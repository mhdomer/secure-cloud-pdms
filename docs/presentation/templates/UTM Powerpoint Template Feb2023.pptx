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339" r:id="rId2"/>
    <p:sldId id="343" r:id="rId3"/>
    <p:sldId id="344" r:id="rId4"/>
    <p:sldId id="338" r:id="rId5"/>
    <p:sldId id="341" r:id="rId6"/>
    <p:sldId id="345" r:id="rId7"/>
    <p:sldId id="297" r:id="rId8"/>
    <p:sldId id="340" r:id="rId9"/>
    <p:sldId id="325" r:id="rId10"/>
    <p:sldId id="328" r:id="rId11"/>
    <p:sldId id="270" r:id="rId12"/>
    <p:sldId id="303" r:id="rId13"/>
    <p:sldId id="304" r:id="rId14"/>
    <p:sldId id="326" r:id="rId15"/>
    <p:sldId id="327" r:id="rId16"/>
    <p:sldId id="335" r:id="rId17"/>
    <p:sldId id="322" r:id="rId18"/>
    <p:sldId id="280" r:id="rId19"/>
    <p:sldId id="296" r:id="rId20"/>
    <p:sldId id="292" r:id="rId21"/>
    <p:sldId id="259" r:id="rId22"/>
    <p:sldId id="278" r:id="rId23"/>
    <p:sldId id="319" r:id="rId24"/>
    <p:sldId id="320" r:id="rId25"/>
    <p:sldId id="332" r:id="rId26"/>
    <p:sldId id="295" r:id="rId27"/>
    <p:sldId id="298" r:id="rId28"/>
    <p:sldId id="264" r:id="rId29"/>
    <p:sldId id="272" r:id="rId30"/>
    <p:sldId id="258" r:id="rId31"/>
    <p:sldId id="279" r:id="rId32"/>
    <p:sldId id="260" r:id="rId33"/>
    <p:sldId id="285" r:id="rId34"/>
    <p:sldId id="277" r:id="rId35"/>
    <p:sldId id="283" r:id="rId36"/>
    <p:sldId id="333" r:id="rId37"/>
    <p:sldId id="329" r:id="rId38"/>
    <p:sldId id="318" r:id="rId39"/>
    <p:sldId id="310" r:id="rId40"/>
    <p:sldId id="314" r:id="rId41"/>
    <p:sldId id="315" r:id="rId42"/>
    <p:sldId id="331" r:id="rId43"/>
    <p:sldId id="336" r:id="rId44"/>
    <p:sldId id="265" r:id="rId45"/>
    <p:sldId id="287" r:id="rId46"/>
    <p:sldId id="266" r:id="rId47"/>
    <p:sldId id="274" r:id="rId48"/>
    <p:sldId id="286" r:id="rId49"/>
    <p:sldId id="273" r:id="rId50"/>
    <p:sldId id="271" r:id="rId51"/>
    <p:sldId id="301" r:id="rId52"/>
    <p:sldId id="306" r:id="rId53"/>
    <p:sldId id="307" r:id="rId54"/>
    <p:sldId id="308" r:id="rId55"/>
    <p:sldId id="309" r:id="rId56"/>
    <p:sldId id="312" r:id="rId57"/>
    <p:sldId id="313" r:id="rId58"/>
    <p:sldId id="330"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5F5F5F"/>
    <a:srgbClr val="D9D9D9"/>
    <a:srgbClr val="2C2C2C"/>
    <a:srgbClr val="74121D"/>
    <a:srgbClr val="351F2D"/>
    <a:srgbClr val="5A5A5A"/>
    <a:srgbClr val="D3A76D"/>
    <a:srgbClr val="404040"/>
    <a:srgbClr val="A733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9" autoAdjust="0"/>
    <p:restoredTop sz="92409" autoAdjust="0"/>
  </p:normalViewPr>
  <p:slideViewPr>
    <p:cSldViewPr snapToGrid="0">
      <p:cViewPr>
        <p:scale>
          <a:sx n="51" d="100"/>
          <a:sy n="51" d="100"/>
        </p:scale>
        <p:origin x="420" y="2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155-41E2-85CF-DDAF353650A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155-41E2-85CF-DDAF353650A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155-41E2-85CF-DDAF353650A1}"/>
              </c:ext>
            </c:extLst>
          </c:dPt>
          <c:cat>
            <c:strRef>
              <c:f>Sheet1!$A$2:$A$4</c:f>
              <c:strCache>
                <c:ptCount val="3"/>
                <c:pt idx="0">
                  <c:v>1st Qtr</c:v>
                </c:pt>
                <c:pt idx="1">
                  <c:v>2nd Qtr</c:v>
                </c:pt>
                <c:pt idx="2">
                  <c:v>3rd Qtr</c:v>
                </c:pt>
              </c:strCache>
            </c:strRef>
          </c:cat>
          <c:val>
            <c:numRef>
              <c:f>Sheet1!$B$2:$B$4</c:f>
              <c:numCache>
                <c:formatCode>General</c:formatCode>
                <c:ptCount val="3"/>
                <c:pt idx="0">
                  <c:v>8.1999999999999993</c:v>
                </c:pt>
                <c:pt idx="1">
                  <c:v>3.2</c:v>
                </c:pt>
                <c:pt idx="2">
                  <c:v>1.4</c:v>
                </c:pt>
              </c:numCache>
            </c:numRef>
          </c:val>
          <c:extLst>
            <c:ext xmlns:c16="http://schemas.microsoft.com/office/drawing/2014/chart" uri="{C3380CC4-5D6E-409C-BE32-E72D297353CC}">
              <c16:uniqueId val="{00000006-7155-41E2-85CF-DDAF353650A1}"/>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2887558033003345E-2"/>
          <c:y val="4.6293773274872635E-2"/>
          <c:w val="0.87872087984984282"/>
          <c:h val="0.79956085665293231"/>
        </c:manualLayout>
      </c:layout>
      <c:barChart>
        <c:barDir val="col"/>
        <c:grouping val="clustered"/>
        <c:varyColors val="0"/>
        <c:ser>
          <c:idx val="0"/>
          <c:order val="0"/>
          <c:tx>
            <c:strRef>
              <c:f>Sheet1!$B$1</c:f>
              <c:strCache>
                <c:ptCount val="1"/>
                <c:pt idx="0">
                  <c:v>Series 1</c:v>
                </c:pt>
              </c:strCache>
            </c:strRef>
          </c:tx>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1-BD65-4D21-BBFA-C90DCC7B02FD}"/>
              </c:ext>
            </c:extLst>
          </c:dPt>
          <c:dPt>
            <c:idx val="2"/>
            <c:invertIfNegative val="0"/>
            <c:bubble3D val="0"/>
            <c:spPr>
              <a:solidFill>
                <a:schemeClr val="accent3"/>
              </a:solidFill>
              <a:ln>
                <a:noFill/>
              </a:ln>
            </c:spPr>
            <c:extLst>
              <c:ext xmlns:c16="http://schemas.microsoft.com/office/drawing/2014/chart" uri="{C3380CC4-5D6E-409C-BE32-E72D297353CC}">
                <c16:uniqueId val="{00000003-BD65-4D21-BBFA-C90DCC7B02FD}"/>
              </c:ext>
            </c:extLst>
          </c:dPt>
          <c:dPt>
            <c:idx val="3"/>
            <c:invertIfNegative val="0"/>
            <c:bubble3D val="0"/>
            <c:spPr>
              <a:solidFill>
                <a:schemeClr val="accent4"/>
              </a:solidFill>
              <a:ln>
                <a:noFill/>
              </a:ln>
            </c:spPr>
            <c:extLst>
              <c:ext xmlns:c16="http://schemas.microsoft.com/office/drawing/2014/chart" uri="{C3380CC4-5D6E-409C-BE32-E72D297353CC}">
                <c16:uniqueId val="{00000005-BD65-4D21-BBFA-C90DCC7B02FD}"/>
              </c:ext>
            </c:extLst>
          </c:dPt>
          <c:dPt>
            <c:idx val="4"/>
            <c:invertIfNegative val="0"/>
            <c:bubble3D val="0"/>
            <c:spPr>
              <a:solidFill>
                <a:schemeClr val="accent5"/>
              </a:solidFill>
              <a:ln>
                <a:noFill/>
              </a:ln>
            </c:spPr>
            <c:extLst>
              <c:ext xmlns:c16="http://schemas.microsoft.com/office/drawing/2014/chart" uri="{C3380CC4-5D6E-409C-BE32-E72D297353CC}">
                <c16:uniqueId val="{00000007-BD65-4D21-BBFA-C90DCC7B02FD}"/>
              </c:ext>
            </c:extLst>
          </c:dPt>
          <c:dPt>
            <c:idx val="5"/>
            <c:invertIfNegative val="0"/>
            <c:bubble3D val="0"/>
            <c:spPr>
              <a:solidFill>
                <a:schemeClr val="accent6"/>
              </a:solidFill>
              <a:ln>
                <a:noFill/>
              </a:ln>
            </c:spPr>
            <c:extLst>
              <c:ext xmlns:c16="http://schemas.microsoft.com/office/drawing/2014/chart" uri="{C3380CC4-5D6E-409C-BE32-E72D297353CC}">
                <c16:uniqueId val="{00000009-BD65-4D21-BBFA-C90DCC7B02FD}"/>
              </c:ext>
            </c:extLst>
          </c:dPt>
          <c:dLbls>
            <c:dLbl>
              <c:idx val="0"/>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BD65-4D21-BBFA-C90DCC7B02FD}"/>
                </c:ext>
              </c:extLst>
            </c:dLbl>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D65-4D21-BBFA-C90DCC7B02FD}"/>
                </c:ext>
              </c:extLst>
            </c:dLbl>
            <c:dLbl>
              <c:idx val="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D65-4D21-BBFA-C90DCC7B02FD}"/>
                </c:ext>
              </c:extLst>
            </c:dLbl>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D65-4D21-BBFA-C90DCC7B02FD}"/>
                </c:ext>
              </c:extLst>
            </c:dLbl>
            <c:dLbl>
              <c:idx val="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D65-4D21-BBFA-C90DCC7B02FD}"/>
                </c:ext>
              </c:extLst>
            </c:dLbl>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BD65-4D21-BBFA-C90DCC7B02FD}"/>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BD65-4D21-BBFA-C90DCC7B02FD}"/>
                </c:ext>
              </c:extLst>
            </c:dLbl>
            <c:dLbl>
              <c:idx val="7"/>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BD65-4D21-BBFA-C90DCC7B02FD}"/>
                </c:ext>
              </c:extLst>
            </c:dLbl>
            <c:dLbl>
              <c:idx val="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BD65-4D21-BBFA-C90DCC7B02FD}"/>
                </c:ext>
              </c:extLst>
            </c:dLbl>
            <c:dLbl>
              <c:idx val="9"/>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BD65-4D21-BBFA-C90DCC7B02FD}"/>
                </c:ext>
              </c:extLst>
            </c:dLbl>
            <c:dLbl>
              <c:idx val="1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BD65-4D21-BBFA-C90DCC7B02FD}"/>
                </c:ext>
              </c:extLst>
            </c:dLbl>
            <c:dLbl>
              <c:idx val="1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BD65-4D21-BBFA-C90DCC7B02F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Sheet1!$A$2:$A$8</c:f>
              <c:strCache>
                <c:ptCount val="7"/>
                <c:pt idx="0">
                  <c:v>Sun</c:v>
                </c:pt>
                <c:pt idx="1">
                  <c:v>Mon</c:v>
                </c:pt>
                <c:pt idx="2">
                  <c:v>Tu</c:v>
                </c:pt>
                <c:pt idx="3">
                  <c:v>We</c:v>
                </c:pt>
                <c:pt idx="4">
                  <c:v>Th</c:v>
                </c:pt>
                <c:pt idx="5">
                  <c:v>Fr</c:v>
                </c:pt>
                <c:pt idx="6">
                  <c:v>Sa</c:v>
                </c:pt>
              </c:strCache>
            </c:strRef>
          </c:cat>
          <c:val>
            <c:numRef>
              <c:f>Sheet1!$B$2:$B$8</c:f>
              <c:numCache>
                <c:formatCode>General</c:formatCode>
                <c:ptCount val="7"/>
                <c:pt idx="0">
                  <c:v>100</c:v>
                </c:pt>
                <c:pt idx="1">
                  <c:v>90</c:v>
                </c:pt>
                <c:pt idx="2">
                  <c:v>50</c:v>
                </c:pt>
                <c:pt idx="3">
                  <c:v>100</c:v>
                </c:pt>
                <c:pt idx="4">
                  <c:v>100</c:v>
                </c:pt>
                <c:pt idx="5">
                  <c:v>60</c:v>
                </c:pt>
                <c:pt idx="6">
                  <c:v>50</c:v>
                </c:pt>
              </c:numCache>
            </c:numRef>
          </c:val>
          <c:extLst>
            <c:ext xmlns:c16="http://schemas.microsoft.com/office/drawing/2014/chart" uri="{C3380CC4-5D6E-409C-BE32-E72D297353CC}">
              <c16:uniqueId val="{00000011-BD65-4D21-BBFA-C90DCC7B02FD}"/>
            </c:ext>
          </c:extLst>
        </c:ser>
        <c:ser>
          <c:idx val="1"/>
          <c:order val="1"/>
          <c:tx>
            <c:strRef>
              <c:f>Sheet1!$C$1</c:f>
              <c:strCache>
                <c:ptCount val="1"/>
                <c:pt idx="0">
                  <c:v>Series 2</c:v>
                </c:pt>
              </c:strCache>
            </c:strRef>
          </c:tx>
          <c:spPr>
            <a:solidFill>
              <a:schemeClr val="bg1">
                <a:lumMod val="85000"/>
              </a:schemeClr>
            </a:solidFill>
            <a:ln>
              <a:noFill/>
            </a:ln>
          </c:spPr>
          <c:invertIfNegative val="0"/>
          <c:dLbls>
            <c:spPr>
              <a:noFill/>
              <a:ln>
                <a:noFill/>
              </a:ln>
              <a:effectLst/>
            </c:spPr>
            <c:txPr>
              <a:bodyPr/>
              <a:lstStyle/>
              <a:p>
                <a:pPr>
                  <a:defRPr sz="9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Sun</c:v>
                </c:pt>
                <c:pt idx="1">
                  <c:v>Mon</c:v>
                </c:pt>
                <c:pt idx="2">
                  <c:v>Tu</c:v>
                </c:pt>
                <c:pt idx="3">
                  <c:v>We</c:v>
                </c:pt>
                <c:pt idx="4">
                  <c:v>Th</c:v>
                </c:pt>
                <c:pt idx="5">
                  <c:v>Fr</c:v>
                </c:pt>
                <c:pt idx="6">
                  <c:v>Sa</c:v>
                </c:pt>
              </c:strCache>
            </c:strRef>
          </c:cat>
          <c:val>
            <c:numRef>
              <c:f>Sheet1!$C$2:$C$8</c:f>
              <c:numCache>
                <c:formatCode>General</c:formatCode>
                <c:ptCount val="7"/>
                <c:pt idx="0">
                  <c:v>90</c:v>
                </c:pt>
                <c:pt idx="1">
                  <c:v>80</c:v>
                </c:pt>
                <c:pt idx="2">
                  <c:v>100</c:v>
                </c:pt>
                <c:pt idx="3">
                  <c:v>60</c:v>
                </c:pt>
                <c:pt idx="4">
                  <c:v>90</c:v>
                </c:pt>
                <c:pt idx="5">
                  <c:v>75</c:v>
                </c:pt>
                <c:pt idx="6">
                  <c:v>100</c:v>
                </c:pt>
              </c:numCache>
            </c:numRef>
          </c:val>
          <c:extLst>
            <c:ext xmlns:c16="http://schemas.microsoft.com/office/drawing/2014/chart" uri="{C3380CC4-5D6E-409C-BE32-E72D297353CC}">
              <c16:uniqueId val="{00000012-BD65-4D21-BBFA-C90DCC7B02FD}"/>
            </c:ext>
          </c:extLst>
        </c:ser>
        <c:dLbls>
          <c:showLegendKey val="0"/>
          <c:showVal val="0"/>
          <c:showCatName val="0"/>
          <c:showSerName val="0"/>
          <c:showPercent val="0"/>
          <c:showBubbleSize val="0"/>
        </c:dLbls>
        <c:gapWidth val="124"/>
        <c:overlap val="-12"/>
        <c:axId val="276769520"/>
        <c:axId val="276772880"/>
      </c:barChart>
      <c:catAx>
        <c:axId val="276769520"/>
        <c:scaling>
          <c:orientation val="minMax"/>
        </c:scaling>
        <c:delete val="0"/>
        <c:axPos val="b"/>
        <c:numFmt formatCode="General" sourceLinked="0"/>
        <c:majorTickMark val="out"/>
        <c:minorTickMark val="none"/>
        <c:tickLblPos val="nextTo"/>
        <c:spPr>
          <a:noFill/>
        </c:spPr>
        <c:crossAx val="276772880"/>
        <c:crosses val="autoZero"/>
        <c:auto val="1"/>
        <c:lblAlgn val="ctr"/>
        <c:lblOffset val="100"/>
        <c:noMultiLvlLbl val="0"/>
      </c:catAx>
      <c:valAx>
        <c:axId val="276772880"/>
        <c:scaling>
          <c:orientation val="minMax"/>
        </c:scaling>
        <c:delete val="0"/>
        <c:axPos val="l"/>
        <c:majorGridlines>
          <c:spPr>
            <a:ln>
              <a:solidFill>
                <a:prstClr val="white">
                  <a:lumMod val="85000"/>
                  <a:alpha val="48000"/>
                </a:prstClr>
              </a:solidFill>
            </a:ln>
          </c:spPr>
        </c:majorGridlines>
        <c:numFmt formatCode="General" sourceLinked="0"/>
        <c:majorTickMark val="none"/>
        <c:minorTickMark val="in"/>
        <c:tickLblPos val="low"/>
        <c:spPr>
          <a:noFill/>
          <a:ln>
            <a:solidFill>
              <a:schemeClr val="bg1">
                <a:lumMod val="85000"/>
              </a:schemeClr>
            </a:solidFill>
          </a:ln>
        </c:spPr>
        <c:crossAx val="276769520"/>
        <c:crosses val="autoZero"/>
        <c:crossBetween val="between"/>
      </c:valAx>
    </c:plotArea>
    <c:plotVisOnly val="1"/>
    <c:dispBlanksAs val="gap"/>
    <c:showDLblsOverMax val="0"/>
  </c:chart>
  <c:txPr>
    <a:bodyPr/>
    <a:lstStyle/>
    <a:p>
      <a:pPr>
        <a:defRPr sz="1050" b="1">
          <a:solidFill>
            <a:schemeClr val="tx1">
              <a:lumMod val="50000"/>
              <a:lumOff val="50000"/>
            </a:schemeClr>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1"/>
    </c:view3D>
    <c:floor>
      <c:thickness val="0"/>
    </c:floor>
    <c:sideWall>
      <c:thickness val="0"/>
    </c:sideWall>
    <c:backWall>
      <c:thickness val="0"/>
    </c:backWall>
    <c:plotArea>
      <c:layout/>
      <c:bar3DChart>
        <c:barDir val="col"/>
        <c:grouping val="percentStacked"/>
        <c:varyColors val="0"/>
        <c:ser>
          <c:idx val="0"/>
          <c:order val="0"/>
          <c:tx>
            <c:strRef>
              <c:f>Sheet1!$B$1</c:f>
              <c:strCache>
                <c:ptCount val="1"/>
                <c:pt idx="0">
                  <c:v>Series 1</c:v>
                </c:pt>
              </c:strCache>
            </c:strRef>
          </c:tx>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453-460A-83B7-2D2B3D203F89}"/>
            </c:ext>
          </c:extLst>
        </c:ser>
        <c:ser>
          <c:idx val="1"/>
          <c:order val="1"/>
          <c:tx>
            <c:strRef>
              <c:f>Sheet1!$C$1</c:f>
              <c:strCache>
                <c:ptCount val="1"/>
                <c:pt idx="0">
                  <c:v>Series 2</c:v>
                </c:pt>
              </c:strCache>
            </c:strRef>
          </c:tx>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453-460A-83B7-2D2B3D203F89}"/>
            </c:ext>
          </c:extLst>
        </c:ser>
        <c:ser>
          <c:idx val="2"/>
          <c:order val="2"/>
          <c:tx>
            <c:strRef>
              <c:f>Sheet1!$D$1</c:f>
              <c:strCache>
                <c:ptCount val="1"/>
                <c:pt idx="0">
                  <c:v>Series 3</c:v>
                </c:pt>
              </c:strCache>
            </c:strRef>
          </c:tx>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453-460A-83B7-2D2B3D203F89}"/>
            </c:ext>
          </c:extLst>
        </c:ser>
        <c:ser>
          <c:idx val="3"/>
          <c:order val="3"/>
          <c:tx>
            <c:strRef>
              <c:f>Sheet1!$E$1</c:f>
              <c:strCache>
                <c:ptCount val="1"/>
                <c:pt idx="0">
                  <c:v>Series 4</c:v>
                </c:pt>
              </c:strCache>
            </c:strRef>
          </c:tx>
          <c:invertIfNegative val="0"/>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3-A453-460A-83B7-2D2B3D203F89}"/>
            </c:ext>
          </c:extLst>
        </c:ser>
        <c:dLbls>
          <c:showLegendKey val="0"/>
          <c:showVal val="0"/>
          <c:showCatName val="0"/>
          <c:showSerName val="0"/>
          <c:showPercent val="0"/>
          <c:showBubbleSize val="0"/>
        </c:dLbls>
        <c:gapWidth val="222"/>
        <c:gapDepth val="346"/>
        <c:shape val="box"/>
        <c:axId val="279899616"/>
        <c:axId val="279900176"/>
        <c:axId val="0"/>
      </c:bar3DChart>
      <c:catAx>
        <c:axId val="279899616"/>
        <c:scaling>
          <c:orientation val="minMax"/>
        </c:scaling>
        <c:delete val="0"/>
        <c:axPos val="b"/>
        <c:numFmt formatCode="General" sourceLinked="0"/>
        <c:majorTickMark val="out"/>
        <c:minorTickMark val="none"/>
        <c:tickLblPos val="nextTo"/>
        <c:txPr>
          <a:bodyPr/>
          <a:lstStyle/>
          <a:p>
            <a:pPr>
              <a:defRPr sz="1050"/>
            </a:pPr>
            <a:endParaRPr lang="en-US"/>
          </a:p>
        </c:txPr>
        <c:crossAx val="279900176"/>
        <c:crosses val="autoZero"/>
        <c:auto val="1"/>
        <c:lblAlgn val="ctr"/>
        <c:lblOffset val="100"/>
        <c:noMultiLvlLbl val="0"/>
      </c:catAx>
      <c:valAx>
        <c:axId val="279900176"/>
        <c:scaling>
          <c:orientation val="minMax"/>
        </c:scaling>
        <c:delete val="0"/>
        <c:axPos val="l"/>
        <c:majorGridlines>
          <c:spPr>
            <a:ln>
              <a:solidFill>
                <a:schemeClr val="tx1">
                  <a:lumMod val="25000"/>
                  <a:lumOff val="75000"/>
                </a:schemeClr>
              </a:solidFill>
            </a:ln>
          </c:spPr>
        </c:majorGridlines>
        <c:numFmt formatCode="0%" sourceLinked="1"/>
        <c:majorTickMark val="out"/>
        <c:minorTickMark val="none"/>
        <c:tickLblPos val="nextTo"/>
        <c:txPr>
          <a:bodyPr/>
          <a:lstStyle/>
          <a:p>
            <a:pPr>
              <a:defRPr sz="1200"/>
            </a:pPr>
            <a:endParaRPr lang="en-US"/>
          </a:p>
        </c:txPr>
        <c:crossAx val="279899616"/>
        <c:crosses val="autoZero"/>
        <c:crossBetween val="between"/>
      </c:valAx>
    </c:plotArea>
    <c:legend>
      <c:legendPos val="b"/>
      <c:overlay val="0"/>
      <c:txPr>
        <a:bodyPr/>
        <a:lstStyle/>
        <a:p>
          <a:pPr>
            <a:defRPr sz="1200"/>
          </a:pPr>
          <a:endParaRPr lang="en-US"/>
        </a:p>
      </c:txPr>
    </c:legend>
    <c:plotVisOnly val="1"/>
    <c:dispBlanksAs val="gap"/>
    <c:showDLblsOverMax val="0"/>
  </c:chart>
  <c:txPr>
    <a:bodyPr/>
    <a:lstStyle/>
    <a:p>
      <a:pPr>
        <a:defRPr sz="1600">
          <a:solidFill>
            <a:schemeClr val="tx1">
              <a:lumMod val="50000"/>
              <a:lumOff val="50000"/>
            </a:schemeClr>
          </a:solidFill>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7C0A0B-0DD5-4CD4-9112-161D1F3640A5}" type="datetimeFigureOut">
              <a:rPr lang="en-MY" smtClean="0"/>
              <a:t>12/2/2023</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3F4BD2-F681-4682-A133-A395F45EFB31}" type="slidenum">
              <a:rPr lang="en-MY" smtClean="0"/>
              <a:t>‹#›</a:t>
            </a:fld>
            <a:endParaRPr lang="en-MY"/>
          </a:p>
        </p:txBody>
      </p:sp>
    </p:spTree>
    <p:extLst>
      <p:ext uri="{BB962C8B-B14F-4D97-AF65-F5344CB8AC3E}">
        <p14:creationId xmlns:p14="http://schemas.microsoft.com/office/powerpoint/2010/main" val="51685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C73F4BD2-F681-4682-A133-A395F45EFB31}" type="slidenum">
              <a:rPr lang="en-MY" smtClean="0"/>
              <a:t>53</a:t>
            </a:fld>
            <a:endParaRPr lang="en-MY"/>
          </a:p>
        </p:txBody>
      </p:sp>
    </p:spTree>
    <p:extLst>
      <p:ext uri="{BB962C8B-B14F-4D97-AF65-F5344CB8AC3E}">
        <p14:creationId xmlns:p14="http://schemas.microsoft.com/office/powerpoint/2010/main" val="9251812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C47A934-3E89-05AD-D5A0-7A5B35BA2332}"/>
              </a:ext>
            </a:extLst>
          </p:cNvPr>
          <p:cNvPicPr>
            <a:picLocks noChangeAspect="1"/>
          </p:cNvPicPr>
          <p:nvPr userDrawn="1"/>
        </p:nvPicPr>
        <p:blipFill>
          <a:blip r:embed="rId2"/>
          <a:stretch>
            <a:fillRect/>
          </a:stretch>
        </p:blipFill>
        <p:spPr>
          <a:xfrm flipV="1">
            <a:off x="-5939" y="3718377"/>
            <a:ext cx="12192000" cy="3139623"/>
          </a:xfrm>
          <a:prstGeom prst="rect">
            <a:avLst/>
          </a:prstGeom>
        </p:spPr>
      </p:pic>
      <p:pic>
        <p:nvPicPr>
          <p:cNvPr id="22" name="Graphic 21">
            <a:extLst>
              <a:ext uri="{FF2B5EF4-FFF2-40B4-BE49-F238E27FC236}">
                <a16:creationId xmlns:a16="http://schemas.microsoft.com/office/drawing/2014/main" id="{E508D8A1-89F7-FAFD-B2C1-05BE220248EC}"/>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39" y="0"/>
            <a:ext cx="8736520" cy="6858000"/>
          </a:xfrm>
          <a:prstGeom prst="rect">
            <a:avLst/>
          </a:prstGeom>
        </p:spPr>
      </p:pic>
      <p:pic>
        <p:nvPicPr>
          <p:cNvPr id="13" name="Picture 12" descr="Logo&#10;&#10;Description automatically generated">
            <a:extLst>
              <a:ext uri="{FF2B5EF4-FFF2-40B4-BE49-F238E27FC236}">
                <a16:creationId xmlns:a16="http://schemas.microsoft.com/office/drawing/2014/main" id="{F9298E6D-C367-3666-0F68-F1EE2297BD9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12346" y="943365"/>
            <a:ext cx="1963312" cy="664029"/>
          </a:xfrm>
          <a:prstGeom prst="rect">
            <a:avLst/>
          </a:prstGeom>
        </p:spPr>
      </p:pic>
      <p:sp>
        <p:nvSpPr>
          <p:cNvPr id="5" name="Picture Placeholder 58">
            <a:extLst>
              <a:ext uri="{FF2B5EF4-FFF2-40B4-BE49-F238E27FC236}">
                <a16:creationId xmlns:a16="http://schemas.microsoft.com/office/drawing/2014/main" id="{E4A24835-5836-BEDC-49A3-504DF24B1D3B}"/>
              </a:ext>
            </a:extLst>
          </p:cNvPr>
          <p:cNvSpPr>
            <a:spLocks noGrp="1"/>
          </p:cNvSpPr>
          <p:nvPr>
            <p:ph type="pic" sz="quarter" idx="10"/>
          </p:nvPr>
        </p:nvSpPr>
        <p:spPr>
          <a:xfrm>
            <a:off x="7093358" y="-16187"/>
            <a:ext cx="5097012" cy="6880967"/>
          </a:xfrm>
          <a:custGeom>
            <a:avLst/>
            <a:gdLst>
              <a:gd name="connsiteX0" fmla="*/ 0 w 7679193"/>
              <a:gd name="connsiteY0" fmla="*/ 3502541 h 7005082"/>
              <a:gd name="connsiteX1" fmla="*/ 1751271 w 7679193"/>
              <a:gd name="connsiteY1" fmla="*/ 2 h 7005082"/>
              <a:gd name="connsiteX2" fmla="*/ 5927923 w 7679193"/>
              <a:gd name="connsiteY2" fmla="*/ 2 h 7005082"/>
              <a:gd name="connsiteX3" fmla="*/ 7679193 w 7679193"/>
              <a:gd name="connsiteY3" fmla="*/ 3502541 h 7005082"/>
              <a:gd name="connsiteX4" fmla="*/ 5927923 w 7679193"/>
              <a:gd name="connsiteY4" fmla="*/ 7005080 h 7005082"/>
              <a:gd name="connsiteX5" fmla="*/ 1751271 w 7679193"/>
              <a:gd name="connsiteY5" fmla="*/ 7005080 h 7005082"/>
              <a:gd name="connsiteX6" fmla="*/ 0 w 7679193"/>
              <a:gd name="connsiteY6" fmla="*/ 3502541 h 7005082"/>
              <a:gd name="connsiteX0" fmla="*/ 0 w 7679193"/>
              <a:gd name="connsiteY0" fmla="*/ 3502539 h 7005078"/>
              <a:gd name="connsiteX1" fmla="*/ 1751271 w 7679193"/>
              <a:gd name="connsiteY1" fmla="*/ 0 h 7005078"/>
              <a:gd name="connsiteX2" fmla="*/ 7637969 w 7679193"/>
              <a:gd name="connsiteY2" fmla="*/ 106878 h 7005078"/>
              <a:gd name="connsiteX3" fmla="*/ 7679193 w 7679193"/>
              <a:gd name="connsiteY3" fmla="*/ 3502539 h 7005078"/>
              <a:gd name="connsiteX4" fmla="*/ 5927923 w 7679193"/>
              <a:gd name="connsiteY4" fmla="*/ 7005078 h 7005078"/>
              <a:gd name="connsiteX5" fmla="*/ 1751271 w 7679193"/>
              <a:gd name="connsiteY5" fmla="*/ 7005078 h 7005078"/>
              <a:gd name="connsiteX6" fmla="*/ 0 w 7679193"/>
              <a:gd name="connsiteY6" fmla="*/ 3502539 h 7005078"/>
              <a:gd name="connsiteX0" fmla="*/ 0 w 7679193"/>
              <a:gd name="connsiteY0" fmla="*/ 3502539 h 7005078"/>
              <a:gd name="connsiteX1" fmla="*/ 1751271 w 7679193"/>
              <a:gd name="connsiteY1" fmla="*/ 0 h 7005078"/>
              <a:gd name="connsiteX2" fmla="*/ 7637969 w 7679193"/>
              <a:gd name="connsiteY2" fmla="*/ 106878 h 7005078"/>
              <a:gd name="connsiteX3" fmla="*/ 7679193 w 7679193"/>
              <a:gd name="connsiteY3" fmla="*/ 3502539 h 7005078"/>
              <a:gd name="connsiteX4" fmla="*/ 5927923 w 7679193"/>
              <a:gd name="connsiteY4" fmla="*/ 7005078 h 7005078"/>
              <a:gd name="connsiteX5" fmla="*/ 1751271 w 7679193"/>
              <a:gd name="connsiteY5" fmla="*/ 7005078 h 7005078"/>
              <a:gd name="connsiteX6" fmla="*/ 0 w 7679193"/>
              <a:gd name="connsiteY6" fmla="*/ 3502539 h 7005078"/>
              <a:gd name="connsiteX0" fmla="*/ 0 w 7679193"/>
              <a:gd name="connsiteY0" fmla="*/ 3502539 h 7005078"/>
              <a:gd name="connsiteX1" fmla="*/ 1751271 w 7679193"/>
              <a:gd name="connsiteY1" fmla="*/ 0 h 7005078"/>
              <a:gd name="connsiteX2" fmla="*/ 7661719 w 7679193"/>
              <a:gd name="connsiteY2" fmla="*/ 23750 h 7005078"/>
              <a:gd name="connsiteX3" fmla="*/ 7679193 w 7679193"/>
              <a:gd name="connsiteY3" fmla="*/ 3502539 h 7005078"/>
              <a:gd name="connsiteX4" fmla="*/ 5927923 w 7679193"/>
              <a:gd name="connsiteY4" fmla="*/ 7005078 h 7005078"/>
              <a:gd name="connsiteX5" fmla="*/ 1751271 w 7679193"/>
              <a:gd name="connsiteY5" fmla="*/ 7005078 h 7005078"/>
              <a:gd name="connsiteX6" fmla="*/ 0 w 7679193"/>
              <a:gd name="connsiteY6" fmla="*/ 3502539 h 7005078"/>
              <a:gd name="connsiteX0" fmla="*/ 0 w 7679193"/>
              <a:gd name="connsiteY0" fmla="*/ 3490663 h 6993202"/>
              <a:gd name="connsiteX1" fmla="*/ 4221339 w 7679193"/>
              <a:gd name="connsiteY1" fmla="*/ 0 h 6993202"/>
              <a:gd name="connsiteX2" fmla="*/ 7661719 w 7679193"/>
              <a:gd name="connsiteY2" fmla="*/ 11874 h 6993202"/>
              <a:gd name="connsiteX3" fmla="*/ 7679193 w 7679193"/>
              <a:gd name="connsiteY3" fmla="*/ 3490663 h 6993202"/>
              <a:gd name="connsiteX4" fmla="*/ 5927923 w 7679193"/>
              <a:gd name="connsiteY4" fmla="*/ 6993202 h 6993202"/>
              <a:gd name="connsiteX5" fmla="*/ 1751271 w 7679193"/>
              <a:gd name="connsiteY5" fmla="*/ 6993202 h 6993202"/>
              <a:gd name="connsiteX6" fmla="*/ 0 w 7679193"/>
              <a:gd name="connsiteY6" fmla="*/ 3490663 h 6993202"/>
              <a:gd name="connsiteX0" fmla="*/ 0 w 7679193"/>
              <a:gd name="connsiteY0" fmla="*/ 3478789 h 6981328"/>
              <a:gd name="connsiteX1" fmla="*/ 4236579 w 7679193"/>
              <a:gd name="connsiteY1" fmla="*/ 3366 h 6981328"/>
              <a:gd name="connsiteX2" fmla="*/ 7661719 w 7679193"/>
              <a:gd name="connsiteY2" fmla="*/ 0 h 6981328"/>
              <a:gd name="connsiteX3" fmla="*/ 7679193 w 7679193"/>
              <a:gd name="connsiteY3" fmla="*/ 3478789 h 6981328"/>
              <a:gd name="connsiteX4" fmla="*/ 5927923 w 7679193"/>
              <a:gd name="connsiteY4" fmla="*/ 6981328 h 6981328"/>
              <a:gd name="connsiteX5" fmla="*/ 1751271 w 7679193"/>
              <a:gd name="connsiteY5" fmla="*/ 6981328 h 6981328"/>
              <a:gd name="connsiteX6" fmla="*/ 0 w 7679193"/>
              <a:gd name="connsiteY6" fmla="*/ 3478789 h 6981328"/>
              <a:gd name="connsiteX0" fmla="*/ 1898709 w 5927922"/>
              <a:gd name="connsiteY0" fmla="*/ 1794769 h 6981328"/>
              <a:gd name="connsiteX1" fmla="*/ 2485308 w 5927922"/>
              <a:gd name="connsiteY1" fmla="*/ 3366 h 6981328"/>
              <a:gd name="connsiteX2" fmla="*/ 5910448 w 5927922"/>
              <a:gd name="connsiteY2" fmla="*/ 0 h 6981328"/>
              <a:gd name="connsiteX3" fmla="*/ 5927922 w 5927922"/>
              <a:gd name="connsiteY3" fmla="*/ 3478789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27922"/>
              <a:gd name="connsiteY0" fmla="*/ 1794769 h 6981328"/>
              <a:gd name="connsiteX1" fmla="*/ 2447208 w 5927922"/>
              <a:gd name="connsiteY1" fmla="*/ 3366 h 6981328"/>
              <a:gd name="connsiteX2" fmla="*/ 5910448 w 5927922"/>
              <a:gd name="connsiteY2" fmla="*/ 0 h 6981328"/>
              <a:gd name="connsiteX3" fmla="*/ 5927922 w 5927922"/>
              <a:gd name="connsiteY3" fmla="*/ 3478789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27922"/>
              <a:gd name="connsiteY0" fmla="*/ 1794769 h 6981328"/>
              <a:gd name="connsiteX1" fmla="*/ 2470068 w 5927922"/>
              <a:gd name="connsiteY1" fmla="*/ 3366 h 6981328"/>
              <a:gd name="connsiteX2" fmla="*/ 5910448 w 5927922"/>
              <a:gd name="connsiteY2" fmla="*/ 0 h 6981328"/>
              <a:gd name="connsiteX3" fmla="*/ 5927922 w 5927922"/>
              <a:gd name="connsiteY3" fmla="*/ 3478789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27922"/>
              <a:gd name="connsiteY0" fmla="*/ 1794769 h 6981328"/>
              <a:gd name="connsiteX1" fmla="*/ 2470068 w 5927922"/>
              <a:gd name="connsiteY1" fmla="*/ 3366 h 6981328"/>
              <a:gd name="connsiteX2" fmla="*/ 5910448 w 5927922"/>
              <a:gd name="connsiteY2" fmla="*/ 0 h 6981328"/>
              <a:gd name="connsiteX3" fmla="*/ 5927922 w 5927922"/>
              <a:gd name="connsiteY3" fmla="*/ 6891062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16771"/>
              <a:gd name="connsiteY0" fmla="*/ 1794769 h 6981328"/>
              <a:gd name="connsiteX1" fmla="*/ 2470068 w 5916771"/>
              <a:gd name="connsiteY1" fmla="*/ 3366 h 6981328"/>
              <a:gd name="connsiteX2" fmla="*/ 5910448 w 5916771"/>
              <a:gd name="connsiteY2" fmla="*/ 0 h 6981328"/>
              <a:gd name="connsiteX3" fmla="*/ 5916771 w 5916771"/>
              <a:gd name="connsiteY3" fmla="*/ 6902214 h 6981328"/>
              <a:gd name="connsiteX4" fmla="*/ 4176652 w 5916771"/>
              <a:gd name="connsiteY4" fmla="*/ 6981328 h 6981328"/>
              <a:gd name="connsiteX5" fmla="*/ 0 w 5916771"/>
              <a:gd name="connsiteY5" fmla="*/ 6981328 h 6981328"/>
              <a:gd name="connsiteX6" fmla="*/ 1898709 w 5916771"/>
              <a:gd name="connsiteY6" fmla="*/ 1794769 h 6981328"/>
              <a:gd name="connsiteX0" fmla="*/ 1898709 w 5916771"/>
              <a:gd name="connsiteY0" fmla="*/ 1794769 h 6981328"/>
              <a:gd name="connsiteX1" fmla="*/ 2470068 w 5916771"/>
              <a:gd name="connsiteY1" fmla="*/ 3366 h 6981328"/>
              <a:gd name="connsiteX2" fmla="*/ 5910448 w 5916771"/>
              <a:gd name="connsiteY2" fmla="*/ 0 h 6981328"/>
              <a:gd name="connsiteX3" fmla="*/ 5916771 w 5916771"/>
              <a:gd name="connsiteY3" fmla="*/ 6902214 h 6981328"/>
              <a:gd name="connsiteX4" fmla="*/ 730925 w 5916771"/>
              <a:gd name="connsiteY4" fmla="*/ 6892118 h 6981328"/>
              <a:gd name="connsiteX5" fmla="*/ 0 w 5916771"/>
              <a:gd name="connsiteY5" fmla="*/ 6981328 h 6981328"/>
              <a:gd name="connsiteX6" fmla="*/ 1898709 w 5916771"/>
              <a:gd name="connsiteY6" fmla="*/ 1794769 h 6981328"/>
              <a:gd name="connsiteX0" fmla="*/ 1167784 w 5185846"/>
              <a:gd name="connsiteY0" fmla="*/ 1794769 h 6902214"/>
              <a:gd name="connsiteX1" fmla="*/ 1739143 w 5185846"/>
              <a:gd name="connsiteY1" fmla="*/ 3366 h 6902214"/>
              <a:gd name="connsiteX2" fmla="*/ 5179523 w 5185846"/>
              <a:gd name="connsiteY2" fmla="*/ 0 h 6902214"/>
              <a:gd name="connsiteX3" fmla="*/ 5185846 w 5185846"/>
              <a:gd name="connsiteY3" fmla="*/ 6902214 h 6902214"/>
              <a:gd name="connsiteX4" fmla="*/ 0 w 5185846"/>
              <a:gd name="connsiteY4" fmla="*/ 6892118 h 6902214"/>
              <a:gd name="connsiteX5" fmla="*/ 1700041 w 5185846"/>
              <a:gd name="connsiteY5" fmla="*/ 1818313 h 6902214"/>
              <a:gd name="connsiteX6" fmla="*/ 1167784 w 5185846"/>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44285 w 5130090"/>
              <a:gd name="connsiteY5" fmla="*/ 1818313 h 6902214"/>
              <a:gd name="connsiteX6" fmla="*/ 1112028 w 5130090"/>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23020 w 5130090"/>
              <a:gd name="connsiteY5" fmla="*/ 1811225 h 6902214"/>
              <a:gd name="connsiteX6" fmla="*/ 1112028 w 5130090"/>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08843 w 5130090"/>
              <a:gd name="connsiteY5" fmla="*/ 1789960 h 6902214"/>
              <a:gd name="connsiteX6" fmla="*/ 1112028 w 5130090"/>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23020 w 5130090"/>
              <a:gd name="connsiteY5" fmla="*/ 1811225 h 6902214"/>
              <a:gd name="connsiteX6" fmla="*/ 1112028 w 5130090"/>
              <a:gd name="connsiteY6" fmla="*/ 1794769 h 6902214"/>
              <a:gd name="connsiteX0" fmla="*/ 1097851 w 5130090"/>
              <a:gd name="connsiteY0" fmla="*/ 1808946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23020 w 5130090"/>
              <a:gd name="connsiteY5" fmla="*/ 1811225 h 6902214"/>
              <a:gd name="connsiteX6" fmla="*/ 1097851 w 5130090"/>
              <a:gd name="connsiteY6" fmla="*/ 1808946 h 6902214"/>
              <a:gd name="connsiteX0" fmla="*/ 1069498 w 5101737"/>
              <a:gd name="connsiteY0" fmla="*/ 1808946 h 6902214"/>
              <a:gd name="connsiteX1" fmla="*/ 1655034 w 5101737"/>
              <a:gd name="connsiteY1" fmla="*/ 3366 h 6902214"/>
              <a:gd name="connsiteX2" fmla="*/ 5095414 w 5101737"/>
              <a:gd name="connsiteY2" fmla="*/ 0 h 6902214"/>
              <a:gd name="connsiteX3" fmla="*/ 5101737 w 5101737"/>
              <a:gd name="connsiteY3" fmla="*/ 6902214 h 6902214"/>
              <a:gd name="connsiteX4" fmla="*/ 0 w 5101737"/>
              <a:gd name="connsiteY4" fmla="*/ 6880967 h 6902214"/>
              <a:gd name="connsiteX5" fmla="*/ 1594667 w 5101737"/>
              <a:gd name="connsiteY5" fmla="*/ 1811225 h 6902214"/>
              <a:gd name="connsiteX6" fmla="*/ 1069498 w 5101737"/>
              <a:gd name="connsiteY6" fmla="*/ 1808946 h 6902214"/>
              <a:gd name="connsiteX0" fmla="*/ 1069498 w 5101737"/>
              <a:gd name="connsiteY0" fmla="*/ 1808946 h 6895125"/>
              <a:gd name="connsiteX1" fmla="*/ 1655034 w 5101737"/>
              <a:gd name="connsiteY1" fmla="*/ 3366 h 6895125"/>
              <a:gd name="connsiteX2" fmla="*/ 5095414 w 5101737"/>
              <a:gd name="connsiteY2" fmla="*/ 0 h 6895125"/>
              <a:gd name="connsiteX3" fmla="*/ 5101737 w 5101737"/>
              <a:gd name="connsiteY3" fmla="*/ 6895125 h 6895125"/>
              <a:gd name="connsiteX4" fmla="*/ 0 w 5101737"/>
              <a:gd name="connsiteY4" fmla="*/ 6880967 h 6895125"/>
              <a:gd name="connsiteX5" fmla="*/ 1594667 w 5101737"/>
              <a:gd name="connsiteY5" fmla="*/ 1811225 h 6895125"/>
              <a:gd name="connsiteX6" fmla="*/ 1069498 w 5101737"/>
              <a:gd name="connsiteY6" fmla="*/ 1808946 h 6895125"/>
              <a:gd name="connsiteX0" fmla="*/ 1069498 w 5097012"/>
              <a:gd name="connsiteY0" fmla="*/ 1808946 h 6880967"/>
              <a:gd name="connsiteX1" fmla="*/ 1655034 w 5097012"/>
              <a:gd name="connsiteY1" fmla="*/ 3366 h 6880967"/>
              <a:gd name="connsiteX2" fmla="*/ 5095414 w 5097012"/>
              <a:gd name="connsiteY2" fmla="*/ 0 h 6880967"/>
              <a:gd name="connsiteX3" fmla="*/ 5094649 w 5097012"/>
              <a:gd name="connsiteY3" fmla="*/ 6880948 h 6880967"/>
              <a:gd name="connsiteX4" fmla="*/ 0 w 5097012"/>
              <a:gd name="connsiteY4" fmla="*/ 6880967 h 6880967"/>
              <a:gd name="connsiteX5" fmla="*/ 1594667 w 5097012"/>
              <a:gd name="connsiteY5" fmla="*/ 1811225 h 6880967"/>
              <a:gd name="connsiteX6" fmla="*/ 1069498 w 5097012"/>
              <a:gd name="connsiteY6" fmla="*/ 1808946 h 688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97012" h="6880967">
                <a:moveTo>
                  <a:pt x="1069498" y="1808946"/>
                </a:moveTo>
                <a:lnTo>
                  <a:pt x="1655034" y="3366"/>
                </a:lnTo>
                <a:lnTo>
                  <a:pt x="5095414" y="0"/>
                </a:lnTo>
                <a:cubicBezTo>
                  <a:pt x="5101239" y="1159596"/>
                  <a:pt x="5088824" y="5721352"/>
                  <a:pt x="5094649" y="6880948"/>
                </a:cubicBezTo>
                <a:lnTo>
                  <a:pt x="0" y="6880967"/>
                </a:lnTo>
                <a:lnTo>
                  <a:pt x="1594667" y="1811225"/>
                </a:lnTo>
                <a:lnTo>
                  <a:pt x="1069498" y="1808946"/>
                </a:lnTo>
                <a:close/>
              </a:path>
            </a:pathLst>
          </a:custGeom>
        </p:spPr>
        <p:txBody>
          <a:bodyPr/>
          <a:lstStyle/>
          <a:p>
            <a:endParaRPr lang="en-MY"/>
          </a:p>
        </p:txBody>
      </p:sp>
    </p:spTree>
    <p:extLst>
      <p:ext uri="{BB962C8B-B14F-4D97-AF65-F5344CB8AC3E}">
        <p14:creationId xmlns:p14="http://schemas.microsoft.com/office/powerpoint/2010/main" val="2732219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intro">
    <p:bg>
      <p:bgPr>
        <a:solidFill>
          <a:srgbClr val="2C2C2C"/>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9DAC918-69A7-1F81-9143-C4470BEA4510}"/>
              </a:ext>
            </a:extLst>
          </p:cNvPr>
          <p:cNvSpPr/>
          <p:nvPr userDrawn="1"/>
        </p:nvSpPr>
        <p:spPr>
          <a:xfrm>
            <a:off x="0" y="0"/>
            <a:ext cx="12192000" cy="6858000"/>
          </a:xfrm>
          <a:prstGeom prst="rect">
            <a:avLst/>
          </a:prstGeom>
          <a:gradFill>
            <a:gsLst>
              <a:gs pos="52000">
                <a:schemeClr val="bg1"/>
              </a:gs>
              <a:gs pos="82000">
                <a:schemeClr val="bg1">
                  <a:lumMod val="95000"/>
                </a:schemeClr>
              </a:gs>
              <a:gs pos="100000">
                <a:schemeClr val="bg1"/>
              </a:gs>
            </a:gsLst>
            <a:lin ang="6000000" scaled="0"/>
          </a:gradFill>
          <a:ln w="71585" cap="flat">
            <a:noFill/>
            <a:prstDash val="solid"/>
            <a:miter/>
          </a:ln>
        </p:spPr>
        <p:txBody>
          <a:bodyPr rtlCol="0" anchor="ctr"/>
          <a:lstStyle/>
          <a:p>
            <a:pPr algn="l"/>
            <a:endParaRPr lang="en-MY"/>
          </a:p>
        </p:txBody>
      </p:sp>
      <p:sp>
        <p:nvSpPr>
          <p:cNvPr id="59" name="Picture Placeholder 58">
            <a:extLst>
              <a:ext uri="{FF2B5EF4-FFF2-40B4-BE49-F238E27FC236}">
                <a16:creationId xmlns:a16="http://schemas.microsoft.com/office/drawing/2014/main" id="{24F89DFC-6C4C-1B65-FADE-ED74049BFD28}"/>
              </a:ext>
            </a:extLst>
          </p:cNvPr>
          <p:cNvSpPr>
            <a:spLocks noGrp="1"/>
          </p:cNvSpPr>
          <p:nvPr>
            <p:ph type="pic" sz="quarter" idx="10"/>
          </p:nvPr>
        </p:nvSpPr>
        <p:spPr>
          <a:xfrm>
            <a:off x="4527052" y="-39938"/>
            <a:ext cx="7679193" cy="7005082"/>
          </a:xfrm>
          <a:custGeom>
            <a:avLst/>
            <a:gdLst>
              <a:gd name="connsiteX0" fmla="*/ 7 w 6342063"/>
              <a:gd name="connsiteY0" fmla="*/ 2636495 h 6902450"/>
              <a:gd name="connsiteX1" fmla="*/ 3171032 w 6342063"/>
              <a:gd name="connsiteY1" fmla="*/ 0 h 6902450"/>
              <a:gd name="connsiteX2" fmla="*/ 6342056 w 6342063"/>
              <a:gd name="connsiteY2" fmla="*/ 2636495 h 6902450"/>
              <a:gd name="connsiteX3" fmla="*/ 5130833 w 6342063"/>
              <a:gd name="connsiteY3" fmla="*/ 6902432 h 6902450"/>
              <a:gd name="connsiteX4" fmla="*/ 1211230 w 6342063"/>
              <a:gd name="connsiteY4" fmla="*/ 6902432 h 6902450"/>
              <a:gd name="connsiteX5" fmla="*/ 7 w 6342063"/>
              <a:gd name="connsiteY5" fmla="*/ 2636495 h 6902450"/>
              <a:gd name="connsiteX0" fmla="*/ 930398 w 7272447"/>
              <a:gd name="connsiteY0" fmla="*/ 2636495 h 6902432"/>
              <a:gd name="connsiteX1" fmla="*/ 4101423 w 7272447"/>
              <a:gd name="connsiteY1" fmla="*/ 0 h 6902432"/>
              <a:gd name="connsiteX2" fmla="*/ 7272447 w 7272447"/>
              <a:gd name="connsiteY2" fmla="*/ 2636495 h 6902432"/>
              <a:gd name="connsiteX3" fmla="*/ 6061224 w 7272447"/>
              <a:gd name="connsiteY3" fmla="*/ 6902432 h 6902432"/>
              <a:gd name="connsiteX4" fmla="*/ 0 w 7272447"/>
              <a:gd name="connsiteY4" fmla="*/ 6866337 h 6902432"/>
              <a:gd name="connsiteX5" fmla="*/ 930398 w 7272447"/>
              <a:gd name="connsiteY5" fmla="*/ 2636495 h 6902432"/>
              <a:gd name="connsiteX0" fmla="*/ 3637504 w 7272447"/>
              <a:gd name="connsiteY0" fmla="*/ 25642 h 6902432"/>
              <a:gd name="connsiteX1" fmla="*/ 4101423 w 7272447"/>
              <a:gd name="connsiteY1" fmla="*/ 0 h 6902432"/>
              <a:gd name="connsiteX2" fmla="*/ 7272447 w 7272447"/>
              <a:gd name="connsiteY2" fmla="*/ 2636495 h 6902432"/>
              <a:gd name="connsiteX3" fmla="*/ 6061224 w 7272447"/>
              <a:gd name="connsiteY3" fmla="*/ 6902432 h 6902432"/>
              <a:gd name="connsiteX4" fmla="*/ 0 w 7272447"/>
              <a:gd name="connsiteY4" fmla="*/ 6866337 h 6902432"/>
              <a:gd name="connsiteX5" fmla="*/ 3637504 w 7272447"/>
              <a:gd name="connsiteY5" fmla="*/ 25642 h 6902432"/>
              <a:gd name="connsiteX0" fmla="*/ 4022514 w 7657457"/>
              <a:gd name="connsiteY0" fmla="*/ 25642 h 6902432"/>
              <a:gd name="connsiteX1" fmla="*/ 4486433 w 7657457"/>
              <a:gd name="connsiteY1" fmla="*/ 0 h 6902432"/>
              <a:gd name="connsiteX2" fmla="*/ 7657457 w 7657457"/>
              <a:gd name="connsiteY2" fmla="*/ 2636495 h 6902432"/>
              <a:gd name="connsiteX3" fmla="*/ 6446234 w 7657457"/>
              <a:gd name="connsiteY3" fmla="*/ 6902432 h 6902432"/>
              <a:gd name="connsiteX4" fmla="*/ 0 w 7657457"/>
              <a:gd name="connsiteY4" fmla="*/ 6878369 h 6902432"/>
              <a:gd name="connsiteX5" fmla="*/ 4022514 w 7657457"/>
              <a:gd name="connsiteY5" fmla="*/ 25642 h 6902432"/>
              <a:gd name="connsiteX0" fmla="*/ 3842040 w 7657457"/>
              <a:gd name="connsiteY0" fmla="*/ 0 h 6924916"/>
              <a:gd name="connsiteX1" fmla="*/ 4486433 w 7657457"/>
              <a:gd name="connsiteY1" fmla="*/ 22484 h 6924916"/>
              <a:gd name="connsiteX2" fmla="*/ 7657457 w 7657457"/>
              <a:gd name="connsiteY2" fmla="*/ 2658979 h 6924916"/>
              <a:gd name="connsiteX3" fmla="*/ 6446234 w 7657457"/>
              <a:gd name="connsiteY3" fmla="*/ 6924916 h 6924916"/>
              <a:gd name="connsiteX4" fmla="*/ 0 w 7657457"/>
              <a:gd name="connsiteY4" fmla="*/ 6900853 h 6924916"/>
              <a:gd name="connsiteX5" fmla="*/ 3842040 w 7657457"/>
              <a:gd name="connsiteY5" fmla="*/ 0 h 6924916"/>
              <a:gd name="connsiteX0" fmla="*/ 3842040 w 7759022"/>
              <a:gd name="connsiteY0" fmla="*/ 1579 h 6926495"/>
              <a:gd name="connsiteX1" fmla="*/ 7759022 w 7759022"/>
              <a:gd name="connsiteY1" fmla="*/ 0 h 6926495"/>
              <a:gd name="connsiteX2" fmla="*/ 7657457 w 7759022"/>
              <a:gd name="connsiteY2" fmla="*/ 2660558 h 6926495"/>
              <a:gd name="connsiteX3" fmla="*/ 6446234 w 7759022"/>
              <a:gd name="connsiteY3" fmla="*/ 6926495 h 6926495"/>
              <a:gd name="connsiteX4" fmla="*/ 0 w 7759022"/>
              <a:gd name="connsiteY4" fmla="*/ 6902432 h 6926495"/>
              <a:gd name="connsiteX5" fmla="*/ 3842040 w 7759022"/>
              <a:gd name="connsiteY5" fmla="*/ 1579 h 6926495"/>
              <a:gd name="connsiteX0" fmla="*/ 3842040 w 7777773"/>
              <a:gd name="connsiteY0" fmla="*/ 1579 h 6926495"/>
              <a:gd name="connsiteX1" fmla="*/ 7759022 w 7777773"/>
              <a:gd name="connsiteY1" fmla="*/ 0 h 6926495"/>
              <a:gd name="connsiteX2" fmla="*/ 7777773 w 7777773"/>
              <a:gd name="connsiteY2" fmla="*/ 3177916 h 6926495"/>
              <a:gd name="connsiteX3" fmla="*/ 6446234 w 7777773"/>
              <a:gd name="connsiteY3" fmla="*/ 6926495 h 6926495"/>
              <a:gd name="connsiteX4" fmla="*/ 0 w 7777773"/>
              <a:gd name="connsiteY4" fmla="*/ 6902432 h 6926495"/>
              <a:gd name="connsiteX5" fmla="*/ 3842040 w 7777773"/>
              <a:gd name="connsiteY5" fmla="*/ 1579 h 6926495"/>
              <a:gd name="connsiteX0" fmla="*/ 3842040 w 7777773"/>
              <a:gd name="connsiteY0" fmla="*/ 1579 h 6926495"/>
              <a:gd name="connsiteX1" fmla="*/ 7759022 w 7777773"/>
              <a:gd name="connsiteY1" fmla="*/ 0 h 6926495"/>
              <a:gd name="connsiteX2" fmla="*/ 7777773 w 7777773"/>
              <a:gd name="connsiteY2" fmla="*/ 3177916 h 6926495"/>
              <a:gd name="connsiteX3" fmla="*/ 6446234 w 7777773"/>
              <a:gd name="connsiteY3" fmla="*/ 6926495 h 6926495"/>
              <a:gd name="connsiteX4" fmla="*/ 0 w 7777773"/>
              <a:gd name="connsiteY4" fmla="*/ 6902432 h 6926495"/>
              <a:gd name="connsiteX5" fmla="*/ 3842040 w 7777773"/>
              <a:gd name="connsiteY5" fmla="*/ 1579 h 6926495"/>
              <a:gd name="connsiteX0" fmla="*/ 3842040 w 7777773"/>
              <a:gd name="connsiteY0" fmla="*/ 1579 h 6926495"/>
              <a:gd name="connsiteX1" fmla="*/ 7759022 w 7777773"/>
              <a:gd name="connsiteY1" fmla="*/ 0 h 6926495"/>
              <a:gd name="connsiteX2" fmla="*/ 7777773 w 7777773"/>
              <a:gd name="connsiteY2" fmla="*/ 3335232 h 6926495"/>
              <a:gd name="connsiteX3" fmla="*/ 6446234 w 7777773"/>
              <a:gd name="connsiteY3" fmla="*/ 6926495 h 6926495"/>
              <a:gd name="connsiteX4" fmla="*/ 0 w 7777773"/>
              <a:gd name="connsiteY4" fmla="*/ 6902432 h 6926495"/>
              <a:gd name="connsiteX5" fmla="*/ 3842040 w 7777773"/>
              <a:gd name="connsiteY5" fmla="*/ 1579 h 6926495"/>
              <a:gd name="connsiteX0" fmla="*/ 3842040 w 7759022"/>
              <a:gd name="connsiteY0" fmla="*/ 1579 h 6926495"/>
              <a:gd name="connsiteX1" fmla="*/ 7759022 w 7759022"/>
              <a:gd name="connsiteY1" fmla="*/ 0 h 6926495"/>
              <a:gd name="connsiteX2" fmla="*/ 7758109 w 7759022"/>
              <a:gd name="connsiteY2" fmla="*/ 3276239 h 6926495"/>
              <a:gd name="connsiteX3" fmla="*/ 6446234 w 7759022"/>
              <a:gd name="connsiteY3" fmla="*/ 6926495 h 6926495"/>
              <a:gd name="connsiteX4" fmla="*/ 0 w 7759022"/>
              <a:gd name="connsiteY4" fmla="*/ 6902432 h 6926495"/>
              <a:gd name="connsiteX5" fmla="*/ 3842040 w 7759022"/>
              <a:gd name="connsiteY5" fmla="*/ 1579 h 6926495"/>
              <a:gd name="connsiteX0" fmla="*/ 3842040 w 7759022"/>
              <a:gd name="connsiteY0" fmla="*/ 1579 h 6926495"/>
              <a:gd name="connsiteX1" fmla="*/ 7759022 w 7759022"/>
              <a:gd name="connsiteY1" fmla="*/ 0 h 6926495"/>
              <a:gd name="connsiteX2" fmla="*/ 7758109 w 7759022"/>
              <a:gd name="connsiteY2" fmla="*/ 3276239 h 6926495"/>
              <a:gd name="connsiteX3" fmla="*/ 6303015 w 7759022"/>
              <a:gd name="connsiteY3" fmla="*/ 6926495 h 6926495"/>
              <a:gd name="connsiteX4" fmla="*/ 0 w 7759022"/>
              <a:gd name="connsiteY4" fmla="*/ 6902432 h 6926495"/>
              <a:gd name="connsiteX5" fmla="*/ 3842040 w 7759022"/>
              <a:gd name="connsiteY5" fmla="*/ 1579 h 6926495"/>
              <a:gd name="connsiteX0" fmla="*/ 3842040 w 7759022"/>
              <a:gd name="connsiteY0" fmla="*/ 1579 h 6926495"/>
              <a:gd name="connsiteX1" fmla="*/ 7759022 w 7759022"/>
              <a:gd name="connsiteY1" fmla="*/ 0 h 6926495"/>
              <a:gd name="connsiteX2" fmla="*/ 7758109 w 7759022"/>
              <a:gd name="connsiteY2" fmla="*/ 4333859 h 6926495"/>
              <a:gd name="connsiteX3" fmla="*/ 6303015 w 7759022"/>
              <a:gd name="connsiteY3" fmla="*/ 6926495 h 6926495"/>
              <a:gd name="connsiteX4" fmla="*/ 0 w 7759022"/>
              <a:gd name="connsiteY4" fmla="*/ 6902432 h 6926495"/>
              <a:gd name="connsiteX5" fmla="*/ 3842040 w 7759022"/>
              <a:gd name="connsiteY5" fmla="*/ 1579 h 6926495"/>
              <a:gd name="connsiteX0" fmla="*/ 3842040 w 7759022"/>
              <a:gd name="connsiteY0" fmla="*/ 1579 h 6959545"/>
              <a:gd name="connsiteX1" fmla="*/ 7759022 w 7759022"/>
              <a:gd name="connsiteY1" fmla="*/ 0 h 6959545"/>
              <a:gd name="connsiteX2" fmla="*/ 7758109 w 7759022"/>
              <a:gd name="connsiteY2" fmla="*/ 4333859 h 6959545"/>
              <a:gd name="connsiteX3" fmla="*/ 6258948 w 7759022"/>
              <a:gd name="connsiteY3" fmla="*/ 6959545 h 6959545"/>
              <a:gd name="connsiteX4" fmla="*/ 0 w 7759022"/>
              <a:gd name="connsiteY4" fmla="*/ 6902432 h 6959545"/>
              <a:gd name="connsiteX5" fmla="*/ 3842040 w 7759022"/>
              <a:gd name="connsiteY5" fmla="*/ 1579 h 6959545"/>
              <a:gd name="connsiteX0" fmla="*/ 3842040 w 7759022"/>
              <a:gd name="connsiteY0" fmla="*/ 1579 h 6990567"/>
              <a:gd name="connsiteX1" fmla="*/ 7759022 w 7759022"/>
              <a:gd name="connsiteY1" fmla="*/ 0 h 6990567"/>
              <a:gd name="connsiteX2" fmla="*/ 7758109 w 7759022"/>
              <a:gd name="connsiteY2" fmla="*/ 4333859 h 6990567"/>
              <a:gd name="connsiteX3" fmla="*/ 6258948 w 7759022"/>
              <a:gd name="connsiteY3" fmla="*/ 6959545 h 6990567"/>
              <a:gd name="connsiteX4" fmla="*/ 0 w 7759022"/>
              <a:gd name="connsiteY4" fmla="*/ 6990567 h 6990567"/>
              <a:gd name="connsiteX5" fmla="*/ 3842040 w 7759022"/>
              <a:gd name="connsiteY5" fmla="*/ 1579 h 6990567"/>
              <a:gd name="connsiteX0" fmla="*/ 4125068 w 7759022"/>
              <a:gd name="connsiteY0" fmla="*/ 1579 h 6990567"/>
              <a:gd name="connsiteX1" fmla="*/ 7759022 w 7759022"/>
              <a:gd name="connsiteY1" fmla="*/ 0 h 6990567"/>
              <a:gd name="connsiteX2" fmla="*/ 7758109 w 7759022"/>
              <a:gd name="connsiteY2" fmla="*/ 4333859 h 6990567"/>
              <a:gd name="connsiteX3" fmla="*/ 6258948 w 7759022"/>
              <a:gd name="connsiteY3" fmla="*/ 6959545 h 6990567"/>
              <a:gd name="connsiteX4" fmla="*/ 0 w 7759022"/>
              <a:gd name="connsiteY4" fmla="*/ 6990567 h 6990567"/>
              <a:gd name="connsiteX5" fmla="*/ 4125068 w 7759022"/>
              <a:gd name="connsiteY5" fmla="*/ 1579 h 6990567"/>
              <a:gd name="connsiteX0" fmla="*/ 4023468 w 7657422"/>
              <a:gd name="connsiteY0" fmla="*/ 1579 h 6959545"/>
              <a:gd name="connsiteX1" fmla="*/ 7657422 w 7657422"/>
              <a:gd name="connsiteY1" fmla="*/ 0 h 6959545"/>
              <a:gd name="connsiteX2" fmla="*/ 7656509 w 7657422"/>
              <a:gd name="connsiteY2" fmla="*/ 4333859 h 6959545"/>
              <a:gd name="connsiteX3" fmla="*/ 6157348 w 7657422"/>
              <a:gd name="connsiteY3" fmla="*/ 6959545 h 6959545"/>
              <a:gd name="connsiteX4" fmla="*/ 0 w 7657422"/>
              <a:gd name="connsiteY4" fmla="*/ 6939767 h 6959545"/>
              <a:gd name="connsiteX5" fmla="*/ 4023468 w 7657422"/>
              <a:gd name="connsiteY5" fmla="*/ 1579 h 6959545"/>
              <a:gd name="connsiteX0" fmla="*/ 4045239 w 7679193"/>
              <a:gd name="connsiteY0" fmla="*/ 1579 h 7005082"/>
              <a:gd name="connsiteX1" fmla="*/ 7679193 w 7679193"/>
              <a:gd name="connsiteY1" fmla="*/ 0 h 7005082"/>
              <a:gd name="connsiteX2" fmla="*/ 7678280 w 7679193"/>
              <a:gd name="connsiteY2" fmla="*/ 4333859 h 7005082"/>
              <a:gd name="connsiteX3" fmla="*/ 6179119 w 7679193"/>
              <a:gd name="connsiteY3" fmla="*/ 6959545 h 7005082"/>
              <a:gd name="connsiteX4" fmla="*/ 0 w 7679193"/>
              <a:gd name="connsiteY4" fmla="*/ 7005082 h 7005082"/>
              <a:gd name="connsiteX5" fmla="*/ 4045239 w 7679193"/>
              <a:gd name="connsiteY5" fmla="*/ 1579 h 7005082"/>
              <a:gd name="connsiteX0" fmla="*/ 4045239 w 7679193"/>
              <a:gd name="connsiteY0" fmla="*/ 1579 h 7005082"/>
              <a:gd name="connsiteX1" fmla="*/ 7679193 w 7679193"/>
              <a:gd name="connsiteY1" fmla="*/ 0 h 7005082"/>
              <a:gd name="connsiteX2" fmla="*/ 7678280 w 7679193"/>
              <a:gd name="connsiteY2" fmla="*/ 4333859 h 7005082"/>
              <a:gd name="connsiteX3" fmla="*/ 5707404 w 7679193"/>
              <a:gd name="connsiteY3" fmla="*/ 6988573 h 7005082"/>
              <a:gd name="connsiteX4" fmla="*/ 0 w 7679193"/>
              <a:gd name="connsiteY4" fmla="*/ 7005082 h 7005082"/>
              <a:gd name="connsiteX5" fmla="*/ 4045239 w 7679193"/>
              <a:gd name="connsiteY5" fmla="*/ 1579 h 7005082"/>
              <a:gd name="connsiteX0" fmla="*/ 4045239 w 7679193"/>
              <a:gd name="connsiteY0" fmla="*/ 1579 h 7005082"/>
              <a:gd name="connsiteX1" fmla="*/ 7679193 w 7679193"/>
              <a:gd name="connsiteY1" fmla="*/ 0 h 7005082"/>
              <a:gd name="connsiteX2" fmla="*/ 7678280 w 7679193"/>
              <a:gd name="connsiteY2" fmla="*/ 4333859 h 7005082"/>
              <a:gd name="connsiteX3" fmla="*/ 5801747 w 7679193"/>
              <a:gd name="connsiteY3" fmla="*/ 6988573 h 7005082"/>
              <a:gd name="connsiteX4" fmla="*/ 0 w 7679193"/>
              <a:gd name="connsiteY4" fmla="*/ 7005082 h 7005082"/>
              <a:gd name="connsiteX5" fmla="*/ 4045239 w 7679193"/>
              <a:gd name="connsiteY5" fmla="*/ 1579 h 7005082"/>
              <a:gd name="connsiteX0" fmla="*/ 4045239 w 7679193"/>
              <a:gd name="connsiteY0" fmla="*/ 1579 h 7005082"/>
              <a:gd name="connsiteX1" fmla="*/ 7679193 w 7679193"/>
              <a:gd name="connsiteY1" fmla="*/ 0 h 7005082"/>
              <a:gd name="connsiteX2" fmla="*/ 7663766 w 7679193"/>
              <a:gd name="connsiteY2" fmla="*/ 3804087 h 7005082"/>
              <a:gd name="connsiteX3" fmla="*/ 5801747 w 7679193"/>
              <a:gd name="connsiteY3" fmla="*/ 6988573 h 7005082"/>
              <a:gd name="connsiteX4" fmla="*/ 0 w 7679193"/>
              <a:gd name="connsiteY4" fmla="*/ 7005082 h 7005082"/>
              <a:gd name="connsiteX5" fmla="*/ 4045239 w 7679193"/>
              <a:gd name="connsiteY5" fmla="*/ 1579 h 700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79193" h="7005082">
                <a:moveTo>
                  <a:pt x="4045239" y="1579"/>
                </a:moveTo>
                <a:lnTo>
                  <a:pt x="7679193" y="0"/>
                </a:lnTo>
                <a:cubicBezTo>
                  <a:pt x="7678889" y="1092080"/>
                  <a:pt x="7664070" y="2712007"/>
                  <a:pt x="7663766" y="3804087"/>
                </a:cubicBezTo>
                <a:lnTo>
                  <a:pt x="5801747" y="6988573"/>
                </a:lnTo>
                <a:lnTo>
                  <a:pt x="0" y="7005082"/>
                </a:lnTo>
                <a:lnTo>
                  <a:pt x="4045239" y="1579"/>
                </a:lnTo>
                <a:close/>
              </a:path>
            </a:pathLst>
          </a:custGeom>
        </p:spPr>
        <p:txBody>
          <a:bodyPr/>
          <a:lstStyle/>
          <a:p>
            <a:endParaRPr lang="en-MY"/>
          </a:p>
        </p:txBody>
      </p:sp>
      <p:sp>
        <p:nvSpPr>
          <p:cNvPr id="38" name="Freeform 5">
            <a:extLst>
              <a:ext uri="{FF2B5EF4-FFF2-40B4-BE49-F238E27FC236}">
                <a16:creationId xmlns:a16="http://schemas.microsoft.com/office/drawing/2014/main" id="{A67EEDB7-4D0A-A800-DE28-0C4984B110CA}"/>
              </a:ext>
            </a:extLst>
          </p:cNvPr>
          <p:cNvSpPr>
            <a:spLocks/>
          </p:cNvSpPr>
          <p:nvPr userDrawn="1"/>
        </p:nvSpPr>
        <p:spPr bwMode="auto">
          <a:xfrm>
            <a:off x="876629" y="-15775"/>
            <a:ext cx="7686809" cy="6857999"/>
          </a:xfrm>
          <a:custGeom>
            <a:avLst/>
            <a:gdLst>
              <a:gd name="T0" fmla="*/ 0 w 956"/>
              <a:gd name="T1" fmla="*/ 513 h 801"/>
              <a:gd name="T2" fmla="*/ 0 w 956"/>
              <a:gd name="T3" fmla="*/ 801 h 801"/>
              <a:gd name="T4" fmla="*/ 495 w 956"/>
              <a:gd name="T5" fmla="*/ 801 h 801"/>
              <a:gd name="T6" fmla="*/ 956 w 956"/>
              <a:gd name="T7" fmla="*/ 0 h 801"/>
              <a:gd name="T8" fmla="*/ 290 w 956"/>
              <a:gd name="T9" fmla="*/ 0 h 801"/>
              <a:gd name="T10" fmla="*/ 0 w 956"/>
              <a:gd name="T11" fmla="*/ 513 h 801"/>
              <a:gd name="connsiteX0" fmla="*/ 0 w 10000"/>
              <a:gd name="connsiteY0" fmla="*/ 6404 h 10000"/>
              <a:gd name="connsiteX1" fmla="*/ 0 w 10000"/>
              <a:gd name="connsiteY1" fmla="*/ 10000 h 10000"/>
              <a:gd name="connsiteX2" fmla="*/ 4844 w 10000"/>
              <a:gd name="connsiteY2" fmla="*/ 10000 h 10000"/>
              <a:gd name="connsiteX3" fmla="*/ 10000 w 10000"/>
              <a:gd name="connsiteY3" fmla="*/ 0 h 10000"/>
              <a:gd name="connsiteX4" fmla="*/ 3033 w 10000"/>
              <a:gd name="connsiteY4" fmla="*/ 0 h 10000"/>
              <a:gd name="connsiteX5" fmla="*/ 0 w 10000"/>
              <a:gd name="connsiteY5" fmla="*/ 6404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6404"/>
                </a:moveTo>
                <a:lnTo>
                  <a:pt x="0" y="10000"/>
                </a:lnTo>
                <a:lnTo>
                  <a:pt x="4844" y="10000"/>
                </a:lnTo>
                <a:lnTo>
                  <a:pt x="10000" y="0"/>
                </a:lnTo>
                <a:lnTo>
                  <a:pt x="3033" y="0"/>
                </a:lnTo>
                <a:lnTo>
                  <a:pt x="0" y="6404"/>
                </a:lnTo>
                <a:close/>
              </a:path>
            </a:pathLst>
          </a:custGeom>
          <a:gradFill>
            <a:gsLst>
              <a:gs pos="5000">
                <a:srgbClr val="2C2C2C"/>
              </a:gs>
              <a:gs pos="62000">
                <a:schemeClr val="tx2">
                  <a:lumMod val="50000"/>
                  <a:lumOff val="50000"/>
                </a:schemeClr>
              </a:gs>
              <a:gs pos="100000">
                <a:schemeClr val="bg1">
                  <a:lumMod val="50000"/>
                </a:schemeClr>
              </a:gs>
            </a:gsLst>
            <a:lin ang="6000000" scaled="0"/>
          </a:gradFill>
          <a:ln>
            <a:noFill/>
          </a:ln>
        </p:spPr>
        <p:txBody>
          <a:bodyPr vert="horz" wrap="square" lIns="91440" tIns="45720" rIns="91440" bIns="45720" numCol="1" anchor="t" anchorCtr="0" compatLnSpc="1">
            <a:prstTxWarp prst="textNoShape">
              <a:avLst/>
            </a:prstTxWarp>
          </a:bodyPr>
          <a:lstStyle/>
          <a:p>
            <a:endParaRPr lang="id-ID"/>
          </a:p>
        </p:txBody>
      </p:sp>
      <p:sp>
        <p:nvSpPr>
          <p:cNvPr id="31" name="Freeform 5">
            <a:extLst>
              <a:ext uri="{FF2B5EF4-FFF2-40B4-BE49-F238E27FC236}">
                <a16:creationId xmlns:a16="http://schemas.microsoft.com/office/drawing/2014/main" id="{33CB460A-39A9-54F6-0195-13B362A33766}"/>
              </a:ext>
            </a:extLst>
          </p:cNvPr>
          <p:cNvSpPr>
            <a:spLocks/>
          </p:cNvSpPr>
          <p:nvPr userDrawn="1"/>
        </p:nvSpPr>
        <p:spPr bwMode="auto">
          <a:xfrm>
            <a:off x="-32223" y="-14401"/>
            <a:ext cx="8108976" cy="6902576"/>
          </a:xfrm>
          <a:custGeom>
            <a:avLst/>
            <a:gdLst>
              <a:gd name="T0" fmla="*/ 0 w 722"/>
              <a:gd name="T1" fmla="*/ 0 h 796"/>
              <a:gd name="T2" fmla="*/ 722 w 722"/>
              <a:gd name="T3" fmla="*/ 0 h 796"/>
              <a:gd name="T4" fmla="*/ 273 w 722"/>
              <a:gd name="T5" fmla="*/ 796 h 796"/>
              <a:gd name="T6" fmla="*/ 0 w 722"/>
              <a:gd name="T7" fmla="*/ 796 h 796"/>
              <a:gd name="T8" fmla="*/ 0 w 722"/>
              <a:gd name="T9" fmla="*/ 0 h 796"/>
              <a:gd name="connsiteX0" fmla="*/ 0 w 10000"/>
              <a:gd name="connsiteY0" fmla="*/ 0 h 10000"/>
              <a:gd name="connsiteX1" fmla="*/ 10000 w 10000"/>
              <a:gd name="connsiteY1" fmla="*/ 0 h 10000"/>
              <a:gd name="connsiteX2" fmla="*/ 6231 w 10000"/>
              <a:gd name="connsiteY2" fmla="*/ 9977 h 10000"/>
              <a:gd name="connsiteX3" fmla="*/ 0 w 10000"/>
              <a:gd name="connsiteY3" fmla="*/ 10000 h 10000"/>
              <a:gd name="connsiteX4" fmla="*/ 0 w 10000"/>
              <a:gd name="connsiteY4" fmla="*/ 0 h 10000"/>
              <a:gd name="connsiteX0" fmla="*/ 0 w 12115"/>
              <a:gd name="connsiteY0" fmla="*/ 23 h 10023"/>
              <a:gd name="connsiteX1" fmla="*/ 12115 w 12115"/>
              <a:gd name="connsiteY1" fmla="*/ 0 h 10023"/>
              <a:gd name="connsiteX2" fmla="*/ 6231 w 12115"/>
              <a:gd name="connsiteY2" fmla="*/ 10000 h 10023"/>
              <a:gd name="connsiteX3" fmla="*/ 0 w 12115"/>
              <a:gd name="connsiteY3" fmla="*/ 10023 h 10023"/>
              <a:gd name="connsiteX4" fmla="*/ 0 w 12115"/>
              <a:gd name="connsiteY4" fmla="*/ 23 h 10023"/>
              <a:gd name="connsiteX0" fmla="*/ 0 w 12270"/>
              <a:gd name="connsiteY0" fmla="*/ 46 h 10046"/>
              <a:gd name="connsiteX1" fmla="*/ 12270 w 12270"/>
              <a:gd name="connsiteY1" fmla="*/ 0 h 10046"/>
              <a:gd name="connsiteX2" fmla="*/ 6231 w 12270"/>
              <a:gd name="connsiteY2" fmla="*/ 10023 h 10046"/>
              <a:gd name="connsiteX3" fmla="*/ 0 w 12270"/>
              <a:gd name="connsiteY3" fmla="*/ 10046 h 10046"/>
              <a:gd name="connsiteX4" fmla="*/ 0 w 12270"/>
              <a:gd name="connsiteY4" fmla="*/ 46 h 10046"/>
              <a:gd name="connsiteX0" fmla="*/ 0 w 12451"/>
              <a:gd name="connsiteY0" fmla="*/ 23 h 10023"/>
              <a:gd name="connsiteX1" fmla="*/ 12451 w 12451"/>
              <a:gd name="connsiteY1" fmla="*/ 0 h 10023"/>
              <a:gd name="connsiteX2" fmla="*/ 6231 w 12451"/>
              <a:gd name="connsiteY2" fmla="*/ 10000 h 10023"/>
              <a:gd name="connsiteX3" fmla="*/ 0 w 12451"/>
              <a:gd name="connsiteY3" fmla="*/ 10023 h 10023"/>
              <a:gd name="connsiteX4" fmla="*/ 0 w 12451"/>
              <a:gd name="connsiteY4" fmla="*/ 23 h 10023"/>
              <a:gd name="connsiteX0" fmla="*/ 0 w 12606"/>
              <a:gd name="connsiteY0" fmla="*/ 23 h 10023"/>
              <a:gd name="connsiteX1" fmla="*/ 12606 w 12606"/>
              <a:gd name="connsiteY1" fmla="*/ 0 h 10023"/>
              <a:gd name="connsiteX2" fmla="*/ 6231 w 12606"/>
              <a:gd name="connsiteY2" fmla="*/ 10000 h 10023"/>
              <a:gd name="connsiteX3" fmla="*/ 0 w 12606"/>
              <a:gd name="connsiteY3" fmla="*/ 10023 h 10023"/>
              <a:gd name="connsiteX4" fmla="*/ 0 w 12606"/>
              <a:gd name="connsiteY4" fmla="*/ 23 h 10023"/>
              <a:gd name="connsiteX0" fmla="*/ 1496 w 14102"/>
              <a:gd name="connsiteY0" fmla="*/ 23 h 10046"/>
              <a:gd name="connsiteX1" fmla="*/ 14102 w 14102"/>
              <a:gd name="connsiteY1" fmla="*/ 0 h 10046"/>
              <a:gd name="connsiteX2" fmla="*/ 7727 w 14102"/>
              <a:gd name="connsiteY2" fmla="*/ 10000 h 10046"/>
              <a:gd name="connsiteX3" fmla="*/ 0 w 14102"/>
              <a:gd name="connsiteY3" fmla="*/ 10046 h 10046"/>
              <a:gd name="connsiteX4" fmla="*/ 1496 w 14102"/>
              <a:gd name="connsiteY4" fmla="*/ 23 h 10046"/>
              <a:gd name="connsiteX0" fmla="*/ 52 w 14102"/>
              <a:gd name="connsiteY0" fmla="*/ 23 h 10046"/>
              <a:gd name="connsiteX1" fmla="*/ 14102 w 14102"/>
              <a:gd name="connsiteY1" fmla="*/ 0 h 10046"/>
              <a:gd name="connsiteX2" fmla="*/ 7727 w 14102"/>
              <a:gd name="connsiteY2" fmla="*/ 10000 h 10046"/>
              <a:gd name="connsiteX3" fmla="*/ 0 w 14102"/>
              <a:gd name="connsiteY3" fmla="*/ 10046 h 10046"/>
              <a:gd name="connsiteX4" fmla="*/ 52 w 14102"/>
              <a:gd name="connsiteY4" fmla="*/ 23 h 10046"/>
              <a:gd name="connsiteX0" fmla="*/ 52 w 14102"/>
              <a:gd name="connsiteY0" fmla="*/ 23 h 10046"/>
              <a:gd name="connsiteX1" fmla="*/ 14102 w 14102"/>
              <a:gd name="connsiteY1" fmla="*/ 0 h 10046"/>
              <a:gd name="connsiteX2" fmla="*/ 7762 w 14102"/>
              <a:gd name="connsiteY2" fmla="*/ 10016 h 10046"/>
              <a:gd name="connsiteX3" fmla="*/ 0 w 14102"/>
              <a:gd name="connsiteY3" fmla="*/ 10046 h 10046"/>
              <a:gd name="connsiteX4" fmla="*/ 52 w 14102"/>
              <a:gd name="connsiteY4" fmla="*/ 23 h 10046"/>
              <a:gd name="connsiteX0" fmla="*/ 52 w 16864"/>
              <a:gd name="connsiteY0" fmla="*/ 3 h 10026"/>
              <a:gd name="connsiteX1" fmla="*/ 16864 w 16864"/>
              <a:gd name="connsiteY1" fmla="*/ 0 h 10026"/>
              <a:gd name="connsiteX2" fmla="*/ 7762 w 16864"/>
              <a:gd name="connsiteY2" fmla="*/ 9996 h 10026"/>
              <a:gd name="connsiteX3" fmla="*/ 0 w 16864"/>
              <a:gd name="connsiteY3" fmla="*/ 10026 h 10026"/>
              <a:gd name="connsiteX4" fmla="*/ 52 w 16864"/>
              <a:gd name="connsiteY4" fmla="*/ 3 h 10026"/>
              <a:gd name="connsiteX0" fmla="*/ 52 w 16864"/>
              <a:gd name="connsiteY0" fmla="*/ 3 h 10036"/>
              <a:gd name="connsiteX1" fmla="*/ 16864 w 16864"/>
              <a:gd name="connsiteY1" fmla="*/ 0 h 10036"/>
              <a:gd name="connsiteX2" fmla="*/ 10479 w 16864"/>
              <a:gd name="connsiteY2" fmla="*/ 10036 h 10036"/>
              <a:gd name="connsiteX3" fmla="*/ 0 w 16864"/>
              <a:gd name="connsiteY3" fmla="*/ 10026 h 10036"/>
              <a:gd name="connsiteX4" fmla="*/ 52 w 16864"/>
              <a:gd name="connsiteY4" fmla="*/ 3 h 10036"/>
              <a:gd name="connsiteX0" fmla="*/ 52 w 17532"/>
              <a:gd name="connsiteY0" fmla="*/ 3 h 10036"/>
              <a:gd name="connsiteX1" fmla="*/ 17532 w 17532"/>
              <a:gd name="connsiteY1" fmla="*/ 0 h 10036"/>
              <a:gd name="connsiteX2" fmla="*/ 10479 w 17532"/>
              <a:gd name="connsiteY2" fmla="*/ 10036 h 10036"/>
              <a:gd name="connsiteX3" fmla="*/ 0 w 17532"/>
              <a:gd name="connsiteY3" fmla="*/ 10026 h 10036"/>
              <a:gd name="connsiteX4" fmla="*/ 52 w 17532"/>
              <a:gd name="connsiteY4" fmla="*/ 3 h 10036"/>
              <a:gd name="connsiteX0" fmla="*/ 52 w 17532"/>
              <a:gd name="connsiteY0" fmla="*/ 3 h 10026"/>
              <a:gd name="connsiteX1" fmla="*/ 17532 w 17532"/>
              <a:gd name="connsiteY1" fmla="*/ 0 h 10026"/>
              <a:gd name="connsiteX2" fmla="*/ 11014 w 17532"/>
              <a:gd name="connsiteY2" fmla="*/ 9975 h 10026"/>
              <a:gd name="connsiteX3" fmla="*/ 0 w 17532"/>
              <a:gd name="connsiteY3" fmla="*/ 10026 h 10026"/>
              <a:gd name="connsiteX4" fmla="*/ 52 w 17532"/>
              <a:gd name="connsiteY4" fmla="*/ 3 h 10026"/>
              <a:gd name="connsiteX0" fmla="*/ 52 w 17532"/>
              <a:gd name="connsiteY0" fmla="*/ 3 h 10026"/>
              <a:gd name="connsiteX1" fmla="*/ 17532 w 17532"/>
              <a:gd name="connsiteY1" fmla="*/ 0 h 10026"/>
              <a:gd name="connsiteX2" fmla="*/ 11081 w 17532"/>
              <a:gd name="connsiteY2" fmla="*/ 9975 h 10026"/>
              <a:gd name="connsiteX3" fmla="*/ 0 w 17532"/>
              <a:gd name="connsiteY3" fmla="*/ 10026 h 10026"/>
              <a:gd name="connsiteX4" fmla="*/ 52 w 17532"/>
              <a:gd name="connsiteY4" fmla="*/ 3 h 10026"/>
              <a:gd name="connsiteX0" fmla="*/ 52 w 17532"/>
              <a:gd name="connsiteY0" fmla="*/ 3 h 10026"/>
              <a:gd name="connsiteX1" fmla="*/ 17532 w 17532"/>
              <a:gd name="connsiteY1" fmla="*/ 0 h 10026"/>
              <a:gd name="connsiteX2" fmla="*/ 11215 w 17532"/>
              <a:gd name="connsiteY2" fmla="*/ 9995 h 10026"/>
              <a:gd name="connsiteX3" fmla="*/ 0 w 17532"/>
              <a:gd name="connsiteY3" fmla="*/ 10026 h 10026"/>
              <a:gd name="connsiteX4" fmla="*/ 52 w 17532"/>
              <a:gd name="connsiteY4" fmla="*/ 3 h 10026"/>
              <a:gd name="connsiteX0" fmla="*/ 19 w 17532"/>
              <a:gd name="connsiteY0" fmla="*/ 3 h 10026"/>
              <a:gd name="connsiteX1" fmla="*/ 17532 w 17532"/>
              <a:gd name="connsiteY1" fmla="*/ 0 h 10026"/>
              <a:gd name="connsiteX2" fmla="*/ 11215 w 17532"/>
              <a:gd name="connsiteY2" fmla="*/ 9995 h 10026"/>
              <a:gd name="connsiteX3" fmla="*/ 0 w 17532"/>
              <a:gd name="connsiteY3" fmla="*/ 10026 h 10026"/>
              <a:gd name="connsiteX4" fmla="*/ 19 w 17532"/>
              <a:gd name="connsiteY4" fmla="*/ 3 h 10026"/>
              <a:gd name="connsiteX0" fmla="*/ 19 w 17543"/>
              <a:gd name="connsiteY0" fmla="*/ 13 h 10036"/>
              <a:gd name="connsiteX1" fmla="*/ 17543 w 17543"/>
              <a:gd name="connsiteY1" fmla="*/ 0 h 10036"/>
              <a:gd name="connsiteX2" fmla="*/ 11215 w 17543"/>
              <a:gd name="connsiteY2" fmla="*/ 10005 h 10036"/>
              <a:gd name="connsiteX3" fmla="*/ 0 w 17543"/>
              <a:gd name="connsiteY3" fmla="*/ 10036 h 10036"/>
              <a:gd name="connsiteX4" fmla="*/ 19 w 17543"/>
              <a:gd name="connsiteY4" fmla="*/ 13 h 10036"/>
              <a:gd name="connsiteX0" fmla="*/ 8 w 17543"/>
              <a:gd name="connsiteY0" fmla="*/ 0 h 10044"/>
              <a:gd name="connsiteX1" fmla="*/ 17543 w 17543"/>
              <a:gd name="connsiteY1" fmla="*/ 8 h 10044"/>
              <a:gd name="connsiteX2" fmla="*/ 11215 w 17543"/>
              <a:gd name="connsiteY2" fmla="*/ 10013 h 10044"/>
              <a:gd name="connsiteX3" fmla="*/ 0 w 17543"/>
              <a:gd name="connsiteY3" fmla="*/ 10044 h 10044"/>
              <a:gd name="connsiteX4" fmla="*/ 8 w 17543"/>
              <a:gd name="connsiteY4" fmla="*/ 0 h 10044"/>
              <a:gd name="connsiteX0" fmla="*/ 8 w 11215"/>
              <a:gd name="connsiteY0" fmla="*/ 27 h 10071"/>
              <a:gd name="connsiteX1" fmla="*/ 10522 w 11215"/>
              <a:gd name="connsiteY1" fmla="*/ 0 h 10071"/>
              <a:gd name="connsiteX2" fmla="*/ 11215 w 11215"/>
              <a:gd name="connsiteY2" fmla="*/ 10040 h 10071"/>
              <a:gd name="connsiteX3" fmla="*/ 0 w 11215"/>
              <a:gd name="connsiteY3" fmla="*/ 10071 h 10071"/>
              <a:gd name="connsiteX4" fmla="*/ 8 w 11215"/>
              <a:gd name="connsiteY4" fmla="*/ 27 h 10071"/>
              <a:gd name="connsiteX0" fmla="*/ 8 w 10522"/>
              <a:gd name="connsiteY0" fmla="*/ 27 h 10075"/>
              <a:gd name="connsiteX1" fmla="*/ 10522 w 10522"/>
              <a:gd name="connsiteY1" fmla="*/ 0 h 10075"/>
              <a:gd name="connsiteX2" fmla="*/ 6940 w 10522"/>
              <a:gd name="connsiteY2" fmla="*/ 10075 h 10075"/>
              <a:gd name="connsiteX3" fmla="*/ 0 w 10522"/>
              <a:gd name="connsiteY3" fmla="*/ 10071 h 10075"/>
              <a:gd name="connsiteX4" fmla="*/ 8 w 10522"/>
              <a:gd name="connsiteY4" fmla="*/ 27 h 10075"/>
              <a:gd name="connsiteX0" fmla="*/ 8 w 13036"/>
              <a:gd name="connsiteY0" fmla="*/ 0 h 10048"/>
              <a:gd name="connsiteX1" fmla="*/ 13036 w 13036"/>
              <a:gd name="connsiteY1" fmla="*/ 26 h 10048"/>
              <a:gd name="connsiteX2" fmla="*/ 6940 w 13036"/>
              <a:gd name="connsiteY2" fmla="*/ 10048 h 10048"/>
              <a:gd name="connsiteX3" fmla="*/ 0 w 13036"/>
              <a:gd name="connsiteY3" fmla="*/ 10044 h 10048"/>
              <a:gd name="connsiteX4" fmla="*/ 8 w 13036"/>
              <a:gd name="connsiteY4" fmla="*/ 0 h 10048"/>
              <a:gd name="connsiteX0" fmla="*/ 8 w 13036"/>
              <a:gd name="connsiteY0" fmla="*/ 0 h 10044"/>
              <a:gd name="connsiteX1" fmla="*/ 13036 w 13036"/>
              <a:gd name="connsiteY1" fmla="*/ 26 h 10044"/>
              <a:gd name="connsiteX2" fmla="*/ 6882 w 13036"/>
              <a:gd name="connsiteY2" fmla="*/ 10030 h 10044"/>
              <a:gd name="connsiteX3" fmla="*/ 0 w 13036"/>
              <a:gd name="connsiteY3" fmla="*/ 10044 h 10044"/>
              <a:gd name="connsiteX4" fmla="*/ 8 w 13036"/>
              <a:gd name="connsiteY4" fmla="*/ 0 h 10044"/>
              <a:gd name="connsiteX0" fmla="*/ 8 w 13036"/>
              <a:gd name="connsiteY0" fmla="*/ 0 h 10065"/>
              <a:gd name="connsiteX1" fmla="*/ 13036 w 13036"/>
              <a:gd name="connsiteY1" fmla="*/ 26 h 10065"/>
              <a:gd name="connsiteX2" fmla="*/ 6689 w 13036"/>
              <a:gd name="connsiteY2" fmla="*/ 10065 h 10065"/>
              <a:gd name="connsiteX3" fmla="*/ 0 w 13036"/>
              <a:gd name="connsiteY3" fmla="*/ 10044 h 10065"/>
              <a:gd name="connsiteX4" fmla="*/ 8 w 13036"/>
              <a:gd name="connsiteY4" fmla="*/ 0 h 1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6" h="10065">
                <a:moveTo>
                  <a:pt x="8" y="0"/>
                </a:moveTo>
                <a:lnTo>
                  <a:pt x="13036" y="26"/>
                </a:lnTo>
                <a:lnTo>
                  <a:pt x="6689" y="10065"/>
                </a:lnTo>
                <a:lnTo>
                  <a:pt x="0" y="10044"/>
                </a:lnTo>
                <a:cubicBezTo>
                  <a:pt x="17" y="6703"/>
                  <a:pt x="-9" y="3341"/>
                  <a:pt x="8" y="0"/>
                </a:cubicBezTo>
                <a:close/>
              </a:path>
            </a:pathLst>
          </a:custGeom>
          <a:gradFill>
            <a:gsLst>
              <a:gs pos="52000">
                <a:schemeClr val="tx1">
                  <a:lumMod val="75000"/>
                  <a:lumOff val="25000"/>
                </a:schemeClr>
              </a:gs>
              <a:gs pos="82000">
                <a:srgbClr val="5A5A5A"/>
              </a:gs>
              <a:gs pos="100000">
                <a:srgbClr val="5F5F5F"/>
              </a:gs>
            </a:gsLst>
            <a:lin ang="3000000" scaled="0"/>
          </a:gra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sp>
        <p:nvSpPr>
          <p:cNvPr id="33" name="Freeform 6">
            <a:extLst>
              <a:ext uri="{FF2B5EF4-FFF2-40B4-BE49-F238E27FC236}">
                <a16:creationId xmlns:a16="http://schemas.microsoft.com/office/drawing/2014/main" id="{5D4E811A-68E1-6A97-C96E-3F27C8F76BE0}"/>
              </a:ext>
            </a:extLst>
          </p:cNvPr>
          <p:cNvSpPr>
            <a:spLocks/>
          </p:cNvSpPr>
          <p:nvPr userDrawn="1"/>
        </p:nvSpPr>
        <p:spPr bwMode="auto">
          <a:xfrm>
            <a:off x="2209176" y="3456710"/>
            <a:ext cx="4299176" cy="3429000"/>
          </a:xfrm>
          <a:custGeom>
            <a:avLst/>
            <a:gdLst>
              <a:gd name="T0" fmla="*/ 499 w 499"/>
              <a:gd name="T1" fmla="*/ 0 h 398"/>
              <a:gd name="T2" fmla="*/ 226 w 499"/>
              <a:gd name="T3" fmla="*/ 0 h 398"/>
              <a:gd name="T4" fmla="*/ 0 w 499"/>
              <a:gd name="T5" fmla="*/ 398 h 398"/>
              <a:gd name="T6" fmla="*/ 273 w 499"/>
              <a:gd name="T7" fmla="*/ 398 h 398"/>
              <a:gd name="T8" fmla="*/ 499 w 499"/>
              <a:gd name="T9" fmla="*/ 0 h 398"/>
            </a:gdLst>
            <a:ahLst/>
            <a:cxnLst>
              <a:cxn ang="0">
                <a:pos x="T0" y="T1"/>
              </a:cxn>
              <a:cxn ang="0">
                <a:pos x="T2" y="T3"/>
              </a:cxn>
              <a:cxn ang="0">
                <a:pos x="T4" y="T5"/>
              </a:cxn>
              <a:cxn ang="0">
                <a:pos x="T6" y="T7"/>
              </a:cxn>
              <a:cxn ang="0">
                <a:pos x="T8" y="T9"/>
              </a:cxn>
            </a:cxnLst>
            <a:rect l="0" t="0" r="r" b="b"/>
            <a:pathLst>
              <a:path w="499" h="398">
                <a:moveTo>
                  <a:pt x="499" y="0"/>
                </a:moveTo>
                <a:lnTo>
                  <a:pt x="226" y="0"/>
                </a:lnTo>
                <a:lnTo>
                  <a:pt x="0" y="398"/>
                </a:lnTo>
                <a:lnTo>
                  <a:pt x="273" y="398"/>
                </a:lnTo>
                <a:lnTo>
                  <a:pt x="499" y="0"/>
                </a:lnTo>
                <a:close/>
              </a:path>
            </a:pathLst>
          </a:custGeom>
          <a:gradFill>
            <a:gsLst>
              <a:gs pos="100000">
                <a:schemeClr val="bg1">
                  <a:lumMod val="75000"/>
                </a:schemeClr>
              </a:gs>
              <a:gs pos="68000">
                <a:schemeClr val="tx2">
                  <a:lumMod val="50000"/>
                  <a:lumOff val="50000"/>
                </a:schemeClr>
              </a:gs>
              <a:gs pos="0">
                <a:schemeClr val="tx1">
                  <a:lumMod val="65000"/>
                  <a:lumOff val="35000"/>
                </a:schemeClr>
              </a:gs>
            </a:gsLst>
            <a:lin ang="5400000" scaled="0"/>
          </a:gra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sp>
        <p:nvSpPr>
          <p:cNvPr id="34" name="Freeform 7">
            <a:extLst>
              <a:ext uri="{FF2B5EF4-FFF2-40B4-BE49-F238E27FC236}">
                <a16:creationId xmlns:a16="http://schemas.microsoft.com/office/drawing/2014/main" id="{CF0C25A0-646B-916D-80E6-B03039928697}"/>
              </a:ext>
            </a:extLst>
          </p:cNvPr>
          <p:cNvSpPr>
            <a:spLocks/>
          </p:cNvSpPr>
          <p:nvPr userDrawn="1"/>
        </p:nvSpPr>
        <p:spPr bwMode="auto">
          <a:xfrm>
            <a:off x="3960220" y="3450562"/>
            <a:ext cx="2619136" cy="3429000"/>
          </a:xfrm>
          <a:custGeom>
            <a:avLst/>
            <a:gdLst>
              <a:gd name="T0" fmla="*/ 0 w 304"/>
              <a:gd name="T1" fmla="*/ 398 h 398"/>
              <a:gd name="T2" fmla="*/ 74 w 304"/>
              <a:gd name="T3" fmla="*/ 398 h 398"/>
              <a:gd name="T4" fmla="*/ 304 w 304"/>
              <a:gd name="T5" fmla="*/ 0 h 398"/>
              <a:gd name="T6" fmla="*/ 223 w 304"/>
              <a:gd name="T7" fmla="*/ 0 h 398"/>
              <a:gd name="T8" fmla="*/ 0 w 304"/>
              <a:gd name="T9" fmla="*/ 398 h 398"/>
            </a:gdLst>
            <a:ahLst/>
            <a:cxnLst>
              <a:cxn ang="0">
                <a:pos x="T0" y="T1"/>
              </a:cxn>
              <a:cxn ang="0">
                <a:pos x="T2" y="T3"/>
              </a:cxn>
              <a:cxn ang="0">
                <a:pos x="T4" y="T5"/>
              </a:cxn>
              <a:cxn ang="0">
                <a:pos x="T6" y="T7"/>
              </a:cxn>
              <a:cxn ang="0">
                <a:pos x="T8" y="T9"/>
              </a:cxn>
            </a:cxnLst>
            <a:rect l="0" t="0" r="r" b="b"/>
            <a:pathLst>
              <a:path w="304" h="398">
                <a:moveTo>
                  <a:pt x="0" y="398"/>
                </a:moveTo>
                <a:lnTo>
                  <a:pt x="74" y="398"/>
                </a:lnTo>
                <a:lnTo>
                  <a:pt x="304" y="0"/>
                </a:lnTo>
                <a:lnTo>
                  <a:pt x="223" y="0"/>
                </a:lnTo>
                <a:lnTo>
                  <a:pt x="0" y="398"/>
                </a:lnTo>
                <a:close/>
              </a:path>
            </a:pathLst>
          </a:custGeom>
          <a:solidFill>
            <a:schemeClr val="bg1">
              <a:lumMod val="65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dirty="0"/>
          </a:p>
        </p:txBody>
      </p:sp>
      <p:sp>
        <p:nvSpPr>
          <p:cNvPr id="35" name="Freeform 8">
            <a:extLst>
              <a:ext uri="{FF2B5EF4-FFF2-40B4-BE49-F238E27FC236}">
                <a16:creationId xmlns:a16="http://schemas.microsoft.com/office/drawing/2014/main" id="{C4A6C08A-1102-22D6-CDC7-F94643959DC1}"/>
              </a:ext>
            </a:extLst>
          </p:cNvPr>
          <p:cNvSpPr>
            <a:spLocks/>
          </p:cNvSpPr>
          <p:nvPr userDrawn="1"/>
        </p:nvSpPr>
        <p:spPr bwMode="auto">
          <a:xfrm>
            <a:off x="10367888" y="3713311"/>
            <a:ext cx="1835121" cy="3144689"/>
          </a:xfrm>
          <a:custGeom>
            <a:avLst/>
            <a:gdLst>
              <a:gd name="T0" fmla="*/ 213 w 213"/>
              <a:gd name="T1" fmla="*/ 0 h 365"/>
              <a:gd name="T2" fmla="*/ 0 w 213"/>
              <a:gd name="T3" fmla="*/ 365 h 365"/>
              <a:gd name="T4" fmla="*/ 213 w 213"/>
              <a:gd name="T5" fmla="*/ 365 h 365"/>
              <a:gd name="T6" fmla="*/ 213 w 213"/>
              <a:gd name="T7" fmla="*/ 0 h 365"/>
            </a:gdLst>
            <a:ahLst/>
            <a:cxnLst>
              <a:cxn ang="0">
                <a:pos x="T0" y="T1"/>
              </a:cxn>
              <a:cxn ang="0">
                <a:pos x="T2" y="T3"/>
              </a:cxn>
              <a:cxn ang="0">
                <a:pos x="T4" y="T5"/>
              </a:cxn>
              <a:cxn ang="0">
                <a:pos x="T6" y="T7"/>
              </a:cxn>
            </a:cxnLst>
            <a:rect l="0" t="0" r="r" b="b"/>
            <a:pathLst>
              <a:path w="213" h="365">
                <a:moveTo>
                  <a:pt x="213" y="0"/>
                </a:moveTo>
                <a:lnTo>
                  <a:pt x="0" y="365"/>
                </a:lnTo>
                <a:lnTo>
                  <a:pt x="213" y="365"/>
                </a:lnTo>
                <a:lnTo>
                  <a:pt x="213" y="0"/>
                </a:lnTo>
                <a:close/>
              </a:path>
            </a:pathLst>
          </a:custGeom>
          <a:solidFill>
            <a:srgbClr val="74121D"/>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pic>
        <p:nvPicPr>
          <p:cNvPr id="27" name="Picture 26" descr="Logo&#10;&#10;Description automatically generated">
            <a:extLst>
              <a:ext uri="{FF2B5EF4-FFF2-40B4-BE49-F238E27FC236}">
                <a16:creationId xmlns:a16="http://schemas.microsoft.com/office/drawing/2014/main" id="{AFD0B610-2095-390B-36E3-2861E97A124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6097" y="970721"/>
            <a:ext cx="1963312" cy="664029"/>
          </a:xfrm>
          <a:prstGeom prst="rect">
            <a:avLst/>
          </a:prstGeom>
        </p:spPr>
      </p:pic>
      <p:sp>
        <p:nvSpPr>
          <p:cNvPr id="40" name="Diagonal Stripe 39">
            <a:extLst>
              <a:ext uri="{FF2B5EF4-FFF2-40B4-BE49-F238E27FC236}">
                <a16:creationId xmlns:a16="http://schemas.microsoft.com/office/drawing/2014/main" id="{ABD29FDD-D53B-A316-CE9E-C0BB1690ADF0}"/>
              </a:ext>
            </a:extLst>
          </p:cNvPr>
          <p:cNvSpPr/>
          <p:nvPr userDrawn="1"/>
        </p:nvSpPr>
        <p:spPr>
          <a:xfrm rot="175485">
            <a:off x="1821520" y="4675411"/>
            <a:ext cx="2314796" cy="2272379"/>
          </a:xfrm>
          <a:custGeom>
            <a:avLst/>
            <a:gdLst>
              <a:gd name="connsiteX0" fmla="*/ 0 w 2262277"/>
              <a:gd name="connsiteY0" fmla="*/ 2214205 h 4428410"/>
              <a:gd name="connsiteX1" fmla="*/ 1131139 w 2262277"/>
              <a:gd name="connsiteY1" fmla="*/ 0 h 4428410"/>
              <a:gd name="connsiteX2" fmla="*/ 2262277 w 2262277"/>
              <a:gd name="connsiteY2" fmla="*/ 0 h 4428410"/>
              <a:gd name="connsiteX3" fmla="*/ 0 w 2262277"/>
              <a:gd name="connsiteY3" fmla="*/ 4428410 h 4428410"/>
              <a:gd name="connsiteX4" fmla="*/ 0 w 2262277"/>
              <a:gd name="connsiteY4" fmla="*/ 2214205 h 4428410"/>
              <a:gd name="connsiteX0" fmla="*/ 0 w 2262277"/>
              <a:gd name="connsiteY0" fmla="*/ 2214205 h 2708951"/>
              <a:gd name="connsiteX1" fmla="*/ 1131139 w 2262277"/>
              <a:gd name="connsiteY1" fmla="*/ 0 h 2708951"/>
              <a:gd name="connsiteX2" fmla="*/ 2262277 w 2262277"/>
              <a:gd name="connsiteY2" fmla="*/ 0 h 2708951"/>
              <a:gd name="connsiteX3" fmla="*/ 799998 w 2262277"/>
              <a:gd name="connsiteY3" fmla="*/ 2708951 h 2708951"/>
              <a:gd name="connsiteX4" fmla="*/ 0 w 2262277"/>
              <a:gd name="connsiteY4" fmla="*/ 2214205 h 2708951"/>
              <a:gd name="connsiteX0" fmla="*/ 0 w 2262277"/>
              <a:gd name="connsiteY0" fmla="*/ 2214205 h 2214205"/>
              <a:gd name="connsiteX1" fmla="*/ 1131139 w 2262277"/>
              <a:gd name="connsiteY1" fmla="*/ 0 h 2214205"/>
              <a:gd name="connsiteX2" fmla="*/ 2262277 w 2262277"/>
              <a:gd name="connsiteY2" fmla="*/ 0 h 2214205"/>
              <a:gd name="connsiteX3" fmla="*/ 1174394 w 2262277"/>
              <a:gd name="connsiteY3" fmla="*/ 2162664 h 2214205"/>
              <a:gd name="connsiteX4" fmla="*/ 0 w 2262277"/>
              <a:gd name="connsiteY4" fmla="*/ 2214205 h 2214205"/>
              <a:gd name="connsiteX0" fmla="*/ 0 w 2314796"/>
              <a:gd name="connsiteY0" fmla="*/ 2272379 h 2272379"/>
              <a:gd name="connsiteX1" fmla="*/ 1183658 w 2314796"/>
              <a:gd name="connsiteY1" fmla="*/ 0 h 2272379"/>
              <a:gd name="connsiteX2" fmla="*/ 2314796 w 2314796"/>
              <a:gd name="connsiteY2" fmla="*/ 0 h 2272379"/>
              <a:gd name="connsiteX3" fmla="*/ 1226913 w 2314796"/>
              <a:gd name="connsiteY3" fmla="*/ 2162664 h 2272379"/>
              <a:gd name="connsiteX4" fmla="*/ 0 w 2314796"/>
              <a:gd name="connsiteY4" fmla="*/ 2272379 h 2272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796" h="2272379">
                <a:moveTo>
                  <a:pt x="0" y="2272379"/>
                </a:moveTo>
                <a:lnTo>
                  <a:pt x="1183658" y="0"/>
                </a:lnTo>
                <a:lnTo>
                  <a:pt x="2314796" y="0"/>
                </a:lnTo>
                <a:lnTo>
                  <a:pt x="1226913" y="2162664"/>
                </a:lnTo>
                <a:lnTo>
                  <a:pt x="0" y="2272379"/>
                </a:lnTo>
                <a:close/>
              </a:path>
            </a:pathLst>
          </a:custGeom>
          <a:solidFill>
            <a:schemeClr val="bg1">
              <a:lumMod val="75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tx1"/>
              </a:solidFill>
            </a:endParaRPr>
          </a:p>
        </p:txBody>
      </p:sp>
      <p:sp>
        <p:nvSpPr>
          <p:cNvPr id="46" name="Freeform 8">
            <a:extLst>
              <a:ext uri="{FF2B5EF4-FFF2-40B4-BE49-F238E27FC236}">
                <a16:creationId xmlns:a16="http://schemas.microsoft.com/office/drawing/2014/main" id="{324D19CD-B969-9A41-96FD-3C48671D55E3}"/>
              </a:ext>
            </a:extLst>
          </p:cNvPr>
          <p:cNvSpPr>
            <a:spLocks/>
          </p:cNvSpPr>
          <p:nvPr userDrawn="1"/>
        </p:nvSpPr>
        <p:spPr bwMode="auto">
          <a:xfrm rot="10800000">
            <a:off x="0" y="5616"/>
            <a:ext cx="1317018" cy="2121303"/>
          </a:xfrm>
          <a:custGeom>
            <a:avLst/>
            <a:gdLst>
              <a:gd name="T0" fmla="*/ 213 w 213"/>
              <a:gd name="T1" fmla="*/ 0 h 365"/>
              <a:gd name="T2" fmla="*/ 0 w 213"/>
              <a:gd name="T3" fmla="*/ 365 h 365"/>
              <a:gd name="T4" fmla="*/ 213 w 213"/>
              <a:gd name="T5" fmla="*/ 365 h 365"/>
              <a:gd name="T6" fmla="*/ 213 w 213"/>
              <a:gd name="T7" fmla="*/ 0 h 365"/>
            </a:gdLst>
            <a:ahLst/>
            <a:cxnLst>
              <a:cxn ang="0">
                <a:pos x="T0" y="T1"/>
              </a:cxn>
              <a:cxn ang="0">
                <a:pos x="T2" y="T3"/>
              </a:cxn>
              <a:cxn ang="0">
                <a:pos x="T4" y="T5"/>
              </a:cxn>
              <a:cxn ang="0">
                <a:pos x="T6" y="T7"/>
              </a:cxn>
            </a:cxnLst>
            <a:rect l="0" t="0" r="r" b="b"/>
            <a:pathLst>
              <a:path w="213" h="365">
                <a:moveTo>
                  <a:pt x="213" y="0"/>
                </a:moveTo>
                <a:lnTo>
                  <a:pt x="0" y="365"/>
                </a:lnTo>
                <a:lnTo>
                  <a:pt x="213" y="365"/>
                </a:lnTo>
                <a:lnTo>
                  <a:pt x="213" y="0"/>
                </a:lnTo>
                <a:close/>
              </a:path>
            </a:pathLst>
          </a:custGeom>
          <a:solidFill>
            <a:srgbClr val="74121D"/>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sp>
        <p:nvSpPr>
          <p:cNvPr id="50" name="Freeform 7">
            <a:extLst>
              <a:ext uri="{FF2B5EF4-FFF2-40B4-BE49-F238E27FC236}">
                <a16:creationId xmlns:a16="http://schemas.microsoft.com/office/drawing/2014/main" id="{0A2D9FB8-C727-0DEB-593D-6A0268E96FC9}"/>
              </a:ext>
            </a:extLst>
          </p:cNvPr>
          <p:cNvSpPr>
            <a:spLocks/>
          </p:cNvSpPr>
          <p:nvPr userDrawn="1"/>
        </p:nvSpPr>
        <p:spPr bwMode="auto">
          <a:xfrm>
            <a:off x="10469449" y="3095152"/>
            <a:ext cx="1758053" cy="3140035"/>
          </a:xfrm>
          <a:custGeom>
            <a:avLst/>
            <a:gdLst>
              <a:gd name="T0" fmla="*/ 0 w 304"/>
              <a:gd name="T1" fmla="*/ 398 h 398"/>
              <a:gd name="T2" fmla="*/ 74 w 304"/>
              <a:gd name="T3" fmla="*/ 398 h 398"/>
              <a:gd name="T4" fmla="*/ 304 w 304"/>
              <a:gd name="T5" fmla="*/ 0 h 398"/>
              <a:gd name="T6" fmla="*/ 223 w 304"/>
              <a:gd name="T7" fmla="*/ 0 h 398"/>
              <a:gd name="T8" fmla="*/ 0 w 304"/>
              <a:gd name="T9" fmla="*/ 398 h 398"/>
              <a:gd name="connsiteX0" fmla="*/ 0 w 10000"/>
              <a:gd name="connsiteY0" fmla="*/ 10000 h 10000"/>
              <a:gd name="connsiteX1" fmla="*/ 2434 w 10000"/>
              <a:gd name="connsiteY1" fmla="*/ 10000 h 10000"/>
              <a:gd name="connsiteX2" fmla="*/ 10000 w 10000"/>
              <a:gd name="connsiteY2" fmla="*/ 0 h 10000"/>
              <a:gd name="connsiteX3" fmla="*/ 6202 w 10000"/>
              <a:gd name="connsiteY3" fmla="*/ 1468 h 10000"/>
              <a:gd name="connsiteX4" fmla="*/ 0 w 10000"/>
              <a:gd name="connsiteY4" fmla="*/ 10000 h 10000"/>
              <a:gd name="connsiteX0" fmla="*/ 0 w 6254"/>
              <a:gd name="connsiteY0" fmla="*/ 8532 h 8532"/>
              <a:gd name="connsiteX1" fmla="*/ 2434 w 6254"/>
              <a:gd name="connsiteY1" fmla="*/ 8532 h 8532"/>
              <a:gd name="connsiteX2" fmla="*/ 6254 w 6254"/>
              <a:gd name="connsiteY2" fmla="*/ 3388 h 8532"/>
              <a:gd name="connsiteX3" fmla="*/ 6202 w 6254"/>
              <a:gd name="connsiteY3" fmla="*/ 0 h 8532"/>
              <a:gd name="connsiteX4" fmla="*/ 0 w 6254"/>
              <a:gd name="connsiteY4" fmla="*/ 8532 h 8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 h="8532">
                <a:moveTo>
                  <a:pt x="0" y="8532"/>
                </a:moveTo>
                <a:lnTo>
                  <a:pt x="2434" y="8532"/>
                </a:lnTo>
                <a:lnTo>
                  <a:pt x="6254" y="3388"/>
                </a:lnTo>
                <a:cubicBezTo>
                  <a:pt x="6237" y="2259"/>
                  <a:pt x="6219" y="1129"/>
                  <a:pt x="6202" y="0"/>
                </a:cubicBezTo>
                <a:lnTo>
                  <a:pt x="0" y="8532"/>
                </a:lnTo>
                <a:close/>
              </a:path>
            </a:pathLst>
          </a:custGeom>
          <a:solidFill>
            <a:srgbClr val="A6A6A6"/>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dirty="0"/>
          </a:p>
        </p:txBody>
      </p:sp>
    </p:spTree>
    <p:extLst>
      <p:ext uri="{BB962C8B-B14F-4D97-AF65-F5344CB8AC3E}">
        <p14:creationId xmlns:p14="http://schemas.microsoft.com/office/powerpoint/2010/main" val="1812239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yout_0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F209197-5B03-3CAB-F2C4-DC93EB13BA43}"/>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7" name="Footer Placeholder 6">
            <a:extLst>
              <a:ext uri="{FF2B5EF4-FFF2-40B4-BE49-F238E27FC236}">
                <a16:creationId xmlns:a16="http://schemas.microsoft.com/office/drawing/2014/main" id="{9CBA1C1F-29AE-DA6E-A103-FEB58C507FE6}"/>
              </a:ext>
            </a:extLst>
          </p:cNvPr>
          <p:cNvSpPr>
            <a:spLocks noGrp="1"/>
          </p:cNvSpPr>
          <p:nvPr>
            <p:ph type="ftr" sz="quarter" idx="10"/>
          </p:nvPr>
        </p:nvSpPr>
        <p:spPr/>
        <p:txBody>
          <a:bodyPr/>
          <a:lstStyle/>
          <a:p>
            <a:endParaRPr lang="en-MY"/>
          </a:p>
        </p:txBody>
      </p:sp>
      <p:sp>
        <p:nvSpPr>
          <p:cNvPr id="8" name="Slide Number Placeholder 7">
            <a:extLst>
              <a:ext uri="{FF2B5EF4-FFF2-40B4-BE49-F238E27FC236}">
                <a16:creationId xmlns:a16="http://schemas.microsoft.com/office/drawing/2014/main" id="{903A43F0-FAB0-EB23-6D56-32DE43812492}"/>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9" name="Title 8">
            <a:extLst>
              <a:ext uri="{FF2B5EF4-FFF2-40B4-BE49-F238E27FC236}">
                <a16:creationId xmlns:a16="http://schemas.microsoft.com/office/drawing/2014/main" id="{C7E2F138-F467-9B3A-16DD-3501AE105817}"/>
              </a:ext>
            </a:extLst>
          </p:cNvPr>
          <p:cNvSpPr>
            <a:spLocks noGrp="1"/>
          </p:cNvSpPr>
          <p:nvPr>
            <p:ph type="title"/>
          </p:nvPr>
        </p:nvSpPr>
        <p:spPr>
          <a:xfrm>
            <a:off x="4612640" y="921703"/>
            <a:ext cx="7081520" cy="1325563"/>
          </a:xfrm>
        </p:spPr>
        <p:txBody>
          <a:bodyPr/>
          <a:lstStyle/>
          <a:p>
            <a:r>
              <a:rPr lang="en-US"/>
              <a:t>Click to edit Master title style</a:t>
            </a:r>
            <a:endParaRPr lang="en-MY"/>
          </a:p>
        </p:txBody>
      </p:sp>
      <p:sp>
        <p:nvSpPr>
          <p:cNvPr id="10" name="Rectangle 9">
            <a:extLst>
              <a:ext uri="{FF2B5EF4-FFF2-40B4-BE49-F238E27FC236}">
                <a16:creationId xmlns:a16="http://schemas.microsoft.com/office/drawing/2014/main" id="{C004EF5E-20B7-12DB-D863-48833C32BD39}"/>
              </a:ext>
            </a:extLst>
          </p:cNvPr>
          <p:cNvSpPr/>
          <p:nvPr userDrawn="1"/>
        </p:nvSpPr>
        <p:spPr>
          <a:xfrm rot="10800000">
            <a:off x="-1" y="1719943"/>
            <a:ext cx="622301" cy="309558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2" name="Text Placeholder 11">
            <a:extLst>
              <a:ext uri="{FF2B5EF4-FFF2-40B4-BE49-F238E27FC236}">
                <a16:creationId xmlns:a16="http://schemas.microsoft.com/office/drawing/2014/main" id="{16DC78ED-462E-4ABB-181F-9D1A16009AE2}"/>
              </a:ext>
            </a:extLst>
          </p:cNvPr>
          <p:cNvSpPr>
            <a:spLocks noGrp="1"/>
          </p:cNvSpPr>
          <p:nvPr>
            <p:ph type="body" sz="quarter" idx="12"/>
          </p:nvPr>
        </p:nvSpPr>
        <p:spPr>
          <a:xfrm>
            <a:off x="4612641" y="2573973"/>
            <a:ext cx="7081520" cy="2626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MY" dirty="0"/>
          </a:p>
        </p:txBody>
      </p:sp>
      <p:sp>
        <p:nvSpPr>
          <p:cNvPr id="3" name="Picture Placeholder 2">
            <a:extLst>
              <a:ext uri="{FF2B5EF4-FFF2-40B4-BE49-F238E27FC236}">
                <a16:creationId xmlns:a16="http://schemas.microsoft.com/office/drawing/2014/main" id="{4CDDBD3A-27D0-26DD-0032-C1DE757FF013}"/>
              </a:ext>
            </a:extLst>
          </p:cNvPr>
          <p:cNvSpPr>
            <a:spLocks noGrp="1"/>
          </p:cNvSpPr>
          <p:nvPr>
            <p:ph type="pic" sz="quarter" idx="13"/>
          </p:nvPr>
        </p:nvSpPr>
        <p:spPr>
          <a:xfrm>
            <a:off x="1228724" y="921703"/>
            <a:ext cx="2905785" cy="4278630"/>
          </a:xfrm>
          <a:custGeom>
            <a:avLst/>
            <a:gdLst>
              <a:gd name="connsiteX0" fmla="*/ 0 w 2905125"/>
              <a:gd name="connsiteY0" fmla="*/ 0 h 4278630"/>
              <a:gd name="connsiteX1" fmla="*/ 2049449 w 2905125"/>
              <a:gd name="connsiteY1" fmla="*/ 0 h 4278630"/>
              <a:gd name="connsiteX2" fmla="*/ 2905125 w 2905125"/>
              <a:gd name="connsiteY2" fmla="*/ 855676 h 4278630"/>
              <a:gd name="connsiteX3" fmla="*/ 2905125 w 2905125"/>
              <a:gd name="connsiteY3" fmla="*/ 4278630 h 4278630"/>
              <a:gd name="connsiteX4" fmla="*/ 0 w 2905125"/>
              <a:gd name="connsiteY4" fmla="*/ 4278630 h 4278630"/>
              <a:gd name="connsiteX5" fmla="*/ 0 w 2905125"/>
              <a:gd name="connsiteY5" fmla="*/ 0 h 4278630"/>
              <a:gd name="connsiteX0" fmla="*/ 0 w 2905125"/>
              <a:gd name="connsiteY0" fmla="*/ 0 h 4278630"/>
              <a:gd name="connsiteX1" fmla="*/ 2049449 w 2905125"/>
              <a:gd name="connsiteY1" fmla="*/ 0 h 4278630"/>
              <a:gd name="connsiteX2" fmla="*/ 2869499 w 2905125"/>
              <a:gd name="connsiteY2" fmla="*/ 1330689 h 4278630"/>
              <a:gd name="connsiteX3" fmla="*/ 2905125 w 2905125"/>
              <a:gd name="connsiteY3" fmla="*/ 4278630 h 4278630"/>
              <a:gd name="connsiteX4" fmla="*/ 0 w 2905125"/>
              <a:gd name="connsiteY4" fmla="*/ 4278630 h 4278630"/>
              <a:gd name="connsiteX5" fmla="*/ 0 w 2905125"/>
              <a:gd name="connsiteY5" fmla="*/ 0 h 4278630"/>
              <a:gd name="connsiteX0" fmla="*/ 0 w 2905125"/>
              <a:gd name="connsiteY0" fmla="*/ 0 h 4278630"/>
              <a:gd name="connsiteX1" fmla="*/ 2049449 w 2905125"/>
              <a:gd name="connsiteY1" fmla="*/ 0 h 4278630"/>
              <a:gd name="connsiteX2" fmla="*/ 2891271 w 2905125"/>
              <a:gd name="connsiteY2" fmla="*/ 1323432 h 4278630"/>
              <a:gd name="connsiteX3" fmla="*/ 2905125 w 2905125"/>
              <a:gd name="connsiteY3" fmla="*/ 4278630 h 4278630"/>
              <a:gd name="connsiteX4" fmla="*/ 0 w 2905125"/>
              <a:gd name="connsiteY4" fmla="*/ 4278630 h 4278630"/>
              <a:gd name="connsiteX5" fmla="*/ 0 w 2905125"/>
              <a:gd name="connsiteY5" fmla="*/ 0 h 4278630"/>
              <a:gd name="connsiteX0" fmla="*/ 0 w 2905785"/>
              <a:gd name="connsiteY0" fmla="*/ 0 h 4278630"/>
              <a:gd name="connsiteX1" fmla="*/ 2049449 w 2905785"/>
              <a:gd name="connsiteY1" fmla="*/ 0 h 4278630"/>
              <a:gd name="connsiteX2" fmla="*/ 2905785 w 2905785"/>
              <a:gd name="connsiteY2" fmla="*/ 1330689 h 4278630"/>
              <a:gd name="connsiteX3" fmla="*/ 2905125 w 2905785"/>
              <a:gd name="connsiteY3" fmla="*/ 4278630 h 4278630"/>
              <a:gd name="connsiteX4" fmla="*/ 0 w 2905785"/>
              <a:gd name="connsiteY4" fmla="*/ 4278630 h 4278630"/>
              <a:gd name="connsiteX5" fmla="*/ 0 w 2905785"/>
              <a:gd name="connsiteY5" fmla="*/ 0 h 427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5785" h="4278630">
                <a:moveTo>
                  <a:pt x="0" y="0"/>
                </a:moveTo>
                <a:lnTo>
                  <a:pt x="2049449" y="0"/>
                </a:lnTo>
                <a:lnTo>
                  <a:pt x="2905785" y="1330689"/>
                </a:lnTo>
                <a:lnTo>
                  <a:pt x="2905125" y="4278630"/>
                </a:lnTo>
                <a:lnTo>
                  <a:pt x="0" y="4278630"/>
                </a:lnTo>
                <a:lnTo>
                  <a:pt x="0" y="0"/>
                </a:lnTo>
                <a:close/>
              </a:path>
            </a:pathLst>
          </a:custGeom>
        </p:spPr>
        <p:txBody>
          <a:bodyPr/>
          <a:lstStyle/>
          <a:p>
            <a:endParaRPr lang="en-MY"/>
          </a:p>
        </p:txBody>
      </p:sp>
      <p:pic>
        <p:nvPicPr>
          <p:cNvPr id="13" name="Picture 12" descr="Logo&#10;&#10;Description automatically generated">
            <a:extLst>
              <a:ext uri="{FF2B5EF4-FFF2-40B4-BE49-F238E27FC236}">
                <a16:creationId xmlns:a16="http://schemas.microsoft.com/office/drawing/2014/main" id="{847847F8-C089-4AEF-C431-C6509AC01A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2649665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Layout_02">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D7049-D09A-FC97-5AE3-7684D9970CD2}"/>
              </a:ext>
            </a:extLst>
          </p:cNvPr>
          <p:cNvSpPr>
            <a:spLocks noGrp="1"/>
          </p:cNvSpPr>
          <p:nvPr>
            <p:ph type="title"/>
          </p:nvPr>
        </p:nvSpPr>
        <p:spPr>
          <a:xfrm>
            <a:off x="838200" y="295161"/>
            <a:ext cx="10515600" cy="1325563"/>
          </a:xfrm>
        </p:spPr>
        <p:txBody>
          <a:bodyPr/>
          <a:lstStyle>
            <a:lvl1pPr algn="ctr">
              <a:defRPr>
                <a:solidFill>
                  <a:schemeClr val="tx1">
                    <a:lumMod val="65000"/>
                    <a:lumOff val="35000"/>
                  </a:schemeClr>
                </a:solidFill>
              </a:defRPr>
            </a:lvl1pPr>
          </a:lstStyle>
          <a:p>
            <a:r>
              <a:rPr lang="en-US"/>
              <a:t>Click to edit Master title style</a:t>
            </a:r>
            <a:endParaRPr lang="en-MY"/>
          </a:p>
        </p:txBody>
      </p:sp>
      <p:sp>
        <p:nvSpPr>
          <p:cNvPr id="6" name="Footer Placeholder 5">
            <a:extLst>
              <a:ext uri="{FF2B5EF4-FFF2-40B4-BE49-F238E27FC236}">
                <a16:creationId xmlns:a16="http://schemas.microsoft.com/office/drawing/2014/main" id="{C40CA447-4B33-14A4-A8B3-A50941C7FA6D}"/>
              </a:ext>
            </a:extLst>
          </p:cNvPr>
          <p:cNvSpPr>
            <a:spLocks noGrp="1"/>
          </p:cNvSpPr>
          <p:nvPr>
            <p:ph type="ftr" sz="quarter" idx="10"/>
          </p:nvPr>
        </p:nvSpPr>
        <p:spPr/>
        <p:txBody>
          <a:bodyPr/>
          <a:lstStyle/>
          <a:p>
            <a:endParaRPr lang="en-MY"/>
          </a:p>
        </p:txBody>
      </p:sp>
      <p:sp>
        <p:nvSpPr>
          <p:cNvPr id="7" name="Slide Number Placeholder 6">
            <a:extLst>
              <a:ext uri="{FF2B5EF4-FFF2-40B4-BE49-F238E27FC236}">
                <a16:creationId xmlns:a16="http://schemas.microsoft.com/office/drawing/2014/main" id="{C9180811-CF70-450A-27A7-6650EC921EA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5" name="Diagonal Stripe 4">
            <a:extLst>
              <a:ext uri="{FF2B5EF4-FFF2-40B4-BE49-F238E27FC236}">
                <a16:creationId xmlns:a16="http://schemas.microsoft.com/office/drawing/2014/main" id="{8DC6A165-7707-B831-4D31-547D2097E0C0}"/>
              </a:ext>
            </a:extLst>
          </p:cNvPr>
          <p:cNvSpPr/>
          <p:nvPr userDrawn="1"/>
        </p:nvSpPr>
        <p:spPr>
          <a:xfrm>
            <a:off x="0" y="0"/>
            <a:ext cx="5606143" cy="6858000"/>
          </a:xfrm>
          <a:prstGeom prst="diagStripe">
            <a:avLst/>
          </a:prstGeom>
          <a:solidFill>
            <a:schemeClr val="bg1">
              <a:lumMod val="75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tx1"/>
              </a:solidFill>
            </a:endParaRPr>
          </a:p>
        </p:txBody>
      </p:sp>
      <p:pic>
        <p:nvPicPr>
          <p:cNvPr id="9" name="Picture 8" descr="Logo&#10;&#10;Description automatically generated">
            <a:extLst>
              <a:ext uri="{FF2B5EF4-FFF2-40B4-BE49-F238E27FC236}">
                <a16:creationId xmlns:a16="http://schemas.microsoft.com/office/drawing/2014/main" id="{7C2E61BC-4260-06A6-E9F0-F6A586DC649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888550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yout_03">
    <p:bg>
      <p:bgPr>
        <a:solidFill>
          <a:srgbClr val="C04C4C"/>
        </a:solidFill>
        <a:effectLst/>
      </p:bgPr>
    </p:bg>
    <p:spTree>
      <p:nvGrpSpPr>
        <p:cNvPr id="1" name=""/>
        <p:cNvGrpSpPr/>
        <p:nvPr/>
      </p:nvGrpSpPr>
      <p:grpSpPr>
        <a:xfrm>
          <a:off x="0" y="0"/>
          <a:ext cx="0" cy="0"/>
          <a:chOff x="0" y="0"/>
          <a:chExt cx="0" cy="0"/>
        </a:xfrm>
      </p:grpSpPr>
      <p:sp>
        <p:nvSpPr>
          <p:cNvPr id="11" name="Freeform 88">
            <a:extLst>
              <a:ext uri="{FF2B5EF4-FFF2-40B4-BE49-F238E27FC236}">
                <a16:creationId xmlns:a16="http://schemas.microsoft.com/office/drawing/2014/main" id="{2EC006B8-36F2-B291-87A1-3D4528A9F2D9}"/>
              </a:ext>
            </a:extLst>
          </p:cNvPr>
          <p:cNvSpPr>
            <a:spLocks noEditPoints="1"/>
          </p:cNvSpPr>
          <p:nvPr userDrawn="1"/>
        </p:nvSpPr>
        <p:spPr bwMode="auto">
          <a:xfrm rot="13500000">
            <a:off x="2009576" y="3640922"/>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ooter Placeholder 6">
            <a:extLst>
              <a:ext uri="{FF2B5EF4-FFF2-40B4-BE49-F238E27FC236}">
                <a16:creationId xmlns:a16="http://schemas.microsoft.com/office/drawing/2014/main" id="{8D376308-4430-17DE-55D8-C62E713A416C}"/>
              </a:ext>
            </a:extLst>
          </p:cNvPr>
          <p:cNvSpPr>
            <a:spLocks noGrp="1"/>
          </p:cNvSpPr>
          <p:nvPr>
            <p:ph type="ftr" sz="quarter" idx="10"/>
          </p:nvPr>
        </p:nvSpPr>
        <p:spPr/>
        <p:txBody>
          <a:bodyPr/>
          <a:lstStyle/>
          <a:p>
            <a:endParaRPr lang="en-MY"/>
          </a:p>
        </p:txBody>
      </p:sp>
      <p:sp>
        <p:nvSpPr>
          <p:cNvPr id="8" name="Slide Number Placeholder 7">
            <a:extLst>
              <a:ext uri="{FF2B5EF4-FFF2-40B4-BE49-F238E27FC236}">
                <a16:creationId xmlns:a16="http://schemas.microsoft.com/office/drawing/2014/main" id="{D9F87F34-3A4F-BEE8-D6A3-75E86F6048D2}"/>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17" name="Rectangle 16">
            <a:extLst>
              <a:ext uri="{FF2B5EF4-FFF2-40B4-BE49-F238E27FC236}">
                <a16:creationId xmlns:a16="http://schemas.microsoft.com/office/drawing/2014/main" id="{AB1995BA-762F-0E75-164E-C2DC8E53AF1E}"/>
              </a:ext>
            </a:extLst>
          </p:cNvPr>
          <p:cNvSpPr/>
          <p:nvPr userDrawn="1"/>
        </p:nvSpPr>
        <p:spPr>
          <a:xfrm>
            <a:off x="7293428" y="0"/>
            <a:ext cx="4365171" cy="6858000"/>
          </a:xfrm>
          <a:prstGeom prst="rect">
            <a:avLst/>
          </a:prstGeom>
          <a:solidFill>
            <a:schemeClr val="bg1">
              <a:lumMod val="95000"/>
            </a:schemeClr>
          </a:solidFill>
          <a:ln>
            <a:noFill/>
          </a:ln>
          <a:effectLst>
            <a:outerShdw blurRad="431800" dist="508000" dir="7860000" algn="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grpSp>
        <p:nvGrpSpPr>
          <p:cNvPr id="19" name="Group 18">
            <a:extLst>
              <a:ext uri="{FF2B5EF4-FFF2-40B4-BE49-F238E27FC236}">
                <a16:creationId xmlns:a16="http://schemas.microsoft.com/office/drawing/2014/main" id="{A8344EBC-0EE1-6D60-DD13-A025929EB2A2}"/>
              </a:ext>
            </a:extLst>
          </p:cNvPr>
          <p:cNvGrpSpPr/>
          <p:nvPr userDrawn="1"/>
        </p:nvGrpSpPr>
        <p:grpSpPr>
          <a:xfrm rot="10800000">
            <a:off x="9169016" y="6004017"/>
            <a:ext cx="613993" cy="75107"/>
            <a:chOff x="-1587" y="4763"/>
            <a:chExt cx="300037" cy="42862"/>
          </a:xfrm>
          <a:solidFill>
            <a:srgbClr val="C04C4C"/>
          </a:solidFill>
        </p:grpSpPr>
        <p:sp>
          <p:nvSpPr>
            <p:cNvPr id="20" name="Oval 13">
              <a:extLst>
                <a:ext uri="{FF2B5EF4-FFF2-40B4-BE49-F238E27FC236}">
                  <a16:creationId xmlns:a16="http://schemas.microsoft.com/office/drawing/2014/main" id="{BCD5BC98-703E-C5F4-6A62-09FCC6A36DB8}"/>
                </a:ext>
              </a:extLst>
            </p:cNvPr>
            <p:cNvSpPr>
              <a:spLocks noChangeArrowheads="1"/>
            </p:cNvSpPr>
            <p:nvPr/>
          </p:nvSpPr>
          <p:spPr bwMode="auto">
            <a:xfrm>
              <a:off x="-1587"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21" name="Oval 14">
              <a:extLst>
                <a:ext uri="{FF2B5EF4-FFF2-40B4-BE49-F238E27FC236}">
                  <a16:creationId xmlns:a16="http://schemas.microsoft.com/office/drawing/2014/main" id="{ECA11C4B-3AD6-EB59-443E-E2E20B42D274}"/>
                </a:ext>
              </a:extLst>
            </p:cNvPr>
            <p:cNvSpPr>
              <a:spLocks noChangeArrowheads="1"/>
            </p:cNvSpPr>
            <p:nvPr/>
          </p:nvSpPr>
          <p:spPr bwMode="auto">
            <a:xfrm>
              <a:off x="85725"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22" name="Oval 15">
              <a:extLst>
                <a:ext uri="{FF2B5EF4-FFF2-40B4-BE49-F238E27FC236}">
                  <a16:creationId xmlns:a16="http://schemas.microsoft.com/office/drawing/2014/main" id="{080E09A2-A318-7937-F507-9F4F1573C372}"/>
                </a:ext>
              </a:extLst>
            </p:cNvPr>
            <p:cNvSpPr>
              <a:spLocks noChangeArrowheads="1"/>
            </p:cNvSpPr>
            <p:nvPr/>
          </p:nvSpPr>
          <p:spPr bwMode="auto">
            <a:xfrm>
              <a:off x="171450"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23" name="Oval 16">
              <a:extLst>
                <a:ext uri="{FF2B5EF4-FFF2-40B4-BE49-F238E27FC236}">
                  <a16:creationId xmlns:a16="http://schemas.microsoft.com/office/drawing/2014/main" id="{806198F1-CD00-115B-03EB-DA6337A9FA51}"/>
                </a:ext>
              </a:extLst>
            </p:cNvPr>
            <p:cNvSpPr>
              <a:spLocks noChangeArrowheads="1"/>
            </p:cNvSpPr>
            <p:nvPr/>
          </p:nvSpPr>
          <p:spPr bwMode="auto">
            <a:xfrm>
              <a:off x="261938"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24" name="Title 23">
            <a:extLst>
              <a:ext uri="{FF2B5EF4-FFF2-40B4-BE49-F238E27FC236}">
                <a16:creationId xmlns:a16="http://schemas.microsoft.com/office/drawing/2014/main" id="{814EC3F6-24D4-D885-5046-3A3D68236E2E}"/>
              </a:ext>
            </a:extLst>
          </p:cNvPr>
          <p:cNvSpPr>
            <a:spLocks noGrp="1"/>
          </p:cNvSpPr>
          <p:nvPr>
            <p:ph type="title"/>
          </p:nvPr>
        </p:nvSpPr>
        <p:spPr>
          <a:xfrm>
            <a:off x="326572" y="1388382"/>
            <a:ext cx="6672943" cy="1325563"/>
          </a:xfrm>
        </p:spPr>
        <p:txBody>
          <a:bodyPr/>
          <a:lstStyle>
            <a:lvl1pPr>
              <a:defRPr>
                <a:solidFill>
                  <a:schemeClr val="bg1"/>
                </a:solidFill>
              </a:defRPr>
            </a:lvl1pPr>
          </a:lstStyle>
          <a:p>
            <a:r>
              <a:rPr lang="en-US" dirty="0"/>
              <a:t>Click to edit Master title style</a:t>
            </a:r>
            <a:endParaRPr lang="en-MY" dirty="0"/>
          </a:p>
        </p:txBody>
      </p:sp>
      <p:sp>
        <p:nvSpPr>
          <p:cNvPr id="12" name="Freeform 88">
            <a:extLst>
              <a:ext uri="{FF2B5EF4-FFF2-40B4-BE49-F238E27FC236}">
                <a16:creationId xmlns:a16="http://schemas.microsoft.com/office/drawing/2014/main" id="{FFE63D60-4033-0963-0257-340E61B3359D}"/>
              </a:ext>
            </a:extLst>
          </p:cNvPr>
          <p:cNvSpPr>
            <a:spLocks noEditPoints="1"/>
          </p:cNvSpPr>
          <p:nvPr userDrawn="1"/>
        </p:nvSpPr>
        <p:spPr bwMode="auto">
          <a:xfrm rot="16200000">
            <a:off x="5061976" y="2610139"/>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78339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_04">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BC5600A4-3E4E-EC47-12EA-B6310B747A8B}"/>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16" name="Rectangle 15">
            <a:extLst>
              <a:ext uri="{FF2B5EF4-FFF2-40B4-BE49-F238E27FC236}">
                <a16:creationId xmlns:a16="http://schemas.microsoft.com/office/drawing/2014/main" id="{7ABC459D-A688-50A7-E022-E57A39DF24C8}"/>
              </a:ext>
            </a:extLst>
          </p:cNvPr>
          <p:cNvSpPr/>
          <p:nvPr userDrawn="1"/>
        </p:nvSpPr>
        <p:spPr>
          <a:xfrm>
            <a:off x="729342" y="0"/>
            <a:ext cx="4285887" cy="62375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bg1"/>
              </a:solidFill>
            </a:endParaRPr>
          </a:p>
        </p:txBody>
      </p:sp>
      <p:sp>
        <p:nvSpPr>
          <p:cNvPr id="8" name="Footer Placeholder 7">
            <a:extLst>
              <a:ext uri="{FF2B5EF4-FFF2-40B4-BE49-F238E27FC236}">
                <a16:creationId xmlns:a16="http://schemas.microsoft.com/office/drawing/2014/main" id="{1642AE79-79E4-0073-0455-4CDA30AD8F65}"/>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6954D628-8D81-1CDE-6D27-24AB85F650D6}"/>
              </a:ext>
            </a:extLst>
          </p:cNvPr>
          <p:cNvSpPr>
            <a:spLocks noGrp="1"/>
          </p:cNvSpPr>
          <p:nvPr>
            <p:ph type="sldNum" sz="quarter" idx="11"/>
          </p:nvPr>
        </p:nvSpPr>
        <p:spPr/>
        <p:txBody>
          <a:bodyPr/>
          <a:lstStyle/>
          <a:p>
            <a:fld id="{7737D3DD-0AB3-4F16-99FA-6262B2B4036D}" type="slidenum">
              <a:rPr lang="en-MY" smtClean="0"/>
              <a:t>‹#›</a:t>
            </a:fld>
            <a:endParaRPr lang="en-MY"/>
          </a:p>
        </p:txBody>
      </p:sp>
      <p:grpSp>
        <p:nvGrpSpPr>
          <p:cNvPr id="11" name="Group 10">
            <a:extLst>
              <a:ext uri="{FF2B5EF4-FFF2-40B4-BE49-F238E27FC236}">
                <a16:creationId xmlns:a16="http://schemas.microsoft.com/office/drawing/2014/main" id="{9C2342FF-69D1-829A-9394-7FDD7C8DC0D8}"/>
              </a:ext>
            </a:extLst>
          </p:cNvPr>
          <p:cNvGrpSpPr/>
          <p:nvPr userDrawn="1"/>
        </p:nvGrpSpPr>
        <p:grpSpPr>
          <a:xfrm>
            <a:off x="2561933" y="419857"/>
            <a:ext cx="613993" cy="75107"/>
            <a:chOff x="-1587" y="4763"/>
            <a:chExt cx="300037" cy="42862"/>
          </a:xfrm>
          <a:solidFill>
            <a:srgbClr val="C04C4C"/>
          </a:solidFill>
        </p:grpSpPr>
        <p:sp>
          <p:nvSpPr>
            <p:cNvPr id="12" name="Oval 13">
              <a:extLst>
                <a:ext uri="{FF2B5EF4-FFF2-40B4-BE49-F238E27FC236}">
                  <a16:creationId xmlns:a16="http://schemas.microsoft.com/office/drawing/2014/main" id="{23262089-B548-7EB2-7E11-8E96F2D4ECA1}"/>
                </a:ext>
              </a:extLst>
            </p:cNvPr>
            <p:cNvSpPr>
              <a:spLocks noChangeArrowheads="1"/>
            </p:cNvSpPr>
            <p:nvPr/>
          </p:nvSpPr>
          <p:spPr bwMode="auto">
            <a:xfrm>
              <a:off x="-1587"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3" name="Oval 14">
              <a:extLst>
                <a:ext uri="{FF2B5EF4-FFF2-40B4-BE49-F238E27FC236}">
                  <a16:creationId xmlns:a16="http://schemas.microsoft.com/office/drawing/2014/main" id="{E939BD00-47B2-AF84-6481-FC6D266B933A}"/>
                </a:ext>
              </a:extLst>
            </p:cNvPr>
            <p:cNvSpPr>
              <a:spLocks noChangeArrowheads="1"/>
            </p:cNvSpPr>
            <p:nvPr/>
          </p:nvSpPr>
          <p:spPr bwMode="auto">
            <a:xfrm>
              <a:off x="85725"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4" name="Oval 15">
              <a:extLst>
                <a:ext uri="{FF2B5EF4-FFF2-40B4-BE49-F238E27FC236}">
                  <a16:creationId xmlns:a16="http://schemas.microsoft.com/office/drawing/2014/main" id="{3247BFCB-8D78-A506-7B1C-F4FFA425C85B}"/>
                </a:ext>
              </a:extLst>
            </p:cNvPr>
            <p:cNvSpPr>
              <a:spLocks noChangeArrowheads="1"/>
            </p:cNvSpPr>
            <p:nvPr/>
          </p:nvSpPr>
          <p:spPr bwMode="auto">
            <a:xfrm>
              <a:off x="171450"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5" name="Oval 16">
              <a:extLst>
                <a:ext uri="{FF2B5EF4-FFF2-40B4-BE49-F238E27FC236}">
                  <a16:creationId xmlns:a16="http://schemas.microsoft.com/office/drawing/2014/main" id="{B4410486-EA59-BC01-71A7-DDAC2A1EA4CB}"/>
                </a:ext>
              </a:extLst>
            </p:cNvPr>
            <p:cNvSpPr>
              <a:spLocks noChangeArrowheads="1"/>
            </p:cNvSpPr>
            <p:nvPr/>
          </p:nvSpPr>
          <p:spPr bwMode="auto">
            <a:xfrm>
              <a:off x="261938"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18" name="Title 17">
            <a:extLst>
              <a:ext uri="{FF2B5EF4-FFF2-40B4-BE49-F238E27FC236}">
                <a16:creationId xmlns:a16="http://schemas.microsoft.com/office/drawing/2014/main" id="{B3FE10FD-D9C0-C344-A74A-C6F10F75D789}"/>
              </a:ext>
            </a:extLst>
          </p:cNvPr>
          <p:cNvSpPr>
            <a:spLocks noGrp="1"/>
          </p:cNvSpPr>
          <p:nvPr>
            <p:ph type="title"/>
          </p:nvPr>
        </p:nvSpPr>
        <p:spPr>
          <a:xfrm>
            <a:off x="1008176" y="2103437"/>
            <a:ext cx="3815716" cy="1325563"/>
          </a:xfrm>
        </p:spPr>
        <p:txBody>
          <a:bodyPr/>
          <a:lstStyle>
            <a:lvl1pPr algn="ctr">
              <a:defRPr/>
            </a:lvl1pPr>
          </a:lstStyle>
          <a:p>
            <a:r>
              <a:rPr lang="en-US"/>
              <a:t>Click to edit Master title style</a:t>
            </a:r>
            <a:endParaRPr lang="en-MY"/>
          </a:p>
        </p:txBody>
      </p:sp>
    </p:spTree>
    <p:extLst>
      <p:ext uri="{BB962C8B-B14F-4D97-AF65-F5344CB8AC3E}">
        <p14:creationId xmlns:p14="http://schemas.microsoft.com/office/powerpoint/2010/main" val="3603164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yout_05">
    <p:bg>
      <p:bgPr>
        <a:solidFill>
          <a:srgbClr val="C04C4C"/>
        </a:solidFill>
        <a:effectLst/>
      </p:bgPr>
    </p:bg>
    <p:spTree>
      <p:nvGrpSpPr>
        <p:cNvPr id="1" name=""/>
        <p:cNvGrpSpPr/>
        <p:nvPr/>
      </p:nvGrpSpPr>
      <p:grpSpPr>
        <a:xfrm>
          <a:off x="0" y="0"/>
          <a:ext cx="0" cy="0"/>
          <a:chOff x="0" y="0"/>
          <a:chExt cx="0" cy="0"/>
        </a:xfrm>
      </p:grpSpPr>
      <p:sp>
        <p:nvSpPr>
          <p:cNvPr id="14" name="Freeform 16">
            <a:extLst>
              <a:ext uri="{FF2B5EF4-FFF2-40B4-BE49-F238E27FC236}">
                <a16:creationId xmlns:a16="http://schemas.microsoft.com/office/drawing/2014/main" id="{955C00B2-487B-35F9-EFC4-6711B63378F0}"/>
              </a:ext>
            </a:extLst>
          </p:cNvPr>
          <p:cNvSpPr>
            <a:spLocks/>
          </p:cNvSpPr>
          <p:nvPr userDrawn="1"/>
        </p:nvSpPr>
        <p:spPr bwMode="auto">
          <a:xfrm rot="10800000">
            <a:off x="11064240" y="0"/>
            <a:ext cx="1127760" cy="1447800"/>
          </a:xfrm>
          <a:custGeom>
            <a:avLst/>
            <a:gdLst>
              <a:gd name="T0" fmla="*/ 1 w 343"/>
              <a:gd name="T1" fmla="*/ 0 h 344"/>
              <a:gd name="T2" fmla="*/ 343 w 343"/>
              <a:gd name="T3" fmla="*/ 343 h 344"/>
              <a:gd name="T4" fmla="*/ 43 w 343"/>
              <a:gd name="T5" fmla="*/ 344 h 344"/>
              <a:gd name="T6" fmla="*/ 0 w 343"/>
              <a:gd name="T7" fmla="*/ 301 h 344"/>
              <a:gd name="T8" fmla="*/ 1 w 343"/>
              <a:gd name="T9" fmla="*/ 0 h 344"/>
              <a:gd name="connsiteX0" fmla="*/ 30 w 10001"/>
              <a:gd name="connsiteY0" fmla="*/ 0 h 10000"/>
              <a:gd name="connsiteX1" fmla="*/ 10001 w 10001"/>
              <a:gd name="connsiteY1" fmla="*/ 9971 h 10000"/>
              <a:gd name="connsiteX2" fmla="*/ 1255 w 10001"/>
              <a:gd name="connsiteY2" fmla="*/ 10000 h 10000"/>
              <a:gd name="connsiteX3" fmla="*/ 1 w 10001"/>
              <a:gd name="connsiteY3" fmla="*/ 8750 h 10000"/>
              <a:gd name="connsiteX4" fmla="*/ 30 w 10001"/>
              <a:gd name="connsiteY4" fmla="*/ 0 h 10000"/>
              <a:gd name="connsiteX0" fmla="*/ 30 w 10001"/>
              <a:gd name="connsiteY0" fmla="*/ 0 h 10000"/>
              <a:gd name="connsiteX1" fmla="*/ 10001 w 10001"/>
              <a:gd name="connsiteY1" fmla="*/ 9971 h 10000"/>
              <a:gd name="connsiteX2" fmla="*/ 1255 w 10001"/>
              <a:gd name="connsiteY2" fmla="*/ 10000 h 10000"/>
              <a:gd name="connsiteX3" fmla="*/ 1 w 10001"/>
              <a:gd name="connsiteY3" fmla="*/ 8750 h 10000"/>
              <a:gd name="connsiteX4" fmla="*/ 30 w 10001"/>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10000">
                <a:moveTo>
                  <a:pt x="30" y="0"/>
                </a:moveTo>
                <a:lnTo>
                  <a:pt x="10001" y="9971"/>
                </a:lnTo>
                <a:lnTo>
                  <a:pt x="1255" y="10000"/>
                </a:lnTo>
                <a:cubicBezTo>
                  <a:pt x="-92" y="10000"/>
                  <a:pt x="1" y="9419"/>
                  <a:pt x="1" y="8750"/>
                </a:cubicBezTo>
                <a:cubicBezTo>
                  <a:pt x="11" y="5833"/>
                  <a:pt x="20" y="2917"/>
                  <a:pt x="30" y="0"/>
                </a:cubicBezTo>
                <a:close/>
              </a:path>
            </a:pathLst>
          </a:custGeom>
          <a:solidFill>
            <a:srgbClr val="C04C4C"/>
          </a:solidFill>
          <a:ln>
            <a:noFill/>
          </a:ln>
          <a:effectLst>
            <a:innerShdw blurRad="901700" dist="50800" dir="18900000">
              <a:prstClr val="black">
                <a:alpha val="30000"/>
              </a:prstClr>
            </a:innerShdw>
          </a:effectLst>
        </p:spPr>
        <p:txBody>
          <a:bodyPr vert="horz" wrap="square" lIns="91440" tIns="45720" rIns="91440" bIns="45720" numCol="1" anchor="t" anchorCtr="0" compatLnSpc="1">
            <a:prstTxWarp prst="textNoShape">
              <a:avLst/>
            </a:prstTxWarp>
          </a:bodyPr>
          <a:lstStyle/>
          <a:p>
            <a:endParaRPr lang="en-US" dirty="0"/>
          </a:p>
        </p:txBody>
      </p:sp>
      <p:sp>
        <p:nvSpPr>
          <p:cNvPr id="24" name="Rectangle 23">
            <a:extLst>
              <a:ext uri="{FF2B5EF4-FFF2-40B4-BE49-F238E27FC236}">
                <a16:creationId xmlns:a16="http://schemas.microsoft.com/office/drawing/2014/main" id="{561A13B1-4FE2-47EF-C699-2F5D32C46C7B}"/>
              </a:ext>
            </a:extLst>
          </p:cNvPr>
          <p:cNvSpPr/>
          <p:nvPr userDrawn="1"/>
        </p:nvSpPr>
        <p:spPr>
          <a:xfrm>
            <a:off x="0" y="0"/>
            <a:ext cx="5148943" cy="6858000"/>
          </a:xfrm>
          <a:prstGeom prst="rect">
            <a:avLst/>
          </a:prstGeom>
          <a:solidFill>
            <a:schemeClr val="tx1">
              <a:lumMod val="75000"/>
              <a:lumOff val="25000"/>
            </a:schemeClr>
          </a:solidFill>
          <a:ln>
            <a:solidFill>
              <a:schemeClr val="tx2">
                <a:lumMod val="25000"/>
                <a:lumOff val="75000"/>
              </a:schemeClr>
            </a:solidFill>
          </a:ln>
          <a:effectLst>
            <a:outerShdw blurRad="457200" dist="215900" sx="96000" sy="96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Footer Placeholder 7">
            <a:extLst>
              <a:ext uri="{FF2B5EF4-FFF2-40B4-BE49-F238E27FC236}">
                <a16:creationId xmlns:a16="http://schemas.microsoft.com/office/drawing/2014/main" id="{38B5F1C4-1CE7-DD7E-48D5-4216747D32ED}"/>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A6223489-9DE8-D078-A240-0B0232406F2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21" name="Title 20">
            <a:extLst>
              <a:ext uri="{FF2B5EF4-FFF2-40B4-BE49-F238E27FC236}">
                <a16:creationId xmlns:a16="http://schemas.microsoft.com/office/drawing/2014/main" id="{5B65FFBD-94D0-7BC8-3B24-CAF4FC2B7924}"/>
              </a:ext>
            </a:extLst>
          </p:cNvPr>
          <p:cNvSpPr>
            <a:spLocks noGrp="1"/>
          </p:cNvSpPr>
          <p:nvPr>
            <p:ph type="title"/>
          </p:nvPr>
        </p:nvSpPr>
        <p:spPr>
          <a:xfrm>
            <a:off x="500742" y="1286581"/>
            <a:ext cx="4169229" cy="1325563"/>
          </a:xfrm>
        </p:spPr>
        <p:txBody>
          <a:bodyPr/>
          <a:lstStyle>
            <a:lvl1pPr>
              <a:defRPr>
                <a:solidFill>
                  <a:schemeClr val="bg1"/>
                </a:solidFill>
              </a:defRPr>
            </a:lvl1pPr>
          </a:lstStyle>
          <a:p>
            <a:r>
              <a:rPr lang="en-US" dirty="0"/>
              <a:t>Click to edit Master title style</a:t>
            </a:r>
            <a:endParaRPr lang="en-MY" dirty="0"/>
          </a:p>
        </p:txBody>
      </p:sp>
      <p:sp>
        <p:nvSpPr>
          <p:cNvPr id="23" name="Picture Placeholder 22">
            <a:extLst>
              <a:ext uri="{FF2B5EF4-FFF2-40B4-BE49-F238E27FC236}">
                <a16:creationId xmlns:a16="http://schemas.microsoft.com/office/drawing/2014/main" id="{062D7562-98EB-7777-7293-CA6B3C3C6E27}"/>
              </a:ext>
            </a:extLst>
          </p:cNvPr>
          <p:cNvSpPr>
            <a:spLocks noGrp="1"/>
          </p:cNvSpPr>
          <p:nvPr>
            <p:ph type="pic" sz="quarter" idx="12"/>
          </p:nvPr>
        </p:nvSpPr>
        <p:spPr>
          <a:xfrm>
            <a:off x="8752114" y="733425"/>
            <a:ext cx="2939143" cy="2363380"/>
          </a:xfrm>
        </p:spPr>
        <p:txBody>
          <a:bodyPr/>
          <a:lstStyle/>
          <a:p>
            <a:endParaRPr lang="en-MY"/>
          </a:p>
        </p:txBody>
      </p:sp>
      <p:sp>
        <p:nvSpPr>
          <p:cNvPr id="26" name="Picture Placeholder 22">
            <a:extLst>
              <a:ext uri="{FF2B5EF4-FFF2-40B4-BE49-F238E27FC236}">
                <a16:creationId xmlns:a16="http://schemas.microsoft.com/office/drawing/2014/main" id="{B3311D2B-C82E-1CAD-A451-9734F58E57B4}"/>
              </a:ext>
            </a:extLst>
          </p:cNvPr>
          <p:cNvSpPr>
            <a:spLocks noGrp="1"/>
          </p:cNvSpPr>
          <p:nvPr>
            <p:ph type="pic" sz="quarter" idx="14"/>
          </p:nvPr>
        </p:nvSpPr>
        <p:spPr>
          <a:xfrm>
            <a:off x="5595258" y="733425"/>
            <a:ext cx="2939143" cy="2363380"/>
          </a:xfrm>
        </p:spPr>
        <p:txBody>
          <a:bodyPr/>
          <a:lstStyle/>
          <a:p>
            <a:endParaRPr lang="en-MY"/>
          </a:p>
        </p:txBody>
      </p:sp>
      <p:sp>
        <p:nvSpPr>
          <p:cNvPr id="27" name="Picture Placeholder 22">
            <a:extLst>
              <a:ext uri="{FF2B5EF4-FFF2-40B4-BE49-F238E27FC236}">
                <a16:creationId xmlns:a16="http://schemas.microsoft.com/office/drawing/2014/main" id="{74429CBD-241C-5A28-0B76-94FBEBD0C02B}"/>
              </a:ext>
            </a:extLst>
          </p:cNvPr>
          <p:cNvSpPr>
            <a:spLocks noGrp="1"/>
          </p:cNvSpPr>
          <p:nvPr>
            <p:ph type="pic" sz="quarter" idx="15"/>
          </p:nvPr>
        </p:nvSpPr>
        <p:spPr>
          <a:xfrm>
            <a:off x="8752114" y="3244668"/>
            <a:ext cx="2939143" cy="2363380"/>
          </a:xfrm>
        </p:spPr>
        <p:txBody>
          <a:bodyPr/>
          <a:lstStyle/>
          <a:p>
            <a:endParaRPr lang="en-MY"/>
          </a:p>
        </p:txBody>
      </p:sp>
      <p:sp>
        <p:nvSpPr>
          <p:cNvPr id="28" name="Picture Placeholder 22">
            <a:extLst>
              <a:ext uri="{FF2B5EF4-FFF2-40B4-BE49-F238E27FC236}">
                <a16:creationId xmlns:a16="http://schemas.microsoft.com/office/drawing/2014/main" id="{CFCC5C12-97DC-F983-E825-5420E2382DF3}"/>
              </a:ext>
            </a:extLst>
          </p:cNvPr>
          <p:cNvSpPr>
            <a:spLocks noGrp="1"/>
          </p:cNvSpPr>
          <p:nvPr>
            <p:ph type="pic" sz="quarter" idx="16"/>
          </p:nvPr>
        </p:nvSpPr>
        <p:spPr>
          <a:xfrm>
            <a:off x="5595258" y="3244668"/>
            <a:ext cx="2939143" cy="2363380"/>
          </a:xfrm>
        </p:spPr>
        <p:txBody>
          <a:bodyPr/>
          <a:lstStyle/>
          <a:p>
            <a:endParaRPr lang="en-MY"/>
          </a:p>
        </p:txBody>
      </p:sp>
      <p:pic>
        <p:nvPicPr>
          <p:cNvPr id="12" name="Picture 11" descr="Logo&#10;&#10;Description automatically generated">
            <a:extLst>
              <a:ext uri="{FF2B5EF4-FFF2-40B4-BE49-F238E27FC236}">
                <a16:creationId xmlns:a16="http://schemas.microsoft.com/office/drawing/2014/main" id="{3AA3835C-FADD-1650-B8D8-CE293B5F5BB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10580" y="6338033"/>
            <a:ext cx="1069391" cy="361688"/>
          </a:xfrm>
          <a:prstGeom prst="rect">
            <a:avLst/>
          </a:prstGeom>
        </p:spPr>
      </p:pic>
    </p:spTree>
    <p:extLst>
      <p:ext uri="{BB962C8B-B14F-4D97-AF65-F5344CB8AC3E}">
        <p14:creationId xmlns:p14="http://schemas.microsoft.com/office/powerpoint/2010/main" val="2350331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_layout_0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2AE6E-5012-F925-B9E0-2C9A3DBC0A6A}"/>
              </a:ext>
            </a:extLst>
          </p:cNvPr>
          <p:cNvSpPr/>
          <p:nvPr userDrawn="1"/>
        </p:nvSpPr>
        <p:spPr>
          <a:xfrm>
            <a:off x="0" y="-1"/>
            <a:ext cx="1219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Diagonal Stripe 4">
            <a:extLst>
              <a:ext uri="{FF2B5EF4-FFF2-40B4-BE49-F238E27FC236}">
                <a16:creationId xmlns:a16="http://schemas.microsoft.com/office/drawing/2014/main" id="{2C42E429-2984-FD06-B980-5826B41BC123}"/>
              </a:ext>
            </a:extLst>
          </p:cNvPr>
          <p:cNvSpPr/>
          <p:nvPr userDrawn="1"/>
        </p:nvSpPr>
        <p:spPr>
          <a:xfrm>
            <a:off x="0" y="0"/>
            <a:ext cx="5606143" cy="6858000"/>
          </a:xfrm>
          <a:prstGeom prst="diagStripe">
            <a:avLst/>
          </a:prstGeom>
          <a:solidFill>
            <a:schemeClr val="bg1">
              <a:lumMod val="75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tx1"/>
              </a:solidFill>
            </a:endParaRPr>
          </a:p>
        </p:txBody>
      </p:sp>
      <p:sp>
        <p:nvSpPr>
          <p:cNvPr id="7" name="Rectangle 6">
            <a:extLst>
              <a:ext uri="{FF2B5EF4-FFF2-40B4-BE49-F238E27FC236}">
                <a16:creationId xmlns:a16="http://schemas.microsoft.com/office/drawing/2014/main" id="{3368261F-6835-9486-4798-B9A07195D78C}"/>
              </a:ext>
            </a:extLst>
          </p:cNvPr>
          <p:cNvSpPr/>
          <p:nvPr userDrawn="1"/>
        </p:nvSpPr>
        <p:spPr>
          <a:xfrm rot="10800000">
            <a:off x="209321" y="0"/>
            <a:ext cx="99164" cy="305851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Rectangle 7">
            <a:extLst>
              <a:ext uri="{FF2B5EF4-FFF2-40B4-BE49-F238E27FC236}">
                <a16:creationId xmlns:a16="http://schemas.microsoft.com/office/drawing/2014/main" id="{A847E563-BFAE-519A-4A8B-22300B086917}"/>
              </a:ext>
            </a:extLst>
          </p:cNvPr>
          <p:cNvSpPr/>
          <p:nvPr userDrawn="1"/>
        </p:nvSpPr>
        <p:spPr>
          <a:xfrm rot="10800000">
            <a:off x="209518" y="3139623"/>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0" name="Rectangle 9">
            <a:extLst>
              <a:ext uri="{FF2B5EF4-FFF2-40B4-BE49-F238E27FC236}">
                <a16:creationId xmlns:a16="http://schemas.microsoft.com/office/drawing/2014/main" id="{BBFDF2C4-A780-511B-093B-368D5530493C}"/>
              </a:ext>
            </a:extLst>
          </p:cNvPr>
          <p:cNvSpPr/>
          <p:nvPr userDrawn="1"/>
        </p:nvSpPr>
        <p:spPr>
          <a:xfrm rot="10800000">
            <a:off x="209321" y="3654629"/>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12" name="Picture 11" descr="Logo&#10;&#10;Description automatically generated">
            <a:extLst>
              <a:ext uri="{FF2B5EF4-FFF2-40B4-BE49-F238E27FC236}">
                <a16:creationId xmlns:a16="http://schemas.microsoft.com/office/drawing/2014/main" id="{1E7417D1-014A-5984-58A6-AA6486BF755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10580" y="6338033"/>
            <a:ext cx="1069391" cy="361688"/>
          </a:xfrm>
          <a:prstGeom prst="rect">
            <a:avLst/>
          </a:prstGeom>
        </p:spPr>
      </p:pic>
    </p:spTree>
    <p:extLst>
      <p:ext uri="{BB962C8B-B14F-4D97-AF65-F5344CB8AC3E}">
        <p14:creationId xmlns:p14="http://schemas.microsoft.com/office/powerpoint/2010/main" val="1792788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_layout_0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6A5AEAA-D9F4-2E35-437C-BA8524DF94F6}"/>
              </a:ext>
            </a:extLst>
          </p:cNvPr>
          <p:cNvSpPr/>
          <p:nvPr userDrawn="1"/>
        </p:nvSpPr>
        <p:spPr>
          <a:xfrm flipH="1">
            <a:off x="11899557" y="0"/>
            <a:ext cx="61784" cy="627723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Diagonal Stripe 4">
            <a:extLst>
              <a:ext uri="{FF2B5EF4-FFF2-40B4-BE49-F238E27FC236}">
                <a16:creationId xmlns:a16="http://schemas.microsoft.com/office/drawing/2014/main" id="{2C42E429-2984-FD06-B980-5826B41BC123}"/>
              </a:ext>
            </a:extLst>
          </p:cNvPr>
          <p:cNvSpPr/>
          <p:nvPr userDrawn="1"/>
        </p:nvSpPr>
        <p:spPr>
          <a:xfrm>
            <a:off x="0" y="0"/>
            <a:ext cx="5606143" cy="6858000"/>
          </a:xfrm>
          <a:prstGeom prst="diagStripe">
            <a:avLst/>
          </a:prstGeom>
          <a:solidFill>
            <a:schemeClr val="bg1">
              <a:lumMod val="75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dirty="0">
              <a:solidFill>
                <a:schemeClr val="tx1"/>
              </a:solidFill>
            </a:endParaRPr>
          </a:p>
        </p:txBody>
      </p:sp>
      <p:pic>
        <p:nvPicPr>
          <p:cNvPr id="7" name="Picture 6" descr="Logo&#10;&#10;Description automatically generated">
            <a:extLst>
              <a:ext uri="{FF2B5EF4-FFF2-40B4-BE49-F238E27FC236}">
                <a16:creationId xmlns:a16="http://schemas.microsoft.com/office/drawing/2014/main" id="{B1924BF6-BCDA-9AF9-A625-9294B79A5C3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641459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blank_layout_0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46817E6-AD1A-08AC-88A5-0C62449E0C76}"/>
              </a:ext>
            </a:extLst>
          </p:cNvPr>
          <p:cNvSpPr/>
          <p:nvPr userDrawn="1"/>
        </p:nvSpPr>
        <p:spPr>
          <a:xfrm>
            <a:off x="0" y="0"/>
            <a:ext cx="12192000" cy="19376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rot="10800000" flipV="1">
            <a:off x="-5939" y="1901929"/>
            <a:ext cx="12192000" cy="3139623"/>
          </a:xfrm>
          <a:prstGeom prst="rect">
            <a:avLst/>
          </a:prstGeom>
        </p:spPr>
      </p:pic>
      <p:pic>
        <p:nvPicPr>
          <p:cNvPr id="4" name="Picture 3" descr="Logo&#10;&#10;Description automatically generated">
            <a:extLst>
              <a:ext uri="{FF2B5EF4-FFF2-40B4-BE49-F238E27FC236}">
                <a16:creationId xmlns:a16="http://schemas.microsoft.com/office/drawing/2014/main" id="{AFED6FC9-C93A-9F07-CF8D-C0E1F0B2152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215260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yout_06">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5A8456C-09BE-F772-4E09-AC8E5EFE5A98}"/>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13" name="Rectangle 12">
            <a:extLst>
              <a:ext uri="{FF2B5EF4-FFF2-40B4-BE49-F238E27FC236}">
                <a16:creationId xmlns:a16="http://schemas.microsoft.com/office/drawing/2014/main" id="{C4A970D6-E749-96E3-83B1-8B21AB192873}"/>
              </a:ext>
            </a:extLst>
          </p:cNvPr>
          <p:cNvSpPr/>
          <p:nvPr userDrawn="1"/>
        </p:nvSpPr>
        <p:spPr>
          <a:xfrm>
            <a:off x="0" y="0"/>
            <a:ext cx="4539343" cy="6126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bg1"/>
              </a:solidFill>
            </a:endParaRPr>
          </a:p>
        </p:txBody>
      </p:sp>
      <p:sp>
        <p:nvSpPr>
          <p:cNvPr id="2" name="Title 1">
            <a:extLst>
              <a:ext uri="{FF2B5EF4-FFF2-40B4-BE49-F238E27FC236}">
                <a16:creationId xmlns:a16="http://schemas.microsoft.com/office/drawing/2014/main" id="{0968299B-C422-1510-F32A-0DFF889E93C4}"/>
              </a:ext>
            </a:extLst>
          </p:cNvPr>
          <p:cNvSpPr>
            <a:spLocks noGrp="1"/>
          </p:cNvSpPr>
          <p:nvPr>
            <p:ph type="title"/>
          </p:nvPr>
        </p:nvSpPr>
        <p:spPr>
          <a:xfrm>
            <a:off x="6151338" y="2766217"/>
            <a:ext cx="5822948" cy="1325563"/>
          </a:xfrm>
        </p:spPr>
        <p:txBody>
          <a:bodyPr/>
          <a:lstStyle>
            <a:lvl1pPr algn="ctr">
              <a:defRPr/>
            </a:lvl1pPr>
          </a:lstStyle>
          <a:p>
            <a:r>
              <a:rPr lang="en-US"/>
              <a:t>Click to edit Master title style</a:t>
            </a:r>
            <a:endParaRPr lang="en-MY"/>
          </a:p>
        </p:txBody>
      </p:sp>
      <p:sp>
        <p:nvSpPr>
          <p:cNvPr id="10" name="Footer Placeholder 9">
            <a:extLst>
              <a:ext uri="{FF2B5EF4-FFF2-40B4-BE49-F238E27FC236}">
                <a16:creationId xmlns:a16="http://schemas.microsoft.com/office/drawing/2014/main" id="{37270406-6097-F873-9773-CC94FA23047F}"/>
              </a:ext>
            </a:extLst>
          </p:cNvPr>
          <p:cNvSpPr>
            <a:spLocks noGrp="1"/>
          </p:cNvSpPr>
          <p:nvPr>
            <p:ph type="ftr" sz="quarter" idx="10"/>
          </p:nvPr>
        </p:nvSpPr>
        <p:spPr/>
        <p:txBody>
          <a:bodyPr/>
          <a:lstStyle/>
          <a:p>
            <a:endParaRPr lang="en-MY"/>
          </a:p>
        </p:txBody>
      </p:sp>
      <p:sp>
        <p:nvSpPr>
          <p:cNvPr id="11" name="Slide Number Placeholder 10">
            <a:extLst>
              <a:ext uri="{FF2B5EF4-FFF2-40B4-BE49-F238E27FC236}">
                <a16:creationId xmlns:a16="http://schemas.microsoft.com/office/drawing/2014/main" id="{A4759327-3B5D-3BFA-5CCA-6BD5BACEAD3D}"/>
              </a:ext>
            </a:extLst>
          </p:cNvPr>
          <p:cNvSpPr>
            <a:spLocks noGrp="1"/>
          </p:cNvSpPr>
          <p:nvPr>
            <p:ph type="sldNum" sz="quarter" idx="11"/>
          </p:nvPr>
        </p:nvSpPr>
        <p:spPr/>
        <p:txBody>
          <a:bodyPr/>
          <a:lstStyle/>
          <a:p>
            <a:fld id="{7737D3DD-0AB3-4F16-99FA-6262B2B4036D}" type="slidenum">
              <a:rPr lang="en-MY" smtClean="0"/>
              <a:t>‹#›</a:t>
            </a:fld>
            <a:endParaRPr lang="en-MY"/>
          </a:p>
        </p:txBody>
      </p:sp>
      <p:grpSp>
        <p:nvGrpSpPr>
          <p:cNvPr id="9" name="Group 8">
            <a:extLst>
              <a:ext uri="{FF2B5EF4-FFF2-40B4-BE49-F238E27FC236}">
                <a16:creationId xmlns:a16="http://schemas.microsoft.com/office/drawing/2014/main" id="{CB557F9C-2B1B-1E45-919F-2CBA963082F1}"/>
              </a:ext>
            </a:extLst>
          </p:cNvPr>
          <p:cNvGrpSpPr/>
          <p:nvPr userDrawn="1"/>
        </p:nvGrpSpPr>
        <p:grpSpPr>
          <a:xfrm>
            <a:off x="580088" y="1982368"/>
            <a:ext cx="5265908" cy="2893260"/>
            <a:chOff x="-548507" y="477868"/>
            <a:chExt cx="11570449" cy="6357177"/>
          </a:xfrm>
        </p:grpSpPr>
        <p:sp>
          <p:nvSpPr>
            <p:cNvPr id="14" name="Freeform: Shape 13">
              <a:extLst>
                <a:ext uri="{FF2B5EF4-FFF2-40B4-BE49-F238E27FC236}">
                  <a16:creationId xmlns:a16="http://schemas.microsoft.com/office/drawing/2014/main" id="{6B4D37DD-77A1-3F66-1AB7-0D02A7AA0534}"/>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9939251-1BCB-8F28-4AEB-3F5C698F7844}"/>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76B35D63-3320-AD9B-342D-29A2461E1E90}"/>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1EA1DA0-4667-A070-5433-AD3862F8F012}"/>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31CCFE93-102B-5253-326B-9C14E78024FF}"/>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20" name="Group 19">
              <a:extLst>
                <a:ext uri="{FF2B5EF4-FFF2-40B4-BE49-F238E27FC236}">
                  <a16:creationId xmlns:a16="http://schemas.microsoft.com/office/drawing/2014/main" id="{9271F50C-004D-6614-9952-C20CF9F23F84}"/>
                </a:ext>
              </a:extLst>
            </p:cNvPr>
            <p:cNvGrpSpPr/>
            <p:nvPr/>
          </p:nvGrpSpPr>
          <p:grpSpPr>
            <a:xfrm>
              <a:off x="1606" y="6382978"/>
              <a:ext cx="413937" cy="115242"/>
              <a:chOff x="5955" y="6353672"/>
              <a:chExt cx="413937" cy="115242"/>
            </a:xfrm>
          </p:grpSpPr>
          <p:sp>
            <p:nvSpPr>
              <p:cNvPr id="25" name="Rectangle: Rounded Corners 24">
                <a:extLst>
                  <a:ext uri="{FF2B5EF4-FFF2-40B4-BE49-F238E27FC236}">
                    <a16:creationId xmlns:a16="http://schemas.microsoft.com/office/drawing/2014/main" id="{28837067-0E6E-EBDC-C7A8-86F4033B63D3}"/>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3AC60AB8-5AB3-8260-897B-FB410ACB3FB8}"/>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4D931CFE-A63B-8125-E9D4-949B42E5C546}"/>
                </a:ext>
              </a:extLst>
            </p:cNvPr>
            <p:cNvGrpSpPr/>
            <p:nvPr/>
          </p:nvGrpSpPr>
          <p:grpSpPr>
            <a:xfrm>
              <a:off x="9855291" y="6381600"/>
              <a:ext cx="885989" cy="115242"/>
              <a:chOff x="5955" y="6353672"/>
              <a:chExt cx="413937" cy="115242"/>
            </a:xfrm>
          </p:grpSpPr>
          <p:sp>
            <p:nvSpPr>
              <p:cNvPr id="23" name="Rectangle: Rounded Corners 22">
                <a:extLst>
                  <a:ext uri="{FF2B5EF4-FFF2-40B4-BE49-F238E27FC236}">
                    <a16:creationId xmlns:a16="http://schemas.microsoft.com/office/drawing/2014/main" id="{20BC883D-1639-3A5C-4006-DBE2E6597109}"/>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BBA29C7B-554C-081E-2135-BFC59AE98156}"/>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 name="Freeform: Shape 21">
              <a:extLst>
                <a:ext uri="{FF2B5EF4-FFF2-40B4-BE49-F238E27FC236}">
                  <a16:creationId xmlns:a16="http://schemas.microsoft.com/office/drawing/2014/main" id="{60D7FD87-F429-AB50-CEC1-95CBDAABB01E}"/>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pic>
        <p:nvPicPr>
          <p:cNvPr id="27" name="Picture 26" descr="Logo&#10;&#10;Description automatically generated">
            <a:extLst>
              <a:ext uri="{FF2B5EF4-FFF2-40B4-BE49-F238E27FC236}">
                <a16:creationId xmlns:a16="http://schemas.microsoft.com/office/drawing/2014/main" id="{EBD843B1-0951-A33D-BCC6-E0640022F3A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480437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yout_07">
    <p:bg>
      <p:bgPr>
        <a:solidFill>
          <a:schemeClr val="bg1">
            <a:alpha val="37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228DB6A-3639-804F-5B60-C6592BBF091F}"/>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Footer Placeholder 4">
            <a:extLst>
              <a:ext uri="{FF2B5EF4-FFF2-40B4-BE49-F238E27FC236}">
                <a16:creationId xmlns:a16="http://schemas.microsoft.com/office/drawing/2014/main" id="{C226471F-60E2-4515-0BAA-0DB6D5757165}"/>
              </a:ext>
            </a:extLst>
          </p:cNvPr>
          <p:cNvSpPr>
            <a:spLocks noGrp="1"/>
          </p:cNvSpPr>
          <p:nvPr>
            <p:ph type="ftr" sz="quarter" idx="10"/>
          </p:nvPr>
        </p:nvSpPr>
        <p:spPr/>
        <p:txBody>
          <a:bodyPr/>
          <a:lstStyle/>
          <a:p>
            <a:endParaRPr lang="en-MY"/>
          </a:p>
        </p:txBody>
      </p:sp>
      <p:sp>
        <p:nvSpPr>
          <p:cNvPr id="6" name="Slide Number Placeholder 5">
            <a:extLst>
              <a:ext uri="{FF2B5EF4-FFF2-40B4-BE49-F238E27FC236}">
                <a16:creationId xmlns:a16="http://schemas.microsoft.com/office/drawing/2014/main" id="{CA9885EA-F2ED-0679-F34F-5A78B2C6146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8" name="Picture Placeholder 7">
            <a:extLst>
              <a:ext uri="{FF2B5EF4-FFF2-40B4-BE49-F238E27FC236}">
                <a16:creationId xmlns:a16="http://schemas.microsoft.com/office/drawing/2014/main" id="{89987F70-64EC-CA05-E8A9-766DF9840D38}"/>
              </a:ext>
            </a:extLst>
          </p:cNvPr>
          <p:cNvSpPr>
            <a:spLocks noGrp="1"/>
          </p:cNvSpPr>
          <p:nvPr>
            <p:ph type="pic" sz="quarter" idx="12"/>
          </p:nvPr>
        </p:nvSpPr>
        <p:spPr>
          <a:xfrm>
            <a:off x="1622425" y="833378"/>
            <a:ext cx="8947150" cy="4554638"/>
          </a:xfrm>
        </p:spPr>
        <p:txBody>
          <a:bodyPr/>
          <a:lstStyle/>
          <a:p>
            <a:endParaRPr lang="en-MY"/>
          </a:p>
        </p:txBody>
      </p:sp>
      <p:pic>
        <p:nvPicPr>
          <p:cNvPr id="9" name="Picture 8" descr="Logo&#10;&#10;Description automatically generated">
            <a:extLst>
              <a:ext uri="{FF2B5EF4-FFF2-40B4-BE49-F238E27FC236}">
                <a16:creationId xmlns:a16="http://schemas.microsoft.com/office/drawing/2014/main" id="{FA832A2C-2644-6658-956A-F6CDE4CFC8A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1295942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Layout_07">
    <p:bg>
      <p:bgPr>
        <a:solidFill>
          <a:schemeClr val="bg1">
            <a:alpha val="37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228DB6A-3639-804F-5B60-C6592BBF091F}"/>
              </a:ext>
            </a:extLst>
          </p:cNvPr>
          <p:cNvPicPr>
            <a:picLocks noChangeAspect="1"/>
          </p:cNvPicPr>
          <p:nvPr userDrawn="1"/>
        </p:nvPicPr>
        <p:blipFill>
          <a:blip r:embed="rId2"/>
          <a:stretch>
            <a:fillRect/>
          </a:stretch>
        </p:blipFill>
        <p:spPr>
          <a:xfrm rot="10800000" flipV="1">
            <a:off x="0" y="-29928"/>
            <a:ext cx="12192000" cy="3956927"/>
          </a:xfrm>
          <a:prstGeom prst="rect">
            <a:avLst/>
          </a:prstGeom>
        </p:spPr>
      </p:pic>
      <p:sp>
        <p:nvSpPr>
          <p:cNvPr id="5" name="Footer Placeholder 4">
            <a:extLst>
              <a:ext uri="{FF2B5EF4-FFF2-40B4-BE49-F238E27FC236}">
                <a16:creationId xmlns:a16="http://schemas.microsoft.com/office/drawing/2014/main" id="{C226471F-60E2-4515-0BAA-0DB6D5757165}"/>
              </a:ext>
            </a:extLst>
          </p:cNvPr>
          <p:cNvSpPr>
            <a:spLocks noGrp="1"/>
          </p:cNvSpPr>
          <p:nvPr>
            <p:ph type="ftr" sz="quarter" idx="10"/>
          </p:nvPr>
        </p:nvSpPr>
        <p:spPr/>
        <p:txBody>
          <a:bodyPr/>
          <a:lstStyle/>
          <a:p>
            <a:endParaRPr lang="en-MY"/>
          </a:p>
        </p:txBody>
      </p:sp>
      <p:sp>
        <p:nvSpPr>
          <p:cNvPr id="6" name="Slide Number Placeholder 5">
            <a:extLst>
              <a:ext uri="{FF2B5EF4-FFF2-40B4-BE49-F238E27FC236}">
                <a16:creationId xmlns:a16="http://schemas.microsoft.com/office/drawing/2014/main" id="{CA9885EA-F2ED-0679-F34F-5A78B2C6146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9" name="Rectangle 8">
            <a:extLst>
              <a:ext uri="{FF2B5EF4-FFF2-40B4-BE49-F238E27FC236}">
                <a16:creationId xmlns:a16="http://schemas.microsoft.com/office/drawing/2014/main" id="{6A28F128-2C1E-BF90-7B50-EEA520A8E0D1}"/>
              </a:ext>
            </a:extLst>
          </p:cNvPr>
          <p:cNvSpPr/>
          <p:nvPr userDrawn="1"/>
        </p:nvSpPr>
        <p:spPr>
          <a:xfrm rot="10800000">
            <a:off x="2161479" y="-29927"/>
            <a:ext cx="10024582" cy="59854"/>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0" name="Rectangle 9">
            <a:extLst>
              <a:ext uri="{FF2B5EF4-FFF2-40B4-BE49-F238E27FC236}">
                <a16:creationId xmlns:a16="http://schemas.microsoft.com/office/drawing/2014/main" id="{AB14BB5F-78D4-C98C-F6C3-95F1B716981E}"/>
              </a:ext>
            </a:extLst>
          </p:cNvPr>
          <p:cNvSpPr/>
          <p:nvPr userDrawn="1"/>
        </p:nvSpPr>
        <p:spPr>
          <a:xfrm>
            <a:off x="0" y="-52790"/>
            <a:ext cx="5148943" cy="225287"/>
          </a:xfrm>
          <a:prstGeom prst="rect">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8" name="Picture 7" descr="Logo&#10;&#10;Description automatically generated">
            <a:extLst>
              <a:ext uri="{FF2B5EF4-FFF2-40B4-BE49-F238E27FC236}">
                <a16:creationId xmlns:a16="http://schemas.microsoft.com/office/drawing/2014/main" id="{456F8D6F-4FEB-ED3E-E7ED-26FDD0376D6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2411962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yout_08">
    <p:bg>
      <p:bgPr>
        <a:solidFill>
          <a:srgbClr val="C04C4C"/>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6764FE-4266-9C28-BBAD-0C0CE59F74C2}"/>
              </a:ext>
            </a:extLst>
          </p:cNvPr>
          <p:cNvSpPr/>
          <p:nvPr userDrawn="1"/>
        </p:nvSpPr>
        <p:spPr>
          <a:xfrm>
            <a:off x="0" y="0"/>
            <a:ext cx="12192000" cy="4737100"/>
          </a:xfrm>
          <a:prstGeom prst="rect">
            <a:avLst/>
          </a:prstGeom>
          <a:solidFill>
            <a:schemeClr val="bg1"/>
          </a:solidFill>
          <a:ln>
            <a:noFill/>
          </a:ln>
          <a:effectLst>
            <a:outerShdw blurRad="254000" dist="215900" dir="5400000" sx="98000" sy="98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Footer Placeholder 4">
            <a:extLst>
              <a:ext uri="{FF2B5EF4-FFF2-40B4-BE49-F238E27FC236}">
                <a16:creationId xmlns:a16="http://schemas.microsoft.com/office/drawing/2014/main" id="{C226471F-60E2-4515-0BAA-0DB6D5757165}"/>
              </a:ext>
            </a:extLst>
          </p:cNvPr>
          <p:cNvSpPr>
            <a:spLocks noGrp="1"/>
          </p:cNvSpPr>
          <p:nvPr>
            <p:ph type="ftr" sz="quarter" idx="10"/>
          </p:nvPr>
        </p:nvSpPr>
        <p:spPr/>
        <p:txBody>
          <a:bodyPr/>
          <a:lstStyle/>
          <a:p>
            <a:endParaRPr lang="en-MY"/>
          </a:p>
        </p:txBody>
      </p:sp>
      <p:sp>
        <p:nvSpPr>
          <p:cNvPr id="6" name="Slide Number Placeholder 5">
            <a:extLst>
              <a:ext uri="{FF2B5EF4-FFF2-40B4-BE49-F238E27FC236}">
                <a16:creationId xmlns:a16="http://schemas.microsoft.com/office/drawing/2014/main" id="{CA9885EA-F2ED-0679-F34F-5A78B2C6146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7" name="Title 6">
            <a:extLst>
              <a:ext uri="{FF2B5EF4-FFF2-40B4-BE49-F238E27FC236}">
                <a16:creationId xmlns:a16="http://schemas.microsoft.com/office/drawing/2014/main" id="{46D67C0D-AE8E-41E4-EB71-DE0656956001}"/>
              </a:ext>
            </a:extLst>
          </p:cNvPr>
          <p:cNvSpPr>
            <a:spLocks noGrp="1"/>
          </p:cNvSpPr>
          <p:nvPr>
            <p:ph type="title"/>
          </p:nvPr>
        </p:nvSpPr>
        <p:spPr/>
        <p:txBody>
          <a:bodyPr/>
          <a:lstStyle/>
          <a:p>
            <a:r>
              <a:rPr lang="en-US"/>
              <a:t>Click to edit Master title style</a:t>
            </a:r>
            <a:endParaRPr lang="en-MY"/>
          </a:p>
        </p:txBody>
      </p:sp>
      <p:pic>
        <p:nvPicPr>
          <p:cNvPr id="9" name="Picture 8" descr="Logo&#10;&#10;Description automatically generated">
            <a:extLst>
              <a:ext uri="{FF2B5EF4-FFF2-40B4-BE49-F238E27FC236}">
                <a16:creationId xmlns:a16="http://schemas.microsoft.com/office/drawing/2014/main" id="{C938784C-798A-313F-6BDD-2EEF86FBFD7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10580" y="6338033"/>
            <a:ext cx="1069391" cy="361688"/>
          </a:xfrm>
          <a:prstGeom prst="rect">
            <a:avLst/>
          </a:prstGeom>
        </p:spPr>
      </p:pic>
    </p:spTree>
    <p:extLst>
      <p:ext uri="{BB962C8B-B14F-4D97-AF65-F5344CB8AC3E}">
        <p14:creationId xmlns:p14="http://schemas.microsoft.com/office/powerpoint/2010/main" val="12496405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yout_09">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A40B45C3-8E81-6BAE-010D-9B6CD2D56226}"/>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DA03FB80-B1FC-DDFA-448B-BCE958EA32DE}"/>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10" name="Title 9">
            <a:extLst>
              <a:ext uri="{FF2B5EF4-FFF2-40B4-BE49-F238E27FC236}">
                <a16:creationId xmlns:a16="http://schemas.microsoft.com/office/drawing/2014/main" id="{A81EEF20-E6C8-6C8E-7FE9-279D53479B22}"/>
              </a:ext>
            </a:extLst>
          </p:cNvPr>
          <p:cNvSpPr>
            <a:spLocks noGrp="1"/>
          </p:cNvSpPr>
          <p:nvPr>
            <p:ph type="title"/>
          </p:nvPr>
        </p:nvSpPr>
        <p:spPr/>
        <p:txBody>
          <a:bodyPr/>
          <a:lstStyle/>
          <a:p>
            <a:r>
              <a:rPr lang="en-US"/>
              <a:t>Click to edit Master title style</a:t>
            </a:r>
            <a:endParaRPr lang="en-MY"/>
          </a:p>
        </p:txBody>
      </p:sp>
      <p:sp>
        <p:nvSpPr>
          <p:cNvPr id="12" name="Picture Placeholder 11">
            <a:extLst>
              <a:ext uri="{FF2B5EF4-FFF2-40B4-BE49-F238E27FC236}">
                <a16:creationId xmlns:a16="http://schemas.microsoft.com/office/drawing/2014/main" id="{066CCFD3-9BC4-D4C1-9392-EA327203EA89}"/>
              </a:ext>
            </a:extLst>
          </p:cNvPr>
          <p:cNvSpPr>
            <a:spLocks noGrp="1"/>
          </p:cNvSpPr>
          <p:nvPr>
            <p:ph type="pic" sz="quarter" idx="12"/>
          </p:nvPr>
        </p:nvSpPr>
        <p:spPr>
          <a:xfrm>
            <a:off x="838200" y="1863725"/>
            <a:ext cx="3200400" cy="2939769"/>
          </a:xfrm>
        </p:spPr>
        <p:txBody>
          <a:bodyPr/>
          <a:lstStyle/>
          <a:p>
            <a:endParaRPr lang="en-MY"/>
          </a:p>
        </p:txBody>
      </p:sp>
      <p:sp>
        <p:nvSpPr>
          <p:cNvPr id="14" name="Picture Placeholder 13">
            <a:extLst>
              <a:ext uri="{FF2B5EF4-FFF2-40B4-BE49-F238E27FC236}">
                <a16:creationId xmlns:a16="http://schemas.microsoft.com/office/drawing/2014/main" id="{5EFB77A9-6E81-95F5-77AD-E75BB87A5A77}"/>
              </a:ext>
            </a:extLst>
          </p:cNvPr>
          <p:cNvSpPr>
            <a:spLocks noGrp="1"/>
          </p:cNvSpPr>
          <p:nvPr>
            <p:ph type="pic" sz="quarter" idx="13"/>
          </p:nvPr>
        </p:nvSpPr>
        <p:spPr>
          <a:xfrm>
            <a:off x="4495800" y="1863725"/>
            <a:ext cx="3200400" cy="2939769"/>
          </a:xfrm>
        </p:spPr>
        <p:txBody>
          <a:bodyPr/>
          <a:lstStyle/>
          <a:p>
            <a:endParaRPr lang="en-MY"/>
          </a:p>
        </p:txBody>
      </p:sp>
      <p:sp>
        <p:nvSpPr>
          <p:cNvPr id="16" name="Picture Placeholder 15">
            <a:extLst>
              <a:ext uri="{FF2B5EF4-FFF2-40B4-BE49-F238E27FC236}">
                <a16:creationId xmlns:a16="http://schemas.microsoft.com/office/drawing/2014/main" id="{439127F8-03DB-5D0F-A98C-B82B076E4B38}"/>
              </a:ext>
            </a:extLst>
          </p:cNvPr>
          <p:cNvSpPr>
            <a:spLocks noGrp="1"/>
          </p:cNvSpPr>
          <p:nvPr>
            <p:ph type="pic" sz="quarter" idx="14"/>
          </p:nvPr>
        </p:nvSpPr>
        <p:spPr>
          <a:xfrm>
            <a:off x="8158725" y="1863725"/>
            <a:ext cx="3200400" cy="2939769"/>
          </a:xfrm>
        </p:spPr>
        <p:txBody>
          <a:bodyPr/>
          <a:lstStyle/>
          <a:p>
            <a:endParaRPr lang="en-MY"/>
          </a:p>
        </p:txBody>
      </p:sp>
      <p:pic>
        <p:nvPicPr>
          <p:cNvPr id="11" name="Picture 10" descr="Logo&#10;&#10;Description automatically generated">
            <a:extLst>
              <a:ext uri="{FF2B5EF4-FFF2-40B4-BE49-F238E27FC236}">
                <a16:creationId xmlns:a16="http://schemas.microsoft.com/office/drawing/2014/main" id="{99728D72-5D76-DC8D-B044-63CA42649D7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938016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_10">
    <p:bg>
      <p:bgPr>
        <a:solidFill>
          <a:schemeClr val="bg1">
            <a:alpha val="37000"/>
          </a:schemeClr>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9CEC78F-2030-F657-D94C-EC9916E70239}"/>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8" name="Footer Placeholder 7">
            <a:extLst>
              <a:ext uri="{FF2B5EF4-FFF2-40B4-BE49-F238E27FC236}">
                <a16:creationId xmlns:a16="http://schemas.microsoft.com/office/drawing/2014/main" id="{1D72305A-2320-94A9-D78D-83FAEFAD6021}"/>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F1A13F7E-A796-3E64-A559-FCC5922DB727}"/>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15" name="Picture Placeholder 14">
            <a:extLst>
              <a:ext uri="{FF2B5EF4-FFF2-40B4-BE49-F238E27FC236}">
                <a16:creationId xmlns:a16="http://schemas.microsoft.com/office/drawing/2014/main" id="{1F9FC79A-20DE-55EB-11E3-BAD01F6F979A}"/>
              </a:ext>
            </a:extLst>
          </p:cNvPr>
          <p:cNvSpPr>
            <a:spLocks noGrp="1"/>
          </p:cNvSpPr>
          <p:nvPr>
            <p:ph type="pic" sz="quarter" idx="12"/>
          </p:nvPr>
        </p:nvSpPr>
        <p:spPr>
          <a:xfrm>
            <a:off x="0" y="0"/>
            <a:ext cx="2222500" cy="2036763"/>
          </a:xfrm>
        </p:spPr>
        <p:txBody>
          <a:bodyPr/>
          <a:lstStyle/>
          <a:p>
            <a:endParaRPr lang="en-MY"/>
          </a:p>
        </p:txBody>
      </p:sp>
      <p:sp>
        <p:nvSpPr>
          <p:cNvPr id="17" name="Picture Placeholder 16">
            <a:extLst>
              <a:ext uri="{FF2B5EF4-FFF2-40B4-BE49-F238E27FC236}">
                <a16:creationId xmlns:a16="http://schemas.microsoft.com/office/drawing/2014/main" id="{37AC4A9C-BE82-674B-5A73-6F2F8CA14FAD}"/>
              </a:ext>
            </a:extLst>
          </p:cNvPr>
          <p:cNvSpPr>
            <a:spLocks noGrp="1"/>
          </p:cNvSpPr>
          <p:nvPr>
            <p:ph type="pic" sz="quarter" idx="13"/>
          </p:nvPr>
        </p:nvSpPr>
        <p:spPr>
          <a:xfrm>
            <a:off x="2222200" y="2048338"/>
            <a:ext cx="2222500" cy="2036763"/>
          </a:xfrm>
        </p:spPr>
        <p:txBody>
          <a:bodyPr/>
          <a:lstStyle/>
          <a:p>
            <a:endParaRPr lang="en-MY"/>
          </a:p>
        </p:txBody>
      </p:sp>
      <p:sp>
        <p:nvSpPr>
          <p:cNvPr id="19" name="Picture Placeholder 18">
            <a:extLst>
              <a:ext uri="{FF2B5EF4-FFF2-40B4-BE49-F238E27FC236}">
                <a16:creationId xmlns:a16="http://schemas.microsoft.com/office/drawing/2014/main" id="{FA81B629-0F07-B59C-0408-FD208CA15356}"/>
              </a:ext>
            </a:extLst>
          </p:cNvPr>
          <p:cNvSpPr>
            <a:spLocks noGrp="1"/>
          </p:cNvSpPr>
          <p:nvPr>
            <p:ph type="pic" sz="quarter" idx="14"/>
          </p:nvPr>
        </p:nvSpPr>
        <p:spPr>
          <a:xfrm>
            <a:off x="0" y="4096676"/>
            <a:ext cx="2222500" cy="2036762"/>
          </a:xfrm>
        </p:spPr>
        <p:txBody>
          <a:bodyPr/>
          <a:lstStyle/>
          <a:p>
            <a:endParaRPr lang="en-MY"/>
          </a:p>
        </p:txBody>
      </p:sp>
      <p:sp>
        <p:nvSpPr>
          <p:cNvPr id="20" name="Title 19">
            <a:extLst>
              <a:ext uri="{FF2B5EF4-FFF2-40B4-BE49-F238E27FC236}">
                <a16:creationId xmlns:a16="http://schemas.microsoft.com/office/drawing/2014/main" id="{1C049FB6-D146-812F-7363-6D35184CA511}"/>
              </a:ext>
            </a:extLst>
          </p:cNvPr>
          <p:cNvSpPr>
            <a:spLocks noGrp="1"/>
          </p:cNvSpPr>
          <p:nvPr>
            <p:ph type="title"/>
          </p:nvPr>
        </p:nvSpPr>
        <p:spPr>
          <a:xfrm>
            <a:off x="5370653" y="355599"/>
            <a:ext cx="6642904" cy="1325563"/>
          </a:xfrm>
        </p:spPr>
        <p:txBody>
          <a:bodyPr/>
          <a:lstStyle/>
          <a:p>
            <a:r>
              <a:rPr lang="en-US"/>
              <a:t>Click to edit Master title style</a:t>
            </a:r>
            <a:endParaRPr lang="en-MY"/>
          </a:p>
        </p:txBody>
      </p:sp>
      <p:sp>
        <p:nvSpPr>
          <p:cNvPr id="21" name="Rectangle 20">
            <a:extLst>
              <a:ext uri="{FF2B5EF4-FFF2-40B4-BE49-F238E27FC236}">
                <a16:creationId xmlns:a16="http://schemas.microsoft.com/office/drawing/2014/main" id="{BF6C5D5C-CDCC-C784-973F-88390D45C53B}"/>
              </a:ext>
            </a:extLst>
          </p:cNvPr>
          <p:cNvSpPr/>
          <p:nvPr userDrawn="1"/>
        </p:nvSpPr>
        <p:spPr>
          <a:xfrm rot="10800000">
            <a:off x="2234075" y="7088"/>
            <a:ext cx="2222500" cy="203676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22" name="Rectangle 21">
            <a:extLst>
              <a:ext uri="{FF2B5EF4-FFF2-40B4-BE49-F238E27FC236}">
                <a16:creationId xmlns:a16="http://schemas.microsoft.com/office/drawing/2014/main" id="{ADFD5EF8-AC54-E00C-8C75-712DD23935AA}"/>
              </a:ext>
            </a:extLst>
          </p:cNvPr>
          <p:cNvSpPr/>
          <p:nvPr userDrawn="1"/>
        </p:nvSpPr>
        <p:spPr>
          <a:xfrm rot="10800000">
            <a:off x="0" y="2048637"/>
            <a:ext cx="2222500" cy="203676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23" name="Rectangle 22">
            <a:extLst>
              <a:ext uri="{FF2B5EF4-FFF2-40B4-BE49-F238E27FC236}">
                <a16:creationId xmlns:a16="http://schemas.microsoft.com/office/drawing/2014/main" id="{493DF42E-2BE3-EBA6-205B-2A8268FF878D}"/>
              </a:ext>
            </a:extLst>
          </p:cNvPr>
          <p:cNvSpPr/>
          <p:nvPr userDrawn="1"/>
        </p:nvSpPr>
        <p:spPr>
          <a:xfrm rot="10800000">
            <a:off x="2238562" y="4096676"/>
            <a:ext cx="2222500" cy="203676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12" name="Picture 11" descr="Logo&#10;&#10;Description automatically generated">
            <a:extLst>
              <a:ext uri="{FF2B5EF4-FFF2-40B4-BE49-F238E27FC236}">
                <a16:creationId xmlns:a16="http://schemas.microsoft.com/office/drawing/2014/main" id="{46EDB3BB-164A-CD1A-BF26-D10A4E43D23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872082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yout_11">
    <p:bg>
      <p:bgPr>
        <a:solidFill>
          <a:schemeClr val="bg1">
            <a:alpha val="34000"/>
          </a:schemeClr>
        </a:solidFill>
        <a:effectLst/>
      </p:bgPr>
    </p:bg>
    <p:spTree>
      <p:nvGrpSpPr>
        <p:cNvPr id="1" name=""/>
        <p:cNvGrpSpPr/>
        <p:nvPr/>
      </p:nvGrpSpPr>
      <p:grpSpPr>
        <a:xfrm>
          <a:off x="0" y="0"/>
          <a:ext cx="0" cy="0"/>
          <a:chOff x="0" y="0"/>
          <a:chExt cx="0" cy="0"/>
        </a:xfrm>
      </p:grpSpPr>
      <p:sp>
        <p:nvSpPr>
          <p:cNvPr id="406" name="Rectangle 402">
            <a:extLst>
              <a:ext uri="{FF2B5EF4-FFF2-40B4-BE49-F238E27FC236}">
                <a16:creationId xmlns:a16="http://schemas.microsoft.com/office/drawing/2014/main" id="{20B52243-B80A-3445-8806-0BE94A96B286}"/>
              </a:ext>
            </a:extLst>
          </p:cNvPr>
          <p:cNvSpPr/>
          <p:nvPr userDrawn="1"/>
        </p:nvSpPr>
        <p:spPr>
          <a:xfrm rot="10800000">
            <a:off x="-26938" y="-20387"/>
            <a:ext cx="5402774" cy="6014786"/>
          </a:xfrm>
          <a:custGeom>
            <a:avLst/>
            <a:gdLst>
              <a:gd name="connsiteX0" fmla="*/ 0 w 1854200"/>
              <a:gd name="connsiteY0" fmla="*/ 0 h 5994401"/>
              <a:gd name="connsiteX1" fmla="*/ 1854200 w 1854200"/>
              <a:gd name="connsiteY1" fmla="*/ 0 h 5994401"/>
              <a:gd name="connsiteX2" fmla="*/ 1854200 w 1854200"/>
              <a:gd name="connsiteY2" fmla="*/ 5994401 h 5994401"/>
              <a:gd name="connsiteX3" fmla="*/ 0 w 1854200"/>
              <a:gd name="connsiteY3" fmla="*/ 5994401 h 5994401"/>
              <a:gd name="connsiteX4" fmla="*/ 0 w 1854200"/>
              <a:gd name="connsiteY4" fmla="*/ 0 h 5994401"/>
              <a:gd name="connsiteX0" fmla="*/ 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0 w 4953000"/>
              <a:gd name="connsiteY4" fmla="*/ 12700 h 6007101"/>
              <a:gd name="connsiteX0" fmla="*/ 292100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2921000 w 4953000"/>
              <a:gd name="connsiteY4" fmla="*/ 12700 h 6007101"/>
              <a:gd name="connsiteX0" fmla="*/ 2921000 w 4953000"/>
              <a:gd name="connsiteY0" fmla="*/ 12700 h 6007101"/>
              <a:gd name="connsiteX1" fmla="*/ 4953000 w 4953000"/>
              <a:gd name="connsiteY1" fmla="*/ 0 h 6007101"/>
              <a:gd name="connsiteX2" fmla="*/ 1968500 w 4953000"/>
              <a:gd name="connsiteY2" fmla="*/ 5994401 h 6007101"/>
              <a:gd name="connsiteX3" fmla="*/ 0 w 4953000"/>
              <a:gd name="connsiteY3" fmla="*/ 6007101 h 6007101"/>
              <a:gd name="connsiteX4" fmla="*/ 2921000 w 4953000"/>
              <a:gd name="connsiteY4" fmla="*/ 12700 h 6007101"/>
              <a:gd name="connsiteX0" fmla="*/ 2921000 w 5359400"/>
              <a:gd name="connsiteY0" fmla="*/ 12700 h 6007101"/>
              <a:gd name="connsiteX1" fmla="*/ 4953000 w 5359400"/>
              <a:gd name="connsiteY1" fmla="*/ 0 h 6007101"/>
              <a:gd name="connsiteX2" fmla="*/ 5359400 w 5359400"/>
              <a:gd name="connsiteY2" fmla="*/ 6007101 h 6007101"/>
              <a:gd name="connsiteX3" fmla="*/ 0 w 5359400"/>
              <a:gd name="connsiteY3" fmla="*/ 6007101 h 6007101"/>
              <a:gd name="connsiteX4" fmla="*/ 2921000 w 5359400"/>
              <a:gd name="connsiteY4" fmla="*/ 12700 h 6007101"/>
              <a:gd name="connsiteX0" fmla="*/ 2921000 w 5384800"/>
              <a:gd name="connsiteY0" fmla="*/ 0 h 5994401"/>
              <a:gd name="connsiteX1" fmla="*/ 5384800 w 5384800"/>
              <a:gd name="connsiteY1" fmla="*/ 0 h 5994401"/>
              <a:gd name="connsiteX2" fmla="*/ 5359400 w 5384800"/>
              <a:gd name="connsiteY2" fmla="*/ 5994401 h 5994401"/>
              <a:gd name="connsiteX3" fmla="*/ 0 w 5384800"/>
              <a:gd name="connsiteY3" fmla="*/ 5994401 h 5994401"/>
              <a:gd name="connsiteX4" fmla="*/ 2921000 w 5384800"/>
              <a:gd name="connsiteY4" fmla="*/ 0 h 5994401"/>
              <a:gd name="connsiteX0" fmla="*/ 2921000 w 5384800"/>
              <a:gd name="connsiteY0" fmla="*/ 0 h 6002085"/>
              <a:gd name="connsiteX1" fmla="*/ 5384800 w 5384800"/>
              <a:gd name="connsiteY1" fmla="*/ 0 h 6002085"/>
              <a:gd name="connsiteX2" fmla="*/ 5305612 w 5384800"/>
              <a:gd name="connsiteY2" fmla="*/ 6002085 h 6002085"/>
              <a:gd name="connsiteX3" fmla="*/ 0 w 5384800"/>
              <a:gd name="connsiteY3" fmla="*/ 5994401 h 6002085"/>
              <a:gd name="connsiteX4" fmla="*/ 2921000 w 5384800"/>
              <a:gd name="connsiteY4" fmla="*/ 0 h 6002085"/>
              <a:gd name="connsiteX0" fmla="*/ 2921000 w 5384800"/>
              <a:gd name="connsiteY0" fmla="*/ 0 h 6002085"/>
              <a:gd name="connsiteX1" fmla="*/ 5384800 w 5384800"/>
              <a:gd name="connsiteY1" fmla="*/ 0 h 6002085"/>
              <a:gd name="connsiteX2" fmla="*/ 5374768 w 5384800"/>
              <a:gd name="connsiteY2" fmla="*/ 6002085 h 6002085"/>
              <a:gd name="connsiteX3" fmla="*/ 0 w 5384800"/>
              <a:gd name="connsiteY3" fmla="*/ 5994401 h 6002085"/>
              <a:gd name="connsiteX4" fmla="*/ 2921000 w 5384800"/>
              <a:gd name="connsiteY4" fmla="*/ 0 h 6002085"/>
              <a:gd name="connsiteX0" fmla="*/ 2921000 w 5384800"/>
              <a:gd name="connsiteY0" fmla="*/ 0 h 6002085"/>
              <a:gd name="connsiteX1" fmla="*/ 5384800 w 5384800"/>
              <a:gd name="connsiteY1" fmla="*/ 0 h 6002085"/>
              <a:gd name="connsiteX2" fmla="*/ 5374768 w 5384800"/>
              <a:gd name="connsiteY2" fmla="*/ 6002085 h 6002085"/>
              <a:gd name="connsiteX3" fmla="*/ 0 w 5384800"/>
              <a:gd name="connsiteY3" fmla="*/ 5994401 h 6002085"/>
              <a:gd name="connsiteX4" fmla="*/ 2921000 w 5384800"/>
              <a:gd name="connsiteY4" fmla="*/ 0 h 6002085"/>
              <a:gd name="connsiteX0" fmla="*/ 2899735 w 5384800"/>
              <a:gd name="connsiteY0" fmla="*/ 7074 h 6002085"/>
              <a:gd name="connsiteX1" fmla="*/ 5384800 w 5384800"/>
              <a:gd name="connsiteY1" fmla="*/ 0 h 6002085"/>
              <a:gd name="connsiteX2" fmla="*/ 5374768 w 5384800"/>
              <a:gd name="connsiteY2" fmla="*/ 6002085 h 6002085"/>
              <a:gd name="connsiteX3" fmla="*/ 0 w 5384800"/>
              <a:gd name="connsiteY3" fmla="*/ 5994401 h 6002085"/>
              <a:gd name="connsiteX4" fmla="*/ 2899735 w 5384800"/>
              <a:gd name="connsiteY4" fmla="*/ 7074 h 6002085"/>
              <a:gd name="connsiteX0" fmla="*/ 2899735 w 5391888"/>
              <a:gd name="connsiteY0" fmla="*/ 7074 h 6002085"/>
              <a:gd name="connsiteX1" fmla="*/ 5391888 w 5391888"/>
              <a:gd name="connsiteY1" fmla="*/ 0 h 6002085"/>
              <a:gd name="connsiteX2" fmla="*/ 5374768 w 5391888"/>
              <a:gd name="connsiteY2" fmla="*/ 6002085 h 6002085"/>
              <a:gd name="connsiteX3" fmla="*/ 0 w 5391888"/>
              <a:gd name="connsiteY3" fmla="*/ 5994401 h 6002085"/>
              <a:gd name="connsiteX4" fmla="*/ 2899735 w 5391888"/>
              <a:gd name="connsiteY4" fmla="*/ 7074 h 6002085"/>
              <a:gd name="connsiteX0" fmla="*/ 2910621 w 5402774"/>
              <a:gd name="connsiteY0" fmla="*/ 7074 h 6002085"/>
              <a:gd name="connsiteX1" fmla="*/ 5402774 w 5402774"/>
              <a:gd name="connsiteY1" fmla="*/ 0 h 6002085"/>
              <a:gd name="connsiteX2" fmla="*/ 5385654 w 5402774"/>
              <a:gd name="connsiteY2" fmla="*/ 6002085 h 6002085"/>
              <a:gd name="connsiteX3" fmla="*/ 0 w 5402774"/>
              <a:gd name="connsiteY3" fmla="*/ 5983539 h 6002085"/>
              <a:gd name="connsiteX4" fmla="*/ 2910621 w 5402774"/>
              <a:gd name="connsiteY4" fmla="*/ 7074 h 6002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2774" h="6002085">
                <a:moveTo>
                  <a:pt x="2910621" y="7074"/>
                </a:moveTo>
                <a:lnTo>
                  <a:pt x="5402774" y="0"/>
                </a:lnTo>
                <a:cubicBezTo>
                  <a:pt x="5397067" y="2000695"/>
                  <a:pt x="5391361" y="4001390"/>
                  <a:pt x="5385654" y="6002085"/>
                </a:cubicBezTo>
                <a:lnTo>
                  <a:pt x="0" y="5983539"/>
                </a:lnTo>
                <a:lnTo>
                  <a:pt x="2910621" y="7074"/>
                </a:lnTo>
                <a:close/>
              </a:path>
            </a:pathLst>
          </a:custGeom>
          <a:gradFill flip="none" rotWithShape="1">
            <a:gsLst>
              <a:gs pos="92697">
                <a:schemeClr val="tx2">
                  <a:lumMod val="90000"/>
                  <a:lumOff val="10000"/>
                </a:schemeClr>
              </a:gs>
              <a:gs pos="0">
                <a:schemeClr val="tx2">
                  <a:lumMod val="90000"/>
                  <a:lumOff val="10000"/>
                </a:schemeClr>
              </a:gs>
              <a:gs pos="0">
                <a:schemeClr val="tx2">
                  <a:lumMod val="90000"/>
                  <a:lumOff val="10000"/>
                </a:schemeClr>
              </a:gs>
              <a:gs pos="0">
                <a:schemeClr val="tx2">
                  <a:lumMod val="75000"/>
                  <a:lumOff val="25000"/>
                </a:schemeClr>
              </a:gs>
              <a:gs pos="0">
                <a:schemeClr val="tx1">
                  <a:lumMod val="50000"/>
                  <a:lumOff val="50000"/>
                </a:schemeClr>
              </a:gs>
            </a:gsLst>
            <a:lin ang="5400000" scaled="1"/>
            <a:tileRect/>
          </a:gradFill>
          <a:ln>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2" name="Title 1">
            <a:extLst>
              <a:ext uri="{FF2B5EF4-FFF2-40B4-BE49-F238E27FC236}">
                <a16:creationId xmlns:a16="http://schemas.microsoft.com/office/drawing/2014/main" id="{0A9964C8-A175-D7AF-3FA4-B94E39C6FA6A}"/>
              </a:ext>
            </a:extLst>
          </p:cNvPr>
          <p:cNvSpPr>
            <a:spLocks noGrp="1"/>
          </p:cNvSpPr>
          <p:nvPr>
            <p:ph type="title"/>
          </p:nvPr>
        </p:nvSpPr>
        <p:spPr>
          <a:xfrm>
            <a:off x="5177642" y="863600"/>
            <a:ext cx="6602409" cy="1325563"/>
          </a:xfrm>
        </p:spPr>
        <p:txBody>
          <a:bodyPr/>
          <a:lstStyle>
            <a:lvl1pPr algn="l">
              <a:defRPr/>
            </a:lvl1pPr>
          </a:lstStyle>
          <a:p>
            <a:r>
              <a:rPr lang="en-US"/>
              <a:t>Click to edit Master title style</a:t>
            </a:r>
            <a:endParaRPr lang="en-MY"/>
          </a:p>
        </p:txBody>
      </p:sp>
      <p:sp>
        <p:nvSpPr>
          <p:cNvPr id="7" name="Footer Placeholder 6">
            <a:extLst>
              <a:ext uri="{FF2B5EF4-FFF2-40B4-BE49-F238E27FC236}">
                <a16:creationId xmlns:a16="http://schemas.microsoft.com/office/drawing/2014/main" id="{218BB686-D3F9-1D8F-D64E-90E02ADE7149}"/>
              </a:ext>
            </a:extLst>
          </p:cNvPr>
          <p:cNvSpPr>
            <a:spLocks noGrp="1"/>
          </p:cNvSpPr>
          <p:nvPr>
            <p:ph type="ftr" sz="quarter" idx="10"/>
          </p:nvPr>
        </p:nvSpPr>
        <p:spPr/>
        <p:txBody>
          <a:bodyPr/>
          <a:lstStyle/>
          <a:p>
            <a:endParaRPr lang="en-MY"/>
          </a:p>
        </p:txBody>
      </p:sp>
      <p:sp>
        <p:nvSpPr>
          <p:cNvPr id="8" name="Slide Number Placeholder 7">
            <a:extLst>
              <a:ext uri="{FF2B5EF4-FFF2-40B4-BE49-F238E27FC236}">
                <a16:creationId xmlns:a16="http://schemas.microsoft.com/office/drawing/2014/main" id="{6920BB4C-A1BB-9467-1FED-1640114B7ECB}"/>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403" name="Rectangle 402">
            <a:extLst>
              <a:ext uri="{FF2B5EF4-FFF2-40B4-BE49-F238E27FC236}">
                <a16:creationId xmlns:a16="http://schemas.microsoft.com/office/drawing/2014/main" id="{6A000B49-9D64-40CD-6D5C-B6D3C3A05783}"/>
              </a:ext>
            </a:extLst>
          </p:cNvPr>
          <p:cNvSpPr/>
          <p:nvPr userDrawn="1"/>
        </p:nvSpPr>
        <p:spPr>
          <a:xfrm rot="10800000">
            <a:off x="589750" y="-12702"/>
            <a:ext cx="4953000" cy="6007101"/>
          </a:xfrm>
          <a:custGeom>
            <a:avLst/>
            <a:gdLst>
              <a:gd name="connsiteX0" fmla="*/ 0 w 1854200"/>
              <a:gd name="connsiteY0" fmla="*/ 0 h 5994401"/>
              <a:gd name="connsiteX1" fmla="*/ 1854200 w 1854200"/>
              <a:gd name="connsiteY1" fmla="*/ 0 h 5994401"/>
              <a:gd name="connsiteX2" fmla="*/ 1854200 w 1854200"/>
              <a:gd name="connsiteY2" fmla="*/ 5994401 h 5994401"/>
              <a:gd name="connsiteX3" fmla="*/ 0 w 1854200"/>
              <a:gd name="connsiteY3" fmla="*/ 5994401 h 5994401"/>
              <a:gd name="connsiteX4" fmla="*/ 0 w 1854200"/>
              <a:gd name="connsiteY4" fmla="*/ 0 h 5994401"/>
              <a:gd name="connsiteX0" fmla="*/ 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0 w 4953000"/>
              <a:gd name="connsiteY4" fmla="*/ 12700 h 6007101"/>
              <a:gd name="connsiteX0" fmla="*/ 292100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2921000 w 4953000"/>
              <a:gd name="connsiteY4" fmla="*/ 12700 h 6007101"/>
              <a:gd name="connsiteX0" fmla="*/ 2921000 w 4953000"/>
              <a:gd name="connsiteY0" fmla="*/ 12700 h 6007101"/>
              <a:gd name="connsiteX1" fmla="*/ 4953000 w 4953000"/>
              <a:gd name="connsiteY1" fmla="*/ 0 h 6007101"/>
              <a:gd name="connsiteX2" fmla="*/ 1968500 w 4953000"/>
              <a:gd name="connsiteY2" fmla="*/ 5994401 h 6007101"/>
              <a:gd name="connsiteX3" fmla="*/ 0 w 4953000"/>
              <a:gd name="connsiteY3" fmla="*/ 6007101 h 6007101"/>
              <a:gd name="connsiteX4" fmla="*/ 2921000 w 4953000"/>
              <a:gd name="connsiteY4" fmla="*/ 12700 h 6007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0" h="6007101">
                <a:moveTo>
                  <a:pt x="2921000" y="12700"/>
                </a:moveTo>
                <a:lnTo>
                  <a:pt x="4953000" y="0"/>
                </a:lnTo>
                <a:lnTo>
                  <a:pt x="1968500" y="5994401"/>
                </a:lnTo>
                <a:lnTo>
                  <a:pt x="0" y="6007101"/>
                </a:lnTo>
                <a:lnTo>
                  <a:pt x="2921000" y="12700"/>
                </a:lnTo>
                <a:close/>
              </a:path>
            </a:pathLst>
          </a:custGeom>
          <a:solidFill>
            <a:srgbClr val="C04C4C"/>
          </a:solidFill>
          <a:ln>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grpSp>
        <p:nvGrpSpPr>
          <p:cNvPr id="407" name="Group 406">
            <a:extLst>
              <a:ext uri="{FF2B5EF4-FFF2-40B4-BE49-F238E27FC236}">
                <a16:creationId xmlns:a16="http://schemas.microsoft.com/office/drawing/2014/main" id="{E3D9D7C3-250B-C66B-DB51-0E6C7E10BD02}"/>
              </a:ext>
            </a:extLst>
          </p:cNvPr>
          <p:cNvGrpSpPr/>
          <p:nvPr userDrawn="1"/>
        </p:nvGrpSpPr>
        <p:grpSpPr>
          <a:xfrm>
            <a:off x="1433777" y="5528221"/>
            <a:ext cx="613993" cy="75107"/>
            <a:chOff x="-1587" y="4763"/>
            <a:chExt cx="300037" cy="42862"/>
          </a:xfrm>
          <a:solidFill>
            <a:schemeClr val="bg1"/>
          </a:solidFill>
        </p:grpSpPr>
        <p:sp>
          <p:nvSpPr>
            <p:cNvPr id="408" name="Oval 13">
              <a:extLst>
                <a:ext uri="{FF2B5EF4-FFF2-40B4-BE49-F238E27FC236}">
                  <a16:creationId xmlns:a16="http://schemas.microsoft.com/office/drawing/2014/main" id="{EFF050FE-D3FD-BAE4-B33F-FCD8ABD26715}"/>
                </a:ext>
              </a:extLst>
            </p:cNvPr>
            <p:cNvSpPr>
              <a:spLocks noChangeArrowheads="1"/>
            </p:cNvSpPr>
            <p:nvPr/>
          </p:nvSpPr>
          <p:spPr bwMode="auto">
            <a:xfrm>
              <a:off x="-1587"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409" name="Oval 14">
              <a:extLst>
                <a:ext uri="{FF2B5EF4-FFF2-40B4-BE49-F238E27FC236}">
                  <a16:creationId xmlns:a16="http://schemas.microsoft.com/office/drawing/2014/main" id="{87630A76-4060-4BB0-EF18-A53082D0D8A0}"/>
                </a:ext>
              </a:extLst>
            </p:cNvPr>
            <p:cNvSpPr>
              <a:spLocks noChangeArrowheads="1"/>
            </p:cNvSpPr>
            <p:nvPr/>
          </p:nvSpPr>
          <p:spPr bwMode="auto">
            <a:xfrm>
              <a:off x="85725"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410" name="Oval 15">
              <a:extLst>
                <a:ext uri="{FF2B5EF4-FFF2-40B4-BE49-F238E27FC236}">
                  <a16:creationId xmlns:a16="http://schemas.microsoft.com/office/drawing/2014/main" id="{46B2C827-42B9-DBEC-F22A-F17CC0C8A77B}"/>
                </a:ext>
              </a:extLst>
            </p:cNvPr>
            <p:cNvSpPr>
              <a:spLocks noChangeArrowheads="1"/>
            </p:cNvSpPr>
            <p:nvPr/>
          </p:nvSpPr>
          <p:spPr bwMode="auto">
            <a:xfrm>
              <a:off x="171450"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411" name="Oval 16">
              <a:extLst>
                <a:ext uri="{FF2B5EF4-FFF2-40B4-BE49-F238E27FC236}">
                  <a16:creationId xmlns:a16="http://schemas.microsoft.com/office/drawing/2014/main" id="{B59EBCEA-4042-970A-98AD-2F36CD31C175}"/>
                </a:ext>
              </a:extLst>
            </p:cNvPr>
            <p:cNvSpPr>
              <a:spLocks noChangeArrowheads="1"/>
            </p:cNvSpPr>
            <p:nvPr/>
          </p:nvSpPr>
          <p:spPr bwMode="auto">
            <a:xfrm>
              <a:off x="261938"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412" name="Rectangle 402">
            <a:extLst>
              <a:ext uri="{FF2B5EF4-FFF2-40B4-BE49-F238E27FC236}">
                <a16:creationId xmlns:a16="http://schemas.microsoft.com/office/drawing/2014/main" id="{673165B6-3265-E64F-D897-23F76C1FB9DB}"/>
              </a:ext>
            </a:extLst>
          </p:cNvPr>
          <p:cNvSpPr/>
          <p:nvPr userDrawn="1"/>
        </p:nvSpPr>
        <p:spPr>
          <a:xfrm rot="10800000">
            <a:off x="2231874" y="4927332"/>
            <a:ext cx="1150304" cy="1395112"/>
          </a:xfrm>
          <a:custGeom>
            <a:avLst/>
            <a:gdLst>
              <a:gd name="connsiteX0" fmla="*/ 0 w 1854200"/>
              <a:gd name="connsiteY0" fmla="*/ 0 h 5994401"/>
              <a:gd name="connsiteX1" fmla="*/ 1854200 w 1854200"/>
              <a:gd name="connsiteY1" fmla="*/ 0 h 5994401"/>
              <a:gd name="connsiteX2" fmla="*/ 1854200 w 1854200"/>
              <a:gd name="connsiteY2" fmla="*/ 5994401 h 5994401"/>
              <a:gd name="connsiteX3" fmla="*/ 0 w 1854200"/>
              <a:gd name="connsiteY3" fmla="*/ 5994401 h 5994401"/>
              <a:gd name="connsiteX4" fmla="*/ 0 w 1854200"/>
              <a:gd name="connsiteY4" fmla="*/ 0 h 5994401"/>
              <a:gd name="connsiteX0" fmla="*/ 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0 w 4953000"/>
              <a:gd name="connsiteY4" fmla="*/ 12700 h 6007101"/>
              <a:gd name="connsiteX0" fmla="*/ 292100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2921000 w 4953000"/>
              <a:gd name="connsiteY4" fmla="*/ 12700 h 6007101"/>
              <a:gd name="connsiteX0" fmla="*/ 2921000 w 4953000"/>
              <a:gd name="connsiteY0" fmla="*/ 12700 h 6007101"/>
              <a:gd name="connsiteX1" fmla="*/ 4953000 w 4953000"/>
              <a:gd name="connsiteY1" fmla="*/ 0 h 6007101"/>
              <a:gd name="connsiteX2" fmla="*/ 1968500 w 4953000"/>
              <a:gd name="connsiteY2" fmla="*/ 5994401 h 6007101"/>
              <a:gd name="connsiteX3" fmla="*/ 0 w 4953000"/>
              <a:gd name="connsiteY3" fmla="*/ 6007101 h 6007101"/>
              <a:gd name="connsiteX4" fmla="*/ 2921000 w 4953000"/>
              <a:gd name="connsiteY4" fmla="*/ 12700 h 6007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0" h="6007101">
                <a:moveTo>
                  <a:pt x="2921000" y="12700"/>
                </a:moveTo>
                <a:lnTo>
                  <a:pt x="4953000" y="0"/>
                </a:lnTo>
                <a:lnTo>
                  <a:pt x="1968500" y="5994401"/>
                </a:lnTo>
                <a:lnTo>
                  <a:pt x="0" y="6007101"/>
                </a:lnTo>
                <a:lnTo>
                  <a:pt x="2921000" y="1270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4" name="Picture Placeholder 2">
            <a:extLst>
              <a:ext uri="{FF2B5EF4-FFF2-40B4-BE49-F238E27FC236}">
                <a16:creationId xmlns:a16="http://schemas.microsoft.com/office/drawing/2014/main" id="{ED6BC3D2-2522-41DF-7A30-2E8260076555}"/>
              </a:ext>
            </a:extLst>
          </p:cNvPr>
          <p:cNvSpPr>
            <a:spLocks noGrp="1"/>
          </p:cNvSpPr>
          <p:nvPr>
            <p:ph type="pic" sz="quarter" idx="13"/>
          </p:nvPr>
        </p:nvSpPr>
        <p:spPr>
          <a:xfrm>
            <a:off x="68665" y="921703"/>
            <a:ext cx="4459468" cy="4278630"/>
          </a:xfrm>
          <a:custGeom>
            <a:avLst/>
            <a:gdLst>
              <a:gd name="connsiteX0" fmla="*/ 0 w 2905125"/>
              <a:gd name="connsiteY0" fmla="*/ 4278630 h 4278630"/>
              <a:gd name="connsiteX1" fmla="*/ 1053834 w 2905125"/>
              <a:gd name="connsiteY1" fmla="*/ 0 h 4278630"/>
              <a:gd name="connsiteX2" fmla="*/ 2905125 w 2905125"/>
              <a:gd name="connsiteY2" fmla="*/ 0 h 4278630"/>
              <a:gd name="connsiteX3" fmla="*/ 1851291 w 2905125"/>
              <a:gd name="connsiteY3" fmla="*/ 4278630 h 4278630"/>
              <a:gd name="connsiteX4" fmla="*/ 0 w 2905125"/>
              <a:gd name="connsiteY4" fmla="*/ 4278630 h 4278630"/>
              <a:gd name="connsiteX0" fmla="*/ 0 w 4065185"/>
              <a:gd name="connsiteY0" fmla="*/ 4278630 h 4278630"/>
              <a:gd name="connsiteX1" fmla="*/ 2213894 w 4065185"/>
              <a:gd name="connsiteY1" fmla="*/ 0 h 4278630"/>
              <a:gd name="connsiteX2" fmla="*/ 4065185 w 4065185"/>
              <a:gd name="connsiteY2" fmla="*/ 0 h 4278630"/>
              <a:gd name="connsiteX3" fmla="*/ 3011351 w 4065185"/>
              <a:gd name="connsiteY3" fmla="*/ 4278630 h 4278630"/>
              <a:gd name="connsiteX4" fmla="*/ 0 w 4065185"/>
              <a:gd name="connsiteY4" fmla="*/ 4278630 h 4278630"/>
              <a:gd name="connsiteX0" fmla="*/ 0 w 4065185"/>
              <a:gd name="connsiteY0" fmla="*/ 4278630 h 4278630"/>
              <a:gd name="connsiteX1" fmla="*/ 997490 w 4065185"/>
              <a:gd name="connsiteY1" fmla="*/ 0 h 4278630"/>
              <a:gd name="connsiteX2" fmla="*/ 4065185 w 4065185"/>
              <a:gd name="connsiteY2" fmla="*/ 0 h 4278630"/>
              <a:gd name="connsiteX3" fmla="*/ 3011351 w 4065185"/>
              <a:gd name="connsiteY3" fmla="*/ 4278630 h 4278630"/>
              <a:gd name="connsiteX4" fmla="*/ 0 w 4065185"/>
              <a:gd name="connsiteY4" fmla="*/ 4278630 h 4278630"/>
              <a:gd name="connsiteX0" fmla="*/ 0 w 4065185"/>
              <a:gd name="connsiteY0" fmla="*/ 4278630 h 4278630"/>
              <a:gd name="connsiteX1" fmla="*/ 997490 w 4065185"/>
              <a:gd name="connsiteY1" fmla="*/ 0 h 4278630"/>
              <a:gd name="connsiteX2" fmla="*/ 4065185 w 4065185"/>
              <a:gd name="connsiteY2" fmla="*/ 0 h 4278630"/>
              <a:gd name="connsiteX3" fmla="*/ 2432510 w 4065185"/>
              <a:gd name="connsiteY3" fmla="*/ 4270241 h 4278630"/>
              <a:gd name="connsiteX4" fmla="*/ 0 w 4065185"/>
              <a:gd name="connsiteY4" fmla="*/ 4278630 h 4278630"/>
              <a:gd name="connsiteX0" fmla="*/ 0 w 4442690"/>
              <a:gd name="connsiteY0" fmla="*/ 4278630 h 4278630"/>
              <a:gd name="connsiteX1" fmla="*/ 997490 w 4442690"/>
              <a:gd name="connsiteY1" fmla="*/ 0 h 4278630"/>
              <a:gd name="connsiteX2" fmla="*/ 4442690 w 4442690"/>
              <a:gd name="connsiteY2" fmla="*/ 16778 h 4278630"/>
              <a:gd name="connsiteX3" fmla="*/ 2432510 w 4442690"/>
              <a:gd name="connsiteY3" fmla="*/ 4270241 h 4278630"/>
              <a:gd name="connsiteX4" fmla="*/ 0 w 4442690"/>
              <a:gd name="connsiteY4" fmla="*/ 4278630 h 4278630"/>
              <a:gd name="connsiteX0" fmla="*/ 0 w 4442690"/>
              <a:gd name="connsiteY0" fmla="*/ 4278630 h 4278630"/>
              <a:gd name="connsiteX1" fmla="*/ 997490 w 4442690"/>
              <a:gd name="connsiteY1" fmla="*/ 0 h 4278630"/>
              <a:gd name="connsiteX2" fmla="*/ 4442690 w 4442690"/>
              <a:gd name="connsiteY2" fmla="*/ 16778 h 4278630"/>
              <a:gd name="connsiteX3" fmla="*/ 2432510 w 4442690"/>
              <a:gd name="connsiteY3" fmla="*/ 4270241 h 4278630"/>
              <a:gd name="connsiteX4" fmla="*/ 0 w 4442690"/>
              <a:gd name="connsiteY4" fmla="*/ 4278630 h 4278630"/>
              <a:gd name="connsiteX0" fmla="*/ 0 w 4375578"/>
              <a:gd name="connsiteY0" fmla="*/ 4278630 h 4278630"/>
              <a:gd name="connsiteX1" fmla="*/ 997490 w 4375578"/>
              <a:gd name="connsiteY1" fmla="*/ 0 h 4278630"/>
              <a:gd name="connsiteX2" fmla="*/ 4375578 w 4375578"/>
              <a:gd name="connsiteY2" fmla="*/ 8389 h 4278630"/>
              <a:gd name="connsiteX3" fmla="*/ 2432510 w 4375578"/>
              <a:gd name="connsiteY3" fmla="*/ 4270241 h 4278630"/>
              <a:gd name="connsiteX4" fmla="*/ 0 w 4375578"/>
              <a:gd name="connsiteY4" fmla="*/ 4278630 h 4278630"/>
              <a:gd name="connsiteX0" fmla="*/ 0 w 4459468"/>
              <a:gd name="connsiteY0" fmla="*/ 4278630 h 4278630"/>
              <a:gd name="connsiteX1" fmla="*/ 997490 w 4459468"/>
              <a:gd name="connsiteY1" fmla="*/ 0 h 4278630"/>
              <a:gd name="connsiteX2" fmla="*/ 4459468 w 4459468"/>
              <a:gd name="connsiteY2" fmla="*/ 0 h 4278630"/>
              <a:gd name="connsiteX3" fmla="*/ 2432510 w 4459468"/>
              <a:gd name="connsiteY3" fmla="*/ 4270241 h 4278630"/>
              <a:gd name="connsiteX4" fmla="*/ 0 w 4459468"/>
              <a:gd name="connsiteY4" fmla="*/ 4278630 h 4278630"/>
              <a:gd name="connsiteX0" fmla="*/ 0 w 4459468"/>
              <a:gd name="connsiteY0" fmla="*/ 4278630 h 4278630"/>
              <a:gd name="connsiteX1" fmla="*/ 2130004 w 4459468"/>
              <a:gd name="connsiteY1" fmla="*/ 0 h 4278630"/>
              <a:gd name="connsiteX2" fmla="*/ 4459468 w 4459468"/>
              <a:gd name="connsiteY2" fmla="*/ 0 h 4278630"/>
              <a:gd name="connsiteX3" fmla="*/ 2432510 w 4459468"/>
              <a:gd name="connsiteY3" fmla="*/ 4270241 h 4278630"/>
              <a:gd name="connsiteX4" fmla="*/ 0 w 4459468"/>
              <a:gd name="connsiteY4" fmla="*/ 4278630 h 4278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9468" h="4278630">
                <a:moveTo>
                  <a:pt x="0" y="4278630"/>
                </a:moveTo>
                <a:lnTo>
                  <a:pt x="2130004" y="0"/>
                </a:lnTo>
                <a:lnTo>
                  <a:pt x="4459468" y="0"/>
                </a:lnTo>
                <a:lnTo>
                  <a:pt x="2432510" y="4270241"/>
                </a:lnTo>
                <a:lnTo>
                  <a:pt x="0" y="4278630"/>
                </a:lnTo>
                <a:close/>
              </a:path>
            </a:pathLst>
          </a:custGeom>
        </p:spPr>
        <p:txBody>
          <a:bodyPr/>
          <a:lstStyle/>
          <a:p>
            <a:endParaRPr lang="en-MY"/>
          </a:p>
        </p:txBody>
      </p:sp>
      <p:pic>
        <p:nvPicPr>
          <p:cNvPr id="15" name="Picture 14" descr="Logo&#10;&#10;Description automatically generated">
            <a:extLst>
              <a:ext uri="{FF2B5EF4-FFF2-40B4-BE49-F238E27FC236}">
                <a16:creationId xmlns:a16="http://schemas.microsoft.com/office/drawing/2014/main" id="{12B52E9B-EBD9-59E5-FD4A-F852C1B6F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6666444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_layout_01">
    <p:bg>
      <p:bgPr>
        <a:solidFill>
          <a:srgbClr val="C04C4C"/>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597D312-FCF4-DE33-A475-5EF12430433B}"/>
              </a:ext>
            </a:extLst>
          </p:cNvPr>
          <p:cNvSpPr>
            <a:spLocks noGrp="1"/>
          </p:cNvSpPr>
          <p:nvPr>
            <p:ph type="ftr" sz="quarter" idx="10"/>
          </p:nvPr>
        </p:nvSpPr>
        <p:spPr/>
        <p:txBody>
          <a:bodyPr/>
          <a:lstStyle/>
          <a:p>
            <a:endParaRPr lang="en-MY" dirty="0"/>
          </a:p>
        </p:txBody>
      </p:sp>
      <p:sp>
        <p:nvSpPr>
          <p:cNvPr id="4" name="Slide Number Placeholder 3">
            <a:extLst>
              <a:ext uri="{FF2B5EF4-FFF2-40B4-BE49-F238E27FC236}">
                <a16:creationId xmlns:a16="http://schemas.microsoft.com/office/drawing/2014/main" id="{D2C172CD-6881-B6F2-739F-2CB7D2B50239}"/>
              </a:ext>
            </a:extLst>
          </p:cNvPr>
          <p:cNvSpPr>
            <a:spLocks noGrp="1"/>
          </p:cNvSpPr>
          <p:nvPr>
            <p:ph type="sldNum" sz="quarter" idx="11"/>
          </p:nvPr>
        </p:nvSpPr>
        <p:spPr/>
        <p:txBody>
          <a:bodyPr/>
          <a:lstStyle/>
          <a:p>
            <a:fld id="{7737D3DD-0AB3-4F16-99FA-6262B2B4036D}" type="slidenum">
              <a:rPr lang="en-MY" smtClean="0"/>
              <a:pPr/>
              <a:t>‹#›</a:t>
            </a:fld>
            <a:endParaRPr lang="en-MY" dirty="0"/>
          </a:p>
        </p:txBody>
      </p:sp>
      <p:sp>
        <p:nvSpPr>
          <p:cNvPr id="5" name="Rectangle 4">
            <a:extLst>
              <a:ext uri="{FF2B5EF4-FFF2-40B4-BE49-F238E27FC236}">
                <a16:creationId xmlns:a16="http://schemas.microsoft.com/office/drawing/2014/main" id="{0569989E-F336-675A-C17F-6BEC4980C6E2}"/>
              </a:ext>
            </a:extLst>
          </p:cNvPr>
          <p:cNvSpPr/>
          <p:nvPr userDrawn="1"/>
        </p:nvSpPr>
        <p:spPr>
          <a:xfrm>
            <a:off x="0" y="-1"/>
            <a:ext cx="12192000" cy="685800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7" name="Picture 6">
            <a:extLst>
              <a:ext uri="{FF2B5EF4-FFF2-40B4-BE49-F238E27FC236}">
                <a16:creationId xmlns:a16="http://schemas.microsoft.com/office/drawing/2014/main" id="{A2B09A61-C8B8-77A3-B50F-C473B78F17E2}"/>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9" name="Freeform 88">
            <a:extLst>
              <a:ext uri="{FF2B5EF4-FFF2-40B4-BE49-F238E27FC236}">
                <a16:creationId xmlns:a16="http://schemas.microsoft.com/office/drawing/2014/main" id="{B895953F-CAF8-92F3-1EC5-F97B90F9D599}"/>
              </a:ext>
            </a:extLst>
          </p:cNvPr>
          <p:cNvSpPr>
            <a:spLocks noEditPoints="1"/>
          </p:cNvSpPr>
          <p:nvPr userDrawn="1"/>
        </p:nvSpPr>
        <p:spPr bwMode="auto">
          <a:xfrm rot="13500000">
            <a:off x="8565369" y="-3309433"/>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8">
            <a:extLst>
              <a:ext uri="{FF2B5EF4-FFF2-40B4-BE49-F238E27FC236}">
                <a16:creationId xmlns:a16="http://schemas.microsoft.com/office/drawing/2014/main" id="{063183E8-ED2B-748E-7754-13955CBFDBE0}"/>
              </a:ext>
            </a:extLst>
          </p:cNvPr>
          <p:cNvSpPr>
            <a:spLocks noEditPoints="1"/>
          </p:cNvSpPr>
          <p:nvPr userDrawn="1"/>
        </p:nvSpPr>
        <p:spPr bwMode="auto">
          <a:xfrm rot="1408779">
            <a:off x="6843673" y="-6248482"/>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Picture Placeholder 2">
            <a:extLst>
              <a:ext uri="{FF2B5EF4-FFF2-40B4-BE49-F238E27FC236}">
                <a16:creationId xmlns:a16="http://schemas.microsoft.com/office/drawing/2014/main" id="{070865CC-7406-8BF6-F1B8-F40A463E721C}"/>
              </a:ext>
            </a:extLst>
          </p:cNvPr>
          <p:cNvSpPr>
            <a:spLocks noGrp="1"/>
          </p:cNvSpPr>
          <p:nvPr>
            <p:ph type="pic" sz="quarter" idx="13"/>
          </p:nvPr>
        </p:nvSpPr>
        <p:spPr>
          <a:xfrm>
            <a:off x="-109538" y="-83942"/>
            <a:ext cx="7441671" cy="7093790"/>
          </a:xfrm>
          <a:custGeom>
            <a:avLst/>
            <a:gdLst>
              <a:gd name="connsiteX0" fmla="*/ 0 w 2905125"/>
              <a:gd name="connsiteY0" fmla="*/ 0 h 4278630"/>
              <a:gd name="connsiteX1" fmla="*/ 2049449 w 2905125"/>
              <a:gd name="connsiteY1" fmla="*/ 0 h 4278630"/>
              <a:gd name="connsiteX2" fmla="*/ 2905125 w 2905125"/>
              <a:gd name="connsiteY2" fmla="*/ 855676 h 4278630"/>
              <a:gd name="connsiteX3" fmla="*/ 2905125 w 2905125"/>
              <a:gd name="connsiteY3" fmla="*/ 4278630 h 4278630"/>
              <a:gd name="connsiteX4" fmla="*/ 0 w 2905125"/>
              <a:gd name="connsiteY4" fmla="*/ 4278630 h 4278630"/>
              <a:gd name="connsiteX5" fmla="*/ 0 w 2905125"/>
              <a:gd name="connsiteY5" fmla="*/ 0 h 4278630"/>
              <a:gd name="connsiteX0" fmla="*/ 0 w 5206987"/>
              <a:gd name="connsiteY0" fmla="*/ 971550 h 5250180"/>
              <a:gd name="connsiteX1" fmla="*/ 5206987 w 5206987"/>
              <a:gd name="connsiteY1" fmla="*/ 0 h 5250180"/>
              <a:gd name="connsiteX2" fmla="*/ 2905125 w 5206987"/>
              <a:gd name="connsiteY2" fmla="*/ 1827226 h 5250180"/>
              <a:gd name="connsiteX3" fmla="*/ 2905125 w 5206987"/>
              <a:gd name="connsiteY3" fmla="*/ 5250180 h 5250180"/>
              <a:gd name="connsiteX4" fmla="*/ 0 w 5206987"/>
              <a:gd name="connsiteY4" fmla="*/ 5250180 h 5250180"/>
              <a:gd name="connsiteX5" fmla="*/ 0 w 5206987"/>
              <a:gd name="connsiteY5" fmla="*/ 971550 h 5250180"/>
              <a:gd name="connsiteX0" fmla="*/ 0 w 5206987"/>
              <a:gd name="connsiteY0" fmla="*/ 971550 h 6827851"/>
              <a:gd name="connsiteX1" fmla="*/ 5206987 w 5206987"/>
              <a:gd name="connsiteY1" fmla="*/ 0 h 6827851"/>
              <a:gd name="connsiteX2" fmla="*/ 3405188 w 5206987"/>
              <a:gd name="connsiteY2" fmla="*/ 6827851 h 6827851"/>
              <a:gd name="connsiteX3" fmla="*/ 2905125 w 5206987"/>
              <a:gd name="connsiteY3" fmla="*/ 5250180 h 6827851"/>
              <a:gd name="connsiteX4" fmla="*/ 0 w 5206987"/>
              <a:gd name="connsiteY4" fmla="*/ 5250180 h 6827851"/>
              <a:gd name="connsiteX5" fmla="*/ 0 w 5206987"/>
              <a:gd name="connsiteY5" fmla="*/ 971550 h 6827851"/>
              <a:gd name="connsiteX0" fmla="*/ 1323975 w 6530962"/>
              <a:gd name="connsiteY0" fmla="*/ 971550 h 6950393"/>
              <a:gd name="connsiteX1" fmla="*/ 6530962 w 6530962"/>
              <a:gd name="connsiteY1" fmla="*/ 0 h 6950393"/>
              <a:gd name="connsiteX2" fmla="*/ 4729163 w 6530962"/>
              <a:gd name="connsiteY2" fmla="*/ 6827851 h 6950393"/>
              <a:gd name="connsiteX3" fmla="*/ 0 w 6530962"/>
              <a:gd name="connsiteY3" fmla="*/ 6950393 h 6950393"/>
              <a:gd name="connsiteX4" fmla="*/ 1323975 w 6530962"/>
              <a:gd name="connsiteY4" fmla="*/ 5250180 h 6950393"/>
              <a:gd name="connsiteX5" fmla="*/ 1323975 w 6530962"/>
              <a:gd name="connsiteY5" fmla="*/ 971550 h 6950393"/>
              <a:gd name="connsiteX0" fmla="*/ 1323975 w 6530962"/>
              <a:gd name="connsiteY0" fmla="*/ 971550 h 7127888"/>
              <a:gd name="connsiteX1" fmla="*/ 6530962 w 6530962"/>
              <a:gd name="connsiteY1" fmla="*/ 0 h 7127888"/>
              <a:gd name="connsiteX2" fmla="*/ 5386388 w 6530962"/>
              <a:gd name="connsiteY2" fmla="*/ 7127888 h 7127888"/>
              <a:gd name="connsiteX3" fmla="*/ 0 w 6530962"/>
              <a:gd name="connsiteY3" fmla="*/ 6950393 h 7127888"/>
              <a:gd name="connsiteX4" fmla="*/ 1323975 w 6530962"/>
              <a:gd name="connsiteY4" fmla="*/ 5250180 h 7127888"/>
              <a:gd name="connsiteX5" fmla="*/ 1323975 w 6530962"/>
              <a:gd name="connsiteY5" fmla="*/ 971550 h 7127888"/>
              <a:gd name="connsiteX0" fmla="*/ 1323975 w 6530962"/>
              <a:gd name="connsiteY0" fmla="*/ 971550 h 7013588"/>
              <a:gd name="connsiteX1" fmla="*/ 6530962 w 6530962"/>
              <a:gd name="connsiteY1" fmla="*/ 0 h 7013588"/>
              <a:gd name="connsiteX2" fmla="*/ 5514976 w 6530962"/>
              <a:gd name="connsiteY2" fmla="*/ 7013588 h 7013588"/>
              <a:gd name="connsiteX3" fmla="*/ 0 w 6530962"/>
              <a:gd name="connsiteY3" fmla="*/ 6950393 h 7013588"/>
              <a:gd name="connsiteX4" fmla="*/ 1323975 w 6530962"/>
              <a:gd name="connsiteY4" fmla="*/ 5250180 h 7013588"/>
              <a:gd name="connsiteX5" fmla="*/ 1323975 w 6530962"/>
              <a:gd name="connsiteY5" fmla="*/ 971550 h 7013588"/>
              <a:gd name="connsiteX0" fmla="*/ 1338263 w 6545250"/>
              <a:gd name="connsiteY0" fmla="*/ 971550 h 7050406"/>
              <a:gd name="connsiteX1" fmla="*/ 6545250 w 6545250"/>
              <a:gd name="connsiteY1" fmla="*/ 0 h 7050406"/>
              <a:gd name="connsiteX2" fmla="*/ 5529264 w 6545250"/>
              <a:gd name="connsiteY2" fmla="*/ 7013588 h 7050406"/>
              <a:gd name="connsiteX3" fmla="*/ 0 w 6545250"/>
              <a:gd name="connsiteY3" fmla="*/ 7050406 h 7050406"/>
              <a:gd name="connsiteX4" fmla="*/ 1338263 w 6545250"/>
              <a:gd name="connsiteY4" fmla="*/ 5250180 h 7050406"/>
              <a:gd name="connsiteX5" fmla="*/ 1338263 w 6545250"/>
              <a:gd name="connsiteY5" fmla="*/ 971550 h 7050406"/>
              <a:gd name="connsiteX0" fmla="*/ 1338263 w 6545250"/>
              <a:gd name="connsiteY0" fmla="*/ 971550 h 7050406"/>
              <a:gd name="connsiteX1" fmla="*/ 6545250 w 6545250"/>
              <a:gd name="connsiteY1" fmla="*/ 0 h 7050406"/>
              <a:gd name="connsiteX2" fmla="*/ 5529264 w 6545250"/>
              <a:gd name="connsiteY2" fmla="*/ 7013588 h 7050406"/>
              <a:gd name="connsiteX3" fmla="*/ 0 w 6545250"/>
              <a:gd name="connsiteY3" fmla="*/ 7050406 h 7050406"/>
              <a:gd name="connsiteX4" fmla="*/ 1338263 w 6545250"/>
              <a:gd name="connsiteY4" fmla="*/ 5250180 h 7050406"/>
              <a:gd name="connsiteX5" fmla="*/ 1338263 w 6545250"/>
              <a:gd name="connsiteY5" fmla="*/ 971550 h 7050406"/>
              <a:gd name="connsiteX0" fmla="*/ 2424113 w 6545250"/>
              <a:gd name="connsiteY0" fmla="*/ 0 h 7078982"/>
              <a:gd name="connsiteX1" fmla="*/ 6545250 w 6545250"/>
              <a:gd name="connsiteY1" fmla="*/ 28576 h 7078982"/>
              <a:gd name="connsiteX2" fmla="*/ 5529264 w 6545250"/>
              <a:gd name="connsiteY2" fmla="*/ 7042164 h 7078982"/>
              <a:gd name="connsiteX3" fmla="*/ 0 w 6545250"/>
              <a:gd name="connsiteY3" fmla="*/ 7078982 h 7078982"/>
              <a:gd name="connsiteX4" fmla="*/ 1338263 w 6545250"/>
              <a:gd name="connsiteY4" fmla="*/ 5278756 h 7078982"/>
              <a:gd name="connsiteX5" fmla="*/ 2424113 w 6545250"/>
              <a:gd name="connsiteY5" fmla="*/ 0 h 7078982"/>
              <a:gd name="connsiteX0" fmla="*/ 2424113 w 7045312"/>
              <a:gd name="connsiteY0" fmla="*/ 28574 h 7107556"/>
              <a:gd name="connsiteX1" fmla="*/ 7045312 w 7045312"/>
              <a:gd name="connsiteY1" fmla="*/ 0 h 7107556"/>
              <a:gd name="connsiteX2" fmla="*/ 5529264 w 7045312"/>
              <a:gd name="connsiteY2" fmla="*/ 7070738 h 7107556"/>
              <a:gd name="connsiteX3" fmla="*/ 0 w 7045312"/>
              <a:gd name="connsiteY3" fmla="*/ 7107556 h 7107556"/>
              <a:gd name="connsiteX4" fmla="*/ 1338263 w 7045312"/>
              <a:gd name="connsiteY4" fmla="*/ 5307330 h 7107556"/>
              <a:gd name="connsiteX5" fmla="*/ 2424113 w 7045312"/>
              <a:gd name="connsiteY5" fmla="*/ 28574 h 7107556"/>
              <a:gd name="connsiteX0" fmla="*/ 2424113 w 7045312"/>
              <a:gd name="connsiteY0" fmla="*/ 28574 h 7107556"/>
              <a:gd name="connsiteX1" fmla="*/ 7045312 w 7045312"/>
              <a:gd name="connsiteY1" fmla="*/ 0 h 7107556"/>
              <a:gd name="connsiteX2" fmla="*/ 5529264 w 7045312"/>
              <a:gd name="connsiteY2" fmla="*/ 7070738 h 7107556"/>
              <a:gd name="connsiteX3" fmla="*/ 0 w 7045312"/>
              <a:gd name="connsiteY3" fmla="*/ 7107556 h 7107556"/>
              <a:gd name="connsiteX4" fmla="*/ 2424113 w 7045312"/>
              <a:gd name="connsiteY4" fmla="*/ 28574 h 7107556"/>
              <a:gd name="connsiteX0" fmla="*/ 2424113 w 7045312"/>
              <a:gd name="connsiteY0" fmla="*/ 28574 h 7107556"/>
              <a:gd name="connsiteX1" fmla="*/ 7045312 w 7045312"/>
              <a:gd name="connsiteY1" fmla="*/ 0 h 7107556"/>
              <a:gd name="connsiteX2" fmla="*/ 5529264 w 7045312"/>
              <a:gd name="connsiteY2" fmla="*/ 7070738 h 7107556"/>
              <a:gd name="connsiteX3" fmla="*/ 0 w 7045312"/>
              <a:gd name="connsiteY3" fmla="*/ 7107556 h 7107556"/>
              <a:gd name="connsiteX4" fmla="*/ 2424113 w 7045312"/>
              <a:gd name="connsiteY4" fmla="*/ 28574 h 7107556"/>
              <a:gd name="connsiteX0" fmla="*/ 2424113 w 8090341"/>
              <a:gd name="connsiteY0" fmla="*/ 16698 h 7095680"/>
              <a:gd name="connsiteX1" fmla="*/ 8090341 w 8090341"/>
              <a:gd name="connsiteY1" fmla="*/ 0 h 7095680"/>
              <a:gd name="connsiteX2" fmla="*/ 5529264 w 8090341"/>
              <a:gd name="connsiteY2" fmla="*/ 7058862 h 7095680"/>
              <a:gd name="connsiteX3" fmla="*/ 0 w 8090341"/>
              <a:gd name="connsiteY3" fmla="*/ 7095680 h 7095680"/>
              <a:gd name="connsiteX4" fmla="*/ 2424113 w 8090341"/>
              <a:gd name="connsiteY4" fmla="*/ 16698 h 7095680"/>
              <a:gd name="connsiteX0" fmla="*/ 2424113 w 8173468"/>
              <a:gd name="connsiteY0" fmla="*/ 0 h 7078982"/>
              <a:gd name="connsiteX1" fmla="*/ 8173468 w 8173468"/>
              <a:gd name="connsiteY1" fmla="*/ 18928 h 7078982"/>
              <a:gd name="connsiteX2" fmla="*/ 5529264 w 8173468"/>
              <a:gd name="connsiteY2" fmla="*/ 7042164 h 7078982"/>
              <a:gd name="connsiteX3" fmla="*/ 0 w 8173468"/>
              <a:gd name="connsiteY3" fmla="*/ 7078982 h 7078982"/>
              <a:gd name="connsiteX4" fmla="*/ 2424113 w 8173468"/>
              <a:gd name="connsiteY4" fmla="*/ 0 h 7078982"/>
              <a:gd name="connsiteX0" fmla="*/ 2424113 w 8173468"/>
              <a:gd name="connsiteY0" fmla="*/ 16698 h 7095680"/>
              <a:gd name="connsiteX1" fmla="*/ 8173468 w 8173468"/>
              <a:gd name="connsiteY1" fmla="*/ 0 h 7095680"/>
              <a:gd name="connsiteX2" fmla="*/ 5529264 w 8173468"/>
              <a:gd name="connsiteY2" fmla="*/ 7058862 h 7095680"/>
              <a:gd name="connsiteX3" fmla="*/ 0 w 8173468"/>
              <a:gd name="connsiteY3" fmla="*/ 7095680 h 7095680"/>
              <a:gd name="connsiteX4" fmla="*/ 2424113 w 8173468"/>
              <a:gd name="connsiteY4" fmla="*/ 16698 h 7095680"/>
              <a:gd name="connsiteX0" fmla="*/ 2424113 w 8173468"/>
              <a:gd name="connsiteY0" fmla="*/ 28574 h 7107556"/>
              <a:gd name="connsiteX1" fmla="*/ 8173468 w 8173468"/>
              <a:gd name="connsiteY1" fmla="*/ 0 h 7107556"/>
              <a:gd name="connsiteX2" fmla="*/ 5529264 w 8173468"/>
              <a:gd name="connsiteY2" fmla="*/ 7070738 h 7107556"/>
              <a:gd name="connsiteX3" fmla="*/ 0 w 8173468"/>
              <a:gd name="connsiteY3" fmla="*/ 7107556 h 7107556"/>
              <a:gd name="connsiteX4" fmla="*/ 2424113 w 8173468"/>
              <a:gd name="connsiteY4" fmla="*/ 28574 h 7107556"/>
              <a:gd name="connsiteX0" fmla="*/ 2424113 w 8204204"/>
              <a:gd name="connsiteY0" fmla="*/ 28574 h 7107556"/>
              <a:gd name="connsiteX1" fmla="*/ 8204204 w 8204204"/>
              <a:gd name="connsiteY1" fmla="*/ 0 h 7107556"/>
              <a:gd name="connsiteX2" fmla="*/ 5529264 w 8204204"/>
              <a:gd name="connsiteY2" fmla="*/ 7070738 h 7107556"/>
              <a:gd name="connsiteX3" fmla="*/ 0 w 8204204"/>
              <a:gd name="connsiteY3" fmla="*/ 7107556 h 7107556"/>
              <a:gd name="connsiteX4" fmla="*/ 2424113 w 8204204"/>
              <a:gd name="connsiteY4" fmla="*/ 28574 h 7107556"/>
              <a:gd name="connsiteX0" fmla="*/ 2424113 w 8219573"/>
              <a:gd name="connsiteY0" fmla="*/ 28574 h 7107556"/>
              <a:gd name="connsiteX1" fmla="*/ 8219573 w 8219573"/>
              <a:gd name="connsiteY1" fmla="*/ 0 h 7107556"/>
              <a:gd name="connsiteX2" fmla="*/ 5529264 w 8219573"/>
              <a:gd name="connsiteY2" fmla="*/ 7070738 h 7107556"/>
              <a:gd name="connsiteX3" fmla="*/ 0 w 8219573"/>
              <a:gd name="connsiteY3" fmla="*/ 7107556 h 7107556"/>
              <a:gd name="connsiteX4" fmla="*/ 2424113 w 8219573"/>
              <a:gd name="connsiteY4" fmla="*/ 28574 h 7107556"/>
              <a:gd name="connsiteX0" fmla="*/ 2424113 w 8265677"/>
              <a:gd name="connsiteY0" fmla="*/ 20889 h 7099871"/>
              <a:gd name="connsiteX1" fmla="*/ 8265677 w 8265677"/>
              <a:gd name="connsiteY1" fmla="*/ 0 h 7099871"/>
              <a:gd name="connsiteX2" fmla="*/ 5529264 w 8265677"/>
              <a:gd name="connsiteY2" fmla="*/ 7063053 h 7099871"/>
              <a:gd name="connsiteX3" fmla="*/ 0 w 8265677"/>
              <a:gd name="connsiteY3" fmla="*/ 7099871 h 7099871"/>
              <a:gd name="connsiteX4" fmla="*/ 2424113 w 8265677"/>
              <a:gd name="connsiteY4" fmla="*/ 20889 h 7099871"/>
              <a:gd name="connsiteX0" fmla="*/ 2424113 w 8288729"/>
              <a:gd name="connsiteY0" fmla="*/ 20889 h 7099871"/>
              <a:gd name="connsiteX1" fmla="*/ 8288729 w 8288729"/>
              <a:gd name="connsiteY1" fmla="*/ 0 h 7099871"/>
              <a:gd name="connsiteX2" fmla="*/ 5529264 w 8288729"/>
              <a:gd name="connsiteY2" fmla="*/ 7063053 h 7099871"/>
              <a:gd name="connsiteX3" fmla="*/ 0 w 8288729"/>
              <a:gd name="connsiteY3" fmla="*/ 7099871 h 7099871"/>
              <a:gd name="connsiteX4" fmla="*/ 2424113 w 8288729"/>
              <a:gd name="connsiteY4" fmla="*/ 20889 h 7099871"/>
              <a:gd name="connsiteX0" fmla="*/ 2424113 w 8319465"/>
              <a:gd name="connsiteY0" fmla="*/ 5521 h 7084503"/>
              <a:gd name="connsiteX1" fmla="*/ 8319465 w 8319465"/>
              <a:gd name="connsiteY1" fmla="*/ 0 h 7084503"/>
              <a:gd name="connsiteX2" fmla="*/ 5529264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544632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583052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621472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698313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721365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736733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759785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93790"/>
              <a:gd name="connsiteX1" fmla="*/ 8319465 w 8319465"/>
              <a:gd name="connsiteY1" fmla="*/ 0 h 7093790"/>
              <a:gd name="connsiteX2" fmla="*/ 5782837 w 8319465"/>
              <a:gd name="connsiteY2" fmla="*/ 7093790 h 7093790"/>
              <a:gd name="connsiteX3" fmla="*/ 0 w 8319465"/>
              <a:gd name="connsiteY3" fmla="*/ 7084503 h 7093790"/>
              <a:gd name="connsiteX4" fmla="*/ 2424113 w 8319465"/>
              <a:gd name="connsiteY4" fmla="*/ 5521 h 70937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9465" h="7093790">
                <a:moveTo>
                  <a:pt x="2424113" y="5521"/>
                </a:moveTo>
                <a:lnTo>
                  <a:pt x="8319465" y="0"/>
                </a:lnTo>
                <a:lnTo>
                  <a:pt x="5782837" y="7093790"/>
                </a:lnTo>
                <a:lnTo>
                  <a:pt x="0" y="7084503"/>
                </a:lnTo>
                <a:lnTo>
                  <a:pt x="2424113" y="5521"/>
                </a:lnTo>
                <a:close/>
              </a:path>
            </a:pathLst>
          </a:custGeom>
        </p:spPr>
        <p:txBody>
          <a:bodyPr/>
          <a:lstStyle/>
          <a:p>
            <a:endParaRPr lang="en-MY"/>
          </a:p>
        </p:txBody>
      </p:sp>
    </p:spTree>
    <p:extLst>
      <p:ext uri="{BB962C8B-B14F-4D97-AF65-F5344CB8AC3E}">
        <p14:creationId xmlns:p14="http://schemas.microsoft.com/office/powerpoint/2010/main" val="3785751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blank_layout_0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2AE6E-5012-F925-B9E0-2C9A3DBC0A6A}"/>
              </a:ext>
            </a:extLst>
          </p:cNvPr>
          <p:cNvSpPr/>
          <p:nvPr userDrawn="1"/>
        </p:nvSpPr>
        <p:spPr>
          <a:xfrm>
            <a:off x="0" y="-1"/>
            <a:ext cx="1219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Rectangle 4">
            <a:extLst>
              <a:ext uri="{FF2B5EF4-FFF2-40B4-BE49-F238E27FC236}">
                <a16:creationId xmlns:a16="http://schemas.microsoft.com/office/drawing/2014/main" id="{221C01C2-421D-6D47-A4A6-F3FBD49FCCD9}"/>
              </a:ext>
            </a:extLst>
          </p:cNvPr>
          <p:cNvSpPr/>
          <p:nvPr userDrawn="1"/>
        </p:nvSpPr>
        <p:spPr>
          <a:xfrm rot="10800000">
            <a:off x="12096521" y="0"/>
            <a:ext cx="99164" cy="305851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7" name="Rectangle 6">
            <a:extLst>
              <a:ext uri="{FF2B5EF4-FFF2-40B4-BE49-F238E27FC236}">
                <a16:creationId xmlns:a16="http://schemas.microsoft.com/office/drawing/2014/main" id="{0BD78213-2FB4-C549-781F-4073598A4AE7}"/>
              </a:ext>
            </a:extLst>
          </p:cNvPr>
          <p:cNvSpPr/>
          <p:nvPr userDrawn="1"/>
        </p:nvSpPr>
        <p:spPr>
          <a:xfrm rot="10800000">
            <a:off x="12096718" y="3139623"/>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Rectangle 7">
            <a:extLst>
              <a:ext uri="{FF2B5EF4-FFF2-40B4-BE49-F238E27FC236}">
                <a16:creationId xmlns:a16="http://schemas.microsoft.com/office/drawing/2014/main" id="{EF466068-AD20-659C-746B-81BEE50E9ADA}"/>
              </a:ext>
            </a:extLst>
          </p:cNvPr>
          <p:cNvSpPr/>
          <p:nvPr userDrawn="1"/>
        </p:nvSpPr>
        <p:spPr>
          <a:xfrm rot="10800000">
            <a:off x="12096521" y="3654629"/>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5" name="Diagonal Stripe 14">
            <a:extLst>
              <a:ext uri="{FF2B5EF4-FFF2-40B4-BE49-F238E27FC236}">
                <a16:creationId xmlns:a16="http://schemas.microsoft.com/office/drawing/2014/main" id="{D82BA350-C437-1B6C-0082-CD7CF0CE547D}"/>
              </a:ext>
            </a:extLst>
          </p:cNvPr>
          <p:cNvSpPr/>
          <p:nvPr userDrawn="1"/>
        </p:nvSpPr>
        <p:spPr>
          <a:xfrm>
            <a:off x="0" y="0"/>
            <a:ext cx="5606143" cy="6858000"/>
          </a:xfrm>
          <a:prstGeom prst="diagStripe">
            <a:avLst/>
          </a:prstGeom>
          <a:solidFill>
            <a:schemeClr val="bg1">
              <a:lumMod val="75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dirty="0">
              <a:solidFill>
                <a:schemeClr val="tx1"/>
              </a:solidFill>
            </a:endParaRPr>
          </a:p>
        </p:txBody>
      </p:sp>
    </p:spTree>
    <p:extLst>
      <p:ext uri="{BB962C8B-B14F-4D97-AF65-F5344CB8AC3E}">
        <p14:creationId xmlns:p14="http://schemas.microsoft.com/office/powerpoint/2010/main" val="982216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alpha val="37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A71898-202E-A9B0-5802-EB291E6E6BDA}"/>
              </a:ext>
            </a:extLst>
          </p:cNvPr>
          <p:cNvSpPr>
            <a:spLocks noGrp="1"/>
          </p:cNvSpPr>
          <p:nvPr>
            <p:ph type="title"/>
          </p:nvPr>
        </p:nvSpPr>
        <p:spPr>
          <a:xfrm>
            <a:off x="838200" y="336550"/>
            <a:ext cx="10515600" cy="1325563"/>
          </a:xfrm>
          <a:prstGeom prst="rect">
            <a:avLst/>
          </a:prstGeom>
        </p:spPr>
        <p:txBody>
          <a:bodyPr vert="horz" lIns="91440" tIns="45720" rIns="91440" bIns="45720" rtlCol="0" anchor="ctr">
            <a:normAutofit/>
          </a:bodyPr>
          <a:lstStyle/>
          <a:p>
            <a:r>
              <a:rPr lang="en-US" dirty="0"/>
              <a:t>Click to edit Master title style</a:t>
            </a:r>
            <a:endParaRPr lang="en-MY" dirty="0"/>
          </a:p>
        </p:txBody>
      </p:sp>
      <p:sp>
        <p:nvSpPr>
          <p:cNvPr id="3" name="Text Placeholder 2">
            <a:extLst>
              <a:ext uri="{FF2B5EF4-FFF2-40B4-BE49-F238E27FC236}">
                <a16:creationId xmlns:a16="http://schemas.microsoft.com/office/drawing/2014/main" id="{7E086769-6690-B393-F5E4-DCECFF4195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Footer Placeholder 4">
            <a:extLst>
              <a:ext uri="{FF2B5EF4-FFF2-40B4-BE49-F238E27FC236}">
                <a16:creationId xmlns:a16="http://schemas.microsoft.com/office/drawing/2014/main" id="{55DC639E-4B25-1826-B194-296A678A915A}"/>
              </a:ext>
            </a:extLst>
          </p:cNvPr>
          <p:cNvSpPr>
            <a:spLocks noGrp="1"/>
          </p:cNvSpPr>
          <p:nvPr>
            <p:ph type="ftr" sz="quarter" idx="3"/>
          </p:nvPr>
        </p:nvSpPr>
        <p:spPr>
          <a:xfrm>
            <a:off x="186887" y="644403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dirty="0"/>
          </a:p>
        </p:txBody>
      </p:sp>
      <p:sp>
        <p:nvSpPr>
          <p:cNvPr id="9" name="Freeform: Shape 8">
            <a:extLst>
              <a:ext uri="{FF2B5EF4-FFF2-40B4-BE49-F238E27FC236}">
                <a16:creationId xmlns:a16="http://schemas.microsoft.com/office/drawing/2014/main" id="{F6E48471-839B-1190-2A8F-CDE90D81E453}"/>
              </a:ext>
            </a:extLst>
          </p:cNvPr>
          <p:cNvSpPr/>
          <p:nvPr userDrawn="1"/>
        </p:nvSpPr>
        <p:spPr>
          <a:xfrm>
            <a:off x="5553075" y="6413500"/>
            <a:ext cx="1085850" cy="444500"/>
          </a:xfrm>
          <a:custGeom>
            <a:avLst/>
            <a:gdLst>
              <a:gd name="connsiteX0" fmla="*/ 550981 w 2344943"/>
              <a:gd name="connsiteY0" fmla="*/ 0 h 407428"/>
              <a:gd name="connsiteX1" fmla="*/ 940996 w 2344943"/>
              <a:gd name="connsiteY1" fmla="*/ 0 h 407428"/>
              <a:gd name="connsiteX2" fmla="*/ 1403945 w 2344943"/>
              <a:gd name="connsiteY2" fmla="*/ 0 h 407428"/>
              <a:gd name="connsiteX3" fmla="*/ 1793961 w 2344943"/>
              <a:gd name="connsiteY3" fmla="*/ 0 h 407428"/>
              <a:gd name="connsiteX4" fmla="*/ 2288061 w 2344943"/>
              <a:gd name="connsiteY4" fmla="*/ 355358 h 407428"/>
              <a:gd name="connsiteX5" fmla="*/ 2344943 w 2344943"/>
              <a:gd name="connsiteY5" fmla="*/ 407428 h 407428"/>
              <a:gd name="connsiteX6" fmla="*/ 0 w 2344943"/>
              <a:gd name="connsiteY6" fmla="*/ 407428 h 407428"/>
              <a:gd name="connsiteX7" fmla="*/ 56882 w 2344943"/>
              <a:gd name="connsiteY7" fmla="*/ 355358 h 407428"/>
              <a:gd name="connsiteX8" fmla="*/ 550981 w 2344943"/>
              <a:gd name="connsiteY8" fmla="*/ 0 h 407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4943" h="407428">
                <a:moveTo>
                  <a:pt x="550981" y="0"/>
                </a:moveTo>
                <a:lnTo>
                  <a:pt x="940996" y="0"/>
                </a:lnTo>
                <a:lnTo>
                  <a:pt x="1403945" y="0"/>
                </a:lnTo>
                <a:lnTo>
                  <a:pt x="1793961" y="0"/>
                </a:lnTo>
                <a:cubicBezTo>
                  <a:pt x="2111814" y="387"/>
                  <a:pt x="2144200" y="198956"/>
                  <a:pt x="2288061" y="355358"/>
                </a:cubicBezTo>
                <a:lnTo>
                  <a:pt x="2344943" y="407428"/>
                </a:lnTo>
                <a:lnTo>
                  <a:pt x="0" y="407428"/>
                </a:lnTo>
                <a:lnTo>
                  <a:pt x="56882" y="355358"/>
                </a:lnTo>
                <a:cubicBezTo>
                  <a:pt x="200743" y="198956"/>
                  <a:pt x="233129" y="387"/>
                  <a:pt x="550981"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E9B71315-3089-4F92-F4F2-BBC69C1FAA52}"/>
              </a:ext>
            </a:extLst>
          </p:cNvPr>
          <p:cNvSpPr>
            <a:spLocks noGrp="1"/>
          </p:cNvSpPr>
          <p:nvPr>
            <p:ph type="sldNum" sz="quarter" idx="4"/>
          </p:nvPr>
        </p:nvSpPr>
        <p:spPr>
          <a:xfrm>
            <a:off x="4718816" y="6433021"/>
            <a:ext cx="2743200" cy="365125"/>
          </a:xfrm>
          <a:prstGeom prst="rect">
            <a:avLst/>
          </a:prstGeom>
        </p:spPr>
        <p:txBody>
          <a:bodyPr vert="horz" lIns="91440" tIns="45720" rIns="91440" bIns="45720" rtlCol="0" anchor="ctr"/>
          <a:lstStyle>
            <a:lvl1pPr algn="ctr">
              <a:defRPr sz="1400">
                <a:solidFill>
                  <a:schemeClr val="tx1">
                    <a:lumMod val="85000"/>
                    <a:lumOff val="15000"/>
                  </a:schemeClr>
                </a:solidFill>
              </a:defRPr>
            </a:lvl1pPr>
          </a:lstStyle>
          <a:p>
            <a:fld id="{7737D3DD-0AB3-4F16-99FA-6262B2B4036D}" type="slidenum">
              <a:rPr lang="en-MY" smtClean="0"/>
              <a:pPr/>
              <a:t>‹#›</a:t>
            </a:fld>
            <a:endParaRPr lang="en-MY" dirty="0"/>
          </a:p>
        </p:txBody>
      </p:sp>
    </p:spTree>
    <p:extLst>
      <p:ext uri="{BB962C8B-B14F-4D97-AF65-F5344CB8AC3E}">
        <p14:creationId xmlns:p14="http://schemas.microsoft.com/office/powerpoint/2010/main" val="2158109776"/>
      </p:ext>
    </p:extLst>
  </p:cSld>
  <p:clrMap bg1="lt1" tx1="dk1" bg2="lt2" tx2="dk2" accent1="accent1" accent2="accent2" accent3="accent3" accent4="accent4" accent5="accent5" accent6="accent6" hlink="hlink" folHlink="folHlink"/>
  <p:sldLayoutIdLst>
    <p:sldLayoutId id="2147483662" r:id="rId1"/>
    <p:sldLayoutId id="2147483667" r:id="rId2"/>
    <p:sldLayoutId id="2147483649" r:id="rId3"/>
    <p:sldLayoutId id="2147483654" r:id="rId4"/>
    <p:sldLayoutId id="2147483650" r:id="rId5"/>
    <p:sldLayoutId id="2147483651" r:id="rId6"/>
    <p:sldLayoutId id="2147483652" r:id="rId7"/>
    <p:sldLayoutId id="2147483659" r:id="rId8"/>
    <p:sldLayoutId id="2147483665" r:id="rId9"/>
    <p:sldLayoutId id="2147483666" r:id="rId10"/>
    <p:sldLayoutId id="2147483653" r:id="rId11"/>
    <p:sldLayoutId id="2147483655" r:id="rId12"/>
    <p:sldLayoutId id="2147483663" r:id="rId13"/>
    <p:sldLayoutId id="2147483660" r:id="rId14"/>
    <p:sldLayoutId id="2147483656" r:id="rId15"/>
    <p:sldLayoutId id="2147483657" r:id="rId16"/>
    <p:sldLayoutId id="2147483658" r:id="rId17"/>
    <p:sldLayoutId id="2147483661" r:id="rId18"/>
    <p:sldLayoutId id="2147483664" r:id="rId19"/>
  </p:sldLayoutIdLst>
  <p:hf hdr="0" ftr="0" dt="0"/>
  <p:txStyles>
    <p:titleStyle>
      <a:lvl1pPr algn="l" defTabSz="914400" rtl="0" eaLnBrk="1" latinLnBrk="0" hangingPunct="1">
        <a:lnSpc>
          <a:spcPct val="90000"/>
        </a:lnSpc>
        <a:spcBef>
          <a:spcPct val="0"/>
        </a:spcBef>
        <a:buNone/>
        <a:defRPr sz="3200" b="1"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18.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15.xml"/><Relationship Id="rId4" Type="http://schemas.openxmlformats.org/officeDocument/2006/relationships/image" Target="../media/image22.jpeg"/></Relationships>
</file>

<file path=ppt/slides/_rels/slide4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16.xml"/><Relationship Id="rId4" Type="http://schemas.openxmlformats.org/officeDocument/2006/relationships/image" Target="../media/image26.jpeg"/></Relationships>
</file>

<file path=ppt/slides/_rels/slide4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71B0FC45-CCBC-87D7-B16A-0C57DA545BF3}"/>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p:blipFill>
        <p:spPr>
          <a:xfrm>
            <a:off x="7093358" y="-16187"/>
            <a:ext cx="5097012" cy="6880967"/>
          </a:xfrm>
        </p:spPr>
      </p:pic>
      <p:sp>
        <p:nvSpPr>
          <p:cNvPr id="3" name="TextBox 2">
            <a:extLst>
              <a:ext uri="{FF2B5EF4-FFF2-40B4-BE49-F238E27FC236}">
                <a16:creationId xmlns:a16="http://schemas.microsoft.com/office/drawing/2014/main" id="{312ABE77-552C-32A4-4ECA-8271E3808CE1}"/>
              </a:ext>
            </a:extLst>
          </p:cNvPr>
          <p:cNvSpPr txBox="1"/>
          <p:nvPr/>
        </p:nvSpPr>
        <p:spPr>
          <a:xfrm>
            <a:off x="856381" y="3888387"/>
            <a:ext cx="5943600" cy="338554"/>
          </a:xfrm>
          <a:prstGeom prst="rect">
            <a:avLst/>
          </a:prstGeom>
          <a:noFill/>
        </p:spPr>
        <p:txBody>
          <a:bodyPr wrap="square" rtlCol="0">
            <a:spAutoFit/>
          </a:bodyPr>
          <a:lstStyle/>
          <a:p>
            <a:r>
              <a:rPr lang="en-MY" sz="1600" spc="300" dirty="0">
                <a:solidFill>
                  <a:schemeClr val="bg1"/>
                </a:solidFill>
              </a:rPr>
              <a:t>PRESENTATION TITLE / DESCRIPTION</a:t>
            </a:r>
          </a:p>
        </p:txBody>
      </p:sp>
      <p:sp>
        <p:nvSpPr>
          <p:cNvPr id="4" name="TextBox 3">
            <a:extLst>
              <a:ext uri="{FF2B5EF4-FFF2-40B4-BE49-F238E27FC236}">
                <a16:creationId xmlns:a16="http://schemas.microsoft.com/office/drawing/2014/main" id="{985DE142-97A7-0373-EA78-5A736732618F}"/>
              </a:ext>
            </a:extLst>
          </p:cNvPr>
          <p:cNvSpPr txBox="1"/>
          <p:nvPr/>
        </p:nvSpPr>
        <p:spPr>
          <a:xfrm>
            <a:off x="856381" y="3366655"/>
            <a:ext cx="5943600" cy="369332"/>
          </a:xfrm>
          <a:prstGeom prst="rect">
            <a:avLst/>
          </a:prstGeom>
          <a:noFill/>
        </p:spPr>
        <p:txBody>
          <a:bodyPr wrap="square" rtlCol="0">
            <a:spAutoFit/>
          </a:bodyPr>
          <a:lstStyle/>
          <a:p>
            <a:r>
              <a:rPr lang="en-MY" spc="300" dirty="0">
                <a:solidFill>
                  <a:schemeClr val="bg1"/>
                </a:solidFill>
              </a:rPr>
              <a:t>PRESENTATION SLIDE</a:t>
            </a:r>
          </a:p>
        </p:txBody>
      </p:sp>
      <p:sp>
        <p:nvSpPr>
          <p:cNvPr id="5" name="TextBox 4">
            <a:extLst>
              <a:ext uri="{FF2B5EF4-FFF2-40B4-BE49-F238E27FC236}">
                <a16:creationId xmlns:a16="http://schemas.microsoft.com/office/drawing/2014/main" id="{D3D26E51-2E2C-08F4-5CBA-0BC27FC9F43D}"/>
              </a:ext>
            </a:extLst>
          </p:cNvPr>
          <p:cNvSpPr txBox="1"/>
          <p:nvPr/>
        </p:nvSpPr>
        <p:spPr>
          <a:xfrm>
            <a:off x="816918" y="2013450"/>
            <a:ext cx="7097487" cy="1231106"/>
          </a:xfrm>
          <a:prstGeom prst="rect">
            <a:avLst/>
          </a:prstGeom>
          <a:noFill/>
        </p:spPr>
        <p:txBody>
          <a:bodyPr wrap="square" rtlCol="0">
            <a:spAutoFit/>
          </a:bodyPr>
          <a:lstStyle/>
          <a:p>
            <a:r>
              <a:rPr lang="en-US" sz="3700" b="1" kern="0" spc="300" dirty="0">
                <a:solidFill>
                  <a:schemeClr val="bg1"/>
                </a:solidFill>
                <a:latin typeface="+mj-lt"/>
              </a:rPr>
              <a:t>UNIVERSITI TEKNOLOGI MALAYSIA</a:t>
            </a:r>
          </a:p>
        </p:txBody>
      </p:sp>
      <p:sp>
        <p:nvSpPr>
          <p:cNvPr id="7" name="TextBox 6">
            <a:extLst>
              <a:ext uri="{FF2B5EF4-FFF2-40B4-BE49-F238E27FC236}">
                <a16:creationId xmlns:a16="http://schemas.microsoft.com/office/drawing/2014/main" id="{5D42BEA4-D434-75CD-7F1D-9550105AD2FD}"/>
              </a:ext>
            </a:extLst>
          </p:cNvPr>
          <p:cNvSpPr txBox="1"/>
          <p:nvPr/>
        </p:nvSpPr>
        <p:spPr>
          <a:xfrm>
            <a:off x="7293968" y="6495395"/>
            <a:ext cx="1681866" cy="246221"/>
          </a:xfrm>
          <a:prstGeom prst="rect">
            <a:avLst/>
          </a:prstGeom>
          <a:noFill/>
        </p:spPr>
        <p:txBody>
          <a:bodyPr wrap="square" rtlCol="0">
            <a:spAutoFit/>
          </a:bodyPr>
          <a:lstStyle/>
          <a:p>
            <a:r>
              <a:rPr lang="en-MY" sz="1000" dirty="0">
                <a:solidFill>
                  <a:schemeClr val="bg1"/>
                </a:solidFill>
              </a:rPr>
              <a:t>UTM JOHOR BAHRU</a:t>
            </a:r>
          </a:p>
        </p:txBody>
      </p:sp>
      <p:pic>
        <p:nvPicPr>
          <p:cNvPr id="8" name="Picture 7">
            <a:extLst>
              <a:ext uri="{FF2B5EF4-FFF2-40B4-BE49-F238E27FC236}">
                <a16:creationId xmlns:a16="http://schemas.microsoft.com/office/drawing/2014/main" id="{3C459A62-1CDC-D251-4D1E-3CFFC58DDF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998" y="6499364"/>
            <a:ext cx="2033624" cy="153043"/>
          </a:xfrm>
          <a:prstGeom prst="rect">
            <a:avLst/>
          </a:prstGeom>
        </p:spPr>
      </p:pic>
    </p:spTree>
    <p:extLst>
      <p:ext uri="{BB962C8B-B14F-4D97-AF65-F5344CB8AC3E}">
        <p14:creationId xmlns:p14="http://schemas.microsoft.com/office/powerpoint/2010/main" val="523196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71B0FC45-CCBC-87D7-B16A-0C57DA545BF3}"/>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p:blipFill>
        <p:spPr>
          <a:xfrm>
            <a:off x="7093358" y="-16187"/>
            <a:ext cx="5097012" cy="6880967"/>
          </a:xfrm>
        </p:spPr>
      </p:pic>
      <p:sp>
        <p:nvSpPr>
          <p:cNvPr id="3" name="TextBox 2">
            <a:extLst>
              <a:ext uri="{FF2B5EF4-FFF2-40B4-BE49-F238E27FC236}">
                <a16:creationId xmlns:a16="http://schemas.microsoft.com/office/drawing/2014/main" id="{312ABE77-552C-32A4-4ECA-8271E3808CE1}"/>
              </a:ext>
            </a:extLst>
          </p:cNvPr>
          <p:cNvSpPr txBox="1"/>
          <p:nvPr/>
        </p:nvSpPr>
        <p:spPr>
          <a:xfrm>
            <a:off x="856381" y="3888387"/>
            <a:ext cx="5943600" cy="338554"/>
          </a:xfrm>
          <a:prstGeom prst="rect">
            <a:avLst/>
          </a:prstGeom>
          <a:noFill/>
        </p:spPr>
        <p:txBody>
          <a:bodyPr wrap="square" rtlCol="0">
            <a:spAutoFit/>
          </a:bodyPr>
          <a:lstStyle/>
          <a:p>
            <a:r>
              <a:rPr lang="en-MY" sz="1600" spc="300" dirty="0">
                <a:solidFill>
                  <a:schemeClr val="bg1"/>
                </a:solidFill>
              </a:rPr>
              <a:t>PRESENTATION TITLE / DESCRIPTION</a:t>
            </a:r>
          </a:p>
        </p:txBody>
      </p:sp>
      <p:sp>
        <p:nvSpPr>
          <p:cNvPr id="4" name="TextBox 3">
            <a:extLst>
              <a:ext uri="{FF2B5EF4-FFF2-40B4-BE49-F238E27FC236}">
                <a16:creationId xmlns:a16="http://schemas.microsoft.com/office/drawing/2014/main" id="{985DE142-97A7-0373-EA78-5A736732618F}"/>
              </a:ext>
            </a:extLst>
          </p:cNvPr>
          <p:cNvSpPr txBox="1"/>
          <p:nvPr/>
        </p:nvSpPr>
        <p:spPr>
          <a:xfrm>
            <a:off x="856381" y="3366655"/>
            <a:ext cx="5943600" cy="369332"/>
          </a:xfrm>
          <a:prstGeom prst="rect">
            <a:avLst/>
          </a:prstGeom>
          <a:noFill/>
        </p:spPr>
        <p:txBody>
          <a:bodyPr wrap="square" rtlCol="0">
            <a:spAutoFit/>
          </a:bodyPr>
          <a:lstStyle/>
          <a:p>
            <a:r>
              <a:rPr lang="en-MY" spc="300" dirty="0">
                <a:solidFill>
                  <a:schemeClr val="bg1"/>
                </a:solidFill>
              </a:rPr>
              <a:t>PRESENTATION SLIDE</a:t>
            </a:r>
          </a:p>
        </p:txBody>
      </p:sp>
      <p:sp>
        <p:nvSpPr>
          <p:cNvPr id="5" name="TextBox 4">
            <a:extLst>
              <a:ext uri="{FF2B5EF4-FFF2-40B4-BE49-F238E27FC236}">
                <a16:creationId xmlns:a16="http://schemas.microsoft.com/office/drawing/2014/main" id="{D3D26E51-2E2C-08F4-5CBA-0BC27FC9F43D}"/>
              </a:ext>
            </a:extLst>
          </p:cNvPr>
          <p:cNvSpPr txBox="1"/>
          <p:nvPr/>
        </p:nvSpPr>
        <p:spPr>
          <a:xfrm>
            <a:off x="816918" y="2013450"/>
            <a:ext cx="7097487" cy="1231106"/>
          </a:xfrm>
          <a:prstGeom prst="rect">
            <a:avLst/>
          </a:prstGeom>
          <a:noFill/>
        </p:spPr>
        <p:txBody>
          <a:bodyPr wrap="square" rtlCol="0">
            <a:spAutoFit/>
          </a:bodyPr>
          <a:lstStyle/>
          <a:p>
            <a:r>
              <a:rPr lang="en-US" sz="3700" b="1" kern="0" spc="300" dirty="0">
                <a:solidFill>
                  <a:schemeClr val="bg1"/>
                </a:solidFill>
                <a:latin typeface="+mj-lt"/>
              </a:rPr>
              <a:t>UNIVERSITI TEKNOLOGI MALAYSIA</a:t>
            </a:r>
          </a:p>
        </p:txBody>
      </p:sp>
      <p:sp>
        <p:nvSpPr>
          <p:cNvPr id="2" name="TextBox 1">
            <a:extLst>
              <a:ext uri="{FF2B5EF4-FFF2-40B4-BE49-F238E27FC236}">
                <a16:creationId xmlns:a16="http://schemas.microsoft.com/office/drawing/2014/main" id="{A7BE7568-BE36-3839-84DD-F1A10E4B148F}"/>
              </a:ext>
            </a:extLst>
          </p:cNvPr>
          <p:cNvSpPr txBox="1"/>
          <p:nvPr/>
        </p:nvSpPr>
        <p:spPr>
          <a:xfrm>
            <a:off x="7293968" y="6495395"/>
            <a:ext cx="1681866" cy="246221"/>
          </a:xfrm>
          <a:prstGeom prst="rect">
            <a:avLst/>
          </a:prstGeom>
          <a:noFill/>
        </p:spPr>
        <p:txBody>
          <a:bodyPr wrap="square" rtlCol="0">
            <a:spAutoFit/>
          </a:bodyPr>
          <a:lstStyle/>
          <a:p>
            <a:r>
              <a:rPr lang="en-MY" sz="1000" dirty="0">
                <a:solidFill>
                  <a:schemeClr val="bg1"/>
                </a:solidFill>
              </a:rPr>
              <a:t>UTM PAGOH</a:t>
            </a:r>
          </a:p>
        </p:txBody>
      </p:sp>
      <p:pic>
        <p:nvPicPr>
          <p:cNvPr id="7" name="Picture 6">
            <a:extLst>
              <a:ext uri="{FF2B5EF4-FFF2-40B4-BE49-F238E27FC236}">
                <a16:creationId xmlns:a16="http://schemas.microsoft.com/office/drawing/2014/main" id="{451DD004-CE6E-E8D2-3A2A-84DBCE63A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998" y="6499364"/>
            <a:ext cx="2033624" cy="153043"/>
          </a:xfrm>
          <a:prstGeom prst="rect">
            <a:avLst/>
          </a:prstGeom>
        </p:spPr>
      </p:pic>
    </p:spTree>
    <p:extLst>
      <p:ext uri="{BB962C8B-B14F-4D97-AF65-F5344CB8AC3E}">
        <p14:creationId xmlns:p14="http://schemas.microsoft.com/office/powerpoint/2010/main" val="2287224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71B0FC45-CCBC-87D7-B16A-0C57DA545BF3}"/>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p:blipFill>
        <p:spPr>
          <a:xfrm>
            <a:off x="7093358" y="-16187"/>
            <a:ext cx="5097012" cy="6880967"/>
          </a:xfrm>
        </p:spPr>
      </p:pic>
      <p:sp>
        <p:nvSpPr>
          <p:cNvPr id="3" name="TextBox 2">
            <a:extLst>
              <a:ext uri="{FF2B5EF4-FFF2-40B4-BE49-F238E27FC236}">
                <a16:creationId xmlns:a16="http://schemas.microsoft.com/office/drawing/2014/main" id="{312ABE77-552C-32A4-4ECA-8271E3808CE1}"/>
              </a:ext>
            </a:extLst>
          </p:cNvPr>
          <p:cNvSpPr txBox="1"/>
          <p:nvPr/>
        </p:nvSpPr>
        <p:spPr>
          <a:xfrm>
            <a:off x="856381" y="3888387"/>
            <a:ext cx="5943600" cy="338554"/>
          </a:xfrm>
          <a:prstGeom prst="rect">
            <a:avLst/>
          </a:prstGeom>
          <a:noFill/>
        </p:spPr>
        <p:txBody>
          <a:bodyPr wrap="square" rtlCol="0">
            <a:spAutoFit/>
          </a:bodyPr>
          <a:lstStyle/>
          <a:p>
            <a:r>
              <a:rPr lang="en-MY" sz="1600" spc="300" dirty="0">
                <a:solidFill>
                  <a:schemeClr val="bg1"/>
                </a:solidFill>
              </a:rPr>
              <a:t>PRESENTATION TITLE / DESCRIPTION</a:t>
            </a:r>
          </a:p>
        </p:txBody>
      </p:sp>
      <p:sp>
        <p:nvSpPr>
          <p:cNvPr id="4" name="TextBox 3">
            <a:extLst>
              <a:ext uri="{FF2B5EF4-FFF2-40B4-BE49-F238E27FC236}">
                <a16:creationId xmlns:a16="http://schemas.microsoft.com/office/drawing/2014/main" id="{985DE142-97A7-0373-EA78-5A736732618F}"/>
              </a:ext>
            </a:extLst>
          </p:cNvPr>
          <p:cNvSpPr txBox="1"/>
          <p:nvPr/>
        </p:nvSpPr>
        <p:spPr>
          <a:xfrm>
            <a:off x="856381" y="3366655"/>
            <a:ext cx="5943600" cy="369332"/>
          </a:xfrm>
          <a:prstGeom prst="rect">
            <a:avLst/>
          </a:prstGeom>
          <a:noFill/>
        </p:spPr>
        <p:txBody>
          <a:bodyPr wrap="square" rtlCol="0">
            <a:spAutoFit/>
          </a:bodyPr>
          <a:lstStyle/>
          <a:p>
            <a:r>
              <a:rPr lang="en-MY" spc="300" dirty="0">
                <a:solidFill>
                  <a:schemeClr val="bg1"/>
                </a:solidFill>
              </a:rPr>
              <a:t>PRESENTATION SLIDE</a:t>
            </a:r>
          </a:p>
        </p:txBody>
      </p:sp>
      <p:sp>
        <p:nvSpPr>
          <p:cNvPr id="5" name="TextBox 4">
            <a:extLst>
              <a:ext uri="{FF2B5EF4-FFF2-40B4-BE49-F238E27FC236}">
                <a16:creationId xmlns:a16="http://schemas.microsoft.com/office/drawing/2014/main" id="{D3D26E51-2E2C-08F4-5CBA-0BC27FC9F43D}"/>
              </a:ext>
            </a:extLst>
          </p:cNvPr>
          <p:cNvSpPr txBox="1"/>
          <p:nvPr/>
        </p:nvSpPr>
        <p:spPr>
          <a:xfrm>
            <a:off x="816918" y="2013450"/>
            <a:ext cx="7097487" cy="1231106"/>
          </a:xfrm>
          <a:prstGeom prst="rect">
            <a:avLst/>
          </a:prstGeom>
          <a:noFill/>
        </p:spPr>
        <p:txBody>
          <a:bodyPr wrap="square" rtlCol="0">
            <a:spAutoFit/>
          </a:bodyPr>
          <a:lstStyle/>
          <a:p>
            <a:r>
              <a:rPr lang="en-US" sz="3700" b="1" kern="0" spc="300" dirty="0">
                <a:solidFill>
                  <a:schemeClr val="bg1"/>
                </a:solidFill>
                <a:latin typeface="+mj-lt"/>
              </a:rPr>
              <a:t>UNIVERSITI TEKNOLOGI MALAYSIA</a:t>
            </a:r>
          </a:p>
        </p:txBody>
      </p:sp>
      <p:sp>
        <p:nvSpPr>
          <p:cNvPr id="2" name="TextBox 1">
            <a:extLst>
              <a:ext uri="{FF2B5EF4-FFF2-40B4-BE49-F238E27FC236}">
                <a16:creationId xmlns:a16="http://schemas.microsoft.com/office/drawing/2014/main" id="{766954A6-7345-3107-2EC2-C253BE27C3EC}"/>
              </a:ext>
            </a:extLst>
          </p:cNvPr>
          <p:cNvSpPr txBox="1"/>
          <p:nvPr/>
        </p:nvSpPr>
        <p:spPr>
          <a:xfrm>
            <a:off x="8090212" y="6595095"/>
            <a:ext cx="1681866" cy="246221"/>
          </a:xfrm>
          <a:prstGeom prst="rect">
            <a:avLst/>
          </a:prstGeom>
          <a:noFill/>
        </p:spPr>
        <p:txBody>
          <a:bodyPr wrap="square" rtlCol="0">
            <a:spAutoFit/>
          </a:bodyPr>
          <a:lstStyle/>
          <a:p>
            <a:r>
              <a:rPr lang="en-MY" sz="1000" dirty="0">
                <a:solidFill>
                  <a:schemeClr val="bg1"/>
                </a:solidFill>
              </a:rPr>
              <a:t>UTM KUALA LUMPUR</a:t>
            </a:r>
          </a:p>
        </p:txBody>
      </p:sp>
      <p:pic>
        <p:nvPicPr>
          <p:cNvPr id="7" name="Picture 6">
            <a:extLst>
              <a:ext uri="{FF2B5EF4-FFF2-40B4-BE49-F238E27FC236}">
                <a16:creationId xmlns:a16="http://schemas.microsoft.com/office/drawing/2014/main" id="{9738C072-9D6B-4F6C-1756-CC8319BA7E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998" y="6499364"/>
            <a:ext cx="2033624" cy="153043"/>
          </a:xfrm>
          <a:prstGeom prst="rect">
            <a:avLst/>
          </a:prstGeom>
        </p:spPr>
      </p:pic>
    </p:spTree>
    <p:extLst>
      <p:ext uri="{BB962C8B-B14F-4D97-AF65-F5344CB8AC3E}">
        <p14:creationId xmlns:p14="http://schemas.microsoft.com/office/powerpoint/2010/main" val="1409079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A picture containing sky, outdoor, day&#10;&#10;Description automatically generated">
            <a:extLst>
              <a:ext uri="{FF2B5EF4-FFF2-40B4-BE49-F238E27FC236}">
                <a16:creationId xmlns:a16="http://schemas.microsoft.com/office/drawing/2014/main" id="{ABE24FC3-F159-8CE6-753D-0455554B9412}"/>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a:fillRect/>
          </a:stretch>
        </p:blipFill>
        <p:spPr/>
      </p:pic>
      <p:sp>
        <p:nvSpPr>
          <p:cNvPr id="3" name="TextBox 2">
            <a:extLst>
              <a:ext uri="{FF2B5EF4-FFF2-40B4-BE49-F238E27FC236}">
                <a16:creationId xmlns:a16="http://schemas.microsoft.com/office/drawing/2014/main" id="{BE4278FF-660B-EE8F-2939-8AE5E9D90DC9}"/>
              </a:ext>
            </a:extLst>
          </p:cNvPr>
          <p:cNvSpPr txBox="1"/>
          <p:nvPr/>
        </p:nvSpPr>
        <p:spPr>
          <a:xfrm>
            <a:off x="1020532" y="2108637"/>
            <a:ext cx="6339453" cy="1200329"/>
          </a:xfrm>
          <a:prstGeom prst="rect">
            <a:avLst/>
          </a:prstGeom>
          <a:noFill/>
        </p:spPr>
        <p:txBody>
          <a:bodyPr wrap="square" rtlCol="0">
            <a:spAutoFit/>
          </a:bodyPr>
          <a:lstStyle/>
          <a:p>
            <a:pPr algn="l"/>
            <a:r>
              <a:rPr lang="en-US" sz="3600" b="1" kern="0" spc="0" dirty="0">
                <a:solidFill>
                  <a:schemeClr val="bg1"/>
                </a:solidFill>
                <a:latin typeface="+mj-lt"/>
              </a:rPr>
              <a:t>UNIVERSITI </a:t>
            </a:r>
            <a:r>
              <a:rPr lang="en-US" sz="3600" b="1" kern="0" spc="0" dirty="0">
                <a:solidFill>
                  <a:schemeClr val="bg1"/>
                </a:solidFill>
              </a:rPr>
              <a:t>TEKNOLOGI</a:t>
            </a:r>
            <a:r>
              <a:rPr lang="en-US" sz="3600" b="1" kern="0" spc="0" dirty="0">
                <a:solidFill>
                  <a:schemeClr val="bg1"/>
                </a:solidFill>
                <a:latin typeface="+mj-lt"/>
              </a:rPr>
              <a:t> </a:t>
            </a:r>
          </a:p>
          <a:p>
            <a:pPr algn="l"/>
            <a:r>
              <a:rPr lang="en-US" sz="3600" b="1" kern="0" spc="0" dirty="0">
                <a:solidFill>
                  <a:schemeClr val="bg1"/>
                </a:solidFill>
                <a:latin typeface="+mj-lt"/>
              </a:rPr>
              <a:t>MALAYSIA</a:t>
            </a:r>
          </a:p>
        </p:txBody>
      </p:sp>
      <p:sp>
        <p:nvSpPr>
          <p:cNvPr id="4" name="TextBox 3">
            <a:extLst>
              <a:ext uri="{FF2B5EF4-FFF2-40B4-BE49-F238E27FC236}">
                <a16:creationId xmlns:a16="http://schemas.microsoft.com/office/drawing/2014/main" id="{E504223A-9BF5-7D3A-C75D-269F1E4C1F65}"/>
              </a:ext>
            </a:extLst>
          </p:cNvPr>
          <p:cNvSpPr txBox="1"/>
          <p:nvPr/>
        </p:nvSpPr>
        <p:spPr>
          <a:xfrm>
            <a:off x="1020532" y="3950732"/>
            <a:ext cx="5943600" cy="338554"/>
          </a:xfrm>
          <a:prstGeom prst="rect">
            <a:avLst/>
          </a:prstGeom>
          <a:noFill/>
        </p:spPr>
        <p:txBody>
          <a:bodyPr wrap="square" rtlCol="0">
            <a:spAutoFit/>
          </a:bodyPr>
          <a:lstStyle/>
          <a:p>
            <a:r>
              <a:rPr lang="en-MY" sz="1600" spc="300" dirty="0">
                <a:solidFill>
                  <a:schemeClr val="bg1"/>
                </a:solidFill>
              </a:rPr>
              <a:t>PRESENTATION TITLE / DESCRIPTION</a:t>
            </a:r>
          </a:p>
        </p:txBody>
      </p:sp>
      <p:sp>
        <p:nvSpPr>
          <p:cNvPr id="5" name="TextBox 4">
            <a:extLst>
              <a:ext uri="{FF2B5EF4-FFF2-40B4-BE49-F238E27FC236}">
                <a16:creationId xmlns:a16="http://schemas.microsoft.com/office/drawing/2014/main" id="{055F30CF-7A8F-EF7D-55B2-F74D61E8A226}"/>
              </a:ext>
            </a:extLst>
          </p:cNvPr>
          <p:cNvSpPr txBox="1"/>
          <p:nvPr/>
        </p:nvSpPr>
        <p:spPr>
          <a:xfrm>
            <a:off x="1020532" y="3429000"/>
            <a:ext cx="5943600" cy="369332"/>
          </a:xfrm>
          <a:prstGeom prst="rect">
            <a:avLst/>
          </a:prstGeom>
          <a:noFill/>
        </p:spPr>
        <p:txBody>
          <a:bodyPr wrap="square" rtlCol="0">
            <a:spAutoFit/>
          </a:bodyPr>
          <a:lstStyle/>
          <a:p>
            <a:r>
              <a:rPr lang="en-MY" spc="300" dirty="0">
                <a:solidFill>
                  <a:schemeClr val="bg1"/>
                </a:solidFill>
              </a:rPr>
              <a:t>PRESENTATION SLIDE</a:t>
            </a:r>
          </a:p>
        </p:txBody>
      </p:sp>
      <p:pic>
        <p:nvPicPr>
          <p:cNvPr id="2" name="Picture 1">
            <a:extLst>
              <a:ext uri="{FF2B5EF4-FFF2-40B4-BE49-F238E27FC236}">
                <a16:creationId xmlns:a16="http://schemas.microsoft.com/office/drawing/2014/main" id="{7824F3E0-E6C7-2DB9-C3D0-C174170D26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998" y="6499364"/>
            <a:ext cx="2033624" cy="153043"/>
          </a:xfrm>
          <a:prstGeom prst="rect">
            <a:avLst/>
          </a:prstGeom>
        </p:spPr>
      </p:pic>
    </p:spTree>
    <p:extLst>
      <p:ext uri="{BB962C8B-B14F-4D97-AF65-F5344CB8AC3E}">
        <p14:creationId xmlns:p14="http://schemas.microsoft.com/office/powerpoint/2010/main" val="2195720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ABE24FC3-F159-8CE6-753D-0455554B9412}"/>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a:stretch/>
        </p:blipFill>
        <p:spPr>
          <a:xfrm>
            <a:off x="4527052" y="-39938"/>
            <a:ext cx="7679193" cy="7005082"/>
          </a:xfrm>
        </p:spPr>
      </p:pic>
      <p:sp>
        <p:nvSpPr>
          <p:cNvPr id="3" name="TextBox 2">
            <a:extLst>
              <a:ext uri="{FF2B5EF4-FFF2-40B4-BE49-F238E27FC236}">
                <a16:creationId xmlns:a16="http://schemas.microsoft.com/office/drawing/2014/main" id="{BE4278FF-660B-EE8F-2939-8AE5E9D90DC9}"/>
              </a:ext>
            </a:extLst>
          </p:cNvPr>
          <p:cNvSpPr txBox="1"/>
          <p:nvPr/>
        </p:nvSpPr>
        <p:spPr>
          <a:xfrm>
            <a:off x="1020532" y="2108637"/>
            <a:ext cx="6339453" cy="1200329"/>
          </a:xfrm>
          <a:prstGeom prst="rect">
            <a:avLst/>
          </a:prstGeom>
          <a:noFill/>
        </p:spPr>
        <p:txBody>
          <a:bodyPr wrap="square" rtlCol="0">
            <a:spAutoFit/>
          </a:bodyPr>
          <a:lstStyle/>
          <a:p>
            <a:pPr algn="l"/>
            <a:r>
              <a:rPr lang="en-US" sz="3600" b="1" kern="0" spc="0" dirty="0">
                <a:solidFill>
                  <a:schemeClr val="bg1"/>
                </a:solidFill>
                <a:latin typeface="+mj-lt"/>
              </a:rPr>
              <a:t>UNIVERSITI </a:t>
            </a:r>
            <a:r>
              <a:rPr lang="en-US" sz="3600" b="1" kern="0" spc="0" dirty="0">
                <a:solidFill>
                  <a:schemeClr val="bg1"/>
                </a:solidFill>
              </a:rPr>
              <a:t>TEKNOLOGI</a:t>
            </a:r>
            <a:r>
              <a:rPr lang="en-US" sz="3600" b="1" kern="0" spc="0" dirty="0">
                <a:solidFill>
                  <a:schemeClr val="bg1"/>
                </a:solidFill>
                <a:latin typeface="+mj-lt"/>
              </a:rPr>
              <a:t> </a:t>
            </a:r>
          </a:p>
          <a:p>
            <a:pPr algn="l"/>
            <a:r>
              <a:rPr lang="en-US" sz="3600" b="1" kern="0" spc="0" dirty="0">
                <a:solidFill>
                  <a:schemeClr val="bg1"/>
                </a:solidFill>
                <a:latin typeface="+mj-lt"/>
              </a:rPr>
              <a:t>MALAYSIA</a:t>
            </a:r>
          </a:p>
        </p:txBody>
      </p:sp>
      <p:sp>
        <p:nvSpPr>
          <p:cNvPr id="4" name="TextBox 3">
            <a:extLst>
              <a:ext uri="{FF2B5EF4-FFF2-40B4-BE49-F238E27FC236}">
                <a16:creationId xmlns:a16="http://schemas.microsoft.com/office/drawing/2014/main" id="{E504223A-9BF5-7D3A-C75D-269F1E4C1F65}"/>
              </a:ext>
            </a:extLst>
          </p:cNvPr>
          <p:cNvSpPr txBox="1"/>
          <p:nvPr/>
        </p:nvSpPr>
        <p:spPr>
          <a:xfrm>
            <a:off x="1020532" y="3950732"/>
            <a:ext cx="5943600" cy="338554"/>
          </a:xfrm>
          <a:prstGeom prst="rect">
            <a:avLst/>
          </a:prstGeom>
          <a:noFill/>
        </p:spPr>
        <p:txBody>
          <a:bodyPr wrap="square" rtlCol="0">
            <a:spAutoFit/>
          </a:bodyPr>
          <a:lstStyle/>
          <a:p>
            <a:r>
              <a:rPr lang="en-MY" sz="1600" spc="300" dirty="0">
                <a:solidFill>
                  <a:schemeClr val="bg1"/>
                </a:solidFill>
              </a:rPr>
              <a:t>PRESENTATION TITLE / DESCRIPTION</a:t>
            </a:r>
          </a:p>
        </p:txBody>
      </p:sp>
      <p:sp>
        <p:nvSpPr>
          <p:cNvPr id="5" name="TextBox 4">
            <a:extLst>
              <a:ext uri="{FF2B5EF4-FFF2-40B4-BE49-F238E27FC236}">
                <a16:creationId xmlns:a16="http://schemas.microsoft.com/office/drawing/2014/main" id="{055F30CF-7A8F-EF7D-55B2-F74D61E8A226}"/>
              </a:ext>
            </a:extLst>
          </p:cNvPr>
          <p:cNvSpPr txBox="1"/>
          <p:nvPr/>
        </p:nvSpPr>
        <p:spPr>
          <a:xfrm>
            <a:off x="1020532" y="3429000"/>
            <a:ext cx="5943600" cy="369332"/>
          </a:xfrm>
          <a:prstGeom prst="rect">
            <a:avLst/>
          </a:prstGeom>
          <a:noFill/>
        </p:spPr>
        <p:txBody>
          <a:bodyPr wrap="square" rtlCol="0">
            <a:spAutoFit/>
          </a:bodyPr>
          <a:lstStyle/>
          <a:p>
            <a:r>
              <a:rPr lang="en-MY" spc="300" dirty="0">
                <a:solidFill>
                  <a:schemeClr val="bg1"/>
                </a:solidFill>
              </a:rPr>
              <a:t>PRESENTATION SLIDE</a:t>
            </a:r>
          </a:p>
        </p:txBody>
      </p:sp>
      <p:pic>
        <p:nvPicPr>
          <p:cNvPr id="2" name="Picture 1">
            <a:extLst>
              <a:ext uri="{FF2B5EF4-FFF2-40B4-BE49-F238E27FC236}">
                <a16:creationId xmlns:a16="http://schemas.microsoft.com/office/drawing/2014/main" id="{E7B1DAAC-B8F3-4C26-6DC4-B784804161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998" y="6499364"/>
            <a:ext cx="2033624" cy="153043"/>
          </a:xfrm>
          <a:prstGeom prst="rect">
            <a:avLst/>
          </a:prstGeom>
        </p:spPr>
      </p:pic>
    </p:spTree>
    <p:extLst>
      <p:ext uri="{BB962C8B-B14F-4D97-AF65-F5344CB8AC3E}">
        <p14:creationId xmlns:p14="http://schemas.microsoft.com/office/powerpoint/2010/main" val="1728531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icture containing text, building, outdoor, sky&#10;&#10;Description automatically generated">
            <a:extLst>
              <a:ext uri="{FF2B5EF4-FFF2-40B4-BE49-F238E27FC236}">
                <a16:creationId xmlns:a16="http://schemas.microsoft.com/office/drawing/2014/main" id="{A5BD86E3-7E69-3A10-FD8C-8421D5633AF3}"/>
              </a:ext>
            </a:extLst>
          </p:cNvPr>
          <p:cNvPicPr>
            <a:picLocks noGrp="1" noChangeAspect="1"/>
          </p:cNvPicPr>
          <p:nvPr>
            <p:ph type="pic" sz="quarter" idx="10"/>
          </p:nvPr>
        </p:nvPicPr>
        <p:blipFill>
          <a:blip r:embed="rId2" cstate="screen">
            <a:extLst>
              <a:ext uri="{28A0092B-C50C-407E-A947-70E740481C1C}">
                <a14:useLocalDpi xmlns:a14="http://schemas.microsoft.com/office/drawing/2010/main"/>
              </a:ext>
            </a:extLst>
          </a:blip>
          <a:srcRect l="3410" r="3410"/>
          <a:stretch>
            <a:fillRect/>
          </a:stretch>
        </p:blipFill>
        <p:spPr/>
      </p:pic>
      <p:sp>
        <p:nvSpPr>
          <p:cNvPr id="7" name="TextBox 6">
            <a:extLst>
              <a:ext uri="{FF2B5EF4-FFF2-40B4-BE49-F238E27FC236}">
                <a16:creationId xmlns:a16="http://schemas.microsoft.com/office/drawing/2014/main" id="{BF25D211-566E-D4E7-5C92-276F5A06127E}"/>
              </a:ext>
            </a:extLst>
          </p:cNvPr>
          <p:cNvSpPr txBox="1"/>
          <p:nvPr/>
        </p:nvSpPr>
        <p:spPr>
          <a:xfrm>
            <a:off x="1020532" y="2108637"/>
            <a:ext cx="6339453" cy="1200329"/>
          </a:xfrm>
          <a:prstGeom prst="rect">
            <a:avLst/>
          </a:prstGeom>
          <a:noFill/>
        </p:spPr>
        <p:txBody>
          <a:bodyPr wrap="square" rtlCol="0">
            <a:spAutoFit/>
          </a:bodyPr>
          <a:lstStyle/>
          <a:p>
            <a:pPr algn="l"/>
            <a:r>
              <a:rPr lang="en-US" sz="3600" b="1" kern="0" spc="0" dirty="0">
                <a:solidFill>
                  <a:schemeClr val="bg1"/>
                </a:solidFill>
                <a:latin typeface="+mj-lt"/>
              </a:rPr>
              <a:t>UNIVERSITI </a:t>
            </a:r>
            <a:r>
              <a:rPr lang="en-US" sz="3600" b="1" kern="0" spc="0" dirty="0">
                <a:solidFill>
                  <a:schemeClr val="bg1"/>
                </a:solidFill>
              </a:rPr>
              <a:t>TEKNOLOGI</a:t>
            </a:r>
            <a:r>
              <a:rPr lang="en-US" sz="3600" b="1" kern="0" spc="0" dirty="0">
                <a:solidFill>
                  <a:schemeClr val="bg1"/>
                </a:solidFill>
                <a:latin typeface="+mj-lt"/>
              </a:rPr>
              <a:t> </a:t>
            </a:r>
          </a:p>
          <a:p>
            <a:pPr algn="l"/>
            <a:r>
              <a:rPr lang="en-US" sz="3600" b="1" kern="0" spc="0" dirty="0">
                <a:solidFill>
                  <a:schemeClr val="bg1"/>
                </a:solidFill>
                <a:latin typeface="+mj-lt"/>
              </a:rPr>
              <a:t>MALAYSIA</a:t>
            </a:r>
          </a:p>
        </p:txBody>
      </p:sp>
      <p:sp>
        <p:nvSpPr>
          <p:cNvPr id="8" name="TextBox 7">
            <a:extLst>
              <a:ext uri="{FF2B5EF4-FFF2-40B4-BE49-F238E27FC236}">
                <a16:creationId xmlns:a16="http://schemas.microsoft.com/office/drawing/2014/main" id="{8BB3A892-2854-1B80-E343-BF677DFEE973}"/>
              </a:ext>
            </a:extLst>
          </p:cNvPr>
          <p:cNvSpPr txBox="1"/>
          <p:nvPr/>
        </p:nvSpPr>
        <p:spPr>
          <a:xfrm>
            <a:off x="1020532" y="3950732"/>
            <a:ext cx="5943600" cy="338554"/>
          </a:xfrm>
          <a:prstGeom prst="rect">
            <a:avLst/>
          </a:prstGeom>
          <a:noFill/>
        </p:spPr>
        <p:txBody>
          <a:bodyPr wrap="square" rtlCol="0">
            <a:spAutoFit/>
          </a:bodyPr>
          <a:lstStyle/>
          <a:p>
            <a:r>
              <a:rPr lang="en-MY" sz="1600" spc="300" dirty="0">
                <a:solidFill>
                  <a:schemeClr val="bg1"/>
                </a:solidFill>
              </a:rPr>
              <a:t>PRESENTATION TITLE / DESCRIPTION</a:t>
            </a:r>
          </a:p>
        </p:txBody>
      </p:sp>
      <p:sp>
        <p:nvSpPr>
          <p:cNvPr id="9" name="TextBox 8">
            <a:extLst>
              <a:ext uri="{FF2B5EF4-FFF2-40B4-BE49-F238E27FC236}">
                <a16:creationId xmlns:a16="http://schemas.microsoft.com/office/drawing/2014/main" id="{53FD7107-A0DF-9976-2684-14E638BEEB6D}"/>
              </a:ext>
            </a:extLst>
          </p:cNvPr>
          <p:cNvSpPr txBox="1"/>
          <p:nvPr/>
        </p:nvSpPr>
        <p:spPr>
          <a:xfrm>
            <a:off x="1020532" y="3429000"/>
            <a:ext cx="5943600" cy="369332"/>
          </a:xfrm>
          <a:prstGeom prst="rect">
            <a:avLst/>
          </a:prstGeom>
          <a:noFill/>
        </p:spPr>
        <p:txBody>
          <a:bodyPr wrap="square" rtlCol="0">
            <a:spAutoFit/>
          </a:bodyPr>
          <a:lstStyle/>
          <a:p>
            <a:r>
              <a:rPr lang="en-MY" spc="300" dirty="0">
                <a:solidFill>
                  <a:schemeClr val="bg1"/>
                </a:solidFill>
              </a:rPr>
              <a:t>PRESENTATION SLIDE</a:t>
            </a:r>
          </a:p>
        </p:txBody>
      </p:sp>
      <p:pic>
        <p:nvPicPr>
          <p:cNvPr id="2" name="Picture 1">
            <a:extLst>
              <a:ext uri="{FF2B5EF4-FFF2-40B4-BE49-F238E27FC236}">
                <a16:creationId xmlns:a16="http://schemas.microsoft.com/office/drawing/2014/main" id="{98AEFB19-EFB8-98E6-A643-877DE1B46A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998" y="6499364"/>
            <a:ext cx="2033624" cy="153043"/>
          </a:xfrm>
          <a:prstGeom prst="rect">
            <a:avLst/>
          </a:prstGeom>
        </p:spPr>
      </p:pic>
    </p:spTree>
    <p:extLst>
      <p:ext uri="{BB962C8B-B14F-4D97-AF65-F5344CB8AC3E}">
        <p14:creationId xmlns:p14="http://schemas.microsoft.com/office/powerpoint/2010/main" val="2006286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F91112-E67B-52E0-5CE0-84E598D5ACC2}"/>
              </a:ext>
            </a:extLst>
          </p:cNvPr>
          <p:cNvSpPr txBox="1"/>
          <p:nvPr/>
        </p:nvSpPr>
        <p:spPr>
          <a:xfrm>
            <a:off x="1166992" y="884634"/>
            <a:ext cx="823913" cy="646112"/>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01</a:t>
            </a:r>
          </a:p>
        </p:txBody>
      </p:sp>
      <p:sp>
        <p:nvSpPr>
          <p:cNvPr id="3" name="TextBox 2">
            <a:extLst>
              <a:ext uri="{FF2B5EF4-FFF2-40B4-BE49-F238E27FC236}">
                <a16:creationId xmlns:a16="http://schemas.microsoft.com/office/drawing/2014/main" id="{0BC73770-F834-B3F6-8C54-7A5C1249A7AA}"/>
              </a:ext>
            </a:extLst>
          </p:cNvPr>
          <p:cNvSpPr txBox="1"/>
          <p:nvPr/>
        </p:nvSpPr>
        <p:spPr>
          <a:xfrm>
            <a:off x="2107850" y="884634"/>
            <a:ext cx="2552927" cy="375359"/>
          </a:xfrm>
          <a:prstGeom prst="rect">
            <a:avLst/>
          </a:prstGeom>
          <a:noFill/>
        </p:spPr>
        <p:txBody>
          <a:bodyPr wrap="square">
            <a:spAutoFit/>
          </a:bodyPr>
          <a:lstStyle/>
          <a:p>
            <a:pPr eaLnBrk="1" fontAlgn="auto" hangingPunct="1">
              <a:lnSpc>
                <a:spcPct val="150000"/>
              </a:lnSpc>
              <a:spcBef>
                <a:spcPts val="0"/>
              </a:spcBef>
              <a:spcAft>
                <a:spcPts val="0"/>
              </a:spcAft>
              <a:defRPr/>
            </a:pPr>
            <a:r>
              <a:rPr lang="en-US" sz="1400" b="1" dirty="0">
                <a:solidFill>
                  <a:schemeClr val="tx1">
                    <a:lumMod val="75000"/>
                    <a:lumOff val="25000"/>
                  </a:schemeClr>
                </a:solidFill>
              </a:rPr>
              <a:t>YOUR TITLE</a:t>
            </a:r>
          </a:p>
        </p:txBody>
      </p:sp>
      <p:sp>
        <p:nvSpPr>
          <p:cNvPr id="4" name="TextBox 3">
            <a:extLst>
              <a:ext uri="{FF2B5EF4-FFF2-40B4-BE49-F238E27FC236}">
                <a16:creationId xmlns:a16="http://schemas.microsoft.com/office/drawing/2014/main" id="{BAF8E65B-A985-5225-3DBE-AE4CF54409A9}"/>
              </a:ext>
            </a:extLst>
          </p:cNvPr>
          <p:cNvSpPr txBox="1"/>
          <p:nvPr/>
        </p:nvSpPr>
        <p:spPr>
          <a:xfrm>
            <a:off x="1166992" y="2184189"/>
            <a:ext cx="823913"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02</a:t>
            </a:r>
          </a:p>
        </p:txBody>
      </p:sp>
      <p:sp>
        <p:nvSpPr>
          <p:cNvPr id="5" name="TextBox 4">
            <a:extLst>
              <a:ext uri="{FF2B5EF4-FFF2-40B4-BE49-F238E27FC236}">
                <a16:creationId xmlns:a16="http://schemas.microsoft.com/office/drawing/2014/main" id="{2CC5E324-0B66-191D-3D8C-DB2715D13BC1}"/>
              </a:ext>
            </a:extLst>
          </p:cNvPr>
          <p:cNvSpPr txBox="1"/>
          <p:nvPr/>
        </p:nvSpPr>
        <p:spPr>
          <a:xfrm>
            <a:off x="2107851" y="2183825"/>
            <a:ext cx="2552926" cy="375359"/>
          </a:xfrm>
          <a:prstGeom prst="rect">
            <a:avLst/>
          </a:prstGeom>
          <a:noFill/>
        </p:spPr>
        <p:txBody>
          <a:bodyPr wrap="square">
            <a:spAutoFit/>
          </a:bodyPr>
          <a:lstStyle/>
          <a:p>
            <a:pPr eaLnBrk="1" fontAlgn="auto" hangingPunct="1">
              <a:lnSpc>
                <a:spcPct val="150000"/>
              </a:lnSpc>
              <a:spcBef>
                <a:spcPts val="0"/>
              </a:spcBef>
              <a:spcAft>
                <a:spcPts val="0"/>
              </a:spcAft>
              <a:defRPr/>
            </a:pPr>
            <a:r>
              <a:rPr lang="en-US" sz="1400" b="1" dirty="0">
                <a:solidFill>
                  <a:schemeClr val="tx1">
                    <a:lumMod val="75000"/>
                    <a:lumOff val="25000"/>
                  </a:schemeClr>
                </a:solidFill>
              </a:rPr>
              <a:t>YOUR TITLE</a:t>
            </a:r>
          </a:p>
        </p:txBody>
      </p:sp>
      <p:sp>
        <p:nvSpPr>
          <p:cNvPr id="6" name="TextBox 5">
            <a:extLst>
              <a:ext uri="{FF2B5EF4-FFF2-40B4-BE49-F238E27FC236}">
                <a16:creationId xmlns:a16="http://schemas.microsoft.com/office/drawing/2014/main" id="{2A3CD455-E96D-A90F-3D91-16AFB50725EE}"/>
              </a:ext>
            </a:extLst>
          </p:cNvPr>
          <p:cNvSpPr txBox="1"/>
          <p:nvPr/>
        </p:nvSpPr>
        <p:spPr>
          <a:xfrm>
            <a:off x="1166992" y="3502094"/>
            <a:ext cx="823913"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03</a:t>
            </a:r>
          </a:p>
        </p:txBody>
      </p:sp>
      <p:sp>
        <p:nvSpPr>
          <p:cNvPr id="7" name="TextBox 6">
            <a:extLst>
              <a:ext uri="{FF2B5EF4-FFF2-40B4-BE49-F238E27FC236}">
                <a16:creationId xmlns:a16="http://schemas.microsoft.com/office/drawing/2014/main" id="{1132CD0F-2BEE-DDC0-9023-496C32D9D6CC}"/>
              </a:ext>
            </a:extLst>
          </p:cNvPr>
          <p:cNvSpPr txBox="1"/>
          <p:nvPr/>
        </p:nvSpPr>
        <p:spPr>
          <a:xfrm>
            <a:off x="2107851" y="3602306"/>
            <a:ext cx="2552926" cy="382092"/>
          </a:xfrm>
          <a:prstGeom prst="rect">
            <a:avLst/>
          </a:prstGeom>
          <a:noFill/>
        </p:spPr>
        <p:txBody>
          <a:bodyPr wrap="square">
            <a:spAutoFit/>
          </a:bodyPr>
          <a:lstStyle/>
          <a:p>
            <a:pPr eaLnBrk="1" fontAlgn="auto" hangingPunct="1">
              <a:lnSpc>
                <a:spcPct val="150000"/>
              </a:lnSpc>
              <a:spcBef>
                <a:spcPts val="0"/>
              </a:spcBef>
              <a:spcAft>
                <a:spcPts val="0"/>
              </a:spcAft>
              <a:defRPr/>
            </a:pPr>
            <a:r>
              <a:rPr lang="en-US" sz="1400" b="1" dirty="0">
                <a:solidFill>
                  <a:schemeClr val="tx1">
                    <a:lumMod val="75000"/>
                    <a:lumOff val="25000"/>
                  </a:schemeClr>
                </a:solidFill>
              </a:rPr>
              <a:t>YOUR TITLE</a:t>
            </a:r>
          </a:p>
        </p:txBody>
      </p:sp>
      <p:sp>
        <p:nvSpPr>
          <p:cNvPr id="8" name="TextBox 7">
            <a:extLst>
              <a:ext uri="{FF2B5EF4-FFF2-40B4-BE49-F238E27FC236}">
                <a16:creationId xmlns:a16="http://schemas.microsoft.com/office/drawing/2014/main" id="{6AAFCF66-1370-A03D-6E15-ECAEFD6353CD}"/>
              </a:ext>
            </a:extLst>
          </p:cNvPr>
          <p:cNvSpPr txBox="1"/>
          <p:nvPr/>
        </p:nvSpPr>
        <p:spPr>
          <a:xfrm>
            <a:off x="6290648" y="884634"/>
            <a:ext cx="822325" cy="646112"/>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05</a:t>
            </a:r>
          </a:p>
        </p:txBody>
      </p:sp>
      <p:sp>
        <p:nvSpPr>
          <p:cNvPr id="9" name="TextBox 8">
            <a:extLst>
              <a:ext uri="{FF2B5EF4-FFF2-40B4-BE49-F238E27FC236}">
                <a16:creationId xmlns:a16="http://schemas.microsoft.com/office/drawing/2014/main" id="{195CAB19-F005-8BCE-F7BD-C2C136A646D8}"/>
              </a:ext>
            </a:extLst>
          </p:cNvPr>
          <p:cNvSpPr txBox="1"/>
          <p:nvPr/>
        </p:nvSpPr>
        <p:spPr>
          <a:xfrm>
            <a:off x="7191497" y="884634"/>
            <a:ext cx="2552927" cy="375359"/>
          </a:xfrm>
          <a:prstGeom prst="rect">
            <a:avLst/>
          </a:prstGeom>
          <a:noFill/>
        </p:spPr>
        <p:txBody>
          <a:bodyPr wrap="square">
            <a:spAutoFit/>
          </a:bodyPr>
          <a:lstStyle/>
          <a:p>
            <a:pPr eaLnBrk="1" fontAlgn="auto" hangingPunct="1">
              <a:lnSpc>
                <a:spcPct val="150000"/>
              </a:lnSpc>
              <a:spcBef>
                <a:spcPts val="0"/>
              </a:spcBef>
              <a:spcAft>
                <a:spcPts val="0"/>
              </a:spcAft>
              <a:defRPr/>
            </a:pPr>
            <a:r>
              <a:rPr lang="en-US" sz="1400" b="1" dirty="0">
                <a:solidFill>
                  <a:schemeClr val="tx1">
                    <a:lumMod val="75000"/>
                    <a:lumOff val="25000"/>
                  </a:schemeClr>
                </a:solidFill>
              </a:rPr>
              <a:t>YOUR TITLE</a:t>
            </a:r>
          </a:p>
        </p:txBody>
      </p:sp>
      <p:sp>
        <p:nvSpPr>
          <p:cNvPr id="10" name="TextBox 9">
            <a:extLst>
              <a:ext uri="{FF2B5EF4-FFF2-40B4-BE49-F238E27FC236}">
                <a16:creationId xmlns:a16="http://schemas.microsoft.com/office/drawing/2014/main" id="{B00000E0-21FA-0956-A5E1-2F9EBFE0EFD6}"/>
              </a:ext>
            </a:extLst>
          </p:cNvPr>
          <p:cNvSpPr txBox="1"/>
          <p:nvPr/>
        </p:nvSpPr>
        <p:spPr>
          <a:xfrm>
            <a:off x="6290648" y="2184189"/>
            <a:ext cx="822325"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06</a:t>
            </a:r>
          </a:p>
        </p:txBody>
      </p:sp>
      <p:sp>
        <p:nvSpPr>
          <p:cNvPr id="11" name="TextBox 10">
            <a:extLst>
              <a:ext uri="{FF2B5EF4-FFF2-40B4-BE49-F238E27FC236}">
                <a16:creationId xmlns:a16="http://schemas.microsoft.com/office/drawing/2014/main" id="{AEC38AED-71F6-2461-3B06-9C14C85835BB}"/>
              </a:ext>
            </a:extLst>
          </p:cNvPr>
          <p:cNvSpPr txBox="1"/>
          <p:nvPr/>
        </p:nvSpPr>
        <p:spPr>
          <a:xfrm>
            <a:off x="7191498" y="2183825"/>
            <a:ext cx="2738167" cy="375359"/>
          </a:xfrm>
          <a:prstGeom prst="rect">
            <a:avLst/>
          </a:prstGeom>
          <a:noFill/>
        </p:spPr>
        <p:txBody>
          <a:bodyPr wrap="square">
            <a:spAutoFit/>
          </a:bodyPr>
          <a:lstStyle/>
          <a:p>
            <a:pPr eaLnBrk="1" fontAlgn="auto" hangingPunct="1">
              <a:lnSpc>
                <a:spcPct val="150000"/>
              </a:lnSpc>
              <a:spcBef>
                <a:spcPts val="0"/>
              </a:spcBef>
              <a:spcAft>
                <a:spcPts val="0"/>
              </a:spcAft>
              <a:defRPr/>
            </a:pPr>
            <a:r>
              <a:rPr lang="en-US" sz="1400" b="1" dirty="0">
                <a:solidFill>
                  <a:schemeClr val="tx1">
                    <a:lumMod val="75000"/>
                    <a:lumOff val="25000"/>
                  </a:schemeClr>
                </a:solidFill>
              </a:rPr>
              <a:t>YOUR TITLE</a:t>
            </a:r>
          </a:p>
        </p:txBody>
      </p:sp>
      <p:sp>
        <p:nvSpPr>
          <p:cNvPr id="12" name="TextBox 11">
            <a:extLst>
              <a:ext uri="{FF2B5EF4-FFF2-40B4-BE49-F238E27FC236}">
                <a16:creationId xmlns:a16="http://schemas.microsoft.com/office/drawing/2014/main" id="{493A8026-3B7F-CE51-4B3C-CA21783F67F4}"/>
              </a:ext>
            </a:extLst>
          </p:cNvPr>
          <p:cNvSpPr txBox="1"/>
          <p:nvPr/>
        </p:nvSpPr>
        <p:spPr>
          <a:xfrm>
            <a:off x="6290648" y="3502094"/>
            <a:ext cx="822325"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07</a:t>
            </a:r>
          </a:p>
        </p:txBody>
      </p:sp>
      <p:sp>
        <p:nvSpPr>
          <p:cNvPr id="13" name="TextBox 12">
            <a:extLst>
              <a:ext uri="{FF2B5EF4-FFF2-40B4-BE49-F238E27FC236}">
                <a16:creationId xmlns:a16="http://schemas.microsoft.com/office/drawing/2014/main" id="{5C2C8FD0-3551-7A26-0C1B-E596E015078C}"/>
              </a:ext>
            </a:extLst>
          </p:cNvPr>
          <p:cNvSpPr txBox="1"/>
          <p:nvPr/>
        </p:nvSpPr>
        <p:spPr>
          <a:xfrm>
            <a:off x="7191497" y="3602305"/>
            <a:ext cx="2868819" cy="375359"/>
          </a:xfrm>
          <a:prstGeom prst="rect">
            <a:avLst/>
          </a:prstGeom>
          <a:noFill/>
        </p:spPr>
        <p:txBody>
          <a:bodyPr wrap="square">
            <a:spAutoFit/>
          </a:bodyPr>
          <a:lstStyle/>
          <a:p>
            <a:pPr eaLnBrk="1" fontAlgn="auto" hangingPunct="1">
              <a:lnSpc>
                <a:spcPct val="150000"/>
              </a:lnSpc>
              <a:spcBef>
                <a:spcPts val="0"/>
              </a:spcBef>
              <a:spcAft>
                <a:spcPts val="0"/>
              </a:spcAft>
              <a:defRPr/>
            </a:pPr>
            <a:r>
              <a:rPr lang="en-US" sz="1400" b="1" dirty="0">
                <a:solidFill>
                  <a:schemeClr val="tx1">
                    <a:lumMod val="75000"/>
                    <a:lumOff val="25000"/>
                  </a:schemeClr>
                </a:solidFill>
              </a:rPr>
              <a:t>YOUR TITLE</a:t>
            </a:r>
          </a:p>
        </p:txBody>
      </p:sp>
      <p:sp>
        <p:nvSpPr>
          <p:cNvPr id="20" name="Rectangle 19">
            <a:extLst>
              <a:ext uri="{FF2B5EF4-FFF2-40B4-BE49-F238E27FC236}">
                <a16:creationId xmlns:a16="http://schemas.microsoft.com/office/drawing/2014/main" id="{0924C3DE-D607-F75E-8C22-B7244A69023F}"/>
              </a:ext>
            </a:extLst>
          </p:cNvPr>
          <p:cNvSpPr/>
          <p:nvPr/>
        </p:nvSpPr>
        <p:spPr>
          <a:xfrm>
            <a:off x="2086324" y="1268137"/>
            <a:ext cx="3984737" cy="579005"/>
          </a:xfrm>
          <a:prstGeom prst="rect">
            <a:avLst/>
          </a:prstGeom>
        </p:spPr>
        <p:txBody>
          <a:bodyPr wrap="square">
            <a:spAutoFit/>
          </a:bodyPr>
          <a:lstStyle/>
          <a:p>
            <a:pPr>
              <a:lnSpc>
                <a:spcPct val="150000"/>
              </a:lnSpc>
            </a:pPr>
            <a:r>
              <a:rPr lang="en-US" sz="1100" dirty="0">
                <a:solidFill>
                  <a:schemeClr val="tx1">
                    <a:lumMod val="50000"/>
                    <a:lumOff val="50000"/>
                  </a:schemeClr>
                </a:solidFill>
              </a:rPr>
              <a:t>In </a:t>
            </a:r>
            <a:r>
              <a:rPr lang="en-US" sz="1100" dirty="0" err="1">
                <a:solidFill>
                  <a:schemeClr val="tx1">
                    <a:lumMod val="50000"/>
                    <a:lumOff val="50000"/>
                  </a:schemeClr>
                </a:solidFill>
              </a:rPr>
              <a:t>enim</a:t>
            </a:r>
            <a:r>
              <a:rPr lang="en-US" sz="1100" dirty="0">
                <a:solidFill>
                  <a:schemeClr val="tx1">
                    <a:lumMod val="50000"/>
                    <a:lumOff val="50000"/>
                  </a:schemeClr>
                </a:solidFill>
              </a:rPr>
              <a:t> a </a:t>
            </a:r>
            <a:r>
              <a:rPr lang="en-US" sz="1100" dirty="0" err="1">
                <a:solidFill>
                  <a:schemeClr val="tx1">
                    <a:lumMod val="50000"/>
                    <a:lumOff val="50000"/>
                  </a:schemeClr>
                </a:solidFill>
              </a:rPr>
              <a:t>arcu</a:t>
            </a:r>
            <a:r>
              <a:rPr lang="en-US" sz="1100" dirty="0">
                <a:solidFill>
                  <a:schemeClr val="tx1">
                    <a:lumMod val="50000"/>
                    <a:lumOff val="50000"/>
                  </a:schemeClr>
                </a:solidFill>
              </a:rPr>
              <a:t> </a:t>
            </a:r>
            <a:r>
              <a:rPr lang="en-US" sz="1100" dirty="0" err="1">
                <a:solidFill>
                  <a:schemeClr val="tx1">
                    <a:lumMod val="50000"/>
                    <a:lumOff val="50000"/>
                  </a:schemeClr>
                </a:solidFill>
              </a:rPr>
              <a:t>imperdiet</a:t>
            </a:r>
            <a:r>
              <a:rPr lang="en-US" sz="1100" dirty="0">
                <a:solidFill>
                  <a:schemeClr val="tx1">
                    <a:lumMod val="50000"/>
                    <a:lumOff val="50000"/>
                  </a:schemeClr>
                </a:solidFill>
              </a:rPr>
              <a:t> </a:t>
            </a:r>
            <a:r>
              <a:rPr lang="en-US" sz="1100" dirty="0" err="1">
                <a:solidFill>
                  <a:schemeClr val="tx1">
                    <a:lumMod val="50000"/>
                    <a:lumOff val="50000"/>
                  </a:schemeClr>
                </a:solidFill>
              </a:rPr>
              <a:t>malesuada</a:t>
            </a:r>
            <a:r>
              <a:rPr lang="en-US" sz="1100" dirty="0">
                <a:solidFill>
                  <a:schemeClr val="tx1">
                    <a:lumMod val="50000"/>
                    <a:lumOff val="50000"/>
                  </a:schemeClr>
                </a:solidFill>
              </a:rPr>
              <a:t>. </a:t>
            </a:r>
            <a:r>
              <a:rPr lang="en-US" sz="1100" dirty="0" err="1">
                <a:solidFill>
                  <a:schemeClr val="tx1">
                    <a:lumMod val="50000"/>
                    <a:lumOff val="50000"/>
                  </a:schemeClr>
                </a:solidFill>
              </a:rPr>
              <a:t>Fusce</a:t>
            </a:r>
            <a:r>
              <a:rPr lang="en-US" sz="1100" dirty="0">
                <a:solidFill>
                  <a:schemeClr val="tx1">
                    <a:lumMod val="50000"/>
                    <a:lumOff val="50000"/>
                  </a:schemeClr>
                </a:solidFill>
              </a:rPr>
              <a:t> </a:t>
            </a:r>
            <a:r>
              <a:rPr lang="en-US" sz="1100" dirty="0" err="1">
                <a:solidFill>
                  <a:schemeClr val="tx1">
                    <a:lumMod val="50000"/>
                    <a:lumOff val="50000"/>
                  </a:schemeClr>
                </a:solidFill>
              </a:rPr>
              <a:t>wisi</a:t>
            </a:r>
            <a:r>
              <a:rPr lang="en-US" sz="1100" dirty="0">
                <a:solidFill>
                  <a:schemeClr val="tx1">
                    <a:lumMod val="50000"/>
                    <a:lumOff val="50000"/>
                  </a:schemeClr>
                </a:solidFill>
              </a:rPr>
              <a:t>. </a:t>
            </a:r>
            <a:r>
              <a:rPr lang="en-US" sz="1100" dirty="0" err="1">
                <a:solidFill>
                  <a:schemeClr val="tx1">
                    <a:lumMod val="50000"/>
                    <a:lumOff val="50000"/>
                  </a:schemeClr>
                </a:solidFill>
              </a:rPr>
              <a:t>Nullam</a:t>
            </a:r>
            <a:r>
              <a:rPr lang="en-US" sz="1100" dirty="0">
                <a:solidFill>
                  <a:schemeClr val="tx1">
                    <a:lumMod val="50000"/>
                    <a:lumOff val="50000"/>
                  </a:schemeClr>
                </a:solidFill>
              </a:rPr>
              <a:t> at </a:t>
            </a:r>
            <a:r>
              <a:rPr lang="en-US" sz="1100" dirty="0" err="1">
                <a:solidFill>
                  <a:schemeClr val="tx1">
                    <a:lumMod val="50000"/>
                    <a:lumOff val="50000"/>
                  </a:schemeClr>
                </a:solidFill>
              </a:rPr>
              <a:t>arcu</a:t>
            </a:r>
            <a:r>
              <a:rPr lang="en-US" sz="1100" dirty="0">
                <a:solidFill>
                  <a:schemeClr val="tx1">
                    <a:lumMod val="50000"/>
                    <a:lumOff val="50000"/>
                  </a:schemeClr>
                </a:solidFill>
              </a:rPr>
              <a:t> a </a:t>
            </a:r>
            <a:r>
              <a:rPr lang="en-US" sz="1100" dirty="0" err="1">
                <a:solidFill>
                  <a:schemeClr val="tx1">
                    <a:lumMod val="50000"/>
                    <a:lumOff val="50000"/>
                  </a:schemeClr>
                </a:solidFill>
              </a:rPr>
              <a:t>est</a:t>
            </a:r>
            <a:r>
              <a:rPr lang="en-US" sz="1100" dirty="0">
                <a:solidFill>
                  <a:schemeClr val="tx1">
                    <a:lumMod val="50000"/>
                    <a:lumOff val="50000"/>
                  </a:schemeClr>
                </a:solidFill>
              </a:rPr>
              <a:t> </a:t>
            </a:r>
            <a:r>
              <a:rPr lang="en-US" sz="1100" dirty="0" err="1">
                <a:solidFill>
                  <a:schemeClr val="tx1">
                    <a:lumMod val="50000"/>
                    <a:lumOff val="50000"/>
                  </a:schemeClr>
                </a:solidFill>
              </a:rPr>
              <a:t>sollicitudin</a:t>
            </a:r>
            <a:r>
              <a:rPr lang="en-US" sz="1100" dirty="0">
                <a:solidFill>
                  <a:schemeClr val="tx1">
                    <a:lumMod val="50000"/>
                    <a:lumOff val="50000"/>
                  </a:schemeClr>
                </a:solidFill>
              </a:rPr>
              <a:t> </a:t>
            </a:r>
            <a:r>
              <a:rPr lang="en-US" sz="1100" dirty="0" err="1">
                <a:solidFill>
                  <a:schemeClr val="tx1">
                    <a:lumMod val="50000"/>
                    <a:lumOff val="50000"/>
                  </a:schemeClr>
                </a:solidFill>
              </a:rPr>
              <a:t>euismod</a:t>
            </a:r>
            <a:r>
              <a:rPr lang="en-US" sz="1100" dirty="0">
                <a:solidFill>
                  <a:schemeClr val="tx1">
                    <a:lumMod val="50000"/>
                    <a:lumOff val="50000"/>
                  </a:schemeClr>
                </a:solidFill>
              </a:rPr>
              <a:t>. In convallis. </a:t>
            </a:r>
          </a:p>
        </p:txBody>
      </p:sp>
      <p:sp>
        <p:nvSpPr>
          <p:cNvPr id="21" name="Rectangle 20">
            <a:extLst>
              <a:ext uri="{FF2B5EF4-FFF2-40B4-BE49-F238E27FC236}">
                <a16:creationId xmlns:a16="http://schemas.microsoft.com/office/drawing/2014/main" id="{C8888CBF-EF9B-A533-7015-C1D77AF8183B}"/>
              </a:ext>
            </a:extLst>
          </p:cNvPr>
          <p:cNvSpPr/>
          <p:nvPr/>
        </p:nvSpPr>
        <p:spPr>
          <a:xfrm>
            <a:off x="2086324" y="2528910"/>
            <a:ext cx="3984737" cy="579005"/>
          </a:xfrm>
          <a:prstGeom prst="rect">
            <a:avLst/>
          </a:prstGeom>
        </p:spPr>
        <p:txBody>
          <a:bodyPr wrap="square">
            <a:spAutoFit/>
          </a:bodyPr>
          <a:lstStyle/>
          <a:p>
            <a:pPr>
              <a:lnSpc>
                <a:spcPct val="150000"/>
              </a:lnSpc>
            </a:pPr>
            <a:r>
              <a:rPr lang="en-US" sz="1100" dirty="0">
                <a:solidFill>
                  <a:schemeClr val="tx1">
                    <a:lumMod val="50000"/>
                    <a:lumOff val="50000"/>
                  </a:schemeClr>
                </a:solidFill>
              </a:rPr>
              <a:t>In </a:t>
            </a:r>
            <a:r>
              <a:rPr lang="en-US" sz="1100" dirty="0" err="1">
                <a:solidFill>
                  <a:schemeClr val="tx1">
                    <a:lumMod val="50000"/>
                    <a:lumOff val="50000"/>
                  </a:schemeClr>
                </a:solidFill>
              </a:rPr>
              <a:t>enim</a:t>
            </a:r>
            <a:r>
              <a:rPr lang="en-US" sz="1100" dirty="0">
                <a:solidFill>
                  <a:schemeClr val="tx1">
                    <a:lumMod val="50000"/>
                    <a:lumOff val="50000"/>
                  </a:schemeClr>
                </a:solidFill>
              </a:rPr>
              <a:t> a </a:t>
            </a:r>
            <a:r>
              <a:rPr lang="en-US" sz="1100" dirty="0" err="1">
                <a:solidFill>
                  <a:schemeClr val="tx1">
                    <a:lumMod val="50000"/>
                    <a:lumOff val="50000"/>
                  </a:schemeClr>
                </a:solidFill>
              </a:rPr>
              <a:t>arcu</a:t>
            </a:r>
            <a:r>
              <a:rPr lang="en-US" sz="1100" dirty="0">
                <a:solidFill>
                  <a:schemeClr val="tx1">
                    <a:lumMod val="50000"/>
                    <a:lumOff val="50000"/>
                  </a:schemeClr>
                </a:solidFill>
              </a:rPr>
              <a:t> </a:t>
            </a:r>
            <a:r>
              <a:rPr lang="en-US" sz="1100" dirty="0" err="1">
                <a:solidFill>
                  <a:schemeClr val="tx1">
                    <a:lumMod val="50000"/>
                    <a:lumOff val="50000"/>
                  </a:schemeClr>
                </a:solidFill>
              </a:rPr>
              <a:t>imperdiet</a:t>
            </a:r>
            <a:r>
              <a:rPr lang="en-US" sz="1100" dirty="0">
                <a:solidFill>
                  <a:schemeClr val="tx1">
                    <a:lumMod val="50000"/>
                    <a:lumOff val="50000"/>
                  </a:schemeClr>
                </a:solidFill>
              </a:rPr>
              <a:t> </a:t>
            </a:r>
            <a:r>
              <a:rPr lang="en-US" sz="1100" dirty="0" err="1">
                <a:solidFill>
                  <a:schemeClr val="tx1">
                    <a:lumMod val="50000"/>
                    <a:lumOff val="50000"/>
                  </a:schemeClr>
                </a:solidFill>
              </a:rPr>
              <a:t>malesuada</a:t>
            </a:r>
            <a:r>
              <a:rPr lang="en-US" sz="1100" dirty="0">
                <a:solidFill>
                  <a:schemeClr val="tx1">
                    <a:lumMod val="50000"/>
                    <a:lumOff val="50000"/>
                  </a:schemeClr>
                </a:solidFill>
              </a:rPr>
              <a:t>. </a:t>
            </a:r>
            <a:r>
              <a:rPr lang="en-US" sz="1100" dirty="0" err="1">
                <a:solidFill>
                  <a:schemeClr val="tx1">
                    <a:lumMod val="50000"/>
                    <a:lumOff val="50000"/>
                  </a:schemeClr>
                </a:solidFill>
              </a:rPr>
              <a:t>Fusce</a:t>
            </a:r>
            <a:r>
              <a:rPr lang="en-US" sz="1100" dirty="0">
                <a:solidFill>
                  <a:schemeClr val="tx1">
                    <a:lumMod val="50000"/>
                    <a:lumOff val="50000"/>
                  </a:schemeClr>
                </a:solidFill>
              </a:rPr>
              <a:t> </a:t>
            </a:r>
            <a:r>
              <a:rPr lang="en-US" sz="1100" dirty="0" err="1">
                <a:solidFill>
                  <a:schemeClr val="tx1">
                    <a:lumMod val="50000"/>
                    <a:lumOff val="50000"/>
                  </a:schemeClr>
                </a:solidFill>
              </a:rPr>
              <a:t>wisi</a:t>
            </a:r>
            <a:r>
              <a:rPr lang="en-US" sz="1100" dirty="0">
                <a:solidFill>
                  <a:schemeClr val="tx1">
                    <a:lumMod val="50000"/>
                    <a:lumOff val="50000"/>
                  </a:schemeClr>
                </a:solidFill>
              </a:rPr>
              <a:t>. </a:t>
            </a:r>
            <a:r>
              <a:rPr lang="en-US" sz="1100" dirty="0" err="1">
                <a:solidFill>
                  <a:schemeClr val="tx1">
                    <a:lumMod val="50000"/>
                    <a:lumOff val="50000"/>
                  </a:schemeClr>
                </a:solidFill>
              </a:rPr>
              <a:t>Nullam</a:t>
            </a:r>
            <a:r>
              <a:rPr lang="en-US" sz="1100" dirty="0">
                <a:solidFill>
                  <a:schemeClr val="tx1">
                    <a:lumMod val="50000"/>
                    <a:lumOff val="50000"/>
                  </a:schemeClr>
                </a:solidFill>
              </a:rPr>
              <a:t> at </a:t>
            </a:r>
            <a:r>
              <a:rPr lang="en-US" sz="1100" dirty="0" err="1">
                <a:solidFill>
                  <a:schemeClr val="tx1">
                    <a:lumMod val="50000"/>
                    <a:lumOff val="50000"/>
                  </a:schemeClr>
                </a:solidFill>
              </a:rPr>
              <a:t>arcu</a:t>
            </a:r>
            <a:r>
              <a:rPr lang="en-US" sz="1100" dirty="0">
                <a:solidFill>
                  <a:schemeClr val="tx1">
                    <a:lumMod val="50000"/>
                    <a:lumOff val="50000"/>
                  </a:schemeClr>
                </a:solidFill>
              </a:rPr>
              <a:t> a </a:t>
            </a:r>
            <a:r>
              <a:rPr lang="en-US" sz="1100" dirty="0" err="1">
                <a:solidFill>
                  <a:schemeClr val="tx1">
                    <a:lumMod val="50000"/>
                    <a:lumOff val="50000"/>
                  </a:schemeClr>
                </a:solidFill>
              </a:rPr>
              <a:t>est</a:t>
            </a:r>
            <a:r>
              <a:rPr lang="en-US" sz="1100" dirty="0">
                <a:solidFill>
                  <a:schemeClr val="tx1">
                    <a:lumMod val="50000"/>
                    <a:lumOff val="50000"/>
                  </a:schemeClr>
                </a:solidFill>
              </a:rPr>
              <a:t> </a:t>
            </a:r>
            <a:r>
              <a:rPr lang="en-US" sz="1100" dirty="0" err="1">
                <a:solidFill>
                  <a:schemeClr val="tx1">
                    <a:lumMod val="50000"/>
                    <a:lumOff val="50000"/>
                  </a:schemeClr>
                </a:solidFill>
              </a:rPr>
              <a:t>sollicitudin</a:t>
            </a:r>
            <a:r>
              <a:rPr lang="en-US" sz="1100" dirty="0">
                <a:solidFill>
                  <a:schemeClr val="tx1">
                    <a:lumMod val="50000"/>
                    <a:lumOff val="50000"/>
                  </a:schemeClr>
                </a:solidFill>
              </a:rPr>
              <a:t> </a:t>
            </a:r>
            <a:r>
              <a:rPr lang="en-US" sz="1100" dirty="0" err="1">
                <a:solidFill>
                  <a:schemeClr val="tx1">
                    <a:lumMod val="50000"/>
                    <a:lumOff val="50000"/>
                  </a:schemeClr>
                </a:solidFill>
              </a:rPr>
              <a:t>euismod</a:t>
            </a:r>
            <a:r>
              <a:rPr lang="en-US" sz="1100" dirty="0">
                <a:solidFill>
                  <a:schemeClr val="tx1">
                    <a:lumMod val="50000"/>
                    <a:lumOff val="50000"/>
                  </a:schemeClr>
                </a:solidFill>
              </a:rPr>
              <a:t>. In convallis. </a:t>
            </a:r>
          </a:p>
        </p:txBody>
      </p:sp>
      <p:sp>
        <p:nvSpPr>
          <p:cNvPr id="22" name="Rectangle 21">
            <a:extLst>
              <a:ext uri="{FF2B5EF4-FFF2-40B4-BE49-F238E27FC236}">
                <a16:creationId xmlns:a16="http://schemas.microsoft.com/office/drawing/2014/main" id="{39FB5E90-90EC-092A-302A-C1A78EC9B769}"/>
              </a:ext>
            </a:extLst>
          </p:cNvPr>
          <p:cNvSpPr/>
          <p:nvPr/>
        </p:nvSpPr>
        <p:spPr>
          <a:xfrm>
            <a:off x="2107850" y="3953144"/>
            <a:ext cx="3984737" cy="579005"/>
          </a:xfrm>
          <a:prstGeom prst="rect">
            <a:avLst/>
          </a:prstGeom>
        </p:spPr>
        <p:txBody>
          <a:bodyPr wrap="square">
            <a:spAutoFit/>
          </a:bodyPr>
          <a:lstStyle/>
          <a:p>
            <a:pPr>
              <a:lnSpc>
                <a:spcPct val="150000"/>
              </a:lnSpc>
            </a:pPr>
            <a:r>
              <a:rPr lang="en-US" sz="1100" dirty="0">
                <a:solidFill>
                  <a:schemeClr val="tx1">
                    <a:lumMod val="50000"/>
                    <a:lumOff val="50000"/>
                  </a:schemeClr>
                </a:solidFill>
              </a:rPr>
              <a:t>In </a:t>
            </a:r>
            <a:r>
              <a:rPr lang="en-US" sz="1100" dirty="0" err="1">
                <a:solidFill>
                  <a:schemeClr val="tx1">
                    <a:lumMod val="50000"/>
                    <a:lumOff val="50000"/>
                  </a:schemeClr>
                </a:solidFill>
              </a:rPr>
              <a:t>enim</a:t>
            </a:r>
            <a:r>
              <a:rPr lang="en-US" sz="1100" dirty="0">
                <a:solidFill>
                  <a:schemeClr val="tx1">
                    <a:lumMod val="50000"/>
                    <a:lumOff val="50000"/>
                  </a:schemeClr>
                </a:solidFill>
              </a:rPr>
              <a:t> a </a:t>
            </a:r>
            <a:r>
              <a:rPr lang="en-US" sz="1100" dirty="0" err="1">
                <a:solidFill>
                  <a:schemeClr val="tx1">
                    <a:lumMod val="50000"/>
                    <a:lumOff val="50000"/>
                  </a:schemeClr>
                </a:solidFill>
              </a:rPr>
              <a:t>arcu</a:t>
            </a:r>
            <a:r>
              <a:rPr lang="en-US" sz="1100" dirty="0">
                <a:solidFill>
                  <a:schemeClr val="tx1">
                    <a:lumMod val="50000"/>
                    <a:lumOff val="50000"/>
                  </a:schemeClr>
                </a:solidFill>
              </a:rPr>
              <a:t> </a:t>
            </a:r>
            <a:r>
              <a:rPr lang="en-US" sz="1100" dirty="0" err="1">
                <a:solidFill>
                  <a:schemeClr val="tx1">
                    <a:lumMod val="50000"/>
                    <a:lumOff val="50000"/>
                  </a:schemeClr>
                </a:solidFill>
              </a:rPr>
              <a:t>imperdiet</a:t>
            </a:r>
            <a:r>
              <a:rPr lang="en-US" sz="1100" dirty="0">
                <a:solidFill>
                  <a:schemeClr val="tx1">
                    <a:lumMod val="50000"/>
                    <a:lumOff val="50000"/>
                  </a:schemeClr>
                </a:solidFill>
              </a:rPr>
              <a:t> </a:t>
            </a:r>
            <a:r>
              <a:rPr lang="en-US" sz="1100" dirty="0" err="1">
                <a:solidFill>
                  <a:schemeClr val="tx1">
                    <a:lumMod val="50000"/>
                    <a:lumOff val="50000"/>
                  </a:schemeClr>
                </a:solidFill>
              </a:rPr>
              <a:t>malesuada</a:t>
            </a:r>
            <a:r>
              <a:rPr lang="en-US" sz="1100" dirty="0">
                <a:solidFill>
                  <a:schemeClr val="tx1">
                    <a:lumMod val="50000"/>
                    <a:lumOff val="50000"/>
                  </a:schemeClr>
                </a:solidFill>
              </a:rPr>
              <a:t>. </a:t>
            </a:r>
            <a:r>
              <a:rPr lang="en-US" sz="1100" dirty="0" err="1">
                <a:solidFill>
                  <a:schemeClr val="tx1">
                    <a:lumMod val="50000"/>
                    <a:lumOff val="50000"/>
                  </a:schemeClr>
                </a:solidFill>
              </a:rPr>
              <a:t>Fusce</a:t>
            </a:r>
            <a:r>
              <a:rPr lang="en-US" sz="1100" dirty="0">
                <a:solidFill>
                  <a:schemeClr val="tx1">
                    <a:lumMod val="50000"/>
                    <a:lumOff val="50000"/>
                  </a:schemeClr>
                </a:solidFill>
              </a:rPr>
              <a:t> </a:t>
            </a:r>
            <a:r>
              <a:rPr lang="en-US" sz="1100" dirty="0" err="1">
                <a:solidFill>
                  <a:schemeClr val="tx1">
                    <a:lumMod val="50000"/>
                    <a:lumOff val="50000"/>
                  </a:schemeClr>
                </a:solidFill>
              </a:rPr>
              <a:t>wisi</a:t>
            </a:r>
            <a:r>
              <a:rPr lang="en-US" sz="1100" dirty="0">
                <a:solidFill>
                  <a:schemeClr val="tx1">
                    <a:lumMod val="50000"/>
                    <a:lumOff val="50000"/>
                  </a:schemeClr>
                </a:solidFill>
              </a:rPr>
              <a:t>. </a:t>
            </a:r>
            <a:r>
              <a:rPr lang="en-US" sz="1100" dirty="0" err="1">
                <a:solidFill>
                  <a:schemeClr val="tx1">
                    <a:lumMod val="50000"/>
                    <a:lumOff val="50000"/>
                  </a:schemeClr>
                </a:solidFill>
              </a:rPr>
              <a:t>Nullam</a:t>
            </a:r>
            <a:r>
              <a:rPr lang="en-US" sz="1100" dirty="0">
                <a:solidFill>
                  <a:schemeClr val="tx1">
                    <a:lumMod val="50000"/>
                    <a:lumOff val="50000"/>
                  </a:schemeClr>
                </a:solidFill>
              </a:rPr>
              <a:t> at </a:t>
            </a:r>
            <a:r>
              <a:rPr lang="en-US" sz="1100" dirty="0" err="1">
                <a:solidFill>
                  <a:schemeClr val="tx1">
                    <a:lumMod val="50000"/>
                    <a:lumOff val="50000"/>
                  </a:schemeClr>
                </a:solidFill>
              </a:rPr>
              <a:t>arcu</a:t>
            </a:r>
            <a:r>
              <a:rPr lang="en-US" sz="1100" dirty="0">
                <a:solidFill>
                  <a:schemeClr val="tx1">
                    <a:lumMod val="50000"/>
                    <a:lumOff val="50000"/>
                  </a:schemeClr>
                </a:solidFill>
              </a:rPr>
              <a:t> a </a:t>
            </a:r>
            <a:r>
              <a:rPr lang="en-US" sz="1100" dirty="0" err="1">
                <a:solidFill>
                  <a:schemeClr val="tx1">
                    <a:lumMod val="50000"/>
                    <a:lumOff val="50000"/>
                  </a:schemeClr>
                </a:solidFill>
              </a:rPr>
              <a:t>est</a:t>
            </a:r>
            <a:r>
              <a:rPr lang="en-US" sz="1100" dirty="0">
                <a:solidFill>
                  <a:schemeClr val="tx1">
                    <a:lumMod val="50000"/>
                    <a:lumOff val="50000"/>
                  </a:schemeClr>
                </a:solidFill>
              </a:rPr>
              <a:t> </a:t>
            </a:r>
            <a:r>
              <a:rPr lang="en-US" sz="1100" dirty="0" err="1">
                <a:solidFill>
                  <a:schemeClr val="tx1">
                    <a:lumMod val="50000"/>
                    <a:lumOff val="50000"/>
                  </a:schemeClr>
                </a:solidFill>
              </a:rPr>
              <a:t>sollicitudin</a:t>
            </a:r>
            <a:r>
              <a:rPr lang="en-US" sz="1100" dirty="0">
                <a:solidFill>
                  <a:schemeClr val="tx1">
                    <a:lumMod val="50000"/>
                    <a:lumOff val="50000"/>
                  </a:schemeClr>
                </a:solidFill>
              </a:rPr>
              <a:t> </a:t>
            </a:r>
            <a:r>
              <a:rPr lang="en-US" sz="1100" dirty="0" err="1">
                <a:solidFill>
                  <a:schemeClr val="tx1">
                    <a:lumMod val="50000"/>
                    <a:lumOff val="50000"/>
                  </a:schemeClr>
                </a:solidFill>
              </a:rPr>
              <a:t>euismod</a:t>
            </a:r>
            <a:r>
              <a:rPr lang="en-US" sz="1100" dirty="0">
                <a:solidFill>
                  <a:schemeClr val="tx1">
                    <a:lumMod val="50000"/>
                    <a:lumOff val="50000"/>
                  </a:schemeClr>
                </a:solidFill>
              </a:rPr>
              <a:t>. In convallis. </a:t>
            </a:r>
          </a:p>
        </p:txBody>
      </p:sp>
      <p:sp>
        <p:nvSpPr>
          <p:cNvPr id="23" name="Rectangle 22">
            <a:extLst>
              <a:ext uri="{FF2B5EF4-FFF2-40B4-BE49-F238E27FC236}">
                <a16:creationId xmlns:a16="http://schemas.microsoft.com/office/drawing/2014/main" id="{4CF6D16C-6ECE-8764-87B7-50B90CDF02BB}"/>
              </a:ext>
            </a:extLst>
          </p:cNvPr>
          <p:cNvSpPr/>
          <p:nvPr/>
        </p:nvSpPr>
        <p:spPr>
          <a:xfrm>
            <a:off x="7193802" y="1268137"/>
            <a:ext cx="3984737" cy="579005"/>
          </a:xfrm>
          <a:prstGeom prst="rect">
            <a:avLst/>
          </a:prstGeom>
        </p:spPr>
        <p:txBody>
          <a:bodyPr wrap="square">
            <a:spAutoFit/>
          </a:bodyPr>
          <a:lstStyle/>
          <a:p>
            <a:pPr>
              <a:lnSpc>
                <a:spcPct val="150000"/>
              </a:lnSpc>
            </a:pPr>
            <a:r>
              <a:rPr lang="en-US" sz="1100" dirty="0">
                <a:solidFill>
                  <a:schemeClr val="tx1">
                    <a:lumMod val="50000"/>
                    <a:lumOff val="50000"/>
                  </a:schemeClr>
                </a:solidFill>
              </a:rPr>
              <a:t>In </a:t>
            </a:r>
            <a:r>
              <a:rPr lang="en-US" sz="1100" dirty="0" err="1">
                <a:solidFill>
                  <a:schemeClr val="tx1">
                    <a:lumMod val="50000"/>
                    <a:lumOff val="50000"/>
                  </a:schemeClr>
                </a:solidFill>
              </a:rPr>
              <a:t>enim</a:t>
            </a:r>
            <a:r>
              <a:rPr lang="en-US" sz="1100" dirty="0">
                <a:solidFill>
                  <a:schemeClr val="tx1">
                    <a:lumMod val="50000"/>
                    <a:lumOff val="50000"/>
                  </a:schemeClr>
                </a:solidFill>
              </a:rPr>
              <a:t> a </a:t>
            </a:r>
            <a:r>
              <a:rPr lang="en-US" sz="1100" dirty="0" err="1">
                <a:solidFill>
                  <a:schemeClr val="tx1">
                    <a:lumMod val="50000"/>
                    <a:lumOff val="50000"/>
                  </a:schemeClr>
                </a:solidFill>
              </a:rPr>
              <a:t>arcu</a:t>
            </a:r>
            <a:r>
              <a:rPr lang="en-US" sz="1100" dirty="0">
                <a:solidFill>
                  <a:schemeClr val="tx1">
                    <a:lumMod val="50000"/>
                    <a:lumOff val="50000"/>
                  </a:schemeClr>
                </a:solidFill>
              </a:rPr>
              <a:t> </a:t>
            </a:r>
            <a:r>
              <a:rPr lang="en-US" sz="1100" dirty="0" err="1">
                <a:solidFill>
                  <a:schemeClr val="tx1">
                    <a:lumMod val="50000"/>
                    <a:lumOff val="50000"/>
                  </a:schemeClr>
                </a:solidFill>
              </a:rPr>
              <a:t>imperdiet</a:t>
            </a:r>
            <a:r>
              <a:rPr lang="en-US" sz="1100" dirty="0">
                <a:solidFill>
                  <a:schemeClr val="tx1">
                    <a:lumMod val="50000"/>
                    <a:lumOff val="50000"/>
                  </a:schemeClr>
                </a:solidFill>
              </a:rPr>
              <a:t> </a:t>
            </a:r>
            <a:r>
              <a:rPr lang="en-US" sz="1100" dirty="0" err="1">
                <a:solidFill>
                  <a:schemeClr val="tx1">
                    <a:lumMod val="50000"/>
                    <a:lumOff val="50000"/>
                  </a:schemeClr>
                </a:solidFill>
              </a:rPr>
              <a:t>malesuada</a:t>
            </a:r>
            <a:r>
              <a:rPr lang="en-US" sz="1100" dirty="0">
                <a:solidFill>
                  <a:schemeClr val="tx1">
                    <a:lumMod val="50000"/>
                    <a:lumOff val="50000"/>
                  </a:schemeClr>
                </a:solidFill>
              </a:rPr>
              <a:t>. </a:t>
            </a:r>
            <a:r>
              <a:rPr lang="en-US" sz="1100" dirty="0" err="1">
                <a:solidFill>
                  <a:schemeClr val="tx1">
                    <a:lumMod val="50000"/>
                    <a:lumOff val="50000"/>
                  </a:schemeClr>
                </a:solidFill>
              </a:rPr>
              <a:t>Fusce</a:t>
            </a:r>
            <a:r>
              <a:rPr lang="en-US" sz="1100" dirty="0">
                <a:solidFill>
                  <a:schemeClr val="tx1">
                    <a:lumMod val="50000"/>
                    <a:lumOff val="50000"/>
                  </a:schemeClr>
                </a:solidFill>
              </a:rPr>
              <a:t> </a:t>
            </a:r>
            <a:r>
              <a:rPr lang="en-US" sz="1100" dirty="0" err="1">
                <a:solidFill>
                  <a:schemeClr val="tx1">
                    <a:lumMod val="50000"/>
                    <a:lumOff val="50000"/>
                  </a:schemeClr>
                </a:solidFill>
              </a:rPr>
              <a:t>wisi</a:t>
            </a:r>
            <a:r>
              <a:rPr lang="en-US" sz="1100" dirty="0">
                <a:solidFill>
                  <a:schemeClr val="tx1">
                    <a:lumMod val="50000"/>
                    <a:lumOff val="50000"/>
                  </a:schemeClr>
                </a:solidFill>
              </a:rPr>
              <a:t>. </a:t>
            </a:r>
            <a:r>
              <a:rPr lang="en-US" sz="1100" dirty="0" err="1">
                <a:solidFill>
                  <a:schemeClr val="tx1">
                    <a:lumMod val="50000"/>
                    <a:lumOff val="50000"/>
                  </a:schemeClr>
                </a:solidFill>
              </a:rPr>
              <a:t>Nullam</a:t>
            </a:r>
            <a:r>
              <a:rPr lang="en-US" sz="1100" dirty="0">
                <a:solidFill>
                  <a:schemeClr val="tx1">
                    <a:lumMod val="50000"/>
                    <a:lumOff val="50000"/>
                  </a:schemeClr>
                </a:solidFill>
              </a:rPr>
              <a:t> at </a:t>
            </a:r>
            <a:r>
              <a:rPr lang="en-US" sz="1100" dirty="0" err="1">
                <a:solidFill>
                  <a:schemeClr val="tx1">
                    <a:lumMod val="50000"/>
                    <a:lumOff val="50000"/>
                  </a:schemeClr>
                </a:solidFill>
              </a:rPr>
              <a:t>arcu</a:t>
            </a:r>
            <a:r>
              <a:rPr lang="en-US" sz="1100" dirty="0">
                <a:solidFill>
                  <a:schemeClr val="tx1">
                    <a:lumMod val="50000"/>
                    <a:lumOff val="50000"/>
                  </a:schemeClr>
                </a:solidFill>
              </a:rPr>
              <a:t> a </a:t>
            </a:r>
            <a:r>
              <a:rPr lang="en-US" sz="1100" dirty="0" err="1">
                <a:solidFill>
                  <a:schemeClr val="tx1">
                    <a:lumMod val="50000"/>
                    <a:lumOff val="50000"/>
                  </a:schemeClr>
                </a:solidFill>
              </a:rPr>
              <a:t>est</a:t>
            </a:r>
            <a:r>
              <a:rPr lang="en-US" sz="1100" dirty="0">
                <a:solidFill>
                  <a:schemeClr val="tx1">
                    <a:lumMod val="50000"/>
                    <a:lumOff val="50000"/>
                  </a:schemeClr>
                </a:solidFill>
              </a:rPr>
              <a:t> </a:t>
            </a:r>
            <a:r>
              <a:rPr lang="en-US" sz="1100" dirty="0" err="1">
                <a:solidFill>
                  <a:schemeClr val="tx1">
                    <a:lumMod val="50000"/>
                    <a:lumOff val="50000"/>
                  </a:schemeClr>
                </a:solidFill>
              </a:rPr>
              <a:t>sollicitudin</a:t>
            </a:r>
            <a:r>
              <a:rPr lang="en-US" sz="1100" dirty="0">
                <a:solidFill>
                  <a:schemeClr val="tx1">
                    <a:lumMod val="50000"/>
                    <a:lumOff val="50000"/>
                  </a:schemeClr>
                </a:solidFill>
              </a:rPr>
              <a:t> </a:t>
            </a:r>
            <a:r>
              <a:rPr lang="en-US" sz="1100" dirty="0" err="1">
                <a:solidFill>
                  <a:schemeClr val="tx1">
                    <a:lumMod val="50000"/>
                    <a:lumOff val="50000"/>
                  </a:schemeClr>
                </a:solidFill>
              </a:rPr>
              <a:t>euismod</a:t>
            </a:r>
            <a:r>
              <a:rPr lang="en-US" sz="1100" dirty="0">
                <a:solidFill>
                  <a:schemeClr val="tx1">
                    <a:lumMod val="50000"/>
                    <a:lumOff val="50000"/>
                  </a:schemeClr>
                </a:solidFill>
              </a:rPr>
              <a:t>. In convallis. </a:t>
            </a:r>
          </a:p>
        </p:txBody>
      </p:sp>
      <p:sp>
        <p:nvSpPr>
          <p:cNvPr id="24" name="Rectangle 23">
            <a:extLst>
              <a:ext uri="{FF2B5EF4-FFF2-40B4-BE49-F238E27FC236}">
                <a16:creationId xmlns:a16="http://schemas.microsoft.com/office/drawing/2014/main" id="{23D1E9D4-74FA-6E03-9538-25A236CB4948}"/>
              </a:ext>
            </a:extLst>
          </p:cNvPr>
          <p:cNvSpPr/>
          <p:nvPr/>
        </p:nvSpPr>
        <p:spPr>
          <a:xfrm>
            <a:off x="7193802" y="2528910"/>
            <a:ext cx="3984737" cy="579005"/>
          </a:xfrm>
          <a:prstGeom prst="rect">
            <a:avLst/>
          </a:prstGeom>
        </p:spPr>
        <p:txBody>
          <a:bodyPr wrap="square">
            <a:spAutoFit/>
          </a:bodyPr>
          <a:lstStyle/>
          <a:p>
            <a:pPr>
              <a:lnSpc>
                <a:spcPct val="150000"/>
              </a:lnSpc>
            </a:pPr>
            <a:r>
              <a:rPr lang="en-US" sz="1100" dirty="0">
                <a:solidFill>
                  <a:schemeClr val="tx1">
                    <a:lumMod val="50000"/>
                    <a:lumOff val="50000"/>
                  </a:schemeClr>
                </a:solidFill>
              </a:rPr>
              <a:t>In </a:t>
            </a:r>
            <a:r>
              <a:rPr lang="en-US" sz="1100" dirty="0" err="1">
                <a:solidFill>
                  <a:schemeClr val="tx1">
                    <a:lumMod val="50000"/>
                    <a:lumOff val="50000"/>
                  </a:schemeClr>
                </a:solidFill>
              </a:rPr>
              <a:t>enim</a:t>
            </a:r>
            <a:r>
              <a:rPr lang="en-US" sz="1100" dirty="0">
                <a:solidFill>
                  <a:schemeClr val="tx1">
                    <a:lumMod val="50000"/>
                    <a:lumOff val="50000"/>
                  </a:schemeClr>
                </a:solidFill>
              </a:rPr>
              <a:t> a </a:t>
            </a:r>
            <a:r>
              <a:rPr lang="en-US" sz="1100" dirty="0" err="1">
                <a:solidFill>
                  <a:schemeClr val="tx1">
                    <a:lumMod val="50000"/>
                    <a:lumOff val="50000"/>
                  </a:schemeClr>
                </a:solidFill>
              </a:rPr>
              <a:t>arcu</a:t>
            </a:r>
            <a:r>
              <a:rPr lang="en-US" sz="1100" dirty="0">
                <a:solidFill>
                  <a:schemeClr val="tx1">
                    <a:lumMod val="50000"/>
                    <a:lumOff val="50000"/>
                  </a:schemeClr>
                </a:solidFill>
              </a:rPr>
              <a:t> </a:t>
            </a:r>
            <a:r>
              <a:rPr lang="en-US" sz="1100" dirty="0" err="1">
                <a:solidFill>
                  <a:schemeClr val="tx1">
                    <a:lumMod val="50000"/>
                    <a:lumOff val="50000"/>
                  </a:schemeClr>
                </a:solidFill>
              </a:rPr>
              <a:t>imperdiet</a:t>
            </a:r>
            <a:r>
              <a:rPr lang="en-US" sz="1100" dirty="0">
                <a:solidFill>
                  <a:schemeClr val="tx1">
                    <a:lumMod val="50000"/>
                    <a:lumOff val="50000"/>
                  </a:schemeClr>
                </a:solidFill>
              </a:rPr>
              <a:t> </a:t>
            </a:r>
            <a:r>
              <a:rPr lang="en-US" sz="1100" dirty="0" err="1">
                <a:solidFill>
                  <a:schemeClr val="tx1">
                    <a:lumMod val="50000"/>
                    <a:lumOff val="50000"/>
                  </a:schemeClr>
                </a:solidFill>
              </a:rPr>
              <a:t>malesuada</a:t>
            </a:r>
            <a:r>
              <a:rPr lang="en-US" sz="1100" dirty="0">
                <a:solidFill>
                  <a:schemeClr val="tx1">
                    <a:lumMod val="50000"/>
                    <a:lumOff val="50000"/>
                  </a:schemeClr>
                </a:solidFill>
              </a:rPr>
              <a:t>. </a:t>
            </a:r>
            <a:r>
              <a:rPr lang="en-US" sz="1100" dirty="0" err="1">
                <a:solidFill>
                  <a:schemeClr val="tx1">
                    <a:lumMod val="50000"/>
                    <a:lumOff val="50000"/>
                  </a:schemeClr>
                </a:solidFill>
              </a:rPr>
              <a:t>Fusce</a:t>
            </a:r>
            <a:r>
              <a:rPr lang="en-US" sz="1100" dirty="0">
                <a:solidFill>
                  <a:schemeClr val="tx1">
                    <a:lumMod val="50000"/>
                    <a:lumOff val="50000"/>
                  </a:schemeClr>
                </a:solidFill>
              </a:rPr>
              <a:t> </a:t>
            </a:r>
            <a:r>
              <a:rPr lang="en-US" sz="1100" dirty="0" err="1">
                <a:solidFill>
                  <a:schemeClr val="tx1">
                    <a:lumMod val="50000"/>
                    <a:lumOff val="50000"/>
                  </a:schemeClr>
                </a:solidFill>
              </a:rPr>
              <a:t>wisi</a:t>
            </a:r>
            <a:r>
              <a:rPr lang="en-US" sz="1100" dirty="0">
                <a:solidFill>
                  <a:schemeClr val="tx1">
                    <a:lumMod val="50000"/>
                    <a:lumOff val="50000"/>
                  </a:schemeClr>
                </a:solidFill>
              </a:rPr>
              <a:t>. </a:t>
            </a:r>
            <a:r>
              <a:rPr lang="en-US" sz="1100" dirty="0" err="1">
                <a:solidFill>
                  <a:schemeClr val="tx1">
                    <a:lumMod val="50000"/>
                    <a:lumOff val="50000"/>
                  </a:schemeClr>
                </a:solidFill>
              </a:rPr>
              <a:t>Nullam</a:t>
            </a:r>
            <a:r>
              <a:rPr lang="en-US" sz="1100" dirty="0">
                <a:solidFill>
                  <a:schemeClr val="tx1">
                    <a:lumMod val="50000"/>
                    <a:lumOff val="50000"/>
                  </a:schemeClr>
                </a:solidFill>
              </a:rPr>
              <a:t> at </a:t>
            </a:r>
            <a:r>
              <a:rPr lang="en-US" sz="1100" dirty="0" err="1">
                <a:solidFill>
                  <a:schemeClr val="tx1">
                    <a:lumMod val="50000"/>
                    <a:lumOff val="50000"/>
                  </a:schemeClr>
                </a:solidFill>
              </a:rPr>
              <a:t>arcu</a:t>
            </a:r>
            <a:r>
              <a:rPr lang="en-US" sz="1100" dirty="0">
                <a:solidFill>
                  <a:schemeClr val="tx1">
                    <a:lumMod val="50000"/>
                    <a:lumOff val="50000"/>
                  </a:schemeClr>
                </a:solidFill>
              </a:rPr>
              <a:t> a </a:t>
            </a:r>
            <a:r>
              <a:rPr lang="en-US" sz="1100" dirty="0" err="1">
                <a:solidFill>
                  <a:schemeClr val="tx1">
                    <a:lumMod val="50000"/>
                    <a:lumOff val="50000"/>
                  </a:schemeClr>
                </a:solidFill>
              </a:rPr>
              <a:t>est</a:t>
            </a:r>
            <a:r>
              <a:rPr lang="en-US" sz="1100" dirty="0">
                <a:solidFill>
                  <a:schemeClr val="tx1">
                    <a:lumMod val="50000"/>
                    <a:lumOff val="50000"/>
                  </a:schemeClr>
                </a:solidFill>
              </a:rPr>
              <a:t> </a:t>
            </a:r>
            <a:r>
              <a:rPr lang="en-US" sz="1100" dirty="0" err="1">
                <a:solidFill>
                  <a:schemeClr val="tx1">
                    <a:lumMod val="50000"/>
                    <a:lumOff val="50000"/>
                  </a:schemeClr>
                </a:solidFill>
              </a:rPr>
              <a:t>sollicitudin</a:t>
            </a:r>
            <a:r>
              <a:rPr lang="en-US" sz="1100" dirty="0">
                <a:solidFill>
                  <a:schemeClr val="tx1">
                    <a:lumMod val="50000"/>
                    <a:lumOff val="50000"/>
                  </a:schemeClr>
                </a:solidFill>
              </a:rPr>
              <a:t> </a:t>
            </a:r>
            <a:r>
              <a:rPr lang="en-US" sz="1100" dirty="0" err="1">
                <a:solidFill>
                  <a:schemeClr val="tx1">
                    <a:lumMod val="50000"/>
                    <a:lumOff val="50000"/>
                  </a:schemeClr>
                </a:solidFill>
              </a:rPr>
              <a:t>euismod</a:t>
            </a:r>
            <a:r>
              <a:rPr lang="en-US" sz="1100" dirty="0">
                <a:solidFill>
                  <a:schemeClr val="tx1">
                    <a:lumMod val="50000"/>
                    <a:lumOff val="50000"/>
                  </a:schemeClr>
                </a:solidFill>
              </a:rPr>
              <a:t>. In convallis. </a:t>
            </a:r>
          </a:p>
        </p:txBody>
      </p:sp>
      <p:sp>
        <p:nvSpPr>
          <p:cNvPr id="25" name="Rectangle 24">
            <a:extLst>
              <a:ext uri="{FF2B5EF4-FFF2-40B4-BE49-F238E27FC236}">
                <a16:creationId xmlns:a16="http://schemas.microsoft.com/office/drawing/2014/main" id="{48EAB436-1A73-2D82-9766-38391EFF1CE6}"/>
              </a:ext>
            </a:extLst>
          </p:cNvPr>
          <p:cNvSpPr/>
          <p:nvPr/>
        </p:nvSpPr>
        <p:spPr>
          <a:xfrm>
            <a:off x="7215328" y="3953144"/>
            <a:ext cx="3984737" cy="579005"/>
          </a:xfrm>
          <a:prstGeom prst="rect">
            <a:avLst/>
          </a:prstGeom>
        </p:spPr>
        <p:txBody>
          <a:bodyPr wrap="square">
            <a:spAutoFit/>
          </a:bodyPr>
          <a:lstStyle/>
          <a:p>
            <a:pPr>
              <a:lnSpc>
                <a:spcPct val="150000"/>
              </a:lnSpc>
            </a:pPr>
            <a:r>
              <a:rPr lang="en-US" sz="1100" dirty="0">
                <a:solidFill>
                  <a:schemeClr val="tx1">
                    <a:lumMod val="50000"/>
                    <a:lumOff val="50000"/>
                  </a:schemeClr>
                </a:solidFill>
              </a:rPr>
              <a:t>In </a:t>
            </a:r>
            <a:r>
              <a:rPr lang="en-US" sz="1100" dirty="0" err="1">
                <a:solidFill>
                  <a:schemeClr val="tx1">
                    <a:lumMod val="50000"/>
                    <a:lumOff val="50000"/>
                  </a:schemeClr>
                </a:solidFill>
              </a:rPr>
              <a:t>enim</a:t>
            </a:r>
            <a:r>
              <a:rPr lang="en-US" sz="1100" dirty="0">
                <a:solidFill>
                  <a:schemeClr val="tx1">
                    <a:lumMod val="50000"/>
                    <a:lumOff val="50000"/>
                  </a:schemeClr>
                </a:solidFill>
              </a:rPr>
              <a:t> a </a:t>
            </a:r>
            <a:r>
              <a:rPr lang="en-US" sz="1100" dirty="0" err="1">
                <a:solidFill>
                  <a:schemeClr val="tx1">
                    <a:lumMod val="50000"/>
                    <a:lumOff val="50000"/>
                  </a:schemeClr>
                </a:solidFill>
              </a:rPr>
              <a:t>arcu</a:t>
            </a:r>
            <a:r>
              <a:rPr lang="en-US" sz="1100" dirty="0">
                <a:solidFill>
                  <a:schemeClr val="tx1">
                    <a:lumMod val="50000"/>
                    <a:lumOff val="50000"/>
                  </a:schemeClr>
                </a:solidFill>
              </a:rPr>
              <a:t> </a:t>
            </a:r>
            <a:r>
              <a:rPr lang="en-US" sz="1100" dirty="0" err="1">
                <a:solidFill>
                  <a:schemeClr val="tx1">
                    <a:lumMod val="50000"/>
                    <a:lumOff val="50000"/>
                  </a:schemeClr>
                </a:solidFill>
              </a:rPr>
              <a:t>imperdiet</a:t>
            </a:r>
            <a:r>
              <a:rPr lang="en-US" sz="1100" dirty="0">
                <a:solidFill>
                  <a:schemeClr val="tx1">
                    <a:lumMod val="50000"/>
                    <a:lumOff val="50000"/>
                  </a:schemeClr>
                </a:solidFill>
              </a:rPr>
              <a:t> </a:t>
            </a:r>
            <a:r>
              <a:rPr lang="en-US" sz="1100" dirty="0" err="1">
                <a:solidFill>
                  <a:schemeClr val="tx1">
                    <a:lumMod val="50000"/>
                    <a:lumOff val="50000"/>
                  </a:schemeClr>
                </a:solidFill>
              </a:rPr>
              <a:t>malesuada</a:t>
            </a:r>
            <a:r>
              <a:rPr lang="en-US" sz="1100" dirty="0">
                <a:solidFill>
                  <a:schemeClr val="tx1">
                    <a:lumMod val="50000"/>
                    <a:lumOff val="50000"/>
                  </a:schemeClr>
                </a:solidFill>
              </a:rPr>
              <a:t>. </a:t>
            </a:r>
            <a:r>
              <a:rPr lang="en-US" sz="1100" dirty="0" err="1">
                <a:solidFill>
                  <a:schemeClr val="tx1">
                    <a:lumMod val="50000"/>
                    <a:lumOff val="50000"/>
                  </a:schemeClr>
                </a:solidFill>
              </a:rPr>
              <a:t>Fusce</a:t>
            </a:r>
            <a:r>
              <a:rPr lang="en-US" sz="1100" dirty="0">
                <a:solidFill>
                  <a:schemeClr val="tx1">
                    <a:lumMod val="50000"/>
                    <a:lumOff val="50000"/>
                  </a:schemeClr>
                </a:solidFill>
              </a:rPr>
              <a:t> </a:t>
            </a:r>
            <a:r>
              <a:rPr lang="en-US" sz="1100" dirty="0" err="1">
                <a:solidFill>
                  <a:schemeClr val="tx1">
                    <a:lumMod val="50000"/>
                    <a:lumOff val="50000"/>
                  </a:schemeClr>
                </a:solidFill>
              </a:rPr>
              <a:t>wisi</a:t>
            </a:r>
            <a:r>
              <a:rPr lang="en-US" sz="1100" dirty="0">
                <a:solidFill>
                  <a:schemeClr val="tx1">
                    <a:lumMod val="50000"/>
                    <a:lumOff val="50000"/>
                  </a:schemeClr>
                </a:solidFill>
              </a:rPr>
              <a:t>. </a:t>
            </a:r>
            <a:r>
              <a:rPr lang="en-US" sz="1100" dirty="0" err="1">
                <a:solidFill>
                  <a:schemeClr val="tx1">
                    <a:lumMod val="50000"/>
                    <a:lumOff val="50000"/>
                  </a:schemeClr>
                </a:solidFill>
              </a:rPr>
              <a:t>Nullam</a:t>
            </a:r>
            <a:r>
              <a:rPr lang="en-US" sz="1100" dirty="0">
                <a:solidFill>
                  <a:schemeClr val="tx1">
                    <a:lumMod val="50000"/>
                    <a:lumOff val="50000"/>
                  </a:schemeClr>
                </a:solidFill>
              </a:rPr>
              <a:t> at </a:t>
            </a:r>
            <a:r>
              <a:rPr lang="en-US" sz="1100" dirty="0" err="1">
                <a:solidFill>
                  <a:schemeClr val="tx1">
                    <a:lumMod val="50000"/>
                    <a:lumOff val="50000"/>
                  </a:schemeClr>
                </a:solidFill>
              </a:rPr>
              <a:t>arcu</a:t>
            </a:r>
            <a:r>
              <a:rPr lang="en-US" sz="1100" dirty="0">
                <a:solidFill>
                  <a:schemeClr val="tx1">
                    <a:lumMod val="50000"/>
                    <a:lumOff val="50000"/>
                  </a:schemeClr>
                </a:solidFill>
              </a:rPr>
              <a:t> a </a:t>
            </a:r>
            <a:r>
              <a:rPr lang="en-US" sz="1100" dirty="0" err="1">
                <a:solidFill>
                  <a:schemeClr val="tx1">
                    <a:lumMod val="50000"/>
                    <a:lumOff val="50000"/>
                  </a:schemeClr>
                </a:solidFill>
              </a:rPr>
              <a:t>est</a:t>
            </a:r>
            <a:r>
              <a:rPr lang="en-US" sz="1100" dirty="0">
                <a:solidFill>
                  <a:schemeClr val="tx1">
                    <a:lumMod val="50000"/>
                    <a:lumOff val="50000"/>
                  </a:schemeClr>
                </a:solidFill>
              </a:rPr>
              <a:t> </a:t>
            </a:r>
            <a:r>
              <a:rPr lang="en-US" sz="1100" dirty="0" err="1">
                <a:solidFill>
                  <a:schemeClr val="tx1">
                    <a:lumMod val="50000"/>
                    <a:lumOff val="50000"/>
                  </a:schemeClr>
                </a:solidFill>
              </a:rPr>
              <a:t>sollicitudin</a:t>
            </a:r>
            <a:r>
              <a:rPr lang="en-US" sz="1100" dirty="0">
                <a:solidFill>
                  <a:schemeClr val="tx1">
                    <a:lumMod val="50000"/>
                    <a:lumOff val="50000"/>
                  </a:schemeClr>
                </a:solidFill>
              </a:rPr>
              <a:t> </a:t>
            </a:r>
            <a:r>
              <a:rPr lang="en-US" sz="1100" dirty="0" err="1">
                <a:solidFill>
                  <a:schemeClr val="tx1">
                    <a:lumMod val="50000"/>
                    <a:lumOff val="50000"/>
                  </a:schemeClr>
                </a:solidFill>
              </a:rPr>
              <a:t>euismod</a:t>
            </a:r>
            <a:r>
              <a:rPr lang="en-US" sz="1100" dirty="0">
                <a:solidFill>
                  <a:schemeClr val="tx1">
                    <a:lumMod val="50000"/>
                    <a:lumOff val="50000"/>
                  </a:schemeClr>
                </a:solidFill>
              </a:rPr>
              <a:t>. In convallis. </a:t>
            </a:r>
          </a:p>
        </p:txBody>
      </p:sp>
      <p:sp>
        <p:nvSpPr>
          <p:cNvPr id="14" name="Slide Number Placeholder 13">
            <a:extLst>
              <a:ext uri="{FF2B5EF4-FFF2-40B4-BE49-F238E27FC236}">
                <a16:creationId xmlns:a16="http://schemas.microsoft.com/office/drawing/2014/main" id="{57082154-5F28-3427-0747-570968D9939E}"/>
              </a:ext>
            </a:extLst>
          </p:cNvPr>
          <p:cNvSpPr>
            <a:spLocks noGrp="1"/>
          </p:cNvSpPr>
          <p:nvPr>
            <p:ph type="sldNum" sz="quarter" idx="11"/>
          </p:nvPr>
        </p:nvSpPr>
        <p:spPr/>
        <p:txBody>
          <a:bodyPr/>
          <a:lstStyle/>
          <a:p>
            <a:fld id="{7737D3DD-0AB3-4F16-99FA-6262B2B4036D}" type="slidenum">
              <a:rPr lang="en-MY" smtClean="0"/>
              <a:t>7</a:t>
            </a:fld>
            <a:endParaRPr lang="en-MY"/>
          </a:p>
        </p:txBody>
      </p:sp>
      <p:sp>
        <p:nvSpPr>
          <p:cNvPr id="26" name="TextBox 25">
            <a:extLst>
              <a:ext uri="{FF2B5EF4-FFF2-40B4-BE49-F238E27FC236}">
                <a16:creationId xmlns:a16="http://schemas.microsoft.com/office/drawing/2014/main" id="{DC4E9F6C-91FE-5CC8-7FA1-70BB68B23BFA}"/>
              </a:ext>
            </a:extLst>
          </p:cNvPr>
          <p:cNvSpPr txBox="1"/>
          <p:nvPr/>
        </p:nvSpPr>
        <p:spPr>
          <a:xfrm>
            <a:off x="1145466" y="4822719"/>
            <a:ext cx="823913"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04</a:t>
            </a:r>
          </a:p>
        </p:txBody>
      </p:sp>
      <p:sp>
        <p:nvSpPr>
          <p:cNvPr id="27" name="TextBox 26">
            <a:extLst>
              <a:ext uri="{FF2B5EF4-FFF2-40B4-BE49-F238E27FC236}">
                <a16:creationId xmlns:a16="http://schemas.microsoft.com/office/drawing/2014/main" id="{CFE29568-1461-C2D0-5DB1-66D740C38BC0}"/>
              </a:ext>
            </a:extLst>
          </p:cNvPr>
          <p:cNvSpPr txBox="1"/>
          <p:nvPr/>
        </p:nvSpPr>
        <p:spPr>
          <a:xfrm>
            <a:off x="2086325" y="4922931"/>
            <a:ext cx="2552926" cy="382092"/>
          </a:xfrm>
          <a:prstGeom prst="rect">
            <a:avLst/>
          </a:prstGeom>
          <a:noFill/>
        </p:spPr>
        <p:txBody>
          <a:bodyPr wrap="square">
            <a:spAutoFit/>
          </a:bodyPr>
          <a:lstStyle/>
          <a:p>
            <a:pPr eaLnBrk="1" fontAlgn="auto" hangingPunct="1">
              <a:lnSpc>
                <a:spcPct val="150000"/>
              </a:lnSpc>
              <a:spcBef>
                <a:spcPts val="0"/>
              </a:spcBef>
              <a:spcAft>
                <a:spcPts val="0"/>
              </a:spcAft>
              <a:defRPr/>
            </a:pPr>
            <a:r>
              <a:rPr lang="en-US" sz="1400" b="1" dirty="0">
                <a:solidFill>
                  <a:schemeClr val="tx1">
                    <a:lumMod val="75000"/>
                    <a:lumOff val="25000"/>
                  </a:schemeClr>
                </a:solidFill>
              </a:rPr>
              <a:t>YOUR TITLE</a:t>
            </a:r>
          </a:p>
        </p:txBody>
      </p:sp>
      <p:sp>
        <p:nvSpPr>
          <p:cNvPr id="28" name="TextBox 27">
            <a:extLst>
              <a:ext uri="{FF2B5EF4-FFF2-40B4-BE49-F238E27FC236}">
                <a16:creationId xmlns:a16="http://schemas.microsoft.com/office/drawing/2014/main" id="{86CD7AAE-E96E-0B5D-DB41-621E949E538B}"/>
              </a:ext>
            </a:extLst>
          </p:cNvPr>
          <p:cNvSpPr txBox="1"/>
          <p:nvPr/>
        </p:nvSpPr>
        <p:spPr>
          <a:xfrm>
            <a:off x="6269122" y="4822719"/>
            <a:ext cx="822325"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08</a:t>
            </a:r>
          </a:p>
        </p:txBody>
      </p:sp>
      <p:sp>
        <p:nvSpPr>
          <p:cNvPr id="29" name="TextBox 28">
            <a:extLst>
              <a:ext uri="{FF2B5EF4-FFF2-40B4-BE49-F238E27FC236}">
                <a16:creationId xmlns:a16="http://schemas.microsoft.com/office/drawing/2014/main" id="{A84B339D-52F6-9097-276E-70944A31AF10}"/>
              </a:ext>
            </a:extLst>
          </p:cNvPr>
          <p:cNvSpPr txBox="1"/>
          <p:nvPr/>
        </p:nvSpPr>
        <p:spPr>
          <a:xfrm>
            <a:off x="7169971" y="4922930"/>
            <a:ext cx="2868819" cy="375359"/>
          </a:xfrm>
          <a:prstGeom prst="rect">
            <a:avLst/>
          </a:prstGeom>
          <a:noFill/>
        </p:spPr>
        <p:txBody>
          <a:bodyPr wrap="square">
            <a:spAutoFit/>
          </a:bodyPr>
          <a:lstStyle/>
          <a:p>
            <a:pPr eaLnBrk="1" fontAlgn="auto" hangingPunct="1">
              <a:lnSpc>
                <a:spcPct val="150000"/>
              </a:lnSpc>
              <a:spcBef>
                <a:spcPts val="0"/>
              </a:spcBef>
              <a:spcAft>
                <a:spcPts val="0"/>
              </a:spcAft>
              <a:defRPr/>
            </a:pPr>
            <a:r>
              <a:rPr lang="en-US" sz="1400" b="1" dirty="0">
                <a:solidFill>
                  <a:schemeClr val="tx1">
                    <a:lumMod val="75000"/>
                    <a:lumOff val="25000"/>
                  </a:schemeClr>
                </a:solidFill>
              </a:rPr>
              <a:t>YOUR TITLE</a:t>
            </a:r>
          </a:p>
        </p:txBody>
      </p:sp>
      <p:sp>
        <p:nvSpPr>
          <p:cNvPr id="30" name="Rectangle 29">
            <a:extLst>
              <a:ext uri="{FF2B5EF4-FFF2-40B4-BE49-F238E27FC236}">
                <a16:creationId xmlns:a16="http://schemas.microsoft.com/office/drawing/2014/main" id="{14F29D15-6583-ACC7-6A0D-2394CBCAC1AA}"/>
              </a:ext>
            </a:extLst>
          </p:cNvPr>
          <p:cNvSpPr/>
          <p:nvPr/>
        </p:nvSpPr>
        <p:spPr>
          <a:xfrm>
            <a:off x="2086324" y="5273769"/>
            <a:ext cx="3984737" cy="579005"/>
          </a:xfrm>
          <a:prstGeom prst="rect">
            <a:avLst/>
          </a:prstGeom>
        </p:spPr>
        <p:txBody>
          <a:bodyPr wrap="square">
            <a:spAutoFit/>
          </a:bodyPr>
          <a:lstStyle/>
          <a:p>
            <a:pPr>
              <a:lnSpc>
                <a:spcPct val="150000"/>
              </a:lnSpc>
            </a:pPr>
            <a:r>
              <a:rPr lang="en-US" sz="1100" dirty="0">
                <a:solidFill>
                  <a:schemeClr val="tx1">
                    <a:lumMod val="50000"/>
                    <a:lumOff val="50000"/>
                  </a:schemeClr>
                </a:solidFill>
              </a:rPr>
              <a:t>In </a:t>
            </a:r>
            <a:r>
              <a:rPr lang="en-US" sz="1100" dirty="0" err="1">
                <a:solidFill>
                  <a:schemeClr val="tx1">
                    <a:lumMod val="50000"/>
                    <a:lumOff val="50000"/>
                  </a:schemeClr>
                </a:solidFill>
              </a:rPr>
              <a:t>enim</a:t>
            </a:r>
            <a:r>
              <a:rPr lang="en-US" sz="1100" dirty="0">
                <a:solidFill>
                  <a:schemeClr val="tx1">
                    <a:lumMod val="50000"/>
                    <a:lumOff val="50000"/>
                  </a:schemeClr>
                </a:solidFill>
              </a:rPr>
              <a:t> a </a:t>
            </a:r>
            <a:r>
              <a:rPr lang="en-US" sz="1100" dirty="0" err="1">
                <a:solidFill>
                  <a:schemeClr val="tx1">
                    <a:lumMod val="50000"/>
                    <a:lumOff val="50000"/>
                  </a:schemeClr>
                </a:solidFill>
              </a:rPr>
              <a:t>arcu</a:t>
            </a:r>
            <a:r>
              <a:rPr lang="en-US" sz="1100" dirty="0">
                <a:solidFill>
                  <a:schemeClr val="tx1">
                    <a:lumMod val="50000"/>
                    <a:lumOff val="50000"/>
                  </a:schemeClr>
                </a:solidFill>
              </a:rPr>
              <a:t> </a:t>
            </a:r>
            <a:r>
              <a:rPr lang="en-US" sz="1100" dirty="0" err="1">
                <a:solidFill>
                  <a:schemeClr val="tx1">
                    <a:lumMod val="50000"/>
                    <a:lumOff val="50000"/>
                  </a:schemeClr>
                </a:solidFill>
              </a:rPr>
              <a:t>imperdiet</a:t>
            </a:r>
            <a:r>
              <a:rPr lang="en-US" sz="1100" dirty="0">
                <a:solidFill>
                  <a:schemeClr val="tx1">
                    <a:lumMod val="50000"/>
                    <a:lumOff val="50000"/>
                  </a:schemeClr>
                </a:solidFill>
              </a:rPr>
              <a:t> </a:t>
            </a:r>
            <a:r>
              <a:rPr lang="en-US" sz="1100" dirty="0" err="1">
                <a:solidFill>
                  <a:schemeClr val="tx1">
                    <a:lumMod val="50000"/>
                    <a:lumOff val="50000"/>
                  </a:schemeClr>
                </a:solidFill>
              </a:rPr>
              <a:t>malesuada</a:t>
            </a:r>
            <a:r>
              <a:rPr lang="en-US" sz="1100" dirty="0">
                <a:solidFill>
                  <a:schemeClr val="tx1">
                    <a:lumMod val="50000"/>
                    <a:lumOff val="50000"/>
                  </a:schemeClr>
                </a:solidFill>
              </a:rPr>
              <a:t>. </a:t>
            </a:r>
            <a:r>
              <a:rPr lang="en-US" sz="1100" dirty="0" err="1">
                <a:solidFill>
                  <a:schemeClr val="tx1">
                    <a:lumMod val="50000"/>
                    <a:lumOff val="50000"/>
                  </a:schemeClr>
                </a:solidFill>
              </a:rPr>
              <a:t>Fusce</a:t>
            </a:r>
            <a:r>
              <a:rPr lang="en-US" sz="1100" dirty="0">
                <a:solidFill>
                  <a:schemeClr val="tx1">
                    <a:lumMod val="50000"/>
                    <a:lumOff val="50000"/>
                  </a:schemeClr>
                </a:solidFill>
              </a:rPr>
              <a:t> </a:t>
            </a:r>
            <a:r>
              <a:rPr lang="en-US" sz="1100" dirty="0" err="1">
                <a:solidFill>
                  <a:schemeClr val="tx1">
                    <a:lumMod val="50000"/>
                    <a:lumOff val="50000"/>
                  </a:schemeClr>
                </a:solidFill>
              </a:rPr>
              <a:t>wisi</a:t>
            </a:r>
            <a:r>
              <a:rPr lang="en-US" sz="1100" dirty="0">
                <a:solidFill>
                  <a:schemeClr val="tx1">
                    <a:lumMod val="50000"/>
                    <a:lumOff val="50000"/>
                  </a:schemeClr>
                </a:solidFill>
              </a:rPr>
              <a:t>. </a:t>
            </a:r>
            <a:r>
              <a:rPr lang="en-US" sz="1100" dirty="0" err="1">
                <a:solidFill>
                  <a:schemeClr val="tx1">
                    <a:lumMod val="50000"/>
                    <a:lumOff val="50000"/>
                  </a:schemeClr>
                </a:solidFill>
              </a:rPr>
              <a:t>Nullam</a:t>
            </a:r>
            <a:r>
              <a:rPr lang="en-US" sz="1100" dirty="0">
                <a:solidFill>
                  <a:schemeClr val="tx1">
                    <a:lumMod val="50000"/>
                    <a:lumOff val="50000"/>
                  </a:schemeClr>
                </a:solidFill>
              </a:rPr>
              <a:t> at </a:t>
            </a:r>
            <a:r>
              <a:rPr lang="en-US" sz="1100" dirty="0" err="1">
                <a:solidFill>
                  <a:schemeClr val="tx1">
                    <a:lumMod val="50000"/>
                    <a:lumOff val="50000"/>
                  </a:schemeClr>
                </a:solidFill>
              </a:rPr>
              <a:t>arcu</a:t>
            </a:r>
            <a:r>
              <a:rPr lang="en-US" sz="1100" dirty="0">
                <a:solidFill>
                  <a:schemeClr val="tx1">
                    <a:lumMod val="50000"/>
                    <a:lumOff val="50000"/>
                  </a:schemeClr>
                </a:solidFill>
              </a:rPr>
              <a:t> a </a:t>
            </a:r>
            <a:r>
              <a:rPr lang="en-US" sz="1100" dirty="0" err="1">
                <a:solidFill>
                  <a:schemeClr val="tx1">
                    <a:lumMod val="50000"/>
                    <a:lumOff val="50000"/>
                  </a:schemeClr>
                </a:solidFill>
              </a:rPr>
              <a:t>est</a:t>
            </a:r>
            <a:r>
              <a:rPr lang="en-US" sz="1100" dirty="0">
                <a:solidFill>
                  <a:schemeClr val="tx1">
                    <a:lumMod val="50000"/>
                    <a:lumOff val="50000"/>
                  </a:schemeClr>
                </a:solidFill>
              </a:rPr>
              <a:t> </a:t>
            </a:r>
            <a:r>
              <a:rPr lang="en-US" sz="1100" dirty="0" err="1">
                <a:solidFill>
                  <a:schemeClr val="tx1">
                    <a:lumMod val="50000"/>
                    <a:lumOff val="50000"/>
                  </a:schemeClr>
                </a:solidFill>
              </a:rPr>
              <a:t>sollicitudin</a:t>
            </a:r>
            <a:r>
              <a:rPr lang="en-US" sz="1100" dirty="0">
                <a:solidFill>
                  <a:schemeClr val="tx1">
                    <a:lumMod val="50000"/>
                    <a:lumOff val="50000"/>
                  </a:schemeClr>
                </a:solidFill>
              </a:rPr>
              <a:t> </a:t>
            </a:r>
            <a:r>
              <a:rPr lang="en-US" sz="1100" dirty="0" err="1">
                <a:solidFill>
                  <a:schemeClr val="tx1">
                    <a:lumMod val="50000"/>
                    <a:lumOff val="50000"/>
                  </a:schemeClr>
                </a:solidFill>
              </a:rPr>
              <a:t>euismod</a:t>
            </a:r>
            <a:r>
              <a:rPr lang="en-US" sz="1100" dirty="0">
                <a:solidFill>
                  <a:schemeClr val="tx1">
                    <a:lumMod val="50000"/>
                    <a:lumOff val="50000"/>
                  </a:schemeClr>
                </a:solidFill>
              </a:rPr>
              <a:t>. In convallis. </a:t>
            </a:r>
          </a:p>
        </p:txBody>
      </p:sp>
      <p:sp>
        <p:nvSpPr>
          <p:cNvPr id="31" name="Rectangle 30">
            <a:extLst>
              <a:ext uri="{FF2B5EF4-FFF2-40B4-BE49-F238E27FC236}">
                <a16:creationId xmlns:a16="http://schemas.microsoft.com/office/drawing/2014/main" id="{0CA181E3-2B69-D6E3-6185-9A88F13121EB}"/>
              </a:ext>
            </a:extLst>
          </p:cNvPr>
          <p:cNvSpPr/>
          <p:nvPr/>
        </p:nvSpPr>
        <p:spPr>
          <a:xfrm>
            <a:off x="7193802" y="5273769"/>
            <a:ext cx="3984737" cy="579005"/>
          </a:xfrm>
          <a:prstGeom prst="rect">
            <a:avLst/>
          </a:prstGeom>
        </p:spPr>
        <p:txBody>
          <a:bodyPr wrap="square">
            <a:spAutoFit/>
          </a:bodyPr>
          <a:lstStyle/>
          <a:p>
            <a:pPr>
              <a:lnSpc>
                <a:spcPct val="150000"/>
              </a:lnSpc>
            </a:pPr>
            <a:r>
              <a:rPr lang="en-US" sz="1100" dirty="0">
                <a:solidFill>
                  <a:schemeClr val="tx1">
                    <a:lumMod val="50000"/>
                    <a:lumOff val="50000"/>
                  </a:schemeClr>
                </a:solidFill>
              </a:rPr>
              <a:t>In </a:t>
            </a:r>
            <a:r>
              <a:rPr lang="en-US" sz="1100" dirty="0" err="1">
                <a:solidFill>
                  <a:schemeClr val="tx1">
                    <a:lumMod val="50000"/>
                    <a:lumOff val="50000"/>
                  </a:schemeClr>
                </a:solidFill>
              </a:rPr>
              <a:t>enim</a:t>
            </a:r>
            <a:r>
              <a:rPr lang="en-US" sz="1100" dirty="0">
                <a:solidFill>
                  <a:schemeClr val="tx1">
                    <a:lumMod val="50000"/>
                    <a:lumOff val="50000"/>
                  </a:schemeClr>
                </a:solidFill>
              </a:rPr>
              <a:t> a </a:t>
            </a:r>
            <a:r>
              <a:rPr lang="en-US" sz="1100" dirty="0" err="1">
                <a:solidFill>
                  <a:schemeClr val="tx1">
                    <a:lumMod val="50000"/>
                    <a:lumOff val="50000"/>
                  </a:schemeClr>
                </a:solidFill>
              </a:rPr>
              <a:t>arcu</a:t>
            </a:r>
            <a:r>
              <a:rPr lang="en-US" sz="1100" dirty="0">
                <a:solidFill>
                  <a:schemeClr val="tx1">
                    <a:lumMod val="50000"/>
                    <a:lumOff val="50000"/>
                  </a:schemeClr>
                </a:solidFill>
              </a:rPr>
              <a:t> </a:t>
            </a:r>
            <a:r>
              <a:rPr lang="en-US" sz="1100" dirty="0" err="1">
                <a:solidFill>
                  <a:schemeClr val="tx1">
                    <a:lumMod val="50000"/>
                    <a:lumOff val="50000"/>
                  </a:schemeClr>
                </a:solidFill>
              </a:rPr>
              <a:t>imperdiet</a:t>
            </a:r>
            <a:r>
              <a:rPr lang="en-US" sz="1100" dirty="0">
                <a:solidFill>
                  <a:schemeClr val="tx1">
                    <a:lumMod val="50000"/>
                    <a:lumOff val="50000"/>
                  </a:schemeClr>
                </a:solidFill>
              </a:rPr>
              <a:t> </a:t>
            </a:r>
            <a:r>
              <a:rPr lang="en-US" sz="1100" dirty="0" err="1">
                <a:solidFill>
                  <a:schemeClr val="tx1">
                    <a:lumMod val="50000"/>
                    <a:lumOff val="50000"/>
                  </a:schemeClr>
                </a:solidFill>
              </a:rPr>
              <a:t>malesuada</a:t>
            </a:r>
            <a:r>
              <a:rPr lang="en-US" sz="1100" dirty="0">
                <a:solidFill>
                  <a:schemeClr val="tx1">
                    <a:lumMod val="50000"/>
                    <a:lumOff val="50000"/>
                  </a:schemeClr>
                </a:solidFill>
              </a:rPr>
              <a:t>. </a:t>
            </a:r>
            <a:r>
              <a:rPr lang="en-US" sz="1100" dirty="0" err="1">
                <a:solidFill>
                  <a:schemeClr val="tx1">
                    <a:lumMod val="50000"/>
                    <a:lumOff val="50000"/>
                  </a:schemeClr>
                </a:solidFill>
              </a:rPr>
              <a:t>Fusce</a:t>
            </a:r>
            <a:r>
              <a:rPr lang="en-US" sz="1100" dirty="0">
                <a:solidFill>
                  <a:schemeClr val="tx1">
                    <a:lumMod val="50000"/>
                    <a:lumOff val="50000"/>
                  </a:schemeClr>
                </a:solidFill>
              </a:rPr>
              <a:t> </a:t>
            </a:r>
            <a:r>
              <a:rPr lang="en-US" sz="1100" dirty="0" err="1">
                <a:solidFill>
                  <a:schemeClr val="tx1">
                    <a:lumMod val="50000"/>
                    <a:lumOff val="50000"/>
                  </a:schemeClr>
                </a:solidFill>
              </a:rPr>
              <a:t>wisi</a:t>
            </a:r>
            <a:r>
              <a:rPr lang="en-US" sz="1100" dirty="0">
                <a:solidFill>
                  <a:schemeClr val="tx1">
                    <a:lumMod val="50000"/>
                    <a:lumOff val="50000"/>
                  </a:schemeClr>
                </a:solidFill>
              </a:rPr>
              <a:t>. </a:t>
            </a:r>
            <a:r>
              <a:rPr lang="en-US" sz="1100" dirty="0" err="1">
                <a:solidFill>
                  <a:schemeClr val="tx1">
                    <a:lumMod val="50000"/>
                    <a:lumOff val="50000"/>
                  </a:schemeClr>
                </a:solidFill>
              </a:rPr>
              <a:t>Nullam</a:t>
            </a:r>
            <a:r>
              <a:rPr lang="en-US" sz="1100" dirty="0">
                <a:solidFill>
                  <a:schemeClr val="tx1">
                    <a:lumMod val="50000"/>
                    <a:lumOff val="50000"/>
                  </a:schemeClr>
                </a:solidFill>
              </a:rPr>
              <a:t> at </a:t>
            </a:r>
            <a:r>
              <a:rPr lang="en-US" sz="1100" dirty="0" err="1">
                <a:solidFill>
                  <a:schemeClr val="tx1">
                    <a:lumMod val="50000"/>
                    <a:lumOff val="50000"/>
                  </a:schemeClr>
                </a:solidFill>
              </a:rPr>
              <a:t>arcu</a:t>
            </a:r>
            <a:r>
              <a:rPr lang="en-US" sz="1100" dirty="0">
                <a:solidFill>
                  <a:schemeClr val="tx1">
                    <a:lumMod val="50000"/>
                    <a:lumOff val="50000"/>
                  </a:schemeClr>
                </a:solidFill>
              </a:rPr>
              <a:t> a </a:t>
            </a:r>
            <a:r>
              <a:rPr lang="en-US" sz="1100" dirty="0" err="1">
                <a:solidFill>
                  <a:schemeClr val="tx1">
                    <a:lumMod val="50000"/>
                    <a:lumOff val="50000"/>
                  </a:schemeClr>
                </a:solidFill>
              </a:rPr>
              <a:t>est</a:t>
            </a:r>
            <a:r>
              <a:rPr lang="en-US" sz="1100" dirty="0">
                <a:solidFill>
                  <a:schemeClr val="tx1">
                    <a:lumMod val="50000"/>
                    <a:lumOff val="50000"/>
                  </a:schemeClr>
                </a:solidFill>
              </a:rPr>
              <a:t> </a:t>
            </a:r>
            <a:r>
              <a:rPr lang="en-US" sz="1100" dirty="0" err="1">
                <a:solidFill>
                  <a:schemeClr val="tx1">
                    <a:lumMod val="50000"/>
                    <a:lumOff val="50000"/>
                  </a:schemeClr>
                </a:solidFill>
              </a:rPr>
              <a:t>sollicitudin</a:t>
            </a:r>
            <a:r>
              <a:rPr lang="en-US" sz="1100" dirty="0">
                <a:solidFill>
                  <a:schemeClr val="tx1">
                    <a:lumMod val="50000"/>
                    <a:lumOff val="50000"/>
                  </a:schemeClr>
                </a:solidFill>
              </a:rPr>
              <a:t> </a:t>
            </a:r>
            <a:r>
              <a:rPr lang="en-US" sz="1100" dirty="0" err="1">
                <a:solidFill>
                  <a:schemeClr val="tx1">
                    <a:lumMod val="50000"/>
                    <a:lumOff val="50000"/>
                  </a:schemeClr>
                </a:solidFill>
              </a:rPr>
              <a:t>euismod</a:t>
            </a:r>
            <a:r>
              <a:rPr lang="en-US" sz="1100" dirty="0">
                <a:solidFill>
                  <a:schemeClr val="tx1">
                    <a:lumMod val="50000"/>
                    <a:lumOff val="50000"/>
                  </a:schemeClr>
                </a:solidFill>
              </a:rPr>
              <a:t>. In convallis. </a:t>
            </a:r>
          </a:p>
        </p:txBody>
      </p:sp>
    </p:spTree>
    <p:extLst>
      <p:ext uri="{BB962C8B-B14F-4D97-AF65-F5344CB8AC3E}">
        <p14:creationId xmlns:p14="http://schemas.microsoft.com/office/powerpoint/2010/main" val="2612194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accel="20000" decel="6000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ppt_x"/>
                                          </p:val>
                                        </p:tav>
                                        <p:tav tm="100000">
                                          <p:val>
                                            <p:strVal val="#ppt_x"/>
                                          </p:val>
                                        </p:tav>
                                      </p:tavLst>
                                    </p:anim>
                                    <p:anim calcmode="lin" valueType="num">
                                      <p:cBhvr additive="base">
                                        <p:cTn id="12" dur="10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accel="20000" decel="600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000" fill="hold"/>
                                        <p:tgtEl>
                                          <p:spTgt spid="4"/>
                                        </p:tgtEl>
                                        <p:attrNameLst>
                                          <p:attrName>ppt_x</p:attrName>
                                        </p:attrNameLst>
                                      </p:cBhvr>
                                      <p:tavLst>
                                        <p:tav tm="0">
                                          <p:val>
                                            <p:strVal val="#ppt_x"/>
                                          </p:val>
                                        </p:tav>
                                        <p:tav tm="100000">
                                          <p:val>
                                            <p:strVal val="#ppt_x"/>
                                          </p:val>
                                        </p:tav>
                                      </p:tavLst>
                                    </p:anim>
                                    <p:anim calcmode="lin" valueType="num">
                                      <p:cBhvr additive="base">
                                        <p:cTn id="16" dur="10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accel="20000" decel="6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000" fill="hold"/>
                                        <p:tgtEl>
                                          <p:spTgt spid="5"/>
                                        </p:tgtEl>
                                        <p:attrNameLst>
                                          <p:attrName>ppt_x</p:attrName>
                                        </p:attrNameLst>
                                      </p:cBhvr>
                                      <p:tavLst>
                                        <p:tav tm="0">
                                          <p:val>
                                            <p:strVal val="#ppt_x"/>
                                          </p:val>
                                        </p:tav>
                                        <p:tav tm="100000">
                                          <p:val>
                                            <p:strVal val="#ppt_x"/>
                                          </p:val>
                                        </p:tav>
                                      </p:tavLst>
                                    </p:anim>
                                    <p:anim calcmode="lin" valueType="num">
                                      <p:cBhvr additive="base">
                                        <p:cTn id="20" dur="10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accel="20000" decel="6000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1000" fill="hold"/>
                                        <p:tgtEl>
                                          <p:spTgt spid="6"/>
                                        </p:tgtEl>
                                        <p:attrNameLst>
                                          <p:attrName>ppt_x</p:attrName>
                                        </p:attrNameLst>
                                      </p:cBhvr>
                                      <p:tavLst>
                                        <p:tav tm="0">
                                          <p:val>
                                            <p:strVal val="#ppt_x"/>
                                          </p:val>
                                        </p:tav>
                                        <p:tav tm="100000">
                                          <p:val>
                                            <p:strVal val="#ppt_x"/>
                                          </p:val>
                                        </p:tav>
                                      </p:tavLst>
                                    </p:anim>
                                    <p:anim calcmode="lin" valueType="num">
                                      <p:cBhvr additive="base">
                                        <p:cTn id="24" dur="100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4" accel="20000" decel="6000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1000" fill="hold"/>
                                        <p:tgtEl>
                                          <p:spTgt spid="7"/>
                                        </p:tgtEl>
                                        <p:attrNameLst>
                                          <p:attrName>ppt_x</p:attrName>
                                        </p:attrNameLst>
                                      </p:cBhvr>
                                      <p:tavLst>
                                        <p:tav tm="0">
                                          <p:val>
                                            <p:strVal val="#ppt_x"/>
                                          </p:val>
                                        </p:tav>
                                        <p:tav tm="100000">
                                          <p:val>
                                            <p:strVal val="#ppt_x"/>
                                          </p:val>
                                        </p:tav>
                                      </p:tavLst>
                                    </p:anim>
                                    <p:anim calcmode="lin" valueType="num">
                                      <p:cBhvr additive="base">
                                        <p:cTn id="28" dur="1000" fill="hold"/>
                                        <p:tgtEl>
                                          <p:spTgt spid="7"/>
                                        </p:tgtEl>
                                        <p:attrNameLst>
                                          <p:attrName>ppt_y</p:attrName>
                                        </p:attrNameLst>
                                      </p:cBhvr>
                                      <p:tavLst>
                                        <p:tav tm="0">
                                          <p:val>
                                            <p:strVal val="1+#ppt_h/2"/>
                                          </p:val>
                                        </p:tav>
                                        <p:tav tm="100000">
                                          <p:val>
                                            <p:strVal val="#ppt_y"/>
                                          </p:val>
                                        </p:tav>
                                      </p:tavLst>
                                    </p:anim>
                                  </p:childTnLst>
                                </p:cTn>
                              </p:par>
                              <p:par>
                                <p:cTn id="29" presetID="2" presetClass="entr" presetSubtype="4" accel="20000" decel="6000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1000" fill="hold"/>
                                        <p:tgtEl>
                                          <p:spTgt spid="8"/>
                                        </p:tgtEl>
                                        <p:attrNameLst>
                                          <p:attrName>ppt_x</p:attrName>
                                        </p:attrNameLst>
                                      </p:cBhvr>
                                      <p:tavLst>
                                        <p:tav tm="0">
                                          <p:val>
                                            <p:strVal val="#ppt_x"/>
                                          </p:val>
                                        </p:tav>
                                        <p:tav tm="100000">
                                          <p:val>
                                            <p:strVal val="#ppt_x"/>
                                          </p:val>
                                        </p:tav>
                                      </p:tavLst>
                                    </p:anim>
                                    <p:anim calcmode="lin" valueType="num">
                                      <p:cBhvr additive="base">
                                        <p:cTn id="32" dur="1000" fill="hold"/>
                                        <p:tgtEl>
                                          <p:spTgt spid="8"/>
                                        </p:tgtEl>
                                        <p:attrNameLst>
                                          <p:attrName>ppt_y</p:attrName>
                                        </p:attrNameLst>
                                      </p:cBhvr>
                                      <p:tavLst>
                                        <p:tav tm="0">
                                          <p:val>
                                            <p:strVal val="1+#ppt_h/2"/>
                                          </p:val>
                                        </p:tav>
                                        <p:tav tm="100000">
                                          <p:val>
                                            <p:strVal val="#ppt_y"/>
                                          </p:val>
                                        </p:tav>
                                      </p:tavLst>
                                    </p:anim>
                                  </p:childTnLst>
                                </p:cTn>
                              </p:par>
                              <p:par>
                                <p:cTn id="33" presetID="2" presetClass="entr" presetSubtype="4" accel="20000" decel="6000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1000" fill="hold"/>
                                        <p:tgtEl>
                                          <p:spTgt spid="9"/>
                                        </p:tgtEl>
                                        <p:attrNameLst>
                                          <p:attrName>ppt_x</p:attrName>
                                        </p:attrNameLst>
                                      </p:cBhvr>
                                      <p:tavLst>
                                        <p:tav tm="0">
                                          <p:val>
                                            <p:strVal val="#ppt_x"/>
                                          </p:val>
                                        </p:tav>
                                        <p:tav tm="100000">
                                          <p:val>
                                            <p:strVal val="#ppt_x"/>
                                          </p:val>
                                        </p:tav>
                                      </p:tavLst>
                                    </p:anim>
                                    <p:anim calcmode="lin" valueType="num">
                                      <p:cBhvr additive="base">
                                        <p:cTn id="36" dur="1000" fill="hold"/>
                                        <p:tgtEl>
                                          <p:spTgt spid="9"/>
                                        </p:tgtEl>
                                        <p:attrNameLst>
                                          <p:attrName>ppt_y</p:attrName>
                                        </p:attrNameLst>
                                      </p:cBhvr>
                                      <p:tavLst>
                                        <p:tav tm="0">
                                          <p:val>
                                            <p:strVal val="1+#ppt_h/2"/>
                                          </p:val>
                                        </p:tav>
                                        <p:tav tm="100000">
                                          <p:val>
                                            <p:strVal val="#ppt_y"/>
                                          </p:val>
                                        </p:tav>
                                      </p:tavLst>
                                    </p:anim>
                                  </p:childTnLst>
                                </p:cTn>
                              </p:par>
                              <p:par>
                                <p:cTn id="37" presetID="2" presetClass="entr" presetSubtype="4" accel="20000" decel="6000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1000" fill="hold"/>
                                        <p:tgtEl>
                                          <p:spTgt spid="10"/>
                                        </p:tgtEl>
                                        <p:attrNameLst>
                                          <p:attrName>ppt_x</p:attrName>
                                        </p:attrNameLst>
                                      </p:cBhvr>
                                      <p:tavLst>
                                        <p:tav tm="0">
                                          <p:val>
                                            <p:strVal val="#ppt_x"/>
                                          </p:val>
                                        </p:tav>
                                        <p:tav tm="100000">
                                          <p:val>
                                            <p:strVal val="#ppt_x"/>
                                          </p:val>
                                        </p:tav>
                                      </p:tavLst>
                                    </p:anim>
                                    <p:anim calcmode="lin" valueType="num">
                                      <p:cBhvr additive="base">
                                        <p:cTn id="40" dur="1000" fill="hold"/>
                                        <p:tgtEl>
                                          <p:spTgt spid="10"/>
                                        </p:tgtEl>
                                        <p:attrNameLst>
                                          <p:attrName>ppt_y</p:attrName>
                                        </p:attrNameLst>
                                      </p:cBhvr>
                                      <p:tavLst>
                                        <p:tav tm="0">
                                          <p:val>
                                            <p:strVal val="1+#ppt_h/2"/>
                                          </p:val>
                                        </p:tav>
                                        <p:tav tm="100000">
                                          <p:val>
                                            <p:strVal val="#ppt_y"/>
                                          </p:val>
                                        </p:tav>
                                      </p:tavLst>
                                    </p:anim>
                                  </p:childTnLst>
                                </p:cTn>
                              </p:par>
                              <p:par>
                                <p:cTn id="41" presetID="2" presetClass="entr" presetSubtype="4" accel="20000" decel="6000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1000" fill="hold"/>
                                        <p:tgtEl>
                                          <p:spTgt spid="11"/>
                                        </p:tgtEl>
                                        <p:attrNameLst>
                                          <p:attrName>ppt_x</p:attrName>
                                        </p:attrNameLst>
                                      </p:cBhvr>
                                      <p:tavLst>
                                        <p:tav tm="0">
                                          <p:val>
                                            <p:strVal val="#ppt_x"/>
                                          </p:val>
                                        </p:tav>
                                        <p:tav tm="100000">
                                          <p:val>
                                            <p:strVal val="#ppt_x"/>
                                          </p:val>
                                        </p:tav>
                                      </p:tavLst>
                                    </p:anim>
                                    <p:anim calcmode="lin" valueType="num">
                                      <p:cBhvr additive="base">
                                        <p:cTn id="44" dur="1000" fill="hold"/>
                                        <p:tgtEl>
                                          <p:spTgt spid="11"/>
                                        </p:tgtEl>
                                        <p:attrNameLst>
                                          <p:attrName>ppt_y</p:attrName>
                                        </p:attrNameLst>
                                      </p:cBhvr>
                                      <p:tavLst>
                                        <p:tav tm="0">
                                          <p:val>
                                            <p:strVal val="1+#ppt_h/2"/>
                                          </p:val>
                                        </p:tav>
                                        <p:tav tm="100000">
                                          <p:val>
                                            <p:strVal val="#ppt_y"/>
                                          </p:val>
                                        </p:tav>
                                      </p:tavLst>
                                    </p:anim>
                                  </p:childTnLst>
                                </p:cTn>
                              </p:par>
                              <p:par>
                                <p:cTn id="45" presetID="2" presetClass="entr" presetSubtype="4" accel="20000" decel="6000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1000" fill="hold"/>
                                        <p:tgtEl>
                                          <p:spTgt spid="12"/>
                                        </p:tgtEl>
                                        <p:attrNameLst>
                                          <p:attrName>ppt_x</p:attrName>
                                        </p:attrNameLst>
                                      </p:cBhvr>
                                      <p:tavLst>
                                        <p:tav tm="0">
                                          <p:val>
                                            <p:strVal val="#ppt_x"/>
                                          </p:val>
                                        </p:tav>
                                        <p:tav tm="100000">
                                          <p:val>
                                            <p:strVal val="#ppt_x"/>
                                          </p:val>
                                        </p:tav>
                                      </p:tavLst>
                                    </p:anim>
                                    <p:anim calcmode="lin" valueType="num">
                                      <p:cBhvr additive="base">
                                        <p:cTn id="48" dur="1000" fill="hold"/>
                                        <p:tgtEl>
                                          <p:spTgt spid="12"/>
                                        </p:tgtEl>
                                        <p:attrNameLst>
                                          <p:attrName>ppt_y</p:attrName>
                                        </p:attrNameLst>
                                      </p:cBhvr>
                                      <p:tavLst>
                                        <p:tav tm="0">
                                          <p:val>
                                            <p:strVal val="1+#ppt_h/2"/>
                                          </p:val>
                                        </p:tav>
                                        <p:tav tm="100000">
                                          <p:val>
                                            <p:strVal val="#ppt_y"/>
                                          </p:val>
                                        </p:tav>
                                      </p:tavLst>
                                    </p:anim>
                                  </p:childTnLst>
                                </p:cTn>
                              </p:par>
                              <p:par>
                                <p:cTn id="49" presetID="2" presetClass="entr" presetSubtype="4" accel="20000" decel="6000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1000" fill="hold"/>
                                        <p:tgtEl>
                                          <p:spTgt spid="13"/>
                                        </p:tgtEl>
                                        <p:attrNameLst>
                                          <p:attrName>ppt_x</p:attrName>
                                        </p:attrNameLst>
                                      </p:cBhvr>
                                      <p:tavLst>
                                        <p:tav tm="0">
                                          <p:val>
                                            <p:strVal val="#ppt_x"/>
                                          </p:val>
                                        </p:tav>
                                        <p:tav tm="100000">
                                          <p:val>
                                            <p:strVal val="#ppt_x"/>
                                          </p:val>
                                        </p:tav>
                                      </p:tavLst>
                                    </p:anim>
                                    <p:anim calcmode="lin" valueType="num">
                                      <p:cBhvr additive="base">
                                        <p:cTn id="52" dur="1000" fill="hold"/>
                                        <p:tgtEl>
                                          <p:spTgt spid="13"/>
                                        </p:tgtEl>
                                        <p:attrNameLst>
                                          <p:attrName>ppt_y</p:attrName>
                                        </p:attrNameLst>
                                      </p:cBhvr>
                                      <p:tavLst>
                                        <p:tav tm="0">
                                          <p:val>
                                            <p:strVal val="1+#ppt_h/2"/>
                                          </p:val>
                                        </p:tav>
                                        <p:tav tm="100000">
                                          <p:val>
                                            <p:strVal val="#ppt_y"/>
                                          </p:val>
                                        </p:tav>
                                      </p:tavLst>
                                    </p:anim>
                                  </p:childTnLst>
                                </p:cTn>
                              </p:par>
                              <p:par>
                                <p:cTn id="53" presetID="2" presetClass="entr" presetSubtype="4" accel="20000" decel="6000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1000" fill="hold"/>
                                        <p:tgtEl>
                                          <p:spTgt spid="26"/>
                                        </p:tgtEl>
                                        <p:attrNameLst>
                                          <p:attrName>ppt_x</p:attrName>
                                        </p:attrNameLst>
                                      </p:cBhvr>
                                      <p:tavLst>
                                        <p:tav tm="0">
                                          <p:val>
                                            <p:strVal val="#ppt_x"/>
                                          </p:val>
                                        </p:tav>
                                        <p:tav tm="100000">
                                          <p:val>
                                            <p:strVal val="#ppt_x"/>
                                          </p:val>
                                        </p:tav>
                                      </p:tavLst>
                                    </p:anim>
                                    <p:anim calcmode="lin" valueType="num">
                                      <p:cBhvr additive="base">
                                        <p:cTn id="56" dur="1000" fill="hold"/>
                                        <p:tgtEl>
                                          <p:spTgt spid="26"/>
                                        </p:tgtEl>
                                        <p:attrNameLst>
                                          <p:attrName>ppt_y</p:attrName>
                                        </p:attrNameLst>
                                      </p:cBhvr>
                                      <p:tavLst>
                                        <p:tav tm="0">
                                          <p:val>
                                            <p:strVal val="1+#ppt_h/2"/>
                                          </p:val>
                                        </p:tav>
                                        <p:tav tm="100000">
                                          <p:val>
                                            <p:strVal val="#ppt_y"/>
                                          </p:val>
                                        </p:tav>
                                      </p:tavLst>
                                    </p:anim>
                                  </p:childTnLst>
                                </p:cTn>
                              </p:par>
                              <p:par>
                                <p:cTn id="57" presetID="2" presetClass="entr" presetSubtype="4" accel="20000" decel="6000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 calcmode="lin" valueType="num">
                                      <p:cBhvr additive="base">
                                        <p:cTn id="59" dur="1000" fill="hold"/>
                                        <p:tgtEl>
                                          <p:spTgt spid="27"/>
                                        </p:tgtEl>
                                        <p:attrNameLst>
                                          <p:attrName>ppt_x</p:attrName>
                                        </p:attrNameLst>
                                      </p:cBhvr>
                                      <p:tavLst>
                                        <p:tav tm="0">
                                          <p:val>
                                            <p:strVal val="#ppt_x"/>
                                          </p:val>
                                        </p:tav>
                                        <p:tav tm="100000">
                                          <p:val>
                                            <p:strVal val="#ppt_x"/>
                                          </p:val>
                                        </p:tav>
                                      </p:tavLst>
                                    </p:anim>
                                    <p:anim calcmode="lin" valueType="num">
                                      <p:cBhvr additive="base">
                                        <p:cTn id="60" dur="1000" fill="hold"/>
                                        <p:tgtEl>
                                          <p:spTgt spid="27"/>
                                        </p:tgtEl>
                                        <p:attrNameLst>
                                          <p:attrName>ppt_y</p:attrName>
                                        </p:attrNameLst>
                                      </p:cBhvr>
                                      <p:tavLst>
                                        <p:tav tm="0">
                                          <p:val>
                                            <p:strVal val="1+#ppt_h/2"/>
                                          </p:val>
                                        </p:tav>
                                        <p:tav tm="100000">
                                          <p:val>
                                            <p:strVal val="#ppt_y"/>
                                          </p:val>
                                        </p:tav>
                                      </p:tavLst>
                                    </p:anim>
                                  </p:childTnLst>
                                </p:cTn>
                              </p:par>
                              <p:par>
                                <p:cTn id="61" presetID="2" presetClass="entr" presetSubtype="4" accel="20000" decel="6000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anim calcmode="lin" valueType="num">
                                      <p:cBhvr additive="base">
                                        <p:cTn id="63" dur="1000" fill="hold"/>
                                        <p:tgtEl>
                                          <p:spTgt spid="28"/>
                                        </p:tgtEl>
                                        <p:attrNameLst>
                                          <p:attrName>ppt_x</p:attrName>
                                        </p:attrNameLst>
                                      </p:cBhvr>
                                      <p:tavLst>
                                        <p:tav tm="0">
                                          <p:val>
                                            <p:strVal val="#ppt_x"/>
                                          </p:val>
                                        </p:tav>
                                        <p:tav tm="100000">
                                          <p:val>
                                            <p:strVal val="#ppt_x"/>
                                          </p:val>
                                        </p:tav>
                                      </p:tavLst>
                                    </p:anim>
                                    <p:anim calcmode="lin" valueType="num">
                                      <p:cBhvr additive="base">
                                        <p:cTn id="64" dur="1000" fill="hold"/>
                                        <p:tgtEl>
                                          <p:spTgt spid="28"/>
                                        </p:tgtEl>
                                        <p:attrNameLst>
                                          <p:attrName>ppt_y</p:attrName>
                                        </p:attrNameLst>
                                      </p:cBhvr>
                                      <p:tavLst>
                                        <p:tav tm="0">
                                          <p:val>
                                            <p:strVal val="1+#ppt_h/2"/>
                                          </p:val>
                                        </p:tav>
                                        <p:tav tm="100000">
                                          <p:val>
                                            <p:strVal val="#ppt_y"/>
                                          </p:val>
                                        </p:tav>
                                      </p:tavLst>
                                    </p:anim>
                                  </p:childTnLst>
                                </p:cTn>
                              </p:par>
                              <p:par>
                                <p:cTn id="65" presetID="2" presetClass="entr" presetSubtype="4" accel="20000" decel="6000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anim calcmode="lin" valueType="num">
                                      <p:cBhvr additive="base">
                                        <p:cTn id="67" dur="1000" fill="hold"/>
                                        <p:tgtEl>
                                          <p:spTgt spid="29"/>
                                        </p:tgtEl>
                                        <p:attrNameLst>
                                          <p:attrName>ppt_x</p:attrName>
                                        </p:attrNameLst>
                                      </p:cBhvr>
                                      <p:tavLst>
                                        <p:tav tm="0">
                                          <p:val>
                                            <p:strVal val="#ppt_x"/>
                                          </p:val>
                                        </p:tav>
                                        <p:tav tm="100000">
                                          <p:val>
                                            <p:strVal val="#ppt_x"/>
                                          </p:val>
                                        </p:tav>
                                      </p:tavLst>
                                    </p:anim>
                                    <p:anim calcmode="lin" valueType="num">
                                      <p:cBhvr additive="base">
                                        <p:cTn id="68" dur="10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26" grpId="0"/>
      <p:bldP spid="27" grpId="0"/>
      <p:bldP spid="28" grpId="0"/>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34E671-14E9-11BF-0C11-E5FC7592EB44}"/>
              </a:ext>
            </a:extLst>
          </p:cNvPr>
          <p:cNvSpPr>
            <a:spLocks noGrp="1"/>
          </p:cNvSpPr>
          <p:nvPr>
            <p:ph type="sldNum" sz="quarter" idx="11"/>
          </p:nvPr>
        </p:nvSpPr>
        <p:spPr/>
        <p:txBody>
          <a:bodyPr/>
          <a:lstStyle/>
          <a:p>
            <a:fld id="{7737D3DD-0AB3-4F16-99FA-6262B2B4036D}" type="slidenum">
              <a:rPr lang="en-MY" smtClean="0"/>
              <a:t>8</a:t>
            </a:fld>
            <a:endParaRPr lang="en-MY"/>
          </a:p>
        </p:txBody>
      </p:sp>
      <p:pic>
        <p:nvPicPr>
          <p:cNvPr id="15" name="Picture Placeholder 14" descr="A picture containing outdoor, sky, sunset, nature&#10;&#10;Description automatically generated">
            <a:extLst>
              <a:ext uri="{FF2B5EF4-FFF2-40B4-BE49-F238E27FC236}">
                <a16:creationId xmlns:a16="http://schemas.microsoft.com/office/drawing/2014/main" id="{C4C146BA-7E8B-E27D-B2D2-F879C78CF814}"/>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a:fillRect/>
          </a:stretch>
        </p:blipFill>
        <p:spPr/>
      </p:pic>
      <p:sp>
        <p:nvSpPr>
          <p:cNvPr id="10" name="Title 1">
            <a:extLst>
              <a:ext uri="{FF2B5EF4-FFF2-40B4-BE49-F238E27FC236}">
                <a16:creationId xmlns:a16="http://schemas.microsoft.com/office/drawing/2014/main" id="{D70F3474-C330-326A-5BA0-EECE317D4FE4}"/>
              </a:ext>
            </a:extLst>
          </p:cNvPr>
          <p:cNvSpPr>
            <a:spLocks noGrp="1"/>
          </p:cNvSpPr>
          <p:nvPr>
            <p:ph type="title"/>
          </p:nvPr>
        </p:nvSpPr>
        <p:spPr>
          <a:xfrm>
            <a:off x="4612640" y="921703"/>
            <a:ext cx="7081520" cy="1325563"/>
          </a:xfrm>
        </p:spPr>
        <p:txBody>
          <a:bodyPr/>
          <a:lstStyle/>
          <a:p>
            <a:r>
              <a:rPr lang="en-MY" dirty="0"/>
              <a:t>YOUR TEXT HERE</a:t>
            </a:r>
          </a:p>
        </p:txBody>
      </p:sp>
      <p:sp>
        <p:nvSpPr>
          <p:cNvPr id="11" name="TextBox 10">
            <a:extLst>
              <a:ext uri="{FF2B5EF4-FFF2-40B4-BE49-F238E27FC236}">
                <a16:creationId xmlns:a16="http://schemas.microsoft.com/office/drawing/2014/main" id="{1234A597-223A-535D-0F36-CBB1F7E0BA73}"/>
              </a:ext>
            </a:extLst>
          </p:cNvPr>
          <p:cNvSpPr txBox="1"/>
          <p:nvPr/>
        </p:nvSpPr>
        <p:spPr>
          <a:xfrm rot="16200000">
            <a:off x="-1395676" y="2996475"/>
            <a:ext cx="3515358" cy="506292"/>
          </a:xfrm>
          <a:prstGeom prst="rect">
            <a:avLst/>
          </a:prstGeom>
          <a:noFill/>
        </p:spPr>
        <p:txBody>
          <a:bodyPr wrap="square">
            <a:spAutoFit/>
          </a:bodyPr>
          <a:lstStyle/>
          <a:p>
            <a:pPr algn="ctr" eaLnBrk="1" fontAlgn="auto" hangingPunct="1">
              <a:lnSpc>
                <a:spcPct val="150000"/>
              </a:lnSpc>
              <a:spcBef>
                <a:spcPts val="0"/>
              </a:spcBef>
              <a:spcAft>
                <a:spcPts val="0"/>
              </a:spcAft>
              <a:defRPr/>
            </a:pPr>
            <a:r>
              <a:rPr lang="en-US" sz="2000" b="1" dirty="0">
                <a:solidFill>
                  <a:schemeClr val="bg1"/>
                </a:solidFill>
              </a:rPr>
              <a:t>Click to edit TITLE</a:t>
            </a:r>
          </a:p>
        </p:txBody>
      </p:sp>
      <p:sp>
        <p:nvSpPr>
          <p:cNvPr id="12" name="Rectangle 11">
            <a:extLst>
              <a:ext uri="{FF2B5EF4-FFF2-40B4-BE49-F238E27FC236}">
                <a16:creationId xmlns:a16="http://schemas.microsoft.com/office/drawing/2014/main" id="{FE61E7EC-50E1-1EE1-152A-D3C5E20FA009}"/>
              </a:ext>
            </a:extLst>
          </p:cNvPr>
          <p:cNvSpPr/>
          <p:nvPr/>
        </p:nvSpPr>
        <p:spPr>
          <a:xfrm>
            <a:off x="5171440" y="2399189"/>
            <a:ext cx="6217214" cy="1404231"/>
          </a:xfrm>
          <a:prstGeom prst="rect">
            <a:avLst/>
          </a:prstGeom>
        </p:spPr>
        <p:txBody>
          <a:bodyPr wrap="square">
            <a:spAutoFit/>
          </a:bodyPr>
          <a:lstStyle/>
          <a:p>
            <a:pPr algn="just">
              <a:lnSpc>
                <a:spcPct val="200000"/>
              </a:lnSpc>
            </a:pP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diam. </a:t>
            </a:r>
            <a:r>
              <a:rPr lang="en-US" sz="1100" dirty="0" err="1">
                <a:solidFill>
                  <a:schemeClr val="tx1">
                    <a:lumMod val="65000"/>
                    <a:lumOff val="35000"/>
                  </a:schemeClr>
                </a:solidFill>
              </a:rPr>
              <a:t>Pellentesque</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id dolor. </a:t>
            </a:r>
            <a:r>
              <a:rPr lang="en-US" sz="1100" dirty="0" err="1">
                <a:solidFill>
                  <a:schemeClr val="tx1">
                    <a:lumMod val="65000"/>
                    <a:lumOff val="35000"/>
                  </a:schemeClr>
                </a:solidFill>
              </a:rPr>
              <a:t>Vivamus</a:t>
            </a:r>
            <a:r>
              <a:rPr lang="en-US" sz="1100" dirty="0">
                <a:solidFill>
                  <a:schemeClr val="tx1">
                    <a:lumMod val="65000"/>
                    <a:lumOff val="35000"/>
                  </a:schemeClr>
                </a:solidFill>
              </a:rPr>
              <a:t> </a:t>
            </a:r>
            <a:r>
              <a:rPr lang="en-US" sz="1100" dirty="0" err="1">
                <a:solidFill>
                  <a:schemeClr val="tx1">
                    <a:lumMod val="65000"/>
                    <a:lumOff val="35000"/>
                  </a:schemeClr>
                </a:solidFill>
              </a:rPr>
              <a:t>luctus</a:t>
            </a:r>
            <a:r>
              <a:rPr lang="en-US" sz="1100" dirty="0">
                <a:solidFill>
                  <a:schemeClr val="tx1">
                    <a:lumMod val="65000"/>
                    <a:lumOff val="35000"/>
                  </a:schemeClr>
                </a:solidFill>
              </a:rPr>
              <a:t> </a:t>
            </a:r>
            <a:r>
              <a:rPr lang="en-US" sz="1100" dirty="0" err="1">
                <a:solidFill>
                  <a:schemeClr val="tx1">
                    <a:lumMod val="65000"/>
                    <a:lumOff val="35000"/>
                  </a:schemeClr>
                </a:solidFill>
              </a:rPr>
              <a:t>egestas</a:t>
            </a:r>
            <a:r>
              <a:rPr lang="en-US" sz="1100" dirty="0">
                <a:solidFill>
                  <a:schemeClr val="tx1">
                    <a:lumMod val="65000"/>
                    <a:lumOff val="35000"/>
                  </a:schemeClr>
                </a:solidFill>
              </a:rPr>
              <a:t> </a:t>
            </a:r>
            <a:r>
              <a:rPr lang="en-US" sz="1100" dirty="0" err="1">
                <a:solidFill>
                  <a:schemeClr val="tx1">
                    <a:lumMod val="65000"/>
                    <a:lumOff val="35000"/>
                  </a:schemeClr>
                </a:solidFill>
              </a:rPr>
              <a:t>leo</a:t>
            </a:r>
            <a:r>
              <a:rPr lang="en-US" sz="1100" dirty="0">
                <a:solidFill>
                  <a:schemeClr val="tx1">
                    <a:lumMod val="65000"/>
                    <a:lumOff val="35000"/>
                  </a:schemeClr>
                </a:solidFill>
              </a:rPr>
              <a:t>. </a:t>
            </a:r>
            <a:r>
              <a:rPr lang="en-US" sz="1100" dirty="0" err="1">
                <a:solidFill>
                  <a:schemeClr val="tx1">
                    <a:lumMod val="65000"/>
                    <a:lumOff val="35000"/>
                  </a:schemeClr>
                </a:solidFill>
              </a:rPr>
              <a:t>Etiam</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quam. </a:t>
            </a:r>
            <a:r>
              <a:rPr lang="en-US" sz="1100" dirty="0" err="1">
                <a:solidFill>
                  <a:schemeClr val="tx1">
                    <a:lumMod val="65000"/>
                    <a:lumOff val="35000"/>
                  </a:schemeClr>
                </a:solidFill>
              </a:rPr>
              <a:t>Curabitur</a:t>
            </a:r>
            <a:r>
              <a:rPr lang="en-US" sz="1100" dirty="0">
                <a:solidFill>
                  <a:schemeClr val="tx1">
                    <a:lumMod val="65000"/>
                    <a:lumOff val="35000"/>
                  </a:schemeClr>
                </a:solidFill>
              </a:rPr>
              <a:t> </a:t>
            </a:r>
            <a:r>
              <a:rPr lang="en-US" sz="1100" dirty="0" err="1">
                <a:solidFill>
                  <a:schemeClr val="tx1">
                    <a:lumMod val="65000"/>
                    <a:lumOff val="35000"/>
                  </a:schemeClr>
                </a:solidFill>
              </a:rPr>
              <a:t>bibendum</a:t>
            </a:r>
            <a:r>
              <a:rPr lang="en-US" sz="1100" dirty="0">
                <a:solidFill>
                  <a:schemeClr val="tx1">
                    <a:lumMod val="65000"/>
                    <a:lumOff val="35000"/>
                  </a:schemeClr>
                </a:solidFill>
              </a:rPr>
              <a:t> </a:t>
            </a:r>
            <a:r>
              <a:rPr lang="en-US" sz="1100" dirty="0" err="1">
                <a:solidFill>
                  <a:schemeClr val="tx1">
                    <a:lumMod val="65000"/>
                    <a:lumOff val="35000"/>
                  </a:schemeClr>
                </a:solidFill>
              </a:rPr>
              <a:t>justo</a:t>
            </a:r>
            <a:r>
              <a:rPr lang="en-US" sz="1100" dirty="0">
                <a:solidFill>
                  <a:schemeClr val="tx1">
                    <a:lumMod val="65000"/>
                    <a:lumOff val="35000"/>
                  </a:schemeClr>
                </a:solidFill>
              </a:rPr>
              <a:t> non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t>
            </a:r>
            <a:r>
              <a:rPr lang="en-US" sz="1100" dirty="0" err="1">
                <a:solidFill>
                  <a:schemeClr val="tx1">
                    <a:lumMod val="65000"/>
                    <a:lumOff val="35000"/>
                  </a:schemeClr>
                </a:solidFill>
              </a:rPr>
              <a:t>aute</a:t>
            </a:r>
            <a:r>
              <a:rPr lang="en-US" sz="1100" dirty="0">
                <a:solidFill>
                  <a:schemeClr val="tx1">
                    <a:lumMod val="65000"/>
                    <a:lumOff val="35000"/>
                  </a:schemeClr>
                </a:solidFill>
              </a:rPr>
              <a:t> </a:t>
            </a:r>
            <a:r>
              <a:rPr lang="en-US" sz="1100" dirty="0" err="1">
                <a:solidFill>
                  <a:schemeClr val="tx1">
                    <a:lumMod val="65000"/>
                    <a:lumOff val="35000"/>
                  </a:schemeClr>
                </a:solidFill>
              </a:rPr>
              <a:t>irure</a:t>
            </a:r>
            <a:r>
              <a:rPr lang="en-US" sz="1100" dirty="0">
                <a:solidFill>
                  <a:schemeClr val="tx1">
                    <a:lumMod val="65000"/>
                    <a:lumOff val="35000"/>
                  </a:schemeClr>
                </a:solidFill>
              </a:rPr>
              <a:t> dolor in </a:t>
            </a:r>
            <a:r>
              <a:rPr lang="en-US" sz="1100" dirty="0" err="1">
                <a:solidFill>
                  <a:schemeClr val="tx1">
                    <a:lumMod val="65000"/>
                    <a:lumOff val="35000"/>
                  </a:schemeClr>
                </a:solidFill>
              </a:rPr>
              <a:t>reprehenderit</a:t>
            </a:r>
            <a:r>
              <a:rPr lang="en-US" sz="1100" dirty="0">
                <a:solidFill>
                  <a:schemeClr val="tx1">
                    <a:lumMod val="65000"/>
                    <a:lumOff val="35000"/>
                  </a:schemeClr>
                </a:solidFill>
              </a:rPr>
              <a:t> in </a:t>
            </a:r>
            <a:r>
              <a:rPr lang="en-US" sz="1100" dirty="0" err="1">
                <a:solidFill>
                  <a:schemeClr val="tx1">
                    <a:lumMod val="65000"/>
                    <a:lumOff val="35000"/>
                  </a:schemeClr>
                </a:solidFill>
              </a:rPr>
              <a:t>voluptate</a:t>
            </a:r>
            <a:r>
              <a:rPr lang="en-US" sz="1100" dirty="0">
                <a:solidFill>
                  <a:schemeClr val="tx1">
                    <a:lumMod val="65000"/>
                    <a:lumOff val="35000"/>
                  </a:schemeClr>
                </a:solidFill>
              </a:rPr>
              <a:t> </a:t>
            </a:r>
            <a:r>
              <a:rPr lang="en-US" sz="1100" dirty="0" err="1">
                <a:solidFill>
                  <a:schemeClr val="tx1">
                    <a:lumMod val="65000"/>
                    <a:lumOff val="35000"/>
                  </a:schemeClr>
                </a:solidFill>
              </a:rPr>
              <a:t>velit</a:t>
            </a:r>
            <a:r>
              <a:rPr lang="en-US" sz="1100" dirty="0">
                <a:solidFill>
                  <a:schemeClr val="tx1">
                    <a:lumMod val="65000"/>
                    <a:lumOff val="35000"/>
                  </a:schemeClr>
                </a:solidFill>
              </a:rPr>
              <a:t> </a:t>
            </a:r>
            <a:r>
              <a:rPr lang="en-US" sz="1100" dirty="0" err="1">
                <a:solidFill>
                  <a:schemeClr val="tx1">
                    <a:lumMod val="65000"/>
                    <a:lumOff val="35000"/>
                  </a:schemeClr>
                </a:solidFill>
              </a:rPr>
              <a:t>esse</a:t>
            </a:r>
            <a:r>
              <a:rPr lang="en-US" sz="1100" dirty="0">
                <a:solidFill>
                  <a:schemeClr val="tx1">
                    <a:lumMod val="65000"/>
                    <a:lumOff val="35000"/>
                  </a:schemeClr>
                </a:solidFill>
              </a:rPr>
              <a:t> </a:t>
            </a:r>
            <a:r>
              <a:rPr lang="en-US" sz="1100" dirty="0" err="1">
                <a:solidFill>
                  <a:schemeClr val="tx1">
                    <a:lumMod val="65000"/>
                    <a:lumOff val="35000"/>
                  </a:schemeClr>
                </a:solidFill>
              </a:rPr>
              <a:t>cillum</a:t>
            </a:r>
            <a:r>
              <a:rPr lang="en-US" sz="1100" dirty="0">
                <a:solidFill>
                  <a:schemeClr val="tx1">
                    <a:lumMod val="65000"/>
                    <a:lumOff val="35000"/>
                  </a:schemeClr>
                </a:solidFill>
              </a:rPr>
              <a:t> </a:t>
            </a:r>
            <a:r>
              <a:rPr lang="en-US" sz="1100" dirty="0" err="1">
                <a:solidFill>
                  <a:schemeClr val="tx1">
                    <a:lumMod val="65000"/>
                    <a:lumOff val="35000"/>
                  </a:schemeClr>
                </a:solidFill>
              </a:rPr>
              <a:t>dolore</a:t>
            </a:r>
            <a:r>
              <a:rPr lang="en-US" sz="1100" dirty="0">
                <a:solidFill>
                  <a:schemeClr val="tx1">
                    <a:lumMod val="65000"/>
                    <a:lumOff val="35000"/>
                  </a:schemeClr>
                </a:solidFill>
              </a:rPr>
              <a:t> </a:t>
            </a:r>
            <a:r>
              <a:rPr lang="en-US" sz="1100" dirty="0" err="1">
                <a:solidFill>
                  <a:schemeClr val="tx1">
                    <a:lumMod val="65000"/>
                    <a:lumOff val="35000"/>
                  </a:schemeClr>
                </a:solidFill>
              </a:rPr>
              <a:t>eu</a:t>
            </a:r>
            <a:r>
              <a:rPr lang="en-US" sz="1100" dirty="0">
                <a:solidFill>
                  <a:schemeClr val="tx1">
                    <a:lumMod val="65000"/>
                    <a:lumOff val="35000"/>
                  </a:schemeClr>
                </a:solidFill>
              </a:rPr>
              <a:t> </a:t>
            </a:r>
            <a:r>
              <a:rPr lang="en-US" sz="1100" dirty="0" err="1">
                <a:solidFill>
                  <a:schemeClr val="tx1">
                    <a:lumMod val="65000"/>
                    <a:lumOff val="35000"/>
                  </a:schemeClr>
                </a:solidFill>
              </a:rPr>
              <a:t>fugiat</a:t>
            </a:r>
            <a:r>
              <a:rPr lang="en-US" sz="1100" dirty="0">
                <a:solidFill>
                  <a:schemeClr val="tx1">
                    <a:lumMod val="65000"/>
                    <a:lumOff val="35000"/>
                  </a:schemeClr>
                </a:solidFill>
              </a:rPr>
              <a:t> </a:t>
            </a: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pariatur</a:t>
            </a:r>
            <a:r>
              <a:rPr lang="en-US" sz="1100" dirty="0">
                <a:solidFill>
                  <a:schemeClr val="tx1">
                    <a:lumMod val="65000"/>
                    <a:lumOff val="35000"/>
                  </a:schemeClr>
                </a:solidFill>
              </a:rPr>
              <a:t>. </a:t>
            </a:r>
            <a:r>
              <a:rPr lang="en-US" sz="1100" dirty="0" err="1">
                <a:solidFill>
                  <a:schemeClr val="tx1">
                    <a:lumMod val="65000"/>
                    <a:lumOff val="35000"/>
                  </a:schemeClr>
                </a:solidFill>
              </a:rPr>
              <a:t>Suspendisse</a:t>
            </a:r>
            <a:r>
              <a:rPr lang="en-US" sz="1100" dirty="0">
                <a:solidFill>
                  <a:schemeClr val="tx1">
                    <a:lumMod val="65000"/>
                    <a:lumOff val="35000"/>
                  </a:schemeClr>
                </a:solidFill>
              </a:rPr>
              <a:t> </a:t>
            </a:r>
            <a:r>
              <a:rPr lang="en-US" sz="1100" dirty="0" err="1">
                <a:solidFill>
                  <a:schemeClr val="tx1">
                    <a:lumMod val="65000"/>
                    <a:lumOff val="35000"/>
                  </a:schemeClr>
                </a:solidFill>
              </a:rPr>
              <a:t>nisl</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ante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molestie</a:t>
            </a:r>
            <a:r>
              <a:rPr lang="en-US" sz="1100" dirty="0">
                <a:solidFill>
                  <a:schemeClr val="tx1">
                    <a:lumMod val="65000"/>
                    <a:lumOff val="35000"/>
                  </a:schemeClr>
                </a:solidFill>
              </a:rPr>
              <a:t> vitae </a:t>
            </a:r>
            <a:r>
              <a:rPr lang="en-US" sz="1100" dirty="0" err="1">
                <a:solidFill>
                  <a:schemeClr val="tx1">
                    <a:lumMod val="65000"/>
                    <a:lumOff val="35000"/>
                  </a:schemeClr>
                </a:solidFill>
              </a:rPr>
              <a:t>vehicula</a:t>
            </a:r>
            <a:r>
              <a:rPr lang="en-US" sz="1100" dirty="0">
                <a:solidFill>
                  <a:schemeClr val="tx1">
                    <a:lumMod val="65000"/>
                    <a:lumOff val="35000"/>
                  </a:schemeClr>
                </a:solidFill>
              </a:rPr>
              <a:t> </a:t>
            </a:r>
            <a:r>
              <a:rPr lang="en-US" sz="1100" dirty="0" err="1">
                <a:solidFill>
                  <a:schemeClr val="tx1">
                    <a:lumMod val="65000"/>
                    <a:lumOff val="35000"/>
                  </a:schemeClr>
                </a:solidFill>
              </a:rPr>
              <a:t>venenatis</a:t>
            </a:r>
            <a:r>
              <a:rPr lang="en-US" sz="1100" dirty="0">
                <a:solidFill>
                  <a:schemeClr val="tx1">
                    <a:lumMod val="65000"/>
                    <a:lumOff val="35000"/>
                  </a:schemeClr>
                </a:solidFill>
              </a:rPr>
              <a:t>, </a:t>
            </a:r>
            <a:endParaRPr lang="id-ID" sz="1100" dirty="0">
              <a:solidFill>
                <a:schemeClr val="tx1">
                  <a:lumMod val="65000"/>
                  <a:lumOff val="35000"/>
                </a:schemeClr>
              </a:solidFill>
            </a:endParaRPr>
          </a:p>
        </p:txBody>
      </p:sp>
      <p:sp>
        <p:nvSpPr>
          <p:cNvPr id="13" name="Rounded Rectangle 36">
            <a:extLst>
              <a:ext uri="{FF2B5EF4-FFF2-40B4-BE49-F238E27FC236}">
                <a16:creationId xmlns:a16="http://schemas.microsoft.com/office/drawing/2014/main" id="{A313D521-D8AF-3E40-3D16-6B52F1F8C738}"/>
              </a:ext>
            </a:extLst>
          </p:cNvPr>
          <p:cNvSpPr/>
          <p:nvPr/>
        </p:nvSpPr>
        <p:spPr>
          <a:xfrm>
            <a:off x="5171440" y="4158938"/>
            <a:ext cx="3892234" cy="717929"/>
          </a:xfrm>
          <a:prstGeom prst="roundRect">
            <a:avLst>
              <a:gd name="adj" fmla="val 50000"/>
            </a:avLst>
          </a:prstGeom>
          <a:solidFill>
            <a:srgbClr val="D8DADD">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nSpc>
                <a:spcPct val="130000"/>
              </a:lnSpc>
            </a:pPr>
            <a:r>
              <a:rPr lang="en-US" sz="1000" dirty="0" err="1">
                <a:solidFill>
                  <a:schemeClr val="tx1">
                    <a:lumMod val="65000"/>
                    <a:lumOff val="35000"/>
                  </a:schemeClr>
                </a:solidFill>
              </a:rPr>
              <a:t>Curabitur</a:t>
            </a:r>
            <a:r>
              <a:rPr lang="en-US" sz="1000" dirty="0">
                <a:solidFill>
                  <a:schemeClr val="tx1">
                    <a:lumMod val="65000"/>
                    <a:lumOff val="35000"/>
                  </a:schemeClr>
                </a:solidFill>
              </a:rPr>
              <a:t> </a:t>
            </a:r>
            <a:r>
              <a:rPr lang="en-US" sz="1000" dirty="0" err="1">
                <a:solidFill>
                  <a:schemeClr val="tx1">
                    <a:lumMod val="65000"/>
                    <a:lumOff val="35000"/>
                  </a:schemeClr>
                </a:solidFill>
              </a:rPr>
              <a:t>bibendum</a:t>
            </a:r>
            <a:r>
              <a:rPr lang="en-US" sz="1000" dirty="0">
                <a:solidFill>
                  <a:schemeClr val="tx1">
                    <a:lumMod val="65000"/>
                    <a:lumOff val="35000"/>
                  </a:schemeClr>
                </a:solidFill>
              </a:rPr>
              <a:t> </a:t>
            </a:r>
            <a:r>
              <a:rPr lang="en-US" sz="1000" dirty="0" err="1">
                <a:solidFill>
                  <a:schemeClr val="tx1">
                    <a:lumMod val="65000"/>
                    <a:lumOff val="35000"/>
                  </a:schemeClr>
                </a:solidFill>
              </a:rPr>
              <a:t>justo</a:t>
            </a:r>
            <a:r>
              <a:rPr lang="en-US" sz="1000" dirty="0">
                <a:solidFill>
                  <a:schemeClr val="tx1">
                    <a:lumMod val="65000"/>
                    <a:lumOff val="35000"/>
                  </a:schemeClr>
                </a:solidFill>
              </a:rPr>
              <a:t> non </a:t>
            </a:r>
            <a:r>
              <a:rPr lang="en-US" sz="1000" dirty="0" err="1">
                <a:solidFill>
                  <a:schemeClr val="tx1">
                    <a:lumMod val="65000"/>
                    <a:lumOff val="35000"/>
                  </a:schemeClr>
                </a:solidFill>
              </a:rPr>
              <a:t>orci</a:t>
            </a:r>
            <a:r>
              <a:rPr lang="en-US" sz="1000" dirty="0">
                <a:solidFill>
                  <a:schemeClr val="tx1">
                    <a:lumMod val="65000"/>
                    <a:lumOff val="35000"/>
                  </a:schemeClr>
                </a:solidFill>
              </a:rPr>
              <a:t>. Duis </a:t>
            </a:r>
            <a:r>
              <a:rPr lang="en-US" sz="1000" dirty="0" err="1">
                <a:solidFill>
                  <a:schemeClr val="tx1">
                    <a:lumMod val="65000"/>
                    <a:lumOff val="35000"/>
                  </a:schemeClr>
                </a:solidFill>
              </a:rPr>
              <a:t>aute</a:t>
            </a:r>
            <a:r>
              <a:rPr lang="en-US" sz="1000" dirty="0">
                <a:solidFill>
                  <a:schemeClr val="tx1">
                    <a:lumMod val="65000"/>
                    <a:lumOff val="35000"/>
                  </a:schemeClr>
                </a:solidFill>
              </a:rPr>
              <a:t> </a:t>
            </a:r>
            <a:r>
              <a:rPr lang="en-US" sz="1000" dirty="0" err="1">
                <a:solidFill>
                  <a:schemeClr val="tx1">
                    <a:lumMod val="65000"/>
                    <a:lumOff val="35000"/>
                  </a:schemeClr>
                </a:solidFill>
              </a:rPr>
              <a:t>irure</a:t>
            </a:r>
            <a:r>
              <a:rPr lang="en-US" sz="1000" dirty="0">
                <a:solidFill>
                  <a:schemeClr val="tx1">
                    <a:lumMod val="65000"/>
                    <a:lumOff val="35000"/>
                  </a:schemeClr>
                </a:solidFill>
              </a:rPr>
              <a:t> dolor in </a:t>
            </a:r>
            <a:r>
              <a:rPr lang="en-US" sz="1000" dirty="0" err="1">
                <a:solidFill>
                  <a:schemeClr val="tx1">
                    <a:lumMod val="65000"/>
                    <a:lumOff val="35000"/>
                  </a:schemeClr>
                </a:solidFill>
              </a:rPr>
              <a:t>reprehenderit</a:t>
            </a:r>
            <a:r>
              <a:rPr lang="en-US" sz="1000" dirty="0">
                <a:solidFill>
                  <a:schemeClr val="tx1">
                    <a:lumMod val="65000"/>
                    <a:lumOff val="35000"/>
                  </a:schemeClr>
                </a:solidFill>
              </a:rPr>
              <a:t> in </a:t>
            </a:r>
            <a:r>
              <a:rPr lang="en-US" sz="1000" dirty="0" err="1">
                <a:solidFill>
                  <a:schemeClr val="tx1">
                    <a:lumMod val="65000"/>
                    <a:lumOff val="35000"/>
                  </a:schemeClr>
                </a:solidFill>
              </a:rPr>
              <a:t>voluptate</a:t>
            </a:r>
            <a:r>
              <a:rPr lang="en-US" sz="1000" dirty="0">
                <a:solidFill>
                  <a:schemeClr val="tx1">
                    <a:lumMod val="65000"/>
                    <a:lumOff val="35000"/>
                  </a:schemeClr>
                </a:solidFill>
              </a:rPr>
              <a:t> </a:t>
            </a:r>
            <a:r>
              <a:rPr lang="en-US" sz="1000" dirty="0" err="1">
                <a:solidFill>
                  <a:schemeClr val="tx1">
                    <a:lumMod val="65000"/>
                    <a:lumOff val="35000"/>
                  </a:schemeClr>
                </a:solidFill>
              </a:rPr>
              <a:t>velit</a:t>
            </a:r>
            <a:r>
              <a:rPr lang="en-US" sz="1000" dirty="0">
                <a:solidFill>
                  <a:schemeClr val="tx1">
                    <a:lumMod val="65000"/>
                    <a:lumOff val="35000"/>
                  </a:schemeClr>
                </a:solidFill>
              </a:rPr>
              <a:t> </a:t>
            </a:r>
            <a:r>
              <a:rPr lang="en-US" sz="1000" dirty="0" err="1">
                <a:solidFill>
                  <a:schemeClr val="tx1">
                    <a:lumMod val="65000"/>
                    <a:lumOff val="35000"/>
                  </a:schemeClr>
                </a:solidFill>
              </a:rPr>
              <a:t>esse</a:t>
            </a:r>
            <a:endParaRPr lang="en-US" sz="10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850743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5B89BE1-2C3F-51BE-6F70-C08B6219D8A5}"/>
              </a:ext>
            </a:extLst>
          </p:cNvPr>
          <p:cNvSpPr/>
          <p:nvPr/>
        </p:nvSpPr>
        <p:spPr>
          <a:xfrm>
            <a:off x="7811413" y="2412780"/>
            <a:ext cx="4026355" cy="3382810"/>
          </a:xfrm>
          <a:prstGeom prst="rect">
            <a:avLst/>
          </a:prstGeom>
          <a:solidFill>
            <a:schemeClr val="bg1">
              <a:lumMod val="9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E547DBF9-EB8C-DF29-90A2-F328237E599E}"/>
              </a:ext>
            </a:extLst>
          </p:cNvPr>
          <p:cNvCxnSpPr>
            <a:cxnSpLocks/>
          </p:cNvCxnSpPr>
          <p:nvPr/>
        </p:nvCxnSpPr>
        <p:spPr>
          <a:xfrm>
            <a:off x="699247" y="4021415"/>
            <a:ext cx="6615953" cy="0"/>
          </a:xfrm>
          <a:prstGeom prst="line">
            <a:avLst/>
          </a:prstGeom>
          <a:ln>
            <a:solidFill>
              <a:schemeClr val="bg1">
                <a:alpha val="72000"/>
              </a:schemeClr>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0B0380C8-41E1-D4FA-724F-69745BBF453B}"/>
              </a:ext>
            </a:extLst>
          </p:cNvPr>
          <p:cNvSpPr txBox="1"/>
          <p:nvPr/>
        </p:nvSpPr>
        <p:spPr>
          <a:xfrm>
            <a:off x="718238" y="4964593"/>
            <a:ext cx="2885574" cy="830997"/>
          </a:xfrm>
          <a:prstGeom prst="rect">
            <a:avLst/>
          </a:prstGeom>
          <a:noFill/>
        </p:spPr>
        <p:txBody>
          <a:bodyPr wrap="square" rtlCol="0">
            <a:spAutoFit/>
          </a:bodyPr>
          <a:lstStyle>
            <a:defPPr>
              <a:defRPr lang="ko-KR"/>
            </a:defPPr>
            <a:lvl1pPr>
              <a:defRPr sz="1100">
                <a:solidFill>
                  <a:schemeClr val="tx1">
                    <a:lumMod val="75000"/>
                    <a:lumOff val="25000"/>
                  </a:schemeClr>
                </a:solidFill>
              </a:defRPr>
            </a:lvl1pPr>
          </a:lstStyle>
          <a:p>
            <a:pPr algn="ctr"/>
            <a:r>
              <a:rPr lang="en-US" altLang="ko-KR" sz="1200" dirty="0">
                <a:solidFill>
                  <a:schemeClr val="bg1"/>
                </a:solidFill>
                <a:cs typeface="Lato" panose="020F0502020204030203" pitchFamily="34" charset="0"/>
              </a:rPr>
              <a:t>Lorem ipsum dolor sit amet, consectetur adipiscing elit, sed do eiusmod tempor incididunt ut labore et dolore magna aliqua.</a:t>
            </a:r>
          </a:p>
        </p:txBody>
      </p:sp>
      <p:sp>
        <p:nvSpPr>
          <p:cNvPr id="32" name="TextBox 31">
            <a:extLst>
              <a:ext uri="{FF2B5EF4-FFF2-40B4-BE49-F238E27FC236}">
                <a16:creationId xmlns:a16="http://schemas.microsoft.com/office/drawing/2014/main" id="{CB4D70B7-866D-37FC-D3F0-53F448FE396B}"/>
              </a:ext>
            </a:extLst>
          </p:cNvPr>
          <p:cNvSpPr txBox="1"/>
          <p:nvPr/>
        </p:nvSpPr>
        <p:spPr>
          <a:xfrm>
            <a:off x="4511824" y="4964593"/>
            <a:ext cx="2885574" cy="830997"/>
          </a:xfrm>
          <a:prstGeom prst="rect">
            <a:avLst/>
          </a:prstGeom>
          <a:noFill/>
        </p:spPr>
        <p:txBody>
          <a:bodyPr wrap="square" rtlCol="0">
            <a:spAutoFit/>
          </a:bodyPr>
          <a:lstStyle>
            <a:defPPr>
              <a:defRPr lang="ko-KR"/>
            </a:defPPr>
            <a:lvl1pPr>
              <a:defRPr sz="1100">
                <a:solidFill>
                  <a:schemeClr val="tx1">
                    <a:lumMod val="75000"/>
                    <a:lumOff val="25000"/>
                  </a:schemeClr>
                </a:solidFill>
              </a:defRPr>
            </a:lvl1pPr>
          </a:lstStyle>
          <a:p>
            <a:pPr algn="ctr"/>
            <a:r>
              <a:rPr lang="en-US" altLang="ko-KR" sz="1200" dirty="0">
                <a:solidFill>
                  <a:schemeClr val="bg1"/>
                </a:solidFill>
                <a:cs typeface="Lato" panose="020F0502020204030203" pitchFamily="34" charset="0"/>
              </a:rPr>
              <a:t>Lorem ipsum dolor sit amet, consectetur adipiscing elit, sed do eiusmod tempor incididunt ut labore et dolore magna aliqua.</a:t>
            </a:r>
          </a:p>
        </p:txBody>
      </p:sp>
      <p:sp>
        <p:nvSpPr>
          <p:cNvPr id="34" name="TextBox 33">
            <a:extLst>
              <a:ext uri="{FF2B5EF4-FFF2-40B4-BE49-F238E27FC236}">
                <a16:creationId xmlns:a16="http://schemas.microsoft.com/office/drawing/2014/main" id="{5AC2A627-B721-81EF-6788-E6BA7FE647C9}"/>
              </a:ext>
            </a:extLst>
          </p:cNvPr>
          <p:cNvSpPr txBox="1"/>
          <p:nvPr/>
        </p:nvSpPr>
        <p:spPr>
          <a:xfrm>
            <a:off x="718238" y="2652608"/>
            <a:ext cx="2885574" cy="830997"/>
          </a:xfrm>
          <a:prstGeom prst="rect">
            <a:avLst/>
          </a:prstGeom>
          <a:noFill/>
        </p:spPr>
        <p:txBody>
          <a:bodyPr wrap="square" rtlCol="0">
            <a:spAutoFit/>
          </a:bodyPr>
          <a:lstStyle>
            <a:defPPr>
              <a:defRPr lang="ko-KR"/>
            </a:defPPr>
            <a:lvl1pPr>
              <a:defRPr sz="1100">
                <a:solidFill>
                  <a:schemeClr val="tx1">
                    <a:lumMod val="75000"/>
                    <a:lumOff val="25000"/>
                  </a:schemeClr>
                </a:solidFill>
              </a:defRPr>
            </a:lvl1pPr>
          </a:lstStyle>
          <a:p>
            <a:pPr algn="ctr"/>
            <a:r>
              <a:rPr lang="en-US" altLang="ko-KR" sz="1200" dirty="0">
                <a:solidFill>
                  <a:schemeClr val="bg1"/>
                </a:solidFill>
                <a:cs typeface="Lato" panose="020F0502020204030203" pitchFamily="34" charset="0"/>
              </a:rPr>
              <a:t>Lorem ipsum dolor sit amet, consectetur adipiscing elit, sed do eiusmod tempor incididunt ut labore et dolore magna aliqua.</a:t>
            </a:r>
          </a:p>
        </p:txBody>
      </p:sp>
      <p:sp>
        <p:nvSpPr>
          <p:cNvPr id="35" name="TextBox 34">
            <a:extLst>
              <a:ext uri="{FF2B5EF4-FFF2-40B4-BE49-F238E27FC236}">
                <a16:creationId xmlns:a16="http://schemas.microsoft.com/office/drawing/2014/main" id="{9D11D84F-D3C3-59B7-4D00-9416A14B32B1}"/>
              </a:ext>
            </a:extLst>
          </p:cNvPr>
          <p:cNvSpPr txBox="1"/>
          <p:nvPr/>
        </p:nvSpPr>
        <p:spPr>
          <a:xfrm>
            <a:off x="4511824" y="2652608"/>
            <a:ext cx="2885574" cy="830997"/>
          </a:xfrm>
          <a:prstGeom prst="rect">
            <a:avLst/>
          </a:prstGeom>
          <a:noFill/>
        </p:spPr>
        <p:txBody>
          <a:bodyPr wrap="square" rtlCol="0">
            <a:spAutoFit/>
          </a:bodyPr>
          <a:lstStyle>
            <a:defPPr>
              <a:defRPr lang="ko-KR"/>
            </a:defPPr>
            <a:lvl1pPr>
              <a:defRPr sz="1100">
                <a:solidFill>
                  <a:schemeClr val="tx1">
                    <a:lumMod val="75000"/>
                    <a:lumOff val="25000"/>
                  </a:schemeClr>
                </a:solidFill>
              </a:defRPr>
            </a:lvl1pPr>
          </a:lstStyle>
          <a:p>
            <a:pPr algn="ctr"/>
            <a:r>
              <a:rPr lang="en-US" altLang="ko-KR" sz="1200" dirty="0">
                <a:solidFill>
                  <a:schemeClr val="bg1"/>
                </a:solidFill>
                <a:cs typeface="Lato" panose="020F0502020204030203" pitchFamily="34" charset="0"/>
              </a:rPr>
              <a:t>Lorem ipsum dolor sit amet, consectetur adipiscing elit, sed do eiusmod tempor incididunt ut labore et dolore magna aliqua.</a:t>
            </a:r>
          </a:p>
        </p:txBody>
      </p:sp>
      <p:grpSp>
        <p:nvGrpSpPr>
          <p:cNvPr id="41" name="Google Shape;10300;p67">
            <a:extLst>
              <a:ext uri="{FF2B5EF4-FFF2-40B4-BE49-F238E27FC236}">
                <a16:creationId xmlns:a16="http://schemas.microsoft.com/office/drawing/2014/main" id="{8967172D-9787-0152-8F4B-E1DAAD61A6D5}"/>
              </a:ext>
            </a:extLst>
          </p:cNvPr>
          <p:cNvGrpSpPr/>
          <p:nvPr/>
        </p:nvGrpSpPr>
        <p:grpSpPr>
          <a:xfrm>
            <a:off x="5747933" y="2126893"/>
            <a:ext cx="439460" cy="309545"/>
            <a:chOff x="-1199300" y="3279250"/>
            <a:chExt cx="293025" cy="206400"/>
          </a:xfrm>
          <a:solidFill>
            <a:schemeClr val="bg1"/>
          </a:solidFill>
        </p:grpSpPr>
        <p:sp>
          <p:nvSpPr>
            <p:cNvPr id="42" name="Google Shape;10301;p67">
              <a:extLst>
                <a:ext uri="{FF2B5EF4-FFF2-40B4-BE49-F238E27FC236}">
                  <a16:creationId xmlns:a16="http://schemas.microsoft.com/office/drawing/2014/main" id="{26D8C653-5AD8-D862-2EC4-2BFEDCA03A7D}"/>
                </a:ext>
              </a:extLst>
            </p:cNvPr>
            <p:cNvSpPr/>
            <p:nvPr/>
          </p:nvSpPr>
          <p:spPr>
            <a:xfrm>
              <a:off x="-1183550" y="3395050"/>
              <a:ext cx="261525" cy="90600"/>
            </a:xfrm>
            <a:custGeom>
              <a:avLst/>
              <a:gdLst/>
              <a:ahLst/>
              <a:cxnLst/>
              <a:rect l="l" t="t" r="r" b="b"/>
              <a:pathLst>
                <a:path w="10461" h="3624" extrusionOk="0">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grpFill/>
            <a:ln>
              <a:noFill/>
            </a:ln>
          </p:spPr>
          <p:txBody>
            <a:bodyPr spcFirstLastPara="1" wrap="square" lIns="121900" tIns="121900" rIns="121900" bIns="121900" anchor="ctr" anchorCtr="0">
              <a:noAutofit/>
            </a:bodyPr>
            <a:lstStyle/>
            <a:p>
              <a:endParaRPr sz="2400"/>
            </a:p>
          </p:txBody>
        </p:sp>
        <p:sp>
          <p:nvSpPr>
            <p:cNvPr id="43" name="Google Shape;10302;p67">
              <a:extLst>
                <a:ext uri="{FF2B5EF4-FFF2-40B4-BE49-F238E27FC236}">
                  <a16:creationId xmlns:a16="http://schemas.microsoft.com/office/drawing/2014/main" id="{75195A95-334C-FDE3-7796-EF2E585E1076}"/>
                </a:ext>
              </a:extLst>
            </p:cNvPr>
            <p:cNvSpPr/>
            <p:nvPr/>
          </p:nvSpPr>
          <p:spPr>
            <a:xfrm>
              <a:off x="-1184325" y="3279250"/>
              <a:ext cx="261500" cy="129400"/>
            </a:xfrm>
            <a:custGeom>
              <a:avLst/>
              <a:gdLst/>
              <a:ahLst/>
              <a:cxnLst/>
              <a:rect l="l" t="t" r="r" b="b"/>
              <a:pathLst>
                <a:path w="10460" h="5176" extrusionOk="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grpFill/>
            <a:ln>
              <a:noFill/>
            </a:ln>
          </p:spPr>
          <p:txBody>
            <a:bodyPr spcFirstLastPara="1" wrap="square" lIns="121900" tIns="121900" rIns="121900" bIns="121900" anchor="ctr" anchorCtr="0">
              <a:noAutofit/>
            </a:bodyPr>
            <a:lstStyle/>
            <a:p>
              <a:endParaRPr sz="2400"/>
            </a:p>
          </p:txBody>
        </p:sp>
        <p:sp>
          <p:nvSpPr>
            <p:cNvPr id="44" name="Google Shape;10303;p67">
              <a:extLst>
                <a:ext uri="{FF2B5EF4-FFF2-40B4-BE49-F238E27FC236}">
                  <a16:creationId xmlns:a16="http://schemas.microsoft.com/office/drawing/2014/main" id="{7603F2D6-6EFD-3163-175F-B18E6055F53D}"/>
                </a:ext>
              </a:extLst>
            </p:cNvPr>
            <p:cNvSpPr/>
            <p:nvPr/>
          </p:nvSpPr>
          <p:spPr>
            <a:xfrm>
              <a:off x="-1199300" y="3294225"/>
              <a:ext cx="90600" cy="175650"/>
            </a:xfrm>
            <a:custGeom>
              <a:avLst/>
              <a:gdLst/>
              <a:ahLst/>
              <a:cxnLst/>
              <a:rect l="l" t="t" r="r" b="b"/>
              <a:pathLst>
                <a:path w="3624" h="7026" extrusionOk="0">
                  <a:moveTo>
                    <a:pt x="126" y="0"/>
                  </a:moveTo>
                  <a:cubicBezTo>
                    <a:pt x="32" y="126"/>
                    <a:pt x="0" y="284"/>
                    <a:pt x="0" y="441"/>
                  </a:cubicBezTo>
                  <a:lnTo>
                    <a:pt x="0" y="6585"/>
                  </a:lnTo>
                  <a:cubicBezTo>
                    <a:pt x="0" y="6742"/>
                    <a:pt x="32" y="6900"/>
                    <a:pt x="126" y="7026"/>
                  </a:cubicBezTo>
                  <a:lnTo>
                    <a:pt x="3624" y="3466"/>
                  </a:lnTo>
                  <a:lnTo>
                    <a:pt x="126" y="0"/>
                  </a:lnTo>
                  <a:close/>
                </a:path>
              </a:pathLst>
            </a:custGeom>
            <a:grpFill/>
            <a:ln>
              <a:noFill/>
            </a:ln>
          </p:spPr>
          <p:txBody>
            <a:bodyPr spcFirstLastPara="1" wrap="square" lIns="121900" tIns="121900" rIns="121900" bIns="121900" anchor="ctr" anchorCtr="0">
              <a:noAutofit/>
            </a:bodyPr>
            <a:lstStyle/>
            <a:p>
              <a:endParaRPr sz="2400"/>
            </a:p>
          </p:txBody>
        </p:sp>
        <p:sp>
          <p:nvSpPr>
            <p:cNvPr id="45" name="Google Shape;10304;p67">
              <a:extLst>
                <a:ext uri="{FF2B5EF4-FFF2-40B4-BE49-F238E27FC236}">
                  <a16:creationId xmlns:a16="http://schemas.microsoft.com/office/drawing/2014/main" id="{6519A04C-1EF6-8761-DE15-3154D42FB9FF}"/>
                </a:ext>
              </a:extLst>
            </p:cNvPr>
            <p:cNvSpPr/>
            <p:nvPr/>
          </p:nvSpPr>
          <p:spPr>
            <a:xfrm>
              <a:off x="-996875" y="3294225"/>
              <a:ext cx="90600" cy="177225"/>
            </a:xfrm>
            <a:custGeom>
              <a:avLst/>
              <a:gdLst/>
              <a:ahLst/>
              <a:cxnLst/>
              <a:rect l="l" t="t" r="r" b="b"/>
              <a:pathLst>
                <a:path w="3624" h="7089" extrusionOk="0">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52" name="Google Shape;10309;p67">
            <a:extLst>
              <a:ext uri="{FF2B5EF4-FFF2-40B4-BE49-F238E27FC236}">
                <a16:creationId xmlns:a16="http://schemas.microsoft.com/office/drawing/2014/main" id="{26631AE8-F7BF-0673-7E68-4115B98A7D6F}"/>
              </a:ext>
            </a:extLst>
          </p:cNvPr>
          <p:cNvGrpSpPr/>
          <p:nvPr/>
        </p:nvGrpSpPr>
        <p:grpSpPr>
          <a:xfrm>
            <a:off x="1954393" y="4437112"/>
            <a:ext cx="439460" cy="437097"/>
            <a:chOff x="-6329100" y="3632100"/>
            <a:chExt cx="293025" cy="291450"/>
          </a:xfrm>
          <a:solidFill>
            <a:schemeClr val="bg1"/>
          </a:solidFill>
        </p:grpSpPr>
        <p:sp>
          <p:nvSpPr>
            <p:cNvPr id="53" name="Google Shape;10310;p67">
              <a:extLst>
                <a:ext uri="{FF2B5EF4-FFF2-40B4-BE49-F238E27FC236}">
                  <a16:creationId xmlns:a16="http://schemas.microsoft.com/office/drawing/2014/main" id="{A4129B2C-AF62-B1D8-199A-8B589438755E}"/>
                </a:ext>
              </a:extLst>
            </p:cNvPr>
            <p:cNvSpPr/>
            <p:nvPr/>
          </p:nvSpPr>
          <p:spPr>
            <a:xfrm>
              <a:off x="-6210700" y="3751600"/>
              <a:ext cx="174625" cy="171950"/>
            </a:xfrm>
            <a:custGeom>
              <a:avLst/>
              <a:gdLst/>
              <a:ahLst/>
              <a:cxnLst/>
              <a:rect l="l" t="t" r="r" b="b"/>
              <a:pathLst>
                <a:path w="6985" h="6878" extrusionOk="0">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grpFill/>
            <a:ln>
              <a:noFill/>
            </a:ln>
          </p:spPr>
          <p:txBody>
            <a:bodyPr spcFirstLastPara="1" wrap="square" lIns="121900" tIns="121900" rIns="121900" bIns="121900" anchor="ctr" anchorCtr="0">
              <a:noAutofit/>
            </a:bodyPr>
            <a:lstStyle/>
            <a:p>
              <a:endParaRPr sz="2400"/>
            </a:p>
          </p:txBody>
        </p:sp>
        <p:sp>
          <p:nvSpPr>
            <p:cNvPr id="54" name="Google Shape;10311;p67">
              <a:extLst>
                <a:ext uri="{FF2B5EF4-FFF2-40B4-BE49-F238E27FC236}">
                  <a16:creationId xmlns:a16="http://schemas.microsoft.com/office/drawing/2014/main" id="{D07ED45D-4F26-0D5F-D355-E2EC73CFAB12}"/>
                </a:ext>
              </a:extLst>
            </p:cNvPr>
            <p:cNvSpPr/>
            <p:nvPr/>
          </p:nvSpPr>
          <p:spPr>
            <a:xfrm>
              <a:off x="-6272400" y="3691975"/>
              <a:ext cx="136300" cy="135500"/>
            </a:xfrm>
            <a:custGeom>
              <a:avLst/>
              <a:gdLst/>
              <a:ahLst/>
              <a:cxnLst/>
              <a:rect l="l" t="t" r="r" b="b"/>
              <a:pathLst>
                <a:path w="5452" h="5420" extrusionOk="0">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grpFill/>
            <a:ln>
              <a:noFill/>
            </a:ln>
          </p:spPr>
          <p:txBody>
            <a:bodyPr spcFirstLastPara="1" wrap="square" lIns="121900" tIns="121900" rIns="121900" bIns="121900" anchor="ctr" anchorCtr="0">
              <a:noAutofit/>
            </a:bodyPr>
            <a:lstStyle/>
            <a:p>
              <a:endParaRPr sz="2400"/>
            </a:p>
          </p:txBody>
        </p:sp>
        <p:sp>
          <p:nvSpPr>
            <p:cNvPr id="55" name="Google Shape;10312;p67">
              <a:extLst>
                <a:ext uri="{FF2B5EF4-FFF2-40B4-BE49-F238E27FC236}">
                  <a16:creationId xmlns:a16="http://schemas.microsoft.com/office/drawing/2014/main" id="{3DE8F96D-10A9-7E36-BF2A-82FFC0270FFA}"/>
                </a:ext>
              </a:extLst>
            </p:cNvPr>
            <p:cNvSpPr/>
            <p:nvPr/>
          </p:nvSpPr>
          <p:spPr>
            <a:xfrm>
              <a:off x="-6329100" y="3632100"/>
              <a:ext cx="257575" cy="256025"/>
            </a:xfrm>
            <a:custGeom>
              <a:avLst/>
              <a:gdLst/>
              <a:ahLst/>
              <a:cxnLst/>
              <a:rect l="l" t="t" r="r" b="b"/>
              <a:pathLst>
                <a:path w="10303" h="10241" extrusionOk="0">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grpFill/>
            <a:ln>
              <a:noFill/>
            </a:ln>
          </p:spPr>
          <p:txBody>
            <a:bodyPr spcFirstLastPara="1" wrap="square" lIns="121900" tIns="121900" rIns="121900" bIns="121900" anchor="ctr" anchorCtr="0">
              <a:noAutofit/>
            </a:bodyPr>
            <a:lstStyle/>
            <a:p>
              <a:endParaRPr sz="2400"/>
            </a:p>
          </p:txBody>
        </p:sp>
      </p:grpSp>
      <p:sp>
        <p:nvSpPr>
          <p:cNvPr id="67" name="Freeform 194">
            <a:extLst>
              <a:ext uri="{FF2B5EF4-FFF2-40B4-BE49-F238E27FC236}">
                <a16:creationId xmlns:a16="http://schemas.microsoft.com/office/drawing/2014/main" id="{A92A6CF9-D637-DA89-6E08-0D66C99F9967}"/>
              </a:ext>
            </a:extLst>
          </p:cNvPr>
          <p:cNvSpPr>
            <a:spLocks noChangeAspect="1" noEditPoints="1"/>
          </p:cNvSpPr>
          <p:nvPr/>
        </p:nvSpPr>
        <p:spPr bwMode="auto">
          <a:xfrm>
            <a:off x="1933117" y="2109697"/>
            <a:ext cx="417036" cy="415536"/>
          </a:xfrm>
          <a:custGeom>
            <a:avLst/>
            <a:gdLst/>
            <a:ahLst/>
            <a:cxnLst>
              <a:cxn ang="0">
                <a:pos x="2" y="160"/>
              </a:cxn>
              <a:cxn ang="0">
                <a:pos x="15" y="202"/>
              </a:cxn>
              <a:cxn ang="0">
                <a:pos x="70" y="259"/>
              </a:cxn>
              <a:cxn ang="0">
                <a:pos x="183" y="270"/>
              </a:cxn>
              <a:cxn ang="0">
                <a:pos x="242" y="232"/>
              </a:cxn>
              <a:cxn ang="0">
                <a:pos x="267" y="193"/>
              </a:cxn>
              <a:cxn ang="0">
                <a:pos x="278" y="139"/>
              </a:cxn>
              <a:cxn ang="0">
                <a:pos x="268" y="88"/>
              </a:cxn>
              <a:cxn ang="0">
                <a:pos x="237" y="40"/>
              </a:cxn>
              <a:cxn ang="0">
                <a:pos x="196" y="12"/>
              </a:cxn>
              <a:cxn ang="0">
                <a:pos x="171" y="3"/>
              </a:cxn>
              <a:cxn ang="0">
                <a:pos x="94" y="7"/>
              </a:cxn>
              <a:cxn ang="0">
                <a:pos x="48" y="34"/>
              </a:cxn>
              <a:cxn ang="0">
                <a:pos x="15" y="75"/>
              </a:cxn>
              <a:cxn ang="0">
                <a:pos x="115" y="9"/>
              </a:cxn>
              <a:cxn ang="0">
                <a:pos x="136" y="7"/>
              </a:cxn>
              <a:cxn ang="0">
                <a:pos x="155" y="14"/>
              </a:cxn>
              <a:cxn ang="0">
                <a:pos x="172" y="14"/>
              </a:cxn>
              <a:cxn ang="0">
                <a:pos x="187" y="18"/>
              </a:cxn>
              <a:cxn ang="0">
                <a:pos x="183" y="21"/>
              </a:cxn>
              <a:cxn ang="0">
                <a:pos x="161" y="30"/>
              </a:cxn>
              <a:cxn ang="0">
                <a:pos x="164" y="44"/>
              </a:cxn>
              <a:cxn ang="0">
                <a:pos x="177" y="53"/>
              </a:cxn>
              <a:cxn ang="0">
                <a:pos x="197" y="27"/>
              </a:cxn>
              <a:cxn ang="0">
                <a:pos x="211" y="32"/>
              </a:cxn>
              <a:cxn ang="0">
                <a:pos x="223" y="38"/>
              </a:cxn>
              <a:cxn ang="0">
                <a:pos x="229" y="57"/>
              </a:cxn>
              <a:cxn ang="0">
                <a:pos x="225" y="67"/>
              </a:cxn>
              <a:cxn ang="0">
                <a:pos x="218" y="59"/>
              </a:cxn>
              <a:cxn ang="0">
                <a:pos x="200" y="62"/>
              </a:cxn>
              <a:cxn ang="0">
                <a:pos x="212" y="69"/>
              </a:cxn>
              <a:cxn ang="0">
                <a:pos x="183" y="80"/>
              </a:cxn>
              <a:cxn ang="0">
                <a:pos x="169" y="90"/>
              </a:cxn>
              <a:cxn ang="0">
                <a:pos x="151" y="107"/>
              </a:cxn>
              <a:cxn ang="0">
                <a:pos x="140" y="118"/>
              </a:cxn>
              <a:cxn ang="0">
                <a:pos x="116" y="116"/>
              </a:cxn>
              <a:cxn ang="0">
                <a:pos x="97" y="140"/>
              </a:cxn>
              <a:cxn ang="0">
                <a:pos x="122" y="138"/>
              </a:cxn>
              <a:cxn ang="0">
                <a:pos x="118" y="153"/>
              </a:cxn>
              <a:cxn ang="0">
                <a:pos x="144" y="172"/>
              </a:cxn>
              <a:cxn ang="0">
                <a:pos x="163" y="164"/>
              </a:cxn>
              <a:cxn ang="0">
                <a:pos x="179" y="170"/>
              </a:cxn>
              <a:cxn ang="0">
                <a:pos x="195" y="175"/>
              </a:cxn>
              <a:cxn ang="0">
                <a:pos x="217" y="190"/>
              </a:cxn>
              <a:cxn ang="0">
                <a:pos x="234" y="202"/>
              </a:cxn>
              <a:cxn ang="0">
                <a:pos x="170" y="266"/>
              </a:cxn>
              <a:cxn ang="0">
                <a:pos x="150" y="237"/>
              </a:cxn>
              <a:cxn ang="0">
                <a:pos x="135" y="210"/>
              </a:cxn>
              <a:cxn ang="0">
                <a:pos x="142" y="191"/>
              </a:cxn>
              <a:cxn ang="0">
                <a:pos x="137" y="177"/>
              </a:cxn>
              <a:cxn ang="0">
                <a:pos x="119" y="161"/>
              </a:cxn>
              <a:cxn ang="0">
                <a:pos x="91" y="152"/>
              </a:cxn>
              <a:cxn ang="0">
                <a:pos x="75" y="139"/>
              </a:cxn>
              <a:cxn ang="0">
                <a:pos x="62" y="112"/>
              </a:cxn>
              <a:cxn ang="0">
                <a:pos x="65" y="133"/>
              </a:cxn>
              <a:cxn ang="0">
                <a:pos x="54" y="115"/>
              </a:cxn>
              <a:cxn ang="0">
                <a:pos x="47" y="92"/>
              </a:cxn>
              <a:cxn ang="0">
                <a:pos x="61" y="63"/>
              </a:cxn>
              <a:cxn ang="0">
                <a:pos x="58" y="46"/>
              </a:cxn>
            </a:cxnLst>
            <a:rect l="0" t="0" r="r" b="b"/>
            <a:pathLst>
              <a:path w="278" h="277">
                <a:moveTo>
                  <a:pt x="3" y="111"/>
                </a:moveTo>
                <a:cubicBezTo>
                  <a:pt x="2" y="113"/>
                  <a:pt x="2" y="115"/>
                  <a:pt x="2" y="117"/>
                </a:cubicBezTo>
                <a:cubicBezTo>
                  <a:pt x="1" y="120"/>
                  <a:pt x="1" y="122"/>
                  <a:pt x="1" y="124"/>
                </a:cubicBezTo>
                <a:cubicBezTo>
                  <a:pt x="0" y="129"/>
                  <a:pt x="0" y="134"/>
                  <a:pt x="0" y="139"/>
                </a:cubicBezTo>
                <a:cubicBezTo>
                  <a:pt x="0" y="143"/>
                  <a:pt x="0" y="148"/>
                  <a:pt x="1" y="153"/>
                </a:cubicBezTo>
                <a:cubicBezTo>
                  <a:pt x="1" y="155"/>
                  <a:pt x="1" y="157"/>
                  <a:pt x="2" y="160"/>
                </a:cubicBezTo>
                <a:cubicBezTo>
                  <a:pt x="2" y="162"/>
                  <a:pt x="2" y="164"/>
                  <a:pt x="3" y="167"/>
                </a:cubicBezTo>
                <a:cubicBezTo>
                  <a:pt x="3" y="169"/>
                  <a:pt x="4" y="171"/>
                  <a:pt x="4" y="173"/>
                </a:cubicBezTo>
                <a:cubicBezTo>
                  <a:pt x="5" y="178"/>
                  <a:pt x="7" y="182"/>
                  <a:pt x="8" y="186"/>
                </a:cubicBezTo>
                <a:cubicBezTo>
                  <a:pt x="9" y="188"/>
                  <a:pt x="10" y="191"/>
                  <a:pt x="11" y="193"/>
                </a:cubicBezTo>
                <a:cubicBezTo>
                  <a:pt x="12" y="195"/>
                  <a:pt x="13" y="197"/>
                  <a:pt x="14" y="199"/>
                </a:cubicBezTo>
                <a:cubicBezTo>
                  <a:pt x="14" y="200"/>
                  <a:pt x="15" y="201"/>
                  <a:pt x="15" y="202"/>
                </a:cubicBezTo>
                <a:cubicBezTo>
                  <a:pt x="16" y="204"/>
                  <a:pt x="17" y="206"/>
                  <a:pt x="18" y="208"/>
                </a:cubicBezTo>
                <a:cubicBezTo>
                  <a:pt x="22" y="214"/>
                  <a:pt x="25" y="219"/>
                  <a:pt x="30" y="224"/>
                </a:cubicBezTo>
                <a:cubicBezTo>
                  <a:pt x="32" y="227"/>
                  <a:pt x="34" y="230"/>
                  <a:pt x="36" y="232"/>
                </a:cubicBezTo>
                <a:cubicBezTo>
                  <a:pt x="38" y="234"/>
                  <a:pt x="39" y="235"/>
                  <a:pt x="41" y="237"/>
                </a:cubicBezTo>
                <a:cubicBezTo>
                  <a:pt x="42" y="238"/>
                  <a:pt x="44" y="240"/>
                  <a:pt x="45" y="241"/>
                </a:cubicBezTo>
                <a:cubicBezTo>
                  <a:pt x="53" y="248"/>
                  <a:pt x="61" y="254"/>
                  <a:pt x="70" y="259"/>
                </a:cubicBezTo>
                <a:cubicBezTo>
                  <a:pt x="72" y="260"/>
                  <a:pt x="74" y="261"/>
                  <a:pt x="76" y="262"/>
                </a:cubicBezTo>
                <a:cubicBezTo>
                  <a:pt x="80" y="264"/>
                  <a:pt x="84" y="266"/>
                  <a:pt x="88" y="268"/>
                </a:cubicBezTo>
                <a:cubicBezTo>
                  <a:pt x="90" y="269"/>
                  <a:pt x="92" y="269"/>
                  <a:pt x="94" y="270"/>
                </a:cubicBezTo>
                <a:cubicBezTo>
                  <a:pt x="108" y="275"/>
                  <a:pt x="123" y="277"/>
                  <a:pt x="139" y="277"/>
                </a:cubicBezTo>
                <a:cubicBezTo>
                  <a:pt x="149" y="277"/>
                  <a:pt x="160" y="276"/>
                  <a:pt x="170" y="274"/>
                </a:cubicBezTo>
                <a:cubicBezTo>
                  <a:pt x="174" y="273"/>
                  <a:pt x="179" y="272"/>
                  <a:pt x="183" y="270"/>
                </a:cubicBezTo>
                <a:cubicBezTo>
                  <a:pt x="186" y="269"/>
                  <a:pt x="188" y="269"/>
                  <a:pt x="190" y="268"/>
                </a:cubicBezTo>
                <a:cubicBezTo>
                  <a:pt x="194" y="266"/>
                  <a:pt x="198" y="264"/>
                  <a:pt x="202" y="262"/>
                </a:cubicBezTo>
                <a:cubicBezTo>
                  <a:pt x="204" y="261"/>
                  <a:pt x="206" y="260"/>
                  <a:pt x="208" y="259"/>
                </a:cubicBezTo>
                <a:cubicBezTo>
                  <a:pt x="217" y="254"/>
                  <a:pt x="225" y="248"/>
                  <a:pt x="232" y="241"/>
                </a:cubicBezTo>
                <a:cubicBezTo>
                  <a:pt x="234" y="240"/>
                  <a:pt x="236" y="238"/>
                  <a:pt x="237" y="237"/>
                </a:cubicBezTo>
                <a:cubicBezTo>
                  <a:pt x="239" y="235"/>
                  <a:pt x="240" y="234"/>
                  <a:pt x="242" y="232"/>
                </a:cubicBezTo>
                <a:cubicBezTo>
                  <a:pt x="244" y="230"/>
                  <a:pt x="246" y="227"/>
                  <a:pt x="248" y="224"/>
                </a:cubicBezTo>
                <a:cubicBezTo>
                  <a:pt x="251" y="220"/>
                  <a:pt x="254" y="216"/>
                  <a:pt x="257" y="211"/>
                </a:cubicBezTo>
                <a:cubicBezTo>
                  <a:pt x="258" y="210"/>
                  <a:pt x="259" y="209"/>
                  <a:pt x="259" y="208"/>
                </a:cubicBezTo>
                <a:cubicBezTo>
                  <a:pt x="260" y="206"/>
                  <a:pt x="262" y="204"/>
                  <a:pt x="263" y="202"/>
                </a:cubicBezTo>
                <a:cubicBezTo>
                  <a:pt x="263" y="201"/>
                  <a:pt x="264" y="200"/>
                  <a:pt x="264" y="199"/>
                </a:cubicBezTo>
                <a:cubicBezTo>
                  <a:pt x="265" y="197"/>
                  <a:pt x="266" y="195"/>
                  <a:pt x="267" y="193"/>
                </a:cubicBezTo>
                <a:cubicBezTo>
                  <a:pt x="268" y="191"/>
                  <a:pt x="269" y="188"/>
                  <a:pt x="269" y="186"/>
                </a:cubicBezTo>
                <a:cubicBezTo>
                  <a:pt x="271" y="182"/>
                  <a:pt x="272" y="178"/>
                  <a:pt x="273" y="173"/>
                </a:cubicBezTo>
                <a:cubicBezTo>
                  <a:pt x="274" y="171"/>
                  <a:pt x="274" y="169"/>
                  <a:pt x="275" y="167"/>
                </a:cubicBezTo>
                <a:cubicBezTo>
                  <a:pt x="275" y="164"/>
                  <a:pt x="276" y="162"/>
                  <a:pt x="276" y="160"/>
                </a:cubicBezTo>
                <a:cubicBezTo>
                  <a:pt x="277" y="157"/>
                  <a:pt x="277" y="155"/>
                  <a:pt x="277" y="153"/>
                </a:cubicBezTo>
                <a:cubicBezTo>
                  <a:pt x="278" y="148"/>
                  <a:pt x="278" y="143"/>
                  <a:pt x="278" y="139"/>
                </a:cubicBezTo>
                <a:cubicBezTo>
                  <a:pt x="278" y="134"/>
                  <a:pt x="278" y="129"/>
                  <a:pt x="277" y="124"/>
                </a:cubicBezTo>
                <a:cubicBezTo>
                  <a:pt x="277" y="122"/>
                  <a:pt x="277" y="120"/>
                  <a:pt x="276" y="117"/>
                </a:cubicBezTo>
                <a:cubicBezTo>
                  <a:pt x="276" y="115"/>
                  <a:pt x="275" y="113"/>
                  <a:pt x="275" y="111"/>
                </a:cubicBezTo>
                <a:cubicBezTo>
                  <a:pt x="274" y="108"/>
                  <a:pt x="274" y="106"/>
                  <a:pt x="273" y="104"/>
                </a:cubicBezTo>
                <a:cubicBezTo>
                  <a:pt x="272" y="99"/>
                  <a:pt x="271" y="95"/>
                  <a:pt x="269" y="91"/>
                </a:cubicBezTo>
                <a:cubicBezTo>
                  <a:pt x="269" y="90"/>
                  <a:pt x="269" y="89"/>
                  <a:pt x="268" y="88"/>
                </a:cubicBezTo>
                <a:cubicBezTo>
                  <a:pt x="267" y="85"/>
                  <a:pt x="266" y="81"/>
                  <a:pt x="264" y="78"/>
                </a:cubicBezTo>
                <a:cubicBezTo>
                  <a:pt x="264" y="77"/>
                  <a:pt x="263" y="76"/>
                  <a:pt x="263" y="75"/>
                </a:cubicBezTo>
                <a:cubicBezTo>
                  <a:pt x="262" y="73"/>
                  <a:pt x="260" y="71"/>
                  <a:pt x="259" y="69"/>
                </a:cubicBezTo>
                <a:cubicBezTo>
                  <a:pt x="256" y="64"/>
                  <a:pt x="252" y="58"/>
                  <a:pt x="248" y="53"/>
                </a:cubicBezTo>
                <a:cubicBezTo>
                  <a:pt x="246" y="50"/>
                  <a:pt x="244" y="48"/>
                  <a:pt x="242" y="45"/>
                </a:cubicBezTo>
                <a:cubicBezTo>
                  <a:pt x="240" y="44"/>
                  <a:pt x="239" y="42"/>
                  <a:pt x="237" y="40"/>
                </a:cubicBezTo>
                <a:cubicBezTo>
                  <a:pt x="236" y="39"/>
                  <a:pt x="234" y="37"/>
                  <a:pt x="232" y="36"/>
                </a:cubicBezTo>
                <a:cubicBezTo>
                  <a:pt x="229" y="33"/>
                  <a:pt x="226" y="30"/>
                  <a:pt x="222" y="28"/>
                </a:cubicBezTo>
                <a:cubicBezTo>
                  <a:pt x="218" y="24"/>
                  <a:pt x="213" y="21"/>
                  <a:pt x="208" y="18"/>
                </a:cubicBezTo>
                <a:cubicBezTo>
                  <a:pt x="206" y="17"/>
                  <a:pt x="204" y="16"/>
                  <a:pt x="202" y="15"/>
                </a:cubicBezTo>
                <a:cubicBezTo>
                  <a:pt x="201" y="14"/>
                  <a:pt x="200" y="14"/>
                  <a:pt x="199" y="14"/>
                </a:cubicBezTo>
                <a:cubicBezTo>
                  <a:pt x="198" y="13"/>
                  <a:pt x="197" y="12"/>
                  <a:pt x="196" y="12"/>
                </a:cubicBezTo>
                <a:cubicBezTo>
                  <a:pt x="196" y="12"/>
                  <a:pt x="195" y="12"/>
                  <a:pt x="195" y="11"/>
                </a:cubicBezTo>
                <a:cubicBezTo>
                  <a:pt x="193" y="11"/>
                  <a:pt x="191" y="10"/>
                  <a:pt x="190" y="9"/>
                </a:cubicBezTo>
                <a:cubicBezTo>
                  <a:pt x="190" y="9"/>
                  <a:pt x="190" y="9"/>
                  <a:pt x="190" y="9"/>
                </a:cubicBezTo>
                <a:cubicBezTo>
                  <a:pt x="188" y="9"/>
                  <a:pt x="186" y="8"/>
                  <a:pt x="184" y="7"/>
                </a:cubicBezTo>
                <a:cubicBezTo>
                  <a:pt x="184" y="7"/>
                  <a:pt x="184" y="7"/>
                  <a:pt x="183" y="7"/>
                </a:cubicBezTo>
                <a:cubicBezTo>
                  <a:pt x="179" y="6"/>
                  <a:pt x="175" y="4"/>
                  <a:pt x="171" y="3"/>
                </a:cubicBezTo>
                <a:cubicBezTo>
                  <a:pt x="169" y="3"/>
                  <a:pt x="168" y="3"/>
                  <a:pt x="167" y="3"/>
                </a:cubicBezTo>
                <a:cubicBezTo>
                  <a:pt x="166" y="2"/>
                  <a:pt x="165" y="2"/>
                  <a:pt x="164" y="2"/>
                </a:cubicBezTo>
                <a:cubicBezTo>
                  <a:pt x="157" y="1"/>
                  <a:pt x="149" y="0"/>
                  <a:pt x="141" y="0"/>
                </a:cubicBezTo>
                <a:cubicBezTo>
                  <a:pt x="141" y="0"/>
                  <a:pt x="140" y="0"/>
                  <a:pt x="139" y="0"/>
                </a:cubicBezTo>
                <a:cubicBezTo>
                  <a:pt x="137" y="0"/>
                  <a:pt x="136" y="0"/>
                  <a:pt x="135" y="0"/>
                </a:cubicBezTo>
                <a:cubicBezTo>
                  <a:pt x="121" y="0"/>
                  <a:pt x="107" y="3"/>
                  <a:pt x="94" y="7"/>
                </a:cubicBezTo>
                <a:cubicBezTo>
                  <a:pt x="92" y="8"/>
                  <a:pt x="90" y="9"/>
                  <a:pt x="88" y="9"/>
                </a:cubicBezTo>
                <a:cubicBezTo>
                  <a:pt x="87" y="10"/>
                  <a:pt x="87" y="10"/>
                  <a:pt x="86" y="10"/>
                </a:cubicBezTo>
                <a:cubicBezTo>
                  <a:pt x="85" y="11"/>
                  <a:pt x="83" y="11"/>
                  <a:pt x="82" y="12"/>
                </a:cubicBezTo>
                <a:cubicBezTo>
                  <a:pt x="80" y="13"/>
                  <a:pt x="78" y="14"/>
                  <a:pt x="76" y="15"/>
                </a:cubicBezTo>
                <a:cubicBezTo>
                  <a:pt x="74" y="16"/>
                  <a:pt x="72" y="17"/>
                  <a:pt x="70" y="18"/>
                </a:cubicBezTo>
                <a:cubicBezTo>
                  <a:pt x="62" y="23"/>
                  <a:pt x="55" y="28"/>
                  <a:pt x="48" y="34"/>
                </a:cubicBezTo>
                <a:cubicBezTo>
                  <a:pt x="47" y="34"/>
                  <a:pt x="46" y="35"/>
                  <a:pt x="45" y="36"/>
                </a:cubicBezTo>
                <a:cubicBezTo>
                  <a:pt x="44" y="37"/>
                  <a:pt x="42" y="39"/>
                  <a:pt x="41" y="40"/>
                </a:cubicBezTo>
                <a:cubicBezTo>
                  <a:pt x="39" y="42"/>
                  <a:pt x="38" y="44"/>
                  <a:pt x="36" y="45"/>
                </a:cubicBezTo>
                <a:cubicBezTo>
                  <a:pt x="34" y="48"/>
                  <a:pt x="32" y="50"/>
                  <a:pt x="30" y="53"/>
                </a:cubicBezTo>
                <a:cubicBezTo>
                  <a:pt x="25" y="58"/>
                  <a:pt x="22" y="64"/>
                  <a:pt x="18" y="69"/>
                </a:cubicBezTo>
                <a:cubicBezTo>
                  <a:pt x="17" y="71"/>
                  <a:pt x="16" y="73"/>
                  <a:pt x="15" y="75"/>
                </a:cubicBezTo>
                <a:cubicBezTo>
                  <a:pt x="15" y="76"/>
                  <a:pt x="14" y="77"/>
                  <a:pt x="14" y="78"/>
                </a:cubicBezTo>
                <a:cubicBezTo>
                  <a:pt x="12" y="81"/>
                  <a:pt x="11" y="85"/>
                  <a:pt x="10" y="88"/>
                </a:cubicBezTo>
                <a:cubicBezTo>
                  <a:pt x="9" y="89"/>
                  <a:pt x="9" y="90"/>
                  <a:pt x="8" y="91"/>
                </a:cubicBezTo>
                <a:cubicBezTo>
                  <a:pt x="7" y="95"/>
                  <a:pt x="5" y="99"/>
                  <a:pt x="4" y="104"/>
                </a:cubicBezTo>
                <a:cubicBezTo>
                  <a:pt x="4" y="106"/>
                  <a:pt x="3" y="108"/>
                  <a:pt x="3" y="111"/>
                </a:cubicBezTo>
                <a:moveTo>
                  <a:pt x="115" y="9"/>
                </a:moveTo>
                <a:cubicBezTo>
                  <a:pt x="116" y="10"/>
                  <a:pt x="116" y="10"/>
                  <a:pt x="116" y="10"/>
                </a:cubicBezTo>
                <a:cubicBezTo>
                  <a:pt x="118" y="10"/>
                  <a:pt x="119" y="10"/>
                  <a:pt x="121" y="10"/>
                </a:cubicBezTo>
                <a:cubicBezTo>
                  <a:pt x="122" y="10"/>
                  <a:pt x="123" y="10"/>
                  <a:pt x="125" y="10"/>
                </a:cubicBezTo>
                <a:cubicBezTo>
                  <a:pt x="127" y="10"/>
                  <a:pt x="131" y="13"/>
                  <a:pt x="133" y="12"/>
                </a:cubicBezTo>
                <a:cubicBezTo>
                  <a:pt x="134" y="11"/>
                  <a:pt x="134" y="11"/>
                  <a:pt x="134" y="10"/>
                </a:cubicBezTo>
                <a:cubicBezTo>
                  <a:pt x="135" y="9"/>
                  <a:pt x="135" y="8"/>
                  <a:pt x="136" y="7"/>
                </a:cubicBezTo>
                <a:cubicBezTo>
                  <a:pt x="137" y="7"/>
                  <a:pt x="138" y="7"/>
                  <a:pt x="139" y="7"/>
                </a:cubicBezTo>
                <a:cubicBezTo>
                  <a:pt x="148" y="7"/>
                  <a:pt x="157" y="8"/>
                  <a:pt x="165" y="10"/>
                </a:cubicBezTo>
                <a:cubicBezTo>
                  <a:pt x="165" y="11"/>
                  <a:pt x="164" y="10"/>
                  <a:pt x="163" y="11"/>
                </a:cubicBezTo>
                <a:cubicBezTo>
                  <a:pt x="162" y="11"/>
                  <a:pt x="161" y="12"/>
                  <a:pt x="160" y="12"/>
                </a:cubicBezTo>
                <a:cubicBezTo>
                  <a:pt x="158" y="13"/>
                  <a:pt x="155" y="12"/>
                  <a:pt x="153" y="12"/>
                </a:cubicBezTo>
                <a:cubicBezTo>
                  <a:pt x="153" y="13"/>
                  <a:pt x="154" y="13"/>
                  <a:pt x="155" y="14"/>
                </a:cubicBezTo>
                <a:cubicBezTo>
                  <a:pt x="157" y="15"/>
                  <a:pt x="159" y="15"/>
                  <a:pt x="162" y="14"/>
                </a:cubicBezTo>
                <a:cubicBezTo>
                  <a:pt x="163" y="14"/>
                  <a:pt x="165" y="15"/>
                  <a:pt x="166" y="14"/>
                </a:cubicBezTo>
                <a:cubicBezTo>
                  <a:pt x="167" y="13"/>
                  <a:pt x="167" y="12"/>
                  <a:pt x="168" y="11"/>
                </a:cubicBezTo>
                <a:cubicBezTo>
                  <a:pt x="168" y="11"/>
                  <a:pt x="169" y="11"/>
                  <a:pt x="169" y="11"/>
                </a:cubicBezTo>
                <a:cubicBezTo>
                  <a:pt x="171" y="11"/>
                  <a:pt x="172" y="11"/>
                  <a:pt x="173" y="12"/>
                </a:cubicBezTo>
                <a:cubicBezTo>
                  <a:pt x="173" y="13"/>
                  <a:pt x="172" y="13"/>
                  <a:pt x="172" y="14"/>
                </a:cubicBezTo>
                <a:cubicBezTo>
                  <a:pt x="173" y="14"/>
                  <a:pt x="175" y="14"/>
                  <a:pt x="176" y="12"/>
                </a:cubicBezTo>
                <a:cubicBezTo>
                  <a:pt x="176" y="13"/>
                  <a:pt x="177" y="13"/>
                  <a:pt x="177" y="13"/>
                </a:cubicBezTo>
                <a:cubicBezTo>
                  <a:pt x="179" y="13"/>
                  <a:pt x="181" y="14"/>
                  <a:pt x="183" y="15"/>
                </a:cubicBezTo>
                <a:cubicBezTo>
                  <a:pt x="186" y="16"/>
                  <a:pt x="189" y="17"/>
                  <a:pt x="192" y="18"/>
                </a:cubicBezTo>
                <a:cubicBezTo>
                  <a:pt x="191" y="19"/>
                  <a:pt x="191" y="19"/>
                  <a:pt x="190" y="19"/>
                </a:cubicBezTo>
                <a:cubicBezTo>
                  <a:pt x="189" y="19"/>
                  <a:pt x="189" y="17"/>
                  <a:pt x="187" y="18"/>
                </a:cubicBezTo>
                <a:cubicBezTo>
                  <a:pt x="187" y="20"/>
                  <a:pt x="189" y="20"/>
                  <a:pt x="190" y="21"/>
                </a:cubicBezTo>
                <a:cubicBezTo>
                  <a:pt x="191" y="22"/>
                  <a:pt x="193" y="23"/>
                  <a:pt x="193" y="24"/>
                </a:cubicBezTo>
                <a:cubicBezTo>
                  <a:pt x="192" y="27"/>
                  <a:pt x="190" y="24"/>
                  <a:pt x="188" y="24"/>
                </a:cubicBezTo>
                <a:cubicBezTo>
                  <a:pt x="186" y="24"/>
                  <a:pt x="183" y="28"/>
                  <a:pt x="181" y="25"/>
                </a:cubicBezTo>
                <a:cubicBezTo>
                  <a:pt x="181" y="23"/>
                  <a:pt x="183" y="23"/>
                  <a:pt x="184" y="21"/>
                </a:cubicBezTo>
                <a:cubicBezTo>
                  <a:pt x="183" y="21"/>
                  <a:pt x="183" y="21"/>
                  <a:pt x="183" y="21"/>
                </a:cubicBezTo>
                <a:cubicBezTo>
                  <a:pt x="182" y="22"/>
                  <a:pt x="181" y="22"/>
                  <a:pt x="180" y="22"/>
                </a:cubicBezTo>
                <a:cubicBezTo>
                  <a:pt x="180" y="23"/>
                  <a:pt x="179" y="23"/>
                  <a:pt x="177" y="24"/>
                </a:cubicBezTo>
                <a:cubicBezTo>
                  <a:pt x="176" y="24"/>
                  <a:pt x="175" y="24"/>
                  <a:pt x="174" y="24"/>
                </a:cubicBezTo>
                <a:cubicBezTo>
                  <a:pt x="173" y="25"/>
                  <a:pt x="171" y="26"/>
                  <a:pt x="169" y="27"/>
                </a:cubicBezTo>
                <a:cubicBezTo>
                  <a:pt x="169" y="27"/>
                  <a:pt x="168" y="27"/>
                  <a:pt x="167" y="27"/>
                </a:cubicBezTo>
                <a:cubicBezTo>
                  <a:pt x="165" y="28"/>
                  <a:pt x="163" y="29"/>
                  <a:pt x="161" y="30"/>
                </a:cubicBezTo>
                <a:cubicBezTo>
                  <a:pt x="159" y="31"/>
                  <a:pt x="157" y="32"/>
                  <a:pt x="156" y="33"/>
                </a:cubicBezTo>
                <a:cubicBezTo>
                  <a:pt x="155" y="33"/>
                  <a:pt x="154" y="35"/>
                  <a:pt x="154" y="36"/>
                </a:cubicBezTo>
                <a:cubicBezTo>
                  <a:pt x="154" y="37"/>
                  <a:pt x="156" y="37"/>
                  <a:pt x="156" y="38"/>
                </a:cubicBezTo>
                <a:cubicBezTo>
                  <a:pt x="156" y="39"/>
                  <a:pt x="155" y="40"/>
                  <a:pt x="155" y="41"/>
                </a:cubicBezTo>
                <a:cubicBezTo>
                  <a:pt x="156" y="41"/>
                  <a:pt x="157" y="41"/>
                  <a:pt x="158" y="41"/>
                </a:cubicBezTo>
                <a:cubicBezTo>
                  <a:pt x="161" y="41"/>
                  <a:pt x="162" y="43"/>
                  <a:pt x="164" y="44"/>
                </a:cubicBezTo>
                <a:cubicBezTo>
                  <a:pt x="165" y="45"/>
                  <a:pt x="167" y="46"/>
                  <a:pt x="169" y="46"/>
                </a:cubicBezTo>
                <a:cubicBezTo>
                  <a:pt x="171" y="46"/>
                  <a:pt x="173" y="45"/>
                  <a:pt x="173" y="47"/>
                </a:cubicBezTo>
                <a:cubicBezTo>
                  <a:pt x="174" y="48"/>
                  <a:pt x="171" y="49"/>
                  <a:pt x="171" y="50"/>
                </a:cubicBezTo>
                <a:cubicBezTo>
                  <a:pt x="172" y="51"/>
                  <a:pt x="171" y="52"/>
                  <a:pt x="171" y="53"/>
                </a:cubicBezTo>
                <a:cubicBezTo>
                  <a:pt x="171" y="54"/>
                  <a:pt x="172" y="56"/>
                  <a:pt x="173" y="56"/>
                </a:cubicBezTo>
                <a:cubicBezTo>
                  <a:pt x="174" y="56"/>
                  <a:pt x="177" y="55"/>
                  <a:pt x="177" y="53"/>
                </a:cubicBezTo>
                <a:cubicBezTo>
                  <a:pt x="178" y="51"/>
                  <a:pt x="178" y="49"/>
                  <a:pt x="179" y="48"/>
                </a:cubicBezTo>
                <a:cubicBezTo>
                  <a:pt x="186" y="48"/>
                  <a:pt x="192" y="44"/>
                  <a:pt x="191" y="37"/>
                </a:cubicBezTo>
                <a:cubicBezTo>
                  <a:pt x="191" y="37"/>
                  <a:pt x="191" y="36"/>
                  <a:pt x="191" y="35"/>
                </a:cubicBezTo>
                <a:cubicBezTo>
                  <a:pt x="191" y="34"/>
                  <a:pt x="193" y="33"/>
                  <a:pt x="193" y="31"/>
                </a:cubicBezTo>
                <a:cubicBezTo>
                  <a:pt x="194" y="31"/>
                  <a:pt x="194" y="30"/>
                  <a:pt x="195" y="30"/>
                </a:cubicBezTo>
                <a:cubicBezTo>
                  <a:pt x="195" y="29"/>
                  <a:pt x="196" y="28"/>
                  <a:pt x="197" y="27"/>
                </a:cubicBezTo>
                <a:cubicBezTo>
                  <a:pt x="197" y="27"/>
                  <a:pt x="197" y="27"/>
                  <a:pt x="197" y="27"/>
                </a:cubicBezTo>
                <a:cubicBezTo>
                  <a:pt x="198" y="27"/>
                  <a:pt x="198" y="27"/>
                  <a:pt x="199" y="27"/>
                </a:cubicBezTo>
                <a:cubicBezTo>
                  <a:pt x="200" y="28"/>
                  <a:pt x="201" y="28"/>
                  <a:pt x="203" y="28"/>
                </a:cubicBezTo>
                <a:cubicBezTo>
                  <a:pt x="203" y="28"/>
                  <a:pt x="204" y="27"/>
                  <a:pt x="205" y="28"/>
                </a:cubicBezTo>
                <a:cubicBezTo>
                  <a:pt x="207" y="28"/>
                  <a:pt x="207" y="30"/>
                  <a:pt x="209" y="30"/>
                </a:cubicBezTo>
                <a:cubicBezTo>
                  <a:pt x="210" y="31"/>
                  <a:pt x="211" y="31"/>
                  <a:pt x="211" y="32"/>
                </a:cubicBezTo>
                <a:cubicBezTo>
                  <a:pt x="211" y="34"/>
                  <a:pt x="209" y="34"/>
                  <a:pt x="209" y="35"/>
                </a:cubicBezTo>
                <a:cubicBezTo>
                  <a:pt x="209" y="35"/>
                  <a:pt x="209" y="35"/>
                  <a:pt x="209" y="35"/>
                </a:cubicBezTo>
                <a:cubicBezTo>
                  <a:pt x="210" y="37"/>
                  <a:pt x="211" y="38"/>
                  <a:pt x="212" y="38"/>
                </a:cubicBezTo>
                <a:cubicBezTo>
                  <a:pt x="213" y="38"/>
                  <a:pt x="214" y="37"/>
                  <a:pt x="215" y="37"/>
                </a:cubicBezTo>
                <a:cubicBezTo>
                  <a:pt x="217" y="36"/>
                  <a:pt x="218" y="35"/>
                  <a:pt x="219" y="34"/>
                </a:cubicBezTo>
                <a:cubicBezTo>
                  <a:pt x="220" y="35"/>
                  <a:pt x="222" y="36"/>
                  <a:pt x="223" y="38"/>
                </a:cubicBezTo>
                <a:cubicBezTo>
                  <a:pt x="223" y="38"/>
                  <a:pt x="223" y="39"/>
                  <a:pt x="223" y="39"/>
                </a:cubicBezTo>
                <a:cubicBezTo>
                  <a:pt x="224" y="41"/>
                  <a:pt x="223" y="42"/>
                  <a:pt x="223" y="44"/>
                </a:cubicBezTo>
                <a:cubicBezTo>
                  <a:pt x="223" y="46"/>
                  <a:pt x="227" y="46"/>
                  <a:pt x="228" y="47"/>
                </a:cubicBezTo>
                <a:cubicBezTo>
                  <a:pt x="229" y="48"/>
                  <a:pt x="229" y="49"/>
                  <a:pt x="229" y="49"/>
                </a:cubicBezTo>
                <a:cubicBezTo>
                  <a:pt x="230" y="50"/>
                  <a:pt x="231" y="50"/>
                  <a:pt x="231" y="51"/>
                </a:cubicBezTo>
                <a:cubicBezTo>
                  <a:pt x="231" y="54"/>
                  <a:pt x="229" y="54"/>
                  <a:pt x="229" y="57"/>
                </a:cubicBezTo>
                <a:cubicBezTo>
                  <a:pt x="228" y="58"/>
                  <a:pt x="227" y="58"/>
                  <a:pt x="227" y="59"/>
                </a:cubicBezTo>
                <a:cubicBezTo>
                  <a:pt x="227" y="62"/>
                  <a:pt x="231" y="60"/>
                  <a:pt x="232" y="62"/>
                </a:cubicBezTo>
                <a:cubicBezTo>
                  <a:pt x="232" y="63"/>
                  <a:pt x="231" y="64"/>
                  <a:pt x="231" y="65"/>
                </a:cubicBezTo>
                <a:cubicBezTo>
                  <a:pt x="232" y="66"/>
                  <a:pt x="232" y="69"/>
                  <a:pt x="230" y="69"/>
                </a:cubicBezTo>
                <a:cubicBezTo>
                  <a:pt x="229" y="69"/>
                  <a:pt x="229" y="67"/>
                  <a:pt x="227" y="67"/>
                </a:cubicBezTo>
                <a:cubicBezTo>
                  <a:pt x="227" y="67"/>
                  <a:pt x="226" y="67"/>
                  <a:pt x="225" y="67"/>
                </a:cubicBezTo>
                <a:cubicBezTo>
                  <a:pt x="224" y="66"/>
                  <a:pt x="223" y="66"/>
                  <a:pt x="222" y="66"/>
                </a:cubicBezTo>
                <a:cubicBezTo>
                  <a:pt x="221" y="66"/>
                  <a:pt x="219" y="66"/>
                  <a:pt x="218" y="65"/>
                </a:cubicBezTo>
                <a:cubicBezTo>
                  <a:pt x="219" y="63"/>
                  <a:pt x="222" y="61"/>
                  <a:pt x="224" y="59"/>
                </a:cubicBezTo>
                <a:cubicBezTo>
                  <a:pt x="225" y="58"/>
                  <a:pt x="226" y="58"/>
                  <a:pt x="226" y="56"/>
                </a:cubicBezTo>
                <a:cubicBezTo>
                  <a:pt x="224" y="55"/>
                  <a:pt x="223" y="57"/>
                  <a:pt x="222" y="57"/>
                </a:cubicBezTo>
                <a:cubicBezTo>
                  <a:pt x="220" y="58"/>
                  <a:pt x="219" y="59"/>
                  <a:pt x="218" y="59"/>
                </a:cubicBezTo>
                <a:cubicBezTo>
                  <a:pt x="215" y="60"/>
                  <a:pt x="212" y="58"/>
                  <a:pt x="210" y="60"/>
                </a:cubicBezTo>
                <a:cubicBezTo>
                  <a:pt x="209" y="61"/>
                  <a:pt x="212" y="60"/>
                  <a:pt x="212" y="62"/>
                </a:cubicBezTo>
                <a:cubicBezTo>
                  <a:pt x="211" y="62"/>
                  <a:pt x="210" y="62"/>
                  <a:pt x="209" y="62"/>
                </a:cubicBezTo>
                <a:cubicBezTo>
                  <a:pt x="208" y="61"/>
                  <a:pt x="209" y="60"/>
                  <a:pt x="208" y="60"/>
                </a:cubicBezTo>
                <a:cubicBezTo>
                  <a:pt x="208" y="59"/>
                  <a:pt x="205" y="59"/>
                  <a:pt x="203" y="59"/>
                </a:cubicBezTo>
                <a:cubicBezTo>
                  <a:pt x="202" y="59"/>
                  <a:pt x="200" y="60"/>
                  <a:pt x="200" y="62"/>
                </a:cubicBezTo>
                <a:cubicBezTo>
                  <a:pt x="202" y="63"/>
                  <a:pt x="205" y="61"/>
                  <a:pt x="206" y="63"/>
                </a:cubicBezTo>
                <a:cubicBezTo>
                  <a:pt x="205" y="65"/>
                  <a:pt x="202" y="66"/>
                  <a:pt x="203" y="68"/>
                </a:cubicBezTo>
                <a:cubicBezTo>
                  <a:pt x="203" y="69"/>
                  <a:pt x="204" y="71"/>
                  <a:pt x="205" y="71"/>
                </a:cubicBezTo>
                <a:cubicBezTo>
                  <a:pt x="206" y="71"/>
                  <a:pt x="206" y="70"/>
                  <a:pt x="207" y="70"/>
                </a:cubicBezTo>
                <a:cubicBezTo>
                  <a:pt x="208" y="70"/>
                  <a:pt x="208" y="71"/>
                  <a:pt x="209" y="71"/>
                </a:cubicBezTo>
                <a:cubicBezTo>
                  <a:pt x="210" y="70"/>
                  <a:pt x="211" y="68"/>
                  <a:pt x="212" y="69"/>
                </a:cubicBezTo>
                <a:cubicBezTo>
                  <a:pt x="214" y="71"/>
                  <a:pt x="211" y="72"/>
                  <a:pt x="209" y="73"/>
                </a:cubicBezTo>
                <a:cubicBezTo>
                  <a:pt x="206" y="74"/>
                  <a:pt x="203" y="74"/>
                  <a:pt x="201" y="75"/>
                </a:cubicBezTo>
                <a:cubicBezTo>
                  <a:pt x="200" y="75"/>
                  <a:pt x="197" y="79"/>
                  <a:pt x="196" y="76"/>
                </a:cubicBezTo>
                <a:cubicBezTo>
                  <a:pt x="196" y="74"/>
                  <a:pt x="198" y="75"/>
                  <a:pt x="198" y="73"/>
                </a:cubicBezTo>
                <a:cubicBezTo>
                  <a:pt x="196" y="73"/>
                  <a:pt x="194" y="74"/>
                  <a:pt x="192" y="75"/>
                </a:cubicBezTo>
                <a:cubicBezTo>
                  <a:pt x="189" y="76"/>
                  <a:pt x="184" y="77"/>
                  <a:pt x="183" y="80"/>
                </a:cubicBezTo>
                <a:cubicBezTo>
                  <a:pt x="183" y="81"/>
                  <a:pt x="183" y="82"/>
                  <a:pt x="183" y="83"/>
                </a:cubicBezTo>
                <a:cubicBezTo>
                  <a:pt x="183" y="83"/>
                  <a:pt x="180" y="83"/>
                  <a:pt x="179" y="83"/>
                </a:cubicBezTo>
                <a:cubicBezTo>
                  <a:pt x="178" y="84"/>
                  <a:pt x="177" y="85"/>
                  <a:pt x="176" y="85"/>
                </a:cubicBezTo>
                <a:cubicBezTo>
                  <a:pt x="175" y="85"/>
                  <a:pt x="174" y="85"/>
                  <a:pt x="174" y="85"/>
                </a:cubicBezTo>
                <a:cubicBezTo>
                  <a:pt x="173" y="86"/>
                  <a:pt x="172" y="87"/>
                  <a:pt x="171" y="88"/>
                </a:cubicBezTo>
                <a:cubicBezTo>
                  <a:pt x="170" y="89"/>
                  <a:pt x="169" y="89"/>
                  <a:pt x="169" y="90"/>
                </a:cubicBezTo>
                <a:cubicBezTo>
                  <a:pt x="168" y="90"/>
                  <a:pt x="168" y="92"/>
                  <a:pt x="166" y="93"/>
                </a:cubicBezTo>
                <a:cubicBezTo>
                  <a:pt x="165" y="93"/>
                  <a:pt x="165" y="92"/>
                  <a:pt x="164" y="93"/>
                </a:cubicBezTo>
                <a:cubicBezTo>
                  <a:pt x="164" y="94"/>
                  <a:pt x="165" y="97"/>
                  <a:pt x="164" y="99"/>
                </a:cubicBezTo>
                <a:cubicBezTo>
                  <a:pt x="162" y="100"/>
                  <a:pt x="160" y="101"/>
                  <a:pt x="158" y="103"/>
                </a:cubicBezTo>
                <a:cubicBezTo>
                  <a:pt x="157" y="103"/>
                  <a:pt x="155" y="104"/>
                  <a:pt x="154" y="104"/>
                </a:cubicBezTo>
                <a:cubicBezTo>
                  <a:pt x="153" y="105"/>
                  <a:pt x="152" y="106"/>
                  <a:pt x="151" y="107"/>
                </a:cubicBezTo>
                <a:cubicBezTo>
                  <a:pt x="148" y="108"/>
                  <a:pt x="144" y="110"/>
                  <a:pt x="144" y="115"/>
                </a:cubicBezTo>
                <a:cubicBezTo>
                  <a:pt x="144" y="116"/>
                  <a:pt x="145" y="117"/>
                  <a:pt x="145" y="118"/>
                </a:cubicBezTo>
                <a:cubicBezTo>
                  <a:pt x="145" y="118"/>
                  <a:pt x="145" y="119"/>
                  <a:pt x="145" y="120"/>
                </a:cubicBezTo>
                <a:cubicBezTo>
                  <a:pt x="145" y="121"/>
                  <a:pt x="146" y="123"/>
                  <a:pt x="145" y="124"/>
                </a:cubicBezTo>
                <a:cubicBezTo>
                  <a:pt x="143" y="123"/>
                  <a:pt x="140" y="123"/>
                  <a:pt x="139" y="122"/>
                </a:cubicBezTo>
                <a:cubicBezTo>
                  <a:pt x="139" y="120"/>
                  <a:pt x="140" y="119"/>
                  <a:pt x="140" y="118"/>
                </a:cubicBezTo>
                <a:cubicBezTo>
                  <a:pt x="139" y="117"/>
                  <a:pt x="138" y="115"/>
                  <a:pt x="137" y="115"/>
                </a:cubicBezTo>
                <a:cubicBezTo>
                  <a:pt x="136" y="114"/>
                  <a:pt x="135" y="115"/>
                  <a:pt x="134" y="115"/>
                </a:cubicBezTo>
                <a:cubicBezTo>
                  <a:pt x="133" y="115"/>
                  <a:pt x="132" y="114"/>
                  <a:pt x="131" y="114"/>
                </a:cubicBezTo>
                <a:cubicBezTo>
                  <a:pt x="129" y="113"/>
                  <a:pt x="127" y="114"/>
                  <a:pt x="125" y="114"/>
                </a:cubicBezTo>
                <a:cubicBezTo>
                  <a:pt x="123" y="115"/>
                  <a:pt x="122" y="117"/>
                  <a:pt x="119" y="117"/>
                </a:cubicBezTo>
                <a:cubicBezTo>
                  <a:pt x="118" y="117"/>
                  <a:pt x="117" y="116"/>
                  <a:pt x="116" y="116"/>
                </a:cubicBezTo>
                <a:cubicBezTo>
                  <a:pt x="115" y="115"/>
                  <a:pt x="113" y="115"/>
                  <a:pt x="112" y="115"/>
                </a:cubicBezTo>
                <a:cubicBezTo>
                  <a:pt x="109" y="115"/>
                  <a:pt x="107" y="117"/>
                  <a:pt x="105" y="118"/>
                </a:cubicBezTo>
                <a:cubicBezTo>
                  <a:pt x="103" y="119"/>
                  <a:pt x="101" y="121"/>
                  <a:pt x="100" y="123"/>
                </a:cubicBezTo>
                <a:cubicBezTo>
                  <a:pt x="100" y="124"/>
                  <a:pt x="100" y="125"/>
                  <a:pt x="100" y="126"/>
                </a:cubicBezTo>
                <a:cubicBezTo>
                  <a:pt x="99" y="127"/>
                  <a:pt x="99" y="128"/>
                  <a:pt x="98" y="128"/>
                </a:cubicBezTo>
                <a:cubicBezTo>
                  <a:pt x="97" y="131"/>
                  <a:pt x="95" y="135"/>
                  <a:pt x="97" y="140"/>
                </a:cubicBezTo>
                <a:cubicBezTo>
                  <a:pt x="97" y="140"/>
                  <a:pt x="99" y="144"/>
                  <a:pt x="99" y="145"/>
                </a:cubicBezTo>
                <a:cubicBezTo>
                  <a:pt x="100" y="146"/>
                  <a:pt x="102" y="147"/>
                  <a:pt x="104" y="147"/>
                </a:cubicBezTo>
                <a:cubicBezTo>
                  <a:pt x="105" y="147"/>
                  <a:pt x="106" y="146"/>
                  <a:pt x="107" y="146"/>
                </a:cubicBezTo>
                <a:cubicBezTo>
                  <a:pt x="108" y="146"/>
                  <a:pt x="110" y="146"/>
                  <a:pt x="111" y="146"/>
                </a:cubicBezTo>
                <a:cubicBezTo>
                  <a:pt x="114" y="145"/>
                  <a:pt x="113" y="140"/>
                  <a:pt x="117" y="139"/>
                </a:cubicBezTo>
                <a:cubicBezTo>
                  <a:pt x="118" y="138"/>
                  <a:pt x="120" y="138"/>
                  <a:pt x="122" y="138"/>
                </a:cubicBezTo>
                <a:cubicBezTo>
                  <a:pt x="123" y="138"/>
                  <a:pt x="123" y="140"/>
                  <a:pt x="123" y="141"/>
                </a:cubicBezTo>
                <a:cubicBezTo>
                  <a:pt x="123" y="141"/>
                  <a:pt x="122" y="142"/>
                  <a:pt x="122" y="143"/>
                </a:cubicBezTo>
                <a:cubicBezTo>
                  <a:pt x="122" y="144"/>
                  <a:pt x="122" y="145"/>
                  <a:pt x="121" y="146"/>
                </a:cubicBezTo>
                <a:cubicBezTo>
                  <a:pt x="121" y="147"/>
                  <a:pt x="120" y="148"/>
                  <a:pt x="119" y="149"/>
                </a:cubicBezTo>
                <a:cubicBezTo>
                  <a:pt x="119" y="149"/>
                  <a:pt x="119" y="150"/>
                  <a:pt x="119" y="151"/>
                </a:cubicBezTo>
                <a:cubicBezTo>
                  <a:pt x="119" y="152"/>
                  <a:pt x="118" y="152"/>
                  <a:pt x="118" y="153"/>
                </a:cubicBezTo>
                <a:cubicBezTo>
                  <a:pt x="121" y="155"/>
                  <a:pt x="125" y="153"/>
                  <a:pt x="128" y="153"/>
                </a:cubicBezTo>
                <a:cubicBezTo>
                  <a:pt x="129" y="154"/>
                  <a:pt x="132" y="155"/>
                  <a:pt x="132" y="157"/>
                </a:cubicBezTo>
                <a:cubicBezTo>
                  <a:pt x="132" y="158"/>
                  <a:pt x="131" y="159"/>
                  <a:pt x="130" y="161"/>
                </a:cubicBezTo>
                <a:cubicBezTo>
                  <a:pt x="130" y="162"/>
                  <a:pt x="129" y="165"/>
                  <a:pt x="129" y="166"/>
                </a:cubicBezTo>
                <a:cubicBezTo>
                  <a:pt x="129" y="169"/>
                  <a:pt x="133" y="173"/>
                  <a:pt x="136" y="173"/>
                </a:cubicBezTo>
                <a:cubicBezTo>
                  <a:pt x="138" y="173"/>
                  <a:pt x="140" y="170"/>
                  <a:pt x="144" y="172"/>
                </a:cubicBezTo>
                <a:cubicBezTo>
                  <a:pt x="145" y="172"/>
                  <a:pt x="146" y="174"/>
                  <a:pt x="147" y="174"/>
                </a:cubicBezTo>
                <a:cubicBezTo>
                  <a:pt x="148" y="174"/>
                  <a:pt x="150" y="172"/>
                  <a:pt x="150" y="171"/>
                </a:cubicBezTo>
                <a:cubicBezTo>
                  <a:pt x="151" y="169"/>
                  <a:pt x="151" y="168"/>
                  <a:pt x="153" y="167"/>
                </a:cubicBezTo>
                <a:cubicBezTo>
                  <a:pt x="154" y="166"/>
                  <a:pt x="156" y="167"/>
                  <a:pt x="158" y="166"/>
                </a:cubicBezTo>
                <a:cubicBezTo>
                  <a:pt x="159" y="166"/>
                  <a:pt x="159" y="165"/>
                  <a:pt x="160" y="164"/>
                </a:cubicBezTo>
                <a:cubicBezTo>
                  <a:pt x="161" y="164"/>
                  <a:pt x="162" y="163"/>
                  <a:pt x="163" y="164"/>
                </a:cubicBezTo>
                <a:cubicBezTo>
                  <a:pt x="164" y="165"/>
                  <a:pt x="161" y="165"/>
                  <a:pt x="162" y="167"/>
                </a:cubicBezTo>
                <a:cubicBezTo>
                  <a:pt x="164" y="168"/>
                  <a:pt x="165" y="165"/>
                  <a:pt x="167" y="165"/>
                </a:cubicBezTo>
                <a:cubicBezTo>
                  <a:pt x="167" y="165"/>
                  <a:pt x="169" y="166"/>
                  <a:pt x="170" y="166"/>
                </a:cubicBezTo>
                <a:cubicBezTo>
                  <a:pt x="171" y="167"/>
                  <a:pt x="171" y="168"/>
                  <a:pt x="173" y="168"/>
                </a:cubicBezTo>
                <a:cubicBezTo>
                  <a:pt x="173" y="168"/>
                  <a:pt x="175" y="168"/>
                  <a:pt x="176" y="168"/>
                </a:cubicBezTo>
                <a:cubicBezTo>
                  <a:pt x="177" y="168"/>
                  <a:pt x="178" y="170"/>
                  <a:pt x="179" y="170"/>
                </a:cubicBezTo>
                <a:cubicBezTo>
                  <a:pt x="181" y="169"/>
                  <a:pt x="182" y="168"/>
                  <a:pt x="183" y="168"/>
                </a:cubicBezTo>
                <a:cubicBezTo>
                  <a:pt x="185" y="167"/>
                  <a:pt x="186" y="168"/>
                  <a:pt x="188" y="170"/>
                </a:cubicBezTo>
                <a:cubicBezTo>
                  <a:pt x="189" y="170"/>
                  <a:pt x="189" y="168"/>
                  <a:pt x="190" y="169"/>
                </a:cubicBezTo>
                <a:cubicBezTo>
                  <a:pt x="189" y="170"/>
                  <a:pt x="190" y="171"/>
                  <a:pt x="191" y="172"/>
                </a:cubicBezTo>
                <a:cubicBezTo>
                  <a:pt x="191" y="172"/>
                  <a:pt x="191" y="173"/>
                  <a:pt x="191" y="173"/>
                </a:cubicBezTo>
                <a:cubicBezTo>
                  <a:pt x="192" y="174"/>
                  <a:pt x="194" y="174"/>
                  <a:pt x="195" y="175"/>
                </a:cubicBezTo>
                <a:cubicBezTo>
                  <a:pt x="196" y="175"/>
                  <a:pt x="196" y="177"/>
                  <a:pt x="198" y="178"/>
                </a:cubicBezTo>
                <a:cubicBezTo>
                  <a:pt x="199" y="179"/>
                  <a:pt x="201" y="181"/>
                  <a:pt x="203" y="181"/>
                </a:cubicBezTo>
                <a:cubicBezTo>
                  <a:pt x="204" y="181"/>
                  <a:pt x="206" y="181"/>
                  <a:pt x="207" y="181"/>
                </a:cubicBezTo>
                <a:cubicBezTo>
                  <a:pt x="210" y="181"/>
                  <a:pt x="212" y="183"/>
                  <a:pt x="214" y="184"/>
                </a:cubicBezTo>
                <a:cubicBezTo>
                  <a:pt x="215" y="185"/>
                  <a:pt x="217" y="186"/>
                  <a:pt x="217" y="187"/>
                </a:cubicBezTo>
                <a:cubicBezTo>
                  <a:pt x="217" y="188"/>
                  <a:pt x="217" y="189"/>
                  <a:pt x="217" y="190"/>
                </a:cubicBezTo>
                <a:cubicBezTo>
                  <a:pt x="218" y="192"/>
                  <a:pt x="221" y="193"/>
                  <a:pt x="220" y="196"/>
                </a:cubicBezTo>
                <a:cubicBezTo>
                  <a:pt x="220" y="197"/>
                  <a:pt x="221" y="197"/>
                  <a:pt x="222" y="198"/>
                </a:cubicBezTo>
                <a:cubicBezTo>
                  <a:pt x="223" y="198"/>
                  <a:pt x="224" y="199"/>
                  <a:pt x="225" y="199"/>
                </a:cubicBezTo>
                <a:cubicBezTo>
                  <a:pt x="225" y="200"/>
                  <a:pt x="226" y="199"/>
                  <a:pt x="227" y="199"/>
                </a:cubicBezTo>
                <a:cubicBezTo>
                  <a:pt x="228" y="199"/>
                  <a:pt x="229" y="200"/>
                  <a:pt x="231" y="201"/>
                </a:cubicBezTo>
                <a:cubicBezTo>
                  <a:pt x="232" y="201"/>
                  <a:pt x="233" y="201"/>
                  <a:pt x="234" y="202"/>
                </a:cubicBezTo>
                <a:cubicBezTo>
                  <a:pt x="234" y="202"/>
                  <a:pt x="235" y="204"/>
                  <a:pt x="235" y="204"/>
                </a:cubicBezTo>
                <a:cubicBezTo>
                  <a:pt x="236" y="205"/>
                  <a:pt x="237" y="204"/>
                  <a:pt x="238" y="204"/>
                </a:cubicBezTo>
                <a:cubicBezTo>
                  <a:pt x="240" y="204"/>
                  <a:pt x="242" y="205"/>
                  <a:pt x="244" y="205"/>
                </a:cubicBezTo>
                <a:cubicBezTo>
                  <a:pt x="245" y="205"/>
                  <a:pt x="245" y="205"/>
                  <a:pt x="246" y="205"/>
                </a:cubicBezTo>
                <a:cubicBezTo>
                  <a:pt x="248" y="205"/>
                  <a:pt x="249" y="206"/>
                  <a:pt x="251" y="208"/>
                </a:cubicBezTo>
                <a:cubicBezTo>
                  <a:pt x="233" y="237"/>
                  <a:pt x="204" y="258"/>
                  <a:pt x="170" y="266"/>
                </a:cubicBezTo>
                <a:cubicBezTo>
                  <a:pt x="170" y="265"/>
                  <a:pt x="169" y="264"/>
                  <a:pt x="169" y="262"/>
                </a:cubicBezTo>
                <a:cubicBezTo>
                  <a:pt x="169" y="260"/>
                  <a:pt x="169" y="258"/>
                  <a:pt x="169" y="255"/>
                </a:cubicBezTo>
                <a:cubicBezTo>
                  <a:pt x="169" y="253"/>
                  <a:pt x="168" y="250"/>
                  <a:pt x="168" y="249"/>
                </a:cubicBezTo>
                <a:cubicBezTo>
                  <a:pt x="167" y="247"/>
                  <a:pt x="164" y="245"/>
                  <a:pt x="162" y="244"/>
                </a:cubicBezTo>
                <a:cubicBezTo>
                  <a:pt x="161" y="244"/>
                  <a:pt x="160" y="243"/>
                  <a:pt x="159" y="243"/>
                </a:cubicBezTo>
                <a:cubicBezTo>
                  <a:pt x="156" y="242"/>
                  <a:pt x="151" y="239"/>
                  <a:pt x="150" y="237"/>
                </a:cubicBezTo>
                <a:cubicBezTo>
                  <a:pt x="150" y="236"/>
                  <a:pt x="150" y="235"/>
                  <a:pt x="150" y="234"/>
                </a:cubicBezTo>
                <a:cubicBezTo>
                  <a:pt x="149" y="233"/>
                  <a:pt x="148" y="231"/>
                  <a:pt x="147" y="230"/>
                </a:cubicBezTo>
                <a:cubicBezTo>
                  <a:pt x="145" y="227"/>
                  <a:pt x="143" y="224"/>
                  <a:pt x="142" y="221"/>
                </a:cubicBezTo>
                <a:cubicBezTo>
                  <a:pt x="141" y="219"/>
                  <a:pt x="140" y="218"/>
                  <a:pt x="139" y="216"/>
                </a:cubicBezTo>
                <a:cubicBezTo>
                  <a:pt x="138" y="216"/>
                  <a:pt x="136" y="215"/>
                  <a:pt x="136" y="214"/>
                </a:cubicBezTo>
                <a:cubicBezTo>
                  <a:pt x="136" y="213"/>
                  <a:pt x="135" y="211"/>
                  <a:pt x="135" y="210"/>
                </a:cubicBezTo>
                <a:cubicBezTo>
                  <a:pt x="135" y="208"/>
                  <a:pt x="138" y="207"/>
                  <a:pt x="138" y="206"/>
                </a:cubicBezTo>
                <a:cubicBezTo>
                  <a:pt x="138" y="205"/>
                  <a:pt x="136" y="204"/>
                  <a:pt x="136" y="203"/>
                </a:cubicBezTo>
                <a:cubicBezTo>
                  <a:pt x="135" y="201"/>
                  <a:pt x="136" y="200"/>
                  <a:pt x="137" y="198"/>
                </a:cubicBezTo>
                <a:cubicBezTo>
                  <a:pt x="138" y="197"/>
                  <a:pt x="138" y="196"/>
                  <a:pt x="138" y="196"/>
                </a:cubicBezTo>
                <a:cubicBezTo>
                  <a:pt x="139" y="195"/>
                  <a:pt x="140" y="195"/>
                  <a:pt x="141" y="194"/>
                </a:cubicBezTo>
                <a:cubicBezTo>
                  <a:pt x="141" y="193"/>
                  <a:pt x="141" y="192"/>
                  <a:pt x="142" y="191"/>
                </a:cubicBezTo>
                <a:cubicBezTo>
                  <a:pt x="143" y="190"/>
                  <a:pt x="145" y="189"/>
                  <a:pt x="145" y="188"/>
                </a:cubicBezTo>
                <a:cubicBezTo>
                  <a:pt x="146" y="187"/>
                  <a:pt x="146" y="181"/>
                  <a:pt x="145" y="180"/>
                </a:cubicBezTo>
                <a:cubicBezTo>
                  <a:pt x="145" y="178"/>
                  <a:pt x="144" y="178"/>
                  <a:pt x="144" y="177"/>
                </a:cubicBezTo>
                <a:cubicBezTo>
                  <a:pt x="143" y="175"/>
                  <a:pt x="143" y="173"/>
                  <a:pt x="141" y="173"/>
                </a:cubicBezTo>
                <a:cubicBezTo>
                  <a:pt x="140" y="173"/>
                  <a:pt x="139" y="174"/>
                  <a:pt x="138" y="175"/>
                </a:cubicBezTo>
                <a:cubicBezTo>
                  <a:pt x="138" y="176"/>
                  <a:pt x="138" y="177"/>
                  <a:pt x="137" y="177"/>
                </a:cubicBezTo>
                <a:cubicBezTo>
                  <a:pt x="135" y="178"/>
                  <a:pt x="135" y="176"/>
                  <a:pt x="133" y="175"/>
                </a:cubicBezTo>
                <a:cubicBezTo>
                  <a:pt x="132" y="175"/>
                  <a:pt x="131" y="175"/>
                  <a:pt x="130" y="175"/>
                </a:cubicBezTo>
                <a:cubicBezTo>
                  <a:pt x="129" y="174"/>
                  <a:pt x="128" y="172"/>
                  <a:pt x="127" y="171"/>
                </a:cubicBezTo>
                <a:cubicBezTo>
                  <a:pt x="126" y="170"/>
                  <a:pt x="124" y="171"/>
                  <a:pt x="124" y="170"/>
                </a:cubicBezTo>
                <a:cubicBezTo>
                  <a:pt x="123" y="169"/>
                  <a:pt x="124" y="168"/>
                  <a:pt x="124" y="167"/>
                </a:cubicBezTo>
                <a:cubicBezTo>
                  <a:pt x="122" y="166"/>
                  <a:pt x="120" y="162"/>
                  <a:pt x="119" y="161"/>
                </a:cubicBezTo>
                <a:cubicBezTo>
                  <a:pt x="117" y="161"/>
                  <a:pt x="115" y="161"/>
                  <a:pt x="114" y="160"/>
                </a:cubicBezTo>
                <a:cubicBezTo>
                  <a:pt x="113" y="160"/>
                  <a:pt x="112" y="160"/>
                  <a:pt x="112" y="159"/>
                </a:cubicBezTo>
                <a:cubicBezTo>
                  <a:pt x="111" y="159"/>
                  <a:pt x="110" y="159"/>
                  <a:pt x="109" y="159"/>
                </a:cubicBezTo>
                <a:cubicBezTo>
                  <a:pt x="106" y="157"/>
                  <a:pt x="104" y="153"/>
                  <a:pt x="101" y="153"/>
                </a:cubicBezTo>
                <a:cubicBezTo>
                  <a:pt x="99" y="153"/>
                  <a:pt x="98" y="154"/>
                  <a:pt x="96" y="154"/>
                </a:cubicBezTo>
                <a:cubicBezTo>
                  <a:pt x="95" y="154"/>
                  <a:pt x="93" y="153"/>
                  <a:pt x="91" y="152"/>
                </a:cubicBezTo>
                <a:cubicBezTo>
                  <a:pt x="89" y="151"/>
                  <a:pt x="87" y="151"/>
                  <a:pt x="85" y="150"/>
                </a:cubicBezTo>
                <a:cubicBezTo>
                  <a:pt x="84" y="150"/>
                  <a:pt x="83" y="148"/>
                  <a:pt x="82" y="148"/>
                </a:cubicBezTo>
                <a:cubicBezTo>
                  <a:pt x="82" y="148"/>
                  <a:pt x="80" y="147"/>
                  <a:pt x="80" y="147"/>
                </a:cubicBezTo>
                <a:cubicBezTo>
                  <a:pt x="79" y="147"/>
                  <a:pt x="78" y="146"/>
                  <a:pt x="77" y="145"/>
                </a:cubicBezTo>
                <a:cubicBezTo>
                  <a:pt x="75" y="144"/>
                  <a:pt x="74" y="143"/>
                  <a:pt x="74" y="142"/>
                </a:cubicBezTo>
                <a:cubicBezTo>
                  <a:pt x="74" y="141"/>
                  <a:pt x="75" y="140"/>
                  <a:pt x="75" y="139"/>
                </a:cubicBezTo>
                <a:cubicBezTo>
                  <a:pt x="76" y="135"/>
                  <a:pt x="73" y="133"/>
                  <a:pt x="71" y="130"/>
                </a:cubicBezTo>
                <a:cubicBezTo>
                  <a:pt x="70" y="129"/>
                  <a:pt x="69" y="128"/>
                  <a:pt x="68" y="126"/>
                </a:cubicBezTo>
                <a:cubicBezTo>
                  <a:pt x="68" y="125"/>
                  <a:pt x="68" y="125"/>
                  <a:pt x="68" y="124"/>
                </a:cubicBezTo>
                <a:cubicBezTo>
                  <a:pt x="67" y="123"/>
                  <a:pt x="66" y="122"/>
                  <a:pt x="65" y="121"/>
                </a:cubicBezTo>
                <a:cubicBezTo>
                  <a:pt x="64" y="119"/>
                  <a:pt x="62" y="118"/>
                  <a:pt x="62" y="117"/>
                </a:cubicBezTo>
                <a:cubicBezTo>
                  <a:pt x="62" y="115"/>
                  <a:pt x="63" y="113"/>
                  <a:pt x="62" y="112"/>
                </a:cubicBezTo>
                <a:cubicBezTo>
                  <a:pt x="61" y="109"/>
                  <a:pt x="57" y="110"/>
                  <a:pt x="58" y="114"/>
                </a:cubicBezTo>
                <a:cubicBezTo>
                  <a:pt x="58" y="115"/>
                  <a:pt x="59" y="116"/>
                  <a:pt x="60" y="117"/>
                </a:cubicBezTo>
                <a:cubicBezTo>
                  <a:pt x="60" y="118"/>
                  <a:pt x="60" y="119"/>
                  <a:pt x="60" y="121"/>
                </a:cubicBezTo>
                <a:cubicBezTo>
                  <a:pt x="61" y="122"/>
                  <a:pt x="62" y="123"/>
                  <a:pt x="62" y="124"/>
                </a:cubicBezTo>
                <a:cubicBezTo>
                  <a:pt x="63" y="126"/>
                  <a:pt x="63" y="128"/>
                  <a:pt x="64" y="130"/>
                </a:cubicBezTo>
                <a:cubicBezTo>
                  <a:pt x="64" y="131"/>
                  <a:pt x="66" y="132"/>
                  <a:pt x="65" y="133"/>
                </a:cubicBezTo>
                <a:cubicBezTo>
                  <a:pt x="63" y="133"/>
                  <a:pt x="63" y="132"/>
                  <a:pt x="62" y="131"/>
                </a:cubicBezTo>
                <a:cubicBezTo>
                  <a:pt x="62" y="131"/>
                  <a:pt x="60" y="130"/>
                  <a:pt x="60" y="129"/>
                </a:cubicBezTo>
                <a:cubicBezTo>
                  <a:pt x="59" y="128"/>
                  <a:pt x="60" y="127"/>
                  <a:pt x="60" y="126"/>
                </a:cubicBezTo>
                <a:cubicBezTo>
                  <a:pt x="59" y="124"/>
                  <a:pt x="55" y="124"/>
                  <a:pt x="55" y="121"/>
                </a:cubicBezTo>
                <a:cubicBezTo>
                  <a:pt x="55" y="120"/>
                  <a:pt x="57" y="120"/>
                  <a:pt x="57" y="119"/>
                </a:cubicBezTo>
                <a:cubicBezTo>
                  <a:pt x="57" y="117"/>
                  <a:pt x="55" y="116"/>
                  <a:pt x="54" y="115"/>
                </a:cubicBezTo>
                <a:cubicBezTo>
                  <a:pt x="54" y="114"/>
                  <a:pt x="54" y="112"/>
                  <a:pt x="54" y="110"/>
                </a:cubicBezTo>
                <a:cubicBezTo>
                  <a:pt x="54" y="109"/>
                  <a:pt x="54" y="107"/>
                  <a:pt x="54" y="106"/>
                </a:cubicBezTo>
                <a:cubicBezTo>
                  <a:pt x="53" y="105"/>
                  <a:pt x="52" y="103"/>
                  <a:pt x="51" y="103"/>
                </a:cubicBezTo>
                <a:cubicBezTo>
                  <a:pt x="49" y="102"/>
                  <a:pt x="48" y="103"/>
                  <a:pt x="48" y="101"/>
                </a:cubicBezTo>
                <a:cubicBezTo>
                  <a:pt x="47" y="101"/>
                  <a:pt x="47" y="99"/>
                  <a:pt x="47" y="98"/>
                </a:cubicBezTo>
                <a:cubicBezTo>
                  <a:pt x="46" y="96"/>
                  <a:pt x="47" y="94"/>
                  <a:pt x="47" y="92"/>
                </a:cubicBezTo>
                <a:cubicBezTo>
                  <a:pt x="46" y="90"/>
                  <a:pt x="46" y="88"/>
                  <a:pt x="47" y="86"/>
                </a:cubicBezTo>
                <a:cubicBezTo>
                  <a:pt x="47" y="85"/>
                  <a:pt x="49" y="84"/>
                  <a:pt x="49" y="83"/>
                </a:cubicBezTo>
                <a:cubicBezTo>
                  <a:pt x="50" y="82"/>
                  <a:pt x="50" y="80"/>
                  <a:pt x="51" y="79"/>
                </a:cubicBezTo>
                <a:cubicBezTo>
                  <a:pt x="52" y="77"/>
                  <a:pt x="54" y="76"/>
                  <a:pt x="56" y="74"/>
                </a:cubicBezTo>
                <a:cubicBezTo>
                  <a:pt x="57" y="72"/>
                  <a:pt x="59" y="70"/>
                  <a:pt x="60" y="67"/>
                </a:cubicBezTo>
                <a:cubicBezTo>
                  <a:pt x="60" y="66"/>
                  <a:pt x="61" y="64"/>
                  <a:pt x="61" y="63"/>
                </a:cubicBezTo>
                <a:cubicBezTo>
                  <a:pt x="61" y="62"/>
                  <a:pt x="58" y="61"/>
                  <a:pt x="58" y="59"/>
                </a:cubicBezTo>
                <a:cubicBezTo>
                  <a:pt x="59" y="58"/>
                  <a:pt x="60" y="58"/>
                  <a:pt x="61" y="57"/>
                </a:cubicBezTo>
                <a:cubicBezTo>
                  <a:pt x="61" y="57"/>
                  <a:pt x="61" y="55"/>
                  <a:pt x="61" y="54"/>
                </a:cubicBezTo>
                <a:cubicBezTo>
                  <a:pt x="61" y="53"/>
                  <a:pt x="60" y="51"/>
                  <a:pt x="61" y="50"/>
                </a:cubicBezTo>
                <a:cubicBezTo>
                  <a:pt x="61" y="49"/>
                  <a:pt x="63" y="48"/>
                  <a:pt x="62" y="47"/>
                </a:cubicBezTo>
                <a:cubicBezTo>
                  <a:pt x="61" y="45"/>
                  <a:pt x="59" y="47"/>
                  <a:pt x="58" y="46"/>
                </a:cubicBezTo>
                <a:cubicBezTo>
                  <a:pt x="57" y="46"/>
                  <a:pt x="58" y="45"/>
                  <a:pt x="58" y="43"/>
                </a:cubicBezTo>
                <a:cubicBezTo>
                  <a:pt x="58" y="42"/>
                  <a:pt x="58" y="42"/>
                  <a:pt x="58" y="41"/>
                </a:cubicBezTo>
                <a:cubicBezTo>
                  <a:pt x="58" y="41"/>
                  <a:pt x="59" y="39"/>
                  <a:pt x="59" y="39"/>
                </a:cubicBezTo>
                <a:cubicBezTo>
                  <a:pt x="58" y="38"/>
                  <a:pt x="58" y="37"/>
                  <a:pt x="57" y="36"/>
                </a:cubicBezTo>
                <a:cubicBezTo>
                  <a:pt x="74" y="23"/>
                  <a:pt x="94" y="13"/>
                  <a:pt x="115" y="9"/>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8" name="Freeform 218">
            <a:extLst>
              <a:ext uri="{FF2B5EF4-FFF2-40B4-BE49-F238E27FC236}">
                <a16:creationId xmlns:a16="http://schemas.microsoft.com/office/drawing/2014/main" id="{A288DE36-08B0-8463-60DB-05725DFD8A25}"/>
              </a:ext>
            </a:extLst>
          </p:cNvPr>
          <p:cNvSpPr>
            <a:spLocks noChangeAspect="1" noEditPoints="1"/>
          </p:cNvSpPr>
          <p:nvPr/>
        </p:nvSpPr>
        <p:spPr bwMode="auto">
          <a:xfrm>
            <a:off x="5721252" y="4436014"/>
            <a:ext cx="385535" cy="384032"/>
          </a:xfrm>
          <a:custGeom>
            <a:avLst/>
            <a:gdLst/>
            <a:ahLst/>
            <a:cxnLst>
              <a:cxn ang="0">
                <a:pos x="0" y="128"/>
              </a:cxn>
              <a:cxn ang="0">
                <a:pos x="257" y="128"/>
              </a:cxn>
              <a:cxn ang="0">
                <a:pos x="173" y="226"/>
              </a:cxn>
              <a:cxn ang="0">
                <a:pos x="189" y="189"/>
              </a:cxn>
              <a:cxn ang="0">
                <a:pos x="227" y="173"/>
              </a:cxn>
              <a:cxn ang="0">
                <a:pos x="30" y="173"/>
              </a:cxn>
              <a:cxn ang="0">
                <a:pos x="68" y="189"/>
              </a:cxn>
              <a:cxn ang="0">
                <a:pos x="84" y="226"/>
              </a:cxn>
              <a:cxn ang="0">
                <a:pos x="84" y="30"/>
              </a:cxn>
              <a:cxn ang="0">
                <a:pos x="68" y="67"/>
              </a:cxn>
              <a:cxn ang="0">
                <a:pos x="30" y="83"/>
              </a:cxn>
              <a:cxn ang="0">
                <a:pos x="234" y="118"/>
              </a:cxn>
              <a:cxn ang="0">
                <a:pos x="194" y="90"/>
              </a:cxn>
              <a:cxn ang="0">
                <a:pos x="194" y="166"/>
              </a:cxn>
              <a:cxn ang="0">
                <a:pos x="234" y="138"/>
              </a:cxn>
              <a:cxn ang="0">
                <a:pos x="23" y="138"/>
              </a:cxn>
              <a:cxn ang="0">
                <a:pos x="63" y="166"/>
              </a:cxn>
              <a:cxn ang="0">
                <a:pos x="63" y="90"/>
              </a:cxn>
              <a:cxn ang="0">
                <a:pos x="23" y="118"/>
              </a:cxn>
              <a:cxn ang="0">
                <a:pos x="176" y="118"/>
              </a:cxn>
              <a:cxn ang="0">
                <a:pos x="138" y="80"/>
              </a:cxn>
              <a:cxn ang="0">
                <a:pos x="176" y="118"/>
              </a:cxn>
              <a:cxn ang="0">
                <a:pos x="138" y="176"/>
              </a:cxn>
              <a:cxn ang="0">
                <a:pos x="176" y="138"/>
              </a:cxn>
              <a:cxn ang="0">
                <a:pos x="80" y="138"/>
              </a:cxn>
              <a:cxn ang="0">
                <a:pos x="118" y="176"/>
              </a:cxn>
              <a:cxn ang="0">
                <a:pos x="80" y="138"/>
              </a:cxn>
              <a:cxn ang="0">
                <a:pos x="118" y="80"/>
              </a:cxn>
              <a:cxn ang="0">
                <a:pos x="80" y="118"/>
              </a:cxn>
              <a:cxn ang="0">
                <a:pos x="138" y="60"/>
              </a:cxn>
              <a:cxn ang="0">
                <a:pos x="166" y="62"/>
              </a:cxn>
              <a:cxn ang="0">
                <a:pos x="118" y="22"/>
              </a:cxn>
              <a:cxn ang="0">
                <a:pos x="91" y="62"/>
              </a:cxn>
              <a:cxn ang="0">
                <a:pos x="118" y="196"/>
              </a:cxn>
              <a:cxn ang="0">
                <a:pos x="91" y="193"/>
              </a:cxn>
              <a:cxn ang="0">
                <a:pos x="138" y="233"/>
              </a:cxn>
              <a:cxn ang="0">
                <a:pos x="166" y="193"/>
              </a:cxn>
              <a:cxn ang="0">
                <a:pos x="216" y="77"/>
              </a:cxn>
              <a:cxn ang="0">
                <a:pos x="179" y="40"/>
              </a:cxn>
              <a:cxn ang="0">
                <a:pos x="227" y="83"/>
              </a:cxn>
            </a:cxnLst>
            <a:rect l="0" t="0" r="r" b="b"/>
            <a:pathLst>
              <a:path w="257" h="256">
                <a:moveTo>
                  <a:pt x="128" y="0"/>
                </a:moveTo>
                <a:cubicBezTo>
                  <a:pt x="58" y="0"/>
                  <a:pt x="0" y="57"/>
                  <a:pt x="0" y="128"/>
                </a:cubicBezTo>
                <a:cubicBezTo>
                  <a:pt x="0" y="199"/>
                  <a:pt x="58" y="256"/>
                  <a:pt x="128" y="256"/>
                </a:cubicBezTo>
                <a:cubicBezTo>
                  <a:pt x="199" y="256"/>
                  <a:pt x="257" y="199"/>
                  <a:pt x="257" y="128"/>
                </a:cubicBezTo>
                <a:cubicBezTo>
                  <a:pt x="257" y="57"/>
                  <a:pt x="199" y="0"/>
                  <a:pt x="128" y="0"/>
                </a:cubicBezTo>
                <a:moveTo>
                  <a:pt x="173" y="226"/>
                </a:moveTo>
                <a:cubicBezTo>
                  <a:pt x="175" y="223"/>
                  <a:pt x="177" y="220"/>
                  <a:pt x="179" y="216"/>
                </a:cubicBezTo>
                <a:cubicBezTo>
                  <a:pt x="183" y="208"/>
                  <a:pt x="186" y="198"/>
                  <a:pt x="189" y="189"/>
                </a:cubicBezTo>
                <a:cubicBezTo>
                  <a:pt x="199" y="186"/>
                  <a:pt x="208" y="182"/>
                  <a:pt x="216" y="178"/>
                </a:cubicBezTo>
                <a:cubicBezTo>
                  <a:pt x="220" y="176"/>
                  <a:pt x="223" y="175"/>
                  <a:pt x="227" y="173"/>
                </a:cubicBezTo>
                <a:cubicBezTo>
                  <a:pt x="216" y="196"/>
                  <a:pt x="197" y="215"/>
                  <a:pt x="173" y="226"/>
                </a:cubicBezTo>
                <a:moveTo>
                  <a:pt x="30" y="173"/>
                </a:moveTo>
                <a:cubicBezTo>
                  <a:pt x="33" y="175"/>
                  <a:pt x="37" y="176"/>
                  <a:pt x="40" y="178"/>
                </a:cubicBezTo>
                <a:cubicBezTo>
                  <a:pt x="49" y="182"/>
                  <a:pt x="58" y="186"/>
                  <a:pt x="68" y="189"/>
                </a:cubicBezTo>
                <a:cubicBezTo>
                  <a:pt x="70" y="198"/>
                  <a:pt x="74" y="208"/>
                  <a:pt x="78" y="216"/>
                </a:cubicBezTo>
                <a:cubicBezTo>
                  <a:pt x="80" y="220"/>
                  <a:pt x="82" y="223"/>
                  <a:pt x="84" y="226"/>
                </a:cubicBezTo>
                <a:cubicBezTo>
                  <a:pt x="60" y="215"/>
                  <a:pt x="41" y="196"/>
                  <a:pt x="30" y="173"/>
                </a:cubicBezTo>
                <a:moveTo>
                  <a:pt x="84" y="30"/>
                </a:moveTo>
                <a:cubicBezTo>
                  <a:pt x="82" y="33"/>
                  <a:pt x="80" y="36"/>
                  <a:pt x="78" y="40"/>
                </a:cubicBezTo>
                <a:cubicBezTo>
                  <a:pt x="74" y="48"/>
                  <a:pt x="70" y="57"/>
                  <a:pt x="68" y="67"/>
                </a:cubicBezTo>
                <a:cubicBezTo>
                  <a:pt x="58" y="70"/>
                  <a:pt x="49" y="73"/>
                  <a:pt x="40" y="77"/>
                </a:cubicBezTo>
                <a:cubicBezTo>
                  <a:pt x="37" y="79"/>
                  <a:pt x="33" y="81"/>
                  <a:pt x="30" y="83"/>
                </a:cubicBezTo>
                <a:cubicBezTo>
                  <a:pt x="41" y="59"/>
                  <a:pt x="60" y="40"/>
                  <a:pt x="84" y="30"/>
                </a:cubicBezTo>
                <a:moveTo>
                  <a:pt x="234" y="118"/>
                </a:moveTo>
                <a:cubicBezTo>
                  <a:pt x="197" y="118"/>
                  <a:pt x="197" y="118"/>
                  <a:pt x="197" y="118"/>
                </a:cubicBezTo>
                <a:cubicBezTo>
                  <a:pt x="196" y="108"/>
                  <a:pt x="195" y="99"/>
                  <a:pt x="194" y="90"/>
                </a:cubicBezTo>
                <a:cubicBezTo>
                  <a:pt x="213" y="97"/>
                  <a:pt x="228" y="107"/>
                  <a:pt x="234" y="118"/>
                </a:cubicBezTo>
                <a:moveTo>
                  <a:pt x="194" y="166"/>
                </a:moveTo>
                <a:cubicBezTo>
                  <a:pt x="195" y="157"/>
                  <a:pt x="196" y="147"/>
                  <a:pt x="197" y="138"/>
                </a:cubicBezTo>
                <a:cubicBezTo>
                  <a:pt x="234" y="138"/>
                  <a:pt x="234" y="138"/>
                  <a:pt x="234" y="138"/>
                </a:cubicBezTo>
                <a:cubicBezTo>
                  <a:pt x="228" y="149"/>
                  <a:pt x="213" y="159"/>
                  <a:pt x="194" y="166"/>
                </a:cubicBezTo>
                <a:moveTo>
                  <a:pt x="23" y="138"/>
                </a:moveTo>
                <a:cubicBezTo>
                  <a:pt x="60" y="138"/>
                  <a:pt x="60" y="138"/>
                  <a:pt x="60" y="138"/>
                </a:cubicBezTo>
                <a:cubicBezTo>
                  <a:pt x="60" y="147"/>
                  <a:pt x="61" y="157"/>
                  <a:pt x="63" y="166"/>
                </a:cubicBezTo>
                <a:cubicBezTo>
                  <a:pt x="43" y="159"/>
                  <a:pt x="29" y="149"/>
                  <a:pt x="23" y="138"/>
                </a:cubicBezTo>
                <a:moveTo>
                  <a:pt x="63" y="90"/>
                </a:moveTo>
                <a:cubicBezTo>
                  <a:pt x="61" y="99"/>
                  <a:pt x="60" y="108"/>
                  <a:pt x="60" y="118"/>
                </a:cubicBezTo>
                <a:cubicBezTo>
                  <a:pt x="23" y="118"/>
                  <a:pt x="23" y="118"/>
                  <a:pt x="23" y="118"/>
                </a:cubicBezTo>
                <a:cubicBezTo>
                  <a:pt x="29" y="107"/>
                  <a:pt x="43" y="97"/>
                  <a:pt x="63" y="90"/>
                </a:cubicBezTo>
                <a:moveTo>
                  <a:pt x="176" y="118"/>
                </a:moveTo>
                <a:cubicBezTo>
                  <a:pt x="138" y="118"/>
                  <a:pt x="138" y="118"/>
                  <a:pt x="138" y="118"/>
                </a:cubicBezTo>
                <a:cubicBezTo>
                  <a:pt x="138" y="80"/>
                  <a:pt x="138" y="80"/>
                  <a:pt x="138" y="80"/>
                </a:cubicBezTo>
                <a:cubicBezTo>
                  <a:pt x="150" y="80"/>
                  <a:pt x="162" y="82"/>
                  <a:pt x="172" y="84"/>
                </a:cubicBezTo>
                <a:cubicBezTo>
                  <a:pt x="174" y="95"/>
                  <a:pt x="176" y="106"/>
                  <a:pt x="176" y="118"/>
                </a:cubicBezTo>
                <a:moveTo>
                  <a:pt x="172" y="172"/>
                </a:moveTo>
                <a:cubicBezTo>
                  <a:pt x="162" y="174"/>
                  <a:pt x="150" y="175"/>
                  <a:pt x="138" y="176"/>
                </a:cubicBezTo>
                <a:cubicBezTo>
                  <a:pt x="138" y="138"/>
                  <a:pt x="138" y="138"/>
                  <a:pt x="138" y="138"/>
                </a:cubicBezTo>
                <a:cubicBezTo>
                  <a:pt x="176" y="138"/>
                  <a:pt x="176" y="138"/>
                  <a:pt x="176" y="138"/>
                </a:cubicBezTo>
                <a:cubicBezTo>
                  <a:pt x="176" y="150"/>
                  <a:pt x="174" y="161"/>
                  <a:pt x="172" y="172"/>
                </a:cubicBezTo>
                <a:moveTo>
                  <a:pt x="80" y="138"/>
                </a:moveTo>
                <a:cubicBezTo>
                  <a:pt x="118" y="138"/>
                  <a:pt x="118" y="138"/>
                  <a:pt x="118" y="138"/>
                </a:cubicBezTo>
                <a:cubicBezTo>
                  <a:pt x="118" y="176"/>
                  <a:pt x="118" y="176"/>
                  <a:pt x="118" y="176"/>
                </a:cubicBezTo>
                <a:cubicBezTo>
                  <a:pt x="106" y="175"/>
                  <a:pt x="95" y="174"/>
                  <a:pt x="85" y="172"/>
                </a:cubicBezTo>
                <a:cubicBezTo>
                  <a:pt x="82" y="161"/>
                  <a:pt x="81" y="150"/>
                  <a:pt x="80" y="138"/>
                </a:cubicBezTo>
                <a:moveTo>
                  <a:pt x="85" y="84"/>
                </a:moveTo>
                <a:cubicBezTo>
                  <a:pt x="95" y="82"/>
                  <a:pt x="106" y="80"/>
                  <a:pt x="118" y="80"/>
                </a:cubicBezTo>
                <a:cubicBezTo>
                  <a:pt x="118" y="118"/>
                  <a:pt x="118" y="118"/>
                  <a:pt x="118" y="118"/>
                </a:cubicBezTo>
                <a:cubicBezTo>
                  <a:pt x="80" y="118"/>
                  <a:pt x="80" y="118"/>
                  <a:pt x="80" y="118"/>
                </a:cubicBezTo>
                <a:cubicBezTo>
                  <a:pt x="81" y="106"/>
                  <a:pt x="82" y="95"/>
                  <a:pt x="85" y="84"/>
                </a:cubicBezTo>
                <a:moveTo>
                  <a:pt x="138" y="60"/>
                </a:moveTo>
                <a:cubicBezTo>
                  <a:pt x="138" y="22"/>
                  <a:pt x="138" y="22"/>
                  <a:pt x="138" y="22"/>
                </a:cubicBezTo>
                <a:cubicBezTo>
                  <a:pt x="149" y="28"/>
                  <a:pt x="159" y="43"/>
                  <a:pt x="166" y="62"/>
                </a:cubicBezTo>
                <a:cubicBezTo>
                  <a:pt x="157" y="61"/>
                  <a:pt x="148" y="60"/>
                  <a:pt x="138" y="60"/>
                </a:cubicBezTo>
                <a:moveTo>
                  <a:pt x="118" y="22"/>
                </a:moveTo>
                <a:cubicBezTo>
                  <a:pt x="118" y="60"/>
                  <a:pt x="118" y="60"/>
                  <a:pt x="118" y="60"/>
                </a:cubicBezTo>
                <a:cubicBezTo>
                  <a:pt x="109" y="60"/>
                  <a:pt x="99" y="61"/>
                  <a:pt x="91" y="62"/>
                </a:cubicBezTo>
                <a:cubicBezTo>
                  <a:pt x="97" y="43"/>
                  <a:pt x="107" y="28"/>
                  <a:pt x="118" y="22"/>
                </a:cubicBezTo>
                <a:moveTo>
                  <a:pt x="118" y="196"/>
                </a:moveTo>
                <a:cubicBezTo>
                  <a:pt x="118" y="233"/>
                  <a:pt x="118" y="233"/>
                  <a:pt x="118" y="233"/>
                </a:cubicBezTo>
                <a:cubicBezTo>
                  <a:pt x="107" y="228"/>
                  <a:pt x="97" y="213"/>
                  <a:pt x="91" y="193"/>
                </a:cubicBezTo>
                <a:cubicBezTo>
                  <a:pt x="99" y="195"/>
                  <a:pt x="109" y="196"/>
                  <a:pt x="118" y="196"/>
                </a:cubicBezTo>
                <a:moveTo>
                  <a:pt x="138" y="233"/>
                </a:moveTo>
                <a:cubicBezTo>
                  <a:pt x="138" y="196"/>
                  <a:pt x="138" y="196"/>
                  <a:pt x="138" y="196"/>
                </a:cubicBezTo>
                <a:cubicBezTo>
                  <a:pt x="148" y="196"/>
                  <a:pt x="157" y="195"/>
                  <a:pt x="166" y="193"/>
                </a:cubicBezTo>
                <a:cubicBezTo>
                  <a:pt x="159" y="213"/>
                  <a:pt x="149" y="228"/>
                  <a:pt x="138" y="233"/>
                </a:cubicBezTo>
                <a:moveTo>
                  <a:pt x="216" y="77"/>
                </a:moveTo>
                <a:cubicBezTo>
                  <a:pt x="208" y="73"/>
                  <a:pt x="199" y="70"/>
                  <a:pt x="189" y="67"/>
                </a:cubicBezTo>
                <a:cubicBezTo>
                  <a:pt x="186" y="57"/>
                  <a:pt x="183" y="48"/>
                  <a:pt x="179" y="40"/>
                </a:cubicBezTo>
                <a:cubicBezTo>
                  <a:pt x="177" y="36"/>
                  <a:pt x="175" y="33"/>
                  <a:pt x="173" y="30"/>
                </a:cubicBezTo>
                <a:cubicBezTo>
                  <a:pt x="197" y="40"/>
                  <a:pt x="216" y="59"/>
                  <a:pt x="227" y="83"/>
                </a:cubicBezTo>
                <a:cubicBezTo>
                  <a:pt x="223" y="81"/>
                  <a:pt x="220" y="79"/>
                  <a:pt x="216" y="77"/>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3" name="Rectangle 72">
            <a:extLst>
              <a:ext uri="{FF2B5EF4-FFF2-40B4-BE49-F238E27FC236}">
                <a16:creationId xmlns:a16="http://schemas.microsoft.com/office/drawing/2014/main" id="{6C330EF1-46FD-408B-CE94-02D535C825ED}"/>
              </a:ext>
            </a:extLst>
          </p:cNvPr>
          <p:cNvSpPr/>
          <p:nvPr/>
        </p:nvSpPr>
        <p:spPr>
          <a:xfrm>
            <a:off x="7993152" y="2702142"/>
            <a:ext cx="3585898" cy="2419893"/>
          </a:xfrm>
          <a:prstGeom prst="rect">
            <a:avLst/>
          </a:prstGeom>
        </p:spPr>
        <p:txBody>
          <a:bodyPr wrap="square">
            <a:spAutoFit/>
          </a:bodyPr>
          <a:lstStyle/>
          <a:p>
            <a:pPr algn="just">
              <a:lnSpc>
                <a:spcPct val="200000"/>
              </a:lnSpc>
            </a:pPr>
            <a:r>
              <a:rPr lang="en-US" sz="1100" dirty="0" err="1">
                <a:solidFill>
                  <a:schemeClr val="bg1"/>
                </a:solidFill>
              </a:rPr>
              <a:t>Nulla</a:t>
            </a:r>
            <a:r>
              <a:rPr lang="en-US" sz="1100" dirty="0">
                <a:solidFill>
                  <a:schemeClr val="bg1"/>
                </a:solidFill>
              </a:rPr>
              <a:t> </a:t>
            </a:r>
            <a:r>
              <a:rPr lang="en-US" sz="1100" dirty="0" err="1">
                <a:solidFill>
                  <a:schemeClr val="bg1"/>
                </a:solidFill>
              </a:rPr>
              <a:t>quis</a:t>
            </a:r>
            <a:r>
              <a:rPr lang="en-US" sz="1100" dirty="0">
                <a:solidFill>
                  <a:schemeClr val="bg1"/>
                </a:solidFill>
              </a:rPr>
              <a:t> diam. </a:t>
            </a:r>
            <a:r>
              <a:rPr lang="en-US" sz="1100" dirty="0" err="1">
                <a:solidFill>
                  <a:schemeClr val="bg1"/>
                </a:solidFill>
              </a:rPr>
              <a:t>Pellentesque</a:t>
            </a:r>
            <a:r>
              <a:rPr lang="en-US" sz="1100" dirty="0">
                <a:solidFill>
                  <a:schemeClr val="bg1"/>
                </a:solidFill>
              </a:rPr>
              <a:t> ipsum. </a:t>
            </a:r>
            <a:r>
              <a:rPr lang="en-US" sz="1100" dirty="0" err="1">
                <a:solidFill>
                  <a:schemeClr val="bg1"/>
                </a:solidFill>
              </a:rPr>
              <a:t>Aliquam</a:t>
            </a:r>
            <a:r>
              <a:rPr lang="en-US" sz="1100" dirty="0">
                <a:solidFill>
                  <a:schemeClr val="bg1"/>
                </a:solidFill>
              </a:rPr>
              <a:t> id dolor. </a:t>
            </a:r>
            <a:r>
              <a:rPr lang="en-US" sz="1100" dirty="0" err="1">
                <a:solidFill>
                  <a:schemeClr val="bg1"/>
                </a:solidFill>
              </a:rPr>
              <a:t>Vivamus</a:t>
            </a:r>
            <a:r>
              <a:rPr lang="en-US" sz="1100" dirty="0">
                <a:solidFill>
                  <a:schemeClr val="bg1"/>
                </a:solidFill>
              </a:rPr>
              <a:t> </a:t>
            </a:r>
            <a:r>
              <a:rPr lang="en-US" sz="1100" dirty="0" err="1">
                <a:solidFill>
                  <a:schemeClr val="bg1"/>
                </a:solidFill>
              </a:rPr>
              <a:t>luctus</a:t>
            </a:r>
            <a:r>
              <a:rPr lang="en-US" sz="1100" dirty="0">
                <a:solidFill>
                  <a:schemeClr val="bg1"/>
                </a:solidFill>
              </a:rPr>
              <a:t> </a:t>
            </a:r>
            <a:r>
              <a:rPr lang="en-US" sz="1100" dirty="0" err="1">
                <a:solidFill>
                  <a:schemeClr val="bg1"/>
                </a:solidFill>
              </a:rPr>
              <a:t>egestas</a:t>
            </a:r>
            <a:r>
              <a:rPr lang="en-US" sz="1100" dirty="0">
                <a:solidFill>
                  <a:schemeClr val="bg1"/>
                </a:solidFill>
              </a:rPr>
              <a:t> </a:t>
            </a:r>
            <a:r>
              <a:rPr lang="en-US" sz="1100" dirty="0" err="1">
                <a:solidFill>
                  <a:schemeClr val="bg1"/>
                </a:solidFill>
              </a:rPr>
              <a:t>leo</a:t>
            </a:r>
            <a:r>
              <a:rPr lang="en-US" sz="1100" dirty="0">
                <a:solidFill>
                  <a:schemeClr val="bg1"/>
                </a:solidFill>
              </a:rPr>
              <a:t>. </a:t>
            </a:r>
            <a:r>
              <a:rPr lang="en-US" sz="1100" dirty="0" err="1">
                <a:solidFill>
                  <a:schemeClr val="bg1"/>
                </a:solidFill>
              </a:rPr>
              <a:t>Etiam</a:t>
            </a:r>
            <a:r>
              <a:rPr lang="en-US" sz="1100" dirty="0">
                <a:solidFill>
                  <a:schemeClr val="bg1"/>
                </a:solidFill>
              </a:rPr>
              <a:t> </a:t>
            </a:r>
            <a:r>
              <a:rPr lang="en-US" sz="1100" dirty="0" err="1">
                <a:solidFill>
                  <a:schemeClr val="bg1"/>
                </a:solidFill>
              </a:rPr>
              <a:t>quis</a:t>
            </a:r>
            <a:r>
              <a:rPr lang="en-US" sz="1100" dirty="0">
                <a:solidFill>
                  <a:schemeClr val="bg1"/>
                </a:solidFill>
              </a:rPr>
              <a:t> quam. </a:t>
            </a:r>
            <a:r>
              <a:rPr lang="en-US" sz="1100" dirty="0" err="1">
                <a:solidFill>
                  <a:schemeClr val="bg1"/>
                </a:solidFill>
              </a:rPr>
              <a:t>Curabitur</a:t>
            </a:r>
            <a:r>
              <a:rPr lang="en-US" sz="1100" dirty="0">
                <a:solidFill>
                  <a:schemeClr val="bg1"/>
                </a:solidFill>
              </a:rPr>
              <a:t> </a:t>
            </a:r>
            <a:r>
              <a:rPr lang="en-US" sz="1100" dirty="0" err="1">
                <a:solidFill>
                  <a:schemeClr val="bg1"/>
                </a:solidFill>
              </a:rPr>
              <a:t>bibendum</a:t>
            </a:r>
            <a:r>
              <a:rPr lang="en-US" sz="1100" dirty="0">
                <a:solidFill>
                  <a:schemeClr val="bg1"/>
                </a:solidFill>
              </a:rPr>
              <a:t> </a:t>
            </a:r>
            <a:r>
              <a:rPr lang="en-US" sz="1100" dirty="0" err="1">
                <a:solidFill>
                  <a:schemeClr val="bg1"/>
                </a:solidFill>
              </a:rPr>
              <a:t>justo</a:t>
            </a:r>
            <a:r>
              <a:rPr lang="en-US" sz="1100" dirty="0">
                <a:solidFill>
                  <a:schemeClr val="bg1"/>
                </a:solidFill>
              </a:rPr>
              <a:t> non </a:t>
            </a:r>
            <a:r>
              <a:rPr lang="en-US" sz="1100" dirty="0" err="1">
                <a:solidFill>
                  <a:schemeClr val="bg1"/>
                </a:solidFill>
              </a:rPr>
              <a:t>orci</a:t>
            </a:r>
            <a:r>
              <a:rPr lang="en-US" sz="1100" dirty="0">
                <a:solidFill>
                  <a:schemeClr val="bg1"/>
                </a:solidFill>
              </a:rPr>
              <a:t>. </a:t>
            </a:r>
            <a:r>
              <a:rPr lang="en-US" sz="1100" dirty="0" err="1">
                <a:solidFill>
                  <a:schemeClr val="bg1"/>
                </a:solidFill>
              </a:rPr>
              <a:t>Duis</a:t>
            </a:r>
            <a:r>
              <a:rPr lang="en-US" sz="1100" dirty="0">
                <a:solidFill>
                  <a:schemeClr val="bg1"/>
                </a:solidFill>
              </a:rPr>
              <a:t> </a:t>
            </a:r>
            <a:r>
              <a:rPr lang="en-US" sz="1100" dirty="0" err="1">
                <a:solidFill>
                  <a:schemeClr val="bg1"/>
                </a:solidFill>
              </a:rPr>
              <a:t>aute</a:t>
            </a:r>
            <a:r>
              <a:rPr lang="en-US" sz="1100" dirty="0">
                <a:solidFill>
                  <a:schemeClr val="bg1"/>
                </a:solidFill>
              </a:rPr>
              <a:t> </a:t>
            </a:r>
            <a:r>
              <a:rPr lang="en-US" sz="1100" dirty="0" err="1">
                <a:solidFill>
                  <a:schemeClr val="bg1"/>
                </a:solidFill>
              </a:rPr>
              <a:t>irure</a:t>
            </a:r>
            <a:r>
              <a:rPr lang="en-US" sz="1100" dirty="0">
                <a:solidFill>
                  <a:schemeClr val="bg1"/>
                </a:solidFill>
              </a:rPr>
              <a:t> dolor in </a:t>
            </a:r>
            <a:r>
              <a:rPr lang="en-US" sz="1100" dirty="0" err="1">
                <a:solidFill>
                  <a:schemeClr val="bg1"/>
                </a:solidFill>
              </a:rPr>
              <a:t>reprehenderit</a:t>
            </a:r>
            <a:r>
              <a:rPr lang="en-US" sz="1100" dirty="0">
                <a:solidFill>
                  <a:schemeClr val="bg1"/>
                </a:solidFill>
              </a:rPr>
              <a:t> in </a:t>
            </a:r>
            <a:r>
              <a:rPr lang="en-US" sz="1100" dirty="0" err="1">
                <a:solidFill>
                  <a:schemeClr val="bg1"/>
                </a:solidFill>
              </a:rPr>
              <a:t>voluptate</a:t>
            </a:r>
            <a:r>
              <a:rPr lang="en-US" sz="1100" dirty="0">
                <a:solidFill>
                  <a:schemeClr val="bg1"/>
                </a:solidFill>
              </a:rPr>
              <a:t> </a:t>
            </a:r>
            <a:r>
              <a:rPr lang="en-US" sz="1100" dirty="0" err="1">
                <a:solidFill>
                  <a:schemeClr val="bg1"/>
                </a:solidFill>
              </a:rPr>
              <a:t>velit</a:t>
            </a:r>
            <a:r>
              <a:rPr lang="en-US" sz="1100" dirty="0">
                <a:solidFill>
                  <a:schemeClr val="bg1"/>
                </a:solidFill>
              </a:rPr>
              <a:t> </a:t>
            </a:r>
            <a:r>
              <a:rPr lang="en-US" sz="1100" dirty="0" err="1">
                <a:solidFill>
                  <a:schemeClr val="bg1"/>
                </a:solidFill>
              </a:rPr>
              <a:t>esse</a:t>
            </a:r>
            <a:r>
              <a:rPr lang="en-US" sz="1100" dirty="0">
                <a:solidFill>
                  <a:schemeClr val="bg1"/>
                </a:solidFill>
              </a:rPr>
              <a:t> </a:t>
            </a:r>
            <a:r>
              <a:rPr lang="en-US" sz="1100" dirty="0" err="1">
                <a:solidFill>
                  <a:schemeClr val="bg1"/>
                </a:solidFill>
              </a:rPr>
              <a:t>cillum</a:t>
            </a:r>
            <a:r>
              <a:rPr lang="en-US" sz="1100" dirty="0">
                <a:solidFill>
                  <a:schemeClr val="bg1"/>
                </a:solidFill>
              </a:rPr>
              <a:t> </a:t>
            </a:r>
            <a:r>
              <a:rPr lang="en-US" sz="1100" dirty="0" err="1">
                <a:solidFill>
                  <a:schemeClr val="bg1"/>
                </a:solidFill>
              </a:rPr>
              <a:t>dolore</a:t>
            </a:r>
            <a:r>
              <a:rPr lang="en-US" sz="1100" dirty="0">
                <a:solidFill>
                  <a:schemeClr val="bg1"/>
                </a:solidFill>
              </a:rPr>
              <a:t> </a:t>
            </a:r>
            <a:r>
              <a:rPr lang="en-US" sz="1100" dirty="0" err="1">
                <a:solidFill>
                  <a:schemeClr val="bg1"/>
                </a:solidFill>
              </a:rPr>
              <a:t>eu</a:t>
            </a:r>
            <a:r>
              <a:rPr lang="en-US" sz="1100" dirty="0">
                <a:solidFill>
                  <a:schemeClr val="bg1"/>
                </a:solidFill>
              </a:rPr>
              <a:t> </a:t>
            </a:r>
            <a:r>
              <a:rPr lang="en-US" sz="1100" dirty="0" err="1">
                <a:solidFill>
                  <a:schemeClr val="bg1"/>
                </a:solidFill>
              </a:rPr>
              <a:t>fugiat</a:t>
            </a:r>
            <a:r>
              <a:rPr lang="en-US" sz="1100" dirty="0">
                <a:solidFill>
                  <a:schemeClr val="bg1"/>
                </a:solidFill>
              </a:rPr>
              <a:t> </a:t>
            </a:r>
            <a:r>
              <a:rPr lang="en-US" sz="1100" dirty="0" err="1">
                <a:solidFill>
                  <a:schemeClr val="bg1"/>
                </a:solidFill>
              </a:rPr>
              <a:t>nulla</a:t>
            </a:r>
            <a:r>
              <a:rPr lang="en-US" sz="1100" dirty="0">
                <a:solidFill>
                  <a:schemeClr val="bg1"/>
                </a:solidFill>
              </a:rPr>
              <a:t> </a:t>
            </a:r>
            <a:r>
              <a:rPr lang="en-US" sz="1100" dirty="0" err="1">
                <a:solidFill>
                  <a:schemeClr val="bg1"/>
                </a:solidFill>
              </a:rPr>
              <a:t>pariatur</a:t>
            </a:r>
            <a:r>
              <a:rPr lang="en-US" sz="1100" dirty="0">
                <a:solidFill>
                  <a:schemeClr val="bg1"/>
                </a:solidFill>
              </a:rPr>
              <a:t>. </a:t>
            </a:r>
            <a:r>
              <a:rPr lang="en-US" sz="1100" dirty="0" err="1">
                <a:solidFill>
                  <a:schemeClr val="bg1"/>
                </a:solidFill>
              </a:rPr>
              <a:t>Suspendisse</a:t>
            </a:r>
            <a:r>
              <a:rPr lang="en-US" sz="1100" dirty="0">
                <a:solidFill>
                  <a:schemeClr val="bg1"/>
                </a:solidFill>
              </a:rPr>
              <a:t> </a:t>
            </a:r>
            <a:r>
              <a:rPr lang="en-US" sz="1100" dirty="0" err="1">
                <a:solidFill>
                  <a:schemeClr val="bg1"/>
                </a:solidFill>
              </a:rPr>
              <a:t>nisl</a:t>
            </a:r>
            <a:r>
              <a:rPr lang="en-US" sz="1100" dirty="0">
                <a:solidFill>
                  <a:schemeClr val="bg1"/>
                </a:solidFill>
              </a:rPr>
              <a:t>. </a:t>
            </a:r>
            <a:r>
              <a:rPr lang="en-US" sz="1100" dirty="0" err="1">
                <a:solidFill>
                  <a:schemeClr val="bg1"/>
                </a:solidFill>
              </a:rPr>
              <a:t>Duis</a:t>
            </a:r>
            <a:r>
              <a:rPr lang="en-US" sz="1100" dirty="0">
                <a:solidFill>
                  <a:schemeClr val="bg1"/>
                </a:solidFill>
              </a:rPr>
              <a:t> ante </a:t>
            </a:r>
            <a:r>
              <a:rPr lang="en-US" sz="1100" dirty="0" err="1">
                <a:solidFill>
                  <a:schemeClr val="bg1"/>
                </a:solidFill>
              </a:rPr>
              <a:t>orci</a:t>
            </a:r>
            <a:r>
              <a:rPr lang="en-US" sz="1100" dirty="0">
                <a:solidFill>
                  <a:schemeClr val="bg1"/>
                </a:solidFill>
              </a:rPr>
              <a:t>, </a:t>
            </a:r>
            <a:r>
              <a:rPr lang="en-US" sz="1100" dirty="0" err="1">
                <a:solidFill>
                  <a:schemeClr val="bg1"/>
                </a:solidFill>
              </a:rPr>
              <a:t>molestie</a:t>
            </a:r>
            <a:r>
              <a:rPr lang="en-US" sz="1100" dirty="0">
                <a:solidFill>
                  <a:schemeClr val="bg1"/>
                </a:solidFill>
              </a:rPr>
              <a:t> vitae </a:t>
            </a:r>
            <a:r>
              <a:rPr lang="en-US" sz="1100" dirty="0" err="1">
                <a:solidFill>
                  <a:schemeClr val="bg1"/>
                </a:solidFill>
              </a:rPr>
              <a:t>vehicula</a:t>
            </a:r>
            <a:r>
              <a:rPr lang="en-US" sz="1100" dirty="0">
                <a:solidFill>
                  <a:schemeClr val="bg1"/>
                </a:solidFill>
              </a:rPr>
              <a:t> </a:t>
            </a:r>
            <a:r>
              <a:rPr lang="en-US" sz="1100" dirty="0" err="1">
                <a:solidFill>
                  <a:schemeClr val="bg1"/>
                </a:solidFill>
              </a:rPr>
              <a:t>venenatis</a:t>
            </a:r>
            <a:r>
              <a:rPr lang="en-US" sz="1100" dirty="0">
                <a:solidFill>
                  <a:schemeClr val="bg1"/>
                </a:solidFill>
              </a:rPr>
              <a:t>, </a:t>
            </a:r>
            <a:endParaRPr lang="id-ID" sz="1100" dirty="0">
              <a:solidFill>
                <a:schemeClr val="bg1"/>
              </a:solidFill>
            </a:endParaRPr>
          </a:p>
        </p:txBody>
      </p:sp>
      <p:cxnSp>
        <p:nvCxnSpPr>
          <p:cNvPr id="75" name="Straight Connector 74">
            <a:extLst>
              <a:ext uri="{FF2B5EF4-FFF2-40B4-BE49-F238E27FC236}">
                <a16:creationId xmlns:a16="http://schemas.microsoft.com/office/drawing/2014/main" id="{3A827C74-0170-C59F-0FFF-5B50B13BE325}"/>
              </a:ext>
            </a:extLst>
          </p:cNvPr>
          <p:cNvCxnSpPr>
            <a:cxnSpLocks/>
          </p:cNvCxnSpPr>
          <p:nvPr/>
        </p:nvCxnSpPr>
        <p:spPr>
          <a:xfrm>
            <a:off x="4007223" y="2761227"/>
            <a:ext cx="0" cy="2395151"/>
          </a:xfrm>
          <a:prstGeom prst="line">
            <a:avLst/>
          </a:prstGeom>
          <a:ln>
            <a:solidFill>
              <a:schemeClr val="bg1">
                <a:alpha val="72000"/>
              </a:schemeClr>
            </a:solidFill>
          </a:ln>
        </p:spPr>
        <p:style>
          <a:lnRef idx="1">
            <a:schemeClr val="accent1"/>
          </a:lnRef>
          <a:fillRef idx="0">
            <a:schemeClr val="accent1"/>
          </a:fillRef>
          <a:effectRef idx="0">
            <a:schemeClr val="accent1"/>
          </a:effectRef>
          <a:fontRef idx="minor">
            <a:schemeClr val="tx1"/>
          </a:fontRef>
        </p:style>
      </p:cxnSp>
      <p:sp>
        <p:nvSpPr>
          <p:cNvPr id="77" name="Title 1">
            <a:extLst>
              <a:ext uri="{FF2B5EF4-FFF2-40B4-BE49-F238E27FC236}">
                <a16:creationId xmlns:a16="http://schemas.microsoft.com/office/drawing/2014/main" id="{B548D6E4-ED74-054E-B45F-47619836641B}"/>
              </a:ext>
            </a:extLst>
          </p:cNvPr>
          <p:cNvSpPr txBox="1">
            <a:spLocks/>
          </p:cNvSpPr>
          <p:nvPr/>
        </p:nvSpPr>
        <p:spPr>
          <a:xfrm>
            <a:off x="593623" y="1149459"/>
            <a:ext cx="6615952" cy="1325563"/>
          </a:xfrm>
          <a:prstGeom prst="rect">
            <a:avLst/>
          </a:prstGeom>
        </p:spPr>
        <p:txBody>
          <a:bodyPr/>
          <a:lstStyle>
            <a:lvl1pPr algn="l" defTabSz="914400" rtl="0" eaLnBrk="1" latinLnBrk="0" hangingPunct="1">
              <a:lnSpc>
                <a:spcPct val="90000"/>
              </a:lnSpc>
              <a:spcBef>
                <a:spcPct val="0"/>
              </a:spcBef>
              <a:buNone/>
              <a:defRPr sz="3200" b="1" kern="1200">
                <a:solidFill>
                  <a:schemeClr val="tx1">
                    <a:lumMod val="75000"/>
                    <a:lumOff val="25000"/>
                  </a:schemeClr>
                </a:solidFill>
                <a:latin typeface="+mj-lt"/>
                <a:ea typeface="+mj-ea"/>
                <a:cs typeface="+mj-cs"/>
              </a:defRPr>
            </a:lvl1pPr>
          </a:lstStyle>
          <a:p>
            <a:pPr algn="ctr"/>
            <a:r>
              <a:rPr lang="en-MY" dirty="0">
                <a:solidFill>
                  <a:schemeClr val="bg1"/>
                </a:solidFill>
              </a:rPr>
              <a:t>YOUR TITLE HERE</a:t>
            </a:r>
          </a:p>
        </p:txBody>
      </p:sp>
    </p:spTree>
    <p:extLst>
      <p:ext uri="{BB962C8B-B14F-4D97-AF65-F5344CB8AC3E}">
        <p14:creationId xmlns:p14="http://schemas.microsoft.com/office/powerpoint/2010/main" val="753659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40534-9E53-D30D-378C-D465DE4F8406}"/>
              </a:ext>
            </a:extLst>
          </p:cNvPr>
          <p:cNvSpPr txBox="1"/>
          <p:nvPr/>
        </p:nvSpPr>
        <p:spPr>
          <a:xfrm>
            <a:off x="2157412" y="3042605"/>
            <a:ext cx="8043862" cy="2430152"/>
          </a:xfrm>
          <a:prstGeom prst="rect">
            <a:avLst/>
          </a:prstGeom>
          <a:noFill/>
        </p:spPr>
        <p:txBody>
          <a:bodyPr wrap="square" anchor="ctr">
            <a:spAutoFit/>
          </a:bodyPr>
          <a:lstStyle/>
          <a:p>
            <a:pPr algn="ctr" eaLnBrk="1" fontAlgn="auto" hangingPunct="1">
              <a:lnSpc>
                <a:spcPct val="150000"/>
              </a:lnSpc>
              <a:spcBef>
                <a:spcPts val="800"/>
              </a:spcBef>
              <a:spcAft>
                <a:spcPts val="0"/>
              </a:spcAft>
              <a:defRPr/>
            </a:pPr>
            <a:r>
              <a:rPr lang="en-MY" sz="1400" dirty="0">
                <a:solidFill>
                  <a:schemeClr val="bg1"/>
                </a:solidFill>
                <a:latin typeface="+mj-lt"/>
                <a:cs typeface="Lato" panose="020F0502020204030203" pitchFamily="34" charset="0"/>
              </a:rPr>
              <a:t>Lorem ipsum dolor sit amet, consectetur adipiscing elit. Proin vitae elit convallis, porta orci nec, pretium lorem. Proin rutrum, odio vitae porttitor mollis, tellus diam egestas sem, at finibus mi leo in nulla. </a:t>
            </a:r>
          </a:p>
          <a:p>
            <a:pPr algn="ctr" eaLnBrk="1" fontAlgn="auto" hangingPunct="1">
              <a:lnSpc>
                <a:spcPct val="150000"/>
              </a:lnSpc>
              <a:spcBef>
                <a:spcPts val="800"/>
              </a:spcBef>
              <a:spcAft>
                <a:spcPts val="0"/>
              </a:spcAft>
              <a:defRPr/>
            </a:pPr>
            <a:r>
              <a:rPr lang="en-MY" sz="1400" dirty="0">
                <a:solidFill>
                  <a:schemeClr val="bg1"/>
                </a:solidFill>
                <a:latin typeface="+mj-lt"/>
                <a:cs typeface="Lato" panose="020F0502020204030203" pitchFamily="34" charset="0"/>
              </a:rPr>
              <a:t>Fusce ut vehicula quam, nec suscipit velit. Proin a tempus turpis, sit amet aliquam nisl. Nullam consequat ac mauris at volutpat. Aenean aliquet risus quis varius cursus. Donec ipsum sem, gravida sed lectus et, scelerisque ornare leo. Morbi tincidunt lacus in lectus commodo vestibulum. </a:t>
            </a:r>
            <a:endParaRPr lang="ru-RU" sz="1400" b="1" dirty="0">
              <a:solidFill>
                <a:schemeClr val="bg1"/>
              </a:solidFill>
              <a:latin typeface="+mj-lt"/>
              <a:cs typeface="Lato" panose="020F0502020204030203" pitchFamily="34" charset="0"/>
            </a:endParaRPr>
          </a:p>
        </p:txBody>
      </p:sp>
      <p:sp>
        <p:nvSpPr>
          <p:cNvPr id="3" name="TextBox 2">
            <a:extLst>
              <a:ext uri="{FF2B5EF4-FFF2-40B4-BE49-F238E27FC236}">
                <a16:creationId xmlns:a16="http://schemas.microsoft.com/office/drawing/2014/main" id="{84C7AAA5-225C-9AFA-3BC0-6C5B51AA19DC}"/>
              </a:ext>
            </a:extLst>
          </p:cNvPr>
          <p:cNvSpPr txBox="1"/>
          <p:nvPr/>
        </p:nvSpPr>
        <p:spPr>
          <a:xfrm>
            <a:off x="1128713" y="1879704"/>
            <a:ext cx="9915524" cy="854080"/>
          </a:xfrm>
          <a:prstGeom prst="rect">
            <a:avLst/>
          </a:prstGeom>
          <a:noFill/>
        </p:spPr>
        <p:txBody>
          <a:bodyPr wrap="square" anchor="ctr">
            <a:spAutoFit/>
          </a:bodyPr>
          <a:lstStyle/>
          <a:p>
            <a:pPr algn="ctr" eaLnBrk="1" fontAlgn="auto" hangingPunct="1">
              <a:lnSpc>
                <a:spcPct val="150000"/>
              </a:lnSpc>
              <a:spcBef>
                <a:spcPts val="800"/>
              </a:spcBef>
              <a:spcAft>
                <a:spcPts val="0"/>
              </a:spcAft>
              <a:defRPr/>
            </a:pPr>
            <a:r>
              <a:rPr lang="en-MY" sz="3600" dirty="0">
                <a:solidFill>
                  <a:schemeClr val="bg1"/>
                </a:solidFill>
                <a:latin typeface="+mj-lt"/>
                <a:cs typeface="Lato" panose="020F0502020204030203" pitchFamily="34" charset="0"/>
              </a:rPr>
              <a:t>Lorem ipsum dolor sit amet</a:t>
            </a:r>
            <a:endParaRPr lang="ru-RU" sz="3600" b="1" dirty="0">
              <a:solidFill>
                <a:schemeClr val="bg1"/>
              </a:solidFill>
              <a:latin typeface="+mj-lt"/>
              <a:cs typeface="Lato" panose="020F0502020204030203" pitchFamily="34" charset="0"/>
            </a:endParaRPr>
          </a:p>
        </p:txBody>
      </p:sp>
    </p:spTree>
    <p:extLst>
      <p:ext uri="{BB962C8B-B14F-4D97-AF65-F5344CB8AC3E}">
        <p14:creationId xmlns:p14="http://schemas.microsoft.com/office/powerpoint/2010/main" val="181008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2D26168F-5A66-4AEB-CDBE-848BCACC4FCA}"/>
              </a:ext>
            </a:extLst>
          </p:cNvPr>
          <p:cNvGrpSpPr/>
          <p:nvPr/>
        </p:nvGrpSpPr>
        <p:grpSpPr>
          <a:xfrm>
            <a:off x="2807998" y="1514205"/>
            <a:ext cx="6495819" cy="4241601"/>
            <a:chOff x="2981122" y="2054963"/>
            <a:chExt cx="6495819" cy="4241601"/>
          </a:xfrm>
        </p:grpSpPr>
        <p:sp>
          <p:nvSpPr>
            <p:cNvPr id="33" name="Oval 32">
              <a:extLst>
                <a:ext uri="{FF2B5EF4-FFF2-40B4-BE49-F238E27FC236}">
                  <a16:creationId xmlns:a16="http://schemas.microsoft.com/office/drawing/2014/main" id="{F5862F65-995D-11BD-BCA2-0C20727CB801}"/>
                </a:ext>
              </a:extLst>
            </p:cNvPr>
            <p:cNvSpPr/>
            <p:nvPr/>
          </p:nvSpPr>
          <p:spPr>
            <a:xfrm>
              <a:off x="5039615" y="2980553"/>
              <a:ext cx="2441005" cy="2441000"/>
            </a:xfrm>
            <a:prstGeom prst="ellipse">
              <a:avLst/>
            </a:prstGeom>
            <a:solidFill>
              <a:schemeClr val="bg1"/>
            </a:solidFill>
            <a:ln w="171450">
              <a:noFill/>
            </a:ln>
            <a:effectLst>
              <a:outerShdw blurRad="127000" dist="88900" dir="552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876"/>
            </a:p>
          </p:txBody>
        </p:sp>
        <p:grpSp>
          <p:nvGrpSpPr>
            <p:cNvPr id="34" name="Group 33">
              <a:extLst>
                <a:ext uri="{FF2B5EF4-FFF2-40B4-BE49-F238E27FC236}">
                  <a16:creationId xmlns:a16="http://schemas.microsoft.com/office/drawing/2014/main" id="{1B01B93C-1358-3848-F588-F97D34CCE95F}"/>
                </a:ext>
              </a:extLst>
            </p:cNvPr>
            <p:cNvGrpSpPr/>
            <p:nvPr/>
          </p:nvGrpSpPr>
          <p:grpSpPr>
            <a:xfrm>
              <a:off x="8087596" y="2054963"/>
              <a:ext cx="1389345" cy="4241601"/>
              <a:chOff x="8087596" y="2054963"/>
              <a:chExt cx="1389345" cy="4241601"/>
            </a:xfrm>
          </p:grpSpPr>
          <p:grpSp>
            <p:nvGrpSpPr>
              <p:cNvPr id="67" name="Group 66">
                <a:extLst>
                  <a:ext uri="{FF2B5EF4-FFF2-40B4-BE49-F238E27FC236}">
                    <a16:creationId xmlns:a16="http://schemas.microsoft.com/office/drawing/2014/main" id="{6F21F2C6-A481-3114-554F-519419BBF0FC}"/>
                  </a:ext>
                </a:extLst>
              </p:cNvPr>
              <p:cNvGrpSpPr/>
              <p:nvPr/>
            </p:nvGrpSpPr>
            <p:grpSpPr>
              <a:xfrm>
                <a:off x="8087596" y="5576076"/>
                <a:ext cx="720490" cy="720488"/>
                <a:chOff x="912987" y="3985306"/>
                <a:chExt cx="1332461" cy="1332461"/>
              </a:xfrm>
            </p:grpSpPr>
            <p:sp>
              <p:nvSpPr>
                <p:cNvPr id="68" name="Oval 67">
                  <a:extLst>
                    <a:ext uri="{FF2B5EF4-FFF2-40B4-BE49-F238E27FC236}">
                      <a16:creationId xmlns:a16="http://schemas.microsoft.com/office/drawing/2014/main" id="{D410303E-3C30-7FD8-B693-DAA9BF84EDB1}"/>
                    </a:ext>
                  </a:extLst>
                </p:cNvPr>
                <p:cNvSpPr/>
                <p:nvPr/>
              </p:nvSpPr>
              <p:spPr>
                <a:xfrm>
                  <a:off x="912987" y="3985306"/>
                  <a:ext cx="1332461" cy="1332461"/>
                </a:xfrm>
                <a:prstGeom prst="ellipse">
                  <a:avLst/>
                </a:prstGeom>
                <a:solidFill>
                  <a:schemeClr val="accent3">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6">
                    <a:solidFill>
                      <a:schemeClr val="bg1"/>
                    </a:solidFill>
                    <a:latin typeface="Montserrat Light" panose="00000400000000000000" pitchFamily="50" charset="0"/>
                  </a:endParaRPr>
                </a:p>
              </p:txBody>
            </p:sp>
            <p:sp>
              <p:nvSpPr>
                <p:cNvPr id="69" name="Oval 68">
                  <a:extLst>
                    <a:ext uri="{FF2B5EF4-FFF2-40B4-BE49-F238E27FC236}">
                      <a16:creationId xmlns:a16="http://schemas.microsoft.com/office/drawing/2014/main" id="{ED20BF8F-F66D-78F7-2D91-D20D534EAE9A}"/>
                    </a:ext>
                  </a:extLst>
                </p:cNvPr>
                <p:cNvSpPr/>
                <p:nvPr/>
              </p:nvSpPr>
              <p:spPr>
                <a:xfrm>
                  <a:off x="1008481" y="4080800"/>
                  <a:ext cx="1141474" cy="1141474"/>
                </a:xfrm>
                <a:prstGeom prst="ellipse">
                  <a:avLst/>
                </a:prstGeom>
                <a:solidFill>
                  <a:schemeClr val="accent3">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6">
                    <a:solidFill>
                      <a:schemeClr val="bg1"/>
                    </a:solidFill>
                    <a:latin typeface="Montserrat Light" panose="00000400000000000000" pitchFamily="50" charset="0"/>
                  </a:endParaRPr>
                </a:p>
              </p:txBody>
            </p:sp>
            <p:sp>
              <p:nvSpPr>
                <p:cNvPr id="70" name="Oval 69">
                  <a:extLst>
                    <a:ext uri="{FF2B5EF4-FFF2-40B4-BE49-F238E27FC236}">
                      <a16:creationId xmlns:a16="http://schemas.microsoft.com/office/drawing/2014/main" id="{EB49DD96-9EC0-879D-7764-740D5B7037FC}"/>
                    </a:ext>
                  </a:extLst>
                </p:cNvPr>
                <p:cNvSpPr/>
                <p:nvPr/>
              </p:nvSpPr>
              <p:spPr>
                <a:xfrm>
                  <a:off x="1108900" y="4181219"/>
                  <a:ext cx="940635" cy="940635"/>
                </a:xfrm>
                <a:prstGeom prst="ellipse">
                  <a:avLst/>
                </a:prstGeom>
                <a:gradFill>
                  <a:gsLst>
                    <a:gs pos="99000">
                      <a:schemeClr val="accent3"/>
                    </a:gs>
                    <a:gs pos="0">
                      <a:schemeClr val="accent3">
                        <a:lumMod val="75000"/>
                      </a:schemeClr>
                    </a:gs>
                  </a:gsLst>
                  <a:lin ang="9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0" dirty="0">
                    <a:solidFill>
                      <a:schemeClr val="bg1"/>
                    </a:solidFill>
                    <a:latin typeface="Montserrat SemiBold" panose="00000700000000000000" pitchFamily="2" charset="0"/>
                  </a:endParaRPr>
                </a:p>
              </p:txBody>
            </p:sp>
          </p:grpSp>
          <p:grpSp>
            <p:nvGrpSpPr>
              <p:cNvPr id="62" name="Group 61">
                <a:extLst>
                  <a:ext uri="{FF2B5EF4-FFF2-40B4-BE49-F238E27FC236}">
                    <a16:creationId xmlns:a16="http://schemas.microsoft.com/office/drawing/2014/main" id="{03103A9D-BEC8-B859-FB35-E32E00DEED62}"/>
                  </a:ext>
                </a:extLst>
              </p:cNvPr>
              <p:cNvGrpSpPr/>
              <p:nvPr/>
            </p:nvGrpSpPr>
            <p:grpSpPr>
              <a:xfrm>
                <a:off x="8087596" y="2054963"/>
                <a:ext cx="720490" cy="720488"/>
                <a:chOff x="912987" y="3985306"/>
                <a:chExt cx="1332461" cy="1332461"/>
              </a:xfrm>
            </p:grpSpPr>
            <p:sp>
              <p:nvSpPr>
                <p:cNvPr id="63" name="Oval 62">
                  <a:extLst>
                    <a:ext uri="{FF2B5EF4-FFF2-40B4-BE49-F238E27FC236}">
                      <a16:creationId xmlns:a16="http://schemas.microsoft.com/office/drawing/2014/main" id="{CDE22BF3-A97B-1E10-C9E9-841819F8B738}"/>
                    </a:ext>
                  </a:extLst>
                </p:cNvPr>
                <p:cNvSpPr/>
                <p:nvPr/>
              </p:nvSpPr>
              <p:spPr>
                <a:xfrm>
                  <a:off x="912987" y="3985306"/>
                  <a:ext cx="1332461" cy="1332461"/>
                </a:xfrm>
                <a:prstGeom prst="ellipse">
                  <a:avLst/>
                </a:prstGeom>
                <a:solidFill>
                  <a:schemeClr val="accent1">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6">
                    <a:solidFill>
                      <a:schemeClr val="bg1"/>
                    </a:solidFill>
                    <a:latin typeface="Montserrat Light" panose="00000400000000000000" pitchFamily="50" charset="0"/>
                  </a:endParaRPr>
                </a:p>
              </p:txBody>
            </p:sp>
            <p:sp>
              <p:nvSpPr>
                <p:cNvPr id="64" name="Oval 63">
                  <a:extLst>
                    <a:ext uri="{FF2B5EF4-FFF2-40B4-BE49-F238E27FC236}">
                      <a16:creationId xmlns:a16="http://schemas.microsoft.com/office/drawing/2014/main" id="{02AF9390-773D-17D9-E6BB-E50BEEADE137}"/>
                    </a:ext>
                  </a:extLst>
                </p:cNvPr>
                <p:cNvSpPr/>
                <p:nvPr/>
              </p:nvSpPr>
              <p:spPr>
                <a:xfrm>
                  <a:off x="1008481" y="4080800"/>
                  <a:ext cx="1141474" cy="1141474"/>
                </a:xfrm>
                <a:prstGeom prst="ellipse">
                  <a:avLst/>
                </a:prstGeom>
                <a:solidFill>
                  <a:schemeClr val="accent1">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6" dirty="0">
                    <a:solidFill>
                      <a:schemeClr val="bg1"/>
                    </a:solidFill>
                    <a:latin typeface="Montserrat Light" panose="00000400000000000000" pitchFamily="50" charset="0"/>
                  </a:endParaRPr>
                </a:p>
              </p:txBody>
            </p:sp>
            <p:sp>
              <p:nvSpPr>
                <p:cNvPr id="65" name="Oval 64">
                  <a:extLst>
                    <a:ext uri="{FF2B5EF4-FFF2-40B4-BE49-F238E27FC236}">
                      <a16:creationId xmlns:a16="http://schemas.microsoft.com/office/drawing/2014/main" id="{CA612468-536D-AC65-1D13-49919CCB34ED}"/>
                    </a:ext>
                  </a:extLst>
                </p:cNvPr>
                <p:cNvSpPr/>
                <p:nvPr/>
              </p:nvSpPr>
              <p:spPr>
                <a:xfrm>
                  <a:off x="1108899" y="4181217"/>
                  <a:ext cx="940634" cy="940635"/>
                </a:xfrm>
                <a:prstGeom prst="ellipse">
                  <a:avLst/>
                </a:prstGeom>
                <a:gradFill>
                  <a:gsLst>
                    <a:gs pos="99000">
                      <a:schemeClr val="accent1"/>
                    </a:gs>
                    <a:gs pos="0">
                      <a:schemeClr val="accent1">
                        <a:lumMod val="75000"/>
                      </a:schemeClr>
                    </a:gs>
                  </a:gsLst>
                  <a:lin ang="9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0" dirty="0">
                    <a:solidFill>
                      <a:schemeClr val="bg1"/>
                    </a:solidFill>
                    <a:latin typeface="Montserrat SemiBold" panose="00000700000000000000" pitchFamily="2" charset="0"/>
                  </a:endParaRPr>
                </a:p>
              </p:txBody>
            </p:sp>
          </p:grpSp>
          <p:grpSp>
            <p:nvGrpSpPr>
              <p:cNvPr id="57" name="Group 56">
                <a:extLst>
                  <a:ext uri="{FF2B5EF4-FFF2-40B4-BE49-F238E27FC236}">
                    <a16:creationId xmlns:a16="http://schemas.microsoft.com/office/drawing/2014/main" id="{247F82AC-718E-106E-8010-09A833EC0D36}"/>
                  </a:ext>
                </a:extLst>
              </p:cNvPr>
              <p:cNvGrpSpPr/>
              <p:nvPr/>
            </p:nvGrpSpPr>
            <p:grpSpPr>
              <a:xfrm>
                <a:off x="8756451" y="3857608"/>
                <a:ext cx="720490" cy="720488"/>
                <a:chOff x="912987" y="3985306"/>
                <a:chExt cx="1332461" cy="1332461"/>
              </a:xfrm>
            </p:grpSpPr>
            <p:sp>
              <p:nvSpPr>
                <p:cNvPr id="58" name="Oval 57">
                  <a:extLst>
                    <a:ext uri="{FF2B5EF4-FFF2-40B4-BE49-F238E27FC236}">
                      <a16:creationId xmlns:a16="http://schemas.microsoft.com/office/drawing/2014/main" id="{7FBD38EA-15F5-CC9A-BAAA-F1080F6F0098}"/>
                    </a:ext>
                  </a:extLst>
                </p:cNvPr>
                <p:cNvSpPr/>
                <p:nvPr/>
              </p:nvSpPr>
              <p:spPr>
                <a:xfrm>
                  <a:off x="912987" y="3985306"/>
                  <a:ext cx="1332461" cy="1332461"/>
                </a:xfrm>
                <a:prstGeom prst="ellipse">
                  <a:avLst/>
                </a:prstGeom>
                <a:solidFill>
                  <a:schemeClr val="accent2">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6">
                    <a:solidFill>
                      <a:schemeClr val="bg1"/>
                    </a:solidFill>
                    <a:latin typeface="Montserrat Light" panose="00000400000000000000" pitchFamily="50" charset="0"/>
                  </a:endParaRPr>
                </a:p>
              </p:txBody>
            </p:sp>
            <p:sp>
              <p:nvSpPr>
                <p:cNvPr id="59" name="Oval 58">
                  <a:extLst>
                    <a:ext uri="{FF2B5EF4-FFF2-40B4-BE49-F238E27FC236}">
                      <a16:creationId xmlns:a16="http://schemas.microsoft.com/office/drawing/2014/main" id="{A992F10D-FD95-5298-037F-CE30CF813988}"/>
                    </a:ext>
                  </a:extLst>
                </p:cNvPr>
                <p:cNvSpPr/>
                <p:nvPr/>
              </p:nvSpPr>
              <p:spPr>
                <a:xfrm>
                  <a:off x="1008481" y="4080800"/>
                  <a:ext cx="1141474" cy="1141474"/>
                </a:xfrm>
                <a:prstGeom prst="ellipse">
                  <a:avLst/>
                </a:prstGeom>
                <a:solidFill>
                  <a:schemeClr val="accent2">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6">
                    <a:solidFill>
                      <a:schemeClr val="bg1"/>
                    </a:solidFill>
                    <a:latin typeface="Montserrat Light" panose="00000400000000000000" pitchFamily="50" charset="0"/>
                  </a:endParaRPr>
                </a:p>
              </p:txBody>
            </p:sp>
            <p:sp>
              <p:nvSpPr>
                <p:cNvPr id="60" name="Oval 59">
                  <a:extLst>
                    <a:ext uri="{FF2B5EF4-FFF2-40B4-BE49-F238E27FC236}">
                      <a16:creationId xmlns:a16="http://schemas.microsoft.com/office/drawing/2014/main" id="{DD73D734-1A1E-9E43-56C8-519D604C8E02}"/>
                    </a:ext>
                  </a:extLst>
                </p:cNvPr>
                <p:cNvSpPr/>
                <p:nvPr/>
              </p:nvSpPr>
              <p:spPr>
                <a:xfrm>
                  <a:off x="1108900" y="4181219"/>
                  <a:ext cx="940635" cy="940635"/>
                </a:xfrm>
                <a:prstGeom prst="ellipse">
                  <a:avLst/>
                </a:prstGeom>
                <a:gradFill>
                  <a:gsLst>
                    <a:gs pos="99000">
                      <a:schemeClr val="accent2"/>
                    </a:gs>
                    <a:gs pos="0">
                      <a:schemeClr val="accent2">
                        <a:lumMod val="75000"/>
                      </a:schemeClr>
                    </a:gs>
                  </a:gsLst>
                  <a:lin ang="9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0" dirty="0">
                    <a:solidFill>
                      <a:schemeClr val="bg1"/>
                    </a:solidFill>
                    <a:latin typeface="Montserrat SemiBold" panose="00000700000000000000" pitchFamily="2" charset="0"/>
                  </a:endParaRPr>
                </a:p>
              </p:txBody>
            </p:sp>
          </p:grpSp>
        </p:grpSp>
        <p:grpSp>
          <p:nvGrpSpPr>
            <p:cNvPr id="49" name="Group 48">
              <a:extLst>
                <a:ext uri="{FF2B5EF4-FFF2-40B4-BE49-F238E27FC236}">
                  <a16:creationId xmlns:a16="http://schemas.microsoft.com/office/drawing/2014/main" id="{CF3083AC-0813-6E7D-3C6D-3C73777A3FE7}"/>
                </a:ext>
              </a:extLst>
            </p:cNvPr>
            <p:cNvGrpSpPr/>
            <p:nvPr/>
          </p:nvGrpSpPr>
          <p:grpSpPr>
            <a:xfrm flipH="1">
              <a:off x="3649977" y="5576076"/>
              <a:ext cx="720490" cy="720488"/>
              <a:chOff x="912987" y="3985306"/>
              <a:chExt cx="1332461" cy="1332461"/>
            </a:xfrm>
          </p:grpSpPr>
          <p:sp>
            <p:nvSpPr>
              <p:cNvPr id="50" name="Oval 49">
                <a:extLst>
                  <a:ext uri="{FF2B5EF4-FFF2-40B4-BE49-F238E27FC236}">
                    <a16:creationId xmlns:a16="http://schemas.microsoft.com/office/drawing/2014/main" id="{C1DE82E7-CF78-740F-A720-7D402455A62C}"/>
                  </a:ext>
                </a:extLst>
              </p:cNvPr>
              <p:cNvSpPr/>
              <p:nvPr/>
            </p:nvSpPr>
            <p:spPr>
              <a:xfrm>
                <a:off x="912987" y="3985306"/>
                <a:ext cx="1332461" cy="1332461"/>
              </a:xfrm>
              <a:prstGeom prst="ellipse">
                <a:avLst/>
              </a:prstGeom>
              <a:solidFill>
                <a:schemeClr val="accent4">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6">
                  <a:solidFill>
                    <a:schemeClr val="bg1"/>
                  </a:solidFill>
                  <a:latin typeface="Montserrat Light" panose="00000400000000000000" pitchFamily="50" charset="0"/>
                </a:endParaRPr>
              </a:p>
            </p:txBody>
          </p:sp>
          <p:sp>
            <p:nvSpPr>
              <p:cNvPr id="51" name="Oval 50">
                <a:extLst>
                  <a:ext uri="{FF2B5EF4-FFF2-40B4-BE49-F238E27FC236}">
                    <a16:creationId xmlns:a16="http://schemas.microsoft.com/office/drawing/2014/main" id="{95A2D11D-071C-9311-436B-01E364A15FD7}"/>
                  </a:ext>
                </a:extLst>
              </p:cNvPr>
              <p:cNvSpPr/>
              <p:nvPr/>
            </p:nvSpPr>
            <p:spPr>
              <a:xfrm>
                <a:off x="1008481" y="4080800"/>
                <a:ext cx="1141474" cy="1141474"/>
              </a:xfrm>
              <a:prstGeom prst="ellipse">
                <a:avLst/>
              </a:prstGeom>
              <a:solidFill>
                <a:schemeClr val="accent4">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6">
                  <a:solidFill>
                    <a:schemeClr val="bg1"/>
                  </a:solidFill>
                  <a:latin typeface="Montserrat Light" panose="00000400000000000000" pitchFamily="50" charset="0"/>
                </a:endParaRPr>
              </a:p>
            </p:txBody>
          </p:sp>
          <p:sp>
            <p:nvSpPr>
              <p:cNvPr id="52" name="Oval 51">
                <a:extLst>
                  <a:ext uri="{FF2B5EF4-FFF2-40B4-BE49-F238E27FC236}">
                    <a16:creationId xmlns:a16="http://schemas.microsoft.com/office/drawing/2014/main" id="{EC7B3F0A-5D97-62D3-CBCB-ED30150FB957}"/>
                  </a:ext>
                </a:extLst>
              </p:cNvPr>
              <p:cNvSpPr/>
              <p:nvPr/>
            </p:nvSpPr>
            <p:spPr>
              <a:xfrm>
                <a:off x="1108900" y="4181219"/>
                <a:ext cx="940635" cy="940635"/>
              </a:xfrm>
              <a:prstGeom prst="ellipse">
                <a:avLst/>
              </a:prstGeom>
              <a:gradFill>
                <a:gsLst>
                  <a:gs pos="99000">
                    <a:schemeClr val="accent4"/>
                  </a:gs>
                  <a:gs pos="0">
                    <a:schemeClr val="accent4">
                      <a:lumMod val="75000"/>
                    </a:schemeClr>
                  </a:gs>
                </a:gsLst>
                <a:lin ang="9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0" dirty="0">
                  <a:solidFill>
                    <a:schemeClr val="bg1"/>
                  </a:solidFill>
                  <a:latin typeface="Montserrat SemiBold" panose="00000700000000000000" pitchFamily="2" charset="0"/>
                </a:endParaRPr>
              </a:p>
            </p:txBody>
          </p:sp>
        </p:grpSp>
        <p:grpSp>
          <p:nvGrpSpPr>
            <p:cNvPr id="44" name="Group 43">
              <a:extLst>
                <a:ext uri="{FF2B5EF4-FFF2-40B4-BE49-F238E27FC236}">
                  <a16:creationId xmlns:a16="http://schemas.microsoft.com/office/drawing/2014/main" id="{69206DBE-3D87-6581-0AC7-C2F1C1FCCED2}"/>
                </a:ext>
              </a:extLst>
            </p:cNvPr>
            <p:cNvGrpSpPr/>
            <p:nvPr/>
          </p:nvGrpSpPr>
          <p:grpSpPr>
            <a:xfrm flipH="1">
              <a:off x="3649977" y="2054963"/>
              <a:ext cx="720490" cy="720488"/>
              <a:chOff x="912987" y="3985306"/>
              <a:chExt cx="1332461" cy="1332461"/>
            </a:xfrm>
          </p:grpSpPr>
          <p:sp>
            <p:nvSpPr>
              <p:cNvPr id="45" name="Oval 44">
                <a:extLst>
                  <a:ext uri="{FF2B5EF4-FFF2-40B4-BE49-F238E27FC236}">
                    <a16:creationId xmlns:a16="http://schemas.microsoft.com/office/drawing/2014/main" id="{0D9EA3A6-8652-17E8-70C5-6E7B024D1270}"/>
                  </a:ext>
                </a:extLst>
              </p:cNvPr>
              <p:cNvSpPr/>
              <p:nvPr/>
            </p:nvSpPr>
            <p:spPr>
              <a:xfrm>
                <a:off x="912987" y="3985306"/>
                <a:ext cx="1332461" cy="1332461"/>
              </a:xfrm>
              <a:prstGeom prst="ellipse">
                <a:avLst/>
              </a:prstGeom>
              <a:solidFill>
                <a:schemeClr val="accent6">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6">
                  <a:solidFill>
                    <a:schemeClr val="bg1"/>
                  </a:solidFill>
                  <a:latin typeface="Montserrat Light" panose="00000400000000000000" pitchFamily="50" charset="0"/>
                </a:endParaRPr>
              </a:p>
            </p:txBody>
          </p:sp>
          <p:sp>
            <p:nvSpPr>
              <p:cNvPr id="46" name="Oval 45">
                <a:extLst>
                  <a:ext uri="{FF2B5EF4-FFF2-40B4-BE49-F238E27FC236}">
                    <a16:creationId xmlns:a16="http://schemas.microsoft.com/office/drawing/2014/main" id="{BFC485A9-B790-CB99-4CB0-D94773F918B6}"/>
                  </a:ext>
                </a:extLst>
              </p:cNvPr>
              <p:cNvSpPr/>
              <p:nvPr/>
            </p:nvSpPr>
            <p:spPr>
              <a:xfrm>
                <a:off x="1008481" y="4080800"/>
                <a:ext cx="1141474" cy="1141474"/>
              </a:xfrm>
              <a:prstGeom prst="ellipse">
                <a:avLst/>
              </a:prstGeom>
              <a:solidFill>
                <a:schemeClr val="accent6">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6" dirty="0">
                  <a:solidFill>
                    <a:schemeClr val="bg1"/>
                  </a:solidFill>
                  <a:latin typeface="Montserrat Light" panose="00000400000000000000" pitchFamily="50" charset="0"/>
                </a:endParaRPr>
              </a:p>
            </p:txBody>
          </p:sp>
          <p:sp>
            <p:nvSpPr>
              <p:cNvPr id="47" name="Oval 46">
                <a:extLst>
                  <a:ext uri="{FF2B5EF4-FFF2-40B4-BE49-F238E27FC236}">
                    <a16:creationId xmlns:a16="http://schemas.microsoft.com/office/drawing/2014/main" id="{80EE56E6-90F9-60AD-8F0F-59A7FE2FCF05}"/>
                  </a:ext>
                </a:extLst>
              </p:cNvPr>
              <p:cNvSpPr/>
              <p:nvPr/>
            </p:nvSpPr>
            <p:spPr>
              <a:xfrm>
                <a:off x="1108899" y="4181217"/>
                <a:ext cx="940634" cy="940635"/>
              </a:xfrm>
              <a:prstGeom prst="ellipse">
                <a:avLst/>
              </a:prstGeom>
              <a:gradFill>
                <a:gsLst>
                  <a:gs pos="99000">
                    <a:schemeClr val="accent6"/>
                  </a:gs>
                  <a:gs pos="0">
                    <a:schemeClr val="accent6">
                      <a:lumMod val="75000"/>
                    </a:schemeClr>
                  </a:gs>
                </a:gsLst>
                <a:lin ang="9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0" dirty="0">
                  <a:solidFill>
                    <a:schemeClr val="bg1"/>
                  </a:solidFill>
                  <a:latin typeface="Montserrat SemiBold" panose="00000700000000000000" pitchFamily="2" charset="0"/>
                </a:endParaRPr>
              </a:p>
            </p:txBody>
          </p:sp>
        </p:grpSp>
        <p:grpSp>
          <p:nvGrpSpPr>
            <p:cNvPr id="39" name="Group 38">
              <a:extLst>
                <a:ext uri="{FF2B5EF4-FFF2-40B4-BE49-F238E27FC236}">
                  <a16:creationId xmlns:a16="http://schemas.microsoft.com/office/drawing/2014/main" id="{64A928D5-82E2-0FEB-D071-E98D9C3348C7}"/>
                </a:ext>
              </a:extLst>
            </p:cNvPr>
            <p:cNvGrpSpPr/>
            <p:nvPr/>
          </p:nvGrpSpPr>
          <p:grpSpPr>
            <a:xfrm flipH="1">
              <a:off x="2981122" y="3857608"/>
              <a:ext cx="720490" cy="720488"/>
              <a:chOff x="912987" y="3985306"/>
              <a:chExt cx="1332461" cy="1332461"/>
            </a:xfrm>
          </p:grpSpPr>
          <p:sp>
            <p:nvSpPr>
              <p:cNvPr id="40" name="Oval 39">
                <a:extLst>
                  <a:ext uri="{FF2B5EF4-FFF2-40B4-BE49-F238E27FC236}">
                    <a16:creationId xmlns:a16="http://schemas.microsoft.com/office/drawing/2014/main" id="{019D28D0-B53B-7CC4-E3EA-033ABC7A0A0E}"/>
                  </a:ext>
                </a:extLst>
              </p:cNvPr>
              <p:cNvSpPr/>
              <p:nvPr/>
            </p:nvSpPr>
            <p:spPr>
              <a:xfrm>
                <a:off x="912987" y="3985306"/>
                <a:ext cx="1332461" cy="1332461"/>
              </a:xfrm>
              <a:prstGeom prst="ellipse">
                <a:avLst/>
              </a:prstGeom>
              <a:solidFill>
                <a:schemeClr val="accent5">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6">
                  <a:solidFill>
                    <a:schemeClr val="bg1"/>
                  </a:solidFill>
                  <a:latin typeface="Montserrat Light" panose="00000400000000000000" pitchFamily="50" charset="0"/>
                </a:endParaRPr>
              </a:p>
            </p:txBody>
          </p:sp>
          <p:sp>
            <p:nvSpPr>
              <p:cNvPr id="41" name="Oval 40">
                <a:extLst>
                  <a:ext uri="{FF2B5EF4-FFF2-40B4-BE49-F238E27FC236}">
                    <a16:creationId xmlns:a16="http://schemas.microsoft.com/office/drawing/2014/main" id="{A45A8C40-D49D-77B8-E339-D7931ECF679F}"/>
                  </a:ext>
                </a:extLst>
              </p:cNvPr>
              <p:cNvSpPr/>
              <p:nvPr/>
            </p:nvSpPr>
            <p:spPr>
              <a:xfrm>
                <a:off x="1008481" y="4080800"/>
                <a:ext cx="1141474" cy="1141474"/>
              </a:xfrm>
              <a:prstGeom prst="ellipse">
                <a:avLst/>
              </a:prstGeom>
              <a:solidFill>
                <a:schemeClr val="accent5">
                  <a:alpha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76">
                  <a:solidFill>
                    <a:schemeClr val="bg1"/>
                  </a:solidFill>
                  <a:latin typeface="Montserrat Light" panose="00000400000000000000" pitchFamily="50" charset="0"/>
                </a:endParaRPr>
              </a:p>
            </p:txBody>
          </p:sp>
          <p:sp>
            <p:nvSpPr>
              <p:cNvPr id="42" name="Oval 41">
                <a:extLst>
                  <a:ext uri="{FF2B5EF4-FFF2-40B4-BE49-F238E27FC236}">
                    <a16:creationId xmlns:a16="http://schemas.microsoft.com/office/drawing/2014/main" id="{F401E2BD-2FA6-0484-A91E-A353724C625C}"/>
                  </a:ext>
                </a:extLst>
              </p:cNvPr>
              <p:cNvSpPr/>
              <p:nvPr/>
            </p:nvSpPr>
            <p:spPr>
              <a:xfrm>
                <a:off x="1108900" y="4181219"/>
                <a:ext cx="940635" cy="940635"/>
              </a:xfrm>
              <a:prstGeom prst="ellipse">
                <a:avLst/>
              </a:prstGeom>
              <a:gradFill>
                <a:gsLst>
                  <a:gs pos="99000">
                    <a:schemeClr val="accent5"/>
                  </a:gs>
                  <a:gs pos="0">
                    <a:schemeClr val="accent5">
                      <a:lumMod val="75000"/>
                    </a:schemeClr>
                  </a:gs>
                </a:gsLst>
                <a:lin ang="9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0" dirty="0">
                  <a:solidFill>
                    <a:schemeClr val="bg1"/>
                  </a:solidFill>
                  <a:latin typeface="Montserrat SemiBold" panose="00000700000000000000" pitchFamily="2" charset="0"/>
                </a:endParaRPr>
              </a:p>
            </p:txBody>
          </p:sp>
        </p:grpSp>
      </p:grpSp>
      <p:grpSp>
        <p:nvGrpSpPr>
          <p:cNvPr id="71" name="Group 70">
            <a:extLst>
              <a:ext uri="{FF2B5EF4-FFF2-40B4-BE49-F238E27FC236}">
                <a16:creationId xmlns:a16="http://schemas.microsoft.com/office/drawing/2014/main" id="{051080DE-463A-807C-780F-3A9609D32792}"/>
              </a:ext>
            </a:extLst>
          </p:cNvPr>
          <p:cNvGrpSpPr/>
          <p:nvPr/>
        </p:nvGrpSpPr>
        <p:grpSpPr>
          <a:xfrm flipH="1">
            <a:off x="8691680" y="1485125"/>
            <a:ext cx="2270462" cy="1220146"/>
            <a:chOff x="1028776" y="4595000"/>
            <a:chExt cx="2270462" cy="1220146"/>
          </a:xfrm>
        </p:grpSpPr>
        <p:sp>
          <p:nvSpPr>
            <p:cNvPr id="72" name="TextBox 71">
              <a:extLst>
                <a:ext uri="{FF2B5EF4-FFF2-40B4-BE49-F238E27FC236}">
                  <a16:creationId xmlns:a16="http://schemas.microsoft.com/office/drawing/2014/main" id="{A2EDBF08-BE53-DFFC-24B4-AE0F5846C026}"/>
                </a:ext>
              </a:extLst>
            </p:cNvPr>
            <p:cNvSpPr txBox="1"/>
            <p:nvPr/>
          </p:nvSpPr>
          <p:spPr>
            <a:xfrm>
              <a:off x="1841658" y="4595000"/>
              <a:ext cx="1457579" cy="276999"/>
            </a:xfrm>
            <a:prstGeom prst="rect">
              <a:avLst/>
            </a:prstGeom>
            <a:noFill/>
          </p:spPr>
          <p:txBody>
            <a:bodyPr wrap="none" rtlCol="0">
              <a:spAutoFit/>
            </a:bodyPr>
            <a:lstStyle/>
            <a:p>
              <a:r>
                <a:rPr lang="en-US" sz="1200" b="1" dirty="0">
                  <a:solidFill>
                    <a:schemeClr val="accent1"/>
                  </a:solidFill>
                  <a:ea typeface="Open Sans" panose="020B0606030504020204" pitchFamily="34" charset="0"/>
                  <a:cs typeface="Open Sans" panose="020B0606030504020204" pitchFamily="34" charset="0"/>
                </a:rPr>
                <a:t>YOUR TEXT HERE</a:t>
              </a:r>
            </a:p>
          </p:txBody>
        </p:sp>
        <p:sp>
          <p:nvSpPr>
            <p:cNvPr id="73" name="Rectangle 72">
              <a:extLst>
                <a:ext uri="{FF2B5EF4-FFF2-40B4-BE49-F238E27FC236}">
                  <a16:creationId xmlns:a16="http://schemas.microsoft.com/office/drawing/2014/main" id="{A36468EF-CD4E-CC11-CE47-FBAAA8250690}"/>
                </a:ext>
              </a:extLst>
            </p:cNvPr>
            <p:cNvSpPr/>
            <p:nvPr/>
          </p:nvSpPr>
          <p:spPr>
            <a:xfrm>
              <a:off x="1028776" y="4818719"/>
              <a:ext cx="2270462" cy="996427"/>
            </a:xfrm>
            <a:prstGeom prst="rect">
              <a:avLst/>
            </a:prstGeom>
          </p:spPr>
          <p:txBody>
            <a:bodyPr wrap="square">
              <a:spAutoFit/>
            </a:bodyPr>
            <a:lstStyle/>
            <a:p>
              <a:pPr>
                <a:lnSpc>
                  <a:spcPct val="150000"/>
                </a:lnSpc>
              </a:pPr>
              <a:r>
                <a:rPr lang="en-US" sz="1000" dirty="0">
                  <a:solidFill>
                    <a:schemeClr val="tx2"/>
                  </a:solidFill>
                  <a:ea typeface="Open Sans" panose="020B0606030504020204" pitchFamily="34" charset="0"/>
                  <a:cs typeface="Open Sans" panose="020B0606030504020204" pitchFamily="34" charset="0"/>
                </a:rPr>
                <a:t>This is a sample text. You simply add your own text and description here. This text is fully editable. </a:t>
              </a:r>
            </a:p>
          </p:txBody>
        </p:sp>
      </p:grpSp>
      <p:grpSp>
        <p:nvGrpSpPr>
          <p:cNvPr id="74" name="Group 73">
            <a:extLst>
              <a:ext uri="{FF2B5EF4-FFF2-40B4-BE49-F238E27FC236}">
                <a16:creationId xmlns:a16="http://schemas.microsoft.com/office/drawing/2014/main" id="{B2CC0549-881C-EEFE-03D1-1E0D82056461}"/>
              </a:ext>
            </a:extLst>
          </p:cNvPr>
          <p:cNvGrpSpPr/>
          <p:nvPr/>
        </p:nvGrpSpPr>
        <p:grpSpPr>
          <a:xfrm flipH="1">
            <a:off x="8686913" y="5025125"/>
            <a:ext cx="2295980" cy="1220146"/>
            <a:chOff x="1003258" y="4595000"/>
            <a:chExt cx="2295980" cy="1220146"/>
          </a:xfrm>
        </p:grpSpPr>
        <p:sp>
          <p:nvSpPr>
            <p:cNvPr id="75" name="TextBox 74">
              <a:extLst>
                <a:ext uri="{FF2B5EF4-FFF2-40B4-BE49-F238E27FC236}">
                  <a16:creationId xmlns:a16="http://schemas.microsoft.com/office/drawing/2014/main" id="{0EBAAAD0-2A4D-FDCF-B3EB-F28063F17A19}"/>
                </a:ext>
              </a:extLst>
            </p:cNvPr>
            <p:cNvSpPr txBox="1"/>
            <p:nvPr/>
          </p:nvSpPr>
          <p:spPr>
            <a:xfrm>
              <a:off x="1841658" y="4595000"/>
              <a:ext cx="1457579" cy="276999"/>
            </a:xfrm>
            <a:prstGeom prst="rect">
              <a:avLst/>
            </a:prstGeom>
            <a:noFill/>
          </p:spPr>
          <p:txBody>
            <a:bodyPr wrap="none" rtlCol="0">
              <a:spAutoFit/>
            </a:bodyPr>
            <a:lstStyle/>
            <a:p>
              <a:r>
                <a:rPr lang="en-US" sz="1200" b="1" dirty="0">
                  <a:solidFill>
                    <a:schemeClr val="accent3"/>
                  </a:solidFill>
                  <a:ea typeface="Open Sans" panose="020B0606030504020204" pitchFamily="34" charset="0"/>
                  <a:cs typeface="Open Sans" panose="020B0606030504020204" pitchFamily="34" charset="0"/>
                </a:rPr>
                <a:t>YOUR TEXT HERE</a:t>
              </a:r>
            </a:p>
          </p:txBody>
        </p:sp>
        <p:sp>
          <p:nvSpPr>
            <p:cNvPr id="76" name="Rectangle 75">
              <a:extLst>
                <a:ext uri="{FF2B5EF4-FFF2-40B4-BE49-F238E27FC236}">
                  <a16:creationId xmlns:a16="http://schemas.microsoft.com/office/drawing/2014/main" id="{0A57624F-D308-6AC3-9A0F-A377118B726B}"/>
                </a:ext>
              </a:extLst>
            </p:cNvPr>
            <p:cNvSpPr/>
            <p:nvPr/>
          </p:nvSpPr>
          <p:spPr>
            <a:xfrm>
              <a:off x="1003258" y="4818719"/>
              <a:ext cx="2295980" cy="996427"/>
            </a:xfrm>
            <a:prstGeom prst="rect">
              <a:avLst/>
            </a:prstGeom>
          </p:spPr>
          <p:txBody>
            <a:bodyPr wrap="square">
              <a:spAutoFit/>
            </a:bodyPr>
            <a:lstStyle/>
            <a:p>
              <a:pPr>
                <a:lnSpc>
                  <a:spcPct val="150000"/>
                </a:lnSpc>
              </a:pPr>
              <a:r>
                <a:rPr lang="en-US" sz="1000" dirty="0">
                  <a:solidFill>
                    <a:schemeClr val="tx2"/>
                  </a:solidFill>
                  <a:ea typeface="Open Sans" panose="020B0606030504020204" pitchFamily="34" charset="0"/>
                  <a:cs typeface="Open Sans" panose="020B0606030504020204" pitchFamily="34" charset="0"/>
                </a:rPr>
                <a:t>This is a sample text. You simply add your own text and description here. This text is fully editable. </a:t>
              </a:r>
            </a:p>
          </p:txBody>
        </p:sp>
      </p:grpSp>
      <p:grpSp>
        <p:nvGrpSpPr>
          <p:cNvPr id="77" name="Group 76">
            <a:extLst>
              <a:ext uri="{FF2B5EF4-FFF2-40B4-BE49-F238E27FC236}">
                <a16:creationId xmlns:a16="http://schemas.microsoft.com/office/drawing/2014/main" id="{B7881C1D-199F-B296-C633-60BC6A4C401E}"/>
              </a:ext>
            </a:extLst>
          </p:cNvPr>
          <p:cNvGrpSpPr/>
          <p:nvPr/>
        </p:nvGrpSpPr>
        <p:grpSpPr>
          <a:xfrm>
            <a:off x="1167591" y="1485125"/>
            <a:ext cx="2212022" cy="1220146"/>
            <a:chOff x="1087216" y="4595000"/>
            <a:chExt cx="2212022" cy="1220146"/>
          </a:xfrm>
        </p:grpSpPr>
        <p:sp>
          <p:nvSpPr>
            <p:cNvPr id="78" name="TextBox 77">
              <a:extLst>
                <a:ext uri="{FF2B5EF4-FFF2-40B4-BE49-F238E27FC236}">
                  <a16:creationId xmlns:a16="http://schemas.microsoft.com/office/drawing/2014/main" id="{A1528D47-C3D4-CE9E-A102-A085878E4C68}"/>
                </a:ext>
              </a:extLst>
            </p:cNvPr>
            <p:cNvSpPr txBox="1"/>
            <p:nvPr/>
          </p:nvSpPr>
          <p:spPr>
            <a:xfrm>
              <a:off x="1841658" y="4595000"/>
              <a:ext cx="1457579" cy="276999"/>
            </a:xfrm>
            <a:prstGeom prst="rect">
              <a:avLst/>
            </a:prstGeom>
            <a:noFill/>
          </p:spPr>
          <p:txBody>
            <a:bodyPr wrap="none" rtlCol="0">
              <a:spAutoFit/>
            </a:bodyPr>
            <a:lstStyle/>
            <a:p>
              <a:pPr algn="r"/>
              <a:r>
                <a:rPr lang="en-US" sz="1200" b="1" dirty="0">
                  <a:solidFill>
                    <a:schemeClr val="accent6"/>
                  </a:solidFill>
                  <a:ea typeface="Open Sans" panose="020B0606030504020204" pitchFamily="34" charset="0"/>
                  <a:cs typeface="Open Sans" panose="020B0606030504020204" pitchFamily="34" charset="0"/>
                </a:rPr>
                <a:t>YOUR TEXT HERE</a:t>
              </a:r>
            </a:p>
          </p:txBody>
        </p:sp>
        <p:sp>
          <p:nvSpPr>
            <p:cNvPr id="79" name="Rectangle 78">
              <a:extLst>
                <a:ext uri="{FF2B5EF4-FFF2-40B4-BE49-F238E27FC236}">
                  <a16:creationId xmlns:a16="http://schemas.microsoft.com/office/drawing/2014/main" id="{192A9BFE-430F-264E-4DEE-52B35B4DECB0}"/>
                </a:ext>
              </a:extLst>
            </p:cNvPr>
            <p:cNvSpPr/>
            <p:nvPr/>
          </p:nvSpPr>
          <p:spPr>
            <a:xfrm>
              <a:off x="1087216" y="4818719"/>
              <a:ext cx="2212022" cy="996427"/>
            </a:xfrm>
            <a:prstGeom prst="rect">
              <a:avLst/>
            </a:prstGeom>
          </p:spPr>
          <p:txBody>
            <a:bodyPr wrap="square">
              <a:spAutoFit/>
            </a:bodyPr>
            <a:lstStyle/>
            <a:p>
              <a:pPr algn="r">
                <a:lnSpc>
                  <a:spcPct val="150000"/>
                </a:lnSpc>
              </a:pPr>
              <a:r>
                <a:rPr lang="en-US" sz="1000" dirty="0">
                  <a:solidFill>
                    <a:schemeClr val="tx2"/>
                  </a:solidFill>
                  <a:ea typeface="Open Sans" panose="020B0606030504020204" pitchFamily="34" charset="0"/>
                  <a:cs typeface="Open Sans" panose="020B0606030504020204" pitchFamily="34" charset="0"/>
                </a:rPr>
                <a:t>This is a sample text. You simply add your own text and description here. This text is fully editable. </a:t>
              </a:r>
            </a:p>
          </p:txBody>
        </p:sp>
      </p:grpSp>
      <p:grpSp>
        <p:nvGrpSpPr>
          <p:cNvPr id="80" name="Group 79">
            <a:extLst>
              <a:ext uri="{FF2B5EF4-FFF2-40B4-BE49-F238E27FC236}">
                <a16:creationId xmlns:a16="http://schemas.microsoft.com/office/drawing/2014/main" id="{708CE173-9D8C-22C9-2E86-226C820E4A13}"/>
              </a:ext>
            </a:extLst>
          </p:cNvPr>
          <p:cNvGrpSpPr/>
          <p:nvPr/>
        </p:nvGrpSpPr>
        <p:grpSpPr>
          <a:xfrm>
            <a:off x="1134756" y="5025125"/>
            <a:ext cx="2295980" cy="1220146"/>
            <a:chOff x="1003258" y="4595000"/>
            <a:chExt cx="2295980" cy="1220146"/>
          </a:xfrm>
        </p:grpSpPr>
        <p:sp>
          <p:nvSpPr>
            <p:cNvPr id="81" name="TextBox 80">
              <a:extLst>
                <a:ext uri="{FF2B5EF4-FFF2-40B4-BE49-F238E27FC236}">
                  <a16:creationId xmlns:a16="http://schemas.microsoft.com/office/drawing/2014/main" id="{C90D99B0-A8B2-8050-838A-F84A799E41BB}"/>
                </a:ext>
              </a:extLst>
            </p:cNvPr>
            <p:cNvSpPr txBox="1"/>
            <p:nvPr/>
          </p:nvSpPr>
          <p:spPr>
            <a:xfrm>
              <a:off x="1841658" y="4595000"/>
              <a:ext cx="1457579" cy="276999"/>
            </a:xfrm>
            <a:prstGeom prst="rect">
              <a:avLst/>
            </a:prstGeom>
            <a:noFill/>
          </p:spPr>
          <p:txBody>
            <a:bodyPr wrap="none" rtlCol="0">
              <a:spAutoFit/>
            </a:bodyPr>
            <a:lstStyle/>
            <a:p>
              <a:pPr algn="r"/>
              <a:r>
                <a:rPr lang="en-US" sz="1200" b="1" dirty="0">
                  <a:solidFill>
                    <a:schemeClr val="accent4"/>
                  </a:solidFill>
                  <a:ea typeface="Open Sans" panose="020B0606030504020204" pitchFamily="34" charset="0"/>
                  <a:cs typeface="Open Sans" panose="020B0606030504020204" pitchFamily="34" charset="0"/>
                </a:rPr>
                <a:t>YOUR TEXT HERE</a:t>
              </a:r>
            </a:p>
          </p:txBody>
        </p:sp>
        <p:sp>
          <p:nvSpPr>
            <p:cNvPr id="82" name="Rectangle 81">
              <a:extLst>
                <a:ext uri="{FF2B5EF4-FFF2-40B4-BE49-F238E27FC236}">
                  <a16:creationId xmlns:a16="http://schemas.microsoft.com/office/drawing/2014/main" id="{9648B072-1627-8A96-38F0-34B3D5967BBD}"/>
                </a:ext>
              </a:extLst>
            </p:cNvPr>
            <p:cNvSpPr/>
            <p:nvPr/>
          </p:nvSpPr>
          <p:spPr>
            <a:xfrm>
              <a:off x="1003258" y="4818719"/>
              <a:ext cx="2295980" cy="996427"/>
            </a:xfrm>
            <a:prstGeom prst="rect">
              <a:avLst/>
            </a:prstGeom>
          </p:spPr>
          <p:txBody>
            <a:bodyPr wrap="square">
              <a:spAutoFit/>
            </a:bodyPr>
            <a:lstStyle/>
            <a:p>
              <a:pPr algn="r">
                <a:lnSpc>
                  <a:spcPct val="150000"/>
                </a:lnSpc>
              </a:pPr>
              <a:r>
                <a:rPr lang="en-US" sz="1000" dirty="0">
                  <a:solidFill>
                    <a:schemeClr val="tx2"/>
                  </a:solidFill>
                  <a:ea typeface="Open Sans" panose="020B0606030504020204" pitchFamily="34" charset="0"/>
                  <a:cs typeface="Open Sans" panose="020B0606030504020204" pitchFamily="34" charset="0"/>
                </a:rPr>
                <a:t>This is a sample text. You simply add your own text and description here. This text is fully editable. </a:t>
              </a:r>
            </a:p>
          </p:txBody>
        </p:sp>
      </p:grpSp>
      <p:grpSp>
        <p:nvGrpSpPr>
          <p:cNvPr id="83" name="Group 82">
            <a:extLst>
              <a:ext uri="{FF2B5EF4-FFF2-40B4-BE49-F238E27FC236}">
                <a16:creationId xmlns:a16="http://schemas.microsoft.com/office/drawing/2014/main" id="{64D7270F-0E24-D7E0-641D-C3439D0BCB73}"/>
              </a:ext>
            </a:extLst>
          </p:cNvPr>
          <p:cNvGrpSpPr/>
          <p:nvPr/>
        </p:nvGrpSpPr>
        <p:grpSpPr>
          <a:xfrm>
            <a:off x="558986" y="3288884"/>
            <a:ext cx="2212022" cy="1220146"/>
            <a:chOff x="1087216" y="4595000"/>
            <a:chExt cx="2212022" cy="1220146"/>
          </a:xfrm>
        </p:grpSpPr>
        <p:sp>
          <p:nvSpPr>
            <p:cNvPr id="84" name="TextBox 83">
              <a:extLst>
                <a:ext uri="{FF2B5EF4-FFF2-40B4-BE49-F238E27FC236}">
                  <a16:creationId xmlns:a16="http://schemas.microsoft.com/office/drawing/2014/main" id="{44524763-11EB-A9A2-ABED-05221F685884}"/>
                </a:ext>
              </a:extLst>
            </p:cNvPr>
            <p:cNvSpPr txBox="1"/>
            <p:nvPr/>
          </p:nvSpPr>
          <p:spPr>
            <a:xfrm>
              <a:off x="1841658" y="4595000"/>
              <a:ext cx="1457579" cy="276999"/>
            </a:xfrm>
            <a:prstGeom prst="rect">
              <a:avLst/>
            </a:prstGeom>
            <a:noFill/>
          </p:spPr>
          <p:txBody>
            <a:bodyPr wrap="none" rtlCol="0">
              <a:spAutoFit/>
            </a:bodyPr>
            <a:lstStyle/>
            <a:p>
              <a:pPr algn="r"/>
              <a:r>
                <a:rPr lang="en-US" sz="1200" b="1" dirty="0">
                  <a:solidFill>
                    <a:schemeClr val="accent5"/>
                  </a:solidFill>
                  <a:ea typeface="Open Sans" panose="020B0606030504020204" pitchFamily="34" charset="0"/>
                  <a:cs typeface="Open Sans" panose="020B0606030504020204" pitchFamily="34" charset="0"/>
                </a:rPr>
                <a:t>YOUR TEXT HERE</a:t>
              </a:r>
            </a:p>
          </p:txBody>
        </p:sp>
        <p:sp>
          <p:nvSpPr>
            <p:cNvPr id="85" name="Rectangle 84">
              <a:extLst>
                <a:ext uri="{FF2B5EF4-FFF2-40B4-BE49-F238E27FC236}">
                  <a16:creationId xmlns:a16="http://schemas.microsoft.com/office/drawing/2014/main" id="{08EAA09B-4963-65A1-3D89-01D9EF40F18B}"/>
                </a:ext>
              </a:extLst>
            </p:cNvPr>
            <p:cNvSpPr/>
            <p:nvPr/>
          </p:nvSpPr>
          <p:spPr>
            <a:xfrm>
              <a:off x="1087216" y="4818719"/>
              <a:ext cx="2212022" cy="996427"/>
            </a:xfrm>
            <a:prstGeom prst="rect">
              <a:avLst/>
            </a:prstGeom>
          </p:spPr>
          <p:txBody>
            <a:bodyPr wrap="square">
              <a:spAutoFit/>
            </a:bodyPr>
            <a:lstStyle/>
            <a:p>
              <a:pPr algn="r">
                <a:lnSpc>
                  <a:spcPct val="150000"/>
                </a:lnSpc>
              </a:pPr>
              <a:r>
                <a:rPr lang="en-US" sz="1000" dirty="0">
                  <a:solidFill>
                    <a:schemeClr val="tx2"/>
                  </a:solidFill>
                  <a:ea typeface="Open Sans" panose="020B0606030504020204" pitchFamily="34" charset="0"/>
                  <a:cs typeface="Open Sans" panose="020B0606030504020204" pitchFamily="34" charset="0"/>
                </a:rPr>
                <a:t>This is a sample text. You simply add your own text and description here. This text is fully editable. </a:t>
              </a:r>
            </a:p>
          </p:txBody>
        </p:sp>
      </p:grpSp>
      <p:sp>
        <p:nvSpPr>
          <p:cNvPr id="87" name="TextBox 86">
            <a:extLst>
              <a:ext uri="{FF2B5EF4-FFF2-40B4-BE49-F238E27FC236}">
                <a16:creationId xmlns:a16="http://schemas.microsoft.com/office/drawing/2014/main" id="{DE929EDB-4BD7-55F8-2101-42E3B3A25BF9}"/>
              </a:ext>
            </a:extLst>
          </p:cNvPr>
          <p:cNvSpPr txBox="1"/>
          <p:nvPr/>
        </p:nvSpPr>
        <p:spPr>
          <a:xfrm>
            <a:off x="5356517" y="3316313"/>
            <a:ext cx="1382109" cy="646331"/>
          </a:xfrm>
          <a:prstGeom prst="rect">
            <a:avLst/>
          </a:prstGeom>
          <a:noFill/>
        </p:spPr>
        <p:txBody>
          <a:bodyPr wrap="none" rtlCol="0">
            <a:spAutoFit/>
          </a:bodyPr>
          <a:lstStyle/>
          <a:p>
            <a:pPr algn="ctr"/>
            <a:r>
              <a:rPr lang="en-US" b="1" dirty="0">
                <a:solidFill>
                  <a:schemeClr val="tx2"/>
                </a:solidFill>
                <a:latin typeface="+mj-lt"/>
                <a:ea typeface="Open Sans" panose="020B0606030504020204" pitchFamily="34" charset="0"/>
                <a:cs typeface="Open Sans" panose="020B0606030504020204" pitchFamily="34" charset="0"/>
              </a:rPr>
              <a:t>YOUR</a:t>
            </a:r>
          </a:p>
          <a:p>
            <a:pPr algn="ctr"/>
            <a:r>
              <a:rPr lang="en-US" b="1" dirty="0">
                <a:solidFill>
                  <a:schemeClr val="tx2"/>
                </a:solidFill>
                <a:latin typeface="+mj-lt"/>
                <a:ea typeface="Open Sans" panose="020B0606030504020204" pitchFamily="34" charset="0"/>
                <a:cs typeface="Open Sans" panose="020B0606030504020204" pitchFamily="34" charset="0"/>
              </a:rPr>
              <a:t>TEXT HERE</a:t>
            </a:r>
          </a:p>
        </p:txBody>
      </p:sp>
      <p:sp>
        <p:nvSpPr>
          <p:cNvPr id="88" name="Freeform 29">
            <a:extLst>
              <a:ext uri="{FF2B5EF4-FFF2-40B4-BE49-F238E27FC236}">
                <a16:creationId xmlns:a16="http://schemas.microsoft.com/office/drawing/2014/main" id="{650A0506-D35A-BB08-FF2D-B16DF36CE3AC}"/>
              </a:ext>
            </a:extLst>
          </p:cNvPr>
          <p:cNvSpPr>
            <a:spLocks noChangeAspect="1" noEditPoints="1"/>
          </p:cNvSpPr>
          <p:nvPr/>
        </p:nvSpPr>
        <p:spPr bwMode="auto">
          <a:xfrm>
            <a:off x="8131063" y="5276994"/>
            <a:ext cx="305593" cy="258313"/>
          </a:xfrm>
          <a:custGeom>
            <a:avLst/>
            <a:gdLst/>
            <a:ahLst/>
            <a:cxnLst>
              <a:cxn ang="0">
                <a:pos x="10" y="216"/>
              </a:cxn>
              <a:cxn ang="0">
                <a:pos x="246" y="216"/>
              </a:cxn>
              <a:cxn ang="0">
                <a:pos x="256" y="206"/>
              </a:cxn>
              <a:cxn ang="0">
                <a:pos x="256" y="202"/>
              </a:cxn>
              <a:cxn ang="0">
                <a:pos x="246" y="192"/>
              </a:cxn>
              <a:cxn ang="0">
                <a:pos x="10" y="192"/>
              </a:cxn>
              <a:cxn ang="0">
                <a:pos x="0" y="202"/>
              </a:cxn>
              <a:cxn ang="0">
                <a:pos x="0" y="206"/>
              </a:cxn>
              <a:cxn ang="0">
                <a:pos x="10" y="216"/>
              </a:cxn>
              <a:cxn ang="0">
                <a:pos x="48" y="180"/>
              </a:cxn>
              <a:cxn ang="0">
                <a:pos x="72" y="180"/>
              </a:cxn>
              <a:cxn ang="0">
                <a:pos x="84" y="168"/>
              </a:cxn>
              <a:cxn ang="0">
                <a:pos x="84" y="12"/>
              </a:cxn>
              <a:cxn ang="0">
                <a:pos x="72" y="0"/>
              </a:cxn>
              <a:cxn ang="0">
                <a:pos x="48" y="0"/>
              </a:cxn>
              <a:cxn ang="0">
                <a:pos x="36" y="12"/>
              </a:cxn>
              <a:cxn ang="0">
                <a:pos x="36" y="168"/>
              </a:cxn>
              <a:cxn ang="0">
                <a:pos x="48" y="180"/>
              </a:cxn>
              <a:cxn ang="0">
                <a:pos x="116" y="180"/>
              </a:cxn>
              <a:cxn ang="0">
                <a:pos x="140" y="180"/>
              </a:cxn>
              <a:cxn ang="0">
                <a:pos x="152" y="168"/>
              </a:cxn>
              <a:cxn ang="0">
                <a:pos x="152" y="68"/>
              </a:cxn>
              <a:cxn ang="0">
                <a:pos x="140" y="56"/>
              </a:cxn>
              <a:cxn ang="0">
                <a:pos x="116" y="56"/>
              </a:cxn>
              <a:cxn ang="0">
                <a:pos x="104" y="68"/>
              </a:cxn>
              <a:cxn ang="0">
                <a:pos x="104" y="168"/>
              </a:cxn>
              <a:cxn ang="0">
                <a:pos x="116" y="180"/>
              </a:cxn>
              <a:cxn ang="0">
                <a:pos x="184" y="180"/>
              </a:cxn>
              <a:cxn ang="0">
                <a:pos x="208" y="180"/>
              </a:cxn>
              <a:cxn ang="0">
                <a:pos x="220" y="168"/>
              </a:cxn>
              <a:cxn ang="0">
                <a:pos x="220" y="124"/>
              </a:cxn>
              <a:cxn ang="0">
                <a:pos x="208" y="112"/>
              </a:cxn>
              <a:cxn ang="0">
                <a:pos x="184" y="112"/>
              </a:cxn>
              <a:cxn ang="0">
                <a:pos x="172" y="124"/>
              </a:cxn>
              <a:cxn ang="0">
                <a:pos x="172" y="168"/>
              </a:cxn>
              <a:cxn ang="0">
                <a:pos x="184" y="180"/>
              </a:cxn>
            </a:cxnLst>
            <a:rect l="0" t="0" r="r" b="b"/>
            <a:pathLst>
              <a:path w="256" h="216">
                <a:moveTo>
                  <a:pt x="10" y="216"/>
                </a:moveTo>
                <a:cubicBezTo>
                  <a:pt x="246" y="216"/>
                  <a:pt x="246" y="216"/>
                  <a:pt x="246" y="216"/>
                </a:cubicBezTo>
                <a:cubicBezTo>
                  <a:pt x="252" y="216"/>
                  <a:pt x="256" y="212"/>
                  <a:pt x="256" y="206"/>
                </a:cubicBezTo>
                <a:cubicBezTo>
                  <a:pt x="256" y="202"/>
                  <a:pt x="256" y="202"/>
                  <a:pt x="256" y="202"/>
                </a:cubicBezTo>
                <a:cubicBezTo>
                  <a:pt x="256" y="196"/>
                  <a:pt x="252" y="192"/>
                  <a:pt x="246" y="192"/>
                </a:cubicBezTo>
                <a:cubicBezTo>
                  <a:pt x="10" y="192"/>
                  <a:pt x="10" y="192"/>
                  <a:pt x="10" y="192"/>
                </a:cubicBezTo>
                <a:cubicBezTo>
                  <a:pt x="4" y="192"/>
                  <a:pt x="0" y="196"/>
                  <a:pt x="0" y="202"/>
                </a:cubicBezTo>
                <a:cubicBezTo>
                  <a:pt x="0" y="206"/>
                  <a:pt x="0" y="206"/>
                  <a:pt x="0" y="206"/>
                </a:cubicBezTo>
                <a:cubicBezTo>
                  <a:pt x="0" y="212"/>
                  <a:pt x="4" y="216"/>
                  <a:pt x="10" y="216"/>
                </a:cubicBezTo>
                <a:moveTo>
                  <a:pt x="48" y="180"/>
                </a:moveTo>
                <a:cubicBezTo>
                  <a:pt x="72" y="180"/>
                  <a:pt x="72" y="180"/>
                  <a:pt x="72" y="180"/>
                </a:cubicBezTo>
                <a:cubicBezTo>
                  <a:pt x="79" y="180"/>
                  <a:pt x="84" y="175"/>
                  <a:pt x="84" y="168"/>
                </a:cubicBezTo>
                <a:cubicBezTo>
                  <a:pt x="84" y="12"/>
                  <a:pt x="84" y="12"/>
                  <a:pt x="84" y="12"/>
                </a:cubicBezTo>
                <a:cubicBezTo>
                  <a:pt x="84" y="5"/>
                  <a:pt x="79" y="0"/>
                  <a:pt x="72" y="0"/>
                </a:cubicBezTo>
                <a:cubicBezTo>
                  <a:pt x="48" y="0"/>
                  <a:pt x="48" y="0"/>
                  <a:pt x="48" y="0"/>
                </a:cubicBezTo>
                <a:cubicBezTo>
                  <a:pt x="41" y="0"/>
                  <a:pt x="36" y="5"/>
                  <a:pt x="36" y="12"/>
                </a:cubicBezTo>
                <a:cubicBezTo>
                  <a:pt x="36" y="168"/>
                  <a:pt x="36" y="168"/>
                  <a:pt x="36" y="168"/>
                </a:cubicBezTo>
                <a:cubicBezTo>
                  <a:pt x="36" y="175"/>
                  <a:pt x="41" y="180"/>
                  <a:pt x="48" y="180"/>
                </a:cubicBezTo>
                <a:moveTo>
                  <a:pt x="116" y="180"/>
                </a:moveTo>
                <a:cubicBezTo>
                  <a:pt x="140" y="180"/>
                  <a:pt x="140" y="180"/>
                  <a:pt x="140" y="180"/>
                </a:cubicBezTo>
                <a:cubicBezTo>
                  <a:pt x="147" y="180"/>
                  <a:pt x="152" y="175"/>
                  <a:pt x="152" y="168"/>
                </a:cubicBezTo>
                <a:cubicBezTo>
                  <a:pt x="152" y="68"/>
                  <a:pt x="152" y="68"/>
                  <a:pt x="152" y="68"/>
                </a:cubicBezTo>
                <a:cubicBezTo>
                  <a:pt x="152" y="61"/>
                  <a:pt x="147" y="56"/>
                  <a:pt x="140" y="56"/>
                </a:cubicBezTo>
                <a:cubicBezTo>
                  <a:pt x="116" y="56"/>
                  <a:pt x="116" y="56"/>
                  <a:pt x="116" y="56"/>
                </a:cubicBezTo>
                <a:cubicBezTo>
                  <a:pt x="109" y="56"/>
                  <a:pt x="104" y="61"/>
                  <a:pt x="104" y="68"/>
                </a:cubicBezTo>
                <a:cubicBezTo>
                  <a:pt x="104" y="168"/>
                  <a:pt x="104" y="168"/>
                  <a:pt x="104" y="168"/>
                </a:cubicBezTo>
                <a:cubicBezTo>
                  <a:pt x="104" y="175"/>
                  <a:pt x="109" y="180"/>
                  <a:pt x="116" y="180"/>
                </a:cubicBezTo>
                <a:moveTo>
                  <a:pt x="184" y="180"/>
                </a:moveTo>
                <a:cubicBezTo>
                  <a:pt x="208" y="180"/>
                  <a:pt x="208" y="180"/>
                  <a:pt x="208" y="180"/>
                </a:cubicBezTo>
                <a:cubicBezTo>
                  <a:pt x="215" y="180"/>
                  <a:pt x="220" y="175"/>
                  <a:pt x="220" y="168"/>
                </a:cubicBezTo>
                <a:cubicBezTo>
                  <a:pt x="220" y="124"/>
                  <a:pt x="220" y="124"/>
                  <a:pt x="220" y="124"/>
                </a:cubicBezTo>
                <a:cubicBezTo>
                  <a:pt x="220" y="117"/>
                  <a:pt x="215" y="112"/>
                  <a:pt x="208" y="112"/>
                </a:cubicBezTo>
                <a:cubicBezTo>
                  <a:pt x="184" y="112"/>
                  <a:pt x="184" y="112"/>
                  <a:pt x="184" y="112"/>
                </a:cubicBezTo>
                <a:cubicBezTo>
                  <a:pt x="177" y="112"/>
                  <a:pt x="172" y="117"/>
                  <a:pt x="172" y="124"/>
                </a:cubicBezTo>
                <a:cubicBezTo>
                  <a:pt x="172" y="168"/>
                  <a:pt x="172" y="168"/>
                  <a:pt x="172" y="168"/>
                </a:cubicBezTo>
                <a:cubicBezTo>
                  <a:pt x="172" y="175"/>
                  <a:pt x="177" y="180"/>
                  <a:pt x="184" y="18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9" name="Freeform 30">
            <a:extLst>
              <a:ext uri="{FF2B5EF4-FFF2-40B4-BE49-F238E27FC236}">
                <a16:creationId xmlns:a16="http://schemas.microsoft.com/office/drawing/2014/main" id="{F49259D1-BEBB-EB9D-8810-2952A7F21BB2}"/>
              </a:ext>
            </a:extLst>
          </p:cNvPr>
          <p:cNvSpPr>
            <a:spLocks noChangeAspect="1" noEditPoints="1"/>
          </p:cNvSpPr>
          <p:nvPr/>
        </p:nvSpPr>
        <p:spPr bwMode="auto">
          <a:xfrm>
            <a:off x="8799918" y="3536392"/>
            <a:ext cx="305593" cy="258313"/>
          </a:xfrm>
          <a:custGeom>
            <a:avLst/>
            <a:gdLst/>
            <a:ahLst/>
            <a:cxnLst>
              <a:cxn ang="0">
                <a:pos x="246" y="216"/>
              </a:cxn>
              <a:cxn ang="0">
                <a:pos x="10" y="216"/>
              </a:cxn>
              <a:cxn ang="0">
                <a:pos x="0" y="206"/>
              </a:cxn>
              <a:cxn ang="0">
                <a:pos x="0" y="202"/>
              </a:cxn>
              <a:cxn ang="0">
                <a:pos x="10" y="192"/>
              </a:cxn>
              <a:cxn ang="0">
                <a:pos x="246" y="192"/>
              </a:cxn>
              <a:cxn ang="0">
                <a:pos x="256" y="202"/>
              </a:cxn>
              <a:cxn ang="0">
                <a:pos x="256" y="206"/>
              </a:cxn>
              <a:cxn ang="0">
                <a:pos x="246" y="216"/>
              </a:cxn>
              <a:cxn ang="0">
                <a:pos x="220" y="168"/>
              </a:cxn>
              <a:cxn ang="0">
                <a:pos x="208" y="180"/>
              </a:cxn>
              <a:cxn ang="0">
                <a:pos x="184" y="180"/>
              </a:cxn>
              <a:cxn ang="0">
                <a:pos x="172" y="168"/>
              </a:cxn>
              <a:cxn ang="0">
                <a:pos x="172" y="84"/>
              </a:cxn>
              <a:cxn ang="0">
                <a:pos x="172" y="60"/>
              </a:cxn>
              <a:cxn ang="0">
                <a:pos x="184" y="48"/>
              </a:cxn>
              <a:cxn ang="0">
                <a:pos x="208" y="48"/>
              </a:cxn>
              <a:cxn ang="0">
                <a:pos x="220" y="60"/>
              </a:cxn>
              <a:cxn ang="0">
                <a:pos x="220" y="144"/>
              </a:cxn>
              <a:cxn ang="0">
                <a:pos x="220" y="168"/>
              </a:cxn>
              <a:cxn ang="0">
                <a:pos x="140" y="180"/>
              </a:cxn>
              <a:cxn ang="0">
                <a:pos x="116" y="180"/>
              </a:cxn>
              <a:cxn ang="0">
                <a:pos x="104" y="168"/>
              </a:cxn>
              <a:cxn ang="0">
                <a:pos x="104" y="144"/>
              </a:cxn>
              <a:cxn ang="0">
                <a:pos x="104" y="36"/>
              </a:cxn>
              <a:cxn ang="0">
                <a:pos x="104" y="12"/>
              </a:cxn>
              <a:cxn ang="0">
                <a:pos x="116" y="0"/>
              </a:cxn>
              <a:cxn ang="0">
                <a:pos x="140" y="0"/>
              </a:cxn>
              <a:cxn ang="0">
                <a:pos x="152" y="12"/>
              </a:cxn>
              <a:cxn ang="0">
                <a:pos x="152" y="36"/>
              </a:cxn>
              <a:cxn ang="0">
                <a:pos x="152" y="144"/>
              </a:cxn>
              <a:cxn ang="0">
                <a:pos x="152" y="168"/>
              </a:cxn>
              <a:cxn ang="0">
                <a:pos x="140" y="180"/>
              </a:cxn>
              <a:cxn ang="0">
                <a:pos x="72" y="180"/>
              </a:cxn>
              <a:cxn ang="0">
                <a:pos x="48" y="180"/>
              </a:cxn>
              <a:cxn ang="0">
                <a:pos x="36" y="168"/>
              </a:cxn>
              <a:cxn ang="0">
                <a:pos x="36" y="144"/>
              </a:cxn>
              <a:cxn ang="0">
                <a:pos x="36" y="120"/>
              </a:cxn>
              <a:cxn ang="0">
                <a:pos x="48" y="108"/>
              </a:cxn>
              <a:cxn ang="0">
                <a:pos x="72" y="108"/>
              </a:cxn>
              <a:cxn ang="0">
                <a:pos x="84" y="120"/>
              </a:cxn>
              <a:cxn ang="0">
                <a:pos x="84" y="144"/>
              </a:cxn>
              <a:cxn ang="0">
                <a:pos x="84" y="168"/>
              </a:cxn>
              <a:cxn ang="0">
                <a:pos x="72" y="180"/>
              </a:cxn>
            </a:cxnLst>
            <a:rect l="0" t="0" r="r" b="b"/>
            <a:pathLst>
              <a:path w="256" h="216">
                <a:moveTo>
                  <a:pt x="246" y="216"/>
                </a:moveTo>
                <a:cubicBezTo>
                  <a:pt x="10" y="216"/>
                  <a:pt x="10" y="216"/>
                  <a:pt x="10" y="216"/>
                </a:cubicBezTo>
                <a:cubicBezTo>
                  <a:pt x="4" y="216"/>
                  <a:pt x="0" y="212"/>
                  <a:pt x="0" y="206"/>
                </a:cubicBezTo>
                <a:cubicBezTo>
                  <a:pt x="0" y="202"/>
                  <a:pt x="0" y="202"/>
                  <a:pt x="0" y="202"/>
                </a:cubicBezTo>
                <a:cubicBezTo>
                  <a:pt x="0" y="196"/>
                  <a:pt x="4" y="192"/>
                  <a:pt x="10" y="192"/>
                </a:cubicBezTo>
                <a:cubicBezTo>
                  <a:pt x="246" y="192"/>
                  <a:pt x="246" y="192"/>
                  <a:pt x="246" y="192"/>
                </a:cubicBezTo>
                <a:cubicBezTo>
                  <a:pt x="252" y="192"/>
                  <a:pt x="256" y="196"/>
                  <a:pt x="256" y="202"/>
                </a:cubicBezTo>
                <a:cubicBezTo>
                  <a:pt x="256" y="206"/>
                  <a:pt x="256" y="206"/>
                  <a:pt x="256" y="206"/>
                </a:cubicBezTo>
                <a:cubicBezTo>
                  <a:pt x="256" y="212"/>
                  <a:pt x="252" y="216"/>
                  <a:pt x="246" y="216"/>
                </a:cubicBezTo>
                <a:moveTo>
                  <a:pt x="220" y="168"/>
                </a:moveTo>
                <a:cubicBezTo>
                  <a:pt x="220" y="175"/>
                  <a:pt x="215" y="180"/>
                  <a:pt x="208" y="180"/>
                </a:cubicBezTo>
                <a:cubicBezTo>
                  <a:pt x="184" y="180"/>
                  <a:pt x="184" y="180"/>
                  <a:pt x="184" y="180"/>
                </a:cubicBezTo>
                <a:cubicBezTo>
                  <a:pt x="177" y="180"/>
                  <a:pt x="172" y="175"/>
                  <a:pt x="172" y="168"/>
                </a:cubicBezTo>
                <a:cubicBezTo>
                  <a:pt x="172" y="84"/>
                  <a:pt x="172" y="84"/>
                  <a:pt x="172" y="84"/>
                </a:cubicBezTo>
                <a:cubicBezTo>
                  <a:pt x="172" y="60"/>
                  <a:pt x="172" y="60"/>
                  <a:pt x="172" y="60"/>
                </a:cubicBezTo>
                <a:cubicBezTo>
                  <a:pt x="172" y="53"/>
                  <a:pt x="177" y="48"/>
                  <a:pt x="184" y="48"/>
                </a:cubicBezTo>
                <a:cubicBezTo>
                  <a:pt x="208" y="48"/>
                  <a:pt x="208" y="48"/>
                  <a:pt x="208" y="48"/>
                </a:cubicBezTo>
                <a:cubicBezTo>
                  <a:pt x="215" y="48"/>
                  <a:pt x="220" y="53"/>
                  <a:pt x="220" y="60"/>
                </a:cubicBezTo>
                <a:cubicBezTo>
                  <a:pt x="220" y="144"/>
                  <a:pt x="220" y="144"/>
                  <a:pt x="220" y="144"/>
                </a:cubicBezTo>
                <a:lnTo>
                  <a:pt x="220" y="168"/>
                </a:lnTo>
                <a:close/>
                <a:moveTo>
                  <a:pt x="140" y="180"/>
                </a:moveTo>
                <a:cubicBezTo>
                  <a:pt x="116" y="180"/>
                  <a:pt x="116" y="180"/>
                  <a:pt x="116" y="180"/>
                </a:cubicBezTo>
                <a:cubicBezTo>
                  <a:pt x="109" y="180"/>
                  <a:pt x="104" y="175"/>
                  <a:pt x="104" y="168"/>
                </a:cubicBezTo>
                <a:cubicBezTo>
                  <a:pt x="104" y="144"/>
                  <a:pt x="104" y="144"/>
                  <a:pt x="104" y="144"/>
                </a:cubicBezTo>
                <a:cubicBezTo>
                  <a:pt x="104" y="36"/>
                  <a:pt x="104" y="36"/>
                  <a:pt x="104" y="36"/>
                </a:cubicBezTo>
                <a:cubicBezTo>
                  <a:pt x="104" y="12"/>
                  <a:pt x="104" y="12"/>
                  <a:pt x="104" y="12"/>
                </a:cubicBezTo>
                <a:cubicBezTo>
                  <a:pt x="104" y="5"/>
                  <a:pt x="109" y="0"/>
                  <a:pt x="116" y="0"/>
                </a:cubicBezTo>
                <a:cubicBezTo>
                  <a:pt x="140" y="0"/>
                  <a:pt x="140" y="0"/>
                  <a:pt x="140" y="0"/>
                </a:cubicBezTo>
                <a:cubicBezTo>
                  <a:pt x="147" y="0"/>
                  <a:pt x="152" y="5"/>
                  <a:pt x="152" y="12"/>
                </a:cubicBezTo>
                <a:cubicBezTo>
                  <a:pt x="152" y="36"/>
                  <a:pt x="152" y="36"/>
                  <a:pt x="152" y="36"/>
                </a:cubicBezTo>
                <a:cubicBezTo>
                  <a:pt x="152" y="144"/>
                  <a:pt x="152" y="144"/>
                  <a:pt x="152" y="144"/>
                </a:cubicBezTo>
                <a:cubicBezTo>
                  <a:pt x="152" y="168"/>
                  <a:pt x="152" y="168"/>
                  <a:pt x="152" y="168"/>
                </a:cubicBezTo>
                <a:cubicBezTo>
                  <a:pt x="152" y="175"/>
                  <a:pt x="147" y="180"/>
                  <a:pt x="140" y="180"/>
                </a:cubicBezTo>
                <a:moveTo>
                  <a:pt x="72" y="180"/>
                </a:moveTo>
                <a:cubicBezTo>
                  <a:pt x="48" y="180"/>
                  <a:pt x="48" y="180"/>
                  <a:pt x="48" y="180"/>
                </a:cubicBezTo>
                <a:cubicBezTo>
                  <a:pt x="41" y="180"/>
                  <a:pt x="36" y="175"/>
                  <a:pt x="36" y="168"/>
                </a:cubicBezTo>
                <a:cubicBezTo>
                  <a:pt x="36" y="144"/>
                  <a:pt x="36" y="144"/>
                  <a:pt x="36" y="144"/>
                </a:cubicBezTo>
                <a:cubicBezTo>
                  <a:pt x="36" y="120"/>
                  <a:pt x="36" y="120"/>
                  <a:pt x="36" y="120"/>
                </a:cubicBezTo>
                <a:cubicBezTo>
                  <a:pt x="36" y="113"/>
                  <a:pt x="41" y="108"/>
                  <a:pt x="48" y="108"/>
                </a:cubicBezTo>
                <a:cubicBezTo>
                  <a:pt x="72" y="108"/>
                  <a:pt x="72" y="108"/>
                  <a:pt x="72" y="108"/>
                </a:cubicBezTo>
                <a:cubicBezTo>
                  <a:pt x="79" y="108"/>
                  <a:pt x="84" y="113"/>
                  <a:pt x="84" y="120"/>
                </a:cubicBezTo>
                <a:cubicBezTo>
                  <a:pt x="84" y="144"/>
                  <a:pt x="84" y="144"/>
                  <a:pt x="84" y="144"/>
                </a:cubicBezTo>
                <a:cubicBezTo>
                  <a:pt x="84" y="168"/>
                  <a:pt x="84" y="168"/>
                  <a:pt x="84" y="168"/>
                </a:cubicBezTo>
                <a:cubicBezTo>
                  <a:pt x="84" y="175"/>
                  <a:pt x="79" y="180"/>
                  <a:pt x="72" y="18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0" name="Freeform 31">
            <a:extLst>
              <a:ext uri="{FF2B5EF4-FFF2-40B4-BE49-F238E27FC236}">
                <a16:creationId xmlns:a16="http://schemas.microsoft.com/office/drawing/2014/main" id="{ED9EC52F-8C1E-FA6F-E970-704D7A563411}"/>
              </a:ext>
            </a:extLst>
          </p:cNvPr>
          <p:cNvSpPr>
            <a:spLocks noChangeAspect="1" noEditPoints="1"/>
          </p:cNvSpPr>
          <p:nvPr/>
        </p:nvSpPr>
        <p:spPr bwMode="auto">
          <a:xfrm>
            <a:off x="8123887" y="1736366"/>
            <a:ext cx="305593" cy="258313"/>
          </a:xfrm>
          <a:custGeom>
            <a:avLst/>
            <a:gdLst/>
            <a:ahLst/>
            <a:cxnLst>
              <a:cxn ang="0">
                <a:pos x="246" y="216"/>
              </a:cxn>
              <a:cxn ang="0">
                <a:pos x="10" y="216"/>
              </a:cxn>
              <a:cxn ang="0">
                <a:pos x="0" y="206"/>
              </a:cxn>
              <a:cxn ang="0">
                <a:pos x="0" y="202"/>
              </a:cxn>
              <a:cxn ang="0">
                <a:pos x="10" y="192"/>
              </a:cxn>
              <a:cxn ang="0">
                <a:pos x="246" y="192"/>
              </a:cxn>
              <a:cxn ang="0">
                <a:pos x="256" y="202"/>
              </a:cxn>
              <a:cxn ang="0">
                <a:pos x="256" y="206"/>
              </a:cxn>
              <a:cxn ang="0">
                <a:pos x="246" y="216"/>
              </a:cxn>
              <a:cxn ang="0">
                <a:pos x="208" y="180"/>
              </a:cxn>
              <a:cxn ang="0">
                <a:pos x="184" y="180"/>
              </a:cxn>
              <a:cxn ang="0">
                <a:pos x="172" y="168"/>
              </a:cxn>
              <a:cxn ang="0">
                <a:pos x="172" y="12"/>
              </a:cxn>
              <a:cxn ang="0">
                <a:pos x="184" y="0"/>
              </a:cxn>
              <a:cxn ang="0">
                <a:pos x="208" y="0"/>
              </a:cxn>
              <a:cxn ang="0">
                <a:pos x="220" y="12"/>
              </a:cxn>
              <a:cxn ang="0">
                <a:pos x="220" y="168"/>
              </a:cxn>
              <a:cxn ang="0">
                <a:pos x="208" y="180"/>
              </a:cxn>
              <a:cxn ang="0">
                <a:pos x="140" y="180"/>
              </a:cxn>
              <a:cxn ang="0">
                <a:pos x="116" y="180"/>
              </a:cxn>
              <a:cxn ang="0">
                <a:pos x="104" y="168"/>
              </a:cxn>
              <a:cxn ang="0">
                <a:pos x="104" y="68"/>
              </a:cxn>
              <a:cxn ang="0">
                <a:pos x="116" y="56"/>
              </a:cxn>
              <a:cxn ang="0">
                <a:pos x="140" y="56"/>
              </a:cxn>
              <a:cxn ang="0">
                <a:pos x="152" y="68"/>
              </a:cxn>
              <a:cxn ang="0">
                <a:pos x="152" y="168"/>
              </a:cxn>
              <a:cxn ang="0">
                <a:pos x="140" y="180"/>
              </a:cxn>
              <a:cxn ang="0">
                <a:pos x="72" y="180"/>
              </a:cxn>
              <a:cxn ang="0">
                <a:pos x="48" y="180"/>
              </a:cxn>
              <a:cxn ang="0">
                <a:pos x="36" y="168"/>
              </a:cxn>
              <a:cxn ang="0">
                <a:pos x="36" y="124"/>
              </a:cxn>
              <a:cxn ang="0">
                <a:pos x="48" y="112"/>
              </a:cxn>
              <a:cxn ang="0">
                <a:pos x="72" y="112"/>
              </a:cxn>
              <a:cxn ang="0">
                <a:pos x="84" y="124"/>
              </a:cxn>
              <a:cxn ang="0">
                <a:pos x="84" y="168"/>
              </a:cxn>
              <a:cxn ang="0">
                <a:pos x="72" y="180"/>
              </a:cxn>
            </a:cxnLst>
            <a:rect l="0" t="0" r="r" b="b"/>
            <a:pathLst>
              <a:path w="256" h="216">
                <a:moveTo>
                  <a:pt x="246" y="216"/>
                </a:moveTo>
                <a:cubicBezTo>
                  <a:pt x="10" y="216"/>
                  <a:pt x="10" y="216"/>
                  <a:pt x="10" y="216"/>
                </a:cubicBezTo>
                <a:cubicBezTo>
                  <a:pt x="4" y="216"/>
                  <a:pt x="0" y="212"/>
                  <a:pt x="0" y="206"/>
                </a:cubicBezTo>
                <a:cubicBezTo>
                  <a:pt x="0" y="202"/>
                  <a:pt x="0" y="202"/>
                  <a:pt x="0" y="202"/>
                </a:cubicBezTo>
                <a:cubicBezTo>
                  <a:pt x="0" y="196"/>
                  <a:pt x="4" y="192"/>
                  <a:pt x="10" y="192"/>
                </a:cubicBezTo>
                <a:cubicBezTo>
                  <a:pt x="246" y="192"/>
                  <a:pt x="246" y="192"/>
                  <a:pt x="246" y="192"/>
                </a:cubicBezTo>
                <a:cubicBezTo>
                  <a:pt x="252" y="192"/>
                  <a:pt x="256" y="196"/>
                  <a:pt x="256" y="202"/>
                </a:cubicBezTo>
                <a:cubicBezTo>
                  <a:pt x="256" y="206"/>
                  <a:pt x="256" y="206"/>
                  <a:pt x="256" y="206"/>
                </a:cubicBezTo>
                <a:cubicBezTo>
                  <a:pt x="256" y="212"/>
                  <a:pt x="252" y="216"/>
                  <a:pt x="246" y="216"/>
                </a:cubicBezTo>
                <a:moveTo>
                  <a:pt x="208" y="180"/>
                </a:moveTo>
                <a:cubicBezTo>
                  <a:pt x="184" y="180"/>
                  <a:pt x="184" y="180"/>
                  <a:pt x="184" y="180"/>
                </a:cubicBezTo>
                <a:cubicBezTo>
                  <a:pt x="177" y="180"/>
                  <a:pt x="172" y="175"/>
                  <a:pt x="172" y="168"/>
                </a:cubicBezTo>
                <a:cubicBezTo>
                  <a:pt x="172" y="12"/>
                  <a:pt x="172" y="12"/>
                  <a:pt x="172" y="12"/>
                </a:cubicBezTo>
                <a:cubicBezTo>
                  <a:pt x="172" y="5"/>
                  <a:pt x="177" y="0"/>
                  <a:pt x="184" y="0"/>
                </a:cubicBezTo>
                <a:cubicBezTo>
                  <a:pt x="208" y="0"/>
                  <a:pt x="208" y="0"/>
                  <a:pt x="208" y="0"/>
                </a:cubicBezTo>
                <a:cubicBezTo>
                  <a:pt x="215" y="0"/>
                  <a:pt x="220" y="5"/>
                  <a:pt x="220" y="12"/>
                </a:cubicBezTo>
                <a:cubicBezTo>
                  <a:pt x="220" y="168"/>
                  <a:pt x="220" y="168"/>
                  <a:pt x="220" y="168"/>
                </a:cubicBezTo>
                <a:cubicBezTo>
                  <a:pt x="220" y="175"/>
                  <a:pt x="215" y="180"/>
                  <a:pt x="208" y="180"/>
                </a:cubicBezTo>
                <a:moveTo>
                  <a:pt x="140" y="180"/>
                </a:moveTo>
                <a:cubicBezTo>
                  <a:pt x="116" y="180"/>
                  <a:pt x="116" y="180"/>
                  <a:pt x="116" y="180"/>
                </a:cubicBezTo>
                <a:cubicBezTo>
                  <a:pt x="109" y="180"/>
                  <a:pt x="104" y="175"/>
                  <a:pt x="104" y="168"/>
                </a:cubicBezTo>
                <a:cubicBezTo>
                  <a:pt x="104" y="68"/>
                  <a:pt x="104" y="68"/>
                  <a:pt x="104" y="68"/>
                </a:cubicBezTo>
                <a:cubicBezTo>
                  <a:pt x="104" y="61"/>
                  <a:pt x="109" y="56"/>
                  <a:pt x="116" y="56"/>
                </a:cubicBezTo>
                <a:cubicBezTo>
                  <a:pt x="140" y="56"/>
                  <a:pt x="140" y="56"/>
                  <a:pt x="140" y="56"/>
                </a:cubicBezTo>
                <a:cubicBezTo>
                  <a:pt x="147" y="56"/>
                  <a:pt x="152" y="61"/>
                  <a:pt x="152" y="68"/>
                </a:cubicBezTo>
                <a:cubicBezTo>
                  <a:pt x="152" y="168"/>
                  <a:pt x="152" y="168"/>
                  <a:pt x="152" y="168"/>
                </a:cubicBezTo>
                <a:cubicBezTo>
                  <a:pt x="152" y="175"/>
                  <a:pt x="147" y="180"/>
                  <a:pt x="140" y="180"/>
                </a:cubicBezTo>
                <a:moveTo>
                  <a:pt x="72" y="180"/>
                </a:moveTo>
                <a:cubicBezTo>
                  <a:pt x="48" y="180"/>
                  <a:pt x="48" y="180"/>
                  <a:pt x="48" y="180"/>
                </a:cubicBezTo>
                <a:cubicBezTo>
                  <a:pt x="41" y="180"/>
                  <a:pt x="36" y="175"/>
                  <a:pt x="36" y="168"/>
                </a:cubicBezTo>
                <a:cubicBezTo>
                  <a:pt x="36" y="124"/>
                  <a:pt x="36" y="124"/>
                  <a:pt x="36" y="124"/>
                </a:cubicBezTo>
                <a:cubicBezTo>
                  <a:pt x="36" y="117"/>
                  <a:pt x="41" y="112"/>
                  <a:pt x="48" y="112"/>
                </a:cubicBezTo>
                <a:cubicBezTo>
                  <a:pt x="72" y="112"/>
                  <a:pt x="72" y="112"/>
                  <a:pt x="72" y="112"/>
                </a:cubicBezTo>
                <a:cubicBezTo>
                  <a:pt x="79" y="112"/>
                  <a:pt x="84" y="117"/>
                  <a:pt x="84" y="124"/>
                </a:cubicBezTo>
                <a:cubicBezTo>
                  <a:pt x="84" y="168"/>
                  <a:pt x="84" y="168"/>
                  <a:pt x="84" y="168"/>
                </a:cubicBezTo>
                <a:cubicBezTo>
                  <a:pt x="84" y="175"/>
                  <a:pt x="79" y="180"/>
                  <a:pt x="72" y="18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1" name="Freeform 35">
            <a:extLst>
              <a:ext uri="{FF2B5EF4-FFF2-40B4-BE49-F238E27FC236}">
                <a16:creationId xmlns:a16="http://schemas.microsoft.com/office/drawing/2014/main" id="{1EE50C41-4471-5963-0B16-717D03289278}"/>
              </a:ext>
            </a:extLst>
          </p:cNvPr>
          <p:cNvSpPr>
            <a:spLocks noChangeAspect="1"/>
          </p:cNvSpPr>
          <p:nvPr/>
        </p:nvSpPr>
        <p:spPr bwMode="auto">
          <a:xfrm>
            <a:off x="3637938" y="5330329"/>
            <a:ext cx="336152" cy="168710"/>
          </a:xfrm>
          <a:custGeom>
            <a:avLst/>
            <a:gdLst/>
            <a:ahLst/>
            <a:cxnLst>
              <a:cxn ang="0">
                <a:pos x="244" y="56"/>
              </a:cxn>
              <a:cxn ang="0">
                <a:pos x="232" y="68"/>
              </a:cxn>
              <a:cxn ang="0">
                <a:pos x="232" y="87"/>
              </a:cxn>
              <a:cxn ang="0">
                <a:pos x="172" y="27"/>
              </a:cxn>
              <a:cxn ang="0">
                <a:pos x="148" y="4"/>
              </a:cxn>
              <a:cxn ang="0">
                <a:pos x="140" y="0"/>
              </a:cxn>
              <a:cxn ang="0">
                <a:pos x="132" y="4"/>
              </a:cxn>
              <a:cxn ang="0">
                <a:pos x="76" y="59"/>
              </a:cxn>
              <a:cxn ang="0">
                <a:pos x="20" y="4"/>
              </a:cxn>
              <a:cxn ang="0">
                <a:pos x="12" y="0"/>
              </a:cxn>
              <a:cxn ang="0">
                <a:pos x="0" y="12"/>
              </a:cxn>
              <a:cxn ang="0">
                <a:pos x="4" y="20"/>
              </a:cxn>
              <a:cxn ang="0">
                <a:pos x="68" y="84"/>
              </a:cxn>
              <a:cxn ang="0">
                <a:pos x="76" y="88"/>
              </a:cxn>
              <a:cxn ang="0">
                <a:pos x="84" y="84"/>
              </a:cxn>
              <a:cxn ang="0">
                <a:pos x="140" y="29"/>
              </a:cxn>
              <a:cxn ang="0">
                <a:pos x="155" y="44"/>
              </a:cxn>
              <a:cxn ang="0">
                <a:pos x="157" y="46"/>
              </a:cxn>
              <a:cxn ang="0">
                <a:pos x="164" y="52"/>
              </a:cxn>
              <a:cxn ang="0">
                <a:pos x="215" y="104"/>
              </a:cxn>
              <a:cxn ang="0">
                <a:pos x="196" y="104"/>
              </a:cxn>
              <a:cxn ang="0">
                <a:pos x="184" y="116"/>
              </a:cxn>
              <a:cxn ang="0">
                <a:pos x="196" y="128"/>
              </a:cxn>
              <a:cxn ang="0">
                <a:pos x="244" y="128"/>
              </a:cxn>
              <a:cxn ang="0">
                <a:pos x="256" y="116"/>
              </a:cxn>
              <a:cxn ang="0">
                <a:pos x="256" y="68"/>
              </a:cxn>
              <a:cxn ang="0">
                <a:pos x="244" y="56"/>
              </a:cxn>
            </a:cxnLst>
            <a:rect l="0" t="0" r="r" b="b"/>
            <a:pathLst>
              <a:path w="256" h="128">
                <a:moveTo>
                  <a:pt x="244" y="56"/>
                </a:moveTo>
                <a:cubicBezTo>
                  <a:pt x="237" y="56"/>
                  <a:pt x="232" y="61"/>
                  <a:pt x="232" y="68"/>
                </a:cubicBezTo>
                <a:cubicBezTo>
                  <a:pt x="232" y="87"/>
                  <a:pt x="232" y="87"/>
                  <a:pt x="232" y="87"/>
                </a:cubicBezTo>
                <a:cubicBezTo>
                  <a:pt x="172" y="27"/>
                  <a:pt x="172" y="27"/>
                  <a:pt x="172" y="27"/>
                </a:cubicBezTo>
                <a:cubicBezTo>
                  <a:pt x="148" y="4"/>
                  <a:pt x="148" y="4"/>
                  <a:pt x="148" y="4"/>
                </a:cubicBezTo>
                <a:cubicBezTo>
                  <a:pt x="146" y="1"/>
                  <a:pt x="143" y="0"/>
                  <a:pt x="140" y="0"/>
                </a:cubicBezTo>
                <a:cubicBezTo>
                  <a:pt x="137" y="0"/>
                  <a:pt x="134" y="1"/>
                  <a:pt x="132" y="4"/>
                </a:cubicBezTo>
                <a:cubicBezTo>
                  <a:pt x="76" y="59"/>
                  <a:pt x="76" y="59"/>
                  <a:pt x="76" y="59"/>
                </a:cubicBezTo>
                <a:cubicBezTo>
                  <a:pt x="20" y="4"/>
                  <a:pt x="20" y="4"/>
                  <a:pt x="20" y="4"/>
                </a:cubicBezTo>
                <a:cubicBezTo>
                  <a:pt x="18" y="1"/>
                  <a:pt x="15" y="0"/>
                  <a:pt x="12" y="0"/>
                </a:cubicBezTo>
                <a:cubicBezTo>
                  <a:pt x="5" y="0"/>
                  <a:pt x="0" y="5"/>
                  <a:pt x="0" y="12"/>
                </a:cubicBezTo>
                <a:cubicBezTo>
                  <a:pt x="0" y="15"/>
                  <a:pt x="1" y="18"/>
                  <a:pt x="4" y="20"/>
                </a:cubicBezTo>
                <a:cubicBezTo>
                  <a:pt x="68" y="84"/>
                  <a:pt x="68" y="84"/>
                  <a:pt x="68" y="84"/>
                </a:cubicBezTo>
                <a:cubicBezTo>
                  <a:pt x="70" y="87"/>
                  <a:pt x="73" y="88"/>
                  <a:pt x="76" y="88"/>
                </a:cubicBezTo>
                <a:cubicBezTo>
                  <a:pt x="79" y="88"/>
                  <a:pt x="82" y="87"/>
                  <a:pt x="84" y="84"/>
                </a:cubicBezTo>
                <a:cubicBezTo>
                  <a:pt x="140" y="29"/>
                  <a:pt x="140" y="29"/>
                  <a:pt x="140" y="29"/>
                </a:cubicBezTo>
                <a:cubicBezTo>
                  <a:pt x="155" y="44"/>
                  <a:pt x="155" y="44"/>
                  <a:pt x="155" y="44"/>
                </a:cubicBezTo>
                <a:cubicBezTo>
                  <a:pt x="157" y="46"/>
                  <a:pt x="157" y="46"/>
                  <a:pt x="157" y="46"/>
                </a:cubicBezTo>
                <a:cubicBezTo>
                  <a:pt x="164" y="52"/>
                  <a:pt x="164" y="52"/>
                  <a:pt x="164" y="52"/>
                </a:cubicBezTo>
                <a:cubicBezTo>
                  <a:pt x="215" y="104"/>
                  <a:pt x="215" y="104"/>
                  <a:pt x="215" y="104"/>
                </a:cubicBezTo>
                <a:cubicBezTo>
                  <a:pt x="196" y="104"/>
                  <a:pt x="196" y="104"/>
                  <a:pt x="196" y="104"/>
                </a:cubicBezTo>
                <a:cubicBezTo>
                  <a:pt x="189" y="104"/>
                  <a:pt x="184" y="109"/>
                  <a:pt x="184" y="116"/>
                </a:cubicBezTo>
                <a:cubicBezTo>
                  <a:pt x="184" y="123"/>
                  <a:pt x="189" y="128"/>
                  <a:pt x="196" y="128"/>
                </a:cubicBezTo>
                <a:cubicBezTo>
                  <a:pt x="244" y="128"/>
                  <a:pt x="244" y="128"/>
                  <a:pt x="244" y="128"/>
                </a:cubicBezTo>
                <a:cubicBezTo>
                  <a:pt x="251" y="128"/>
                  <a:pt x="256" y="123"/>
                  <a:pt x="256" y="116"/>
                </a:cubicBezTo>
                <a:cubicBezTo>
                  <a:pt x="256" y="68"/>
                  <a:pt x="256" y="68"/>
                  <a:pt x="256" y="68"/>
                </a:cubicBezTo>
                <a:cubicBezTo>
                  <a:pt x="256" y="61"/>
                  <a:pt x="251" y="56"/>
                  <a:pt x="244" y="5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2" name="Freeform 36">
            <a:extLst>
              <a:ext uri="{FF2B5EF4-FFF2-40B4-BE49-F238E27FC236}">
                <a16:creationId xmlns:a16="http://schemas.microsoft.com/office/drawing/2014/main" id="{2426ACA2-69DA-E194-FEA0-E89561D96F3F}"/>
              </a:ext>
            </a:extLst>
          </p:cNvPr>
          <p:cNvSpPr>
            <a:spLocks noChangeAspect="1"/>
          </p:cNvSpPr>
          <p:nvPr/>
        </p:nvSpPr>
        <p:spPr bwMode="auto">
          <a:xfrm>
            <a:off x="2997740" y="3575940"/>
            <a:ext cx="336152" cy="168710"/>
          </a:xfrm>
          <a:custGeom>
            <a:avLst/>
            <a:gdLst/>
            <a:ahLst/>
            <a:cxnLst>
              <a:cxn ang="0">
                <a:pos x="244" y="72"/>
              </a:cxn>
              <a:cxn ang="0">
                <a:pos x="232" y="60"/>
              </a:cxn>
              <a:cxn ang="0">
                <a:pos x="232" y="41"/>
              </a:cxn>
              <a:cxn ang="0">
                <a:pos x="172" y="101"/>
              </a:cxn>
              <a:cxn ang="0">
                <a:pos x="148" y="124"/>
              </a:cxn>
              <a:cxn ang="0">
                <a:pos x="140" y="128"/>
              </a:cxn>
              <a:cxn ang="0">
                <a:pos x="132" y="124"/>
              </a:cxn>
              <a:cxn ang="0">
                <a:pos x="76" y="69"/>
              </a:cxn>
              <a:cxn ang="0">
                <a:pos x="20" y="124"/>
              </a:cxn>
              <a:cxn ang="0">
                <a:pos x="12" y="128"/>
              </a:cxn>
              <a:cxn ang="0">
                <a:pos x="0" y="116"/>
              </a:cxn>
              <a:cxn ang="0">
                <a:pos x="4" y="108"/>
              </a:cxn>
              <a:cxn ang="0">
                <a:pos x="68" y="44"/>
              </a:cxn>
              <a:cxn ang="0">
                <a:pos x="76" y="40"/>
              </a:cxn>
              <a:cxn ang="0">
                <a:pos x="84" y="44"/>
              </a:cxn>
              <a:cxn ang="0">
                <a:pos x="140" y="99"/>
              </a:cxn>
              <a:cxn ang="0">
                <a:pos x="155" y="84"/>
              </a:cxn>
              <a:cxn ang="0">
                <a:pos x="157" y="82"/>
              </a:cxn>
              <a:cxn ang="0">
                <a:pos x="164" y="76"/>
              </a:cxn>
              <a:cxn ang="0">
                <a:pos x="215" y="24"/>
              </a:cxn>
              <a:cxn ang="0">
                <a:pos x="196" y="24"/>
              </a:cxn>
              <a:cxn ang="0">
                <a:pos x="184" y="12"/>
              </a:cxn>
              <a:cxn ang="0">
                <a:pos x="196" y="0"/>
              </a:cxn>
              <a:cxn ang="0">
                <a:pos x="244" y="0"/>
              </a:cxn>
              <a:cxn ang="0">
                <a:pos x="256" y="12"/>
              </a:cxn>
              <a:cxn ang="0">
                <a:pos x="256" y="60"/>
              </a:cxn>
              <a:cxn ang="0">
                <a:pos x="244" y="72"/>
              </a:cxn>
            </a:cxnLst>
            <a:rect l="0" t="0" r="r" b="b"/>
            <a:pathLst>
              <a:path w="256" h="128">
                <a:moveTo>
                  <a:pt x="244" y="72"/>
                </a:moveTo>
                <a:cubicBezTo>
                  <a:pt x="237" y="72"/>
                  <a:pt x="232" y="67"/>
                  <a:pt x="232" y="60"/>
                </a:cubicBezTo>
                <a:cubicBezTo>
                  <a:pt x="232" y="41"/>
                  <a:pt x="232" y="41"/>
                  <a:pt x="232" y="41"/>
                </a:cubicBezTo>
                <a:cubicBezTo>
                  <a:pt x="172" y="101"/>
                  <a:pt x="172" y="101"/>
                  <a:pt x="172" y="101"/>
                </a:cubicBezTo>
                <a:cubicBezTo>
                  <a:pt x="148" y="124"/>
                  <a:pt x="148" y="124"/>
                  <a:pt x="148" y="124"/>
                </a:cubicBezTo>
                <a:cubicBezTo>
                  <a:pt x="146" y="127"/>
                  <a:pt x="143" y="128"/>
                  <a:pt x="140" y="128"/>
                </a:cubicBezTo>
                <a:cubicBezTo>
                  <a:pt x="137" y="128"/>
                  <a:pt x="134" y="127"/>
                  <a:pt x="132" y="124"/>
                </a:cubicBezTo>
                <a:cubicBezTo>
                  <a:pt x="76" y="69"/>
                  <a:pt x="76" y="69"/>
                  <a:pt x="76" y="69"/>
                </a:cubicBezTo>
                <a:cubicBezTo>
                  <a:pt x="20" y="124"/>
                  <a:pt x="20" y="124"/>
                  <a:pt x="20" y="124"/>
                </a:cubicBezTo>
                <a:cubicBezTo>
                  <a:pt x="18" y="127"/>
                  <a:pt x="15" y="128"/>
                  <a:pt x="12" y="128"/>
                </a:cubicBezTo>
                <a:cubicBezTo>
                  <a:pt x="5" y="128"/>
                  <a:pt x="0" y="123"/>
                  <a:pt x="0" y="116"/>
                </a:cubicBezTo>
                <a:cubicBezTo>
                  <a:pt x="0" y="113"/>
                  <a:pt x="1" y="110"/>
                  <a:pt x="4" y="108"/>
                </a:cubicBezTo>
                <a:cubicBezTo>
                  <a:pt x="68" y="44"/>
                  <a:pt x="68" y="44"/>
                  <a:pt x="68" y="44"/>
                </a:cubicBezTo>
                <a:cubicBezTo>
                  <a:pt x="70" y="41"/>
                  <a:pt x="73" y="40"/>
                  <a:pt x="76" y="40"/>
                </a:cubicBezTo>
                <a:cubicBezTo>
                  <a:pt x="79" y="40"/>
                  <a:pt x="82" y="41"/>
                  <a:pt x="84" y="44"/>
                </a:cubicBezTo>
                <a:cubicBezTo>
                  <a:pt x="140" y="99"/>
                  <a:pt x="140" y="99"/>
                  <a:pt x="140" y="99"/>
                </a:cubicBezTo>
                <a:cubicBezTo>
                  <a:pt x="155" y="84"/>
                  <a:pt x="155" y="84"/>
                  <a:pt x="155" y="84"/>
                </a:cubicBezTo>
                <a:cubicBezTo>
                  <a:pt x="157" y="82"/>
                  <a:pt x="157" y="82"/>
                  <a:pt x="157" y="82"/>
                </a:cubicBezTo>
                <a:cubicBezTo>
                  <a:pt x="164" y="76"/>
                  <a:pt x="164" y="76"/>
                  <a:pt x="164" y="76"/>
                </a:cubicBezTo>
                <a:cubicBezTo>
                  <a:pt x="215" y="24"/>
                  <a:pt x="215" y="24"/>
                  <a:pt x="215" y="24"/>
                </a:cubicBezTo>
                <a:cubicBezTo>
                  <a:pt x="196" y="24"/>
                  <a:pt x="196" y="24"/>
                  <a:pt x="196" y="24"/>
                </a:cubicBezTo>
                <a:cubicBezTo>
                  <a:pt x="189" y="24"/>
                  <a:pt x="184" y="19"/>
                  <a:pt x="184" y="12"/>
                </a:cubicBezTo>
                <a:cubicBezTo>
                  <a:pt x="184" y="5"/>
                  <a:pt x="189" y="0"/>
                  <a:pt x="196" y="0"/>
                </a:cubicBezTo>
                <a:cubicBezTo>
                  <a:pt x="244" y="0"/>
                  <a:pt x="244" y="0"/>
                  <a:pt x="244" y="0"/>
                </a:cubicBezTo>
                <a:cubicBezTo>
                  <a:pt x="251" y="0"/>
                  <a:pt x="256" y="5"/>
                  <a:pt x="256" y="12"/>
                </a:cubicBezTo>
                <a:cubicBezTo>
                  <a:pt x="256" y="60"/>
                  <a:pt x="256" y="60"/>
                  <a:pt x="256" y="60"/>
                </a:cubicBezTo>
                <a:cubicBezTo>
                  <a:pt x="256" y="67"/>
                  <a:pt x="251" y="72"/>
                  <a:pt x="244" y="72"/>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3" name="Freeform 37">
            <a:extLst>
              <a:ext uri="{FF2B5EF4-FFF2-40B4-BE49-F238E27FC236}">
                <a16:creationId xmlns:a16="http://schemas.microsoft.com/office/drawing/2014/main" id="{87B05B1A-EEFF-2F5B-84C0-A329F9D838D7}"/>
              </a:ext>
            </a:extLst>
          </p:cNvPr>
          <p:cNvSpPr>
            <a:spLocks noChangeAspect="1" noEditPoints="1"/>
          </p:cNvSpPr>
          <p:nvPr/>
        </p:nvSpPr>
        <p:spPr bwMode="auto">
          <a:xfrm>
            <a:off x="3670579" y="1744749"/>
            <a:ext cx="336152" cy="262580"/>
          </a:xfrm>
          <a:custGeom>
            <a:avLst/>
            <a:gdLst/>
            <a:ahLst/>
            <a:cxnLst>
              <a:cxn ang="0">
                <a:pos x="184" y="172"/>
              </a:cxn>
              <a:cxn ang="0">
                <a:pos x="184" y="172"/>
              </a:cxn>
              <a:cxn ang="0">
                <a:pos x="108" y="172"/>
              </a:cxn>
              <a:cxn ang="0">
                <a:pos x="108" y="172"/>
              </a:cxn>
              <a:cxn ang="0">
                <a:pos x="100" y="172"/>
              </a:cxn>
              <a:cxn ang="0">
                <a:pos x="85" y="172"/>
              </a:cxn>
              <a:cxn ang="0">
                <a:pos x="92" y="180"/>
              </a:cxn>
              <a:cxn ang="0">
                <a:pos x="96" y="188"/>
              </a:cxn>
              <a:cxn ang="0">
                <a:pos x="84" y="200"/>
              </a:cxn>
              <a:cxn ang="0">
                <a:pos x="76" y="196"/>
              </a:cxn>
              <a:cxn ang="0">
                <a:pos x="48" y="168"/>
              </a:cxn>
              <a:cxn ang="0">
                <a:pos x="44" y="160"/>
              </a:cxn>
              <a:cxn ang="0">
                <a:pos x="48" y="152"/>
              </a:cxn>
              <a:cxn ang="0">
                <a:pos x="76" y="124"/>
              </a:cxn>
              <a:cxn ang="0">
                <a:pos x="84" y="120"/>
              </a:cxn>
              <a:cxn ang="0">
                <a:pos x="96" y="132"/>
              </a:cxn>
              <a:cxn ang="0">
                <a:pos x="92" y="140"/>
              </a:cxn>
              <a:cxn ang="0">
                <a:pos x="85" y="148"/>
              </a:cxn>
              <a:cxn ang="0">
                <a:pos x="92" y="148"/>
              </a:cxn>
              <a:cxn ang="0">
                <a:pos x="92" y="148"/>
              </a:cxn>
              <a:cxn ang="0">
                <a:pos x="104" y="148"/>
              </a:cxn>
              <a:cxn ang="0">
                <a:pos x="104" y="148"/>
              </a:cxn>
              <a:cxn ang="0">
                <a:pos x="184" y="148"/>
              </a:cxn>
              <a:cxn ang="0">
                <a:pos x="232" y="100"/>
              </a:cxn>
              <a:cxn ang="0">
                <a:pos x="232" y="72"/>
              </a:cxn>
              <a:cxn ang="0">
                <a:pos x="244" y="60"/>
              </a:cxn>
              <a:cxn ang="0">
                <a:pos x="256" y="72"/>
              </a:cxn>
              <a:cxn ang="0">
                <a:pos x="256" y="100"/>
              </a:cxn>
              <a:cxn ang="0">
                <a:pos x="184" y="172"/>
              </a:cxn>
              <a:cxn ang="0">
                <a:pos x="180" y="76"/>
              </a:cxn>
              <a:cxn ang="0">
                <a:pos x="172" y="80"/>
              </a:cxn>
              <a:cxn ang="0">
                <a:pos x="160" y="68"/>
              </a:cxn>
              <a:cxn ang="0">
                <a:pos x="164" y="60"/>
              </a:cxn>
              <a:cxn ang="0">
                <a:pos x="171" y="52"/>
              </a:cxn>
              <a:cxn ang="0">
                <a:pos x="164" y="52"/>
              </a:cxn>
              <a:cxn ang="0">
                <a:pos x="164" y="52"/>
              </a:cxn>
              <a:cxn ang="0">
                <a:pos x="152" y="52"/>
              </a:cxn>
              <a:cxn ang="0">
                <a:pos x="152" y="52"/>
              </a:cxn>
              <a:cxn ang="0">
                <a:pos x="72" y="52"/>
              </a:cxn>
              <a:cxn ang="0">
                <a:pos x="24" y="100"/>
              </a:cxn>
              <a:cxn ang="0">
                <a:pos x="24" y="128"/>
              </a:cxn>
              <a:cxn ang="0">
                <a:pos x="12" y="140"/>
              </a:cxn>
              <a:cxn ang="0">
                <a:pos x="0" y="128"/>
              </a:cxn>
              <a:cxn ang="0">
                <a:pos x="0" y="100"/>
              </a:cxn>
              <a:cxn ang="0">
                <a:pos x="72" y="28"/>
              </a:cxn>
              <a:cxn ang="0">
                <a:pos x="148" y="28"/>
              </a:cxn>
              <a:cxn ang="0">
                <a:pos x="148" y="28"/>
              </a:cxn>
              <a:cxn ang="0">
                <a:pos x="156" y="28"/>
              </a:cxn>
              <a:cxn ang="0">
                <a:pos x="171" y="28"/>
              </a:cxn>
              <a:cxn ang="0">
                <a:pos x="164" y="20"/>
              </a:cxn>
              <a:cxn ang="0">
                <a:pos x="160" y="12"/>
              </a:cxn>
              <a:cxn ang="0">
                <a:pos x="172" y="0"/>
              </a:cxn>
              <a:cxn ang="0">
                <a:pos x="180" y="4"/>
              </a:cxn>
              <a:cxn ang="0">
                <a:pos x="208" y="32"/>
              </a:cxn>
              <a:cxn ang="0">
                <a:pos x="212" y="40"/>
              </a:cxn>
              <a:cxn ang="0">
                <a:pos x="208" y="48"/>
              </a:cxn>
              <a:cxn ang="0">
                <a:pos x="180" y="76"/>
              </a:cxn>
            </a:cxnLst>
            <a:rect l="0" t="0" r="r" b="b"/>
            <a:pathLst>
              <a:path w="256" h="200">
                <a:moveTo>
                  <a:pt x="184" y="172"/>
                </a:moveTo>
                <a:cubicBezTo>
                  <a:pt x="184" y="172"/>
                  <a:pt x="184" y="172"/>
                  <a:pt x="184" y="172"/>
                </a:cubicBezTo>
                <a:cubicBezTo>
                  <a:pt x="108" y="172"/>
                  <a:pt x="108" y="172"/>
                  <a:pt x="108" y="172"/>
                </a:cubicBezTo>
                <a:cubicBezTo>
                  <a:pt x="108" y="172"/>
                  <a:pt x="108" y="172"/>
                  <a:pt x="108" y="172"/>
                </a:cubicBezTo>
                <a:cubicBezTo>
                  <a:pt x="100" y="172"/>
                  <a:pt x="100" y="172"/>
                  <a:pt x="100" y="172"/>
                </a:cubicBezTo>
                <a:cubicBezTo>
                  <a:pt x="85" y="172"/>
                  <a:pt x="85" y="172"/>
                  <a:pt x="85" y="172"/>
                </a:cubicBezTo>
                <a:cubicBezTo>
                  <a:pt x="92" y="180"/>
                  <a:pt x="92" y="180"/>
                  <a:pt x="92" y="180"/>
                </a:cubicBezTo>
                <a:cubicBezTo>
                  <a:pt x="95" y="182"/>
                  <a:pt x="96" y="185"/>
                  <a:pt x="96" y="188"/>
                </a:cubicBezTo>
                <a:cubicBezTo>
                  <a:pt x="96" y="195"/>
                  <a:pt x="91" y="200"/>
                  <a:pt x="84" y="200"/>
                </a:cubicBezTo>
                <a:cubicBezTo>
                  <a:pt x="81" y="200"/>
                  <a:pt x="78" y="199"/>
                  <a:pt x="76" y="196"/>
                </a:cubicBezTo>
                <a:cubicBezTo>
                  <a:pt x="48" y="168"/>
                  <a:pt x="48" y="168"/>
                  <a:pt x="48" y="168"/>
                </a:cubicBezTo>
                <a:cubicBezTo>
                  <a:pt x="45" y="166"/>
                  <a:pt x="44" y="163"/>
                  <a:pt x="44" y="160"/>
                </a:cubicBezTo>
                <a:cubicBezTo>
                  <a:pt x="44" y="157"/>
                  <a:pt x="45" y="154"/>
                  <a:pt x="48" y="152"/>
                </a:cubicBezTo>
                <a:cubicBezTo>
                  <a:pt x="76" y="124"/>
                  <a:pt x="76" y="124"/>
                  <a:pt x="76" y="124"/>
                </a:cubicBezTo>
                <a:cubicBezTo>
                  <a:pt x="78" y="121"/>
                  <a:pt x="81" y="120"/>
                  <a:pt x="84" y="120"/>
                </a:cubicBezTo>
                <a:cubicBezTo>
                  <a:pt x="91" y="120"/>
                  <a:pt x="96" y="125"/>
                  <a:pt x="96" y="132"/>
                </a:cubicBezTo>
                <a:cubicBezTo>
                  <a:pt x="96" y="135"/>
                  <a:pt x="95" y="138"/>
                  <a:pt x="92" y="140"/>
                </a:cubicBezTo>
                <a:cubicBezTo>
                  <a:pt x="85" y="148"/>
                  <a:pt x="85" y="148"/>
                  <a:pt x="85" y="148"/>
                </a:cubicBezTo>
                <a:cubicBezTo>
                  <a:pt x="92" y="148"/>
                  <a:pt x="92" y="148"/>
                  <a:pt x="92" y="148"/>
                </a:cubicBezTo>
                <a:cubicBezTo>
                  <a:pt x="92" y="148"/>
                  <a:pt x="92" y="148"/>
                  <a:pt x="92" y="148"/>
                </a:cubicBezTo>
                <a:cubicBezTo>
                  <a:pt x="104" y="148"/>
                  <a:pt x="104" y="148"/>
                  <a:pt x="104" y="148"/>
                </a:cubicBezTo>
                <a:cubicBezTo>
                  <a:pt x="104" y="148"/>
                  <a:pt x="104" y="148"/>
                  <a:pt x="104" y="148"/>
                </a:cubicBezTo>
                <a:cubicBezTo>
                  <a:pt x="184" y="148"/>
                  <a:pt x="184" y="148"/>
                  <a:pt x="184" y="148"/>
                </a:cubicBezTo>
                <a:cubicBezTo>
                  <a:pt x="211" y="148"/>
                  <a:pt x="232" y="127"/>
                  <a:pt x="232" y="100"/>
                </a:cubicBezTo>
                <a:cubicBezTo>
                  <a:pt x="232" y="72"/>
                  <a:pt x="232" y="72"/>
                  <a:pt x="232" y="72"/>
                </a:cubicBezTo>
                <a:cubicBezTo>
                  <a:pt x="232" y="65"/>
                  <a:pt x="237" y="60"/>
                  <a:pt x="244" y="60"/>
                </a:cubicBezTo>
                <a:cubicBezTo>
                  <a:pt x="251" y="60"/>
                  <a:pt x="256" y="65"/>
                  <a:pt x="256" y="72"/>
                </a:cubicBezTo>
                <a:cubicBezTo>
                  <a:pt x="256" y="100"/>
                  <a:pt x="256" y="100"/>
                  <a:pt x="256" y="100"/>
                </a:cubicBezTo>
                <a:cubicBezTo>
                  <a:pt x="256" y="140"/>
                  <a:pt x="224" y="172"/>
                  <a:pt x="184" y="172"/>
                </a:cubicBezTo>
                <a:moveTo>
                  <a:pt x="180" y="76"/>
                </a:moveTo>
                <a:cubicBezTo>
                  <a:pt x="178" y="79"/>
                  <a:pt x="175" y="80"/>
                  <a:pt x="172" y="80"/>
                </a:cubicBezTo>
                <a:cubicBezTo>
                  <a:pt x="165" y="80"/>
                  <a:pt x="160" y="75"/>
                  <a:pt x="160" y="68"/>
                </a:cubicBezTo>
                <a:cubicBezTo>
                  <a:pt x="160" y="65"/>
                  <a:pt x="161" y="62"/>
                  <a:pt x="164" y="60"/>
                </a:cubicBezTo>
                <a:cubicBezTo>
                  <a:pt x="171" y="52"/>
                  <a:pt x="171" y="52"/>
                  <a:pt x="171" y="52"/>
                </a:cubicBezTo>
                <a:cubicBezTo>
                  <a:pt x="164" y="52"/>
                  <a:pt x="164" y="52"/>
                  <a:pt x="164" y="52"/>
                </a:cubicBezTo>
                <a:cubicBezTo>
                  <a:pt x="164" y="52"/>
                  <a:pt x="164" y="52"/>
                  <a:pt x="164" y="52"/>
                </a:cubicBezTo>
                <a:cubicBezTo>
                  <a:pt x="152" y="52"/>
                  <a:pt x="152" y="52"/>
                  <a:pt x="152" y="52"/>
                </a:cubicBezTo>
                <a:cubicBezTo>
                  <a:pt x="152" y="52"/>
                  <a:pt x="152" y="52"/>
                  <a:pt x="152" y="52"/>
                </a:cubicBezTo>
                <a:cubicBezTo>
                  <a:pt x="72" y="52"/>
                  <a:pt x="72" y="52"/>
                  <a:pt x="72" y="52"/>
                </a:cubicBezTo>
                <a:cubicBezTo>
                  <a:pt x="45" y="52"/>
                  <a:pt x="24" y="73"/>
                  <a:pt x="24" y="100"/>
                </a:cubicBezTo>
                <a:cubicBezTo>
                  <a:pt x="24" y="128"/>
                  <a:pt x="24" y="128"/>
                  <a:pt x="24" y="128"/>
                </a:cubicBezTo>
                <a:cubicBezTo>
                  <a:pt x="24" y="135"/>
                  <a:pt x="19" y="140"/>
                  <a:pt x="12" y="140"/>
                </a:cubicBezTo>
                <a:cubicBezTo>
                  <a:pt x="5" y="140"/>
                  <a:pt x="0" y="135"/>
                  <a:pt x="0" y="128"/>
                </a:cubicBezTo>
                <a:cubicBezTo>
                  <a:pt x="0" y="100"/>
                  <a:pt x="0" y="100"/>
                  <a:pt x="0" y="100"/>
                </a:cubicBezTo>
                <a:cubicBezTo>
                  <a:pt x="0" y="60"/>
                  <a:pt x="32" y="28"/>
                  <a:pt x="72" y="28"/>
                </a:cubicBezTo>
                <a:cubicBezTo>
                  <a:pt x="148" y="28"/>
                  <a:pt x="148" y="28"/>
                  <a:pt x="148" y="28"/>
                </a:cubicBezTo>
                <a:cubicBezTo>
                  <a:pt x="148" y="28"/>
                  <a:pt x="148" y="28"/>
                  <a:pt x="148" y="28"/>
                </a:cubicBezTo>
                <a:cubicBezTo>
                  <a:pt x="156" y="28"/>
                  <a:pt x="156" y="28"/>
                  <a:pt x="156" y="28"/>
                </a:cubicBezTo>
                <a:cubicBezTo>
                  <a:pt x="171" y="28"/>
                  <a:pt x="171" y="28"/>
                  <a:pt x="171" y="28"/>
                </a:cubicBezTo>
                <a:cubicBezTo>
                  <a:pt x="164" y="20"/>
                  <a:pt x="164" y="20"/>
                  <a:pt x="164" y="20"/>
                </a:cubicBezTo>
                <a:cubicBezTo>
                  <a:pt x="161" y="18"/>
                  <a:pt x="160" y="15"/>
                  <a:pt x="160" y="12"/>
                </a:cubicBezTo>
                <a:cubicBezTo>
                  <a:pt x="160" y="5"/>
                  <a:pt x="165" y="0"/>
                  <a:pt x="172" y="0"/>
                </a:cubicBezTo>
                <a:cubicBezTo>
                  <a:pt x="175" y="0"/>
                  <a:pt x="178" y="1"/>
                  <a:pt x="180" y="4"/>
                </a:cubicBezTo>
                <a:cubicBezTo>
                  <a:pt x="208" y="32"/>
                  <a:pt x="208" y="32"/>
                  <a:pt x="208" y="32"/>
                </a:cubicBezTo>
                <a:cubicBezTo>
                  <a:pt x="211" y="34"/>
                  <a:pt x="212" y="37"/>
                  <a:pt x="212" y="40"/>
                </a:cubicBezTo>
                <a:cubicBezTo>
                  <a:pt x="212" y="43"/>
                  <a:pt x="211" y="46"/>
                  <a:pt x="208" y="48"/>
                </a:cubicBezTo>
                <a:lnTo>
                  <a:pt x="180" y="7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94" name="Group 93">
            <a:extLst>
              <a:ext uri="{FF2B5EF4-FFF2-40B4-BE49-F238E27FC236}">
                <a16:creationId xmlns:a16="http://schemas.microsoft.com/office/drawing/2014/main" id="{19B21A02-61C6-8FBB-C1CB-FA498A0ED34B}"/>
              </a:ext>
            </a:extLst>
          </p:cNvPr>
          <p:cNvGrpSpPr/>
          <p:nvPr/>
        </p:nvGrpSpPr>
        <p:grpSpPr>
          <a:xfrm flipH="1">
            <a:off x="9355322" y="3288884"/>
            <a:ext cx="2295980" cy="1220146"/>
            <a:chOff x="1003258" y="4595000"/>
            <a:chExt cx="2295980" cy="1220146"/>
          </a:xfrm>
        </p:grpSpPr>
        <p:sp>
          <p:nvSpPr>
            <p:cNvPr id="95" name="TextBox 94">
              <a:extLst>
                <a:ext uri="{FF2B5EF4-FFF2-40B4-BE49-F238E27FC236}">
                  <a16:creationId xmlns:a16="http://schemas.microsoft.com/office/drawing/2014/main" id="{82669916-0345-77F3-34AE-4624929727A4}"/>
                </a:ext>
              </a:extLst>
            </p:cNvPr>
            <p:cNvSpPr txBox="1"/>
            <p:nvPr/>
          </p:nvSpPr>
          <p:spPr>
            <a:xfrm>
              <a:off x="1841658" y="4595000"/>
              <a:ext cx="1457579" cy="276999"/>
            </a:xfrm>
            <a:prstGeom prst="rect">
              <a:avLst/>
            </a:prstGeom>
            <a:noFill/>
          </p:spPr>
          <p:txBody>
            <a:bodyPr wrap="none" rtlCol="0">
              <a:spAutoFit/>
            </a:bodyPr>
            <a:lstStyle/>
            <a:p>
              <a:r>
                <a:rPr lang="en-US" sz="1200" b="1" dirty="0">
                  <a:solidFill>
                    <a:schemeClr val="accent2"/>
                  </a:solidFill>
                  <a:ea typeface="Open Sans" panose="020B0606030504020204" pitchFamily="34" charset="0"/>
                  <a:cs typeface="Open Sans" panose="020B0606030504020204" pitchFamily="34" charset="0"/>
                </a:rPr>
                <a:t>YOUR TEXT HERE</a:t>
              </a:r>
            </a:p>
          </p:txBody>
        </p:sp>
        <p:sp>
          <p:nvSpPr>
            <p:cNvPr id="96" name="Rectangle 95">
              <a:extLst>
                <a:ext uri="{FF2B5EF4-FFF2-40B4-BE49-F238E27FC236}">
                  <a16:creationId xmlns:a16="http://schemas.microsoft.com/office/drawing/2014/main" id="{582A15FE-7307-8B2B-B313-5C3F35E14928}"/>
                </a:ext>
              </a:extLst>
            </p:cNvPr>
            <p:cNvSpPr/>
            <p:nvPr/>
          </p:nvSpPr>
          <p:spPr>
            <a:xfrm>
              <a:off x="1003258" y="4818719"/>
              <a:ext cx="2295980" cy="996427"/>
            </a:xfrm>
            <a:prstGeom prst="rect">
              <a:avLst/>
            </a:prstGeom>
          </p:spPr>
          <p:txBody>
            <a:bodyPr wrap="square">
              <a:spAutoFit/>
            </a:bodyPr>
            <a:lstStyle/>
            <a:p>
              <a:pPr>
                <a:lnSpc>
                  <a:spcPct val="150000"/>
                </a:lnSpc>
              </a:pPr>
              <a:r>
                <a:rPr lang="en-US" sz="1000" dirty="0">
                  <a:solidFill>
                    <a:schemeClr val="tx2"/>
                  </a:solidFill>
                  <a:ea typeface="Open Sans" panose="020B0606030504020204" pitchFamily="34" charset="0"/>
                  <a:cs typeface="Open Sans" panose="020B0606030504020204" pitchFamily="34" charset="0"/>
                </a:rPr>
                <a:t>This is a sample text. You simply add your own text and description here. This text is fully editable. </a:t>
              </a:r>
            </a:p>
          </p:txBody>
        </p:sp>
      </p:grpSp>
      <p:sp>
        <p:nvSpPr>
          <p:cNvPr id="3" name="Slide Number Placeholder 2">
            <a:extLst>
              <a:ext uri="{FF2B5EF4-FFF2-40B4-BE49-F238E27FC236}">
                <a16:creationId xmlns:a16="http://schemas.microsoft.com/office/drawing/2014/main" id="{E9879FD0-8DD4-4578-7598-A42CC73E5DC9}"/>
              </a:ext>
            </a:extLst>
          </p:cNvPr>
          <p:cNvSpPr>
            <a:spLocks noGrp="1"/>
          </p:cNvSpPr>
          <p:nvPr>
            <p:ph type="sldNum" sz="quarter" idx="11"/>
          </p:nvPr>
        </p:nvSpPr>
        <p:spPr/>
        <p:txBody>
          <a:bodyPr/>
          <a:lstStyle/>
          <a:p>
            <a:fld id="{7737D3DD-0AB3-4F16-99FA-6262B2B4036D}" type="slidenum">
              <a:rPr lang="en-MY" smtClean="0"/>
              <a:t>11</a:t>
            </a:fld>
            <a:endParaRPr lang="en-MY"/>
          </a:p>
        </p:txBody>
      </p:sp>
      <p:sp>
        <p:nvSpPr>
          <p:cNvPr id="86" name="Graphic 31" descr="Arrow: Slight curve">
            <a:extLst>
              <a:ext uri="{FF2B5EF4-FFF2-40B4-BE49-F238E27FC236}">
                <a16:creationId xmlns:a16="http://schemas.microsoft.com/office/drawing/2014/main" id="{EF3EEF86-EE8D-735D-61E5-E01958EDCDE2}"/>
              </a:ext>
            </a:extLst>
          </p:cNvPr>
          <p:cNvSpPr>
            <a:spLocks noChangeAspect="1"/>
          </p:cNvSpPr>
          <p:nvPr/>
        </p:nvSpPr>
        <p:spPr>
          <a:xfrm rot="13500000" flipV="1">
            <a:off x="6905299" y="4643189"/>
            <a:ext cx="968481" cy="528246"/>
          </a:xfrm>
          <a:custGeom>
            <a:avLst/>
            <a:gdLst>
              <a:gd name="connsiteX0" fmla="*/ 1497142 w 1497189"/>
              <a:gd name="connsiteY0" fmla="*/ 408312 h 816623"/>
              <a:gd name="connsiteX1" fmla="*/ 1088831 w 1497189"/>
              <a:gd name="connsiteY1" fmla="*/ 0 h 816623"/>
              <a:gd name="connsiteX2" fmla="*/ 1088831 w 1497189"/>
              <a:gd name="connsiteY2" fmla="*/ 255195 h 816623"/>
              <a:gd name="connsiteX3" fmla="*/ 0 w 1497189"/>
              <a:gd name="connsiteY3" fmla="*/ 255195 h 816623"/>
              <a:gd name="connsiteX4" fmla="*/ 1088831 w 1497189"/>
              <a:gd name="connsiteY4" fmla="*/ 646493 h 816623"/>
              <a:gd name="connsiteX5" fmla="*/ 1088831 w 1497189"/>
              <a:gd name="connsiteY5" fmla="*/ 816623 h 816623"/>
              <a:gd name="connsiteX6" fmla="*/ 1497142 w 1497189"/>
              <a:gd name="connsiteY6" fmla="*/ 408312 h 81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7189" h="816623">
                <a:moveTo>
                  <a:pt x="1497142" y="408312"/>
                </a:moveTo>
                <a:cubicBezTo>
                  <a:pt x="1502246" y="408312"/>
                  <a:pt x="1088831" y="0"/>
                  <a:pt x="1088831" y="0"/>
                </a:cubicBezTo>
                <a:lnTo>
                  <a:pt x="1088831" y="255195"/>
                </a:lnTo>
                <a:cubicBezTo>
                  <a:pt x="818324" y="377688"/>
                  <a:pt x="0" y="255195"/>
                  <a:pt x="0" y="255195"/>
                </a:cubicBezTo>
                <a:cubicBezTo>
                  <a:pt x="0" y="255195"/>
                  <a:pt x="580143" y="699233"/>
                  <a:pt x="1088831" y="646493"/>
                </a:cubicBezTo>
                <a:lnTo>
                  <a:pt x="1088831" y="816623"/>
                </a:lnTo>
                <a:lnTo>
                  <a:pt x="1497142" y="408312"/>
                </a:lnTo>
                <a:close/>
              </a:path>
            </a:pathLst>
          </a:custGeom>
          <a:gradFill>
            <a:gsLst>
              <a:gs pos="99000">
                <a:schemeClr val="accent3"/>
              </a:gs>
              <a:gs pos="0">
                <a:schemeClr val="accent3">
                  <a:lumMod val="75000"/>
                </a:schemeClr>
              </a:gs>
            </a:gsLst>
            <a:lin ang="9000000" scaled="0"/>
          </a:gradFill>
          <a:ln w="16966" cap="flat">
            <a:noFill/>
            <a:prstDash val="solid"/>
            <a:miter/>
          </a:ln>
          <a:effectLst>
            <a:outerShdw blurRad="127000" dist="38100" dir="13500000" algn="br" rotWithShape="0">
              <a:prstClr val="black">
                <a:alpha val="20000"/>
              </a:prstClr>
            </a:outerShdw>
          </a:effectLst>
        </p:spPr>
        <p:txBody>
          <a:bodyPr rtlCol="0" anchor="ctr"/>
          <a:lstStyle/>
          <a:p>
            <a:endParaRPr lang="en-US"/>
          </a:p>
        </p:txBody>
      </p:sp>
      <p:sp>
        <p:nvSpPr>
          <p:cNvPr id="97" name="Graphic 31" descr="Arrow: Slight curve">
            <a:extLst>
              <a:ext uri="{FF2B5EF4-FFF2-40B4-BE49-F238E27FC236}">
                <a16:creationId xmlns:a16="http://schemas.microsoft.com/office/drawing/2014/main" id="{5B9E7FE3-FC0B-B17F-C70C-88F2F4C40FED}"/>
              </a:ext>
            </a:extLst>
          </p:cNvPr>
          <p:cNvSpPr>
            <a:spLocks noChangeAspect="1"/>
          </p:cNvSpPr>
          <p:nvPr/>
        </p:nvSpPr>
        <p:spPr>
          <a:xfrm rot="8100000">
            <a:off x="6779109" y="2063177"/>
            <a:ext cx="968481" cy="528246"/>
          </a:xfrm>
          <a:custGeom>
            <a:avLst/>
            <a:gdLst>
              <a:gd name="connsiteX0" fmla="*/ 1497142 w 1497189"/>
              <a:gd name="connsiteY0" fmla="*/ 408312 h 816623"/>
              <a:gd name="connsiteX1" fmla="*/ 1088831 w 1497189"/>
              <a:gd name="connsiteY1" fmla="*/ 0 h 816623"/>
              <a:gd name="connsiteX2" fmla="*/ 1088831 w 1497189"/>
              <a:gd name="connsiteY2" fmla="*/ 255195 h 816623"/>
              <a:gd name="connsiteX3" fmla="*/ 0 w 1497189"/>
              <a:gd name="connsiteY3" fmla="*/ 255195 h 816623"/>
              <a:gd name="connsiteX4" fmla="*/ 1088831 w 1497189"/>
              <a:gd name="connsiteY4" fmla="*/ 646493 h 816623"/>
              <a:gd name="connsiteX5" fmla="*/ 1088831 w 1497189"/>
              <a:gd name="connsiteY5" fmla="*/ 816623 h 816623"/>
              <a:gd name="connsiteX6" fmla="*/ 1497142 w 1497189"/>
              <a:gd name="connsiteY6" fmla="*/ 408312 h 81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7189" h="816623">
                <a:moveTo>
                  <a:pt x="1497142" y="408312"/>
                </a:moveTo>
                <a:cubicBezTo>
                  <a:pt x="1502246" y="408312"/>
                  <a:pt x="1088831" y="0"/>
                  <a:pt x="1088831" y="0"/>
                </a:cubicBezTo>
                <a:lnTo>
                  <a:pt x="1088831" y="255195"/>
                </a:lnTo>
                <a:cubicBezTo>
                  <a:pt x="818324" y="377688"/>
                  <a:pt x="0" y="255195"/>
                  <a:pt x="0" y="255195"/>
                </a:cubicBezTo>
                <a:cubicBezTo>
                  <a:pt x="0" y="255195"/>
                  <a:pt x="580143" y="699233"/>
                  <a:pt x="1088831" y="646493"/>
                </a:cubicBezTo>
                <a:lnTo>
                  <a:pt x="1088831" y="816623"/>
                </a:lnTo>
                <a:lnTo>
                  <a:pt x="1497142" y="408312"/>
                </a:lnTo>
                <a:close/>
              </a:path>
            </a:pathLst>
          </a:custGeom>
          <a:gradFill>
            <a:gsLst>
              <a:gs pos="99000">
                <a:schemeClr val="accent1"/>
              </a:gs>
              <a:gs pos="0">
                <a:schemeClr val="accent1">
                  <a:lumMod val="75000"/>
                </a:schemeClr>
              </a:gs>
            </a:gsLst>
            <a:lin ang="9000000" scaled="0"/>
          </a:gradFill>
          <a:ln w="16966" cap="flat">
            <a:noFill/>
            <a:prstDash val="solid"/>
            <a:miter/>
          </a:ln>
          <a:effectLst>
            <a:outerShdw blurRad="127000" dist="38100" dir="8100000" algn="tr" rotWithShape="0">
              <a:prstClr val="black">
                <a:alpha val="20000"/>
              </a:prstClr>
            </a:outerShdw>
          </a:effectLst>
        </p:spPr>
        <p:txBody>
          <a:bodyPr rtlCol="0" anchor="ctr"/>
          <a:lstStyle/>
          <a:p>
            <a:endParaRPr lang="en-US" dirty="0"/>
          </a:p>
        </p:txBody>
      </p:sp>
      <p:sp>
        <p:nvSpPr>
          <p:cNvPr id="98" name="Graphic 8" descr="Arrow: Straight">
            <a:extLst>
              <a:ext uri="{FF2B5EF4-FFF2-40B4-BE49-F238E27FC236}">
                <a16:creationId xmlns:a16="http://schemas.microsoft.com/office/drawing/2014/main" id="{6E26FB02-0C42-4E3F-7F3D-D31C5577ECCE}"/>
              </a:ext>
            </a:extLst>
          </p:cNvPr>
          <p:cNvSpPr/>
          <p:nvPr/>
        </p:nvSpPr>
        <p:spPr>
          <a:xfrm>
            <a:off x="7113109" y="3230034"/>
            <a:ext cx="1065329" cy="581070"/>
          </a:xfrm>
          <a:custGeom>
            <a:avLst/>
            <a:gdLst>
              <a:gd name="connsiteX0" fmla="*/ 408358 w 1497189"/>
              <a:gd name="connsiteY0" fmla="*/ 204156 h 816623"/>
              <a:gd name="connsiteX1" fmla="*/ 408358 w 1497189"/>
              <a:gd name="connsiteY1" fmla="*/ 0 h 816623"/>
              <a:gd name="connsiteX2" fmla="*/ 47 w 1497189"/>
              <a:gd name="connsiteY2" fmla="*/ 408312 h 816623"/>
              <a:gd name="connsiteX3" fmla="*/ 408358 w 1497189"/>
              <a:gd name="connsiteY3" fmla="*/ 816623 h 816623"/>
              <a:gd name="connsiteX4" fmla="*/ 408358 w 1497189"/>
              <a:gd name="connsiteY4" fmla="*/ 612467 h 816623"/>
              <a:gd name="connsiteX5" fmla="*/ 1497189 w 1497189"/>
              <a:gd name="connsiteY5" fmla="*/ 408312 h 816623"/>
              <a:gd name="connsiteX6" fmla="*/ 408358 w 1497189"/>
              <a:gd name="connsiteY6" fmla="*/ 204156 h 81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7189" h="816623">
                <a:moveTo>
                  <a:pt x="408358" y="204156"/>
                </a:moveTo>
                <a:lnTo>
                  <a:pt x="408358" y="0"/>
                </a:lnTo>
                <a:lnTo>
                  <a:pt x="47" y="408312"/>
                </a:lnTo>
                <a:cubicBezTo>
                  <a:pt x="-5057" y="408312"/>
                  <a:pt x="408358" y="816623"/>
                  <a:pt x="408358" y="816623"/>
                </a:cubicBezTo>
                <a:lnTo>
                  <a:pt x="408358" y="612467"/>
                </a:lnTo>
                <a:lnTo>
                  <a:pt x="1497189" y="408312"/>
                </a:lnTo>
                <a:lnTo>
                  <a:pt x="408358" y="204156"/>
                </a:lnTo>
                <a:close/>
              </a:path>
            </a:pathLst>
          </a:custGeom>
          <a:gradFill>
            <a:gsLst>
              <a:gs pos="99000">
                <a:schemeClr val="accent2"/>
              </a:gs>
              <a:gs pos="0">
                <a:schemeClr val="accent2">
                  <a:lumMod val="75000"/>
                </a:schemeClr>
              </a:gs>
            </a:gsLst>
            <a:lin ang="9000000" scaled="0"/>
          </a:gradFill>
          <a:ln w="30221" cap="flat">
            <a:noFill/>
            <a:prstDash val="solid"/>
            <a:miter/>
          </a:ln>
          <a:effectLst>
            <a:outerShdw blurRad="127000" dist="38100" dir="10800000" algn="r" rotWithShape="0">
              <a:prstClr val="black">
                <a:alpha val="20000"/>
              </a:prstClr>
            </a:outerShdw>
          </a:effectLst>
        </p:spPr>
        <p:txBody>
          <a:bodyPr rtlCol="0" anchor="ctr"/>
          <a:lstStyle/>
          <a:p>
            <a:endParaRPr lang="en-US"/>
          </a:p>
        </p:txBody>
      </p:sp>
      <p:sp>
        <p:nvSpPr>
          <p:cNvPr id="99" name="Graphic 31" descr="Arrow: Slight curve">
            <a:extLst>
              <a:ext uri="{FF2B5EF4-FFF2-40B4-BE49-F238E27FC236}">
                <a16:creationId xmlns:a16="http://schemas.microsoft.com/office/drawing/2014/main" id="{AF5340CE-D368-57BC-C2B7-5FF6E21FEB55}"/>
              </a:ext>
            </a:extLst>
          </p:cNvPr>
          <p:cNvSpPr>
            <a:spLocks noChangeAspect="1"/>
          </p:cNvSpPr>
          <p:nvPr/>
        </p:nvSpPr>
        <p:spPr>
          <a:xfrm rot="8100000" flipH="1" flipV="1">
            <a:off x="4372568" y="4643189"/>
            <a:ext cx="968481" cy="528246"/>
          </a:xfrm>
          <a:custGeom>
            <a:avLst/>
            <a:gdLst>
              <a:gd name="connsiteX0" fmla="*/ 1497142 w 1497189"/>
              <a:gd name="connsiteY0" fmla="*/ 408312 h 816623"/>
              <a:gd name="connsiteX1" fmla="*/ 1088831 w 1497189"/>
              <a:gd name="connsiteY1" fmla="*/ 0 h 816623"/>
              <a:gd name="connsiteX2" fmla="*/ 1088831 w 1497189"/>
              <a:gd name="connsiteY2" fmla="*/ 255195 h 816623"/>
              <a:gd name="connsiteX3" fmla="*/ 0 w 1497189"/>
              <a:gd name="connsiteY3" fmla="*/ 255195 h 816623"/>
              <a:gd name="connsiteX4" fmla="*/ 1088831 w 1497189"/>
              <a:gd name="connsiteY4" fmla="*/ 646493 h 816623"/>
              <a:gd name="connsiteX5" fmla="*/ 1088831 w 1497189"/>
              <a:gd name="connsiteY5" fmla="*/ 816623 h 816623"/>
              <a:gd name="connsiteX6" fmla="*/ 1497142 w 1497189"/>
              <a:gd name="connsiteY6" fmla="*/ 408312 h 81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7189" h="816623">
                <a:moveTo>
                  <a:pt x="1497142" y="408312"/>
                </a:moveTo>
                <a:cubicBezTo>
                  <a:pt x="1502246" y="408312"/>
                  <a:pt x="1088831" y="0"/>
                  <a:pt x="1088831" y="0"/>
                </a:cubicBezTo>
                <a:lnTo>
                  <a:pt x="1088831" y="255195"/>
                </a:lnTo>
                <a:cubicBezTo>
                  <a:pt x="818324" y="377688"/>
                  <a:pt x="0" y="255195"/>
                  <a:pt x="0" y="255195"/>
                </a:cubicBezTo>
                <a:cubicBezTo>
                  <a:pt x="0" y="255195"/>
                  <a:pt x="580143" y="699233"/>
                  <a:pt x="1088831" y="646493"/>
                </a:cubicBezTo>
                <a:lnTo>
                  <a:pt x="1088831" y="816623"/>
                </a:lnTo>
                <a:lnTo>
                  <a:pt x="1497142" y="408312"/>
                </a:lnTo>
                <a:close/>
              </a:path>
            </a:pathLst>
          </a:custGeom>
          <a:gradFill>
            <a:gsLst>
              <a:gs pos="99000">
                <a:schemeClr val="accent4"/>
              </a:gs>
              <a:gs pos="0">
                <a:schemeClr val="accent4">
                  <a:lumMod val="75000"/>
                </a:schemeClr>
              </a:gs>
            </a:gsLst>
            <a:lin ang="9000000" scaled="0"/>
          </a:gradFill>
          <a:ln w="16966" cap="flat">
            <a:noFill/>
            <a:prstDash val="solid"/>
            <a:miter/>
          </a:ln>
          <a:effectLst>
            <a:outerShdw blurRad="127000" dist="38100" dir="18900000" algn="bl" rotWithShape="0">
              <a:prstClr val="black">
                <a:alpha val="20000"/>
              </a:prstClr>
            </a:outerShdw>
          </a:effectLst>
        </p:spPr>
        <p:txBody>
          <a:bodyPr rtlCol="0" anchor="ctr"/>
          <a:lstStyle/>
          <a:p>
            <a:endParaRPr lang="en-US"/>
          </a:p>
        </p:txBody>
      </p:sp>
      <p:sp>
        <p:nvSpPr>
          <p:cNvPr id="100" name="Graphic 31" descr="Arrow: Slight curve">
            <a:extLst>
              <a:ext uri="{FF2B5EF4-FFF2-40B4-BE49-F238E27FC236}">
                <a16:creationId xmlns:a16="http://schemas.microsoft.com/office/drawing/2014/main" id="{AAD3AC1F-E8D0-811F-35DC-CBE2094E59BA}"/>
              </a:ext>
            </a:extLst>
          </p:cNvPr>
          <p:cNvSpPr>
            <a:spLocks noChangeAspect="1"/>
          </p:cNvSpPr>
          <p:nvPr/>
        </p:nvSpPr>
        <p:spPr>
          <a:xfrm rot="13500000" flipH="1">
            <a:off x="4498758" y="2063177"/>
            <a:ext cx="968481" cy="528246"/>
          </a:xfrm>
          <a:custGeom>
            <a:avLst/>
            <a:gdLst>
              <a:gd name="connsiteX0" fmla="*/ 1497142 w 1497189"/>
              <a:gd name="connsiteY0" fmla="*/ 408312 h 816623"/>
              <a:gd name="connsiteX1" fmla="*/ 1088831 w 1497189"/>
              <a:gd name="connsiteY1" fmla="*/ 0 h 816623"/>
              <a:gd name="connsiteX2" fmla="*/ 1088831 w 1497189"/>
              <a:gd name="connsiteY2" fmla="*/ 255195 h 816623"/>
              <a:gd name="connsiteX3" fmla="*/ 0 w 1497189"/>
              <a:gd name="connsiteY3" fmla="*/ 255195 h 816623"/>
              <a:gd name="connsiteX4" fmla="*/ 1088831 w 1497189"/>
              <a:gd name="connsiteY4" fmla="*/ 646493 h 816623"/>
              <a:gd name="connsiteX5" fmla="*/ 1088831 w 1497189"/>
              <a:gd name="connsiteY5" fmla="*/ 816623 h 816623"/>
              <a:gd name="connsiteX6" fmla="*/ 1497142 w 1497189"/>
              <a:gd name="connsiteY6" fmla="*/ 408312 h 81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7189" h="816623">
                <a:moveTo>
                  <a:pt x="1497142" y="408312"/>
                </a:moveTo>
                <a:cubicBezTo>
                  <a:pt x="1502246" y="408312"/>
                  <a:pt x="1088831" y="0"/>
                  <a:pt x="1088831" y="0"/>
                </a:cubicBezTo>
                <a:lnTo>
                  <a:pt x="1088831" y="255195"/>
                </a:lnTo>
                <a:cubicBezTo>
                  <a:pt x="818324" y="377688"/>
                  <a:pt x="0" y="255195"/>
                  <a:pt x="0" y="255195"/>
                </a:cubicBezTo>
                <a:cubicBezTo>
                  <a:pt x="0" y="255195"/>
                  <a:pt x="580143" y="699233"/>
                  <a:pt x="1088831" y="646493"/>
                </a:cubicBezTo>
                <a:lnTo>
                  <a:pt x="1088831" y="816623"/>
                </a:lnTo>
                <a:lnTo>
                  <a:pt x="1497142" y="408312"/>
                </a:lnTo>
                <a:close/>
              </a:path>
            </a:pathLst>
          </a:custGeom>
          <a:gradFill>
            <a:gsLst>
              <a:gs pos="99000">
                <a:schemeClr val="accent6"/>
              </a:gs>
              <a:gs pos="0">
                <a:schemeClr val="accent6">
                  <a:lumMod val="75000"/>
                </a:schemeClr>
              </a:gs>
            </a:gsLst>
            <a:lin ang="9000000" scaled="0"/>
          </a:gradFill>
          <a:ln w="16966" cap="flat">
            <a:noFill/>
            <a:prstDash val="solid"/>
            <a:miter/>
          </a:ln>
          <a:effectLst>
            <a:outerShdw blurRad="127000" dist="38100" dir="2700000" algn="tl" rotWithShape="0">
              <a:prstClr val="black">
                <a:alpha val="20000"/>
              </a:prstClr>
            </a:outerShdw>
          </a:effectLst>
        </p:spPr>
        <p:txBody>
          <a:bodyPr rtlCol="0" anchor="ctr"/>
          <a:lstStyle/>
          <a:p>
            <a:endParaRPr lang="en-US" dirty="0"/>
          </a:p>
        </p:txBody>
      </p:sp>
      <p:sp>
        <p:nvSpPr>
          <p:cNvPr id="101" name="Graphic 8" descr="Arrow: Straight">
            <a:extLst>
              <a:ext uri="{FF2B5EF4-FFF2-40B4-BE49-F238E27FC236}">
                <a16:creationId xmlns:a16="http://schemas.microsoft.com/office/drawing/2014/main" id="{0A5D6904-E731-60BE-8C1D-631FABD32AC3}"/>
              </a:ext>
            </a:extLst>
          </p:cNvPr>
          <p:cNvSpPr/>
          <p:nvPr/>
        </p:nvSpPr>
        <p:spPr>
          <a:xfrm flipH="1">
            <a:off x="4013240" y="3230034"/>
            <a:ext cx="1065329" cy="581070"/>
          </a:xfrm>
          <a:custGeom>
            <a:avLst/>
            <a:gdLst>
              <a:gd name="connsiteX0" fmla="*/ 408358 w 1497189"/>
              <a:gd name="connsiteY0" fmla="*/ 204156 h 816623"/>
              <a:gd name="connsiteX1" fmla="*/ 408358 w 1497189"/>
              <a:gd name="connsiteY1" fmla="*/ 0 h 816623"/>
              <a:gd name="connsiteX2" fmla="*/ 47 w 1497189"/>
              <a:gd name="connsiteY2" fmla="*/ 408312 h 816623"/>
              <a:gd name="connsiteX3" fmla="*/ 408358 w 1497189"/>
              <a:gd name="connsiteY3" fmla="*/ 816623 h 816623"/>
              <a:gd name="connsiteX4" fmla="*/ 408358 w 1497189"/>
              <a:gd name="connsiteY4" fmla="*/ 612467 h 816623"/>
              <a:gd name="connsiteX5" fmla="*/ 1497189 w 1497189"/>
              <a:gd name="connsiteY5" fmla="*/ 408312 h 816623"/>
              <a:gd name="connsiteX6" fmla="*/ 408358 w 1497189"/>
              <a:gd name="connsiteY6" fmla="*/ 204156 h 81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7189" h="816623">
                <a:moveTo>
                  <a:pt x="408358" y="204156"/>
                </a:moveTo>
                <a:lnTo>
                  <a:pt x="408358" y="0"/>
                </a:lnTo>
                <a:lnTo>
                  <a:pt x="47" y="408312"/>
                </a:lnTo>
                <a:cubicBezTo>
                  <a:pt x="-5057" y="408312"/>
                  <a:pt x="408358" y="816623"/>
                  <a:pt x="408358" y="816623"/>
                </a:cubicBezTo>
                <a:lnTo>
                  <a:pt x="408358" y="612467"/>
                </a:lnTo>
                <a:lnTo>
                  <a:pt x="1497189" y="408312"/>
                </a:lnTo>
                <a:lnTo>
                  <a:pt x="408358" y="204156"/>
                </a:lnTo>
                <a:close/>
              </a:path>
            </a:pathLst>
          </a:custGeom>
          <a:gradFill>
            <a:gsLst>
              <a:gs pos="99000">
                <a:schemeClr val="accent5"/>
              </a:gs>
              <a:gs pos="0">
                <a:schemeClr val="accent5">
                  <a:lumMod val="75000"/>
                </a:schemeClr>
              </a:gs>
            </a:gsLst>
            <a:lin ang="9000000" scaled="0"/>
          </a:gradFill>
          <a:ln w="30221" cap="flat">
            <a:noFill/>
            <a:prstDash val="solid"/>
            <a:miter/>
          </a:ln>
          <a:effectLst>
            <a:outerShdw blurRad="127000" dist="38100" algn="l" rotWithShape="0">
              <a:prstClr val="black">
                <a:alpha val="20000"/>
              </a:prstClr>
            </a:outerShdw>
          </a:effectLst>
        </p:spPr>
        <p:txBody>
          <a:bodyPr rtlCol="0" anchor="ctr"/>
          <a:lstStyle/>
          <a:p>
            <a:endParaRPr lang="en-US"/>
          </a:p>
        </p:txBody>
      </p:sp>
      <p:sp>
        <p:nvSpPr>
          <p:cNvPr id="66" name="TextBox 65">
            <a:extLst>
              <a:ext uri="{FF2B5EF4-FFF2-40B4-BE49-F238E27FC236}">
                <a16:creationId xmlns:a16="http://schemas.microsoft.com/office/drawing/2014/main" id="{0E846A70-5B38-62CC-17C3-FFC250D51D4C}"/>
              </a:ext>
            </a:extLst>
          </p:cNvPr>
          <p:cNvSpPr txBox="1"/>
          <p:nvPr/>
        </p:nvSpPr>
        <p:spPr>
          <a:xfrm>
            <a:off x="2497213" y="526305"/>
            <a:ext cx="7531141"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INFOGRAPHICS</a:t>
            </a:r>
          </a:p>
        </p:txBody>
      </p:sp>
    </p:spTree>
    <p:extLst>
      <p:ext uri="{BB962C8B-B14F-4D97-AF65-F5344CB8AC3E}">
        <p14:creationId xmlns:p14="http://schemas.microsoft.com/office/powerpoint/2010/main" val="1043292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9E17761-6B0F-DB1E-9DDC-DC79120D1C78}"/>
              </a:ext>
            </a:extLst>
          </p:cNvPr>
          <p:cNvGrpSpPr/>
          <p:nvPr/>
        </p:nvGrpSpPr>
        <p:grpSpPr>
          <a:xfrm>
            <a:off x="2513106" y="1654062"/>
            <a:ext cx="7276530" cy="3908589"/>
            <a:chOff x="3008395" y="2195153"/>
            <a:chExt cx="6175210" cy="3317015"/>
          </a:xfrm>
        </p:grpSpPr>
        <p:grpSp>
          <p:nvGrpSpPr>
            <p:cNvPr id="3" name="Group 2">
              <a:extLst>
                <a:ext uri="{FF2B5EF4-FFF2-40B4-BE49-F238E27FC236}">
                  <a16:creationId xmlns:a16="http://schemas.microsoft.com/office/drawing/2014/main" id="{E0348261-F3BD-C0D0-8ED3-CCD439DAE489}"/>
                </a:ext>
              </a:extLst>
            </p:cNvPr>
            <p:cNvGrpSpPr/>
            <p:nvPr/>
          </p:nvGrpSpPr>
          <p:grpSpPr>
            <a:xfrm>
              <a:off x="5029532" y="2830633"/>
              <a:ext cx="2116264" cy="2131115"/>
              <a:chOff x="4923073" y="2821990"/>
              <a:chExt cx="2116264" cy="2131115"/>
            </a:xfrm>
          </p:grpSpPr>
          <p:grpSp>
            <p:nvGrpSpPr>
              <p:cNvPr id="4" name="Group 3">
                <a:extLst>
                  <a:ext uri="{FF2B5EF4-FFF2-40B4-BE49-F238E27FC236}">
                    <a16:creationId xmlns:a16="http://schemas.microsoft.com/office/drawing/2014/main" id="{4ED84675-6B54-D351-C5ED-A67C98F0615B}"/>
                  </a:ext>
                </a:extLst>
              </p:cNvPr>
              <p:cNvGrpSpPr>
                <a:grpSpLocks noChangeAspect="1"/>
              </p:cNvGrpSpPr>
              <p:nvPr/>
            </p:nvGrpSpPr>
            <p:grpSpPr>
              <a:xfrm>
                <a:off x="4923073" y="2821990"/>
                <a:ext cx="2116264" cy="2131115"/>
                <a:chOff x="2743200" y="2292651"/>
                <a:chExt cx="1127354" cy="1135266"/>
              </a:xfrm>
            </p:grpSpPr>
            <p:sp>
              <p:nvSpPr>
                <p:cNvPr id="8" name="Oval 9">
                  <a:extLst>
                    <a:ext uri="{FF2B5EF4-FFF2-40B4-BE49-F238E27FC236}">
                      <a16:creationId xmlns:a16="http://schemas.microsoft.com/office/drawing/2014/main" id="{CB5226C1-37F1-D5F9-D41C-BBB4614A7A52}"/>
                    </a:ext>
                  </a:extLst>
                </p:cNvPr>
                <p:cNvSpPr>
                  <a:spLocks noChangeArrowheads="1"/>
                </p:cNvSpPr>
                <p:nvPr/>
              </p:nvSpPr>
              <p:spPr bwMode="auto">
                <a:xfrm>
                  <a:off x="2743200" y="2292651"/>
                  <a:ext cx="1127354" cy="1135266"/>
                </a:xfrm>
                <a:prstGeom prst="ellipse">
                  <a:avLst/>
                </a:prstGeom>
                <a:solidFill>
                  <a:schemeClr val="tx2">
                    <a:lumMod val="20000"/>
                    <a:lumOff val="80000"/>
                  </a:schemeClr>
                </a:solidFill>
                <a:ln w="9525">
                  <a:noFill/>
                  <a:round/>
                  <a:headEnd/>
                  <a:tailEnd/>
                </a:ln>
                <a:effectLst>
                  <a:outerShdw blurRad="127000" algn="ctr"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9" name="Oval 10">
                  <a:extLst>
                    <a:ext uri="{FF2B5EF4-FFF2-40B4-BE49-F238E27FC236}">
                      <a16:creationId xmlns:a16="http://schemas.microsoft.com/office/drawing/2014/main" id="{106C7F1E-A473-FB72-68CD-5D75B0996597}"/>
                    </a:ext>
                  </a:extLst>
                </p:cNvPr>
                <p:cNvSpPr>
                  <a:spLocks noChangeArrowheads="1"/>
                </p:cNvSpPr>
                <p:nvPr/>
              </p:nvSpPr>
              <p:spPr bwMode="auto">
                <a:xfrm>
                  <a:off x="2794624" y="2351987"/>
                  <a:ext cx="1024508" cy="1024508"/>
                </a:xfrm>
                <a:prstGeom prst="ellipse">
                  <a:avLst/>
                </a:prstGeom>
                <a:solidFill>
                  <a:srgbClr val="FFFFFF">
                    <a:alpha val="50000"/>
                  </a:srgbClr>
                </a:solidFill>
                <a:ln w="9525">
                  <a:noFill/>
                  <a:round/>
                  <a:headEnd/>
                  <a:tailEnd/>
                </a:ln>
                <a:effectLst>
                  <a:outerShdw blurRad="127000" sx="102000" sy="102000" algn="ctr" rotWithShape="0">
                    <a:schemeClr val="tx2">
                      <a:alpha val="10000"/>
                    </a:scheme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10" name="Oval 11">
                  <a:extLst>
                    <a:ext uri="{FF2B5EF4-FFF2-40B4-BE49-F238E27FC236}">
                      <a16:creationId xmlns:a16="http://schemas.microsoft.com/office/drawing/2014/main" id="{D3887380-37BB-BFB5-838A-23796C8A28CC}"/>
                    </a:ext>
                  </a:extLst>
                </p:cNvPr>
                <p:cNvSpPr>
                  <a:spLocks noChangeAspect="1" noChangeArrowheads="1"/>
                </p:cNvSpPr>
                <p:nvPr/>
              </p:nvSpPr>
              <p:spPr bwMode="auto">
                <a:xfrm>
                  <a:off x="2865232" y="2422990"/>
                  <a:ext cx="883292" cy="874590"/>
                </a:xfrm>
                <a:prstGeom prst="ellipse">
                  <a:avLst/>
                </a:prstGeom>
                <a:solidFill>
                  <a:schemeClr val="tx2">
                    <a:alpha val="20000"/>
                  </a:schemeClr>
                </a:solidFill>
                <a:ln w="9525">
                  <a:noFill/>
                  <a:round/>
                  <a:headEnd/>
                  <a:tailEnd/>
                </a:ln>
                <a:effectLst>
                  <a:outerShdw blurRad="76200" algn="ctr" rotWithShape="0">
                    <a:prstClr val="black">
                      <a:alpha val="20000"/>
                    </a:prstClr>
                  </a:outerShdw>
                </a:effectLst>
              </p:spPr>
              <p:txBody>
                <a:bodyPr vert="horz" wrap="none" lIns="91440" tIns="45720" rIns="91440" bIns="45720" numCol="1" anchor="ctr" anchorCtr="1" compatLnSpc="1">
                  <a:prstTxWarp prst="textNoShape">
                    <a:avLst/>
                  </a:prstTxWarp>
                </a:bodyPr>
                <a:lstStyle/>
                <a:p>
                  <a:pPr algn="ctr"/>
                  <a:endParaRPr lang="en-US" sz="1600" dirty="0">
                    <a:solidFill>
                      <a:schemeClr val="tx2"/>
                    </a:solidFill>
                  </a:endParaRPr>
                </a:p>
              </p:txBody>
            </p:sp>
          </p:grpSp>
          <p:sp>
            <p:nvSpPr>
              <p:cNvPr id="7" name="TextBox 6">
                <a:extLst>
                  <a:ext uri="{FF2B5EF4-FFF2-40B4-BE49-F238E27FC236}">
                    <a16:creationId xmlns:a16="http://schemas.microsoft.com/office/drawing/2014/main" id="{C8680145-D438-8C52-AEEE-1F7BBD0BA94B}"/>
                  </a:ext>
                </a:extLst>
              </p:cNvPr>
              <p:cNvSpPr txBox="1"/>
              <p:nvPr/>
            </p:nvSpPr>
            <p:spPr>
              <a:xfrm>
                <a:off x="5290151" y="3507602"/>
                <a:ext cx="1382109" cy="646331"/>
              </a:xfrm>
              <a:prstGeom prst="rect">
                <a:avLst/>
              </a:prstGeom>
              <a:noFill/>
            </p:spPr>
            <p:txBody>
              <a:bodyPr wrap="none" rtlCol="0">
                <a:spAutoFit/>
              </a:bodyPr>
              <a:lstStyle/>
              <a:p>
                <a:pPr algn="ctr"/>
                <a:r>
                  <a:rPr lang="en-US" b="1" dirty="0">
                    <a:solidFill>
                      <a:schemeClr val="bg1"/>
                    </a:solidFill>
                    <a:ea typeface="Open Sans" panose="020B0606030504020204" pitchFamily="34" charset="0"/>
                    <a:cs typeface="Open Sans" panose="020B0606030504020204" pitchFamily="34" charset="0"/>
                  </a:rPr>
                  <a:t>YOUR</a:t>
                </a:r>
              </a:p>
              <a:p>
                <a:pPr algn="ctr"/>
                <a:r>
                  <a:rPr lang="en-US" b="1" dirty="0">
                    <a:solidFill>
                      <a:schemeClr val="bg1"/>
                    </a:solidFill>
                    <a:ea typeface="Open Sans" panose="020B0606030504020204" pitchFamily="34" charset="0"/>
                    <a:cs typeface="Open Sans" panose="020B0606030504020204" pitchFamily="34" charset="0"/>
                  </a:rPr>
                  <a:t>TEXT HERE</a:t>
                </a:r>
              </a:p>
            </p:txBody>
          </p:sp>
        </p:grpSp>
        <p:grpSp>
          <p:nvGrpSpPr>
            <p:cNvPr id="11" name="Group 10">
              <a:extLst>
                <a:ext uri="{FF2B5EF4-FFF2-40B4-BE49-F238E27FC236}">
                  <a16:creationId xmlns:a16="http://schemas.microsoft.com/office/drawing/2014/main" id="{89986BA4-FE10-43B8-1840-25B0104BE95B}"/>
                </a:ext>
              </a:extLst>
            </p:cNvPr>
            <p:cNvGrpSpPr>
              <a:grpSpLocks noChangeAspect="1"/>
            </p:cNvGrpSpPr>
            <p:nvPr/>
          </p:nvGrpSpPr>
          <p:grpSpPr>
            <a:xfrm>
              <a:off x="3008395" y="2195153"/>
              <a:ext cx="6175210" cy="3317015"/>
              <a:chOff x="2699635" y="2029302"/>
              <a:chExt cx="6792731" cy="3648717"/>
            </a:xfrm>
          </p:grpSpPr>
          <p:grpSp>
            <p:nvGrpSpPr>
              <p:cNvPr id="12" name="Graphic 937">
                <a:extLst>
                  <a:ext uri="{FF2B5EF4-FFF2-40B4-BE49-F238E27FC236}">
                    <a16:creationId xmlns:a16="http://schemas.microsoft.com/office/drawing/2014/main" id="{67DAA4C1-C52F-FCD0-30D8-60275E9C7B79}"/>
                  </a:ext>
                </a:extLst>
              </p:cNvPr>
              <p:cNvGrpSpPr/>
              <p:nvPr/>
            </p:nvGrpSpPr>
            <p:grpSpPr>
              <a:xfrm>
                <a:off x="4679617" y="2122108"/>
                <a:ext cx="2816095" cy="3548164"/>
                <a:chOff x="4559728" y="2048241"/>
                <a:chExt cx="2816095" cy="3548164"/>
              </a:xfrm>
              <a:solidFill>
                <a:schemeClr val="tx2">
                  <a:alpha val="50000"/>
                </a:schemeClr>
              </a:solidFill>
            </p:grpSpPr>
            <p:sp>
              <p:nvSpPr>
                <p:cNvPr id="84" name="Freeform 939">
                  <a:extLst>
                    <a:ext uri="{FF2B5EF4-FFF2-40B4-BE49-F238E27FC236}">
                      <a16:creationId xmlns:a16="http://schemas.microsoft.com/office/drawing/2014/main" id="{D204C55D-1986-77B1-53A9-029574746B8B}"/>
                    </a:ext>
                  </a:extLst>
                </p:cNvPr>
                <p:cNvSpPr/>
                <p:nvPr/>
              </p:nvSpPr>
              <p:spPr>
                <a:xfrm>
                  <a:off x="4559728" y="4824717"/>
                  <a:ext cx="2763101" cy="771687"/>
                </a:xfrm>
                <a:custGeom>
                  <a:avLst/>
                  <a:gdLst>
                    <a:gd name="connsiteX0" fmla="*/ 1392364 w 2763101"/>
                    <a:gd name="connsiteY0" fmla="*/ 771688 h 771687"/>
                    <a:gd name="connsiteX1" fmla="*/ 15091 w 2763101"/>
                    <a:gd name="connsiteY1" fmla="*/ 111870 h 771687"/>
                    <a:gd name="connsiteX2" fmla="*/ 25844 w 2763101"/>
                    <a:gd name="connsiteY2" fmla="*/ 15091 h 771687"/>
                    <a:gd name="connsiteX3" fmla="*/ 122623 w 2763101"/>
                    <a:gd name="connsiteY3" fmla="*/ 25844 h 771687"/>
                    <a:gd name="connsiteX4" fmla="*/ 2406285 w 2763101"/>
                    <a:gd name="connsiteY4" fmla="*/ 278276 h 771687"/>
                    <a:gd name="connsiteX5" fmla="*/ 2641351 w 2763101"/>
                    <a:gd name="connsiteY5" fmla="*/ 47081 h 771687"/>
                    <a:gd name="connsiteX6" fmla="*/ 2738211 w 2763101"/>
                    <a:gd name="connsiteY6" fmla="*/ 38022 h 771687"/>
                    <a:gd name="connsiteX7" fmla="*/ 2747270 w 2763101"/>
                    <a:gd name="connsiteY7" fmla="*/ 134881 h 771687"/>
                    <a:gd name="connsiteX8" fmla="*/ 1392364 w 2763101"/>
                    <a:gd name="connsiteY8" fmla="*/ 771688 h 771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63101" h="771687">
                      <a:moveTo>
                        <a:pt x="1392364" y="771688"/>
                      </a:moveTo>
                      <a:cubicBezTo>
                        <a:pt x="875241" y="771688"/>
                        <a:pt x="362742" y="545870"/>
                        <a:pt x="15091" y="111870"/>
                      </a:cubicBezTo>
                      <a:cubicBezTo>
                        <a:pt x="-8665" y="82176"/>
                        <a:pt x="-3850" y="38846"/>
                        <a:pt x="25844" y="15091"/>
                      </a:cubicBezTo>
                      <a:cubicBezTo>
                        <a:pt x="55538" y="-8665"/>
                        <a:pt x="98868" y="-3850"/>
                        <a:pt x="122623" y="25844"/>
                      </a:cubicBezTo>
                      <a:cubicBezTo>
                        <a:pt x="682651" y="725180"/>
                        <a:pt x="1707003" y="838412"/>
                        <a:pt x="2406285" y="278276"/>
                      </a:cubicBezTo>
                      <a:cubicBezTo>
                        <a:pt x="2492252" y="209353"/>
                        <a:pt x="2571010" y="131892"/>
                        <a:pt x="2641351" y="47081"/>
                      </a:cubicBezTo>
                      <a:cubicBezTo>
                        <a:pt x="2665596" y="17832"/>
                        <a:pt x="2708962" y="13776"/>
                        <a:pt x="2738211" y="38022"/>
                      </a:cubicBezTo>
                      <a:cubicBezTo>
                        <a:pt x="2767459" y="62267"/>
                        <a:pt x="2771516" y="105633"/>
                        <a:pt x="2747270" y="134881"/>
                      </a:cubicBezTo>
                      <a:cubicBezTo>
                        <a:pt x="2412922" y="538226"/>
                        <a:pt x="1916267" y="771654"/>
                        <a:pt x="1392364" y="771688"/>
                      </a:cubicBezTo>
                      <a:close/>
                    </a:path>
                  </a:pathLst>
                </a:custGeom>
                <a:solidFill>
                  <a:schemeClr val="tx2">
                    <a:lumMod val="25000"/>
                    <a:lumOff val="75000"/>
                  </a:schemeClr>
                </a:solidFill>
                <a:ln w="5362" cap="flat">
                  <a:noFill/>
                  <a:prstDash val="solid"/>
                  <a:miter/>
                </a:ln>
              </p:spPr>
              <p:txBody>
                <a:bodyPr rtlCol="0" anchor="ctr"/>
                <a:lstStyle/>
                <a:p>
                  <a:endParaRPr lang="en-US" dirty="0"/>
                </a:p>
              </p:txBody>
            </p:sp>
            <p:sp>
              <p:nvSpPr>
                <p:cNvPr id="85" name="Freeform 940">
                  <a:extLst>
                    <a:ext uri="{FF2B5EF4-FFF2-40B4-BE49-F238E27FC236}">
                      <a16:creationId xmlns:a16="http://schemas.microsoft.com/office/drawing/2014/main" id="{A165F5BA-ACFB-3052-DD84-A26822113192}"/>
                    </a:ext>
                  </a:extLst>
                </p:cNvPr>
                <p:cNvSpPr/>
                <p:nvPr/>
              </p:nvSpPr>
              <p:spPr>
                <a:xfrm>
                  <a:off x="4645145" y="2048241"/>
                  <a:ext cx="2730678" cy="816736"/>
                </a:xfrm>
                <a:custGeom>
                  <a:avLst/>
                  <a:gdLst>
                    <a:gd name="connsiteX0" fmla="*/ 2661853 w 2730678"/>
                    <a:gd name="connsiteY0" fmla="*/ 816736 h 816736"/>
                    <a:gd name="connsiteX1" fmla="*/ 2606743 w 2730678"/>
                    <a:gd name="connsiteY1" fmla="*/ 789154 h 816736"/>
                    <a:gd name="connsiteX2" fmla="*/ 2414690 w 2730678"/>
                    <a:gd name="connsiteY2" fmla="*/ 574681 h 816736"/>
                    <a:gd name="connsiteX3" fmla="*/ 118178 w 2730678"/>
                    <a:gd name="connsiteY3" fmla="*/ 651782 h 816736"/>
                    <a:gd name="connsiteX4" fmla="*/ 20940 w 2730678"/>
                    <a:gd name="connsiteY4" fmla="*/ 653365 h 816736"/>
                    <a:gd name="connsiteX5" fmla="*/ 17743 w 2730678"/>
                    <a:gd name="connsiteY5" fmla="*/ 557852 h 816736"/>
                    <a:gd name="connsiteX6" fmla="*/ 2508727 w 2730678"/>
                    <a:gd name="connsiteY6" fmla="*/ 474246 h 816736"/>
                    <a:gd name="connsiteX7" fmla="*/ 2717017 w 2730678"/>
                    <a:gd name="connsiteY7" fmla="*/ 706838 h 816736"/>
                    <a:gd name="connsiteX8" fmla="*/ 2703038 w 2730678"/>
                    <a:gd name="connsiteY8" fmla="*/ 803080 h 816736"/>
                    <a:gd name="connsiteX9" fmla="*/ 2661853 w 2730678"/>
                    <a:gd name="connsiteY9" fmla="*/ 816736 h 81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30678" h="816736">
                      <a:moveTo>
                        <a:pt x="2661853" y="816736"/>
                      </a:moveTo>
                      <a:cubicBezTo>
                        <a:pt x="2640157" y="816766"/>
                        <a:pt x="2619723" y="806539"/>
                        <a:pt x="2606743" y="789154"/>
                      </a:cubicBezTo>
                      <a:cubicBezTo>
                        <a:pt x="2549176" y="712139"/>
                        <a:pt x="2484908" y="640369"/>
                        <a:pt x="2414690" y="574681"/>
                      </a:cubicBezTo>
                      <a:cubicBezTo>
                        <a:pt x="1760357" y="-37285"/>
                        <a:pt x="730090" y="-2660"/>
                        <a:pt x="118178" y="651782"/>
                      </a:cubicBezTo>
                      <a:cubicBezTo>
                        <a:pt x="91763" y="679071"/>
                        <a:pt x="48228" y="679779"/>
                        <a:pt x="20940" y="653365"/>
                      </a:cubicBezTo>
                      <a:cubicBezTo>
                        <a:pt x="-5689" y="627590"/>
                        <a:pt x="-7102" y="585350"/>
                        <a:pt x="17743" y="557852"/>
                      </a:cubicBezTo>
                      <a:cubicBezTo>
                        <a:pt x="681432" y="-151861"/>
                        <a:pt x="1798907" y="-189497"/>
                        <a:pt x="2508727" y="474246"/>
                      </a:cubicBezTo>
                      <a:cubicBezTo>
                        <a:pt x="2584857" y="545505"/>
                        <a:pt x="2654557" y="623338"/>
                        <a:pt x="2717017" y="706838"/>
                      </a:cubicBezTo>
                      <a:cubicBezTo>
                        <a:pt x="2739733" y="737275"/>
                        <a:pt x="2733475" y="780363"/>
                        <a:pt x="2703038" y="803080"/>
                      </a:cubicBezTo>
                      <a:cubicBezTo>
                        <a:pt x="2691143" y="811957"/>
                        <a:pt x="2676696" y="816748"/>
                        <a:pt x="2661853" y="816736"/>
                      </a:cubicBezTo>
                      <a:close/>
                    </a:path>
                  </a:pathLst>
                </a:custGeom>
                <a:solidFill>
                  <a:schemeClr val="tx2">
                    <a:lumMod val="25000"/>
                    <a:lumOff val="75000"/>
                  </a:schemeClr>
                </a:solidFill>
                <a:ln w="5362" cap="flat">
                  <a:noFill/>
                  <a:prstDash val="solid"/>
                  <a:miter/>
                </a:ln>
              </p:spPr>
              <p:txBody>
                <a:bodyPr rtlCol="0" anchor="ctr"/>
                <a:lstStyle/>
                <a:p>
                  <a:endParaRPr lang="en-US" dirty="0"/>
                </a:p>
              </p:txBody>
            </p:sp>
          </p:grpSp>
          <p:grpSp>
            <p:nvGrpSpPr>
              <p:cNvPr id="13" name="Group 12">
                <a:extLst>
                  <a:ext uri="{FF2B5EF4-FFF2-40B4-BE49-F238E27FC236}">
                    <a16:creationId xmlns:a16="http://schemas.microsoft.com/office/drawing/2014/main" id="{7946F1FE-43AF-AC20-E217-D7649F9E234E}"/>
                  </a:ext>
                </a:extLst>
              </p:cNvPr>
              <p:cNvGrpSpPr/>
              <p:nvPr/>
            </p:nvGrpSpPr>
            <p:grpSpPr>
              <a:xfrm>
                <a:off x="7193798" y="2029302"/>
                <a:ext cx="2298568" cy="3648717"/>
                <a:chOff x="7060419" y="1967755"/>
                <a:chExt cx="2298568" cy="3648717"/>
              </a:xfrm>
            </p:grpSpPr>
            <p:grpSp>
              <p:nvGrpSpPr>
                <p:cNvPr id="52" name="Group 51">
                  <a:extLst>
                    <a:ext uri="{FF2B5EF4-FFF2-40B4-BE49-F238E27FC236}">
                      <a16:creationId xmlns:a16="http://schemas.microsoft.com/office/drawing/2014/main" id="{E2613BA2-BDC2-C802-194E-FC327A4A77DC}"/>
                    </a:ext>
                  </a:extLst>
                </p:cNvPr>
                <p:cNvGrpSpPr/>
                <p:nvPr/>
              </p:nvGrpSpPr>
              <p:grpSpPr>
                <a:xfrm rot="5400000">
                  <a:off x="7777320" y="4522091"/>
                  <a:ext cx="881610" cy="1307152"/>
                  <a:chOff x="5726265" y="927160"/>
                  <a:chExt cx="881610" cy="1307152"/>
                </a:xfrm>
              </p:grpSpPr>
              <p:sp>
                <p:nvSpPr>
                  <p:cNvPr id="80" name="Freeform 863">
                    <a:extLst>
                      <a:ext uri="{FF2B5EF4-FFF2-40B4-BE49-F238E27FC236}">
                        <a16:creationId xmlns:a16="http://schemas.microsoft.com/office/drawing/2014/main" id="{45097DFE-9291-DEC5-4893-CC32914A8941}"/>
                      </a:ext>
                    </a:extLst>
                  </p:cNvPr>
                  <p:cNvSpPr/>
                  <p:nvPr/>
                </p:nvSpPr>
                <p:spPr>
                  <a:xfrm>
                    <a:off x="5730077" y="931333"/>
                    <a:ext cx="873575" cy="1302979"/>
                  </a:xfrm>
                  <a:custGeom>
                    <a:avLst/>
                    <a:gdLst>
                      <a:gd name="connsiteX0" fmla="*/ 873576 w 873575"/>
                      <a:gd name="connsiteY0" fmla="*/ 437395 h 1302979"/>
                      <a:gd name="connsiteX1" fmla="*/ 714746 w 873575"/>
                      <a:gd name="connsiteY1" fmla="*/ 774676 h 1302979"/>
                      <a:gd name="connsiteX2" fmla="*/ 706567 w 873575"/>
                      <a:gd name="connsiteY2" fmla="*/ 781343 h 1302979"/>
                      <a:gd name="connsiteX3" fmla="*/ 546976 w 873575"/>
                      <a:gd name="connsiteY3" fmla="*/ 1112146 h 1302979"/>
                      <a:gd name="connsiteX4" fmla="*/ 549829 w 873575"/>
                      <a:gd name="connsiteY4" fmla="*/ 1169296 h 1302979"/>
                      <a:gd name="connsiteX5" fmla="*/ 550971 w 873575"/>
                      <a:gd name="connsiteY5" fmla="*/ 1178821 h 1302979"/>
                      <a:gd name="connsiteX6" fmla="*/ 551541 w 873575"/>
                      <a:gd name="connsiteY6" fmla="*/ 1188346 h 1302979"/>
                      <a:gd name="connsiteX7" fmla="*/ 437079 w 873575"/>
                      <a:gd name="connsiteY7" fmla="*/ 1302980 h 1302979"/>
                      <a:gd name="connsiteX8" fmla="*/ 322617 w 873575"/>
                      <a:gd name="connsiteY8" fmla="*/ 1188346 h 1302979"/>
                      <a:gd name="connsiteX9" fmla="*/ 322617 w 873575"/>
                      <a:gd name="connsiteY9" fmla="*/ 1178821 h 1302979"/>
                      <a:gd name="connsiteX10" fmla="*/ 323758 w 873575"/>
                      <a:gd name="connsiteY10" fmla="*/ 1169868 h 1302979"/>
                      <a:gd name="connsiteX11" fmla="*/ 326612 w 873575"/>
                      <a:gd name="connsiteY11" fmla="*/ 1128815 h 1302979"/>
                      <a:gd name="connsiteX12" fmla="*/ 167116 w 873575"/>
                      <a:gd name="connsiteY12" fmla="*/ 781153 h 1302979"/>
                      <a:gd name="connsiteX13" fmla="*/ 158556 w 873575"/>
                      <a:gd name="connsiteY13" fmla="*/ 774295 h 1302979"/>
                      <a:gd name="connsiteX14" fmla="*/ 99975 w 873575"/>
                      <a:gd name="connsiteY14" fmla="*/ 158794 h 1302979"/>
                      <a:gd name="connsiteX15" fmla="*/ 714556 w 873575"/>
                      <a:gd name="connsiteY15" fmla="*/ 100124 h 1302979"/>
                      <a:gd name="connsiteX16" fmla="*/ 873100 w 873575"/>
                      <a:gd name="connsiteY16" fmla="*/ 437205 h 1302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3575" h="1302979">
                        <a:moveTo>
                          <a:pt x="873576" y="437395"/>
                        </a:moveTo>
                        <a:cubicBezTo>
                          <a:pt x="873738" y="567970"/>
                          <a:pt x="815452" y="691743"/>
                          <a:pt x="714746" y="774676"/>
                        </a:cubicBezTo>
                        <a:cubicBezTo>
                          <a:pt x="711988" y="776866"/>
                          <a:pt x="709230" y="779057"/>
                          <a:pt x="706567" y="781343"/>
                        </a:cubicBezTo>
                        <a:cubicBezTo>
                          <a:pt x="607361" y="862723"/>
                          <a:pt x="548982" y="983733"/>
                          <a:pt x="546976" y="1112146"/>
                        </a:cubicBezTo>
                        <a:cubicBezTo>
                          <a:pt x="546744" y="1131237"/>
                          <a:pt x="547696" y="1150324"/>
                          <a:pt x="549829" y="1169296"/>
                        </a:cubicBezTo>
                        <a:cubicBezTo>
                          <a:pt x="549829" y="1172535"/>
                          <a:pt x="550495" y="1175678"/>
                          <a:pt x="550971" y="1178821"/>
                        </a:cubicBezTo>
                        <a:cubicBezTo>
                          <a:pt x="551388" y="1181979"/>
                          <a:pt x="551578" y="1185162"/>
                          <a:pt x="551541" y="1188346"/>
                        </a:cubicBezTo>
                        <a:cubicBezTo>
                          <a:pt x="551541" y="1251657"/>
                          <a:pt x="500295" y="1302980"/>
                          <a:pt x="437079" y="1302980"/>
                        </a:cubicBezTo>
                        <a:cubicBezTo>
                          <a:pt x="373864" y="1302980"/>
                          <a:pt x="322617" y="1251657"/>
                          <a:pt x="322617" y="1188346"/>
                        </a:cubicBezTo>
                        <a:cubicBezTo>
                          <a:pt x="322445" y="1185174"/>
                          <a:pt x="322445" y="1181994"/>
                          <a:pt x="322617" y="1178821"/>
                        </a:cubicBezTo>
                        <a:cubicBezTo>
                          <a:pt x="323093" y="1175869"/>
                          <a:pt x="323378" y="1172916"/>
                          <a:pt x="323758" y="1169868"/>
                        </a:cubicBezTo>
                        <a:cubicBezTo>
                          <a:pt x="325375" y="1156438"/>
                          <a:pt x="326326" y="1142722"/>
                          <a:pt x="326612" y="1128815"/>
                        </a:cubicBezTo>
                        <a:cubicBezTo>
                          <a:pt x="329760" y="994509"/>
                          <a:pt x="270918" y="866247"/>
                          <a:pt x="167116" y="781153"/>
                        </a:cubicBezTo>
                        <a:lnTo>
                          <a:pt x="158556" y="774295"/>
                        </a:lnTo>
                        <a:cubicBezTo>
                          <a:pt x="-27332" y="620530"/>
                          <a:pt x="-53560" y="344961"/>
                          <a:pt x="99975" y="158794"/>
                        </a:cubicBezTo>
                        <a:cubicBezTo>
                          <a:pt x="253510" y="-27373"/>
                          <a:pt x="528667" y="-53640"/>
                          <a:pt x="714556" y="100124"/>
                        </a:cubicBezTo>
                        <a:cubicBezTo>
                          <a:pt x="814960" y="183178"/>
                          <a:pt x="873099" y="306786"/>
                          <a:pt x="873100" y="437205"/>
                        </a:cubicBezTo>
                        <a:close/>
                      </a:path>
                    </a:pathLst>
                  </a:custGeom>
                  <a:solidFill>
                    <a:schemeClr val="tx2">
                      <a:lumMod val="20000"/>
                      <a:lumOff val="80000"/>
                    </a:schemeClr>
                  </a:solidFill>
                  <a:ln w="4847" cap="flat">
                    <a:noFill/>
                    <a:prstDash val="solid"/>
                    <a:miter/>
                  </a:ln>
                  <a:effectLst>
                    <a:outerShdw blurRad="114300" dist="38100" dir="5400000" algn="ctr" rotWithShape="0">
                      <a:prstClr val="black">
                        <a:alpha val="10000"/>
                      </a:prstClr>
                    </a:outerShdw>
                  </a:effectLst>
                </p:spPr>
                <p:txBody>
                  <a:bodyPr rtlCol="0" anchor="ctr"/>
                  <a:lstStyle/>
                  <a:p>
                    <a:endParaRPr lang="en-US" dirty="0"/>
                  </a:p>
                </p:txBody>
              </p:sp>
              <p:sp>
                <p:nvSpPr>
                  <p:cNvPr id="81" name="Freeform 864">
                    <a:extLst>
                      <a:ext uri="{FF2B5EF4-FFF2-40B4-BE49-F238E27FC236}">
                        <a16:creationId xmlns:a16="http://schemas.microsoft.com/office/drawing/2014/main" id="{4258D167-5DB6-1EC6-87A7-BF646B7F8F8B}"/>
                      </a:ext>
                    </a:extLst>
                  </p:cNvPr>
                  <p:cNvSpPr/>
                  <p:nvPr/>
                </p:nvSpPr>
                <p:spPr>
                  <a:xfrm>
                    <a:off x="5726265" y="927160"/>
                    <a:ext cx="881610" cy="882930"/>
                  </a:xfrm>
                  <a:custGeom>
                    <a:avLst/>
                    <a:gdLst>
                      <a:gd name="connsiteX0" fmla="*/ 523806 w 881610"/>
                      <a:gd name="connsiteY0" fmla="*/ 83125 h 882930"/>
                      <a:gd name="connsiteX1" fmla="*/ 798610 w 881610"/>
                      <a:gd name="connsiteY1" fmla="*/ 524590 h 882930"/>
                      <a:gd name="connsiteX2" fmla="*/ 357805 w 881610"/>
                      <a:gd name="connsiteY2" fmla="*/ 799806 h 882930"/>
                      <a:gd name="connsiteX3" fmla="*/ 83001 w 881610"/>
                      <a:gd name="connsiteY3" fmla="*/ 358341 h 882930"/>
                      <a:gd name="connsiteX4" fmla="*/ 523806 w 881610"/>
                      <a:gd name="connsiteY4" fmla="*/ 83125 h 88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610" h="882930">
                        <a:moveTo>
                          <a:pt x="523806" y="83125"/>
                        </a:moveTo>
                        <a:cubicBezTo>
                          <a:pt x="721416" y="129033"/>
                          <a:pt x="844450" y="326684"/>
                          <a:pt x="798610" y="524590"/>
                        </a:cubicBezTo>
                        <a:cubicBezTo>
                          <a:pt x="752770" y="722496"/>
                          <a:pt x="555415" y="845714"/>
                          <a:pt x="357805" y="799806"/>
                        </a:cubicBezTo>
                        <a:cubicBezTo>
                          <a:pt x="160195" y="753897"/>
                          <a:pt x="37161" y="556247"/>
                          <a:pt x="83001" y="358341"/>
                        </a:cubicBezTo>
                        <a:cubicBezTo>
                          <a:pt x="128840" y="160434"/>
                          <a:pt x="326196" y="37216"/>
                          <a:pt x="523806" y="83125"/>
                        </a:cubicBezTo>
                        <a:close/>
                      </a:path>
                    </a:pathLst>
                  </a:custGeom>
                  <a:solidFill>
                    <a:schemeClr val="tx2">
                      <a:lumMod val="40000"/>
                      <a:lumOff val="60000"/>
                    </a:schemeClr>
                  </a:solidFill>
                  <a:ln w="9525" cap="flat">
                    <a:noFill/>
                    <a:prstDash val="solid"/>
                    <a:miter/>
                  </a:ln>
                </p:spPr>
                <p:txBody>
                  <a:bodyPr rtlCol="0" anchor="ctr"/>
                  <a:lstStyle/>
                  <a:p>
                    <a:endParaRPr lang="en-US" dirty="0"/>
                  </a:p>
                </p:txBody>
              </p:sp>
              <p:sp>
                <p:nvSpPr>
                  <p:cNvPr id="82" name="Freeform 865">
                    <a:extLst>
                      <a:ext uri="{FF2B5EF4-FFF2-40B4-BE49-F238E27FC236}">
                        <a16:creationId xmlns:a16="http://schemas.microsoft.com/office/drawing/2014/main" id="{C0B9B178-9C3C-39DA-C6AC-32F5431BF6C9}"/>
                      </a:ext>
                    </a:extLst>
                  </p:cNvPr>
                  <p:cNvSpPr/>
                  <p:nvPr/>
                </p:nvSpPr>
                <p:spPr>
                  <a:xfrm>
                    <a:off x="5764764" y="965626"/>
                    <a:ext cx="804856" cy="806060"/>
                  </a:xfrm>
                  <a:custGeom>
                    <a:avLst/>
                    <a:gdLst>
                      <a:gd name="connsiteX0" fmla="*/ 478300 w 804856"/>
                      <a:gd name="connsiteY0" fmla="*/ 75985 h 806060"/>
                      <a:gd name="connsiteX1" fmla="*/ 728984 w 804856"/>
                      <a:gd name="connsiteY1" fmla="*/ 479016 h 806060"/>
                      <a:gd name="connsiteX2" fmla="*/ 326556 w 804856"/>
                      <a:gd name="connsiteY2" fmla="*/ 730076 h 806060"/>
                      <a:gd name="connsiteX3" fmla="*/ 75872 w 804856"/>
                      <a:gd name="connsiteY3" fmla="*/ 327045 h 806060"/>
                      <a:gd name="connsiteX4" fmla="*/ 478300 w 804856"/>
                      <a:gd name="connsiteY4" fmla="*/ 75985 h 806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856" h="806060">
                        <a:moveTo>
                          <a:pt x="478300" y="75985"/>
                        </a:moveTo>
                        <a:cubicBezTo>
                          <a:pt x="658652" y="117951"/>
                          <a:pt x="770887" y="298394"/>
                          <a:pt x="728984" y="479016"/>
                        </a:cubicBezTo>
                        <a:cubicBezTo>
                          <a:pt x="687081" y="659638"/>
                          <a:pt x="506908" y="772041"/>
                          <a:pt x="326556" y="730076"/>
                        </a:cubicBezTo>
                        <a:cubicBezTo>
                          <a:pt x="146204" y="688110"/>
                          <a:pt x="33969" y="507667"/>
                          <a:pt x="75872" y="327045"/>
                        </a:cubicBezTo>
                        <a:cubicBezTo>
                          <a:pt x="117775" y="146423"/>
                          <a:pt x="297948" y="34020"/>
                          <a:pt x="478300" y="75985"/>
                        </a:cubicBezTo>
                        <a:close/>
                      </a:path>
                    </a:pathLst>
                  </a:custGeom>
                  <a:gradFill>
                    <a:gsLst>
                      <a:gs pos="99000">
                        <a:schemeClr val="accent3"/>
                      </a:gs>
                      <a:gs pos="0">
                        <a:schemeClr val="accent3">
                          <a:lumMod val="75000"/>
                        </a:schemeClr>
                      </a:gs>
                    </a:gsLst>
                    <a:lin ang="6000000" scaled="0"/>
                  </a:gradFill>
                  <a:ln w="25400" cap="flat">
                    <a:solidFill>
                      <a:srgbClr val="FFFFFF">
                        <a:alpha val="50000"/>
                      </a:srgbClr>
                    </a:solidFill>
                    <a:prstDash val="solid"/>
                    <a:miter/>
                  </a:ln>
                </p:spPr>
                <p:txBody>
                  <a:bodyPr rtlCol="0" anchor="ctr"/>
                  <a:lstStyle/>
                  <a:p>
                    <a:endParaRPr lang="en-US" dirty="0"/>
                  </a:p>
                </p:txBody>
              </p:sp>
              <p:sp>
                <p:nvSpPr>
                  <p:cNvPr id="83" name="Freeform 866">
                    <a:extLst>
                      <a:ext uri="{FF2B5EF4-FFF2-40B4-BE49-F238E27FC236}">
                        <a16:creationId xmlns:a16="http://schemas.microsoft.com/office/drawing/2014/main" id="{4311311C-FCD8-C882-887C-2A09C093F98C}"/>
                      </a:ext>
                    </a:extLst>
                  </p:cNvPr>
                  <p:cNvSpPr>
                    <a:spLocks noChangeAspect="1"/>
                  </p:cNvSpPr>
                  <p:nvPr/>
                </p:nvSpPr>
                <p:spPr>
                  <a:xfrm>
                    <a:off x="6130725" y="2091414"/>
                    <a:ext cx="79251" cy="79368"/>
                  </a:xfrm>
                  <a:custGeom>
                    <a:avLst/>
                    <a:gdLst>
                      <a:gd name="connsiteX0" fmla="*/ 116031 w 116031"/>
                      <a:gd name="connsiteY0" fmla="*/ 58103 h 116204"/>
                      <a:gd name="connsiteX1" fmla="*/ 58016 w 116031"/>
                      <a:gd name="connsiteY1" fmla="*/ 116205 h 116204"/>
                      <a:gd name="connsiteX2" fmla="*/ 0 w 116031"/>
                      <a:gd name="connsiteY2" fmla="*/ 58103 h 116204"/>
                      <a:gd name="connsiteX3" fmla="*/ 58016 w 116031"/>
                      <a:gd name="connsiteY3" fmla="*/ 0 h 116204"/>
                      <a:gd name="connsiteX4" fmla="*/ 116031 w 116031"/>
                      <a:gd name="connsiteY4" fmla="*/ 58103 h 116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031" h="116204">
                        <a:moveTo>
                          <a:pt x="116031" y="58103"/>
                        </a:moveTo>
                        <a:cubicBezTo>
                          <a:pt x="116031" y="90192"/>
                          <a:pt x="90057" y="116205"/>
                          <a:pt x="58016" y="116205"/>
                        </a:cubicBezTo>
                        <a:cubicBezTo>
                          <a:pt x="25974" y="116205"/>
                          <a:pt x="0" y="90192"/>
                          <a:pt x="0" y="58103"/>
                        </a:cubicBezTo>
                        <a:cubicBezTo>
                          <a:pt x="0" y="26014"/>
                          <a:pt x="25974" y="0"/>
                          <a:pt x="58016" y="0"/>
                        </a:cubicBezTo>
                        <a:cubicBezTo>
                          <a:pt x="90057" y="0"/>
                          <a:pt x="116031" y="26014"/>
                          <a:pt x="116031" y="58103"/>
                        </a:cubicBezTo>
                        <a:close/>
                      </a:path>
                    </a:pathLst>
                  </a:custGeom>
                  <a:solidFill>
                    <a:schemeClr val="accent3"/>
                  </a:solidFill>
                  <a:ln w="1996" cap="flat">
                    <a:noFill/>
                    <a:prstDash val="solid"/>
                    <a:miter/>
                  </a:ln>
                </p:spPr>
                <p:txBody>
                  <a:bodyPr rtlCol="0" anchor="ctr"/>
                  <a:lstStyle/>
                  <a:p>
                    <a:endParaRPr lang="en-US" dirty="0"/>
                  </a:p>
                </p:txBody>
              </p:sp>
            </p:grpSp>
            <p:grpSp>
              <p:nvGrpSpPr>
                <p:cNvPr id="53" name="Group 52">
                  <a:extLst>
                    <a:ext uri="{FF2B5EF4-FFF2-40B4-BE49-F238E27FC236}">
                      <a16:creationId xmlns:a16="http://schemas.microsoft.com/office/drawing/2014/main" id="{EB937C07-5FBA-29C0-62DB-C14871AC6FEA}"/>
                    </a:ext>
                  </a:extLst>
                </p:cNvPr>
                <p:cNvGrpSpPr/>
                <p:nvPr/>
              </p:nvGrpSpPr>
              <p:grpSpPr>
                <a:xfrm rot="5400000">
                  <a:off x="8264606" y="3141399"/>
                  <a:ext cx="881610" cy="1307152"/>
                  <a:chOff x="5726265" y="927160"/>
                  <a:chExt cx="881610" cy="1307152"/>
                </a:xfrm>
              </p:grpSpPr>
              <p:sp>
                <p:nvSpPr>
                  <p:cNvPr id="76" name="Freeform 858">
                    <a:extLst>
                      <a:ext uri="{FF2B5EF4-FFF2-40B4-BE49-F238E27FC236}">
                        <a16:creationId xmlns:a16="http://schemas.microsoft.com/office/drawing/2014/main" id="{7EA4F7F9-5A17-24B9-A5A8-362195F75A09}"/>
                      </a:ext>
                    </a:extLst>
                  </p:cNvPr>
                  <p:cNvSpPr/>
                  <p:nvPr/>
                </p:nvSpPr>
                <p:spPr>
                  <a:xfrm>
                    <a:off x="5730077" y="931333"/>
                    <a:ext cx="873575" cy="1302979"/>
                  </a:xfrm>
                  <a:custGeom>
                    <a:avLst/>
                    <a:gdLst>
                      <a:gd name="connsiteX0" fmla="*/ 873576 w 873575"/>
                      <a:gd name="connsiteY0" fmla="*/ 437395 h 1302979"/>
                      <a:gd name="connsiteX1" fmla="*/ 714746 w 873575"/>
                      <a:gd name="connsiteY1" fmla="*/ 774676 h 1302979"/>
                      <a:gd name="connsiteX2" fmla="*/ 706567 w 873575"/>
                      <a:gd name="connsiteY2" fmla="*/ 781343 h 1302979"/>
                      <a:gd name="connsiteX3" fmla="*/ 546976 w 873575"/>
                      <a:gd name="connsiteY3" fmla="*/ 1112146 h 1302979"/>
                      <a:gd name="connsiteX4" fmla="*/ 549829 w 873575"/>
                      <a:gd name="connsiteY4" fmla="*/ 1169296 h 1302979"/>
                      <a:gd name="connsiteX5" fmla="*/ 550971 w 873575"/>
                      <a:gd name="connsiteY5" fmla="*/ 1178821 h 1302979"/>
                      <a:gd name="connsiteX6" fmla="*/ 551541 w 873575"/>
                      <a:gd name="connsiteY6" fmla="*/ 1188346 h 1302979"/>
                      <a:gd name="connsiteX7" fmla="*/ 437079 w 873575"/>
                      <a:gd name="connsiteY7" fmla="*/ 1302980 h 1302979"/>
                      <a:gd name="connsiteX8" fmla="*/ 322617 w 873575"/>
                      <a:gd name="connsiteY8" fmla="*/ 1188346 h 1302979"/>
                      <a:gd name="connsiteX9" fmla="*/ 322617 w 873575"/>
                      <a:gd name="connsiteY9" fmla="*/ 1178821 h 1302979"/>
                      <a:gd name="connsiteX10" fmla="*/ 323758 w 873575"/>
                      <a:gd name="connsiteY10" fmla="*/ 1169868 h 1302979"/>
                      <a:gd name="connsiteX11" fmla="*/ 326612 w 873575"/>
                      <a:gd name="connsiteY11" fmla="*/ 1128815 h 1302979"/>
                      <a:gd name="connsiteX12" fmla="*/ 167116 w 873575"/>
                      <a:gd name="connsiteY12" fmla="*/ 781153 h 1302979"/>
                      <a:gd name="connsiteX13" fmla="*/ 158556 w 873575"/>
                      <a:gd name="connsiteY13" fmla="*/ 774295 h 1302979"/>
                      <a:gd name="connsiteX14" fmla="*/ 99975 w 873575"/>
                      <a:gd name="connsiteY14" fmla="*/ 158794 h 1302979"/>
                      <a:gd name="connsiteX15" fmla="*/ 714556 w 873575"/>
                      <a:gd name="connsiteY15" fmla="*/ 100124 h 1302979"/>
                      <a:gd name="connsiteX16" fmla="*/ 873100 w 873575"/>
                      <a:gd name="connsiteY16" fmla="*/ 437205 h 1302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3575" h="1302979">
                        <a:moveTo>
                          <a:pt x="873576" y="437395"/>
                        </a:moveTo>
                        <a:cubicBezTo>
                          <a:pt x="873738" y="567970"/>
                          <a:pt x="815452" y="691743"/>
                          <a:pt x="714746" y="774676"/>
                        </a:cubicBezTo>
                        <a:cubicBezTo>
                          <a:pt x="711988" y="776866"/>
                          <a:pt x="709230" y="779057"/>
                          <a:pt x="706567" y="781343"/>
                        </a:cubicBezTo>
                        <a:cubicBezTo>
                          <a:pt x="607361" y="862723"/>
                          <a:pt x="548982" y="983733"/>
                          <a:pt x="546976" y="1112146"/>
                        </a:cubicBezTo>
                        <a:cubicBezTo>
                          <a:pt x="546744" y="1131237"/>
                          <a:pt x="547696" y="1150324"/>
                          <a:pt x="549829" y="1169296"/>
                        </a:cubicBezTo>
                        <a:cubicBezTo>
                          <a:pt x="549829" y="1172535"/>
                          <a:pt x="550495" y="1175678"/>
                          <a:pt x="550971" y="1178821"/>
                        </a:cubicBezTo>
                        <a:cubicBezTo>
                          <a:pt x="551388" y="1181979"/>
                          <a:pt x="551578" y="1185162"/>
                          <a:pt x="551541" y="1188346"/>
                        </a:cubicBezTo>
                        <a:cubicBezTo>
                          <a:pt x="551541" y="1251657"/>
                          <a:pt x="500295" y="1302980"/>
                          <a:pt x="437079" y="1302980"/>
                        </a:cubicBezTo>
                        <a:cubicBezTo>
                          <a:pt x="373864" y="1302980"/>
                          <a:pt x="322617" y="1251657"/>
                          <a:pt x="322617" y="1188346"/>
                        </a:cubicBezTo>
                        <a:cubicBezTo>
                          <a:pt x="322445" y="1185174"/>
                          <a:pt x="322445" y="1181994"/>
                          <a:pt x="322617" y="1178821"/>
                        </a:cubicBezTo>
                        <a:cubicBezTo>
                          <a:pt x="323093" y="1175869"/>
                          <a:pt x="323378" y="1172916"/>
                          <a:pt x="323758" y="1169868"/>
                        </a:cubicBezTo>
                        <a:cubicBezTo>
                          <a:pt x="325375" y="1156438"/>
                          <a:pt x="326326" y="1142722"/>
                          <a:pt x="326612" y="1128815"/>
                        </a:cubicBezTo>
                        <a:cubicBezTo>
                          <a:pt x="329760" y="994509"/>
                          <a:pt x="270918" y="866247"/>
                          <a:pt x="167116" y="781153"/>
                        </a:cubicBezTo>
                        <a:lnTo>
                          <a:pt x="158556" y="774295"/>
                        </a:lnTo>
                        <a:cubicBezTo>
                          <a:pt x="-27332" y="620530"/>
                          <a:pt x="-53560" y="344961"/>
                          <a:pt x="99975" y="158794"/>
                        </a:cubicBezTo>
                        <a:cubicBezTo>
                          <a:pt x="253510" y="-27373"/>
                          <a:pt x="528667" y="-53640"/>
                          <a:pt x="714556" y="100124"/>
                        </a:cubicBezTo>
                        <a:cubicBezTo>
                          <a:pt x="814960" y="183178"/>
                          <a:pt x="873099" y="306786"/>
                          <a:pt x="873100" y="437205"/>
                        </a:cubicBezTo>
                        <a:close/>
                      </a:path>
                    </a:pathLst>
                  </a:custGeom>
                  <a:solidFill>
                    <a:schemeClr val="tx2">
                      <a:lumMod val="20000"/>
                      <a:lumOff val="80000"/>
                    </a:schemeClr>
                  </a:solidFill>
                  <a:ln w="4847" cap="flat">
                    <a:noFill/>
                    <a:prstDash val="solid"/>
                    <a:miter/>
                  </a:ln>
                  <a:effectLst>
                    <a:outerShdw blurRad="127000" dist="38100" dir="10800000" algn="r" rotWithShape="0">
                      <a:prstClr val="black">
                        <a:alpha val="10000"/>
                      </a:prstClr>
                    </a:outerShdw>
                  </a:effectLst>
                </p:spPr>
                <p:txBody>
                  <a:bodyPr rtlCol="0" anchor="ctr"/>
                  <a:lstStyle/>
                  <a:p>
                    <a:endParaRPr lang="en-US" dirty="0"/>
                  </a:p>
                </p:txBody>
              </p:sp>
              <p:sp>
                <p:nvSpPr>
                  <p:cNvPr id="77" name="Freeform 859">
                    <a:extLst>
                      <a:ext uri="{FF2B5EF4-FFF2-40B4-BE49-F238E27FC236}">
                        <a16:creationId xmlns:a16="http://schemas.microsoft.com/office/drawing/2014/main" id="{4D484683-DBA8-10A3-87AF-DFA0DCC9D959}"/>
                      </a:ext>
                    </a:extLst>
                  </p:cNvPr>
                  <p:cNvSpPr/>
                  <p:nvPr/>
                </p:nvSpPr>
                <p:spPr>
                  <a:xfrm>
                    <a:off x="5726265" y="927160"/>
                    <a:ext cx="881610" cy="882930"/>
                  </a:xfrm>
                  <a:custGeom>
                    <a:avLst/>
                    <a:gdLst>
                      <a:gd name="connsiteX0" fmla="*/ 523806 w 881610"/>
                      <a:gd name="connsiteY0" fmla="*/ 83125 h 882930"/>
                      <a:gd name="connsiteX1" fmla="*/ 798610 w 881610"/>
                      <a:gd name="connsiteY1" fmla="*/ 524590 h 882930"/>
                      <a:gd name="connsiteX2" fmla="*/ 357805 w 881610"/>
                      <a:gd name="connsiteY2" fmla="*/ 799806 h 882930"/>
                      <a:gd name="connsiteX3" fmla="*/ 83001 w 881610"/>
                      <a:gd name="connsiteY3" fmla="*/ 358341 h 882930"/>
                      <a:gd name="connsiteX4" fmla="*/ 523806 w 881610"/>
                      <a:gd name="connsiteY4" fmla="*/ 83125 h 88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610" h="882930">
                        <a:moveTo>
                          <a:pt x="523806" y="83125"/>
                        </a:moveTo>
                        <a:cubicBezTo>
                          <a:pt x="721416" y="129033"/>
                          <a:pt x="844450" y="326684"/>
                          <a:pt x="798610" y="524590"/>
                        </a:cubicBezTo>
                        <a:cubicBezTo>
                          <a:pt x="752770" y="722496"/>
                          <a:pt x="555415" y="845714"/>
                          <a:pt x="357805" y="799806"/>
                        </a:cubicBezTo>
                        <a:cubicBezTo>
                          <a:pt x="160195" y="753897"/>
                          <a:pt x="37161" y="556247"/>
                          <a:pt x="83001" y="358341"/>
                        </a:cubicBezTo>
                        <a:cubicBezTo>
                          <a:pt x="128840" y="160434"/>
                          <a:pt x="326196" y="37216"/>
                          <a:pt x="523806" y="83125"/>
                        </a:cubicBezTo>
                        <a:close/>
                      </a:path>
                    </a:pathLst>
                  </a:custGeom>
                  <a:solidFill>
                    <a:schemeClr val="tx2">
                      <a:lumMod val="40000"/>
                      <a:lumOff val="60000"/>
                    </a:schemeClr>
                  </a:solidFill>
                  <a:ln w="9525" cap="flat">
                    <a:noFill/>
                    <a:prstDash val="solid"/>
                    <a:miter/>
                  </a:ln>
                </p:spPr>
                <p:txBody>
                  <a:bodyPr rtlCol="0" anchor="ctr"/>
                  <a:lstStyle/>
                  <a:p>
                    <a:endParaRPr lang="en-US" dirty="0"/>
                  </a:p>
                </p:txBody>
              </p:sp>
              <p:sp>
                <p:nvSpPr>
                  <p:cNvPr id="78" name="Freeform 860">
                    <a:extLst>
                      <a:ext uri="{FF2B5EF4-FFF2-40B4-BE49-F238E27FC236}">
                        <a16:creationId xmlns:a16="http://schemas.microsoft.com/office/drawing/2014/main" id="{D314F819-5812-324A-5751-C539D6F36684}"/>
                      </a:ext>
                    </a:extLst>
                  </p:cNvPr>
                  <p:cNvSpPr/>
                  <p:nvPr/>
                </p:nvSpPr>
                <p:spPr>
                  <a:xfrm>
                    <a:off x="5764764" y="965626"/>
                    <a:ext cx="804856" cy="806060"/>
                  </a:xfrm>
                  <a:custGeom>
                    <a:avLst/>
                    <a:gdLst>
                      <a:gd name="connsiteX0" fmla="*/ 478300 w 804856"/>
                      <a:gd name="connsiteY0" fmla="*/ 75985 h 806060"/>
                      <a:gd name="connsiteX1" fmla="*/ 728984 w 804856"/>
                      <a:gd name="connsiteY1" fmla="*/ 479016 h 806060"/>
                      <a:gd name="connsiteX2" fmla="*/ 326556 w 804856"/>
                      <a:gd name="connsiteY2" fmla="*/ 730076 h 806060"/>
                      <a:gd name="connsiteX3" fmla="*/ 75872 w 804856"/>
                      <a:gd name="connsiteY3" fmla="*/ 327045 h 806060"/>
                      <a:gd name="connsiteX4" fmla="*/ 478300 w 804856"/>
                      <a:gd name="connsiteY4" fmla="*/ 75985 h 806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856" h="806060">
                        <a:moveTo>
                          <a:pt x="478300" y="75985"/>
                        </a:moveTo>
                        <a:cubicBezTo>
                          <a:pt x="658652" y="117951"/>
                          <a:pt x="770887" y="298394"/>
                          <a:pt x="728984" y="479016"/>
                        </a:cubicBezTo>
                        <a:cubicBezTo>
                          <a:pt x="687081" y="659638"/>
                          <a:pt x="506908" y="772041"/>
                          <a:pt x="326556" y="730076"/>
                        </a:cubicBezTo>
                        <a:cubicBezTo>
                          <a:pt x="146204" y="688110"/>
                          <a:pt x="33969" y="507667"/>
                          <a:pt x="75872" y="327045"/>
                        </a:cubicBezTo>
                        <a:cubicBezTo>
                          <a:pt x="117775" y="146423"/>
                          <a:pt x="297948" y="34020"/>
                          <a:pt x="478300" y="75985"/>
                        </a:cubicBezTo>
                        <a:close/>
                      </a:path>
                    </a:pathLst>
                  </a:custGeom>
                  <a:gradFill>
                    <a:gsLst>
                      <a:gs pos="99000">
                        <a:schemeClr val="accent2"/>
                      </a:gs>
                      <a:gs pos="0">
                        <a:schemeClr val="accent2">
                          <a:lumMod val="75000"/>
                        </a:schemeClr>
                      </a:gs>
                    </a:gsLst>
                    <a:lin ang="6000000" scaled="0"/>
                  </a:gradFill>
                  <a:ln w="25400" cap="flat">
                    <a:solidFill>
                      <a:srgbClr val="FFFFFF">
                        <a:alpha val="50000"/>
                      </a:srgbClr>
                    </a:solidFill>
                    <a:prstDash val="solid"/>
                    <a:miter/>
                  </a:ln>
                </p:spPr>
                <p:txBody>
                  <a:bodyPr rtlCol="0" anchor="ctr"/>
                  <a:lstStyle/>
                  <a:p>
                    <a:endParaRPr lang="en-US" dirty="0"/>
                  </a:p>
                </p:txBody>
              </p:sp>
              <p:sp>
                <p:nvSpPr>
                  <p:cNvPr id="79" name="Freeform 861">
                    <a:extLst>
                      <a:ext uri="{FF2B5EF4-FFF2-40B4-BE49-F238E27FC236}">
                        <a16:creationId xmlns:a16="http://schemas.microsoft.com/office/drawing/2014/main" id="{21CA2FA7-19AC-87E6-A8AF-9FA255DDC21A}"/>
                      </a:ext>
                    </a:extLst>
                  </p:cNvPr>
                  <p:cNvSpPr>
                    <a:spLocks noChangeAspect="1"/>
                  </p:cNvSpPr>
                  <p:nvPr/>
                </p:nvSpPr>
                <p:spPr>
                  <a:xfrm>
                    <a:off x="6127486" y="2091043"/>
                    <a:ext cx="79251" cy="79368"/>
                  </a:xfrm>
                  <a:custGeom>
                    <a:avLst/>
                    <a:gdLst>
                      <a:gd name="connsiteX0" fmla="*/ 116031 w 116031"/>
                      <a:gd name="connsiteY0" fmla="*/ 58103 h 116204"/>
                      <a:gd name="connsiteX1" fmla="*/ 58016 w 116031"/>
                      <a:gd name="connsiteY1" fmla="*/ 116205 h 116204"/>
                      <a:gd name="connsiteX2" fmla="*/ 0 w 116031"/>
                      <a:gd name="connsiteY2" fmla="*/ 58103 h 116204"/>
                      <a:gd name="connsiteX3" fmla="*/ 58016 w 116031"/>
                      <a:gd name="connsiteY3" fmla="*/ 0 h 116204"/>
                      <a:gd name="connsiteX4" fmla="*/ 116031 w 116031"/>
                      <a:gd name="connsiteY4" fmla="*/ 58103 h 116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031" h="116204">
                        <a:moveTo>
                          <a:pt x="116031" y="58103"/>
                        </a:moveTo>
                        <a:cubicBezTo>
                          <a:pt x="116031" y="90192"/>
                          <a:pt x="90057" y="116205"/>
                          <a:pt x="58016" y="116205"/>
                        </a:cubicBezTo>
                        <a:cubicBezTo>
                          <a:pt x="25974" y="116205"/>
                          <a:pt x="0" y="90192"/>
                          <a:pt x="0" y="58103"/>
                        </a:cubicBezTo>
                        <a:cubicBezTo>
                          <a:pt x="0" y="26014"/>
                          <a:pt x="25974" y="0"/>
                          <a:pt x="58016" y="0"/>
                        </a:cubicBezTo>
                        <a:cubicBezTo>
                          <a:pt x="90057" y="0"/>
                          <a:pt x="116031" y="26014"/>
                          <a:pt x="116031" y="58103"/>
                        </a:cubicBezTo>
                        <a:close/>
                      </a:path>
                    </a:pathLst>
                  </a:custGeom>
                  <a:solidFill>
                    <a:schemeClr val="accent2"/>
                  </a:solidFill>
                  <a:ln w="1996" cap="flat">
                    <a:noFill/>
                    <a:prstDash val="solid"/>
                    <a:miter/>
                  </a:ln>
                </p:spPr>
                <p:txBody>
                  <a:bodyPr rtlCol="0" anchor="ctr"/>
                  <a:lstStyle/>
                  <a:p>
                    <a:endParaRPr lang="en-US" dirty="0"/>
                  </a:p>
                </p:txBody>
              </p:sp>
            </p:grpSp>
            <p:grpSp>
              <p:nvGrpSpPr>
                <p:cNvPr id="54" name="Group 53">
                  <a:extLst>
                    <a:ext uri="{FF2B5EF4-FFF2-40B4-BE49-F238E27FC236}">
                      <a16:creationId xmlns:a16="http://schemas.microsoft.com/office/drawing/2014/main" id="{7B368EC8-350B-B09F-CEB5-81278A3D7CA6}"/>
                    </a:ext>
                  </a:extLst>
                </p:cNvPr>
                <p:cNvGrpSpPr/>
                <p:nvPr/>
              </p:nvGrpSpPr>
              <p:grpSpPr>
                <a:xfrm rot="5400000">
                  <a:off x="7777320" y="1754984"/>
                  <a:ext cx="881610" cy="1307152"/>
                  <a:chOff x="5726265" y="927160"/>
                  <a:chExt cx="881610" cy="1307152"/>
                </a:xfrm>
              </p:grpSpPr>
              <p:sp>
                <p:nvSpPr>
                  <p:cNvPr id="72" name="Freeform 853">
                    <a:extLst>
                      <a:ext uri="{FF2B5EF4-FFF2-40B4-BE49-F238E27FC236}">
                        <a16:creationId xmlns:a16="http://schemas.microsoft.com/office/drawing/2014/main" id="{A5452F0C-A9A4-1209-9E0F-A632F6047FEF}"/>
                      </a:ext>
                    </a:extLst>
                  </p:cNvPr>
                  <p:cNvSpPr/>
                  <p:nvPr/>
                </p:nvSpPr>
                <p:spPr>
                  <a:xfrm>
                    <a:off x="5730077" y="931333"/>
                    <a:ext cx="873575" cy="1302979"/>
                  </a:xfrm>
                  <a:custGeom>
                    <a:avLst/>
                    <a:gdLst>
                      <a:gd name="connsiteX0" fmla="*/ 873576 w 873575"/>
                      <a:gd name="connsiteY0" fmla="*/ 437395 h 1302979"/>
                      <a:gd name="connsiteX1" fmla="*/ 714746 w 873575"/>
                      <a:gd name="connsiteY1" fmla="*/ 774676 h 1302979"/>
                      <a:gd name="connsiteX2" fmla="*/ 706567 w 873575"/>
                      <a:gd name="connsiteY2" fmla="*/ 781343 h 1302979"/>
                      <a:gd name="connsiteX3" fmla="*/ 546976 w 873575"/>
                      <a:gd name="connsiteY3" fmla="*/ 1112146 h 1302979"/>
                      <a:gd name="connsiteX4" fmla="*/ 549829 w 873575"/>
                      <a:gd name="connsiteY4" fmla="*/ 1169296 h 1302979"/>
                      <a:gd name="connsiteX5" fmla="*/ 550971 w 873575"/>
                      <a:gd name="connsiteY5" fmla="*/ 1178821 h 1302979"/>
                      <a:gd name="connsiteX6" fmla="*/ 551541 w 873575"/>
                      <a:gd name="connsiteY6" fmla="*/ 1188346 h 1302979"/>
                      <a:gd name="connsiteX7" fmla="*/ 437079 w 873575"/>
                      <a:gd name="connsiteY7" fmla="*/ 1302980 h 1302979"/>
                      <a:gd name="connsiteX8" fmla="*/ 322617 w 873575"/>
                      <a:gd name="connsiteY8" fmla="*/ 1188346 h 1302979"/>
                      <a:gd name="connsiteX9" fmla="*/ 322617 w 873575"/>
                      <a:gd name="connsiteY9" fmla="*/ 1178821 h 1302979"/>
                      <a:gd name="connsiteX10" fmla="*/ 323758 w 873575"/>
                      <a:gd name="connsiteY10" fmla="*/ 1169868 h 1302979"/>
                      <a:gd name="connsiteX11" fmla="*/ 326612 w 873575"/>
                      <a:gd name="connsiteY11" fmla="*/ 1128815 h 1302979"/>
                      <a:gd name="connsiteX12" fmla="*/ 167116 w 873575"/>
                      <a:gd name="connsiteY12" fmla="*/ 781153 h 1302979"/>
                      <a:gd name="connsiteX13" fmla="*/ 158556 w 873575"/>
                      <a:gd name="connsiteY13" fmla="*/ 774295 h 1302979"/>
                      <a:gd name="connsiteX14" fmla="*/ 99975 w 873575"/>
                      <a:gd name="connsiteY14" fmla="*/ 158794 h 1302979"/>
                      <a:gd name="connsiteX15" fmla="*/ 714556 w 873575"/>
                      <a:gd name="connsiteY15" fmla="*/ 100124 h 1302979"/>
                      <a:gd name="connsiteX16" fmla="*/ 873100 w 873575"/>
                      <a:gd name="connsiteY16" fmla="*/ 437205 h 1302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3575" h="1302979">
                        <a:moveTo>
                          <a:pt x="873576" y="437395"/>
                        </a:moveTo>
                        <a:cubicBezTo>
                          <a:pt x="873738" y="567970"/>
                          <a:pt x="815452" y="691743"/>
                          <a:pt x="714746" y="774676"/>
                        </a:cubicBezTo>
                        <a:cubicBezTo>
                          <a:pt x="711988" y="776866"/>
                          <a:pt x="709230" y="779057"/>
                          <a:pt x="706567" y="781343"/>
                        </a:cubicBezTo>
                        <a:cubicBezTo>
                          <a:pt x="607361" y="862723"/>
                          <a:pt x="548982" y="983733"/>
                          <a:pt x="546976" y="1112146"/>
                        </a:cubicBezTo>
                        <a:cubicBezTo>
                          <a:pt x="546744" y="1131237"/>
                          <a:pt x="547696" y="1150324"/>
                          <a:pt x="549829" y="1169296"/>
                        </a:cubicBezTo>
                        <a:cubicBezTo>
                          <a:pt x="549829" y="1172535"/>
                          <a:pt x="550495" y="1175678"/>
                          <a:pt x="550971" y="1178821"/>
                        </a:cubicBezTo>
                        <a:cubicBezTo>
                          <a:pt x="551388" y="1181979"/>
                          <a:pt x="551578" y="1185162"/>
                          <a:pt x="551541" y="1188346"/>
                        </a:cubicBezTo>
                        <a:cubicBezTo>
                          <a:pt x="551541" y="1251657"/>
                          <a:pt x="500295" y="1302980"/>
                          <a:pt x="437079" y="1302980"/>
                        </a:cubicBezTo>
                        <a:cubicBezTo>
                          <a:pt x="373864" y="1302980"/>
                          <a:pt x="322617" y="1251657"/>
                          <a:pt x="322617" y="1188346"/>
                        </a:cubicBezTo>
                        <a:cubicBezTo>
                          <a:pt x="322445" y="1185174"/>
                          <a:pt x="322445" y="1181994"/>
                          <a:pt x="322617" y="1178821"/>
                        </a:cubicBezTo>
                        <a:cubicBezTo>
                          <a:pt x="323093" y="1175869"/>
                          <a:pt x="323378" y="1172916"/>
                          <a:pt x="323758" y="1169868"/>
                        </a:cubicBezTo>
                        <a:cubicBezTo>
                          <a:pt x="325375" y="1156438"/>
                          <a:pt x="326326" y="1142722"/>
                          <a:pt x="326612" y="1128815"/>
                        </a:cubicBezTo>
                        <a:cubicBezTo>
                          <a:pt x="329760" y="994509"/>
                          <a:pt x="270918" y="866247"/>
                          <a:pt x="167116" y="781153"/>
                        </a:cubicBezTo>
                        <a:lnTo>
                          <a:pt x="158556" y="774295"/>
                        </a:lnTo>
                        <a:cubicBezTo>
                          <a:pt x="-27332" y="620530"/>
                          <a:pt x="-53560" y="344961"/>
                          <a:pt x="99975" y="158794"/>
                        </a:cubicBezTo>
                        <a:cubicBezTo>
                          <a:pt x="253510" y="-27373"/>
                          <a:pt x="528667" y="-53640"/>
                          <a:pt x="714556" y="100124"/>
                        </a:cubicBezTo>
                        <a:cubicBezTo>
                          <a:pt x="814960" y="183178"/>
                          <a:pt x="873099" y="306786"/>
                          <a:pt x="873100" y="437205"/>
                        </a:cubicBezTo>
                        <a:close/>
                      </a:path>
                    </a:pathLst>
                  </a:custGeom>
                  <a:solidFill>
                    <a:schemeClr val="tx2">
                      <a:lumMod val="20000"/>
                      <a:lumOff val="80000"/>
                    </a:schemeClr>
                  </a:solidFill>
                  <a:ln w="4847" cap="flat">
                    <a:noFill/>
                    <a:prstDash val="solid"/>
                    <a:miter/>
                  </a:ln>
                  <a:effectLst>
                    <a:outerShdw blurRad="114300" dist="38100" dir="5400000" algn="ctr" rotWithShape="0">
                      <a:prstClr val="black">
                        <a:alpha val="10000"/>
                      </a:prstClr>
                    </a:outerShdw>
                  </a:effectLst>
                </p:spPr>
                <p:txBody>
                  <a:bodyPr rtlCol="0" anchor="ctr"/>
                  <a:lstStyle/>
                  <a:p>
                    <a:endParaRPr lang="en-US" dirty="0"/>
                  </a:p>
                </p:txBody>
              </p:sp>
              <p:sp>
                <p:nvSpPr>
                  <p:cNvPr id="73" name="Freeform 854">
                    <a:extLst>
                      <a:ext uri="{FF2B5EF4-FFF2-40B4-BE49-F238E27FC236}">
                        <a16:creationId xmlns:a16="http://schemas.microsoft.com/office/drawing/2014/main" id="{7FEEEDFE-CD97-635E-4BB6-25AF11F1BD77}"/>
                      </a:ext>
                    </a:extLst>
                  </p:cNvPr>
                  <p:cNvSpPr/>
                  <p:nvPr/>
                </p:nvSpPr>
                <p:spPr>
                  <a:xfrm>
                    <a:off x="5726265" y="927160"/>
                    <a:ext cx="881610" cy="882930"/>
                  </a:xfrm>
                  <a:custGeom>
                    <a:avLst/>
                    <a:gdLst>
                      <a:gd name="connsiteX0" fmla="*/ 523806 w 881610"/>
                      <a:gd name="connsiteY0" fmla="*/ 83125 h 882930"/>
                      <a:gd name="connsiteX1" fmla="*/ 798610 w 881610"/>
                      <a:gd name="connsiteY1" fmla="*/ 524590 h 882930"/>
                      <a:gd name="connsiteX2" fmla="*/ 357805 w 881610"/>
                      <a:gd name="connsiteY2" fmla="*/ 799806 h 882930"/>
                      <a:gd name="connsiteX3" fmla="*/ 83001 w 881610"/>
                      <a:gd name="connsiteY3" fmla="*/ 358341 h 882930"/>
                      <a:gd name="connsiteX4" fmla="*/ 523806 w 881610"/>
                      <a:gd name="connsiteY4" fmla="*/ 83125 h 88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610" h="882930">
                        <a:moveTo>
                          <a:pt x="523806" y="83125"/>
                        </a:moveTo>
                        <a:cubicBezTo>
                          <a:pt x="721416" y="129033"/>
                          <a:pt x="844450" y="326684"/>
                          <a:pt x="798610" y="524590"/>
                        </a:cubicBezTo>
                        <a:cubicBezTo>
                          <a:pt x="752770" y="722496"/>
                          <a:pt x="555415" y="845714"/>
                          <a:pt x="357805" y="799806"/>
                        </a:cubicBezTo>
                        <a:cubicBezTo>
                          <a:pt x="160195" y="753897"/>
                          <a:pt x="37161" y="556247"/>
                          <a:pt x="83001" y="358341"/>
                        </a:cubicBezTo>
                        <a:cubicBezTo>
                          <a:pt x="128840" y="160434"/>
                          <a:pt x="326196" y="37216"/>
                          <a:pt x="523806" y="83125"/>
                        </a:cubicBezTo>
                        <a:close/>
                      </a:path>
                    </a:pathLst>
                  </a:custGeom>
                  <a:solidFill>
                    <a:schemeClr val="tx2">
                      <a:lumMod val="40000"/>
                      <a:lumOff val="60000"/>
                    </a:schemeClr>
                  </a:solidFill>
                  <a:ln w="9525" cap="flat">
                    <a:noFill/>
                    <a:prstDash val="solid"/>
                    <a:miter/>
                  </a:ln>
                </p:spPr>
                <p:txBody>
                  <a:bodyPr rtlCol="0" anchor="ctr"/>
                  <a:lstStyle/>
                  <a:p>
                    <a:endParaRPr lang="en-US" dirty="0"/>
                  </a:p>
                </p:txBody>
              </p:sp>
              <p:sp>
                <p:nvSpPr>
                  <p:cNvPr id="74" name="Freeform 855">
                    <a:extLst>
                      <a:ext uri="{FF2B5EF4-FFF2-40B4-BE49-F238E27FC236}">
                        <a16:creationId xmlns:a16="http://schemas.microsoft.com/office/drawing/2014/main" id="{B870A421-E775-B0C0-E0AA-B38823C06FB9}"/>
                      </a:ext>
                    </a:extLst>
                  </p:cNvPr>
                  <p:cNvSpPr/>
                  <p:nvPr/>
                </p:nvSpPr>
                <p:spPr>
                  <a:xfrm>
                    <a:off x="5764764" y="965626"/>
                    <a:ext cx="804856" cy="806060"/>
                  </a:xfrm>
                  <a:custGeom>
                    <a:avLst/>
                    <a:gdLst>
                      <a:gd name="connsiteX0" fmla="*/ 478300 w 804856"/>
                      <a:gd name="connsiteY0" fmla="*/ 75985 h 806060"/>
                      <a:gd name="connsiteX1" fmla="*/ 728984 w 804856"/>
                      <a:gd name="connsiteY1" fmla="*/ 479016 h 806060"/>
                      <a:gd name="connsiteX2" fmla="*/ 326556 w 804856"/>
                      <a:gd name="connsiteY2" fmla="*/ 730076 h 806060"/>
                      <a:gd name="connsiteX3" fmla="*/ 75872 w 804856"/>
                      <a:gd name="connsiteY3" fmla="*/ 327045 h 806060"/>
                      <a:gd name="connsiteX4" fmla="*/ 478300 w 804856"/>
                      <a:gd name="connsiteY4" fmla="*/ 75985 h 806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856" h="806060">
                        <a:moveTo>
                          <a:pt x="478300" y="75985"/>
                        </a:moveTo>
                        <a:cubicBezTo>
                          <a:pt x="658652" y="117951"/>
                          <a:pt x="770887" y="298394"/>
                          <a:pt x="728984" y="479016"/>
                        </a:cubicBezTo>
                        <a:cubicBezTo>
                          <a:pt x="687081" y="659638"/>
                          <a:pt x="506908" y="772041"/>
                          <a:pt x="326556" y="730076"/>
                        </a:cubicBezTo>
                        <a:cubicBezTo>
                          <a:pt x="146204" y="688110"/>
                          <a:pt x="33969" y="507667"/>
                          <a:pt x="75872" y="327045"/>
                        </a:cubicBezTo>
                        <a:cubicBezTo>
                          <a:pt x="117775" y="146423"/>
                          <a:pt x="297948" y="34020"/>
                          <a:pt x="478300" y="75985"/>
                        </a:cubicBezTo>
                        <a:close/>
                      </a:path>
                    </a:pathLst>
                  </a:custGeom>
                  <a:gradFill>
                    <a:gsLst>
                      <a:gs pos="99000">
                        <a:schemeClr val="accent1"/>
                      </a:gs>
                      <a:gs pos="0">
                        <a:schemeClr val="accent1">
                          <a:lumMod val="75000"/>
                        </a:schemeClr>
                      </a:gs>
                    </a:gsLst>
                    <a:lin ang="0" scaled="0"/>
                  </a:gradFill>
                  <a:ln w="25400" cap="flat">
                    <a:solidFill>
                      <a:srgbClr val="FFFFFF">
                        <a:alpha val="50000"/>
                      </a:srgbClr>
                    </a:solidFill>
                    <a:prstDash val="solid"/>
                    <a:miter/>
                  </a:ln>
                </p:spPr>
                <p:txBody>
                  <a:bodyPr rtlCol="0" anchor="ctr"/>
                  <a:lstStyle/>
                  <a:p>
                    <a:endParaRPr lang="en-US" dirty="0"/>
                  </a:p>
                </p:txBody>
              </p:sp>
              <p:sp>
                <p:nvSpPr>
                  <p:cNvPr id="75" name="Freeform 856">
                    <a:extLst>
                      <a:ext uri="{FF2B5EF4-FFF2-40B4-BE49-F238E27FC236}">
                        <a16:creationId xmlns:a16="http://schemas.microsoft.com/office/drawing/2014/main" id="{11BD75F0-AF89-92AE-6D22-E4AAB60812FC}"/>
                      </a:ext>
                    </a:extLst>
                  </p:cNvPr>
                  <p:cNvSpPr>
                    <a:spLocks noChangeAspect="1"/>
                  </p:cNvSpPr>
                  <p:nvPr/>
                </p:nvSpPr>
                <p:spPr>
                  <a:xfrm>
                    <a:off x="6126723" y="2091475"/>
                    <a:ext cx="79251" cy="79368"/>
                  </a:xfrm>
                  <a:custGeom>
                    <a:avLst/>
                    <a:gdLst>
                      <a:gd name="connsiteX0" fmla="*/ 116031 w 116031"/>
                      <a:gd name="connsiteY0" fmla="*/ 58103 h 116204"/>
                      <a:gd name="connsiteX1" fmla="*/ 58016 w 116031"/>
                      <a:gd name="connsiteY1" fmla="*/ 116205 h 116204"/>
                      <a:gd name="connsiteX2" fmla="*/ 0 w 116031"/>
                      <a:gd name="connsiteY2" fmla="*/ 58103 h 116204"/>
                      <a:gd name="connsiteX3" fmla="*/ 58016 w 116031"/>
                      <a:gd name="connsiteY3" fmla="*/ 0 h 116204"/>
                      <a:gd name="connsiteX4" fmla="*/ 116031 w 116031"/>
                      <a:gd name="connsiteY4" fmla="*/ 58103 h 116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031" h="116204">
                        <a:moveTo>
                          <a:pt x="116031" y="58103"/>
                        </a:moveTo>
                        <a:cubicBezTo>
                          <a:pt x="116031" y="90192"/>
                          <a:pt x="90057" y="116205"/>
                          <a:pt x="58016" y="116205"/>
                        </a:cubicBezTo>
                        <a:cubicBezTo>
                          <a:pt x="25974" y="116205"/>
                          <a:pt x="0" y="90192"/>
                          <a:pt x="0" y="58103"/>
                        </a:cubicBezTo>
                        <a:cubicBezTo>
                          <a:pt x="0" y="26014"/>
                          <a:pt x="25974" y="0"/>
                          <a:pt x="58016" y="0"/>
                        </a:cubicBezTo>
                        <a:cubicBezTo>
                          <a:pt x="90057" y="0"/>
                          <a:pt x="116031" y="26014"/>
                          <a:pt x="116031" y="58103"/>
                        </a:cubicBezTo>
                        <a:close/>
                      </a:path>
                    </a:pathLst>
                  </a:custGeom>
                  <a:solidFill>
                    <a:schemeClr val="accent1"/>
                  </a:solidFill>
                  <a:ln w="1996" cap="flat">
                    <a:noFill/>
                    <a:prstDash val="solid"/>
                    <a:miter/>
                  </a:ln>
                </p:spPr>
                <p:txBody>
                  <a:bodyPr rtlCol="0" anchor="ctr"/>
                  <a:lstStyle/>
                  <a:p>
                    <a:endParaRPr lang="en-US" dirty="0"/>
                  </a:p>
                </p:txBody>
              </p:sp>
            </p:grpSp>
            <p:sp>
              <p:nvSpPr>
                <p:cNvPr id="55" name="Freeform 759">
                  <a:extLst>
                    <a:ext uri="{FF2B5EF4-FFF2-40B4-BE49-F238E27FC236}">
                      <a16:creationId xmlns:a16="http://schemas.microsoft.com/office/drawing/2014/main" id="{75B8CAE2-E2A4-F46D-E7E1-A3227CC6D5E5}"/>
                    </a:ext>
                  </a:extLst>
                </p:cNvPr>
                <p:cNvSpPr/>
                <p:nvPr/>
              </p:nvSpPr>
              <p:spPr>
                <a:xfrm rot="5400000" flipH="1">
                  <a:off x="6966762" y="3038355"/>
                  <a:ext cx="1057804" cy="443483"/>
                </a:xfrm>
                <a:custGeom>
                  <a:avLst/>
                  <a:gdLst>
                    <a:gd name="connsiteX0" fmla="*/ 608689 w 656813"/>
                    <a:gd name="connsiteY0" fmla="*/ 275368 h 275368"/>
                    <a:gd name="connsiteX1" fmla="*/ 656813 w 656813"/>
                    <a:gd name="connsiteY1" fmla="*/ 211932 h 275368"/>
                    <a:gd name="connsiteX2" fmla="*/ 0 w 656813"/>
                    <a:gd name="connsiteY2" fmla="*/ 0 h 275368"/>
                    <a:gd name="connsiteX3" fmla="*/ 0 w 656813"/>
                    <a:gd name="connsiteY3" fmla="*/ 79725 h 275368"/>
                    <a:gd name="connsiteX4" fmla="*/ 608689 w 656813"/>
                    <a:gd name="connsiteY4" fmla="*/ 275368 h 275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813" h="275368">
                      <a:moveTo>
                        <a:pt x="608689" y="275368"/>
                      </a:moveTo>
                      <a:lnTo>
                        <a:pt x="656813" y="211932"/>
                      </a:lnTo>
                      <a:cubicBezTo>
                        <a:pt x="465533" y="73957"/>
                        <a:pt x="235729" y="-193"/>
                        <a:pt x="0" y="0"/>
                      </a:cubicBezTo>
                      <a:lnTo>
                        <a:pt x="0" y="79725"/>
                      </a:lnTo>
                      <a:cubicBezTo>
                        <a:pt x="218340" y="79540"/>
                        <a:pt x="431234" y="147969"/>
                        <a:pt x="608689" y="275368"/>
                      </a:cubicBezTo>
                      <a:close/>
                    </a:path>
                  </a:pathLst>
                </a:custGeom>
                <a:solidFill>
                  <a:schemeClr val="accent1"/>
                </a:solidFill>
                <a:ln w="9504" cap="flat">
                  <a:noFill/>
                  <a:prstDash val="solid"/>
                  <a:miter/>
                </a:ln>
              </p:spPr>
              <p:txBody>
                <a:bodyPr rtlCol="0" anchor="ctr"/>
                <a:lstStyle/>
                <a:p>
                  <a:endParaRPr lang="en-US" dirty="0"/>
                </a:p>
              </p:txBody>
            </p:sp>
            <p:sp>
              <p:nvSpPr>
                <p:cNvPr id="56" name="Freeform 760">
                  <a:extLst>
                    <a:ext uri="{FF2B5EF4-FFF2-40B4-BE49-F238E27FC236}">
                      <a16:creationId xmlns:a16="http://schemas.microsoft.com/office/drawing/2014/main" id="{3210306F-34F0-8562-E103-A2113EEB5282}"/>
                    </a:ext>
                  </a:extLst>
                </p:cNvPr>
                <p:cNvSpPr/>
                <p:nvPr/>
              </p:nvSpPr>
              <p:spPr>
                <a:xfrm rot="5400000" flipH="1">
                  <a:off x="6966686" y="4096390"/>
                  <a:ext cx="1058110" cy="443330"/>
                </a:xfrm>
                <a:custGeom>
                  <a:avLst/>
                  <a:gdLst>
                    <a:gd name="connsiteX0" fmla="*/ 657004 w 657003"/>
                    <a:gd name="connsiteY0" fmla="*/ 79725 h 275273"/>
                    <a:gd name="connsiteX1" fmla="*/ 657004 w 657003"/>
                    <a:gd name="connsiteY1" fmla="*/ 79725 h 275273"/>
                    <a:gd name="connsiteX2" fmla="*/ 657004 w 657003"/>
                    <a:gd name="connsiteY2" fmla="*/ 1 h 275273"/>
                    <a:gd name="connsiteX3" fmla="*/ 657004 w 657003"/>
                    <a:gd name="connsiteY3" fmla="*/ 1 h 275273"/>
                    <a:gd name="connsiteX4" fmla="*/ 0 w 657003"/>
                    <a:gd name="connsiteY4" fmla="*/ 211837 h 275273"/>
                    <a:gd name="connsiteX5" fmla="*/ 48315 w 657003"/>
                    <a:gd name="connsiteY5" fmla="*/ 275273 h 275273"/>
                    <a:gd name="connsiteX6" fmla="*/ 657004 w 657003"/>
                    <a:gd name="connsiteY6" fmla="*/ 79725 h 27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003" h="275273">
                      <a:moveTo>
                        <a:pt x="657004" y="79725"/>
                      </a:moveTo>
                      <a:lnTo>
                        <a:pt x="657004" y="79725"/>
                      </a:lnTo>
                      <a:lnTo>
                        <a:pt x="657004" y="1"/>
                      </a:lnTo>
                      <a:lnTo>
                        <a:pt x="657004" y="1"/>
                      </a:lnTo>
                      <a:cubicBezTo>
                        <a:pt x="421220" y="-260"/>
                        <a:pt x="191344" y="73858"/>
                        <a:pt x="0" y="211837"/>
                      </a:cubicBezTo>
                      <a:lnTo>
                        <a:pt x="48315" y="275273"/>
                      </a:lnTo>
                      <a:cubicBezTo>
                        <a:pt x="225769" y="147884"/>
                        <a:pt x="438670" y="79487"/>
                        <a:pt x="657004" y="79725"/>
                      </a:cubicBezTo>
                      <a:close/>
                    </a:path>
                  </a:pathLst>
                </a:custGeom>
                <a:solidFill>
                  <a:schemeClr val="accent2"/>
                </a:solidFill>
                <a:ln w="9504" cap="flat">
                  <a:noFill/>
                  <a:prstDash val="solid"/>
                  <a:miter/>
                </a:ln>
              </p:spPr>
              <p:txBody>
                <a:bodyPr rtlCol="0" anchor="ctr"/>
                <a:lstStyle/>
                <a:p>
                  <a:endParaRPr lang="en-US" dirty="0"/>
                </a:p>
              </p:txBody>
            </p:sp>
            <p:grpSp>
              <p:nvGrpSpPr>
                <p:cNvPr id="57" name="Group 56">
                  <a:extLst>
                    <a:ext uri="{FF2B5EF4-FFF2-40B4-BE49-F238E27FC236}">
                      <a16:creationId xmlns:a16="http://schemas.microsoft.com/office/drawing/2014/main" id="{8291E2E2-BEC0-8D5C-6447-ACC7A7F8F0F9}"/>
                    </a:ext>
                  </a:extLst>
                </p:cNvPr>
                <p:cNvGrpSpPr/>
                <p:nvPr/>
              </p:nvGrpSpPr>
              <p:grpSpPr>
                <a:xfrm rot="5400000" flipH="1">
                  <a:off x="7041892" y="2349780"/>
                  <a:ext cx="721039" cy="683985"/>
                  <a:chOff x="6634729" y="2648698"/>
                  <a:chExt cx="447709" cy="424701"/>
                </a:xfrm>
              </p:grpSpPr>
              <p:sp>
                <p:nvSpPr>
                  <p:cNvPr id="68" name="Freeform 778">
                    <a:extLst>
                      <a:ext uri="{FF2B5EF4-FFF2-40B4-BE49-F238E27FC236}">
                        <a16:creationId xmlns:a16="http://schemas.microsoft.com/office/drawing/2014/main" id="{6294ED6B-5F1F-16E8-5019-E892B07DA8DE}"/>
                      </a:ext>
                    </a:extLst>
                  </p:cNvPr>
                  <p:cNvSpPr/>
                  <p:nvPr/>
                </p:nvSpPr>
                <p:spPr>
                  <a:xfrm>
                    <a:off x="6850084" y="2725755"/>
                    <a:ext cx="155025" cy="153447"/>
                  </a:xfrm>
                  <a:custGeom>
                    <a:avLst/>
                    <a:gdLst>
                      <a:gd name="connsiteX0" fmla="*/ 0 w 155025"/>
                      <a:gd name="connsiteY0" fmla="*/ 153448 h 153447"/>
                      <a:gd name="connsiteX1" fmla="*/ 155026 w 155025"/>
                      <a:gd name="connsiteY1" fmla="*/ 0 h 153447"/>
                    </a:gdLst>
                    <a:ahLst/>
                    <a:cxnLst>
                      <a:cxn ang="0">
                        <a:pos x="connsiteX0" y="connsiteY0"/>
                      </a:cxn>
                      <a:cxn ang="0">
                        <a:pos x="connsiteX1" y="connsiteY1"/>
                      </a:cxn>
                    </a:cxnLst>
                    <a:rect l="l" t="t" r="r" b="b"/>
                    <a:pathLst>
                      <a:path w="155025" h="153447">
                        <a:moveTo>
                          <a:pt x="0" y="153448"/>
                        </a:moveTo>
                        <a:lnTo>
                          <a:pt x="155026" y="0"/>
                        </a:lnTo>
                      </a:path>
                    </a:pathLst>
                  </a:custGeom>
                  <a:ln w="18627" cap="flat">
                    <a:solidFill>
                      <a:schemeClr val="accent1"/>
                    </a:solidFill>
                    <a:prstDash val="solid"/>
                    <a:miter/>
                  </a:ln>
                </p:spPr>
                <p:txBody>
                  <a:bodyPr rtlCol="0" anchor="ctr"/>
                  <a:lstStyle/>
                  <a:p>
                    <a:endParaRPr lang="en-US" dirty="0"/>
                  </a:p>
                </p:txBody>
              </p:sp>
              <p:sp>
                <p:nvSpPr>
                  <p:cNvPr id="69" name="Freeform 779">
                    <a:extLst>
                      <a:ext uri="{FF2B5EF4-FFF2-40B4-BE49-F238E27FC236}">
                        <a16:creationId xmlns:a16="http://schemas.microsoft.com/office/drawing/2014/main" id="{8AF991C2-0AC4-4E76-91BE-7CC3E1BB9396}"/>
                      </a:ext>
                    </a:extLst>
                  </p:cNvPr>
                  <p:cNvSpPr/>
                  <p:nvPr/>
                </p:nvSpPr>
                <p:spPr>
                  <a:xfrm>
                    <a:off x="6987331" y="2648698"/>
                    <a:ext cx="95107" cy="95250"/>
                  </a:xfrm>
                  <a:custGeom>
                    <a:avLst/>
                    <a:gdLst>
                      <a:gd name="connsiteX0" fmla="*/ 13971 w 95107"/>
                      <a:gd name="connsiteY0" fmla="*/ 13906 h 95250"/>
                      <a:gd name="connsiteX1" fmla="*/ 81222 w 95107"/>
                      <a:gd name="connsiteY1" fmla="*/ 13992 h 95250"/>
                      <a:gd name="connsiteX2" fmla="*/ 81137 w 95107"/>
                      <a:gd name="connsiteY2" fmla="*/ 81344 h 95250"/>
                      <a:gd name="connsiteX3" fmla="*/ 13971 w 95107"/>
                      <a:gd name="connsiteY3" fmla="*/ 81344 h 95250"/>
                      <a:gd name="connsiteX4" fmla="*/ 13886 w 95107"/>
                      <a:gd name="connsiteY4" fmla="*/ 13992 h 95250"/>
                      <a:gd name="connsiteX5" fmla="*/ 13971 w 95107"/>
                      <a:gd name="connsiteY5" fmla="*/ 13906 h 95250"/>
                      <a:gd name="connsiteX6" fmla="*/ 73032 w 95107"/>
                      <a:gd name="connsiteY6" fmla="*/ 73723 h 95250"/>
                      <a:gd name="connsiteX7" fmla="*/ 72998 w 95107"/>
                      <a:gd name="connsiteY7" fmla="*/ 22132 h 95250"/>
                      <a:gd name="connsiteX8" fmla="*/ 21484 w 95107"/>
                      <a:gd name="connsiteY8" fmla="*/ 22166 h 95250"/>
                      <a:gd name="connsiteX9" fmla="*/ 21484 w 95107"/>
                      <a:gd name="connsiteY9" fmla="*/ 73723 h 95250"/>
                      <a:gd name="connsiteX10" fmla="*/ 72863 w 95107"/>
                      <a:gd name="connsiteY10" fmla="*/ 73892 h 95250"/>
                      <a:gd name="connsiteX11" fmla="*/ 73032 w 95107"/>
                      <a:gd name="connsiteY11" fmla="*/ 73723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5107" h="95250">
                        <a:moveTo>
                          <a:pt x="13971" y="13906"/>
                        </a:moveTo>
                        <a:cubicBezTo>
                          <a:pt x="32565" y="-4669"/>
                          <a:pt x="62674" y="-4631"/>
                          <a:pt x="81222" y="13992"/>
                        </a:cubicBezTo>
                        <a:cubicBezTo>
                          <a:pt x="99770" y="32614"/>
                          <a:pt x="99731" y="62768"/>
                          <a:pt x="81137" y="81344"/>
                        </a:cubicBezTo>
                        <a:cubicBezTo>
                          <a:pt x="62576" y="99886"/>
                          <a:pt x="32532" y="99886"/>
                          <a:pt x="13971" y="81344"/>
                        </a:cubicBezTo>
                        <a:cubicBezTo>
                          <a:pt x="-4624" y="62768"/>
                          <a:pt x="-4662" y="32614"/>
                          <a:pt x="13886" y="13992"/>
                        </a:cubicBezTo>
                        <a:cubicBezTo>
                          <a:pt x="13914" y="13963"/>
                          <a:pt x="13942" y="13935"/>
                          <a:pt x="13971" y="13906"/>
                        </a:cubicBezTo>
                        <a:close/>
                        <a:moveTo>
                          <a:pt x="73032" y="73723"/>
                        </a:moveTo>
                        <a:cubicBezTo>
                          <a:pt x="87248" y="59468"/>
                          <a:pt x="87233" y="36369"/>
                          <a:pt x="72998" y="22132"/>
                        </a:cubicBezTo>
                        <a:cubicBezTo>
                          <a:pt x="58764" y="7895"/>
                          <a:pt x="35700" y="7910"/>
                          <a:pt x="21484" y="22166"/>
                        </a:cubicBezTo>
                        <a:cubicBezTo>
                          <a:pt x="7281" y="36409"/>
                          <a:pt x="7281" y="59481"/>
                          <a:pt x="21484" y="73723"/>
                        </a:cubicBezTo>
                        <a:cubicBezTo>
                          <a:pt x="35626" y="87979"/>
                          <a:pt x="58629" y="88055"/>
                          <a:pt x="72863" y="73892"/>
                        </a:cubicBezTo>
                        <a:cubicBezTo>
                          <a:pt x="72920" y="73836"/>
                          <a:pt x="72976" y="73780"/>
                          <a:pt x="73032" y="73723"/>
                        </a:cubicBezTo>
                        <a:close/>
                      </a:path>
                    </a:pathLst>
                  </a:custGeom>
                  <a:solidFill>
                    <a:schemeClr val="accent1"/>
                  </a:solidFill>
                  <a:ln w="4657" cap="flat">
                    <a:noFill/>
                    <a:prstDash val="solid"/>
                    <a:miter/>
                  </a:ln>
                </p:spPr>
                <p:txBody>
                  <a:bodyPr rtlCol="0" anchor="ctr"/>
                  <a:lstStyle/>
                  <a:p>
                    <a:endParaRPr lang="en-US" dirty="0"/>
                  </a:p>
                </p:txBody>
              </p:sp>
              <p:sp>
                <p:nvSpPr>
                  <p:cNvPr id="70" name="Freeform 780">
                    <a:extLst>
                      <a:ext uri="{FF2B5EF4-FFF2-40B4-BE49-F238E27FC236}">
                        <a16:creationId xmlns:a16="http://schemas.microsoft.com/office/drawing/2014/main" id="{B4AE306F-ADEF-0DCD-918D-441C27082F3B}"/>
                      </a:ext>
                    </a:extLst>
                  </p:cNvPr>
                  <p:cNvSpPr/>
                  <p:nvPr/>
                </p:nvSpPr>
                <p:spPr>
                  <a:xfrm>
                    <a:off x="6634729" y="2734215"/>
                    <a:ext cx="338678" cy="339184"/>
                  </a:xfrm>
                  <a:custGeom>
                    <a:avLst/>
                    <a:gdLst>
                      <a:gd name="connsiteX0" fmla="*/ 254008 w 338677"/>
                      <a:gd name="connsiteY0" fmla="*/ 84796 h 339184"/>
                      <a:gd name="connsiteX1" fmla="*/ 254008 w 338677"/>
                      <a:gd name="connsiteY1" fmla="*/ 254388 h 339184"/>
                      <a:gd name="connsiteX2" fmla="*/ 84669 w 338677"/>
                      <a:gd name="connsiteY2" fmla="*/ 254388 h 339184"/>
                      <a:gd name="connsiteX3" fmla="*/ 84669 w 338677"/>
                      <a:gd name="connsiteY3" fmla="*/ 84796 h 339184"/>
                      <a:gd name="connsiteX4" fmla="*/ 254008 w 338677"/>
                      <a:gd name="connsiteY4" fmla="*/ 84796 h 339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677" h="339184">
                        <a:moveTo>
                          <a:pt x="254008" y="84796"/>
                        </a:moveTo>
                        <a:cubicBezTo>
                          <a:pt x="300770" y="131628"/>
                          <a:pt x="300769" y="207557"/>
                          <a:pt x="254008" y="254388"/>
                        </a:cubicBezTo>
                        <a:cubicBezTo>
                          <a:pt x="207246" y="301220"/>
                          <a:pt x="131431" y="301220"/>
                          <a:pt x="84669" y="254388"/>
                        </a:cubicBezTo>
                        <a:cubicBezTo>
                          <a:pt x="37908" y="207557"/>
                          <a:pt x="37908" y="131628"/>
                          <a:pt x="84669" y="84796"/>
                        </a:cubicBezTo>
                        <a:cubicBezTo>
                          <a:pt x="131431" y="37965"/>
                          <a:pt x="207246" y="37965"/>
                          <a:pt x="254008" y="84796"/>
                        </a:cubicBezTo>
                        <a:close/>
                      </a:path>
                    </a:pathLst>
                  </a:custGeom>
                  <a:solidFill>
                    <a:srgbClr val="FFFFFF"/>
                  </a:solidFill>
                  <a:ln w="3136" cap="flat">
                    <a:solidFill>
                      <a:srgbClr val="FFFFFF"/>
                    </a:solidFill>
                    <a:prstDash val="solid"/>
                    <a:miter/>
                  </a:ln>
                </p:spPr>
                <p:txBody>
                  <a:bodyPr rtlCol="0" anchor="ctr"/>
                  <a:lstStyle/>
                  <a:p>
                    <a:endParaRPr lang="en-US" dirty="0"/>
                  </a:p>
                </p:txBody>
              </p:sp>
              <p:sp>
                <p:nvSpPr>
                  <p:cNvPr id="71" name="Freeform 781">
                    <a:extLst>
                      <a:ext uri="{FF2B5EF4-FFF2-40B4-BE49-F238E27FC236}">
                        <a16:creationId xmlns:a16="http://schemas.microsoft.com/office/drawing/2014/main" id="{DCCE65BD-D4A8-65DF-9DD1-A5589C22F89B}"/>
                      </a:ext>
                    </a:extLst>
                  </p:cNvPr>
                  <p:cNvSpPr/>
                  <p:nvPr/>
                </p:nvSpPr>
                <p:spPr>
                  <a:xfrm>
                    <a:off x="6685696" y="2785266"/>
                    <a:ext cx="236724" cy="237078"/>
                  </a:xfrm>
                  <a:custGeom>
                    <a:avLst/>
                    <a:gdLst>
                      <a:gd name="connsiteX0" fmla="*/ 177543 w 236724"/>
                      <a:gd name="connsiteY0" fmla="*/ 59270 h 237078"/>
                      <a:gd name="connsiteX1" fmla="*/ 177544 w 236724"/>
                      <a:gd name="connsiteY1" fmla="*/ 177809 h 237078"/>
                      <a:gd name="connsiteX2" fmla="*/ 59181 w 236724"/>
                      <a:gd name="connsiteY2" fmla="*/ 177809 h 237078"/>
                      <a:gd name="connsiteX3" fmla="*/ 59181 w 236724"/>
                      <a:gd name="connsiteY3" fmla="*/ 59270 h 237078"/>
                      <a:gd name="connsiteX4" fmla="*/ 177543 w 236724"/>
                      <a:gd name="connsiteY4" fmla="*/ 59270 h 237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724" h="237078">
                        <a:moveTo>
                          <a:pt x="177543" y="59270"/>
                        </a:moveTo>
                        <a:cubicBezTo>
                          <a:pt x="210228" y="92003"/>
                          <a:pt x="210228" y="145075"/>
                          <a:pt x="177544" y="177809"/>
                        </a:cubicBezTo>
                        <a:cubicBezTo>
                          <a:pt x="144859" y="210543"/>
                          <a:pt x="91866" y="210543"/>
                          <a:pt x="59181" y="177809"/>
                        </a:cubicBezTo>
                        <a:cubicBezTo>
                          <a:pt x="26497" y="145075"/>
                          <a:pt x="26496" y="92003"/>
                          <a:pt x="59181" y="59270"/>
                        </a:cubicBezTo>
                        <a:cubicBezTo>
                          <a:pt x="91866" y="26536"/>
                          <a:pt x="144859" y="26536"/>
                          <a:pt x="177543" y="59270"/>
                        </a:cubicBezTo>
                        <a:close/>
                      </a:path>
                    </a:pathLst>
                  </a:custGeom>
                  <a:gradFill>
                    <a:gsLst>
                      <a:gs pos="99000">
                        <a:schemeClr val="accent1"/>
                      </a:gs>
                      <a:gs pos="0">
                        <a:schemeClr val="accent1">
                          <a:lumMod val="75000"/>
                        </a:schemeClr>
                      </a:gs>
                    </a:gsLst>
                    <a:lin ang="0" scaled="0"/>
                  </a:gradFill>
                  <a:ln w="9504" cap="flat">
                    <a:noFill/>
                    <a:prstDash val="solid"/>
                    <a:miter/>
                  </a:ln>
                  <a:effectLst>
                    <a:outerShdw blurRad="127000" sx="101000" sy="101000" algn="ctr" rotWithShape="0">
                      <a:prstClr val="black">
                        <a:alpha val="15000"/>
                      </a:prstClr>
                    </a:outerShdw>
                  </a:effectLst>
                </p:spPr>
                <p:txBody>
                  <a:bodyPr rtlCol="0" anchor="ctr"/>
                  <a:lstStyle/>
                  <a:p>
                    <a:endParaRPr lang="en-US" dirty="0"/>
                  </a:p>
                </p:txBody>
              </p:sp>
            </p:grpSp>
            <p:grpSp>
              <p:nvGrpSpPr>
                <p:cNvPr id="58" name="Group 57">
                  <a:extLst>
                    <a:ext uri="{FF2B5EF4-FFF2-40B4-BE49-F238E27FC236}">
                      <a16:creationId xmlns:a16="http://schemas.microsoft.com/office/drawing/2014/main" id="{D2ADEF91-CB2F-A17F-165A-3960E7E469AB}"/>
                    </a:ext>
                  </a:extLst>
                </p:cNvPr>
                <p:cNvGrpSpPr/>
                <p:nvPr/>
              </p:nvGrpSpPr>
              <p:grpSpPr>
                <a:xfrm rot="5400000" flipH="1">
                  <a:off x="7653679" y="3409027"/>
                  <a:ext cx="385931" cy="770843"/>
                  <a:chOff x="6054084" y="2345897"/>
                  <a:chExt cx="239633" cy="478633"/>
                </a:xfrm>
              </p:grpSpPr>
              <p:sp>
                <p:nvSpPr>
                  <p:cNvPr id="64" name="Freeform 774">
                    <a:extLst>
                      <a:ext uri="{FF2B5EF4-FFF2-40B4-BE49-F238E27FC236}">
                        <a16:creationId xmlns:a16="http://schemas.microsoft.com/office/drawing/2014/main" id="{B68BBB9E-1DF2-A1FD-CC46-651FD4D909B4}"/>
                      </a:ext>
                    </a:extLst>
                  </p:cNvPr>
                  <p:cNvSpPr/>
                  <p:nvPr/>
                </p:nvSpPr>
                <p:spPr>
                  <a:xfrm>
                    <a:off x="6175573" y="2435242"/>
                    <a:ext cx="9510" cy="218313"/>
                  </a:xfrm>
                  <a:custGeom>
                    <a:avLst/>
                    <a:gdLst>
                      <a:gd name="connsiteX0" fmla="*/ 0 w 9510"/>
                      <a:gd name="connsiteY0" fmla="*/ 218313 h 218313"/>
                      <a:gd name="connsiteX1" fmla="*/ 0 w 9510"/>
                      <a:gd name="connsiteY1" fmla="*/ 0 h 218313"/>
                    </a:gdLst>
                    <a:ahLst/>
                    <a:cxnLst>
                      <a:cxn ang="0">
                        <a:pos x="connsiteX0" y="connsiteY0"/>
                      </a:cxn>
                      <a:cxn ang="0">
                        <a:pos x="connsiteX1" y="connsiteY1"/>
                      </a:cxn>
                    </a:cxnLst>
                    <a:rect l="l" t="t" r="r" b="b"/>
                    <a:pathLst>
                      <a:path w="9510" h="218313">
                        <a:moveTo>
                          <a:pt x="0" y="218313"/>
                        </a:moveTo>
                        <a:lnTo>
                          <a:pt x="0" y="0"/>
                        </a:lnTo>
                      </a:path>
                    </a:pathLst>
                  </a:custGeom>
                  <a:solidFill>
                    <a:schemeClr val="accent2"/>
                  </a:solidFill>
                  <a:ln w="18627" cap="flat">
                    <a:solidFill>
                      <a:schemeClr val="accent2"/>
                    </a:solidFill>
                    <a:prstDash val="solid"/>
                    <a:miter/>
                  </a:ln>
                </p:spPr>
                <p:txBody>
                  <a:bodyPr rtlCol="0" anchor="ctr"/>
                  <a:lstStyle/>
                  <a:p>
                    <a:endParaRPr lang="en-US" dirty="0"/>
                  </a:p>
                </p:txBody>
              </p:sp>
              <p:sp>
                <p:nvSpPr>
                  <p:cNvPr id="65" name="Freeform 775">
                    <a:extLst>
                      <a:ext uri="{FF2B5EF4-FFF2-40B4-BE49-F238E27FC236}">
                        <a16:creationId xmlns:a16="http://schemas.microsoft.com/office/drawing/2014/main" id="{B6E261B4-D134-0284-3132-320D48B22400}"/>
                      </a:ext>
                    </a:extLst>
                  </p:cNvPr>
                  <p:cNvSpPr/>
                  <p:nvPr/>
                </p:nvSpPr>
                <p:spPr>
                  <a:xfrm>
                    <a:off x="6128019" y="2345897"/>
                    <a:ext cx="95107" cy="95250"/>
                  </a:xfrm>
                  <a:custGeom>
                    <a:avLst/>
                    <a:gdLst>
                      <a:gd name="connsiteX0" fmla="*/ 95108 w 95107"/>
                      <a:gd name="connsiteY0" fmla="*/ 47625 h 95250"/>
                      <a:gd name="connsiteX1" fmla="*/ 47554 w 95107"/>
                      <a:gd name="connsiteY1" fmla="*/ 95250 h 95250"/>
                      <a:gd name="connsiteX2" fmla="*/ 0 w 95107"/>
                      <a:gd name="connsiteY2" fmla="*/ 47625 h 95250"/>
                      <a:gd name="connsiteX3" fmla="*/ 47554 w 95107"/>
                      <a:gd name="connsiteY3" fmla="*/ 0 h 95250"/>
                      <a:gd name="connsiteX4" fmla="*/ 95108 w 95107"/>
                      <a:gd name="connsiteY4" fmla="*/ 47625 h 95250"/>
                      <a:gd name="connsiteX5" fmla="*/ 11128 w 95107"/>
                      <a:gd name="connsiteY5" fmla="*/ 47625 h 95250"/>
                      <a:gd name="connsiteX6" fmla="*/ 47554 w 95107"/>
                      <a:gd name="connsiteY6" fmla="*/ 84106 h 95250"/>
                      <a:gd name="connsiteX7" fmla="*/ 83980 w 95107"/>
                      <a:gd name="connsiteY7" fmla="*/ 47625 h 95250"/>
                      <a:gd name="connsiteX8" fmla="*/ 47554 w 95107"/>
                      <a:gd name="connsiteY8" fmla="*/ 11144 h 95250"/>
                      <a:gd name="connsiteX9" fmla="*/ 11128 w 95107"/>
                      <a:gd name="connsiteY9" fmla="*/ 4762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107" h="95250">
                        <a:moveTo>
                          <a:pt x="95108" y="47625"/>
                        </a:moveTo>
                        <a:cubicBezTo>
                          <a:pt x="95108" y="73928"/>
                          <a:pt x="73817" y="95250"/>
                          <a:pt x="47554" y="95250"/>
                        </a:cubicBezTo>
                        <a:cubicBezTo>
                          <a:pt x="21291" y="95250"/>
                          <a:pt x="0" y="73928"/>
                          <a:pt x="0" y="47625"/>
                        </a:cubicBezTo>
                        <a:cubicBezTo>
                          <a:pt x="0" y="21322"/>
                          <a:pt x="21291" y="0"/>
                          <a:pt x="47554" y="0"/>
                        </a:cubicBezTo>
                        <a:cubicBezTo>
                          <a:pt x="73817" y="0"/>
                          <a:pt x="95108" y="21322"/>
                          <a:pt x="95108" y="47625"/>
                        </a:cubicBezTo>
                        <a:close/>
                        <a:moveTo>
                          <a:pt x="11128" y="47625"/>
                        </a:moveTo>
                        <a:cubicBezTo>
                          <a:pt x="11128" y="67773"/>
                          <a:pt x="27436" y="84106"/>
                          <a:pt x="47554" y="84106"/>
                        </a:cubicBezTo>
                        <a:cubicBezTo>
                          <a:pt x="67671" y="84106"/>
                          <a:pt x="83980" y="67773"/>
                          <a:pt x="83980" y="47625"/>
                        </a:cubicBezTo>
                        <a:cubicBezTo>
                          <a:pt x="83980" y="27477"/>
                          <a:pt x="67671" y="11144"/>
                          <a:pt x="47554" y="11144"/>
                        </a:cubicBezTo>
                        <a:cubicBezTo>
                          <a:pt x="27458" y="11197"/>
                          <a:pt x="11180" y="27499"/>
                          <a:pt x="11128" y="47625"/>
                        </a:cubicBezTo>
                        <a:close/>
                      </a:path>
                    </a:pathLst>
                  </a:custGeom>
                  <a:solidFill>
                    <a:schemeClr val="accent2"/>
                  </a:solidFill>
                  <a:ln w="4657" cap="flat">
                    <a:noFill/>
                    <a:prstDash val="solid"/>
                    <a:miter/>
                  </a:ln>
                </p:spPr>
                <p:txBody>
                  <a:bodyPr rtlCol="0" anchor="ctr"/>
                  <a:lstStyle/>
                  <a:p>
                    <a:endParaRPr lang="en-US" dirty="0"/>
                  </a:p>
                </p:txBody>
              </p:sp>
              <p:sp>
                <p:nvSpPr>
                  <p:cNvPr id="66" name="Freeform 776">
                    <a:extLst>
                      <a:ext uri="{FF2B5EF4-FFF2-40B4-BE49-F238E27FC236}">
                        <a16:creationId xmlns:a16="http://schemas.microsoft.com/office/drawing/2014/main" id="{3FA5E9D2-B9BF-962E-44D3-C6FA9489D176}"/>
                      </a:ext>
                    </a:extLst>
                  </p:cNvPr>
                  <p:cNvSpPr/>
                  <p:nvPr/>
                </p:nvSpPr>
                <p:spPr>
                  <a:xfrm>
                    <a:off x="6054084" y="2584499"/>
                    <a:ext cx="239633" cy="240031"/>
                  </a:xfrm>
                  <a:custGeom>
                    <a:avLst/>
                    <a:gdLst>
                      <a:gd name="connsiteX0" fmla="*/ 208036 w 239633"/>
                      <a:gd name="connsiteY0" fmla="*/ 201262 h 240031"/>
                      <a:gd name="connsiteX1" fmla="*/ 38711 w 239633"/>
                      <a:gd name="connsiteY1" fmla="*/ 208348 h 240031"/>
                      <a:gd name="connsiteX2" fmla="*/ 31636 w 239633"/>
                      <a:gd name="connsiteY2" fmla="*/ 38769 h 240031"/>
                      <a:gd name="connsiteX3" fmla="*/ 200962 w 239633"/>
                      <a:gd name="connsiteY3" fmla="*/ 31684 h 240031"/>
                      <a:gd name="connsiteX4" fmla="*/ 200998 w 239633"/>
                      <a:gd name="connsiteY4" fmla="*/ 31717 h 240031"/>
                      <a:gd name="connsiteX5" fmla="*/ 208036 w 239633"/>
                      <a:gd name="connsiteY5" fmla="*/ 201262 h 2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9633" h="240031">
                        <a:moveTo>
                          <a:pt x="208036" y="201262"/>
                        </a:moveTo>
                        <a:cubicBezTo>
                          <a:pt x="163232" y="250047"/>
                          <a:pt x="87423" y="253219"/>
                          <a:pt x="38711" y="208348"/>
                        </a:cubicBezTo>
                        <a:cubicBezTo>
                          <a:pt x="-10001" y="163476"/>
                          <a:pt x="-13168" y="87553"/>
                          <a:pt x="31636" y="38769"/>
                        </a:cubicBezTo>
                        <a:cubicBezTo>
                          <a:pt x="76441" y="-10016"/>
                          <a:pt x="152250" y="-13188"/>
                          <a:pt x="200962" y="31684"/>
                        </a:cubicBezTo>
                        <a:cubicBezTo>
                          <a:pt x="200974" y="31695"/>
                          <a:pt x="200986" y="31706"/>
                          <a:pt x="200998" y="31717"/>
                        </a:cubicBezTo>
                        <a:cubicBezTo>
                          <a:pt x="249625" y="76620"/>
                          <a:pt x="252774" y="152473"/>
                          <a:pt x="208036" y="201262"/>
                        </a:cubicBezTo>
                        <a:close/>
                      </a:path>
                    </a:pathLst>
                  </a:custGeom>
                  <a:solidFill>
                    <a:srgbClr val="FFFFFF"/>
                  </a:solidFill>
                  <a:ln w="3136" cap="flat">
                    <a:solidFill>
                      <a:srgbClr val="FFFFFF"/>
                    </a:solidFill>
                    <a:prstDash val="solid"/>
                    <a:miter/>
                  </a:ln>
                </p:spPr>
                <p:txBody>
                  <a:bodyPr rtlCol="0" anchor="ctr"/>
                  <a:lstStyle/>
                  <a:p>
                    <a:endParaRPr lang="en-US" dirty="0"/>
                  </a:p>
                </p:txBody>
              </p:sp>
              <p:sp>
                <p:nvSpPr>
                  <p:cNvPr id="67" name="Freeform 777">
                    <a:extLst>
                      <a:ext uri="{FF2B5EF4-FFF2-40B4-BE49-F238E27FC236}">
                        <a16:creationId xmlns:a16="http://schemas.microsoft.com/office/drawing/2014/main" id="{61F51202-9462-AF5A-4F0B-2B9AEC606C00}"/>
                      </a:ext>
                    </a:extLst>
                  </p:cNvPr>
                  <p:cNvSpPr/>
                  <p:nvPr/>
                </p:nvSpPr>
                <p:spPr>
                  <a:xfrm>
                    <a:off x="6090320" y="2620691"/>
                    <a:ext cx="167351" cy="167640"/>
                  </a:xfrm>
                  <a:custGeom>
                    <a:avLst/>
                    <a:gdLst>
                      <a:gd name="connsiteX0" fmla="*/ 145270 w 167351"/>
                      <a:gd name="connsiteY0" fmla="*/ 140592 h 167640"/>
                      <a:gd name="connsiteX1" fmla="*/ 27009 w 167351"/>
                      <a:gd name="connsiteY1" fmla="*/ 145487 h 167640"/>
                      <a:gd name="connsiteX2" fmla="*/ 22120 w 167351"/>
                      <a:gd name="connsiteY2" fmla="*/ 27049 h 167640"/>
                      <a:gd name="connsiteX3" fmla="*/ 140324 w 167351"/>
                      <a:gd name="connsiteY3" fmla="*/ 22101 h 167640"/>
                      <a:gd name="connsiteX4" fmla="*/ 145270 w 167351"/>
                      <a:gd name="connsiteY4" fmla="*/ 140592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51" h="167640">
                        <a:moveTo>
                          <a:pt x="145270" y="140592"/>
                        </a:moveTo>
                        <a:cubicBezTo>
                          <a:pt x="113963" y="174649"/>
                          <a:pt x="61016" y="176841"/>
                          <a:pt x="27009" y="145487"/>
                        </a:cubicBezTo>
                        <a:cubicBezTo>
                          <a:pt x="-6998" y="114134"/>
                          <a:pt x="-9187" y="61107"/>
                          <a:pt x="22120" y="27049"/>
                        </a:cubicBezTo>
                        <a:cubicBezTo>
                          <a:pt x="53407" y="-6986"/>
                          <a:pt x="106311" y="-9201"/>
                          <a:pt x="140324" y="22101"/>
                        </a:cubicBezTo>
                        <a:cubicBezTo>
                          <a:pt x="174331" y="53468"/>
                          <a:pt x="176544" y="106492"/>
                          <a:pt x="145270" y="140592"/>
                        </a:cubicBezTo>
                        <a:close/>
                      </a:path>
                    </a:pathLst>
                  </a:custGeom>
                  <a:gradFill>
                    <a:gsLst>
                      <a:gs pos="99000">
                        <a:schemeClr val="accent2"/>
                      </a:gs>
                      <a:gs pos="0">
                        <a:schemeClr val="accent2">
                          <a:lumMod val="75000"/>
                        </a:schemeClr>
                      </a:gs>
                    </a:gsLst>
                    <a:lin ang="9600000" scaled="0"/>
                  </a:gradFill>
                  <a:ln w="9504" cap="flat">
                    <a:noFill/>
                    <a:prstDash val="solid"/>
                    <a:miter/>
                  </a:ln>
                  <a:effectLst>
                    <a:outerShdw blurRad="127000" sx="101000" sy="101000" algn="ctr" rotWithShape="0">
                      <a:prstClr val="black">
                        <a:alpha val="15000"/>
                      </a:prstClr>
                    </a:outerShdw>
                  </a:effectLst>
                </p:spPr>
                <p:txBody>
                  <a:bodyPr rtlCol="0" anchor="ctr"/>
                  <a:lstStyle/>
                  <a:p>
                    <a:endParaRPr lang="en-US" dirty="0"/>
                  </a:p>
                </p:txBody>
              </p:sp>
            </p:grpSp>
            <p:grpSp>
              <p:nvGrpSpPr>
                <p:cNvPr id="59" name="Group 58">
                  <a:extLst>
                    <a:ext uri="{FF2B5EF4-FFF2-40B4-BE49-F238E27FC236}">
                      <a16:creationId xmlns:a16="http://schemas.microsoft.com/office/drawing/2014/main" id="{EE0C6E7A-3E2D-F4FB-7625-597687912D7D}"/>
                    </a:ext>
                  </a:extLst>
                </p:cNvPr>
                <p:cNvGrpSpPr/>
                <p:nvPr/>
              </p:nvGrpSpPr>
              <p:grpSpPr>
                <a:xfrm rot="5400000" flipH="1">
                  <a:off x="7052589" y="4563654"/>
                  <a:ext cx="699711" cy="684037"/>
                  <a:chOff x="5266683" y="2648660"/>
                  <a:chExt cx="434465" cy="424733"/>
                </a:xfrm>
              </p:grpSpPr>
              <p:sp>
                <p:nvSpPr>
                  <p:cNvPr id="60" name="Freeform 770">
                    <a:extLst>
                      <a:ext uri="{FF2B5EF4-FFF2-40B4-BE49-F238E27FC236}">
                        <a16:creationId xmlns:a16="http://schemas.microsoft.com/office/drawing/2014/main" id="{A3383751-98FD-F2DF-5D79-4D147F2F2600}"/>
                      </a:ext>
                    </a:extLst>
                  </p:cNvPr>
                  <p:cNvSpPr/>
                  <p:nvPr/>
                </p:nvSpPr>
                <p:spPr>
                  <a:xfrm>
                    <a:off x="5351941" y="2725754"/>
                    <a:ext cx="155025" cy="153447"/>
                  </a:xfrm>
                  <a:custGeom>
                    <a:avLst/>
                    <a:gdLst>
                      <a:gd name="connsiteX0" fmla="*/ 155025 w 155025"/>
                      <a:gd name="connsiteY0" fmla="*/ 153448 h 153447"/>
                      <a:gd name="connsiteX1" fmla="*/ 0 w 155025"/>
                      <a:gd name="connsiteY1" fmla="*/ 0 h 153447"/>
                    </a:gdLst>
                    <a:ahLst/>
                    <a:cxnLst>
                      <a:cxn ang="0">
                        <a:pos x="connsiteX0" y="connsiteY0"/>
                      </a:cxn>
                      <a:cxn ang="0">
                        <a:pos x="connsiteX1" y="connsiteY1"/>
                      </a:cxn>
                    </a:cxnLst>
                    <a:rect l="l" t="t" r="r" b="b"/>
                    <a:pathLst>
                      <a:path w="155025" h="153447">
                        <a:moveTo>
                          <a:pt x="155025" y="153448"/>
                        </a:moveTo>
                        <a:lnTo>
                          <a:pt x="0" y="0"/>
                        </a:lnTo>
                      </a:path>
                    </a:pathLst>
                  </a:custGeom>
                  <a:ln w="18627" cap="flat">
                    <a:solidFill>
                      <a:schemeClr val="accent3"/>
                    </a:solidFill>
                    <a:prstDash val="solid"/>
                    <a:miter/>
                  </a:ln>
                </p:spPr>
                <p:txBody>
                  <a:bodyPr rtlCol="0" anchor="ctr"/>
                  <a:lstStyle/>
                  <a:p>
                    <a:endParaRPr lang="en-US" dirty="0"/>
                  </a:p>
                </p:txBody>
              </p:sp>
              <p:sp>
                <p:nvSpPr>
                  <p:cNvPr id="61" name="Freeform 771">
                    <a:extLst>
                      <a:ext uri="{FF2B5EF4-FFF2-40B4-BE49-F238E27FC236}">
                        <a16:creationId xmlns:a16="http://schemas.microsoft.com/office/drawing/2014/main" id="{774DD824-3166-E3E4-0B1C-C17075C6B652}"/>
                      </a:ext>
                    </a:extLst>
                  </p:cNvPr>
                  <p:cNvSpPr/>
                  <p:nvPr/>
                </p:nvSpPr>
                <p:spPr>
                  <a:xfrm>
                    <a:off x="5266683" y="2648660"/>
                    <a:ext cx="95107" cy="95249"/>
                  </a:xfrm>
                  <a:custGeom>
                    <a:avLst/>
                    <a:gdLst>
                      <a:gd name="connsiteX0" fmla="*/ 81174 w 95107"/>
                      <a:gd name="connsiteY0" fmla="*/ 13944 h 95249"/>
                      <a:gd name="connsiteX1" fmla="*/ 81184 w 95107"/>
                      <a:gd name="connsiteY1" fmla="*/ 81296 h 95249"/>
                      <a:gd name="connsiteX2" fmla="*/ 13933 w 95107"/>
                      <a:gd name="connsiteY2" fmla="*/ 81306 h 95249"/>
                      <a:gd name="connsiteX3" fmla="*/ 13923 w 95107"/>
                      <a:gd name="connsiteY3" fmla="*/ 13954 h 95249"/>
                      <a:gd name="connsiteX4" fmla="*/ 13933 w 95107"/>
                      <a:gd name="connsiteY4" fmla="*/ 13944 h 95249"/>
                      <a:gd name="connsiteX5" fmla="*/ 81174 w 95107"/>
                      <a:gd name="connsiteY5" fmla="*/ 13944 h 95249"/>
                      <a:gd name="connsiteX6" fmla="*/ 22113 w 95107"/>
                      <a:gd name="connsiteY6" fmla="*/ 73761 h 95249"/>
                      <a:gd name="connsiteX7" fmla="*/ 73627 w 95107"/>
                      <a:gd name="connsiteY7" fmla="*/ 73822 h 95249"/>
                      <a:gd name="connsiteX8" fmla="*/ 73688 w 95107"/>
                      <a:gd name="connsiteY8" fmla="*/ 22231 h 95249"/>
                      <a:gd name="connsiteX9" fmla="*/ 22174 w 95107"/>
                      <a:gd name="connsiteY9" fmla="*/ 22169 h 95249"/>
                      <a:gd name="connsiteX10" fmla="*/ 22113 w 95107"/>
                      <a:gd name="connsiteY10" fmla="*/ 22231 h 95249"/>
                      <a:gd name="connsiteX11" fmla="*/ 22113 w 95107"/>
                      <a:gd name="connsiteY11" fmla="*/ 73761 h 95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5107" h="95249">
                        <a:moveTo>
                          <a:pt x="81174" y="13944"/>
                        </a:moveTo>
                        <a:cubicBezTo>
                          <a:pt x="99748" y="32540"/>
                          <a:pt x="99753" y="62694"/>
                          <a:pt x="81184" y="81296"/>
                        </a:cubicBezTo>
                        <a:cubicBezTo>
                          <a:pt x="62616" y="99897"/>
                          <a:pt x="32507" y="99902"/>
                          <a:pt x="13933" y="81306"/>
                        </a:cubicBezTo>
                        <a:cubicBezTo>
                          <a:pt x="-4640" y="62710"/>
                          <a:pt x="-4645" y="32556"/>
                          <a:pt x="13923" y="13954"/>
                        </a:cubicBezTo>
                        <a:cubicBezTo>
                          <a:pt x="13926" y="13951"/>
                          <a:pt x="13930" y="13947"/>
                          <a:pt x="13933" y="13944"/>
                        </a:cubicBezTo>
                        <a:cubicBezTo>
                          <a:pt x="32503" y="-4648"/>
                          <a:pt x="62605" y="-4648"/>
                          <a:pt x="81174" y="13944"/>
                        </a:cubicBezTo>
                        <a:close/>
                        <a:moveTo>
                          <a:pt x="22113" y="73761"/>
                        </a:moveTo>
                        <a:cubicBezTo>
                          <a:pt x="36321" y="88024"/>
                          <a:pt x="59385" y="88052"/>
                          <a:pt x="73627" y="73822"/>
                        </a:cubicBezTo>
                        <a:cubicBezTo>
                          <a:pt x="87869" y="59593"/>
                          <a:pt x="87897" y="36494"/>
                          <a:pt x="73688" y="22231"/>
                        </a:cubicBezTo>
                        <a:cubicBezTo>
                          <a:pt x="59480" y="7967"/>
                          <a:pt x="36416" y="7940"/>
                          <a:pt x="22174" y="22169"/>
                        </a:cubicBezTo>
                        <a:cubicBezTo>
                          <a:pt x="22153" y="22190"/>
                          <a:pt x="22133" y="22210"/>
                          <a:pt x="22113" y="22231"/>
                        </a:cubicBezTo>
                        <a:cubicBezTo>
                          <a:pt x="7980" y="36492"/>
                          <a:pt x="7980" y="59500"/>
                          <a:pt x="22113" y="73761"/>
                        </a:cubicBezTo>
                        <a:close/>
                      </a:path>
                    </a:pathLst>
                  </a:custGeom>
                  <a:solidFill>
                    <a:schemeClr val="accent3"/>
                  </a:solidFill>
                  <a:ln w="4657" cap="flat">
                    <a:noFill/>
                    <a:prstDash val="solid"/>
                    <a:miter/>
                  </a:ln>
                </p:spPr>
                <p:txBody>
                  <a:bodyPr rtlCol="0" anchor="ctr"/>
                  <a:lstStyle/>
                  <a:p>
                    <a:endParaRPr lang="en-US" dirty="0"/>
                  </a:p>
                </p:txBody>
              </p:sp>
              <p:sp>
                <p:nvSpPr>
                  <p:cNvPr id="62" name="Freeform 772">
                    <a:extLst>
                      <a:ext uri="{FF2B5EF4-FFF2-40B4-BE49-F238E27FC236}">
                        <a16:creationId xmlns:a16="http://schemas.microsoft.com/office/drawing/2014/main" id="{AA655B3C-5006-5F1C-CBDD-EB9891C0CD91}"/>
                      </a:ext>
                    </a:extLst>
                  </p:cNvPr>
                  <p:cNvSpPr/>
                  <p:nvPr/>
                </p:nvSpPr>
                <p:spPr>
                  <a:xfrm>
                    <a:off x="5362471" y="2734209"/>
                    <a:ext cx="338677" cy="339184"/>
                  </a:xfrm>
                  <a:custGeom>
                    <a:avLst/>
                    <a:gdLst>
                      <a:gd name="connsiteX0" fmla="*/ 254008 w 338677"/>
                      <a:gd name="connsiteY0" fmla="*/ 84796 h 339184"/>
                      <a:gd name="connsiteX1" fmla="*/ 254008 w 338677"/>
                      <a:gd name="connsiteY1" fmla="*/ 254388 h 339184"/>
                      <a:gd name="connsiteX2" fmla="*/ 84669 w 338677"/>
                      <a:gd name="connsiteY2" fmla="*/ 254388 h 339184"/>
                      <a:gd name="connsiteX3" fmla="*/ 84669 w 338677"/>
                      <a:gd name="connsiteY3" fmla="*/ 84796 h 339184"/>
                      <a:gd name="connsiteX4" fmla="*/ 254008 w 338677"/>
                      <a:gd name="connsiteY4" fmla="*/ 84796 h 339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677" h="339184">
                        <a:moveTo>
                          <a:pt x="254008" y="84796"/>
                        </a:moveTo>
                        <a:cubicBezTo>
                          <a:pt x="300770" y="131628"/>
                          <a:pt x="300770" y="207557"/>
                          <a:pt x="254008" y="254388"/>
                        </a:cubicBezTo>
                        <a:cubicBezTo>
                          <a:pt x="207246" y="301220"/>
                          <a:pt x="131431" y="301220"/>
                          <a:pt x="84669" y="254388"/>
                        </a:cubicBezTo>
                        <a:cubicBezTo>
                          <a:pt x="37908" y="207557"/>
                          <a:pt x="37908" y="131628"/>
                          <a:pt x="84669" y="84796"/>
                        </a:cubicBezTo>
                        <a:cubicBezTo>
                          <a:pt x="131431" y="37965"/>
                          <a:pt x="207246" y="37965"/>
                          <a:pt x="254008" y="84796"/>
                        </a:cubicBezTo>
                        <a:close/>
                      </a:path>
                    </a:pathLst>
                  </a:custGeom>
                  <a:solidFill>
                    <a:srgbClr val="FFFFFF"/>
                  </a:solidFill>
                  <a:ln w="3136" cap="flat">
                    <a:solidFill>
                      <a:srgbClr val="FFFFFF"/>
                    </a:solidFill>
                    <a:prstDash val="solid"/>
                    <a:miter/>
                  </a:ln>
                </p:spPr>
                <p:txBody>
                  <a:bodyPr rtlCol="0" anchor="ctr"/>
                  <a:lstStyle/>
                  <a:p>
                    <a:endParaRPr lang="en-US" dirty="0"/>
                  </a:p>
                </p:txBody>
              </p:sp>
              <p:sp>
                <p:nvSpPr>
                  <p:cNvPr id="63" name="Freeform 773">
                    <a:extLst>
                      <a:ext uri="{FF2B5EF4-FFF2-40B4-BE49-F238E27FC236}">
                        <a16:creationId xmlns:a16="http://schemas.microsoft.com/office/drawing/2014/main" id="{3B385C3E-3D12-5767-CA47-891103BA1938}"/>
                      </a:ext>
                    </a:extLst>
                  </p:cNvPr>
                  <p:cNvSpPr/>
                  <p:nvPr/>
                </p:nvSpPr>
                <p:spPr>
                  <a:xfrm>
                    <a:off x="5413448" y="2785262"/>
                    <a:ext cx="236724" cy="237078"/>
                  </a:xfrm>
                  <a:custGeom>
                    <a:avLst/>
                    <a:gdLst>
                      <a:gd name="connsiteX0" fmla="*/ 177543 w 236724"/>
                      <a:gd name="connsiteY0" fmla="*/ 59270 h 237078"/>
                      <a:gd name="connsiteX1" fmla="*/ 177543 w 236724"/>
                      <a:gd name="connsiteY1" fmla="*/ 177809 h 237078"/>
                      <a:gd name="connsiteX2" fmla="*/ 59181 w 236724"/>
                      <a:gd name="connsiteY2" fmla="*/ 177809 h 237078"/>
                      <a:gd name="connsiteX3" fmla="*/ 59181 w 236724"/>
                      <a:gd name="connsiteY3" fmla="*/ 59270 h 237078"/>
                      <a:gd name="connsiteX4" fmla="*/ 177543 w 236724"/>
                      <a:gd name="connsiteY4" fmla="*/ 59270 h 237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724" h="237078">
                        <a:moveTo>
                          <a:pt x="177543" y="59270"/>
                        </a:moveTo>
                        <a:cubicBezTo>
                          <a:pt x="210228" y="92004"/>
                          <a:pt x="210228" y="145075"/>
                          <a:pt x="177543" y="177809"/>
                        </a:cubicBezTo>
                        <a:cubicBezTo>
                          <a:pt x="144858" y="210543"/>
                          <a:pt x="91866" y="210543"/>
                          <a:pt x="59181" y="177809"/>
                        </a:cubicBezTo>
                        <a:cubicBezTo>
                          <a:pt x="26496" y="145075"/>
                          <a:pt x="26496" y="92004"/>
                          <a:pt x="59181" y="59270"/>
                        </a:cubicBezTo>
                        <a:cubicBezTo>
                          <a:pt x="91866" y="26536"/>
                          <a:pt x="144858" y="26536"/>
                          <a:pt x="177543" y="59270"/>
                        </a:cubicBezTo>
                        <a:close/>
                      </a:path>
                    </a:pathLst>
                  </a:custGeom>
                  <a:gradFill>
                    <a:gsLst>
                      <a:gs pos="99000">
                        <a:schemeClr val="accent3"/>
                      </a:gs>
                      <a:gs pos="0">
                        <a:schemeClr val="accent3">
                          <a:lumMod val="75000"/>
                        </a:schemeClr>
                      </a:gs>
                    </a:gsLst>
                    <a:lin ang="6000000" scaled="0"/>
                  </a:gradFill>
                  <a:ln w="9504" cap="flat">
                    <a:noFill/>
                    <a:prstDash val="solid"/>
                    <a:miter/>
                  </a:ln>
                  <a:effectLst>
                    <a:outerShdw blurRad="127000" sx="101000" sy="101000" algn="ctr" rotWithShape="0">
                      <a:prstClr val="black">
                        <a:alpha val="15000"/>
                      </a:prstClr>
                    </a:outerShdw>
                  </a:effectLst>
                </p:spPr>
                <p:txBody>
                  <a:bodyPr rtlCol="0" anchor="ctr"/>
                  <a:lstStyle/>
                  <a:p>
                    <a:endParaRPr lang="en-US" dirty="0"/>
                  </a:p>
                </p:txBody>
              </p:sp>
            </p:grpSp>
          </p:grpSp>
          <p:grpSp>
            <p:nvGrpSpPr>
              <p:cNvPr id="14" name="Group 13">
                <a:extLst>
                  <a:ext uri="{FF2B5EF4-FFF2-40B4-BE49-F238E27FC236}">
                    <a16:creationId xmlns:a16="http://schemas.microsoft.com/office/drawing/2014/main" id="{292EE213-82CA-37B9-82F3-32B580D6CC76}"/>
                  </a:ext>
                </a:extLst>
              </p:cNvPr>
              <p:cNvGrpSpPr/>
              <p:nvPr/>
            </p:nvGrpSpPr>
            <p:grpSpPr>
              <a:xfrm rot="16200000" flipH="1">
                <a:off x="3399692" y="4583638"/>
                <a:ext cx="881610" cy="1307152"/>
                <a:chOff x="5726265" y="927160"/>
                <a:chExt cx="881610" cy="1307152"/>
              </a:xfrm>
            </p:grpSpPr>
            <p:sp>
              <p:nvSpPr>
                <p:cNvPr id="48" name="Freeform 921">
                  <a:extLst>
                    <a:ext uri="{FF2B5EF4-FFF2-40B4-BE49-F238E27FC236}">
                      <a16:creationId xmlns:a16="http://schemas.microsoft.com/office/drawing/2014/main" id="{751BCB6C-381A-3DD7-FC59-1514CD583B44}"/>
                    </a:ext>
                  </a:extLst>
                </p:cNvPr>
                <p:cNvSpPr/>
                <p:nvPr/>
              </p:nvSpPr>
              <p:spPr>
                <a:xfrm>
                  <a:off x="5730077" y="931333"/>
                  <a:ext cx="873575" cy="1302979"/>
                </a:xfrm>
                <a:custGeom>
                  <a:avLst/>
                  <a:gdLst>
                    <a:gd name="connsiteX0" fmla="*/ 873576 w 873575"/>
                    <a:gd name="connsiteY0" fmla="*/ 437395 h 1302979"/>
                    <a:gd name="connsiteX1" fmla="*/ 714746 w 873575"/>
                    <a:gd name="connsiteY1" fmla="*/ 774676 h 1302979"/>
                    <a:gd name="connsiteX2" fmla="*/ 706567 w 873575"/>
                    <a:gd name="connsiteY2" fmla="*/ 781343 h 1302979"/>
                    <a:gd name="connsiteX3" fmla="*/ 546976 w 873575"/>
                    <a:gd name="connsiteY3" fmla="*/ 1112146 h 1302979"/>
                    <a:gd name="connsiteX4" fmla="*/ 549829 w 873575"/>
                    <a:gd name="connsiteY4" fmla="*/ 1169296 h 1302979"/>
                    <a:gd name="connsiteX5" fmla="*/ 550971 w 873575"/>
                    <a:gd name="connsiteY5" fmla="*/ 1178821 h 1302979"/>
                    <a:gd name="connsiteX6" fmla="*/ 551541 w 873575"/>
                    <a:gd name="connsiteY6" fmla="*/ 1188346 h 1302979"/>
                    <a:gd name="connsiteX7" fmla="*/ 437079 w 873575"/>
                    <a:gd name="connsiteY7" fmla="*/ 1302980 h 1302979"/>
                    <a:gd name="connsiteX8" fmla="*/ 322617 w 873575"/>
                    <a:gd name="connsiteY8" fmla="*/ 1188346 h 1302979"/>
                    <a:gd name="connsiteX9" fmla="*/ 322617 w 873575"/>
                    <a:gd name="connsiteY9" fmla="*/ 1178821 h 1302979"/>
                    <a:gd name="connsiteX10" fmla="*/ 323758 w 873575"/>
                    <a:gd name="connsiteY10" fmla="*/ 1169868 h 1302979"/>
                    <a:gd name="connsiteX11" fmla="*/ 326612 w 873575"/>
                    <a:gd name="connsiteY11" fmla="*/ 1128815 h 1302979"/>
                    <a:gd name="connsiteX12" fmla="*/ 167116 w 873575"/>
                    <a:gd name="connsiteY12" fmla="*/ 781153 h 1302979"/>
                    <a:gd name="connsiteX13" fmla="*/ 158556 w 873575"/>
                    <a:gd name="connsiteY13" fmla="*/ 774295 h 1302979"/>
                    <a:gd name="connsiteX14" fmla="*/ 99975 w 873575"/>
                    <a:gd name="connsiteY14" fmla="*/ 158794 h 1302979"/>
                    <a:gd name="connsiteX15" fmla="*/ 714556 w 873575"/>
                    <a:gd name="connsiteY15" fmla="*/ 100124 h 1302979"/>
                    <a:gd name="connsiteX16" fmla="*/ 873100 w 873575"/>
                    <a:gd name="connsiteY16" fmla="*/ 437205 h 1302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3575" h="1302979">
                      <a:moveTo>
                        <a:pt x="873576" y="437395"/>
                      </a:moveTo>
                      <a:cubicBezTo>
                        <a:pt x="873738" y="567970"/>
                        <a:pt x="815452" y="691743"/>
                        <a:pt x="714746" y="774676"/>
                      </a:cubicBezTo>
                      <a:cubicBezTo>
                        <a:pt x="711988" y="776866"/>
                        <a:pt x="709230" y="779057"/>
                        <a:pt x="706567" y="781343"/>
                      </a:cubicBezTo>
                      <a:cubicBezTo>
                        <a:pt x="607361" y="862723"/>
                        <a:pt x="548982" y="983733"/>
                        <a:pt x="546976" y="1112146"/>
                      </a:cubicBezTo>
                      <a:cubicBezTo>
                        <a:pt x="546744" y="1131237"/>
                        <a:pt x="547696" y="1150324"/>
                        <a:pt x="549829" y="1169296"/>
                      </a:cubicBezTo>
                      <a:cubicBezTo>
                        <a:pt x="549829" y="1172535"/>
                        <a:pt x="550495" y="1175678"/>
                        <a:pt x="550971" y="1178821"/>
                      </a:cubicBezTo>
                      <a:cubicBezTo>
                        <a:pt x="551388" y="1181979"/>
                        <a:pt x="551578" y="1185162"/>
                        <a:pt x="551541" y="1188346"/>
                      </a:cubicBezTo>
                      <a:cubicBezTo>
                        <a:pt x="551541" y="1251657"/>
                        <a:pt x="500295" y="1302980"/>
                        <a:pt x="437079" y="1302980"/>
                      </a:cubicBezTo>
                      <a:cubicBezTo>
                        <a:pt x="373864" y="1302980"/>
                        <a:pt x="322617" y="1251657"/>
                        <a:pt x="322617" y="1188346"/>
                      </a:cubicBezTo>
                      <a:cubicBezTo>
                        <a:pt x="322445" y="1185174"/>
                        <a:pt x="322445" y="1181994"/>
                        <a:pt x="322617" y="1178821"/>
                      </a:cubicBezTo>
                      <a:cubicBezTo>
                        <a:pt x="323093" y="1175869"/>
                        <a:pt x="323378" y="1172916"/>
                        <a:pt x="323758" y="1169868"/>
                      </a:cubicBezTo>
                      <a:cubicBezTo>
                        <a:pt x="325375" y="1156438"/>
                        <a:pt x="326326" y="1142722"/>
                        <a:pt x="326612" y="1128815"/>
                      </a:cubicBezTo>
                      <a:cubicBezTo>
                        <a:pt x="329760" y="994509"/>
                        <a:pt x="270918" y="866247"/>
                        <a:pt x="167116" y="781153"/>
                      </a:cubicBezTo>
                      <a:lnTo>
                        <a:pt x="158556" y="774295"/>
                      </a:lnTo>
                      <a:cubicBezTo>
                        <a:pt x="-27332" y="620530"/>
                        <a:pt x="-53560" y="344961"/>
                        <a:pt x="99975" y="158794"/>
                      </a:cubicBezTo>
                      <a:cubicBezTo>
                        <a:pt x="253510" y="-27373"/>
                        <a:pt x="528667" y="-53640"/>
                        <a:pt x="714556" y="100124"/>
                      </a:cubicBezTo>
                      <a:cubicBezTo>
                        <a:pt x="814960" y="183178"/>
                        <a:pt x="873099" y="306786"/>
                        <a:pt x="873100" y="437205"/>
                      </a:cubicBezTo>
                      <a:close/>
                    </a:path>
                  </a:pathLst>
                </a:custGeom>
                <a:solidFill>
                  <a:schemeClr val="tx2">
                    <a:lumMod val="20000"/>
                    <a:lumOff val="80000"/>
                  </a:schemeClr>
                </a:solidFill>
                <a:ln w="4847" cap="flat">
                  <a:noFill/>
                  <a:prstDash val="solid"/>
                  <a:miter/>
                </a:ln>
                <a:effectLst>
                  <a:outerShdw blurRad="114300" dist="38100" dir="5400000" algn="ctr" rotWithShape="0">
                    <a:prstClr val="black">
                      <a:alpha val="10000"/>
                    </a:prstClr>
                  </a:outerShdw>
                </a:effectLst>
              </p:spPr>
              <p:txBody>
                <a:bodyPr rtlCol="0" anchor="ctr"/>
                <a:lstStyle/>
                <a:p>
                  <a:endParaRPr lang="en-US" dirty="0"/>
                </a:p>
              </p:txBody>
            </p:sp>
            <p:sp>
              <p:nvSpPr>
                <p:cNvPr id="49" name="Freeform 922">
                  <a:extLst>
                    <a:ext uri="{FF2B5EF4-FFF2-40B4-BE49-F238E27FC236}">
                      <a16:creationId xmlns:a16="http://schemas.microsoft.com/office/drawing/2014/main" id="{66F6A955-8109-08C1-906B-BCEBC715F561}"/>
                    </a:ext>
                  </a:extLst>
                </p:cNvPr>
                <p:cNvSpPr/>
                <p:nvPr/>
              </p:nvSpPr>
              <p:spPr>
                <a:xfrm>
                  <a:off x="5726265" y="927160"/>
                  <a:ext cx="881610" cy="882930"/>
                </a:xfrm>
                <a:custGeom>
                  <a:avLst/>
                  <a:gdLst>
                    <a:gd name="connsiteX0" fmla="*/ 523806 w 881610"/>
                    <a:gd name="connsiteY0" fmla="*/ 83125 h 882930"/>
                    <a:gd name="connsiteX1" fmla="*/ 798610 w 881610"/>
                    <a:gd name="connsiteY1" fmla="*/ 524590 h 882930"/>
                    <a:gd name="connsiteX2" fmla="*/ 357805 w 881610"/>
                    <a:gd name="connsiteY2" fmla="*/ 799806 h 882930"/>
                    <a:gd name="connsiteX3" fmla="*/ 83001 w 881610"/>
                    <a:gd name="connsiteY3" fmla="*/ 358341 h 882930"/>
                    <a:gd name="connsiteX4" fmla="*/ 523806 w 881610"/>
                    <a:gd name="connsiteY4" fmla="*/ 83125 h 88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610" h="882930">
                      <a:moveTo>
                        <a:pt x="523806" y="83125"/>
                      </a:moveTo>
                      <a:cubicBezTo>
                        <a:pt x="721416" y="129033"/>
                        <a:pt x="844450" y="326684"/>
                        <a:pt x="798610" y="524590"/>
                      </a:cubicBezTo>
                      <a:cubicBezTo>
                        <a:pt x="752770" y="722496"/>
                        <a:pt x="555415" y="845714"/>
                        <a:pt x="357805" y="799806"/>
                      </a:cubicBezTo>
                      <a:cubicBezTo>
                        <a:pt x="160195" y="753897"/>
                        <a:pt x="37161" y="556247"/>
                        <a:pt x="83001" y="358341"/>
                      </a:cubicBezTo>
                      <a:cubicBezTo>
                        <a:pt x="128840" y="160434"/>
                        <a:pt x="326196" y="37216"/>
                        <a:pt x="523806" y="83125"/>
                      </a:cubicBezTo>
                      <a:close/>
                    </a:path>
                  </a:pathLst>
                </a:custGeom>
                <a:solidFill>
                  <a:schemeClr val="tx2">
                    <a:lumMod val="40000"/>
                    <a:lumOff val="60000"/>
                  </a:schemeClr>
                </a:solidFill>
                <a:ln w="9525" cap="flat">
                  <a:noFill/>
                  <a:prstDash val="solid"/>
                  <a:miter/>
                </a:ln>
              </p:spPr>
              <p:txBody>
                <a:bodyPr rtlCol="0" anchor="ctr"/>
                <a:lstStyle/>
                <a:p>
                  <a:endParaRPr lang="en-US" dirty="0"/>
                </a:p>
              </p:txBody>
            </p:sp>
            <p:sp>
              <p:nvSpPr>
                <p:cNvPr id="50" name="Freeform 923">
                  <a:extLst>
                    <a:ext uri="{FF2B5EF4-FFF2-40B4-BE49-F238E27FC236}">
                      <a16:creationId xmlns:a16="http://schemas.microsoft.com/office/drawing/2014/main" id="{B2766444-1990-B80A-FCE8-3C9552CCC654}"/>
                    </a:ext>
                  </a:extLst>
                </p:cNvPr>
                <p:cNvSpPr/>
                <p:nvPr/>
              </p:nvSpPr>
              <p:spPr>
                <a:xfrm>
                  <a:off x="5764764" y="965626"/>
                  <a:ext cx="804856" cy="806060"/>
                </a:xfrm>
                <a:custGeom>
                  <a:avLst/>
                  <a:gdLst>
                    <a:gd name="connsiteX0" fmla="*/ 478300 w 804856"/>
                    <a:gd name="connsiteY0" fmla="*/ 75985 h 806060"/>
                    <a:gd name="connsiteX1" fmla="*/ 728984 w 804856"/>
                    <a:gd name="connsiteY1" fmla="*/ 479016 h 806060"/>
                    <a:gd name="connsiteX2" fmla="*/ 326556 w 804856"/>
                    <a:gd name="connsiteY2" fmla="*/ 730076 h 806060"/>
                    <a:gd name="connsiteX3" fmla="*/ 75872 w 804856"/>
                    <a:gd name="connsiteY3" fmla="*/ 327045 h 806060"/>
                    <a:gd name="connsiteX4" fmla="*/ 478300 w 804856"/>
                    <a:gd name="connsiteY4" fmla="*/ 75985 h 806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856" h="806060">
                      <a:moveTo>
                        <a:pt x="478300" y="75985"/>
                      </a:moveTo>
                      <a:cubicBezTo>
                        <a:pt x="658652" y="117951"/>
                        <a:pt x="770887" y="298394"/>
                        <a:pt x="728984" y="479016"/>
                      </a:cubicBezTo>
                      <a:cubicBezTo>
                        <a:pt x="687081" y="659638"/>
                        <a:pt x="506908" y="772041"/>
                        <a:pt x="326556" y="730076"/>
                      </a:cubicBezTo>
                      <a:cubicBezTo>
                        <a:pt x="146204" y="688110"/>
                        <a:pt x="33969" y="507667"/>
                        <a:pt x="75872" y="327045"/>
                      </a:cubicBezTo>
                      <a:cubicBezTo>
                        <a:pt x="117775" y="146423"/>
                        <a:pt x="297948" y="34020"/>
                        <a:pt x="478300" y="75985"/>
                      </a:cubicBezTo>
                      <a:close/>
                    </a:path>
                  </a:pathLst>
                </a:custGeom>
                <a:gradFill>
                  <a:gsLst>
                    <a:gs pos="99000">
                      <a:schemeClr val="accent4"/>
                    </a:gs>
                    <a:gs pos="0">
                      <a:schemeClr val="accent4">
                        <a:lumMod val="75000"/>
                      </a:schemeClr>
                    </a:gs>
                  </a:gsLst>
                  <a:lin ang="6000000" scaled="0"/>
                </a:gradFill>
                <a:ln w="25400" cap="flat">
                  <a:solidFill>
                    <a:srgbClr val="FFFFFF">
                      <a:alpha val="50000"/>
                    </a:srgbClr>
                  </a:solidFill>
                  <a:prstDash val="solid"/>
                  <a:miter/>
                </a:ln>
              </p:spPr>
              <p:txBody>
                <a:bodyPr rtlCol="0" anchor="ctr"/>
                <a:lstStyle/>
                <a:p>
                  <a:endParaRPr lang="en-US" dirty="0"/>
                </a:p>
              </p:txBody>
            </p:sp>
            <p:sp>
              <p:nvSpPr>
                <p:cNvPr id="51" name="Freeform 924">
                  <a:extLst>
                    <a:ext uri="{FF2B5EF4-FFF2-40B4-BE49-F238E27FC236}">
                      <a16:creationId xmlns:a16="http://schemas.microsoft.com/office/drawing/2014/main" id="{4DC54411-69DF-4FE8-07AC-6C01B2B4EE76}"/>
                    </a:ext>
                  </a:extLst>
                </p:cNvPr>
                <p:cNvSpPr>
                  <a:spLocks noChangeAspect="1"/>
                </p:cNvSpPr>
                <p:nvPr/>
              </p:nvSpPr>
              <p:spPr>
                <a:xfrm>
                  <a:off x="6130725" y="2091414"/>
                  <a:ext cx="79251" cy="79368"/>
                </a:xfrm>
                <a:custGeom>
                  <a:avLst/>
                  <a:gdLst>
                    <a:gd name="connsiteX0" fmla="*/ 116031 w 116031"/>
                    <a:gd name="connsiteY0" fmla="*/ 58103 h 116204"/>
                    <a:gd name="connsiteX1" fmla="*/ 58016 w 116031"/>
                    <a:gd name="connsiteY1" fmla="*/ 116205 h 116204"/>
                    <a:gd name="connsiteX2" fmla="*/ 0 w 116031"/>
                    <a:gd name="connsiteY2" fmla="*/ 58103 h 116204"/>
                    <a:gd name="connsiteX3" fmla="*/ 58016 w 116031"/>
                    <a:gd name="connsiteY3" fmla="*/ 0 h 116204"/>
                    <a:gd name="connsiteX4" fmla="*/ 116031 w 116031"/>
                    <a:gd name="connsiteY4" fmla="*/ 58103 h 116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031" h="116204">
                      <a:moveTo>
                        <a:pt x="116031" y="58103"/>
                      </a:moveTo>
                      <a:cubicBezTo>
                        <a:pt x="116031" y="90192"/>
                        <a:pt x="90057" y="116205"/>
                        <a:pt x="58016" y="116205"/>
                      </a:cubicBezTo>
                      <a:cubicBezTo>
                        <a:pt x="25974" y="116205"/>
                        <a:pt x="0" y="90192"/>
                        <a:pt x="0" y="58103"/>
                      </a:cubicBezTo>
                      <a:cubicBezTo>
                        <a:pt x="0" y="26014"/>
                        <a:pt x="25974" y="0"/>
                        <a:pt x="58016" y="0"/>
                      </a:cubicBezTo>
                      <a:cubicBezTo>
                        <a:pt x="90057" y="0"/>
                        <a:pt x="116031" y="26014"/>
                        <a:pt x="116031" y="58103"/>
                      </a:cubicBezTo>
                      <a:close/>
                    </a:path>
                  </a:pathLst>
                </a:custGeom>
                <a:solidFill>
                  <a:schemeClr val="accent4"/>
                </a:solidFill>
                <a:ln w="1996" cap="flat">
                  <a:noFill/>
                  <a:prstDash val="solid"/>
                  <a:miter/>
                </a:ln>
              </p:spPr>
              <p:txBody>
                <a:bodyPr rtlCol="0" anchor="ctr"/>
                <a:lstStyle/>
                <a:p>
                  <a:endParaRPr lang="en-US" dirty="0"/>
                </a:p>
              </p:txBody>
            </p:sp>
          </p:grpSp>
          <p:grpSp>
            <p:nvGrpSpPr>
              <p:cNvPr id="15" name="Group 14">
                <a:extLst>
                  <a:ext uri="{FF2B5EF4-FFF2-40B4-BE49-F238E27FC236}">
                    <a16:creationId xmlns:a16="http://schemas.microsoft.com/office/drawing/2014/main" id="{56DF451F-7056-10ED-A57E-A0F2A6632C42}"/>
                  </a:ext>
                </a:extLst>
              </p:cNvPr>
              <p:cNvGrpSpPr/>
              <p:nvPr/>
            </p:nvGrpSpPr>
            <p:grpSpPr>
              <a:xfrm rot="16200000" flipH="1">
                <a:off x="2912406" y="3202946"/>
                <a:ext cx="881610" cy="1307152"/>
                <a:chOff x="5726265" y="927160"/>
                <a:chExt cx="881610" cy="1307152"/>
              </a:xfrm>
            </p:grpSpPr>
            <p:sp>
              <p:nvSpPr>
                <p:cNvPr id="44" name="Freeform 917">
                  <a:extLst>
                    <a:ext uri="{FF2B5EF4-FFF2-40B4-BE49-F238E27FC236}">
                      <a16:creationId xmlns:a16="http://schemas.microsoft.com/office/drawing/2014/main" id="{02714EBF-6DE8-80E1-8F91-3684F8F408B5}"/>
                    </a:ext>
                  </a:extLst>
                </p:cNvPr>
                <p:cNvSpPr/>
                <p:nvPr/>
              </p:nvSpPr>
              <p:spPr>
                <a:xfrm>
                  <a:off x="5730077" y="931333"/>
                  <a:ext cx="873575" cy="1302979"/>
                </a:xfrm>
                <a:custGeom>
                  <a:avLst/>
                  <a:gdLst>
                    <a:gd name="connsiteX0" fmla="*/ 873576 w 873575"/>
                    <a:gd name="connsiteY0" fmla="*/ 437395 h 1302979"/>
                    <a:gd name="connsiteX1" fmla="*/ 714746 w 873575"/>
                    <a:gd name="connsiteY1" fmla="*/ 774676 h 1302979"/>
                    <a:gd name="connsiteX2" fmla="*/ 706567 w 873575"/>
                    <a:gd name="connsiteY2" fmla="*/ 781343 h 1302979"/>
                    <a:gd name="connsiteX3" fmla="*/ 546976 w 873575"/>
                    <a:gd name="connsiteY3" fmla="*/ 1112146 h 1302979"/>
                    <a:gd name="connsiteX4" fmla="*/ 549829 w 873575"/>
                    <a:gd name="connsiteY4" fmla="*/ 1169296 h 1302979"/>
                    <a:gd name="connsiteX5" fmla="*/ 550971 w 873575"/>
                    <a:gd name="connsiteY5" fmla="*/ 1178821 h 1302979"/>
                    <a:gd name="connsiteX6" fmla="*/ 551541 w 873575"/>
                    <a:gd name="connsiteY6" fmla="*/ 1188346 h 1302979"/>
                    <a:gd name="connsiteX7" fmla="*/ 437079 w 873575"/>
                    <a:gd name="connsiteY7" fmla="*/ 1302980 h 1302979"/>
                    <a:gd name="connsiteX8" fmla="*/ 322617 w 873575"/>
                    <a:gd name="connsiteY8" fmla="*/ 1188346 h 1302979"/>
                    <a:gd name="connsiteX9" fmla="*/ 322617 w 873575"/>
                    <a:gd name="connsiteY9" fmla="*/ 1178821 h 1302979"/>
                    <a:gd name="connsiteX10" fmla="*/ 323758 w 873575"/>
                    <a:gd name="connsiteY10" fmla="*/ 1169868 h 1302979"/>
                    <a:gd name="connsiteX11" fmla="*/ 326612 w 873575"/>
                    <a:gd name="connsiteY11" fmla="*/ 1128815 h 1302979"/>
                    <a:gd name="connsiteX12" fmla="*/ 167116 w 873575"/>
                    <a:gd name="connsiteY12" fmla="*/ 781153 h 1302979"/>
                    <a:gd name="connsiteX13" fmla="*/ 158556 w 873575"/>
                    <a:gd name="connsiteY13" fmla="*/ 774295 h 1302979"/>
                    <a:gd name="connsiteX14" fmla="*/ 99975 w 873575"/>
                    <a:gd name="connsiteY14" fmla="*/ 158794 h 1302979"/>
                    <a:gd name="connsiteX15" fmla="*/ 714556 w 873575"/>
                    <a:gd name="connsiteY15" fmla="*/ 100124 h 1302979"/>
                    <a:gd name="connsiteX16" fmla="*/ 873100 w 873575"/>
                    <a:gd name="connsiteY16" fmla="*/ 437205 h 1302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3575" h="1302979">
                      <a:moveTo>
                        <a:pt x="873576" y="437395"/>
                      </a:moveTo>
                      <a:cubicBezTo>
                        <a:pt x="873738" y="567970"/>
                        <a:pt x="815452" y="691743"/>
                        <a:pt x="714746" y="774676"/>
                      </a:cubicBezTo>
                      <a:cubicBezTo>
                        <a:pt x="711988" y="776866"/>
                        <a:pt x="709230" y="779057"/>
                        <a:pt x="706567" y="781343"/>
                      </a:cubicBezTo>
                      <a:cubicBezTo>
                        <a:pt x="607361" y="862723"/>
                        <a:pt x="548982" y="983733"/>
                        <a:pt x="546976" y="1112146"/>
                      </a:cubicBezTo>
                      <a:cubicBezTo>
                        <a:pt x="546744" y="1131237"/>
                        <a:pt x="547696" y="1150324"/>
                        <a:pt x="549829" y="1169296"/>
                      </a:cubicBezTo>
                      <a:cubicBezTo>
                        <a:pt x="549829" y="1172535"/>
                        <a:pt x="550495" y="1175678"/>
                        <a:pt x="550971" y="1178821"/>
                      </a:cubicBezTo>
                      <a:cubicBezTo>
                        <a:pt x="551388" y="1181979"/>
                        <a:pt x="551578" y="1185162"/>
                        <a:pt x="551541" y="1188346"/>
                      </a:cubicBezTo>
                      <a:cubicBezTo>
                        <a:pt x="551541" y="1251657"/>
                        <a:pt x="500295" y="1302980"/>
                        <a:pt x="437079" y="1302980"/>
                      </a:cubicBezTo>
                      <a:cubicBezTo>
                        <a:pt x="373864" y="1302980"/>
                        <a:pt x="322617" y="1251657"/>
                        <a:pt x="322617" y="1188346"/>
                      </a:cubicBezTo>
                      <a:cubicBezTo>
                        <a:pt x="322445" y="1185174"/>
                        <a:pt x="322445" y="1181994"/>
                        <a:pt x="322617" y="1178821"/>
                      </a:cubicBezTo>
                      <a:cubicBezTo>
                        <a:pt x="323093" y="1175869"/>
                        <a:pt x="323378" y="1172916"/>
                        <a:pt x="323758" y="1169868"/>
                      </a:cubicBezTo>
                      <a:cubicBezTo>
                        <a:pt x="325375" y="1156438"/>
                        <a:pt x="326326" y="1142722"/>
                        <a:pt x="326612" y="1128815"/>
                      </a:cubicBezTo>
                      <a:cubicBezTo>
                        <a:pt x="329760" y="994509"/>
                        <a:pt x="270918" y="866247"/>
                        <a:pt x="167116" y="781153"/>
                      </a:cubicBezTo>
                      <a:lnTo>
                        <a:pt x="158556" y="774295"/>
                      </a:lnTo>
                      <a:cubicBezTo>
                        <a:pt x="-27332" y="620530"/>
                        <a:pt x="-53560" y="344961"/>
                        <a:pt x="99975" y="158794"/>
                      </a:cubicBezTo>
                      <a:cubicBezTo>
                        <a:pt x="253510" y="-27373"/>
                        <a:pt x="528667" y="-53640"/>
                        <a:pt x="714556" y="100124"/>
                      </a:cubicBezTo>
                      <a:cubicBezTo>
                        <a:pt x="814960" y="183178"/>
                        <a:pt x="873099" y="306786"/>
                        <a:pt x="873100" y="437205"/>
                      </a:cubicBezTo>
                      <a:close/>
                    </a:path>
                  </a:pathLst>
                </a:custGeom>
                <a:solidFill>
                  <a:schemeClr val="tx2">
                    <a:lumMod val="20000"/>
                    <a:lumOff val="80000"/>
                  </a:schemeClr>
                </a:solidFill>
                <a:ln w="4847" cap="flat">
                  <a:noFill/>
                  <a:prstDash val="solid"/>
                  <a:miter/>
                </a:ln>
                <a:effectLst>
                  <a:outerShdw blurRad="127000" dist="38100" dir="10800000" algn="r" rotWithShape="0">
                    <a:prstClr val="black">
                      <a:alpha val="10000"/>
                    </a:prstClr>
                  </a:outerShdw>
                </a:effectLst>
              </p:spPr>
              <p:txBody>
                <a:bodyPr rtlCol="0" anchor="ctr"/>
                <a:lstStyle/>
                <a:p>
                  <a:endParaRPr lang="en-US" dirty="0"/>
                </a:p>
              </p:txBody>
            </p:sp>
            <p:sp>
              <p:nvSpPr>
                <p:cNvPr id="45" name="Freeform 918">
                  <a:extLst>
                    <a:ext uri="{FF2B5EF4-FFF2-40B4-BE49-F238E27FC236}">
                      <a16:creationId xmlns:a16="http://schemas.microsoft.com/office/drawing/2014/main" id="{400BC3CA-B8CC-0D97-B8A0-37261A2FF376}"/>
                    </a:ext>
                  </a:extLst>
                </p:cNvPr>
                <p:cNvSpPr/>
                <p:nvPr/>
              </p:nvSpPr>
              <p:spPr>
                <a:xfrm>
                  <a:off x="5726265" y="927160"/>
                  <a:ext cx="881610" cy="882930"/>
                </a:xfrm>
                <a:custGeom>
                  <a:avLst/>
                  <a:gdLst>
                    <a:gd name="connsiteX0" fmla="*/ 523806 w 881610"/>
                    <a:gd name="connsiteY0" fmla="*/ 83125 h 882930"/>
                    <a:gd name="connsiteX1" fmla="*/ 798610 w 881610"/>
                    <a:gd name="connsiteY1" fmla="*/ 524590 h 882930"/>
                    <a:gd name="connsiteX2" fmla="*/ 357805 w 881610"/>
                    <a:gd name="connsiteY2" fmla="*/ 799806 h 882930"/>
                    <a:gd name="connsiteX3" fmla="*/ 83001 w 881610"/>
                    <a:gd name="connsiteY3" fmla="*/ 358341 h 882930"/>
                    <a:gd name="connsiteX4" fmla="*/ 523806 w 881610"/>
                    <a:gd name="connsiteY4" fmla="*/ 83125 h 88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610" h="882930">
                      <a:moveTo>
                        <a:pt x="523806" y="83125"/>
                      </a:moveTo>
                      <a:cubicBezTo>
                        <a:pt x="721416" y="129033"/>
                        <a:pt x="844450" y="326684"/>
                        <a:pt x="798610" y="524590"/>
                      </a:cubicBezTo>
                      <a:cubicBezTo>
                        <a:pt x="752770" y="722496"/>
                        <a:pt x="555415" y="845714"/>
                        <a:pt x="357805" y="799806"/>
                      </a:cubicBezTo>
                      <a:cubicBezTo>
                        <a:pt x="160195" y="753897"/>
                        <a:pt x="37161" y="556247"/>
                        <a:pt x="83001" y="358341"/>
                      </a:cubicBezTo>
                      <a:cubicBezTo>
                        <a:pt x="128840" y="160434"/>
                        <a:pt x="326196" y="37216"/>
                        <a:pt x="523806" y="83125"/>
                      </a:cubicBezTo>
                      <a:close/>
                    </a:path>
                  </a:pathLst>
                </a:custGeom>
                <a:solidFill>
                  <a:schemeClr val="tx2">
                    <a:lumMod val="40000"/>
                    <a:lumOff val="60000"/>
                  </a:schemeClr>
                </a:solidFill>
                <a:ln w="9525" cap="flat">
                  <a:noFill/>
                  <a:prstDash val="solid"/>
                  <a:miter/>
                </a:ln>
              </p:spPr>
              <p:txBody>
                <a:bodyPr rtlCol="0" anchor="ctr"/>
                <a:lstStyle/>
                <a:p>
                  <a:endParaRPr lang="en-US" dirty="0"/>
                </a:p>
              </p:txBody>
            </p:sp>
            <p:sp>
              <p:nvSpPr>
                <p:cNvPr id="46" name="Freeform 919">
                  <a:extLst>
                    <a:ext uri="{FF2B5EF4-FFF2-40B4-BE49-F238E27FC236}">
                      <a16:creationId xmlns:a16="http://schemas.microsoft.com/office/drawing/2014/main" id="{0E2962AB-72B3-97B4-7B0C-EC731CD5076E}"/>
                    </a:ext>
                  </a:extLst>
                </p:cNvPr>
                <p:cNvSpPr/>
                <p:nvPr/>
              </p:nvSpPr>
              <p:spPr>
                <a:xfrm>
                  <a:off x="5764764" y="965626"/>
                  <a:ext cx="804856" cy="806060"/>
                </a:xfrm>
                <a:custGeom>
                  <a:avLst/>
                  <a:gdLst>
                    <a:gd name="connsiteX0" fmla="*/ 478300 w 804856"/>
                    <a:gd name="connsiteY0" fmla="*/ 75985 h 806060"/>
                    <a:gd name="connsiteX1" fmla="*/ 728984 w 804856"/>
                    <a:gd name="connsiteY1" fmla="*/ 479016 h 806060"/>
                    <a:gd name="connsiteX2" fmla="*/ 326556 w 804856"/>
                    <a:gd name="connsiteY2" fmla="*/ 730076 h 806060"/>
                    <a:gd name="connsiteX3" fmla="*/ 75872 w 804856"/>
                    <a:gd name="connsiteY3" fmla="*/ 327045 h 806060"/>
                    <a:gd name="connsiteX4" fmla="*/ 478300 w 804856"/>
                    <a:gd name="connsiteY4" fmla="*/ 75985 h 806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856" h="806060">
                      <a:moveTo>
                        <a:pt x="478300" y="75985"/>
                      </a:moveTo>
                      <a:cubicBezTo>
                        <a:pt x="658652" y="117951"/>
                        <a:pt x="770887" y="298394"/>
                        <a:pt x="728984" y="479016"/>
                      </a:cubicBezTo>
                      <a:cubicBezTo>
                        <a:pt x="687081" y="659638"/>
                        <a:pt x="506908" y="772041"/>
                        <a:pt x="326556" y="730076"/>
                      </a:cubicBezTo>
                      <a:cubicBezTo>
                        <a:pt x="146204" y="688110"/>
                        <a:pt x="33969" y="507667"/>
                        <a:pt x="75872" y="327045"/>
                      </a:cubicBezTo>
                      <a:cubicBezTo>
                        <a:pt x="117775" y="146423"/>
                        <a:pt x="297948" y="34020"/>
                        <a:pt x="478300" y="75985"/>
                      </a:cubicBezTo>
                      <a:close/>
                    </a:path>
                  </a:pathLst>
                </a:custGeom>
                <a:gradFill>
                  <a:gsLst>
                    <a:gs pos="99000">
                      <a:schemeClr val="accent5"/>
                    </a:gs>
                    <a:gs pos="0">
                      <a:schemeClr val="accent5">
                        <a:lumMod val="75000"/>
                      </a:schemeClr>
                    </a:gs>
                  </a:gsLst>
                  <a:lin ang="6000000" scaled="0"/>
                </a:gradFill>
                <a:ln w="25400" cap="flat">
                  <a:solidFill>
                    <a:srgbClr val="FFFFFF">
                      <a:alpha val="50000"/>
                    </a:srgbClr>
                  </a:solidFill>
                  <a:prstDash val="solid"/>
                  <a:miter/>
                </a:ln>
              </p:spPr>
              <p:txBody>
                <a:bodyPr rtlCol="0" anchor="ctr"/>
                <a:lstStyle/>
                <a:p>
                  <a:endParaRPr lang="en-US" dirty="0"/>
                </a:p>
              </p:txBody>
            </p:sp>
            <p:sp>
              <p:nvSpPr>
                <p:cNvPr id="47" name="Freeform 920">
                  <a:extLst>
                    <a:ext uri="{FF2B5EF4-FFF2-40B4-BE49-F238E27FC236}">
                      <a16:creationId xmlns:a16="http://schemas.microsoft.com/office/drawing/2014/main" id="{387DC0F4-45EA-834A-BBA5-D3724BBBD25E}"/>
                    </a:ext>
                  </a:extLst>
                </p:cNvPr>
                <p:cNvSpPr>
                  <a:spLocks noChangeAspect="1"/>
                </p:cNvSpPr>
                <p:nvPr/>
              </p:nvSpPr>
              <p:spPr>
                <a:xfrm>
                  <a:off x="6127486" y="2091043"/>
                  <a:ext cx="79251" cy="79368"/>
                </a:xfrm>
                <a:custGeom>
                  <a:avLst/>
                  <a:gdLst>
                    <a:gd name="connsiteX0" fmla="*/ 116031 w 116031"/>
                    <a:gd name="connsiteY0" fmla="*/ 58103 h 116204"/>
                    <a:gd name="connsiteX1" fmla="*/ 58016 w 116031"/>
                    <a:gd name="connsiteY1" fmla="*/ 116205 h 116204"/>
                    <a:gd name="connsiteX2" fmla="*/ 0 w 116031"/>
                    <a:gd name="connsiteY2" fmla="*/ 58103 h 116204"/>
                    <a:gd name="connsiteX3" fmla="*/ 58016 w 116031"/>
                    <a:gd name="connsiteY3" fmla="*/ 0 h 116204"/>
                    <a:gd name="connsiteX4" fmla="*/ 116031 w 116031"/>
                    <a:gd name="connsiteY4" fmla="*/ 58103 h 116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031" h="116204">
                      <a:moveTo>
                        <a:pt x="116031" y="58103"/>
                      </a:moveTo>
                      <a:cubicBezTo>
                        <a:pt x="116031" y="90192"/>
                        <a:pt x="90057" y="116205"/>
                        <a:pt x="58016" y="116205"/>
                      </a:cubicBezTo>
                      <a:cubicBezTo>
                        <a:pt x="25974" y="116205"/>
                        <a:pt x="0" y="90192"/>
                        <a:pt x="0" y="58103"/>
                      </a:cubicBezTo>
                      <a:cubicBezTo>
                        <a:pt x="0" y="26014"/>
                        <a:pt x="25974" y="0"/>
                        <a:pt x="58016" y="0"/>
                      </a:cubicBezTo>
                      <a:cubicBezTo>
                        <a:pt x="90057" y="0"/>
                        <a:pt x="116031" y="26014"/>
                        <a:pt x="116031" y="58103"/>
                      </a:cubicBezTo>
                      <a:close/>
                    </a:path>
                  </a:pathLst>
                </a:custGeom>
                <a:solidFill>
                  <a:schemeClr val="accent5"/>
                </a:solidFill>
                <a:ln w="1996" cap="flat">
                  <a:noFill/>
                  <a:prstDash val="solid"/>
                  <a:miter/>
                </a:ln>
              </p:spPr>
              <p:txBody>
                <a:bodyPr rtlCol="0" anchor="ctr"/>
                <a:lstStyle/>
                <a:p>
                  <a:endParaRPr lang="en-US" dirty="0"/>
                </a:p>
              </p:txBody>
            </p:sp>
          </p:grpSp>
          <p:grpSp>
            <p:nvGrpSpPr>
              <p:cNvPr id="16" name="Group 15">
                <a:extLst>
                  <a:ext uri="{FF2B5EF4-FFF2-40B4-BE49-F238E27FC236}">
                    <a16:creationId xmlns:a16="http://schemas.microsoft.com/office/drawing/2014/main" id="{CD536A5E-3916-38D2-B19C-3EC523B75CBB}"/>
                  </a:ext>
                </a:extLst>
              </p:cNvPr>
              <p:cNvGrpSpPr/>
              <p:nvPr/>
            </p:nvGrpSpPr>
            <p:grpSpPr>
              <a:xfrm rot="16200000" flipH="1">
                <a:off x="3399693" y="1816532"/>
                <a:ext cx="881610" cy="1307152"/>
                <a:chOff x="5726265" y="927160"/>
                <a:chExt cx="881610" cy="1307152"/>
              </a:xfrm>
            </p:grpSpPr>
            <p:sp>
              <p:nvSpPr>
                <p:cNvPr id="40" name="Freeform 913">
                  <a:extLst>
                    <a:ext uri="{FF2B5EF4-FFF2-40B4-BE49-F238E27FC236}">
                      <a16:creationId xmlns:a16="http://schemas.microsoft.com/office/drawing/2014/main" id="{252FAE58-4A95-C8BE-E0AD-CA445CE4C63D}"/>
                    </a:ext>
                  </a:extLst>
                </p:cNvPr>
                <p:cNvSpPr/>
                <p:nvPr/>
              </p:nvSpPr>
              <p:spPr>
                <a:xfrm>
                  <a:off x="5730077" y="931333"/>
                  <a:ext cx="873575" cy="1302979"/>
                </a:xfrm>
                <a:custGeom>
                  <a:avLst/>
                  <a:gdLst>
                    <a:gd name="connsiteX0" fmla="*/ 873576 w 873575"/>
                    <a:gd name="connsiteY0" fmla="*/ 437395 h 1302979"/>
                    <a:gd name="connsiteX1" fmla="*/ 714746 w 873575"/>
                    <a:gd name="connsiteY1" fmla="*/ 774676 h 1302979"/>
                    <a:gd name="connsiteX2" fmla="*/ 706567 w 873575"/>
                    <a:gd name="connsiteY2" fmla="*/ 781343 h 1302979"/>
                    <a:gd name="connsiteX3" fmla="*/ 546976 w 873575"/>
                    <a:gd name="connsiteY3" fmla="*/ 1112146 h 1302979"/>
                    <a:gd name="connsiteX4" fmla="*/ 549829 w 873575"/>
                    <a:gd name="connsiteY4" fmla="*/ 1169296 h 1302979"/>
                    <a:gd name="connsiteX5" fmla="*/ 550971 w 873575"/>
                    <a:gd name="connsiteY5" fmla="*/ 1178821 h 1302979"/>
                    <a:gd name="connsiteX6" fmla="*/ 551541 w 873575"/>
                    <a:gd name="connsiteY6" fmla="*/ 1188346 h 1302979"/>
                    <a:gd name="connsiteX7" fmla="*/ 437079 w 873575"/>
                    <a:gd name="connsiteY7" fmla="*/ 1302980 h 1302979"/>
                    <a:gd name="connsiteX8" fmla="*/ 322617 w 873575"/>
                    <a:gd name="connsiteY8" fmla="*/ 1188346 h 1302979"/>
                    <a:gd name="connsiteX9" fmla="*/ 322617 w 873575"/>
                    <a:gd name="connsiteY9" fmla="*/ 1178821 h 1302979"/>
                    <a:gd name="connsiteX10" fmla="*/ 323758 w 873575"/>
                    <a:gd name="connsiteY10" fmla="*/ 1169868 h 1302979"/>
                    <a:gd name="connsiteX11" fmla="*/ 326612 w 873575"/>
                    <a:gd name="connsiteY11" fmla="*/ 1128815 h 1302979"/>
                    <a:gd name="connsiteX12" fmla="*/ 167116 w 873575"/>
                    <a:gd name="connsiteY12" fmla="*/ 781153 h 1302979"/>
                    <a:gd name="connsiteX13" fmla="*/ 158556 w 873575"/>
                    <a:gd name="connsiteY13" fmla="*/ 774295 h 1302979"/>
                    <a:gd name="connsiteX14" fmla="*/ 99975 w 873575"/>
                    <a:gd name="connsiteY14" fmla="*/ 158794 h 1302979"/>
                    <a:gd name="connsiteX15" fmla="*/ 714556 w 873575"/>
                    <a:gd name="connsiteY15" fmla="*/ 100124 h 1302979"/>
                    <a:gd name="connsiteX16" fmla="*/ 873100 w 873575"/>
                    <a:gd name="connsiteY16" fmla="*/ 437205 h 1302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3575" h="1302979">
                      <a:moveTo>
                        <a:pt x="873576" y="437395"/>
                      </a:moveTo>
                      <a:cubicBezTo>
                        <a:pt x="873738" y="567970"/>
                        <a:pt x="815452" y="691743"/>
                        <a:pt x="714746" y="774676"/>
                      </a:cubicBezTo>
                      <a:cubicBezTo>
                        <a:pt x="711988" y="776866"/>
                        <a:pt x="709230" y="779057"/>
                        <a:pt x="706567" y="781343"/>
                      </a:cubicBezTo>
                      <a:cubicBezTo>
                        <a:pt x="607361" y="862723"/>
                        <a:pt x="548982" y="983733"/>
                        <a:pt x="546976" y="1112146"/>
                      </a:cubicBezTo>
                      <a:cubicBezTo>
                        <a:pt x="546744" y="1131237"/>
                        <a:pt x="547696" y="1150324"/>
                        <a:pt x="549829" y="1169296"/>
                      </a:cubicBezTo>
                      <a:cubicBezTo>
                        <a:pt x="549829" y="1172535"/>
                        <a:pt x="550495" y="1175678"/>
                        <a:pt x="550971" y="1178821"/>
                      </a:cubicBezTo>
                      <a:cubicBezTo>
                        <a:pt x="551388" y="1181979"/>
                        <a:pt x="551578" y="1185162"/>
                        <a:pt x="551541" y="1188346"/>
                      </a:cubicBezTo>
                      <a:cubicBezTo>
                        <a:pt x="551541" y="1251657"/>
                        <a:pt x="500295" y="1302980"/>
                        <a:pt x="437079" y="1302980"/>
                      </a:cubicBezTo>
                      <a:cubicBezTo>
                        <a:pt x="373864" y="1302980"/>
                        <a:pt x="322617" y="1251657"/>
                        <a:pt x="322617" y="1188346"/>
                      </a:cubicBezTo>
                      <a:cubicBezTo>
                        <a:pt x="322445" y="1185174"/>
                        <a:pt x="322445" y="1181994"/>
                        <a:pt x="322617" y="1178821"/>
                      </a:cubicBezTo>
                      <a:cubicBezTo>
                        <a:pt x="323093" y="1175869"/>
                        <a:pt x="323378" y="1172916"/>
                        <a:pt x="323758" y="1169868"/>
                      </a:cubicBezTo>
                      <a:cubicBezTo>
                        <a:pt x="325375" y="1156438"/>
                        <a:pt x="326326" y="1142722"/>
                        <a:pt x="326612" y="1128815"/>
                      </a:cubicBezTo>
                      <a:cubicBezTo>
                        <a:pt x="329760" y="994509"/>
                        <a:pt x="270918" y="866247"/>
                        <a:pt x="167116" y="781153"/>
                      </a:cubicBezTo>
                      <a:lnTo>
                        <a:pt x="158556" y="774295"/>
                      </a:lnTo>
                      <a:cubicBezTo>
                        <a:pt x="-27332" y="620530"/>
                        <a:pt x="-53560" y="344961"/>
                        <a:pt x="99975" y="158794"/>
                      </a:cubicBezTo>
                      <a:cubicBezTo>
                        <a:pt x="253510" y="-27373"/>
                        <a:pt x="528667" y="-53640"/>
                        <a:pt x="714556" y="100124"/>
                      </a:cubicBezTo>
                      <a:cubicBezTo>
                        <a:pt x="814960" y="183178"/>
                        <a:pt x="873099" y="306786"/>
                        <a:pt x="873100" y="437205"/>
                      </a:cubicBezTo>
                      <a:close/>
                    </a:path>
                  </a:pathLst>
                </a:custGeom>
                <a:solidFill>
                  <a:schemeClr val="tx2">
                    <a:lumMod val="20000"/>
                    <a:lumOff val="80000"/>
                  </a:schemeClr>
                </a:solidFill>
                <a:ln w="4847" cap="flat">
                  <a:noFill/>
                  <a:prstDash val="solid"/>
                  <a:miter/>
                </a:ln>
                <a:effectLst>
                  <a:outerShdw blurRad="114300" dist="38100" dir="5400000" algn="ctr" rotWithShape="0">
                    <a:prstClr val="black">
                      <a:alpha val="10000"/>
                    </a:prstClr>
                  </a:outerShdw>
                </a:effectLst>
              </p:spPr>
              <p:txBody>
                <a:bodyPr rtlCol="0" anchor="ctr"/>
                <a:lstStyle/>
                <a:p>
                  <a:endParaRPr lang="en-US" dirty="0"/>
                </a:p>
              </p:txBody>
            </p:sp>
            <p:sp>
              <p:nvSpPr>
                <p:cNvPr id="41" name="Freeform 914">
                  <a:extLst>
                    <a:ext uri="{FF2B5EF4-FFF2-40B4-BE49-F238E27FC236}">
                      <a16:creationId xmlns:a16="http://schemas.microsoft.com/office/drawing/2014/main" id="{0400CD21-AF5B-00CF-C9AD-78B5E44478E4}"/>
                    </a:ext>
                  </a:extLst>
                </p:cNvPr>
                <p:cNvSpPr/>
                <p:nvPr/>
              </p:nvSpPr>
              <p:spPr>
                <a:xfrm>
                  <a:off x="5726265" y="927160"/>
                  <a:ext cx="881610" cy="882930"/>
                </a:xfrm>
                <a:custGeom>
                  <a:avLst/>
                  <a:gdLst>
                    <a:gd name="connsiteX0" fmla="*/ 523806 w 881610"/>
                    <a:gd name="connsiteY0" fmla="*/ 83125 h 882930"/>
                    <a:gd name="connsiteX1" fmla="*/ 798610 w 881610"/>
                    <a:gd name="connsiteY1" fmla="*/ 524590 h 882930"/>
                    <a:gd name="connsiteX2" fmla="*/ 357805 w 881610"/>
                    <a:gd name="connsiteY2" fmla="*/ 799806 h 882930"/>
                    <a:gd name="connsiteX3" fmla="*/ 83001 w 881610"/>
                    <a:gd name="connsiteY3" fmla="*/ 358341 h 882930"/>
                    <a:gd name="connsiteX4" fmla="*/ 523806 w 881610"/>
                    <a:gd name="connsiteY4" fmla="*/ 83125 h 88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610" h="882930">
                      <a:moveTo>
                        <a:pt x="523806" y="83125"/>
                      </a:moveTo>
                      <a:cubicBezTo>
                        <a:pt x="721416" y="129033"/>
                        <a:pt x="844450" y="326684"/>
                        <a:pt x="798610" y="524590"/>
                      </a:cubicBezTo>
                      <a:cubicBezTo>
                        <a:pt x="752770" y="722496"/>
                        <a:pt x="555415" y="845714"/>
                        <a:pt x="357805" y="799806"/>
                      </a:cubicBezTo>
                      <a:cubicBezTo>
                        <a:pt x="160195" y="753897"/>
                        <a:pt x="37161" y="556247"/>
                        <a:pt x="83001" y="358341"/>
                      </a:cubicBezTo>
                      <a:cubicBezTo>
                        <a:pt x="128840" y="160434"/>
                        <a:pt x="326196" y="37216"/>
                        <a:pt x="523806" y="83125"/>
                      </a:cubicBezTo>
                      <a:close/>
                    </a:path>
                  </a:pathLst>
                </a:custGeom>
                <a:solidFill>
                  <a:schemeClr val="tx2">
                    <a:lumMod val="40000"/>
                    <a:lumOff val="60000"/>
                  </a:schemeClr>
                </a:solidFill>
                <a:ln w="9525" cap="flat">
                  <a:noFill/>
                  <a:prstDash val="solid"/>
                  <a:miter/>
                </a:ln>
              </p:spPr>
              <p:txBody>
                <a:bodyPr rtlCol="0" anchor="ctr"/>
                <a:lstStyle/>
                <a:p>
                  <a:endParaRPr lang="en-US" dirty="0"/>
                </a:p>
              </p:txBody>
            </p:sp>
            <p:sp>
              <p:nvSpPr>
                <p:cNvPr id="42" name="Freeform 915">
                  <a:extLst>
                    <a:ext uri="{FF2B5EF4-FFF2-40B4-BE49-F238E27FC236}">
                      <a16:creationId xmlns:a16="http://schemas.microsoft.com/office/drawing/2014/main" id="{CB42DE1D-20F4-4B1A-7F66-89C983305368}"/>
                    </a:ext>
                  </a:extLst>
                </p:cNvPr>
                <p:cNvSpPr/>
                <p:nvPr/>
              </p:nvSpPr>
              <p:spPr>
                <a:xfrm>
                  <a:off x="5764764" y="965626"/>
                  <a:ext cx="804856" cy="806060"/>
                </a:xfrm>
                <a:custGeom>
                  <a:avLst/>
                  <a:gdLst>
                    <a:gd name="connsiteX0" fmla="*/ 478300 w 804856"/>
                    <a:gd name="connsiteY0" fmla="*/ 75985 h 806060"/>
                    <a:gd name="connsiteX1" fmla="*/ 728984 w 804856"/>
                    <a:gd name="connsiteY1" fmla="*/ 479016 h 806060"/>
                    <a:gd name="connsiteX2" fmla="*/ 326556 w 804856"/>
                    <a:gd name="connsiteY2" fmla="*/ 730076 h 806060"/>
                    <a:gd name="connsiteX3" fmla="*/ 75872 w 804856"/>
                    <a:gd name="connsiteY3" fmla="*/ 327045 h 806060"/>
                    <a:gd name="connsiteX4" fmla="*/ 478300 w 804856"/>
                    <a:gd name="connsiteY4" fmla="*/ 75985 h 806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856" h="806060">
                      <a:moveTo>
                        <a:pt x="478300" y="75985"/>
                      </a:moveTo>
                      <a:cubicBezTo>
                        <a:pt x="658652" y="117951"/>
                        <a:pt x="770887" y="298394"/>
                        <a:pt x="728984" y="479016"/>
                      </a:cubicBezTo>
                      <a:cubicBezTo>
                        <a:pt x="687081" y="659638"/>
                        <a:pt x="506908" y="772041"/>
                        <a:pt x="326556" y="730076"/>
                      </a:cubicBezTo>
                      <a:cubicBezTo>
                        <a:pt x="146204" y="688110"/>
                        <a:pt x="33969" y="507667"/>
                        <a:pt x="75872" y="327045"/>
                      </a:cubicBezTo>
                      <a:cubicBezTo>
                        <a:pt x="117775" y="146423"/>
                        <a:pt x="297948" y="34020"/>
                        <a:pt x="478300" y="75985"/>
                      </a:cubicBezTo>
                      <a:close/>
                    </a:path>
                  </a:pathLst>
                </a:custGeom>
                <a:gradFill>
                  <a:gsLst>
                    <a:gs pos="99000">
                      <a:schemeClr val="accent6"/>
                    </a:gs>
                    <a:gs pos="0">
                      <a:schemeClr val="accent6">
                        <a:lumMod val="75000"/>
                      </a:schemeClr>
                    </a:gs>
                  </a:gsLst>
                  <a:lin ang="0" scaled="0"/>
                </a:gradFill>
                <a:ln w="25400" cap="flat">
                  <a:solidFill>
                    <a:srgbClr val="FFFFFF">
                      <a:alpha val="50000"/>
                    </a:srgbClr>
                  </a:solidFill>
                  <a:prstDash val="solid"/>
                  <a:miter/>
                </a:ln>
              </p:spPr>
              <p:txBody>
                <a:bodyPr rtlCol="0" anchor="ctr"/>
                <a:lstStyle/>
                <a:p>
                  <a:endParaRPr lang="en-US" dirty="0"/>
                </a:p>
              </p:txBody>
            </p:sp>
            <p:sp>
              <p:nvSpPr>
                <p:cNvPr id="43" name="Freeform 916">
                  <a:extLst>
                    <a:ext uri="{FF2B5EF4-FFF2-40B4-BE49-F238E27FC236}">
                      <a16:creationId xmlns:a16="http://schemas.microsoft.com/office/drawing/2014/main" id="{2508EBF9-5F2C-57BC-6F6E-5FE66C68A99F}"/>
                    </a:ext>
                  </a:extLst>
                </p:cNvPr>
                <p:cNvSpPr>
                  <a:spLocks noChangeAspect="1"/>
                </p:cNvSpPr>
                <p:nvPr/>
              </p:nvSpPr>
              <p:spPr>
                <a:xfrm>
                  <a:off x="6126723" y="2091475"/>
                  <a:ext cx="79251" cy="79368"/>
                </a:xfrm>
                <a:custGeom>
                  <a:avLst/>
                  <a:gdLst>
                    <a:gd name="connsiteX0" fmla="*/ 116031 w 116031"/>
                    <a:gd name="connsiteY0" fmla="*/ 58103 h 116204"/>
                    <a:gd name="connsiteX1" fmla="*/ 58016 w 116031"/>
                    <a:gd name="connsiteY1" fmla="*/ 116205 h 116204"/>
                    <a:gd name="connsiteX2" fmla="*/ 0 w 116031"/>
                    <a:gd name="connsiteY2" fmla="*/ 58103 h 116204"/>
                    <a:gd name="connsiteX3" fmla="*/ 58016 w 116031"/>
                    <a:gd name="connsiteY3" fmla="*/ 0 h 116204"/>
                    <a:gd name="connsiteX4" fmla="*/ 116031 w 116031"/>
                    <a:gd name="connsiteY4" fmla="*/ 58103 h 116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031" h="116204">
                      <a:moveTo>
                        <a:pt x="116031" y="58103"/>
                      </a:moveTo>
                      <a:cubicBezTo>
                        <a:pt x="116031" y="90192"/>
                        <a:pt x="90057" y="116205"/>
                        <a:pt x="58016" y="116205"/>
                      </a:cubicBezTo>
                      <a:cubicBezTo>
                        <a:pt x="25974" y="116205"/>
                        <a:pt x="0" y="90192"/>
                        <a:pt x="0" y="58103"/>
                      </a:cubicBezTo>
                      <a:cubicBezTo>
                        <a:pt x="0" y="26014"/>
                        <a:pt x="25974" y="0"/>
                        <a:pt x="58016" y="0"/>
                      </a:cubicBezTo>
                      <a:cubicBezTo>
                        <a:pt x="90057" y="0"/>
                        <a:pt x="116031" y="26014"/>
                        <a:pt x="116031" y="58103"/>
                      </a:cubicBezTo>
                      <a:close/>
                    </a:path>
                  </a:pathLst>
                </a:custGeom>
                <a:solidFill>
                  <a:schemeClr val="accent6"/>
                </a:solidFill>
                <a:ln w="1996" cap="flat">
                  <a:noFill/>
                  <a:prstDash val="solid"/>
                  <a:miter/>
                </a:ln>
              </p:spPr>
              <p:txBody>
                <a:bodyPr rtlCol="0" anchor="ctr"/>
                <a:lstStyle/>
                <a:p>
                  <a:endParaRPr lang="en-US" dirty="0"/>
                </a:p>
              </p:txBody>
            </p:sp>
          </p:grpSp>
          <p:sp>
            <p:nvSpPr>
              <p:cNvPr id="17" name="Freeform 896">
                <a:extLst>
                  <a:ext uri="{FF2B5EF4-FFF2-40B4-BE49-F238E27FC236}">
                    <a16:creationId xmlns:a16="http://schemas.microsoft.com/office/drawing/2014/main" id="{BEAA3505-26E2-86D4-82F6-46FF87025796}"/>
                  </a:ext>
                </a:extLst>
              </p:cNvPr>
              <p:cNvSpPr/>
              <p:nvPr/>
            </p:nvSpPr>
            <p:spPr>
              <a:xfrm rot="16200000">
                <a:off x="4034056" y="3099902"/>
                <a:ext cx="1057804" cy="443483"/>
              </a:xfrm>
              <a:custGeom>
                <a:avLst/>
                <a:gdLst>
                  <a:gd name="connsiteX0" fmla="*/ 608689 w 656813"/>
                  <a:gd name="connsiteY0" fmla="*/ 275368 h 275368"/>
                  <a:gd name="connsiteX1" fmla="*/ 656813 w 656813"/>
                  <a:gd name="connsiteY1" fmla="*/ 211932 h 275368"/>
                  <a:gd name="connsiteX2" fmla="*/ 0 w 656813"/>
                  <a:gd name="connsiteY2" fmla="*/ 0 h 275368"/>
                  <a:gd name="connsiteX3" fmla="*/ 0 w 656813"/>
                  <a:gd name="connsiteY3" fmla="*/ 79725 h 275368"/>
                  <a:gd name="connsiteX4" fmla="*/ 608689 w 656813"/>
                  <a:gd name="connsiteY4" fmla="*/ 275368 h 275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813" h="275368">
                    <a:moveTo>
                      <a:pt x="608689" y="275368"/>
                    </a:moveTo>
                    <a:lnTo>
                      <a:pt x="656813" y="211932"/>
                    </a:lnTo>
                    <a:cubicBezTo>
                      <a:pt x="465533" y="73957"/>
                      <a:pt x="235729" y="-193"/>
                      <a:pt x="0" y="0"/>
                    </a:cubicBezTo>
                    <a:lnTo>
                      <a:pt x="0" y="79725"/>
                    </a:lnTo>
                    <a:cubicBezTo>
                      <a:pt x="218340" y="79540"/>
                      <a:pt x="431234" y="147969"/>
                      <a:pt x="608689" y="275368"/>
                    </a:cubicBezTo>
                    <a:close/>
                  </a:path>
                </a:pathLst>
              </a:custGeom>
              <a:solidFill>
                <a:schemeClr val="accent5"/>
              </a:solidFill>
              <a:ln w="9504" cap="flat">
                <a:noFill/>
                <a:prstDash val="solid"/>
                <a:miter/>
              </a:ln>
            </p:spPr>
            <p:txBody>
              <a:bodyPr rtlCol="0" anchor="ctr"/>
              <a:lstStyle/>
              <a:p>
                <a:endParaRPr lang="en-US" dirty="0"/>
              </a:p>
            </p:txBody>
          </p:sp>
          <p:sp>
            <p:nvSpPr>
              <p:cNvPr id="18" name="Freeform 897">
                <a:extLst>
                  <a:ext uri="{FF2B5EF4-FFF2-40B4-BE49-F238E27FC236}">
                    <a16:creationId xmlns:a16="http://schemas.microsoft.com/office/drawing/2014/main" id="{6889ED7F-8963-CA7B-41BD-64D456B29D70}"/>
                  </a:ext>
                </a:extLst>
              </p:cNvPr>
              <p:cNvSpPr/>
              <p:nvPr/>
            </p:nvSpPr>
            <p:spPr>
              <a:xfrm rot="16200000">
                <a:off x="4033826" y="4157937"/>
                <a:ext cx="1058110" cy="443330"/>
              </a:xfrm>
              <a:custGeom>
                <a:avLst/>
                <a:gdLst>
                  <a:gd name="connsiteX0" fmla="*/ 657004 w 657003"/>
                  <a:gd name="connsiteY0" fmla="*/ 79725 h 275273"/>
                  <a:gd name="connsiteX1" fmla="*/ 657004 w 657003"/>
                  <a:gd name="connsiteY1" fmla="*/ 79725 h 275273"/>
                  <a:gd name="connsiteX2" fmla="*/ 657004 w 657003"/>
                  <a:gd name="connsiteY2" fmla="*/ 1 h 275273"/>
                  <a:gd name="connsiteX3" fmla="*/ 657004 w 657003"/>
                  <a:gd name="connsiteY3" fmla="*/ 1 h 275273"/>
                  <a:gd name="connsiteX4" fmla="*/ 0 w 657003"/>
                  <a:gd name="connsiteY4" fmla="*/ 211837 h 275273"/>
                  <a:gd name="connsiteX5" fmla="*/ 48315 w 657003"/>
                  <a:gd name="connsiteY5" fmla="*/ 275273 h 275273"/>
                  <a:gd name="connsiteX6" fmla="*/ 657004 w 657003"/>
                  <a:gd name="connsiteY6" fmla="*/ 79725 h 27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003" h="275273">
                    <a:moveTo>
                      <a:pt x="657004" y="79725"/>
                    </a:moveTo>
                    <a:lnTo>
                      <a:pt x="657004" y="79725"/>
                    </a:lnTo>
                    <a:lnTo>
                      <a:pt x="657004" y="1"/>
                    </a:lnTo>
                    <a:lnTo>
                      <a:pt x="657004" y="1"/>
                    </a:lnTo>
                    <a:cubicBezTo>
                      <a:pt x="421220" y="-260"/>
                      <a:pt x="191344" y="73858"/>
                      <a:pt x="0" y="211837"/>
                    </a:cubicBezTo>
                    <a:lnTo>
                      <a:pt x="48315" y="275273"/>
                    </a:lnTo>
                    <a:cubicBezTo>
                      <a:pt x="225769" y="147884"/>
                      <a:pt x="438670" y="79487"/>
                      <a:pt x="657004" y="79725"/>
                    </a:cubicBezTo>
                    <a:close/>
                  </a:path>
                </a:pathLst>
              </a:custGeom>
              <a:solidFill>
                <a:schemeClr val="accent4"/>
              </a:solidFill>
              <a:ln w="9504" cap="flat">
                <a:noFill/>
                <a:prstDash val="solid"/>
                <a:miter/>
              </a:ln>
            </p:spPr>
            <p:txBody>
              <a:bodyPr rtlCol="0" anchor="ctr"/>
              <a:lstStyle/>
              <a:p>
                <a:endParaRPr lang="en-US" dirty="0"/>
              </a:p>
            </p:txBody>
          </p:sp>
          <p:grpSp>
            <p:nvGrpSpPr>
              <p:cNvPr id="19" name="Group 18">
                <a:extLst>
                  <a:ext uri="{FF2B5EF4-FFF2-40B4-BE49-F238E27FC236}">
                    <a16:creationId xmlns:a16="http://schemas.microsoft.com/office/drawing/2014/main" id="{4CAEA0F0-1A52-16E1-CC42-4E387DAE6103}"/>
                  </a:ext>
                </a:extLst>
              </p:cNvPr>
              <p:cNvGrpSpPr/>
              <p:nvPr/>
            </p:nvGrpSpPr>
            <p:grpSpPr>
              <a:xfrm rot="16200000">
                <a:off x="4295691" y="2411327"/>
                <a:ext cx="721039" cy="683985"/>
                <a:chOff x="6634729" y="2648698"/>
                <a:chExt cx="447709" cy="424701"/>
              </a:xfrm>
            </p:grpSpPr>
            <p:sp>
              <p:nvSpPr>
                <p:cNvPr id="36" name="Freeform 909">
                  <a:extLst>
                    <a:ext uri="{FF2B5EF4-FFF2-40B4-BE49-F238E27FC236}">
                      <a16:creationId xmlns:a16="http://schemas.microsoft.com/office/drawing/2014/main" id="{C35D467A-2F57-B442-7252-699B4ABB698A}"/>
                    </a:ext>
                  </a:extLst>
                </p:cNvPr>
                <p:cNvSpPr/>
                <p:nvPr/>
              </p:nvSpPr>
              <p:spPr>
                <a:xfrm>
                  <a:off x="6850084" y="2725755"/>
                  <a:ext cx="155025" cy="153447"/>
                </a:xfrm>
                <a:custGeom>
                  <a:avLst/>
                  <a:gdLst>
                    <a:gd name="connsiteX0" fmla="*/ 0 w 155025"/>
                    <a:gd name="connsiteY0" fmla="*/ 153448 h 153447"/>
                    <a:gd name="connsiteX1" fmla="*/ 155026 w 155025"/>
                    <a:gd name="connsiteY1" fmla="*/ 0 h 153447"/>
                  </a:gdLst>
                  <a:ahLst/>
                  <a:cxnLst>
                    <a:cxn ang="0">
                      <a:pos x="connsiteX0" y="connsiteY0"/>
                    </a:cxn>
                    <a:cxn ang="0">
                      <a:pos x="connsiteX1" y="connsiteY1"/>
                    </a:cxn>
                  </a:cxnLst>
                  <a:rect l="l" t="t" r="r" b="b"/>
                  <a:pathLst>
                    <a:path w="155025" h="153447">
                      <a:moveTo>
                        <a:pt x="0" y="153448"/>
                      </a:moveTo>
                      <a:lnTo>
                        <a:pt x="155026" y="0"/>
                      </a:lnTo>
                    </a:path>
                  </a:pathLst>
                </a:custGeom>
                <a:ln w="18627" cap="flat">
                  <a:solidFill>
                    <a:schemeClr val="accent6"/>
                  </a:solidFill>
                  <a:prstDash val="solid"/>
                  <a:miter/>
                </a:ln>
              </p:spPr>
              <p:txBody>
                <a:bodyPr rtlCol="0" anchor="ctr"/>
                <a:lstStyle/>
                <a:p>
                  <a:endParaRPr lang="en-US" dirty="0"/>
                </a:p>
              </p:txBody>
            </p:sp>
            <p:sp>
              <p:nvSpPr>
                <p:cNvPr id="37" name="Freeform 910">
                  <a:extLst>
                    <a:ext uri="{FF2B5EF4-FFF2-40B4-BE49-F238E27FC236}">
                      <a16:creationId xmlns:a16="http://schemas.microsoft.com/office/drawing/2014/main" id="{95670723-372B-96F0-9FB8-A4BE17198F9C}"/>
                    </a:ext>
                  </a:extLst>
                </p:cNvPr>
                <p:cNvSpPr/>
                <p:nvPr/>
              </p:nvSpPr>
              <p:spPr>
                <a:xfrm>
                  <a:off x="6987331" y="2648698"/>
                  <a:ext cx="95107" cy="95250"/>
                </a:xfrm>
                <a:custGeom>
                  <a:avLst/>
                  <a:gdLst>
                    <a:gd name="connsiteX0" fmla="*/ 13971 w 95107"/>
                    <a:gd name="connsiteY0" fmla="*/ 13906 h 95250"/>
                    <a:gd name="connsiteX1" fmla="*/ 81222 w 95107"/>
                    <a:gd name="connsiteY1" fmla="*/ 13992 h 95250"/>
                    <a:gd name="connsiteX2" fmla="*/ 81137 w 95107"/>
                    <a:gd name="connsiteY2" fmla="*/ 81344 h 95250"/>
                    <a:gd name="connsiteX3" fmla="*/ 13971 w 95107"/>
                    <a:gd name="connsiteY3" fmla="*/ 81344 h 95250"/>
                    <a:gd name="connsiteX4" fmla="*/ 13886 w 95107"/>
                    <a:gd name="connsiteY4" fmla="*/ 13992 h 95250"/>
                    <a:gd name="connsiteX5" fmla="*/ 13971 w 95107"/>
                    <a:gd name="connsiteY5" fmla="*/ 13906 h 95250"/>
                    <a:gd name="connsiteX6" fmla="*/ 73032 w 95107"/>
                    <a:gd name="connsiteY6" fmla="*/ 73723 h 95250"/>
                    <a:gd name="connsiteX7" fmla="*/ 72998 w 95107"/>
                    <a:gd name="connsiteY7" fmla="*/ 22132 h 95250"/>
                    <a:gd name="connsiteX8" fmla="*/ 21484 w 95107"/>
                    <a:gd name="connsiteY8" fmla="*/ 22166 h 95250"/>
                    <a:gd name="connsiteX9" fmla="*/ 21484 w 95107"/>
                    <a:gd name="connsiteY9" fmla="*/ 73723 h 95250"/>
                    <a:gd name="connsiteX10" fmla="*/ 72863 w 95107"/>
                    <a:gd name="connsiteY10" fmla="*/ 73892 h 95250"/>
                    <a:gd name="connsiteX11" fmla="*/ 73032 w 95107"/>
                    <a:gd name="connsiteY11" fmla="*/ 73723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5107" h="95250">
                      <a:moveTo>
                        <a:pt x="13971" y="13906"/>
                      </a:moveTo>
                      <a:cubicBezTo>
                        <a:pt x="32565" y="-4669"/>
                        <a:pt x="62674" y="-4631"/>
                        <a:pt x="81222" y="13992"/>
                      </a:cubicBezTo>
                      <a:cubicBezTo>
                        <a:pt x="99770" y="32614"/>
                        <a:pt x="99731" y="62768"/>
                        <a:pt x="81137" y="81344"/>
                      </a:cubicBezTo>
                      <a:cubicBezTo>
                        <a:pt x="62576" y="99886"/>
                        <a:pt x="32532" y="99886"/>
                        <a:pt x="13971" y="81344"/>
                      </a:cubicBezTo>
                      <a:cubicBezTo>
                        <a:pt x="-4624" y="62768"/>
                        <a:pt x="-4662" y="32614"/>
                        <a:pt x="13886" y="13992"/>
                      </a:cubicBezTo>
                      <a:cubicBezTo>
                        <a:pt x="13914" y="13963"/>
                        <a:pt x="13942" y="13935"/>
                        <a:pt x="13971" y="13906"/>
                      </a:cubicBezTo>
                      <a:close/>
                      <a:moveTo>
                        <a:pt x="73032" y="73723"/>
                      </a:moveTo>
                      <a:cubicBezTo>
                        <a:pt x="87248" y="59468"/>
                        <a:pt x="87233" y="36369"/>
                        <a:pt x="72998" y="22132"/>
                      </a:cubicBezTo>
                      <a:cubicBezTo>
                        <a:pt x="58764" y="7895"/>
                        <a:pt x="35700" y="7910"/>
                        <a:pt x="21484" y="22166"/>
                      </a:cubicBezTo>
                      <a:cubicBezTo>
                        <a:pt x="7281" y="36409"/>
                        <a:pt x="7281" y="59481"/>
                        <a:pt x="21484" y="73723"/>
                      </a:cubicBezTo>
                      <a:cubicBezTo>
                        <a:pt x="35626" y="87979"/>
                        <a:pt x="58629" y="88055"/>
                        <a:pt x="72863" y="73892"/>
                      </a:cubicBezTo>
                      <a:cubicBezTo>
                        <a:pt x="72920" y="73836"/>
                        <a:pt x="72976" y="73780"/>
                        <a:pt x="73032" y="73723"/>
                      </a:cubicBezTo>
                      <a:close/>
                    </a:path>
                  </a:pathLst>
                </a:custGeom>
                <a:solidFill>
                  <a:schemeClr val="accent6"/>
                </a:solidFill>
                <a:ln w="4657" cap="flat">
                  <a:noFill/>
                  <a:prstDash val="solid"/>
                  <a:miter/>
                </a:ln>
              </p:spPr>
              <p:txBody>
                <a:bodyPr rtlCol="0" anchor="ctr"/>
                <a:lstStyle/>
                <a:p>
                  <a:endParaRPr lang="en-US" dirty="0"/>
                </a:p>
              </p:txBody>
            </p:sp>
            <p:sp>
              <p:nvSpPr>
                <p:cNvPr id="38" name="Freeform 911">
                  <a:extLst>
                    <a:ext uri="{FF2B5EF4-FFF2-40B4-BE49-F238E27FC236}">
                      <a16:creationId xmlns:a16="http://schemas.microsoft.com/office/drawing/2014/main" id="{41B1112D-E43F-8C35-7B52-175B499F5C50}"/>
                    </a:ext>
                  </a:extLst>
                </p:cNvPr>
                <p:cNvSpPr/>
                <p:nvPr/>
              </p:nvSpPr>
              <p:spPr>
                <a:xfrm>
                  <a:off x="6634729" y="2734215"/>
                  <a:ext cx="338678" cy="339184"/>
                </a:xfrm>
                <a:custGeom>
                  <a:avLst/>
                  <a:gdLst>
                    <a:gd name="connsiteX0" fmla="*/ 254008 w 338677"/>
                    <a:gd name="connsiteY0" fmla="*/ 84796 h 339184"/>
                    <a:gd name="connsiteX1" fmla="*/ 254008 w 338677"/>
                    <a:gd name="connsiteY1" fmla="*/ 254388 h 339184"/>
                    <a:gd name="connsiteX2" fmla="*/ 84669 w 338677"/>
                    <a:gd name="connsiteY2" fmla="*/ 254388 h 339184"/>
                    <a:gd name="connsiteX3" fmla="*/ 84669 w 338677"/>
                    <a:gd name="connsiteY3" fmla="*/ 84796 h 339184"/>
                    <a:gd name="connsiteX4" fmla="*/ 254008 w 338677"/>
                    <a:gd name="connsiteY4" fmla="*/ 84796 h 339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677" h="339184">
                      <a:moveTo>
                        <a:pt x="254008" y="84796"/>
                      </a:moveTo>
                      <a:cubicBezTo>
                        <a:pt x="300770" y="131628"/>
                        <a:pt x="300769" y="207557"/>
                        <a:pt x="254008" y="254388"/>
                      </a:cubicBezTo>
                      <a:cubicBezTo>
                        <a:pt x="207246" y="301220"/>
                        <a:pt x="131431" y="301220"/>
                        <a:pt x="84669" y="254388"/>
                      </a:cubicBezTo>
                      <a:cubicBezTo>
                        <a:pt x="37908" y="207557"/>
                        <a:pt x="37908" y="131628"/>
                        <a:pt x="84669" y="84796"/>
                      </a:cubicBezTo>
                      <a:cubicBezTo>
                        <a:pt x="131431" y="37965"/>
                        <a:pt x="207246" y="37965"/>
                        <a:pt x="254008" y="84796"/>
                      </a:cubicBezTo>
                      <a:close/>
                    </a:path>
                  </a:pathLst>
                </a:custGeom>
                <a:solidFill>
                  <a:srgbClr val="FFFFFF"/>
                </a:solidFill>
                <a:ln w="3136" cap="flat">
                  <a:solidFill>
                    <a:srgbClr val="FFFFFF"/>
                  </a:solidFill>
                  <a:prstDash val="solid"/>
                  <a:miter/>
                </a:ln>
              </p:spPr>
              <p:txBody>
                <a:bodyPr rtlCol="0" anchor="ctr"/>
                <a:lstStyle/>
                <a:p>
                  <a:endParaRPr lang="en-US" dirty="0"/>
                </a:p>
              </p:txBody>
            </p:sp>
            <p:sp>
              <p:nvSpPr>
                <p:cNvPr id="39" name="Freeform 912">
                  <a:extLst>
                    <a:ext uri="{FF2B5EF4-FFF2-40B4-BE49-F238E27FC236}">
                      <a16:creationId xmlns:a16="http://schemas.microsoft.com/office/drawing/2014/main" id="{B1E54847-13BB-2EDC-6EDD-B510901F669F}"/>
                    </a:ext>
                  </a:extLst>
                </p:cNvPr>
                <p:cNvSpPr/>
                <p:nvPr/>
              </p:nvSpPr>
              <p:spPr>
                <a:xfrm>
                  <a:off x="6685696" y="2785266"/>
                  <a:ext cx="236724" cy="237078"/>
                </a:xfrm>
                <a:custGeom>
                  <a:avLst/>
                  <a:gdLst>
                    <a:gd name="connsiteX0" fmla="*/ 177543 w 236724"/>
                    <a:gd name="connsiteY0" fmla="*/ 59270 h 237078"/>
                    <a:gd name="connsiteX1" fmla="*/ 177544 w 236724"/>
                    <a:gd name="connsiteY1" fmla="*/ 177809 h 237078"/>
                    <a:gd name="connsiteX2" fmla="*/ 59181 w 236724"/>
                    <a:gd name="connsiteY2" fmla="*/ 177809 h 237078"/>
                    <a:gd name="connsiteX3" fmla="*/ 59181 w 236724"/>
                    <a:gd name="connsiteY3" fmla="*/ 59270 h 237078"/>
                    <a:gd name="connsiteX4" fmla="*/ 177543 w 236724"/>
                    <a:gd name="connsiteY4" fmla="*/ 59270 h 237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724" h="237078">
                      <a:moveTo>
                        <a:pt x="177543" y="59270"/>
                      </a:moveTo>
                      <a:cubicBezTo>
                        <a:pt x="210228" y="92003"/>
                        <a:pt x="210228" y="145075"/>
                        <a:pt x="177544" y="177809"/>
                      </a:cubicBezTo>
                      <a:cubicBezTo>
                        <a:pt x="144859" y="210543"/>
                        <a:pt x="91866" y="210543"/>
                        <a:pt x="59181" y="177809"/>
                      </a:cubicBezTo>
                      <a:cubicBezTo>
                        <a:pt x="26497" y="145075"/>
                        <a:pt x="26496" y="92003"/>
                        <a:pt x="59181" y="59270"/>
                      </a:cubicBezTo>
                      <a:cubicBezTo>
                        <a:pt x="91866" y="26536"/>
                        <a:pt x="144859" y="26536"/>
                        <a:pt x="177543" y="59270"/>
                      </a:cubicBezTo>
                      <a:close/>
                    </a:path>
                  </a:pathLst>
                </a:custGeom>
                <a:gradFill>
                  <a:gsLst>
                    <a:gs pos="99000">
                      <a:schemeClr val="accent6"/>
                    </a:gs>
                    <a:gs pos="0">
                      <a:schemeClr val="accent6">
                        <a:lumMod val="75000"/>
                      </a:schemeClr>
                    </a:gs>
                  </a:gsLst>
                  <a:lin ang="0" scaled="0"/>
                </a:gradFill>
                <a:ln w="9504" cap="flat">
                  <a:noFill/>
                  <a:prstDash val="solid"/>
                  <a:miter/>
                </a:ln>
                <a:effectLst>
                  <a:outerShdw blurRad="127000" sx="101000" sy="101000" algn="ctr" rotWithShape="0">
                    <a:prstClr val="black">
                      <a:alpha val="15000"/>
                    </a:prstClr>
                  </a:outerShdw>
                </a:effectLst>
              </p:spPr>
              <p:txBody>
                <a:bodyPr rtlCol="0" anchor="ctr"/>
                <a:lstStyle/>
                <a:p>
                  <a:endParaRPr lang="en-US" dirty="0"/>
                </a:p>
              </p:txBody>
            </p:sp>
          </p:grpSp>
          <p:grpSp>
            <p:nvGrpSpPr>
              <p:cNvPr id="20" name="Group 19">
                <a:extLst>
                  <a:ext uri="{FF2B5EF4-FFF2-40B4-BE49-F238E27FC236}">
                    <a16:creationId xmlns:a16="http://schemas.microsoft.com/office/drawing/2014/main" id="{1EB343F5-74BE-4829-0394-5ACAA2E6D83D}"/>
                  </a:ext>
                </a:extLst>
              </p:cNvPr>
              <p:cNvGrpSpPr/>
              <p:nvPr/>
            </p:nvGrpSpPr>
            <p:grpSpPr>
              <a:xfrm rot="16200000">
                <a:off x="4019012" y="3470574"/>
                <a:ext cx="385931" cy="770843"/>
                <a:chOff x="6054084" y="2345897"/>
                <a:chExt cx="239633" cy="478633"/>
              </a:xfrm>
            </p:grpSpPr>
            <p:sp>
              <p:nvSpPr>
                <p:cNvPr id="32" name="Freeform 905">
                  <a:extLst>
                    <a:ext uri="{FF2B5EF4-FFF2-40B4-BE49-F238E27FC236}">
                      <a16:creationId xmlns:a16="http://schemas.microsoft.com/office/drawing/2014/main" id="{0435A09A-5DA3-E0AA-6BC6-88D859680433}"/>
                    </a:ext>
                  </a:extLst>
                </p:cNvPr>
                <p:cNvSpPr/>
                <p:nvPr/>
              </p:nvSpPr>
              <p:spPr>
                <a:xfrm>
                  <a:off x="6175573" y="2435242"/>
                  <a:ext cx="9510" cy="218313"/>
                </a:xfrm>
                <a:custGeom>
                  <a:avLst/>
                  <a:gdLst>
                    <a:gd name="connsiteX0" fmla="*/ 0 w 9510"/>
                    <a:gd name="connsiteY0" fmla="*/ 218313 h 218313"/>
                    <a:gd name="connsiteX1" fmla="*/ 0 w 9510"/>
                    <a:gd name="connsiteY1" fmla="*/ 0 h 218313"/>
                  </a:gdLst>
                  <a:ahLst/>
                  <a:cxnLst>
                    <a:cxn ang="0">
                      <a:pos x="connsiteX0" y="connsiteY0"/>
                    </a:cxn>
                    <a:cxn ang="0">
                      <a:pos x="connsiteX1" y="connsiteY1"/>
                    </a:cxn>
                  </a:cxnLst>
                  <a:rect l="l" t="t" r="r" b="b"/>
                  <a:pathLst>
                    <a:path w="9510" h="218313">
                      <a:moveTo>
                        <a:pt x="0" y="218313"/>
                      </a:moveTo>
                      <a:lnTo>
                        <a:pt x="0" y="0"/>
                      </a:lnTo>
                    </a:path>
                  </a:pathLst>
                </a:custGeom>
                <a:solidFill>
                  <a:schemeClr val="accent2"/>
                </a:solidFill>
                <a:ln w="18627" cap="flat">
                  <a:solidFill>
                    <a:schemeClr val="accent5"/>
                  </a:solidFill>
                  <a:prstDash val="solid"/>
                  <a:miter/>
                </a:ln>
              </p:spPr>
              <p:txBody>
                <a:bodyPr rtlCol="0" anchor="ctr"/>
                <a:lstStyle/>
                <a:p>
                  <a:endParaRPr lang="en-US" dirty="0"/>
                </a:p>
              </p:txBody>
            </p:sp>
            <p:sp>
              <p:nvSpPr>
                <p:cNvPr id="33" name="Freeform 906">
                  <a:extLst>
                    <a:ext uri="{FF2B5EF4-FFF2-40B4-BE49-F238E27FC236}">
                      <a16:creationId xmlns:a16="http://schemas.microsoft.com/office/drawing/2014/main" id="{576715D3-F153-AE03-15D7-9083A54926E5}"/>
                    </a:ext>
                  </a:extLst>
                </p:cNvPr>
                <p:cNvSpPr/>
                <p:nvPr/>
              </p:nvSpPr>
              <p:spPr>
                <a:xfrm>
                  <a:off x="6128019" y="2345897"/>
                  <a:ext cx="95107" cy="95250"/>
                </a:xfrm>
                <a:custGeom>
                  <a:avLst/>
                  <a:gdLst>
                    <a:gd name="connsiteX0" fmla="*/ 95108 w 95107"/>
                    <a:gd name="connsiteY0" fmla="*/ 47625 h 95250"/>
                    <a:gd name="connsiteX1" fmla="*/ 47554 w 95107"/>
                    <a:gd name="connsiteY1" fmla="*/ 95250 h 95250"/>
                    <a:gd name="connsiteX2" fmla="*/ 0 w 95107"/>
                    <a:gd name="connsiteY2" fmla="*/ 47625 h 95250"/>
                    <a:gd name="connsiteX3" fmla="*/ 47554 w 95107"/>
                    <a:gd name="connsiteY3" fmla="*/ 0 h 95250"/>
                    <a:gd name="connsiteX4" fmla="*/ 95108 w 95107"/>
                    <a:gd name="connsiteY4" fmla="*/ 47625 h 95250"/>
                    <a:gd name="connsiteX5" fmla="*/ 11128 w 95107"/>
                    <a:gd name="connsiteY5" fmla="*/ 47625 h 95250"/>
                    <a:gd name="connsiteX6" fmla="*/ 47554 w 95107"/>
                    <a:gd name="connsiteY6" fmla="*/ 84106 h 95250"/>
                    <a:gd name="connsiteX7" fmla="*/ 83980 w 95107"/>
                    <a:gd name="connsiteY7" fmla="*/ 47625 h 95250"/>
                    <a:gd name="connsiteX8" fmla="*/ 47554 w 95107"/>
                    <a:gd name="connsiteY8" fmla="*/ 11144 h 95250"/>
                    <a:gd name="connsiteX9" fmla="*/ 11128 w 95107"/>
                    <a:gd name="connsiteY9" fmla="*/ 47625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107" h="95250">
                      <a:moveTo>
                        <a:pt x="95108" y="47625"/>
                      </a:moveTo>
                      <a:cubicBezTo>
                        <a:pt x="95108" y="73928"/>
                        <a:pt x="73817" y="95250"/>
                        <a:pt x="47554" y="95250"/>
                      </a:cubicBezTo>
                      <a:cubicBezTo>
                        <a:pt x="21291" y="95250"/>
                        <a:pt x="0" y="73928"/>
                        <a:pt x="0" y="47625"/>
                      </a:cubicBezTo>
                      <a:cubicBezTo>
                        <a:pt x="0" y="21322"/>
                        <a:pt x="21291" y="0"/>
                        <a:pt x="47554" y="0"/>
                      </a:cubicBezTo>
                      <a:cubicBezTo>
                        <a:pt x="73817" y="0"/>
                        <a:pt x="95108" y="21322"/>
                        <a:pt x="95108" y="47625"/>
                      </a:cubicBezTo>
                      <a:close/>
                      <a:moveTo>
                        <a:pt x="11128" y="47625"/>
                      </a:moveTo>
                      <a:cubicBezTo>
                        <a:pt x="11128" y="67773"/>
                        <a:pt x="27436" y="84106"/>
                        <a:pt x="47554" y="84106"/>
                      </a:cubicBezTo>
                      <a:cubicBezTo>
                        <a:pt x="67671" y="84106"/>
                        <a:pt x="83980" y="67773"/>
                        <a:pt x="83980" y="47625"/>
                      </a:cubicBezTo>
                      <a:cubicBezTo>
                        <a:pt x="83980" y="27477"/>
                        <a:pt x="67671" y="11144"/>
                        <a:pt x="47554" y="11144"/>
                      </a:cubicBezTo>
                      <a:cubicBezTo>
                        <a:pt x="27458" y="11197"/>
                        <a:pt x="11180" y="27499"/>
                        <a:pt x="11128" y="47625"/>
                      </a:cubicBezTo>
                      <a:close/>
                    </a:path>
                  </a:pathLst>
                </a:custGeom>
                <a:solidFill>
                  <a:schemeClr val="accent5"/>
                </a:solidFill>
                <a:ln w="4657" cap="flat">
                  <a:noFill/>
                  <a:prstDash val="solid"/>
                  <a:miter/>
                </a:ln>
              </p:spPr>
              <p:txBody>
                <a:bodyPr rtlCol="0" anchor="ctr"/>
                <a:lstStyle/>
                <a:p>
                  <a:endParaRPr lang="en-US" dirty="0"/>
                </a:p>
              </p:txBody>
            </p:sp>
            <p:sp>
              <p:nvSpPr>
                <p:cNvPr id="34" name="Freeform 907">
                  <a:extLst>
                    <a:ext uri="{FF2B5EF4-FFF2-40B4-BE49-F238E27FC236}">
                      <a16:creationId xmlns:a16="http://schemas.microsoft.com/office/drawing/2014/main" id="{55AA345F-9CE5-BE74-93C4-CA9906DF4975}"/>
                    </a:ext>
                  </a:extLst>
                </p:cNvPr>
                <p:cNvSpPr/>
                <p:nvPr/>
              </p:nvSpPr>
              <p:spPr>
                <a:xfrm>
                  <a:off x="6054084" y="2584499"/>
                  <a:ext cx="239633" cy="240031"/>
                </a:xfrm>
                <a:custGeom>
                  <a:avLst/>
                  <a:gdLst>
                    <a:gd name="connsiteX0" fmla="*/ 208036 w 239633"/>
                    <a:gd name="connsiteY0" fmla="*/ 201262 h 240031"/>
                    <a:gd name="connsiteX1" fmla="*/ 38711 w 239633"/>
                    <a:gd name="connsiteY1" fmla="*/ 208348 h 240031"/>
                    <a:gd name="connsiteX2" fmla="*/ 31636 w 239633"/>
                    <a:gd name="connsiteY2" fmla="*/ 38769 h 240031"/>
                    <a:gd name="connsiteX3" fmla="*/ 200962 w 239633"/>
                    <a:gd name="connsiteY3" fmla="*/ 31684 h 240031"/>
                    <a:gd name="connsiteX4" fmla="*/ 200998 w 239633"/>
                    <a:gd name="connsiteY4" fmla="*/ 31717 h 240031"/>
                    <a:gd name="connsiteX5" fmla="*/ 208036 w 239633"/>
                    <a:gd name="connsiteY5" fmla="*/ 201262 h 2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9633" h="240031">
                      <a:moveTo>
                        <a:pt x="208036" y="201262"/>
                      </a:moveTo>
                      <a:cubicBezTo>
                        <a:pt x="163232" y="250047"/>
                        <a:pt x="87423" y="253219"/>
                        <a:pt x="38711" y="208348"/>
                      </a:cubicBezTo>
                      <a:cubicBezTo>
                        <a:pt x="-10001" y="163476"/>
                        <a:pt x="-13168" y="87553"/>
                        <a:pt x="31636" y="38769"/>
                      </a:cubicBezTo>
                      <a:cubicBezTo>
                        <a:pt x="76441" y="-10016"/>
                        <a:pt x="152250" y="-13188"/>
                        <a:pt x="200962" y="31684"/>
                      </a:cubicBezTo>
                      <a:cubicBezTo>
                        <a:pt x="200974" y="31695"/>
                        <a:pt x="200986" y="31706"/>
                        <a:pt x="200998" y="31717"/>
                      </a:cubicBezTo>
                      <a:cubicBezTo>
                        <a:pt x="249625" y="76620"/>
                        <a:pt x="252774" y="152473"/>
                        <a:pt x="208036" y="201262"/>
                      </a:cubicBezTo>
                      <a:close/>
                    </a:path>
                  </a:pathLst>
                </a:custGeom>
                <a:solidFill>
                  <a:srgbClr val="FFFFFF"/>
                </a:solidFill>
                <a:ln w="3136" cap="flat">
                  <a:solidFill>
                    <a:srgbClr val="FFFFFF"/>
                  </a:solidFill>
                  <a:prstDash val="solid"/>
                  <a:miter/>
                </a:ln>
              </p:spPr>
              <p:txBody>
                <a:bodyPr rtlCol="0" anchor="ctr"/>
                <a:lstStyle/>
                <a:p>
                  <a:endParaRPr lang="en-US" dirty="0"/>
                </a:p>
              </p:txBody>
            </p:sp>
            <p:sp>
              <p:nvSpPr>
                <p:cNvPr id="35" name="Freeform 908">
                  <a:extLst>
                    <a:ext uri="{FF2B5EF4-FFF2-40B4-BE49-F238E27FC236}">
                      <a16:creationId xmlns:a16="http://schemas.microsoft.com/office/drawing/2014/main" id="{5A2E3DFA-FAD8-B66F-FD48-9DA1246D18AE}"/>
                    </a:ext>
                  </a:extLst>
                </p:cNvPr>
                <p:cNvSpPr/>
                <p:nvPr/>
              </p:nvSpPr>
              <p:spPr>
                <a:xfrm>
                  <a:off x="6090320" y="2620691"/>
                  <a:ext cx="167351" cy="167640"/>
                </a:xfrm>
                <a:custGeom>
                  <a:avLst/>
                  <a:gdLst>
                    <a:gd name="connsiteX0" fmla="*/ 145270 w 167351"/>
                    <a:gd name="connsiteY0" fmla="*/ 140592 h 167640"/>
                    <a:gd name="connsiteX1" fmla="*/ 27009 w 167351"/>
                    <a:gd name="connsiteY1" fmla="*/ 145487 h 167640"/>
                    <a:gd name="connsiteX2" fmla="*/ 22120 w 167351"/>
                    <a:gd name="connsiteY2" fmla="*/ 27049 h 167640"/>
                    <a:gd name="connsiteX3" fmla="*/ 140324 w 167351"/>
                    <a:gd name="connsiteY3" fmla="*/ 22101 h 167640"/>
                    <a:gd name="connsiteX4" fmla="*/ 145270 w 167351"/>
                    <a:gd name="connsiteY4" fmla="*/ 140592 h 16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51" h="167640">
                      <a:moveTo>
                        <a:pt x="145270" y="140592"/>
                      </a:moveTo>
                      <a:cubicBezTo>
                        <a:pt x="113963" y="174649"/>
                        <a:pt x="61016" y="176841"/>
                        <a:pt x="27009" y="145487"/>
                      </a:cubicBezTo>
                      <a:cubicBezTo>
                        <a:pt x="-6998" y="114134"/>
                        <a:pt x="-9187" y="61107"/>
                        <a:pt x="22120" y="27049"/>
                      </a:cubicBezTo>
                      <a:cubicBezTo>
                        <a:pt x="53407" y="-6986"/>
                        <a:pt x="106311" y="-9201"/>
                        <a:pt x="140324" y="22101"/>
                      </a:cubicBezTo>
                      <a:cubicBezTo>
                        <a:pt x="174331" y="53468"/>
                        <a:pt x="176544" y="106492"/>
                        <a:pt x="145270" y="140592"/>
                      </a:cubicBezTo>
                      <a:close/>
                    </a:path>
                  </a:pathLst>
                </a:custGeom>
                <a:gradFill>
                  <a:gsLst>
                    <a:gs pos="99000">
                      <a:schemeClr val="accent5"/>
                    </a:gs>
                    <a:gs pos="0">
                      <a:schemeClr val="accent5">
                        <a:lumMod val="75000"/>
                      </a:schemeClr>
                    </a:gs>
                  </a:gsLst>
                  <a:lin ang="9600000" scaled="0"/>
                </a:gradFill>
                <a:ln w="9504" cap="flat">
                  <a:noFill/>
                  <a:prstDash val="solid"/>
                  <a:miter/>
                </a:ln>
                <a:effectLst>
                  <a:outerShdw blurRad="127000" sx="101000" sy="101000" algn="ctr" rotWithShape="0">
                    <a:prstClr val="black">
                      <a:alpha val="15000"/>
                    </a:prstClr>
                  </a:outerShdw>
                </a:effectLst>
              </p:spPr>
              <p:txBody>
                <a:bodyPr rtlCol="0" anchor="ctr"/>
                <a:lstStyle/>
                <a:p>
                  <a:endParaRPr lang="en-US" dirty="0"/>
                </a:p>
              </p:txBody>
            </p:sp>
          </p:grpSp>
          <p:grpSp>
            <p:nvGrpSpPr>
              <p:cNvPr id="21" name="Group 20">
                <a:extLst>
                  <a:ext uri="{FF2B5EF4-FFF2-40B4-BE49-F238E27FC236}">
                    <a16:creationId xmlns:a16="http://schemas.microsoft.com/office/drawing/2014/main" id="{E07F98E8-2F8F-5BAE-F0BE-B45DC7B755A2}"/>
                  </a:ext>
                </a:extLst>
              </p:cNvPr>
              <p:cNvGrpSpPr/>
              <p:nvPr/>
            </p:nvGrpSpPr>
            <p:grpSpPr>
              <a:xfrm rot="16200000">
                <a:off x="4306322" y="4625201"/>
                <a:ext cx="699711" cy="684037"/>
                <a:chOff x="5266683" y="2648660"/>
                <a:chExt cx="434465" cy="424733"/>
              </a:xfrm>
            </p:grpSpPr>
            <p:sp>
              <p:nvSpPr>
                <p:cNvPr id="28" name="Freeform 901">
                  <a:extLst>
                    <a:ext uri="{FF2B5EF4-FFF2-40B4-BE49-F238E27FC236}">
                      <a16:creationId xmlns:a16="http://schemas.microsoft.com/office/drawing/2014/main" id="{61428A42-04D5-D270-E6EB-DE79FE03D064}"/>
                    </a:ext>
                  </a:extLst>
                </p:cNvPr>
                <p:cNvSpPr/>
                <p:nvPr/>
              </p:nvSpPr>
              <p:spPr>
                <a:xfrm>
                  <a:off x="5351941" y="2725754"/>
                  <a:ext cx="155025" cy="153447"/>
                </a:xfrm>
                <a:custGeom>
                  <a:avLst/>
                  <a:gdLst>
                    <a:gd name="connsiteX0" fmla="*/ 155025 w 155025"/>
                    <a:gd name="connsiteY0" fmla="*/ 153448 h 153447"/>
                    <a:gd name="connsiteX1" fmla="*/ 0 w 155025"/>
                    <a:gd name="connsiteY1" fmla="*/ 0 h 153447"/>
                  </a:gdLst>
                  <a:ahLst/>
                  <a:cxnLst>
                    <a:cxn ang="0">
                      <a:pos x="connsiteX0" y="connsiteY0"/>
                    </a:cxn>
                    <a:cxn ang="0">
                      <a:pos x="connsiteX1" y="connsiteY1"/>
                    </a:cxn>
                  </a:cxnLst>
                  <a:rect l="l" t="t" r="r" b="b"/>
                  <a:pathLst>
                    <a:path w="155025" h="153447">
                      <a:moveTo>
                        <a:pt x="155025" y="153448"/>
                      </a:moveTo>
                      <a:lnTo>
                        <a:pt x="0" y="0"/>
                      </a:lnTo>
                    </a:path>
                  </a:pathLst>
                </a:custGeom>
                <a:ln w="18627" cap="flat">
                  <a:solidFill>
                    <a:schemeClr val="accent4"/>
                  </a:solidFill>
                  <a:prstDash val="solid"/>
                  <a:miter/>
                </a:ln>
              </p:spPr>
              <p:txBody>
                <a:bodyPr rtlCol="0" anchor="ctr"/>
                <a:lstStyle/>
                <a:p>
                  <a:endParaRPr lang="en-US" dirty="0"/>
                </a:p>
              </p:txBody>
            </p:sp>
            <p:sp>
              <p:nvSpPr>
                <p:cNvPr id="29" name="Freeform 902">
                  <a:extLst>
                    <a:ext uri="{FF2B5EF4-FFF2-40B4-BE49-F238E27FC236}">
                      <a16:creationId xmlns:a16="http://schemas.microsoft.com/office/drawing/2014/main" id="{D841D34B-E4E2-59E0-3ABF-97F7EF2BF345}"/>
                    </a:ext>
                  </a:extLst>
                </p:cNvPr>
                <p:cNvSpPr/>
                <p:nvPr/>
              </p:nvSpPr>
              <p:spPr>
                <a:xfrm>
                  <a:off x="5266683" y="2648660"/>
                  <a:ext cx="95107" cy="95249"/>
                </a:xfrm>
                <a:custGeom>
                  <a:avLst/>
                  <a:gdLst>
                    <a:gd name="connsiteX0" fmla="*/ 81174 w 95107"/>
                    <a:gd name="connsiteY0" fmla="*/ 13944 h 95249"/>
                    <a:gd name="connsiteX1" fmla="*/ 81184 w 95107"/>
                    <a:gd name="connsiteY1" fmla="*/ 81296 h 95249"/>
                    <a:gd name="connsiteX2" fmla="*/ 13933 w 95107"/>
                    <a:gd name="connsiteY2" fmla="*/ 81306 h 95249"/>
                    <a:gd name="connsiteX3" fmla="*/ 13923 w 95107"/>
                    <a:gd name="connsiteY3" fmla="*/ 13954 h 95249"/>
                    <a:gd name="connsiteX4" fmla="*/ 13933 w 95107"/>
                    <a:gd name="connsiteY4" fmla="*/ 13944 h 95249"/>
                    <a:gd name="connsiteX5" fmla="*/ 81174 w 95107"/>
                    <a:gd name="connsiteY5" fmla="*/ 13944 h 95249"/>
                    <a:gd name="connsiteX6" fmla="*/ 22113 w 95107"/>
                    <a:gd name="connsiteY6" fmla="*/ 73761 h 95249"/>
                    <a:gd name="connsiteX7" fmla="*/ 73627 w 95107"/>
                    <a:gd name="connsiteY7" fmla="*/ 73822 h 95249"/>
                    <a:gd name="connsiteX8" fmla="*/ 73688 w 95107"/>
                    <a:gd name="connsiteY8" fmla="*/ 22231 h 95249"/>
                    <a:gd name="connsiteX9" fmla="*/ 22174 w 95107"/>
                    <a:gd name="connsiteY9" fmla="*/ 22169 h 95249"/>
                    <a:gd name="connsiteX10" fmla="*/ 22113 w 95107"/>
                    <a:gd name="connsiteY10" fmla="*/ 22231 h 95249"/>
                    <a:gd name="connsiteX11" fmla="*/ 22113 w 95107"/>
                    <a:gd name="connsiteY11" fmla="*/ 73761 h 95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5107" h="95249">
                      <a:moveTo>
                        <a:pt x="81174" y="13944"/>
                      </a:moveTo>
                      <a:cubicBezTo>
                        <a:pt x="99748" y="32540"/>
                        <a:pt x="99753" y="62694"/>
                        <a:pt x="81184" y="81296"/>
                      </a:cubicBezTo>
                      <a:cubicBezTo>
                        <a:pt x="62616" y="99897"/>
                        <a:pt x="32507" y="99902"/>
                        <a:pt x="13933" y="81306"/>
                      </a:cubicBezTo>
                      <a:cubicBezTo>
                        <a:pt x="-4640" y="62710"/>
                        <a:pt x="-4645" y="32556"/>
                        <a:pt x="13923" y="13954"/>
                      </a:cubicBezTo>
                      <a:cubicBezTo>
                        <a:pt x="13926" y="13951"/>
                        <a:pt x="13930" y="13947"/>
                        <a:pt x="13933" y="13944"/>
                      </a:cubicBezTo>
                      <a:cubicBezTo>
                        <a:pt x="32503" y="-4648"/>
                        <a:pt x="62605" y="-4648"/>
                        <a:pt x="81174" y="13944"/>
                      </a:cubicBezTo>
                      <a:close/>
                      <a:moveTo>
                        <a:pt x="22113" y="73761"/>
                      </a:moveTo>
                      <a:cubicBezTo>
                        <a:pt x="36321" y="88024"/>
                        <a:pt x="59385" y="88052"/>
                        <a:pt x="73627" y="73822"/>
                      </a:cubicBezTo>
                      <a:cubicBezTo>
                        <a:pt x="87869" y="59593"/>
                        <a:pt x="87897" y="36494"/>
                        <a:pt x="73688" y="22231"/>
                      </a:cubicBezTo>
                      <a:cubicBezTo>
                        <a:pt x="59480" y="7967"/>
                        <a:pt x="36416" y="7940"/>
                        <a:pt x="22174" y="22169"/>
                      </a:cubicBezTo>
                      <a:cubicBezTo>
                        <a:pt x="22153" y="22190"/>
                        <a:pt x="22133" y="22210"/>
                        <a:pt x="22113" y="22231"/>
                      </a:cubicBezTo>
                      <a:cubicBezTo>
                        <a:pt x="7980" y="36492"/>
                        <a:pt x="7980" y="59500"/>
                        <a:pt x="22113" y="73761"/>
                      </a:cubicBezTo>
                      <a:close/>
                    </a:path>
                  </a:pathLst>
                </a:custGeom>
                <a:solidFill>
                  <a:schemeClr val="accent4"/>
                </a:solidFill>
                <a:ln w="4657" cap="flat">
                  <a:noFill/>
                  <a:prstDash val="solid"/>
                  <a:miter/>
                </a:ln>
              </p:spPr>
              <p:txBody>
                <a:bodyPr rtlCol="0" anchor="ctr"/>
                <a:lstStyle/>
                <a:p>
                  <a:endParaRPr lang="en-US" dirty="0"/>
                </a:p>
              </p:txBody>
            </p:sp>
            <p:sp>
              <p:nvSpPr>
                <p:cNvPr id="30" name="Freeform 903">
                  <a:extLst>
                    <a:ext uri="{FF2B5EF4-FFF2-40B4-BE49-F238E27FC236}">
                      <a16:creationId xmlns:a16="http://schemas.microsoft.com/office/drawing/2014/main" id="{91FA91BA-87A5-38C5-DC5D-56F693F6E5F7}"/>
                    </a:ext>
                  </a:extLst>
                </p:cNvPr>
                <p:cNvSpPr/>
                <p:nvPr/>
              </p:nvSpPr>
              <p:spPr>
                <a:xfrm>
                  <a:off x="5362471" y="2734209"/>
                  <a:ext cx="338677" cy="339184"/>
                </a:xfrm>
                <a:custGeom>
                  <a:avLst/>
                  <a:gdLst>
                    <a:gd name="connsiteX0" fmla="*/ 254008 w 338677"/>
                    <a:gd name="connsiteY0" fmla="*/ 84796 h 339184"/>
                    <a:gd name="connsiteX1" fmla="*/ 254008 w 338677"/>
                    <a:gd name="connsiteY1" fmla="*/ 254388 h 339184"/>
                    <a:gd name="connsiteX2" fmla="*/ 84669 w 338677"/>
                    <a:gd name="connsiteY2" fmla="*/ 254388 h 339184"/>
                    <a:gd name="connsiteX3" fmla="*/ 84669 w 338677"/>
                    <a:gd name="connsiteY3" fmla="*/ 84796 h 339184"/>
                    <a:gd name="connsiteX4" fmla="*/ 254008 w 338677"/>
                    <a:gd name="connsiteY4" fmla="*/ 84796 h 339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677" h="339184">
                      <a:moveTo>
                        <a:pt x="254008" y="84796"/>
                      </a:moveTo>
                      <a:cubicBezTo>
                        <a:pt x="300770" y="131628"/>
                        <a:pt x="300770" y="207557"/>
                        <a:pt x="254008" y="254388"/>
                      </a:cubicBezTo>
                      <a:cubicBezTo>
                        <a:pt x="207246" y="301220"/>
                        <a:pt x="131431" y="301220"/>
                        <a:pt x="84669" y="254388"/>
                      </a:cubicBezTo>
                      <a:cubicBezTo>
                        <a:pt x="37908" y="207557"/>
                        <a:pt x="37908" y="131628"/>
                        <a:pt x="84669" y="84796"/>
                      </a:cubicBezTo>
                      <a:cubicBezTo>
                        <a:pt x="131431" y="37965"/>
                        <a:pt x="207246" y="37965"/>
                        <a:pt x="254008" y="84796"/>
                      </a:cubicBezTo>
                      <a:close/>
                    </a:path>
                  </a:pathLst>
                </a:custGeom>
                <a:solidFill>
                  <a:srgbClr val="FFFFFF"/>
                </a:solidFill>
                <a:ln w="3136" cap="flat">
                  <a:solidFill>
                    <a:srgbClr val="FFFFFF"/>
                  </a:solidFill>
                  <a:prstDash val="solid"/>
                  <a:miter/>
                </a:ln>
              </p:spPr>
              <p:txBody>
                <a:bodyPr rtlCol="0" anchor="ctr"/>
                <a:lstStyle/>
                <a:p>
                  <a:endParaRPr lang="en-US" dirty="0"/>
                </a:p>
              </p:txBody>
            </p:sp>
            <p:sp>
              <p:nvSpPr>
                <p:cNvPr id="31" name="Freeform 904">
                  <a:extLst>
                    <a:ext uri="{FF2B5EF4-FFF2-40B4-BE49-F238E27FC236}">
                      <a16:creationId xmlns:a16="http://schemas.microsoft.com/office/drawing/2014/main" id="{8BBE85AE-5300-E80B-D956-907B02E32353}"/>
                    </a:ext>
                  </a:extLst>
                </p:cNvPr>
                <p:cNvSpPr/>
                <p:nvPr/>
              </p:nvSpPr>
              <p:spPr>
                <a:xfrm>
                  <a:off x="5413448" y="2785262"/>
                  <a:ext cx="236724" cy="237078"/>
                </a:xfrm>
                <a:custGeom>
                  <a:avLst/>
                  <a:gdLst>
                    <a:gd name="connsiteX0" fmla="*/ 177543 w 236724"/>
                    <a:gd name="connsiteY0" fmla="*/ 59270 h 237078"/>
                    <a:gd name="connsiteX1" fmla="*/ 177543 w 236724"/>
                    <a:gd name="connsiteY1" fmla="*/ 177809 h 237078"/>
                    <a:gd name="connsiteX2" fmla="*/ 59181 w 236724"/>
                    <a:gd name="connsiteY2" fmla="*/ 177809 h 237078"/>
                    <a:gd name="connsiteX3" fmla="*/ 59181 w 236724"/>
                    <a:gd name="connsiteY3" fmla="*/ 59270 h 237078"/>
                    <a:gd name="connsiteX4" fmla="*/ 177543 w 236724"/>
                    <a:gd name="connsiteY4" fmla="*/ 59270 h 237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724" h="237078">
                      <a:moveTo>
                        <a:pt x="177543" y="59270"/>
                      </a:moveTo>
                      <a:cubicBezTo>
                        <a:pt x="210228" y="92004"/>
                        <a:pt x="210228" y="145075"/>
                        <a:pt x="177543" y="177809"/>
                      </a:cubicBezTo>
                      <a:cubicBezTo>
                        <a:pt x="144858" y="210543"/>
                        <a:pt x="91866" y="210543"/>
                        <a:pt x="59181" y="177809"/>
                      </a:cubicBezTo>
                      <a:cubicBezTo>
                        <a:pt x="26496" y="145075"/>
                        <a:pt x="26496" y="92004"/>
                        <a:pt x="59181" y="59270"/>
                      </a:cubicBezTo>
                      <a:cubicBezTo>
                        <a:pt x="91866" y="26536"/>
                        <a:pt x="144858" y="26536"/>
                        <a:pt x="177543" y="59270"/>
                      </a:cubicBezTo>
                      <a:close/>
                    </a:path>
                  </a:pathLst>
                </a:custGeom>
                <a:gradFill>
                  <a:gsLst>
                    <a:gs pos="99000">
                      <a:schemeClr val="accent4"/>
                    </a:gs>
                    <a:gs pos="0">
                      <a:schemeClr val="accent4">
                        <a:lumMod val="75000"/>
                      </a:schemeClr>
                    </a:gs>
                  </a:gsLst>
                  <a:lin ang="6000000" scaled="0"/>
                </a:gradFill>
                <a:ln w="9504" cap="flat">
                  <a:noFill/>
                  <a:prstDash val="solid"/>
                  <a:miter/>
                </a:ln>
                <a:effectLst>
                  <a:outerShdw blurRad="127000" sx="101000" sy="101000" algn="ctr" rotWithShape="0">
                    <a:prstClr val="black">
                      <a:alpha val="15000"/>
                    </a:prstClr>
                  </a:outerShdw>
                </a:effectLst>
              </p:spPr>
              <p:txBody>
                <a:bodyPr rtlCol="0" anchor="ctr"/>
                <a:lstStyle/>
                <a:p>
                  <a:endParaRPr lang="en-US" dirty="0"/>
                </a:p>
              </p:txBody>
            </p:sp>
          </p:grpSp>
          <p:sp>
            <p:nvSpPr>
              <p:cNvPr id="22" name="Freeform 29">
                <a:extLst>
                  <a:ext uri="{FF2B5EF4-FFF2-40B4-BE49-F238E27FC236}">
                    <a16:creationId xmlns:a16="http://schemas.microsoft.com/office/drawing/2014/main" id="{9F59E651-DB83-09E0-821C-C155E5C06BCC}"/>
                  </a:ext>
                </a:extLst>
              </p:cNvPr>
              <p:cNvSpPr>
                <a:spLocks noChangeAspect="1" noEditPoints="1"/>
              </p:cNvSpPr>
              <p:nvPr/>
            </p:nvSpPr>
            <p:spPr bwMode="auto">
              <a:xfrm>
                <a:off x="8414984" y="5093207"/>
                <a:ext cx="336152" cy="284144"/>
              </a:xfrm>
              <a:custGeom>
                <a:avLst/>
                <a:gdLst/>
                <a:ahLst/>
                <a:cxnLst>
                  <a:cxn ang="0">
                    <a:pos x="10" y="216"/>
                  </a:cxn>
                  <a:cxn ang="0">
                    <a:pos x="246" y="216"/>
                  </a:cxn>
                  <a:cxn ang="0">
                    <a:pos x="256" y="206"/>
                  </a:cxn>
                  <a:cxn ang="0">
                    <a:pos x="256" y="202"/>
                  </a:cxn>
                  <a:cxn ang="0">
                    <a:pos x="246" y="192"/>
                  </a:cxn>
                  <a:cxn ang="0">
                    <a:pos x="10" y="192"/>
                  </a:cxn>
                  <a:cxn ang="0">
                    <a:pos x="0" y="202"/>
                  </a:cxn>
                  <a:cxn ang="0">
                    <a:pos x="0" y="206"/>
                  </a:cxn>
                  <a:cxn ang="0">
                    <a:pos x="10" y="216"/>
                  </a:cxn>
                  <a:cxn ang="0">
                    <a:pos x="48" y="180"/>
                  </a:cxn>
                  <a:cxn ang="0">
                    <a:pos x="72" y="180"/>
                  </a:cxn>
                  <a:cxn ang="0">
                    <a:pos x="84" y="168"/>
                  </a:cxn>
                  <a:cxn ang="0">
                    <a:pos x="84" y="12"/>
                  </a:cxn>
                  <a:cxn ang="0">
                    <a:pos x="72" y="0"/>
                  </a:cxn>
                  <a:cxn ang="0">
                    <a:pos x="48" y="0"/>
                  </a:cxn>
                  <a:cxn ang="0">
                    <a:pos x="36" y="12"/>
                  </a:cxn>
                  <a:cxn ang="0">
                    <a:pos x="36" y="168"/>
                  </a:cxn>
                  <a:cxn ang="0">
                    <a:pos x="48" y="180"/>
                  </a:cxn>
                  <a:cxn ang="0">
                    <a:pos x="116" y="180"/>
                  </a:cxn>
                  <a:cxn ang="0">
                    <a:pos x="140" y="180"/>
                  </a:cxn>
                  <a:cxn ang="0">
                    <a:pos x="152" y="168"/>
                  </a:cxn>
                  <a:cxn ang="0">
                    <a:pos x="152" y="68"/>
                  </a:cxn>
                  <a:cxn ang="0">
                    <a:pos x="140" y="56"/>
                  </a:cxn>
                  <a:cxn ang="0">
                    <a:pos x="116" y="56"/>
                  </a:cxn>
                  <a:cxn ang="0">
                    <a:pos x="104" y="68"/>
                  </a:cxn>
                  <a:cxn ang="0">
                    <a:pos x="104" y="168"/>
                  </a:cxn>
                  <a:cxn ang="0">
                    <a:pos x="116" y="180"/>
                  </a:cxn>
                  <a:cxn ang="0">
                    <a:pos x="184" y="180"/>
                  </a:cxn>
                  <a:cxn ang="0">
                    <a:pos x="208" y="180"/>
                  </a:cxn>
                  <a:cxn ang="0">
                    <a:pos x="220" y="168"/>
                  </a:cxn>
                  <a:cxn ang="0">
                    <a:pos x="220" y="124"/>
                  </a:cxn>
                  <a:cxn ang="0">
                    <a:pos x="208" y="112"/>
                  </a:cxn>
                  <a:cxn ang="0">
                    <a:pos x="184" y="112"/>
                  </a:cxn>
                  <a:cxn ang="0">
                    <a:pos x="172" y="124"/>
                  </a:cxn>
                  <a:cxn ang="0">
                    <a:pos x="172" y="168"/>
                  </a:cxn>
                  <a:cxn ang="0">
                    <a:pos x="184" y="180"/>
                  </a:cxn>
                </a:cxnLst>
                <a:rect l="0" t="0" r="r" b="b"/>
                <a:pathLst>
                  <a:path w="256" h="216">
                    <a:moveTo>
                      <a:pt x="10" y="216"/>
                    </a:moveTo>
                    <a:cubicBezTo>
                      <a:pt x="246" y="216"/>
                      <a:pt x="246" y="216"/>
                      <a:pt x="246" y="216"/>
                    </a:cubicBezTo>
                    <a:cubicBezTo>
                      <a:pt x="252" y="216"/>
                      <a:pt x="256" y="212"/>
                      <a:pt x="256" y="206"/>
                    </a:cubicBezTo>
                    <a:cubicBezTo>
                      <a:pt x="256" y="202"/>
                      <a:pt x="256" y="202"/>
                      <a:pt x="256" y="202"/>
                    </a:cubicBezTo>
                    <a:cubicBezTo>
                      <a:pt x="256" y="196"/>
                      <a:pt x="252" y="192"/>
                      <a:pt x="246" y="192"/>
                    </a:cubicBezTo>
                    <a:cubicBezTo>
                      <a:pt x="10" y="192"/>
                      <a:pt x="10" y="192"/>
                      <a:pt x="10" y="192"/>
                    </a:cubicBezTo>
                    <a:cubicBezTo>
                      <a:pt x="4" y="192"/>
                      <a:pt x="0" y="196"/>
                      <a:pt x="0" y="202"/>
                    </a:cubicBezTo>
                    <a:cubicBezTo>
                      <a:pt x="0" y="206"/>
                      <a:pt x="0" y="206"/>
                      <a:pt x="0" y="206"/>
                    </a:cubicBezTo>
                    <a:cubicBezTo>
                      <a:pt x="0" y="212"/>
                      <a:pt x="4" y="216"/>
                      <a:pt x="10" y="216"/>
                    </a:cubicBezTo>
                    <a:moveTo>
                      <a:pt x="48" y="180"/>
                    </a:moveTo>
                    <a:cubicBezTo>
                      <a:pt x="72" y="180"/>
                      <a:pt x="72" y="180"/>
                      <a:pt x="72" y="180"/>
                    </a:cubicBezTo>
                    <a:cubicBezTo>
                      <a:pt x="79" y="180"/>
                      <a:pt x="84" y="175"/>
                      <a:pt x="84" y="168"/>
                    </a:cubicBezTo>
                    <a:cubicBezTo>
                      <a:pt x="84" y="12"/>
                      <a:pt x="84" y="12"/>
                      <a:pt x="84" y="12"/>
                    </a:cubicBezTo>
                    <a:cubicBezTo>
                      <a:pt x="84" y="5"/>
                      <a:pt x="79" y="0"/>
                      <a:pt x="72" y="0"/>
                    </a:cubicBezTo>
                    <a:cubicBezTo>
                      <a:pt x="48" y="0"/>
                      <a:pt x="48" y="0"/>
                      <a:pt x="48" y="0"/>
                    </a:cubicBezTo>
                    <a:cubicBezTo>
                      <a:pt x="41" y="0"/>
                      <a:pt x="36" y="5"/>
                      <a:pt x="36" y="12"/>
                    </a:cubicBezTo>
                    <a:cubicBezTo>
                      <a:pt x="36" y="168"/>
                      <a:pt x="36" y="168"/>
                      <a:pt x="36" y="168"/>
                    </a:cubicBezTo>
                    <a:cubicBezTo>
                      <a:pt x="36" y="175"/>
                      <a:pt x="41" y="180"/>
                      <a:pt x="48" y="180"/>
                    </a:cubicBezTo>
                    <a:moveTo>
                      <a:pt x="116" y="180"/>
                    </a:moveTo>
                    <a:cubicBezTo>
                      <a:pt x="140" y="180"/>
                      <a:pt x="140" y="180"/>
                      <a:pt x="140" y="180"/>
                    </a:cubicBezTo>
                    <a:cubicBezTo>
                      <a:pt x="147" y="180"/>
                      <a:pt x="152" y="175"/>
                      <a:pt x="152" y="168"/>
                    </a:cubicBezTo>
                    <a:cubicBezTo>
                      <a:pt x="152" y="68"/>
                      <a:pt x="152" y="68"/>
                      <a:pt x="152" y="68"/>
                    </a:cubicBezTo>
                    <a:cubicBezTo>
                      <a:pt x="152" y="61"/>
                      <a:pt x="147" y="56"/>
                      <a:pt x="140" y="56"/>
                    </a:cubicBezTo>
                    <a:cubicBezTo>
                      <a:pt x="116" y="56"/>
                      <a:pt x="116" y="56"/>
                      <a:pt x="116" y="56"/>
                    </a:cubicBezTo>
                    <a:cubicBezTo>
                      <a:pt x="109" y="56"/>
                      <a:pt x="104" y="61"/>
                      <a:pt x="104" y="68"/>
                    </a:cubicBezTo>
                    <a:cubicBezTo>
                      <a:pt x="104" y="168"/>
                      <a:pt x="104" y="168"/>
                      <a:pt x="104" y="168"/>
                    </a:cubicBezTo>
                    <a:cubicBezTo>
                      <a:pt x="104" y="175"/>
                      <a:pt x="109" y="180"/>
                      <a:pt x="116" y="180"/>
                    </a:cubicBezTo>
                    <a:moveTo>
                      <a:pt x="184" y="180"/>
                    </a:moveTo>
                    <a:cubicBezTo>
                      <a:pt x="208" y="180"/>
                      <a:pt x="208" y="180"/>
                      <a:pt x="208" y="180"/>
                    </a:cubicBezTo>
                    <a:cubicBezTo>
                      <a:pt x="215" y="180"/>
                      <a:pt x="220" y="175"/>
                      <a:pt x="220" y="168"/>
                    </a:cubicBezTo>
                    <a:cubicBezTo>
                      <a:pt x="220" y="124"/>
                      <a:pt x="220" y="124"/>
                      <a:pt x="220" y="124"/>
                    </a:cubicBezTo>
                    <a:cubicBezTo>
                      <a:pt x="220" y="117"/>
                      <a:pt x="215" y="112"/>
                      <a:pt x="208" y="112"/>
                    </a:cubicBezTo>
                    <a:cubicBezTo>
                      <a:pt x="184" y="112"/>
                      <a:pt x="184" y="112"/>
                      <a:pt x="184" y="112"/>
                    </a:cubicBezTo>
                    <a:cubicBezTo>
                      <a:pt x="177" y="112"/>
                      <a:pt x="172" y="117"/>
                      <a:pt x="172" y="124"/>
                    </a:cubicBezTo>
                    <a:cubicBezTo>
                      <a:pt x="172" y="168"/>
                      <a:pt x="172" y="168"/>
                      <a:pt x="172" y="168"/>
                    </a:cubicBezTo>
                    <a:cubicBezTo>
                      <a:pt x="172" y="175"/>
                      <a:pt x="177" y="180"/>
                      <a:pt x="184" y="18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30">
                <a:extLst>
                  <a:ext uri="{FF2B5EF4-FFF2-40B4-BE49-F238E27FC236}">
                    <a16:creationId xmlns:a16="http://schemas.microsoft.com/office/drawing/2014/main" id="{C794EC33-0BAD-8B39-A3F2-27F0D48E9B3A}"/>
                  </a:ext>
                </a:extLst>
              </p:cNvPr>
              <p:cNvSpPr>
                <a:spLocks noChangeAspect="1" noEditPoints="1"/>
              </p:cNvSpPr>
              <p:nvPr/>
            </p:nvSpPr>
            <p:spPr bwMode="auto">
              <a:xfrm>
                <a:off x="8874032" y="3721951"/>
                <a:ext cx="336152" cy="284144"/>
              </a:xfrm>
              <a:custGeom>
                <a:avLst/>
                <a:gdLst/>
                <a:ahLst/>
                <a:cxnLst>
                  <a:cxn ang="0">
                    <a:pos x="246" y="216"/>
                  </a:cxn>
                  <a:cxn ang="0">
                    <a:pos x="10" y="216"/>
                  </a:cxn>
                  <a:cxn ang="0">
                    <a:pos x="0" y="206"/>
                  </a:cxn>
                  <a:cxn ang="0">
                    <a:pos x="0" y="202"/>
                  </a:cxn>
                  <a:cxn ang="0">
                    <a:pos x="10" y="192"/>
                  </a:cxn>
                  <a:cxn ang="0">
                    <a:pos x="246" y="192"/>
                  </a:cxn>
                  <a:cxn ang="0">
                    <a:pos x="256" y="202"/>
                  </a:cxn>
                  <a:cxn ang="0">
                    <a:pos x="256" y="206"/>
                  </a:cxn>
                  <a:cxn ang="0">
                    <a:pos x="246" y="216"/>
                  </a:cxn>
                  <a:cxn ang="0">
                    <a:pos x="220" y="168"/>
                  </a:cxn>
                  <a:cxn ang="0">
                    <a:pos x="208" y="180"/>
                  </a:cxn>
                  <a:cxn ang="0">
                    <a:pos x="184" y="180"/>
                  </a:cxn>
                  <a:cxn ang="0">
                    <a:pos x="172" y="168"/>
                  </a:cxn>
                  <a:cxn ang="0">
                    <a:pos x="172" y="84"/>
                  </a:cxn>
                  <a:cxn ang="0">
                    <a:pos x="172" y="60"/>
                  </a:cxn>
                  <a:cxn ang="0">
                    <a:pos x="184" y="48"/>
                  </a:cxn>
                  <a:cxn ang="0">
                    <a:pos x="208" y="48"/>
                  </a:cxn>
                  <a:cxn ang="0">
                    <a:pos x="220" y="60"/>
                  </a:cxn>
                  <a:cxn ang="0">
                    <a:pos x="220" y="144"/>
                  </a:cxn>
                  <a:cxn ang="0">
                    <a:pos x="220" y="168"/>
                  </a:cxn>
                  <a:cxn ang="0">
                    <a:pos x="140" y="180"/>
                  </a:cxn>
                  <a:cxn ang="0">
                    <a:pos x="116" y="180"/>
                  </a:cxn>
                  <a:cxn ang="0">
                    <a:pos x="104" y="168"/>
                  </a:cxn>
                  <a:cxn ang="0">
                    <a:pos x="104" y="144"/>
                  </a:cxn>
                  <a:cxn ang="0">
                    <a:pos x="104" y="36"/>
                  </a:cxn>
                  <a:cxn ang="0">
                    <a:pos x="104" y="12"/>
                  </a:cxn>
                  <a:cxn ang="0">
                    <a:pos x="116" y="0"/>
                  </a:cxn>
                  <a:cxn ang="0">
                    <a:pos x="140" y="0"/>
                  </a:cxn>
                  <a:cxn ang="0">
                    <a:pos x="152" y="12"/>
                  </a:cxn>
                  <a:cxn ang="0">
                    <a:pos x="152" y="36"/>
                  </a:cxn>
                  <a:cxn ang="0">
                    <a:pos x="152" y="144"/>
                  </a:cxn>
                  <a:cxn ang="0">
                    <a:pos x="152" y="168"/>
                  </a:cxn>
                  <a:cxn ang="0">
                    <a:pos x="140" y="180"/>
                  </a:cxn>
                  <a:cxn ang="0">
                    <a:pos x="72" y="180"/>
                  </a:cxn>
                  <a:cxn ang="0">
                    <a:pos x="48" y="180"/>
                  </a:cxn>
                  <a:cxn ang="0">
                    <a:pos x="36" y="168"/>
                  </a:cxn>
                  <a:cxn ang="0">
                    <a:pos x="36" y="144"/>
                  </a:cxn>
                  <a:cxn ang="0">
                    <a:pos x="36" y="120"/>
                  </a:cxn>
                  <a:cxn ang="0">
                    <a:pos x="48" y="108"/>
                  </a:cxn>
                  <a:cxn ang="0">
                    <a:pos x="72" y="108"/>
                  </a:cxn>
                  <a:cxn ang="0">
                    <a:pos x="84" y="120"/>
                  </a:cxn>
                  <a:cxn ang="0">
                    <a:pos x="84" y="144"/>
                  </a:cxn>
                  <a:cxn ang="0">
                    <a:pos x="84" y="168"/>
                  </a:cxn>
                  <a:cxn ang="0">
                    <a:pos x="72" y="180"/>
                  </a:cxn>
                </a:cxnLst>
                <a:rect l="0" t="0" r="r" b="b"/>
                <a:pathLst>
                  <a:path w="256" h="216">
                    <a:moveTo>
                      <a:pt x="246" y="216"/>
                    </a:moveTo>
                    <a:cubicBezTo>
                      <a:pt x="10" y="216"/>
                      <a:pt x="10" y="216"/>
                      <a:pt x="10" y="216"/>
                    </a:cubicBezTo>
                    <a:cubicBezTo>
                      <a:pt x="4" y="216"/>
                      <a:pt x="0" y="212"/>
                      <a:pt x="0" y="206"/>
                    </a:cubicBezTo>
                    <a:cubicBezTo>
                      <a:pt x="0" y="202"/>
                      <a:pt x="0" y="202"/>
                      <a:pt x="0" y="202"/>
                    </a:cubicBezTo>
                    <a:cubicBezTo>
                      <a:pt x="0" y="196"/>
                      <a:pt x="4" y="192"/>
                      <a:pt x="10" y="192"/>
                    </a:cubicBezTo>
                    <a:cubicBezTo>
                      <a:pt x="246" y="192"/>
                      <a:pt x="246" y="192"/>
                      <a:pt x="246" y="192"/>
                    </a:cubicBezTo>
                    <a:cubicBezTo>
                      <a:pt x="252" y="192"/>
                      <a:pt x="256" y="196"/>
                      <a:pt x="256" y="202"/>
                    </a:cubicBezTo>
                    <a:cubicBezTo>
                      <a:pt x="256" y="206"/>
                      <a:pt x="256" y="206"/>
                      <a:pt x="256" y="206"/>
                    </a:cubicBezTo>
                    <a:cubicBezTo>
                      <a:pt x="256" y="212"/>
                      <a:pt x="252" y="216"/>
                      <a:pt x="246" y="216"/>
                    </a:cubicBezTo>
                    <a:moveTo>
                      <a:pt x="220" y="168"/>
                    </a:moveTo>
                    <a:cubicBezTo>
                      <a:pt x="220" y="175"/>
                      <a:pt x="215" y="180"/>
                      <a:pt x="208" y="180"/>
                    </a:cubicBezTo>
                    <a:cubicBezTo>
                      <a:pt x="184" y="180"/>
                      <a:pt x="184" y="180"/>
                      <a:pt x="184" y="180"/>
                    </a:cubicBezTo>
                    <a:cubicBezTo>
                      <a:pt x="177" y="180"/>
                      <a:pt x="172" y="175"/>
                      <a:pt x="172" y="168"/>
                    </a:cubicBezTo>
                    <a:cubicBezTo>
                      <a:pt x="172" y="84"/>
                      <a:pt x="172" y="84"/>
                      <a:pt x="172" y="84"/>
                    </a:cubicBezTo>
                    <a:cubicBezTo>
                      <a:pt x="172" y="60"/>
                      <a:pt x="172" y="60"/>
                      <a:pt x="172" y="60"/>
                    </a:cubicBezTo>
                    <a:cubicBezTo>
                      <a:pt x="172" y="53"/>
                      <a:pt x="177" y="48"/>
                      <a:pt x="184" y="48"/>
                    </a:cubicBezTo>
                    <a:cubicBezTo>
                      <a:pt x="208" y="48"/>
                      <a:pt x="208" y="48"/>
                      <a:pt x="208" y="48"/>
                    </a:cubicBezTo>
                    <a:cubicBezTo>
                      <a:pt x="215" y="48"/>
                      <a:pt x="220" y="53"/>
                      <a:pt x="220" y="60"/>
                    </a:cubicBezTo>
                    <a:cubicBezTo>
                      <a:pt x="220" y="144"/>
                      <a:pt x="220" y="144"/>
                      <a:pt x="220" y="144"/>
                    </a:cubicBezTo>
                    <a:lnTo>
                      <a:pt x="220" y="168"/>
                    </a:lnTo>
                    <a:close/>
                    <a:moveTo>
                      <a:pt x="140" y="180"/>
                    </a:moveTo>
                    <a:cubicBezTo>
                      <a:pt x="116" y="180"/>
                      <a:pt x="116" y="180"/>
                      <a:pt x="116" y="180"/>
                    </a:cubicBezTo>
                    <a:cubicBezTo>
                      <a:pt x="109" y="180"/>
                      <a:pt x="104" y="175"/>
                      <a:pt x="104" y="168"/>
                    </a:cubicBezTo>
                    <a:cubicBezTo>
                      <a:pt x="104" y="144"/>
                      <a:pt x="104" y="144"/>
                      <a:pt x="104" y="144"/>
                    </a:cubicBezTo>
                    <a:cubicBezTo>
                      <a:pt x="104" y="36"/>
                      <a:pt x="104" y="36"/>
                      <a:pt x="104" y="36"/>
                    </a:cubicBezTo>
                    <a:cubicBezTo>
                      <a:pt x="104" y="12"/>
                      <a:pt x="104" y="12"/>
                      <a:pt x="104" y="12"/>
                    </a:cubicBezTo>
                    <a:cubicBezTo>
                      <a:pt x="104" y="5"/>
                      <a:pt x="109" y="0"/>
                      <a:pt x="116" y="0"/>
                    </a:cubicBezTo>
                    <a:cubicBezTo>
                      <a:pt x="140" y="0"/>
                      <a:pt x="140" y="0"/>
                      <a:pt x="140" y="0"/>
                    </a:cubicBezTo>
                    <a:cubicBezTo>
                      <a:pt x="147" y="0"/>
                      <a:pt x="152" y="5"/>
                      <a:pt x="152" y="12"/>
                    </a:cubicBezTo>
                    <a:cubicBezTo>
                      <a:pt x="152" y="36"/>
                      <a:pt x="152" y="36"/>
                      <a:pt x="152" y="36"/>
                    </a:cubicBezTo>
                    <a:cubicBezTo>
                      <a:pt x="152" y="144"/>
                      <a:pt x="152" y="144"/>
                      <a:pt x="152" y="144"/>
                    </a:cubicBezTo>
                    <a:cubicBezTo>
                      <a:pt x="152" y="168"/>
                      <a:pt x="152" y="168"/>
                      <a:pt x="152" y="168"/>
                    </a:cubicBezTo>
                    <a:cubicBezTo>
                      <a:pt x="152" y="175"/>
                      <a:pt x="147" y="180"/>
                      <a:pt x="140" y="180"/>
                    </a:cubicBezTo>
                    <a:moveTo>
                      <a:pt x="72" y="180"/>
                    </a:moveTo>
                    <a:cubicBezTo>
                      <a:pt x="48" y="180"/>
                      <a:pt x="48" y="180"/>
                      <a:pt x="48" y="180"/>
                    </a:cubicBezTo>
                    <a:cubicBezTo>
                      <a:pt x="41" y="180"/>
                      <a:pt x="36" y="175"/>
                      <a:pt x="36" y="168"/>
                    </a:cubicBezTo>
                    <a:cubicBezTo>
                      <a:pt x="36" y="144"/>
                      <a:pt x="36" y="144"/>
                      <a:pt x="36" y="144"/>
                    </a:cubicBezTo>
                    <a:cubicBezTo>
                      <a:pt x="36" y="120"/>
                      <a:pt x="36" y="120"/>
                      <a:pt x="36" y="120"/>
                    </a:cubicBezTo>
                    <a:cubicBezTo>
                      <a:pt x="36" y="113"/>
                      <a:pt x="41" y="108"/>
                      <a:pt x="48" y="108"/>
                    </a:cubicBezTo>
                    <a:cubicBezTo>
                      <a:pt x="72" y="108"/>
                      <a:pt x="72" y="108"/>
                      <a:pt x="72" y="108"/>
                    </a:cubicBezTo>
                    <a:cubicBezTo>
                      <a:pt x="79" y="108"/>
                      <a:pt x="84" y="113"/>
                      <a:pt x="84" y="120"/>
                    </a:cubicBezTo>
                    <a:cubicBezTo>
                      <a:pt x="84" y="144"/>
                      <a:pt x="84" y="144"/>
                      <a:pt x="84" y="144"/>
                    </a:cubicBezTo>
                    <a:cubicBezTo>
                      <a:pt x="84" y="168"/>
                      <a:pt x="84" y="168"/>
                      <a:pt x="84" y="168"/>
                    </a:cubicBezTo>
                    <a:cubicBezTo>
                      <a:pt x="84" y="175"/>
                      <a:pt x="79" y="180"/>
                      <a:pt x="72" y="18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31">
                <a:extLst>
                  <a:ext uri="{FF2B5EF4-FFF2-40B4-BE49-F238E27FC236}">
                    <a16:creationId xmlns:a16="http://schemas.microsoft.com/office/drawing/2014/main" id="{B19D8515-BFFE-9865-F60E-43F817282525}"/>
                  </a:ext>
                </a:extLst>
              </p:cNvPr>
              <p:cNvSpPr>
                <a:spLocks noChangeAspect="1" noEditPoints="1"/>
              </p:cNvSpPr>
              <p:nvPr/>
            </p:nvSpPr>
            <p:spPr bwMode="auto">
              <a:xfrm>
                <a:off x="8410385" y="2318166"/>
                <a:ext cx="336152" cy="284144"/>
              </a:xfrm>
              <a:custGeom>
                <a:avLst/>
                <a:gdLst/>
                <a:ahLst/>
                <a:cxnLst>
                  <a:cxn ang="0">
                    <a:pos x="246" y="216"/>
                  </a:cxn>
                  <a:cxn ang="0">
                    <a:pos x="10" y="216"/>
                  </a:cxn>
                  <a:cxn ang="0">
                    <a:pos x="0" y="206"/>
                  </a:cxn>
                  <a:cxn ang="0">
                    <a:pos x="0" y="202"/>
                  </a:cxn>
                  <a:cxn ang="0">
                    <a:pos x="10" y="192"/>
                  </a:cxn>
                  <a:cxn ang="0">
                    <a:pos x="246" y="192"/>
                  </a:cxn>
                  <a:cxn ang="0">
                    <a:pos x="256" y="202"/>
                  </a:cxn>
                  <a:cxn ang="0">
                    <a:pos x="256" y="206"/>
                  </a:cxn>
                  <a:cxn ang="0">
                    <a:pos x="246" y="216"/>
                  </a:cxn>
                  <a:cxn ang="0">
                    <a:pos x="208" y="180"/>
                  </a:cxn>
                  <a:cxn ang="0">
                    <a:pos x="184" y="180"/>
                  </a:cxn>
                  <a:cxn ang="0">
                    <a:pos x="172" y="168"/>
                  </a:cxn>
                  <a:cxn ang="0">
                    <a:pos x="172" y="12"/>
                  </a:cxn>
                  <a:cxn ang="0">
                    <a:pos x="184" y="0"/>
                  </a:cxn>
                  <a:cxn ang="0">
                    <a:pos x="208" y="0"/>
                  </a:cxn>
                  <a:cxn ang="0">
                    <a:pos x="220" y="12"/>
                  </a:cxn>
                  <a:cxn ang="0">
                    <a:pos x="220" y="168"/>
                  </a:cxn>
                  <a:cxn ang="0">
                    <a:pos x="208" y="180"/>
                  </a:cxn>
                  <a:cxn ang="0">
                    <a:pos x="140" y="180"/>
                  </a:cxn>
                  <a:cxn ang="0">
                    <a:pos x="116" y="180"/>
                  </a:cxn>
                  <a:cxn ang="0">
                    <a:pos x="104" y="168"/>
                  </a:cxn>
                  <a:cxn ang="0">
                    <a:pos x="104" y="68"/>
                  </a:cxn>
                  <a:cxn ang="0">
                    <a:pos x="116" y="56"/>
                  </a:cxn>
                  <a:cxn ang="0">
                    <a:pos x="140" y="56"/>
                  </a:cxn>
                  <a:cxn ang="0">
                    <a:pos x="152" y="68"/>
                  </a:cxn>
                  <a:cxn ang="0">
                    <a:pos x="152" y="168"/>
                  </a:cxn>
                  <a:cxn ang="0">
                    <a:pos x="140" y="180"/>
                  </a:cxn>
                  <a:cxn ang="0">
                    <a:pos x="72" y="180"/>
                  </a:cxn>
                  <a:cxn ang="0">
                    <a:pos x="48" y="180"/>
                  </a:cxn>
                  <a:cxn ang="0">
                    <a:pos x="36" y="168"/>
                  </a:cxn>
                  <a:cxn ang="0">
                    <a:pos x="36" y="124"/>
                  </a:cxn>
                  <a:cxn ang="0">
                    <a:pos x="48" y="112"/>
                  </a:cxn>
                  <a:cxn ang="0">
                    <a:pos x="72" y="112"/>
                  </a:cxn>
                  <a:cxn ang="0">
                    <a:pos x="84" y="124"/>
                  </a:cxn>
                  <a:cxn ang="0">
                    <a:pos x="84" y="168"/>
                  </a:cxn>
                  <a:cxn ang="0">
                    <a:pos x="72" y="180"/>
                  </a:cxn>
                </a:cxnLst>
                <a:rect l="0" t="0" r="r" b="b"/>
                <a:pathLst>
                  <a:path w="256" h="216">
                    <a:moveTo>
                      <a:pt x="246" y="216"/>
                    </a:moveTo>
                    <a:cubicBezTo>
                      <a:pt x="10" y="216"/>
                      <a:pt x="10" y="216"/>
                      <a:pt x="10" y="216"/>
                    </a:cubicBezTo>
                    <a:cubicBezTo>
                      <a:pt x="4" y="216"/>
                      <a:pt x="0" y="212"/>
                      <a:pt x="0" y="206"/>
                    </a:cubicBezTo>
                    <a:cubicBezTo>
                      <a:pt x="0" y="202"/>
                      <a:pt x="0" y="202"/>
                      <a:pt x="0" y="202"/>
                    </a:cubicBezTo>
                    <a:cubicBezTo>
                      <a:pt x="0" y="196"/>
                      <a:pt x="4" y="192"/>
                      <a:pt x="10" y="192"/>
                    </a:cubicBezTo>
                    <a:cubicBezTo>
                      <a:pt x="246" y="192"/>
                      <a:pt x="246" y="192"/>
                      <a:pt x="246" y="192"/>
                    </a:cubicBezTo>
                    <a:cubicBezTo>
                      <a:pt x="252" y="192"/>
                      <a:pt x="256" y="196"/>
                      <a:pt x="256" y="202"/>
                    </a:cubicBezTo>
                    <a:cubicBezTo>
                      <a:pt x="256" y="206"/>
                      <a:pt x="256" y="206"/>
                      <a:pt x="256" y="206"/>
                    </a:cubicBezTo>
                    <a:cubicBezTo>
                      <a:pt x="256" y="212"/>
                      <a:pt x="252" y="216"/>
                      <a:pt x="246" y="216"/>
                    </a:cubicBezTo>
                    <a:moveTo>
                      <a:pt x="208" y="180"/>
                    </a:moveTo>
                    <a:cubicBezTo>
                      <a:pt x="184" y="180"/>
                      <a:pt x="184" y="180"/>
                      <a:pt x="184" y="180"/>
                    </a:cubicBezTo>
                    <a:cubicBezTo>
                      <a:pt x="177" y="180"/>
                      <a:pt x="172" y="175"/>
                      <a:pt x="172" y="168"/>
                    </a:cubicBezTo>
                    <a:cubicBezTo>
                      <a:pt x="172" y="12"/>
                      <a:pt x="172" y="12"/>
                      <a:pt x="172" y="12"/>
                    </a:cubicBezTo>
                    <a:cubicBezTo>
                      <a:pt x="172" y="5"/>
                      <a:pt x="177" y="0"/>
                      <a:pt x="184" y="0"/>
                    </a:cubicBezTo>
                    <a:cubicBezTo>
                      <a:pt x="208" y="0"/>
                      <a:pt x="208" y="0"/>
                      <a:pt x="208" y="0"/>
                    </a:cubicBezTo>
                    <a:cubicBezTo>
                      <a:pt x="215" y="0"/>
                      <a:pt x="220" y="5"/>
                      <a:pt x="220" y="12"/>
                    </a:cubicBezTo>
                    <a:cubicBezTo>
                      <a:pt x="220" y="168"/>
                      <a:pt x="220" y="168"/>
                      <a:pt x="220" y="168"/>
                    </a:cubicBezTo>
                    <a:cubicBezTo>
                      <a:pt x="220" y="175"/>
                      <a:pt x="215" y="180"/>
                      <a:pt x="208" y="180"/>
                    </a:cubicBezTo>
                    <a:moveTo>
                      <a:pt x="140" y="180"/>
                    </a:moveTo>
                    <a:cubicBezTo>
                      <a:pt x="116" y="180"/>
                      <a:pt x="116" y="180"/>
                      <a:pt x="116" y="180"/>
                    </a:cubicBezTo>
                    <a:cubicBezTo>
                      <a:pt x="109" y="180"/>
                      <a:pt x="104" y="175"/>
                      <a:pt x="104" y="168"/>
                    </a:cubicBezTo>
                    <a:cubicBezTo>
                      <a:pt x="104" y="68"/>
                      <a:pt x="104" y="68"/>
                      <a:pt x="104" y="68"/>
                    </a:cubicBezTo>
                    <a:cubicBezTo>
                      <a:pt x="104" y="61"/>
                      <a:pt x="109" y="56"/>
                      <a:pt x="116" y="56"/>
                    </a:cubicBezTo>
                    <a:cubicBezTo>
                      <a:pt x="140" y="56"/>
                      <a:pt x="140" y="56"/>
                      <a:pt x="140" y="56"/>
                    </a:cubicBezTo>
                    <a:cubicBezTo>
                      <a:pt x="147" y="56"/>
                      <a:pt x="152" y="61"/>
                      <a:pt x="152" y="68"/>
                    </a:cubicBezTo>
                    <a:cubicBezTo>
                      <a:pt x="152" y="168"/>
                      <a:pt x="152" y="168"/>
                      <a:pt x="152" y="168"/>
                    </a:cubicBezTo>
                    <a:cubicBezTo>
                      <a:pt x="152" y="175"/>
                      <a:pt x="147" y="180"/>
                      <a:pt x="140" y="180"/>
                    </a:cubicBezTo>
                    <a:moveTo>
                      <a:pt x="72" y="180"/>
                    </a:moveTo>
                    <a:cubicBezTo>
                      <a:pt x="48" y="180"/>
                      <a:pt x="48" y="180"/>
                      <a:pt x="48" y="180"/>
                    </a:cubicBezTo>
                    <a:cubicBezTo>
                      <a:pt x="41" y="180"/>
                      <a:pt x="36" y="175"/>
                      <a:pt x="36" y="168"/>
                    </a:cubicBezTo>
                    <a:cubicBezTo>
                      <a:pt x="36" y="124"/>
                      <a:pt x="36" y="124"/>
                      <a:pt x="36" y="124"/>
                    </a:cubicBezTo>
                    <a:cubicBezTo>
                      <a:pt x="36" y="117"/>
                      <a:pt x="41" y="112"/>
                      <a:pt x="48" y="112"/>
                    </a:cubicBezTo>
                    <a:cubicBezTo>
                      <a:pt x="72" y="112"/>
                      <a:pt x="72" y="112"/>
                      <a:pt x="72" y="112"/>
                    </a:cubicBezTo>
                    <a:cubicBezTo>
                      <a:pt x="79" y="112"/>
                      <a:pt x="84" y="117"/>
                      <a:pt x="84" y="124"/>
                    </a:cubicBezTo>
                    <a:cubicBezTo>
                      <a:pt x="84" y="168"/>
                      <a:pt x="84" y="168"/>
                      <a:pt x="84" y="168"/>
                    </a:cubicBezTo>
                    <a:cubicBezTo>
                      <a:pt x="84" y="175"/>
                      <a:pt x="79" y="180"/>
                      <a:pt x="72" y="18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35">
                <a:extLst>
                  <a:ext uri="{FF2B5EF4-FFF2-40B4-BE49-F238E27FC236}">
                    <a16:creationId xmlns:a16="http://schemas.microsoft.com/office/drawing/2014/main" id="{CC7A101C-BA9A-649A-A1C9-B5B593018C9E}"/>
                  </a:ext>
                </a:extLst>
              </p:cNvPr>
              <p:cNvSpPr>
                <a:spLocks noChangeAspect="1"/>
              </p:cNvSpPr>
              <p:nvPr/>
            </p:nvSpPr>
            <p:spPr bwMode="auto">
              <a:xfrm>
                <a:off x="3443503" y="5151455"/>
                <a:ext cx="369767" cy="185581"/>
              </a:xfrm>
              <a:custGeom>
                <a:avLst/>
                <a:gdLst/>
                <a:ahLst/>
                <a:cxnLst>
                  <a:cxn ang="0">
                    <a:pos x="244" y="56"/>
                  </a:cxn>
                  <a:cxn ang="0">
                    <a:pos x="232" y="68"/>
                  </a:cxn>
                  <a:cxn ang="0">
                    <a:pos x="232" y="87"/>
                  </a:cxn>
                  <a:cxn ang="0">
                    <a:pos x="172" y="27"/>
                  </a:cxn>
                  <a:cxn ang="0">
                    <a:pos x="148" y="4"/>
                  </a:cxn>
                  <a:cxn ang="0">
                    <a:pos x="140" y="0"/>
                  </a:cxn>
                  <a:cxn ang="0">
                    <a:pos x="132" y="4"/>
                  </a:cxn>
                  <a:cxn ang="0">
                    <a:pos x="76" y="59"/>
                  </a:cxn>
                  <a:cxn ang="0">
                    <a:pos x="20" y="4"/>
                  </a:cxn>
                  <a:cxn ang="0">
                    <a:pos x="12" y="0"/>
                  </a:cxn>
                  <a:cxn ang="0">
                    <a:pos x="0" y="12"/>
                  </a:cxn>
                  <a:cxn ang="0">
                    <a:pos x="4" y="20"/>
                  </a:cxn>
                  <a:cxn ang="0">
                    <a:pos x="68" y="84"/>
                  </a:cxn>
                  <a:cxn ang="0">
                    <a:pos x="76" y="88"/>
                  </a:cxn>
                  <a:cxn ang="0">
                    <a:pos x="84" y="84"/>
                  </a:cxn>
                  <a:cxn ang="0">
                    <a:pos x="140" y="29"/>
                  </a:cxn>
                  <a:cxn ang="0">
                    <a:pos x="155" y="44"/>
                  </a:cxn>
                  <a:cxn ang="0">
                    <a:pos x="157" y="46"/>
                  </a:cxn>
                  <a:cxn ang="0">
                    <a:pos x="164" y="52"/>
                  </a:cxn>
                  <a:cxn ang="0">
                    <a:pos x="215" y="104"/>
                  </a:cxn>
                  <a:cxn ang="0">
                    <a:pos x="196" y="104"/>
                  </a:cxn>
                  <a:cxn ang="0">
                    <a:pos x="184" y="116"/>
                  </a:cxn>
                  <a:cxn ang="0">
                    <a:pos x="196" y="128"/>
                  </a:cxn>
                  <a:cxn ang="0">
                    <a:pos x="244" y="128"/>
                  </a:cxn>
                  <a:cxn ang="0">
                    <a:pos x="256" y="116"/>
                  </a:cxn>
                  <a:cxn ang="0">
                    <a:pos x="256" y="68"/>
                  </a:cxn>
                  <a:cxn ang="0">
                    <a:pos x="244" y="56"/>
                  </a:cxn>
                </a:cxnLst>
                <a:rect l="0" t="0" r="r" b="b"/>
                <a:pathLst>
                  <a:path w="256" h="128">
                    <a:moveTo>
                      <a:pt x="244" y="56"/>
                    </a:moveTo>
                    <a:cubicBezTo>
                      <a:pt x="237" y="56"/>
                      <a:pt x="232" y="61"/>
                      <a:pt x="232" y="68"/>
                    </a:cubicBezTo>
                    <a:cubicBezTo>
                      <a:pt x="232" y="87"/>
                      <a:pt x="232" y="87"/>
                      <a:pt x="232" y="87"/>
                    </a:cubicBezTo>
                    <a:cubicBezTo>
                      <a:pt x="172" y="27"/>
                      <a:pt x="172" y="27"/>
                      <a:pt x="172" y="27"/>
                    </a:cubicBezTo>
                    <a:cubicBezTo>
                      <a:pt x="148" y="4"/>
                      <a:pt x="148" y="4"/>
                      <a:pt x="148" y="4"/>
                    </a:cubicBezTo>
                    <a:cubicBezTo>
                      <a:pt x="146" y="1"/>
                      <a:pt x="143" y="0"/>
                      <a:pt x="140" y="0"/>
                    </a:cubicBezTo>
                    <a:cubicBezTo>
                      <a:pt x="137" y="0"/>
                      <a:pt x="134" y="1"/>
                      <a:pt x="132" y="4"/>
                    </a:cubicBezTo>
                    <a:cubicBezTo>
                      <a:pt x="76" y="59"/>
                      <a:pt x="76" y="59"/>
                      <a:pt x="76" y="59"/>
                    </a:cubicBezTo>
                    <a:cubicBezTo>
                      <a:pt x="20" y="4"/>
                      <a:pt x="20" y="4"/>
                      <a:pt x="20" y="4"/>
                    </a:cubicBezTo>
                    <a:cubicBezTo>
                      <a:pt x="18" y="1"/>
                      <a:pt x="15" y="0"/>
                      <a:pt x="12" y="0"/>
                    </a:cubicBezTo>
                    <a:cubicBezTo>
                      <a:pt x="5" y="0"/>
                      <a:pt x="0" y="5"/>
                      <a:pt x="0" y="12"/>
                    </a:cubicBezTo>
                    <a:cubicBezTo>
                      <a:pt x="0" y="15"/>
                      <a:pt x="1" y="18"/>
                      <a:pt x="4" y="20"/>
                    </a:cubicBezTo>
                    <a:cubicBezTo>
                      <a:pt x="68" y="84"/>
                      <a:pt x="68" y="84"/>
                      <a:pt x="68" y="84"/>
                    </a:cubicBezTo>
                    <a:cubicBezTo>
                      <a:pt x="70" y="87"/>
                      <a:pt x="73" y="88"/>
                      <a:pt x="76" y="88"/>
                    </a:cubicBezTo>
                    <a:cubicBezTo>
                      <a:pt x="79" y="88"/>
                      <a:pt x="82" y="87"/>
                      <a:pt x="84" y="84"/>
                    </a:cubicBezTo>
                    <a:cubicBezTo>
                      <a:pt x="140" y="29"/>
                      <a:pt x="140" y="29"/>
                      <a:pt x="140" y="29"/>
                    </a:cubicBezTo>
                    <a:cubicBezTo>
                      <a:pt x="155" y="44"/>
                      <a:pt x="155" y="44"/>
                      <a:pt x="155" y="44"/>
                    </a:cubicBezTo>
                    <a:cubicBezTo>
                      <a:pt x="157" y="46"/>
                      <a:pt x="157" y="46"/>
                      <a:pt x="157" y="46"/>
                    </a:cubicBezTo>
                    <a:cubicBezTo>
                      <a:pt x="164" y="52"/>
                      <a:pt x="164" y="52"/>
                      <a:pt x="164" y="52"/>
                    </a:cubicBezTo>
                    <a:cubicBezTo>
                      <a:pt x="215" y="104"/>
                      <a:pt x="215" y="104"/>
                      <a:pt x="215" y="104"/>
                    </a:cubicBezTo>
                    <a:cubicBezTo>
                      <a:pt x="196" y="104"/>
                      <a:pt x="196" y="104"/>
                      <a:pt x="196" y="104"/>
                    </a:cubicBezTo>
                    <a:cubicBezTo>
                      <a:pt x="189" y="104"/>
                      <a:pt x="184" y="109"/>
                      <a:pt x="184" y="116"/>
                    </a:cubicBezTo>
                    <a:cubicBezTo>
                      <a:pt x="184" y="123"/>
                      <a:pt x="189" y="128"/>
                      <a:pt x="196" y="128"/>
                    </a:cubicBezTo>
                    <a:cubicBezTo>
                      <a:pt x="244" y="128"/>
                      <a:pt x="244" y="128"/>
                      <a:pt x="244" y="128"/>
                    </a:cubicBezTo>
                    <a:cubicBezTo>
                      <a:pt x="251" y="128"/>
                      <a:pt x="256" y="123"/>
                      <a:pt x="256" y="116"/>
                    </a:cubicBezTo>
                    <a:cubicBezTo>
                      <a:pt x="256" y="68"/>
                      <a:pt x="256" y="68"/>
                      <a:pt x="256" y="68"/>
                    </a:cubicBezTo>
                    <a:cubicBezTo>
                      <a:pt x="256" y="61"/>
                      <a:pt x="251" y="56"/>
                      <a:pt x="244" y="5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36">
                <a:extLst>
                  <a:ext uri="{FF2B5EF4-FFF2-40B4-BE49-F238E27FC236}">
                    <a16:creationId xmlns:a16="http://schemas.microsoft.com/office/drawing/2014/main" id="{332EDEF3-BC47-6DC0-90B9-4A99C8969306}"/>
                  </a:ext>
                </a:extLst>
              </p:cNvPr>
              <p:cNvSpPr>
                <a:spLocks noChangeAspect="1"/>
              </p:cNvSpPr>
              <p:nvPr/>
            </p:nvSpPr>
            <p:spPr bwMode="auto">
              <a:xfrm>
                <a:off x="2956217" y="3768282"/>
                <a:ext cx="369767" cy="185581"/>
              </a:xfrm>
              <a:custGeom>
                <a:avLst/>
                <a:gdLst/>
                <a:ahLst/>
                <a:cxnLst>
                  <a:cxn ang="0">
                    <a:pos x="244" y="72"/>
                  </a:cxn>
                  <a:cxn ang="0">
                    <a:pos x="232" y="60"/>
                  </a:cxn>
                  <a:cxn ang="0">
                    <a:pos x="232" y="41"/>
                  </a:cxn>
                  <a:cxn ang="0">
                    <a:pos x="172" y="101"/>
                  </a:cxn>
                  <a:cxn ang="0">
                    <a:pos x="148" y="124"/>
                  </a:cxn>
                  <a:cxn ang="0">
                    <a:pos x="140" y="128"/>
                  </a:cxn>
                  <a:cxn ang="0">
                    <a:pos x="132" y="124"/>
                  </a:cxn>
                  <a:cxn ang="0">
                    <a:pos x="76" y="69"/>
                  </a:cxn>
                  <a:cxn ang="0">
                    <a:pos x="20" y="124"/>
                  </a:cxn>
                  <a:cxn ang="0">
                    <a:pos x="12" y="128"/>
                  </a:cxn>
                  <a:cxn ang="0">
                    <a:pos x="0" y="116"/>
                  </a:cxn>
                  <a:cxn ang="0">
                    <a:pos x="4" y="108"/>
                  </a:cxn>
                  <a:cxn ang="0">
                    <a:pos x="68" y="44"/>
                  </a:cxn>
                  <a:cxn ang="0">
                    <a:pos x="76" y="40"/>
                  </a:cxn>
                  <a:cxn ang="0">
                    <a:pos x="84" y="44"/>
                  </a:cxn>
                  <a:cxn ang="0">
                    <a:pos x="140" y="99"/>
                  </a:cxn>
                  <a:cxn ang="0">
                    <a:pos x="155" y="84"/>
                  </a:cxn>
                  <a:cxn ang="0">
                    <a:pos x="157" y="82"/>
                  </a:cxn>
                  <a:cxn ang="0">
                    <a:pos x="164" y="76"/>
                  </a:cxn>
                  <a:cxn ang="0">
                    <a:pos x="215" y="24"/>
                  </a:cxn>
                  <a:cxn ang="0">
                    <a:pos x="196" y="24"/>
                  </a:cxn>
                  <a:cxn ang="0">
                    <a:pos x="184" y="12"/>
                  </a:cxn>
                  <a:cxn ang="0">
                    <a:pos x="196" y="0"/>
                  </a:cxn>
                  <a:cxn ang="0">
                    <a:pos x="244" y="0"/>
                  </a:cxn>
                  <a:cxn ang="0">
                    <a:pos x="256" y="12"/>
                  </a:cxn>
                  <a:cxn ang="0">
                    <a:pos x="256" y="60"/>
                  </a:cxn>
                  <a:cxn ang="0">
                    <a:pos x="244" y="72"/>
                  </a:cxn>
                </a:cxnLst>
                <a:rect l="0" t="0" r="r" b="b"/>
                <a:pathLst>
                  <a:path w="256" h="128">
                    <a:moveTo>
                      <a:pt x="244" y="72"/>
                    </a:moveTo>
                    <a:cubicBezTo>
                      <a:pt x="237" y="72"/>
                      <a:pt x="232" y="67"/>
                      <a:pt x="232" y="60"/>
                    </a:cubicBezTo>
                    <a:cubicBezTo>
                      <a:pt x="232" y="41"/>
                      <a:pt x="232" y="41"/>
                      <a:pt x="232" y="41"/>
                    </a:cubicBezTo>
                    <a:cubicBezTo>
                      <a:pt x="172" y="101"/>
                      <a:pt x="172" y="101"/>
                      <a:pt x="172" y="101"/>
                    </a:cubicBezTo>
                    <a:cubicBezTo>
                      <a:pt x="148" y="124"/>
                      <a:pt x="148" y="124"/>
                      <a:pt x="148" y="124"/>
                    </a:cubicBezTo>
                    <a:cubicBezTo>
                      <a:pt x="146" y="127"/>
                      <a:pt x="143" y="128"/>
                      <a:pt x="140" y="128"/>
                    </a:cubicBezTo>
                    <a:cubicBezTo>
                      <a:pt x="137" y="128"/>
                      <a:pt x="134" y="127"/>
                      <a:pt x="132" y="124"/>
                    </a:cubicBezTo>
                    <a:cubicBezTo>
                      <a:pt x="76" y="69"/>
                      <a:pt x="76" y="69"/>
                      <a:pt x="76" y="69"/>
                    </a:cubicBezTo>
                    <a:cubicBezTo>
                      <a:pt x="20" y="124"/>
                      <a:pt x="20" y="124"/>
                      <a:pt x="20" y="124"/>
                    </a:cubicBezTo>
                    <a:cubicBezTo>
                      <a:pt x="18" y="127"/>
                      <a:pt x="15" y="128"/>
                      <a:pt x="12" y="128"/>
                    </a:cubicBezTo>
                    <a:cubicBezTo>
                      <a:pt x="5" y="128"/>
                      <a:pt x="0" y="123"/>
                      <a:pt x="0" y="116"/>
                    </a:cubicBezTo>
                    <a:cubicBezTo>
                      <a:pt x="0" y="113"/>
                      <a:pt x="1" y="110"/>
                      <a:pt x="4" y="108"/>
                    </a:cubicBezTo>
                    <a:cubicBezTo>
                      <a:pt x="68" y="44"/>
                      <a:pt x="68" y="44"/>
                      <a:pt x="68" y="44"/>
                    </a:cubicBezTo>
                    <a:cubicBezTo>
                      <a:pt x="70" y="41"/>
                      <a:pt x="73" y="40"/>
                      <a:pt x="76" y="40"/>
                    </a:cubicBezTo>
                    <a:cubicBezTo>
                      <a:pt x="79" y="40"/>
                      <a:pt x="82" y="41"/>
                      <a:pt x="84" y="44"/>
                    </a:cubicBezTo>
                    <a:cubicBezTo>
                      <a:pt x="140" y="99"/>
                      <a:pt x="140" y="99"/>
                      <a:pt x="140" y="99"/>
                    </a:cubicBezTo>
                    <a:cubicBezTo>
                      <a:pt x="155" y="84"/>
                      <a:pt x="155" y="84"/>
                      <a:pt x="155" y="84"/>
                    </a:cubicBezTo>
                    <a:cubicBezTo>
                      <a:pt x="157" y="82"/>
                      <a:pt x="157" y="82"/>
                      <a:pt x="157" y="82"/>
                    </a:cubicBezTo>
                    <a:cubicBezTo>
                      <a:pt x="164" y="76"/>
                      <a:pt x="164" y="76"/>
                      <a:pt x="164" y="76"/>
                    </a:cubicBezTo>
                    <a:cubicBezTo>
                      <a:pt x="215" y="24"/>
                      <a:pt x="215" y="24"/>
                      <a:pt x="215" y="24"/>
                    </a:cubicBezTo>
                    <a:cubicBezTo>
                      <a:pt x="196" y="24"/>
                      <a:pt x="196" y="24"/>
                      <a:pt x="196" y="24"/>
                    </a:cubicBezTo>
                    <a:cubicBezTo>
                      <a:pt x="189" y="24"/>
                      <a:pt x="184" y="19"/>
                      <a:pt x="184" y="12"/>
                    </a:cubicBezTo>
                    <a:cubicBezTo>
                      <a:pt x="184" y="5"/>
                      <a:pt x="189" y="0"/>
                      <a:pt x="196" y="0"/>
                    </a:cubicBezTo>
                    <a:cubicBezTo>
                      <a:pt x="244" y="0"/>
                      <a:pt x="244" y="0"/>
                      <a:pt x="244" y="0"/>
                    </a:cubicBezTo>
                    <a:cubicBezTo>
                      <a:pt x="251" y="0"/>
                      <a:pt x="256" y="5"/>
                      <a:pt x="256" y="12"/>
                    </a:cubicBezTo>
                    <a:cubicBezTo>
                      <a:pt x="256" y="60"/>
                      <a:pt x="256" y="60"/>
                      <a:pt x="256" y="60"/>
                    </a:cubicBezTo>
                    <a:cubicBezTo>
                      <a:pt x="256" y="67"/>
                      <a:pt x="251" y="72"/>
                      <a:pt x="244" y="72"/>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37">
                <a:extLst>
                  <a:ext uri="{FF2B5EF4-FFF2-40B4-BE49-F238E27FC236}">
                    <a16:creationId xmlns:a16="http://schemas.microsoft.com/office/drawing/2014/main" id="{37198F3D-12BE-B98B-C368-308DDE482799}"/>
                  </a:ext>
                </a:extLst>
              </p:cNvPr>
              <p:cNvSpPr>
                <a:spLocks noChangeAspect="1" noEditPoints="1"/>
              </p:cNvSpPr>
              <p:nvPr/>
            </p:nvSpPr>
            <p:spPr bwMode="auto">
              <a:xfrm>
                <a:off x="3462621" y="2329332"/>
                <a:ext cx="369767" cy="288838"/>
              </a:xfrm>
              <a:custGeom>
                <a:avLst/>
                <a:gdLst/>
                <a:ahLst/>
                <a:cxnLst>
                  <a:cxn ang="0">
                    <a:pos x="184" y="172"/>
                  </a:cxn>
                  <a:cxn ang="0">
                    <a:pos x="184" y="172"/>
                  </a:cxn>
                  <a:cxn ang="0">
                    <a:pos x="108" y="172"/>
                  </a:cxn>
                  <a:cxn ang="0">
                    <a:pos x="108" y="172"/>
                  </a:cxn>
                  <a:cxn ang="0">
                    <a:pos x="100" y="172"/>
                  </a:cxn>
                  <a:cxn ang="0">
                    <a:pos x="85" y="172"/>
                  </a:cxn>
                  <a:cxn ang="0">
                    <a:pos x="92" y="180"/>
                  </a:cxn>
                  <a:cxn ang="0">
                    <a:pos x="96" y="188"/>
                  </a:cxn>
                  <a:cxn ang="0">
                    <a:pos x="84" y="200"/>
                  </a:cxn>
                  <a:cxn ang="0">
                    <a:pos x="76" y="196"/>
                  </a:cxn>
                  <a:cxn ang="0">
                    <a:pos x="48" y="168"/>
                  </a:cxn>
                  <a:cxn ang="0">
                    <a:pos x="44" y="160"/>
                  </a:cxn>
                  <a:cxn ang="0">
                    <a:pos x="48" y="152"/>
                  </a:cxn>
                  <a:cxn ang="0">
                    <a:pos x="76" y="124"/>
                  </a:cxn>
                  <a:cxn ang="0">
                    <a:pos x="84" y="120"/>
                  </a:cxn>
                  <a:cxn ang="0">
                    <a:pos x="96" y="132"/>
                  </a:cxn>
                  <a:cxn ang="0">
                    <a:pos x="92" y="140"/>
                  </a:cxn>
                  <a:cxn ang="0">
                    <a:pos x="85" y="148"/>
                  </a:cxn>
                  <a:cxn ang="0">
                    <a:pos x="92" y="148"/>
                  </a:cxn>
                  <a:cxn ang="0">
                    <a:pos x="92" y="148"/>
                  </a:cxn>
                  <a:cxn ang="0">
                    <a:pos x="104" y="148"/>
                  </a:cxn>
                  <a:cxn ang="0">
                    <a:pos x="104" y="148"/>
                  </a:cxn>
                  <a:cxn ang="0">
                    <a:pos x="184" y="148"/>
                  </a:cxn>
                  <a:cxn ang="0">
                    <a:pos x="232" y="100"/>
                  </a:cxn>
                  <a:cxn ang="0">
                    <a:pos x="232" y="72"/>
                  </a:cxn>
                  <a:cxn ang="0">
                    <a:pos x="244" y="60"/>
                  </a:cxn>
                  <a:cxn ang="0">
                    <a:pos x="256" y="72"/>
                  </a:cxn>
                  <a:cxn ang="0">
                    <a:pos x="256" y="100"/>
                  </a:cxn>
                  <a:cxn ang="0">
                    <a:pos x="184" y="172"/>
                  </a:cxn>
                  <a:cxn ang="0">
                    <a:pos x="180" y="76"/>
                  </a:cxn>
                  <a:cxn ang="0">
                    <a:pos x="172" y="80"/>
                  </a:cxn>
                  <a:cxn ang="0">
                    <a:pos x="160" y="68"/>
                  </a:cxn>
                  <a:cxn ang="0">
                    <a:pos x="164" y="60"/>
                  </a:cxn>
                  <a:cxn ang="0">
                    <a:pos x="171" y="52"/>
                  </a:cxn>
                  <a:cxn ang="0">
                    <a:pos x="164" y="52"/>
                  </a:cxn>
                  <a:cxn ang="0">
                    <a:pos x="164" y="52"/>
                  </a:cxn>
                  <a:cxn ang="0">
                    <a:pos x="152" y="52"/>
                  </a:cxn>
                  <a:cxn ang="0">
                    <a:pos x="152" y="52"/>
                  </a:cxn>
                  <a:cxn ang="0">
                    <a:pos x="72" y="52"/>
                  </a:cxn>
                  <a:cxn ang="0">
                    <a:pos x="24" y="100"/>
                  </a:cxn>
                  <a:cxn ang="0">
                    <a:pos x="24" y="128"/>
                  </a:cxn>
                  <a:cxn ang="0">
                    <a:pos x="12" y="140"/>
                  </a:cxn>
                  <a:cxn ang="0">
                    <a:pos x="0" y="128"/>
                  </a:cxn>
                  <a:cxn ang="0">
                    <a:pos x="0" y="100"/>
                  </a:cxn>
                  <a:cxn ang="0">
                    <a:pos x="72" y="28"/>
                  </a:cxn>
                  <a:cxn ang="0">
                    <a:pos x="148" y="28"/>
                  </a:cxn>
                  <a:cxn ang="0">
                    <a:pos x="148" y="28"/>
                  </a:cxn>
                  <a:cxn ang="0">
                    <a:pos x="156" y="28"/>
                  </a:cxn>
                  <a:cxn ang="0">
                    <a:pos x="171" y="28"/>
                  </a:cxn>
                  <a:cxn ang="0">
                    <a:pos x="164" y="20"/>
                  </a:cxn>
                  <a:cxn ang="0">
                    <a:pos x="160" y="12"/>
                  </a:cxn>
                  <a:cxn ang="0">
                    <a:pos x="172" y="0"/>
                  </a:cxn>
                  <a:cxn ang="0">
                    <a:pos x="180" y="4"/>
                  </a:cxn>
                  <a:cxn ang="0">
                    <a:pos x="208" y="32"/>
                  </a:cxn>
                  <a:cxn ang="0">
                    <a:pos x="212" y="40"/>
                  </a:cxn>
                  <a:cxn ang="0">
                    <a:pos x="208" y="48"/>
                  </a:cxn>
                  <a:cxn ang="0">
                    <a:pos x="180" y="76"/>
                  </a:cxn>
                </a:cxnLst>
                <a:rect l="0" t="0" r="r" b="b"/>
                <a:pathLst>
                  <a:path w="256" h="200">
                    <a:moveTo>
                      <a:pt x="184" y="172"/>
                    </a:moveTo>
                    <a:cubicBezTo>
                      <a:pt x="184" y="172"/>
                      <a:pt x="184" y="172"/>
                      <a:pt x="184" y="172"/>
                    </a:cubicBezTo>
                    <a:cubicBezTo>
                      <a:pt x="108" y="172"/>
                      <a:pt x="108" y="172"/>
                      <a:pt x="108" y="172"/>
                    </a:cubicBezTo>
                    <a:cubicBezTo>
                      <a:pt x="108" y="172"/>
                      <a:pt x="108" y="172"/>
                      <a:pt x="108" y="172"/>
                    </a:cubicBezTo>
                    <a:cubicBezTo>
                      <a:pt x="100" y="172"/>
                      <a:pt x="100" y="172"/>
                      <a:pt x="100" y="172"/>
                    </a:cubicBezTo>
                    <a:cubicBezTo>
                      <a:pt x="85" y="172"/>
                      <a:pt x="85" y="172"/>
                      <a:pt x="85" y="172"/>
                    </a:cubicBezTo>
                    <a:cubicBezTo>
                      <a:pt x="92" y="180"/>
                      <a:pt x="92" y="180"/>
                      <a:pt x="92" y="180"/>
                    </a:cubicBezTo>
                    <a:cubicBezTo>
                      <a:pt x="95" y="182"/>
                      <a:pt x="96" y="185"/>
                      <a:pt x="96" y="188"/>
                    </a:cubicBezTo>
                    <a:cubicBezTo>
                      <a:pt x="96" y="195"/>
                      <a:pt x="91" y="200"/>
                      <a:pt x="84" y="200"/>
                    </a:cubicBezTo>
                    <a:cubicBezTo>
                      <a:pt x="81" y="200"/>
                      <a:pt x="78" y="199"/>
                      <a:pt x="76" y="196"/>
                    </a:cubicBezTo>
                    <a:cubicBezTo>
                      <a:pt x="48" y="168"/>
                      <a:pt x="48" y="168"/>
                      <a:pt x="48" y="168"/>
                    </a:cubicBezTo>
                    <a:cubicBezTo>
                      <a:pt x="45" y="166"/>
                      <a:pt x="44" y="163"/>
                      <a:pt x="44" y="160"/>
                    </a:cubicBezTo>
                    <a:cubicBezTo>
                      <a:pt x="44" y="157"/>
                      <a:pt x="45" y="154"/>
                      <a:pt x="48" y="152"/>
                    </a:cubicBezTo>
                    <a:cubicBezTo>
                      <a:pt x="76" y="124"/>
                      <a:pt x="76" y="124"/>
                      <a:pt x="76" y="124"/>
                    </a:cubicBezTo>
                    <a:cubicBezTo>
                      <a:pt x="78" y="121"/>
                      <a:pt x="81" y="120"/>
                      <a:pt x="84" y="120"/>
                    </a:cubicBezTo>
                    <a:cubicBezTo>
                      <a:pt x="91" y="120"/>
                      <a:pt x="96" y="125"/>
                      <a:pt x="96" y="132"/>
                    </a:cubicBezTo>
                    <a:cubicBezTo>
                      <a:pt x="96" y="135"/>
                      <a:pt x="95" y="138"/>
                      <a:pt x="92" y="140"/>
                    </a:cubicBezTo>
                    <a:cubicBezTo>
                      <a:pt x="85" y="148"/>
                      <a:pt x="85" y="148"/>
                      <a:pt x="85" y="148"/>
                    </a:cubicBezTo>
                    <a:cubicBezTo>
                      <a:pt x="92" y="148"/>
                      <a:pt x="92" y="148"/>
                      <a:pt x="92" y="148"/>
                    </a:cubicBezTo>
                    <a:cubicBezTo>
                      <a:pt x="92" y="148"/>
                      <a:pt x="92" y="148"/>
                      <a:pt x="92" y="148"/>
                    </a:cubicBezTo>
                    <a:cubicBezTo>
                      <a:pt x="104" y="148"/>
                      <a:pt x="104" y="148"/>
                      <a:pt x="104" y="148"/>
                    </a:cubicBezTo>
                    <a:cubicBezTo>
                      <a:pt x="104" y="148"/>
                      <a:pt x="104" y="148"/>
                      <a:pt x="104" y="148"/>
                    </a:cubicBezTo>
                    <a:cubicBezTo>
                      <a:pt x="184" y="148"/>
                      <a:pt x="184" y="148"/>
                      <a:pt x="184" y="148"/>
                    </a:cubicBezTo>
                    <a:cubicBezTo>
                      <a:pt x="211" y="148"/>
                      <a:pt x="232" y="127"/>
                      <a:pt x="232" y="100"/>
                    </a:cubicBezTo>
                    <a:cubicBezTo>
                      <a:pt x="232" y="72"/>
                      <a:pt x="232" y="72"/>
                      <a:pt x="232" y="72"/>
                    </a:cubicBezTo>
                    <a:cubicBezTo>
                      <a:pt x="232" y="65"/>
                      <a:pt x="237" y="60"/>
                      <a:pt x="244" y="60"/>
                    </a:cubicBezTo>
                    <a:cubicBezTo>
                      <a:pt x="251" y="60"/>
                      <a:pt x="256" y="65"/>
                      <a:pt x="256" y="72"/>
                    </a:cubicBezTo>
                    <a:cubicBezTo>
                      <a:pt x="256" y="100"/>
                      <a:pt x="256" y="100"/>
                      <a:pt x="256" y="100"/>
                    </a:cubicBezTo>
                    <a:cubicBezTo>
                      <a:pt x="256" y="140"/>
                      <a:pt x="224" y="172"/>
                      <a:pt x="184" y="172"/>
                    </a:cubicBezTo>
                    <a:moveTo>
                      <a:pt x="180" y="76"/>
                    </a:moveTo>
                    <a:cubicBezTo>
                      <a:pt x="178" y="79"/>
                      <a:pt x="175" y="80"/>
                      <a:pt x="172" y="80"/>
                    </a:cubicBezTo>
                    <a:cubicBezTo>
                      <a:pt x="165" y="80"/>
                      <a:pt x="160" y="75"/>
                      <a:pt x="160" y="68"/>
                    </a:cubicBezTo>
                    <a:cubicBezTo>
                      <a:pt x="160" y="65"/>
                      <a:pt x="161" y="62"/>
                      <a:pt x="164" y="60"/>
                    </a:cubicBezTo>
                    <a:cubicBezTo>
                      <a:pt x="171" y="52"/>
                      <a:pt x="171" y="52"/>
                      <a:pt x="171" y="52"/>
                    </a:cubicBezTo>
                    <a:cubicBezTo>
                      <a:pt x="164" y="52"/>
                      <a:pt x="164" y="52"/>
                      <a:pt x="164" y="52"/>
                    </a:cubicBezTo>
                    <a:cubicBezTo>
                      <a:pt x="164" y="52"/>
                      <a:pt x="164" y="52"/>
                      <a:pt x="164" y="52"/>
                    </a:cubicBezTo>
                    <a:cubicBezTo>
                      <a:pt x="152" y="52"/>
                      <a:pt x="152" y="52"/>
                      <a:pt x="152" y="52"/>
                    </a:cubicBezTo>
                    <a:cubicBezTo>
                      <a:pt x="152" y="52"/>
                      <a:pt x="152" y="52"/>
                      <a:pt x="152" y="52"/>
                    </a:cubicBezTo>
                    <a:cubicBezTo>
                      <a:pt x="72" y="52"/>
                      <a:pt x="72" y="52"/>
                      <a:pt x="72" y="52"/>
                    </a:cubicBezTo>
                    <a:cubicBezTo>
                      <a:pt x="45" y="52"/>
                      <a:pt x="24" y="73"/>
                      <a:pt x="24" y="100"/>
                    </a:cubicBezTo>
                    <a:cubicBezTo>
                      <a:pt x="24" y="128"/>
                      <a:pt x="24" y="128"/>
                      <a:pt x="24" y="128"/>
                    </a:cubicBezTo>
                    <a:cubicBezTo>
                      <a:pt x="24" y="135"/>
                      <a:pt x="19" y="140"/>
                      <a:pt x="12" y="140"/>
                    </a:cubicBezTo>
                    <a:cubicBezTo>
                      <a:pt x="5" y="140"/>
                      <a:pt x="0" y="135"/>
                      <a:pt x="0" y="128"/>
                    </a:cubicBezTo>
                    <a:cubicBezTo>
                      <a:pt x="0" y="100"/>
                      <a:pt x="0" y="100"/>
                      <a:pt x="0" y="100"/>
                    </a:cubicBezTo>
                    <a:cubicBezTo>
                      <a:pt x="0" y="60"/>
                      <a:pt x="32" y="28"/>
                      <a:pt x="72" y="28"/>
                    </a:cubicBezTo>
                    <a:cubicBezTo>
                      <a:pt x="148" y="28"/>
                      <a:pt x="148" y="28"/>
                      <a:pt x="148" y="28"/>
                    </a:cubicBezTo>
                    <a:cubicBezTo>
                      <a:pt x="148" y="28"/>
                      <a:pt x="148" y="28"/>
                      <a:pt x="148" y="28"/>
                    </a:cubicBezTo>
                    <a:cubicBezTo>
                      <a:pt x="156" y="28"/>
                      <a:pt x="156" y="28"/>
                      <a:pt x="156" y="28"/>
                    </a:cubicBezTo>
                    <a:cubicBezTo>
                      <a:pt x="171" y="28"/>
                      <a:pt x="171" y="28"/>
                      <a:pt x="171" y="28"/>
                    </a:cubicBezTo>
                    <a:cubicBezTo>
                      <a:pt x="164" y="20"/>
                      <a:pt x="164" y="20"/>
                      <a:pt x="164" y="20"/>
                    </a:cubicBezTo>
                    <a:cubicBezTo>
                      <a:pt x="161" y="18"/>
                      <a:pt x="160" y="15"/>
                      <a:pt x="160" y="12"/>
                    </a:cubicBezTo>
                    <a:cubicBezTo>
                      <a:pt x="160" y="5"/>
                      <a:pt x="165" y="0"/>
                      <a:pt x="172" y="0"/>
                    </a:cubicBezTo>
                    <a:cubicBezTo>
                      <a:pt x="175" y="0"/>
                      <a:pt x="178" y="1"/>
                      <a:pt x="180" y="4"/>
                    </a:cubicBezTo>
                    <a:cubicBezTo>
                      <a:pt x="208" y="32"/>
                      <a:pt x="208" y="32"/>
                      <a:pt x="208" y="32"/>
                    </a:cubicBezTo>
                    <a:cubicBezTo>
                      <a:pt x="211" y="34"/>
                      <a:pt x="212" y="37"/>
                      <a:pt x="212" y="40"/>
                    </a:cubicBezTo>
                    <a:cubicBezTo>
                      <a:pt x="212" y="43"/>
                      <a:pt x="211" y="46"/>
                      <a:pt x="208" y="48"/>
                    </a:cubicBezTo>
                    <a:lnTo>
                      <a:pt x="180" y="7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grpSp>
      <p:sp>
        <p:nvSpPr>
          <p:cNvPr id="106" name="TextBox 105">
            <a:extLst>
              <a:ext uri="{FF2B5EF4-FFF2-40B4-BE49-F238E27FC236}">
                <a16:creationId xmlns:a16="http://schemas.microsoft.com/office/drawing/2014/main" id="{128E55B5-DCBB-7B58-26B6-0FE3D69AA22C}"/>
              </a:ext>
            </a:extLst>
          </p:cNvPr>
          <p:cNvSpPr txBox="1"/>
          <p:nvPr/>
        </p:nvSpPr>
        <p:spPr>
          <a:xfrm>
            <a:off x="2497213" y="683959"/>
            <a:ext cx="7531141"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INFOGRAPHICS</a:t>
            </a:r>
          </a:p>
        </p:txBody>
      </p:sp>
      <p:sp>
        <p:nvSpPr>
          <p:cNvPr id="5" name="Slide Number Placeholder 4">
            <a:extLst>
              <a:ext uri="{FF2B5EF4-FFF2-40B4-BE49-F238E27FC236}">
                <a16:creationId xmlns:a16="http://schemas.microsoft.com/office/drawing/2014/main" id="{1CD50C7B-374C-D538-428C-618F5A4C6EEE}"/>
              </a:ext>
            </a:extLst>
          </p:cNvPr>
          <p:cNvSpPr>
            <a:spLocks noGrp="1"/>
          </p:cNvSpPr>
          <p:nvPr>
            <p:ph type="sldNum" sz="quarter" idx="11"/>
          </p:nvPr>
        </p:nvSpPr>
        <p:spPr/>
        <p:txBody>
          <a:bodyPr/>
          <a:lstStyle/>
          <a:p>
            <a:fld id="{7737D3DD-0AB3-4F16-99FA-6262B2B4036D}" type="slidenum">
              <a:rPr lang="en-MY" smtClean="0"/>
              <a:t>12</a:t>
            </a:fld>
            <a:endParaRPr lang="en-MY" dirty="0"/>
          </a:p>
        </p:txBody>
      </p:sp>
      <p:grpSp>
        <p:nvGrpSpPr>
          <p:cNvPr id="123" name="Group 122">
            <a:extLst>
              <a:ext uri="{FF2B5EF4-FFF2-40B4-BE49-F238E27FC236}">
                <a16:creationId xmlns:a16="http://schemas.microsoft.com/office/drawing/2014/main" id="{5587F32A-A7A7-6B92-020F-B358953AB6D6}"/>
              </a:ext>
            </a:extLst>
          </p:cNvPr>
          <p:cNvGrpSpPr/>
          <p:nvPr/>
        </p:nvGrpSpPr>
        <p:grpSpPr>
          <a:xfrm flipH="1">
            <a:off x="9228890" y="1485125"/>
            <a:ext cx="2270462" cy="1220146"/>
            <a:chOff x="1028776" y="4595000"/>
            <a:chExt cx="2270462" cy="1220146"/>
          </a:xfrm>
        </p:grpSpPr>
        <p:sp>
          <p:nvSpPr>
            <p:cNvPr id="124" name="TextBox 123">
              <a:extLst>
                <a:ext uri="{FF2B5EF4-FFF2-40B4-BE49-F238E27FC236}">
                  <a16:creationId xmlns:a16="http://schemas.microsoft.com/office/drawing/2014/main" id="{215C6EEC-D0A1-85D4-E54E-9ECA80A1C826}"/>
                </a:ext>
              </a:extLst>
            </p:cNvPr>
            <p:cNvSpPr txBox="1"/>
            <p:nvPr/>
          </p:nvSpPr>
          <p:spPr>
            <a:xfrm>
              <a:off x="1841658" y="4595000"/>
              <a:ext cx="1457579" cy="276999"/>
            </a:xfrm>
            <a:prstGeom prst="rect">
              <a:avLst/>
            </a:prstGeom>
            <a:noFill/>
          </p:spPr>
          <p:txBody>
            <a:bodyPr wrap="none" rtlCol="0">
              <a:spAutoFit/>
            </a:bodyPr>
            <a:lstStyle/>
            <a:p>
              <a:r>
                <a:rPr lang="en-US" sz="1200" b="1" dirty="0">
                  <a:solidFill>
                    <a:schemeClr val="accent1"/>
                  </a:solidFill>
                  <a:ea typeface="Open Sans" panose="020B0606030504020204" pitchFamily="34" charset="0"/>
                  <a:cs typeface="Open Sans" panose="020B0606030504020204" pitchFamily="34" charset="0"/>
                </a:rPr>
                <a:t>YOUR TEXT HERE</a:t>
              </a:r>
            </a:p>
          </p:txBody>
        </p:sp>
        <p:sp>
          <p:nvSpPr>
            <p:cNvPr id="125" name="Rectangle 124">
              <a:extLst>
                <a:ext uri="{FF2B5EF4-FFF2-40B4-BE49-F238E27FC236}">
                  <a16:creationId xmlns:a16="http://schemas.microsoft.com/office/drawing/2014/main" id="{8A6EB811-D0C9-E93C-8936-5FCD41FDB49A}"/>
                </a:ext>
              </a:extLst>
            </p:cNvPr>
            <p:cNvSpPr/>
            <p:nvPr/>
          </p:nvSpPr>
          <p:spPr>
            <a:xfrm>
              <a:off x="1028776" y="4818719"/>
              <a:ext cx="2270462" cy="996427"/>
            </a:xfrm>
            <a:prstGeom prst="rect">
              <a:avLst/>
            </a:prstGeom>
          </p:spPr>
          <p:txBody>
            <a:bodyPr wrap="square">
              <a:spAutoFit/>
            </a:bodyPr>
            <a:lstStyle/>
            <a:p>
              <a:pPr>
                <a:lnSpc>
                  <a:spcPct val="150000"/>
                </a:lnSpc>
              </a:pPr>
              <a:r>
                <a:rPr lang="en-US" sz="1000" dirty="0">
                  <a:solidFill>
                    <a:schemeClr val="tx2"/>
                  </a:solidFill>
                  <a:ea typeface="Open Sans" panose="020B0606030504020204" pitchFamily="34" charset="0"/>
                  <a:cs typeface="Open Sans" panose="020B0606030504020204" pitchFamily="34" charset="0"/>
                </a:rPr>
                <a:t>This is a sample text. You simply add your own text and description here. This text is fully editable. </a:t>
              </a:r>
            </a:p>
          </p:txBody>
        </p:sp>
      </p:grpSp>
      <p:grpSp>
        <p:nvGrpSpPr>
          <p:cNvPr id="126" name="Group 125">
            <a:extLst>
              <a:ext uri="{FF2B5EF4-FFF2-40B4-BE49-F238E27FC236}">
                <a16:creationId xmlns:a16="http://schemas.microsoft.com/office/drawing/2014/main" id="{48E77B19-06BC-2BC8-662C-7F70B44D7637}"/>
              </a:ext>
            </a:extLst>
          </p:cNvPr>
          <p:cNvGrpSpPr/>
          <p:nvPr/>
        </p:nvGrpSpPr>
        <p:grpSpPr>
          <a:xfrm flipH="1">
            <a:off x="9224123" y="5025125"/>
            <a:ext cx="2295980" cy="1220146"/>
            <a:chOff x="1003258" y="4595000"/>
            <a:chExt cx="2295980" cy="1220146"/>
          </a:xfrm>
        </p:grpSpPr>
        <p:sp>
          <p:nvSpPr>
            <p:cNvPr id="127" name="TextBox 126">
              <a:extLst>
                <a:ext uri="{FF2B5EF4-FFF2-40B4-BE49-F238E27FC236}">
                  <a16:creationId xmlns:a16="http://schemas.microsoft.com/office/drawing/2014/main" id="{4A7F12BD-E102-8D21-C719-B0744EA19990}"/>
                </a:ext>
              </a:extLst>
            </p:cNvPr>
            <p:cNvSpPr txBox="1"/>
            <p:nvPr/>
          </p:nvSpPr>
          <p:spPr>
            <a:xfrm>
              <a:off x="1841658" y="4595000"/>
              <a:ext cx="1457579" cy="276999"/>
            </a:xfrm>
            <a:prstGeom prst="rect">
              <a:avLst/>
            </a:prstGeom>
            <a:noFill/>
          </p:spPr>
          <p:txBody>
            <a:bodyPr wrap="none" rtlCol="0">
              <a:spAutoFit/>
            </a:bodyPr>
            <a:lstStyle/>
            <a:p>
              <a:r>
                <a:rPr lang="en-US" sz="1200" b="1" dirty="0">
                  <a:solidFill>
                    <a:schemeClr val="accent3"/>
                  </a:solidFill>
                  <a:ea typeface="Open Sans" panose="020B0606030504020204" pitchFamily="34" charset="0"/>
                  <a:cs typeface="Open Sans" panose="020B0606030504020204" pitchFamily="34" charset="0"/>
                </a:rPr>
                <a:t>YOUR TEXT HERE</a:t>
              </a:r>
            </a:p>
          </p:txBody>
        </p:sp>
        <p:sp>
          <p:nvSpPr>
            <p:cNvPr id="128" name="Rectangle 127">
              <a:extLst>
                <a:ext uri="{FF2B5EF4-FFF2-40B4-BE49-F238E27FC236}">
                  <a16:creationId xmlns:a16="http://schemas.microsoft.com/office/drawing/2014/main" id="{B01CFA56-3123-6635-D0C1-06DD557BD639}"/>
                </a:ext>
              </a:extLst>
            </p:cNvPr>
            <p:cNvSpPr/>
            <p:nvPr/>
          </p:nvSpPr>
          <p:spPr>
            <a:xfrm>
              <a:off x="1003258" y="4818719"/>
              <a:ext cx="2295980" cy="996427"/>
            </a:xfrm>
            <a:prstGeom prst="rect">
              <a:avLst/>
            </a:prstGeom>
          </p:spPr>
          <p:txBody>
            <a:bodyPr wrap="square">
              <a:spAutoFit/>
            </a:bodyPr>
            <a:lstStyle/>
            <a:p>
              <a:pPr>
                <a:lnSpc>
                  <a:spcPct val="150000"/>
                </a:lnSpc>
              </a:pPr>
              <a:r>
                <a:rPr lang="en-US" sz="1000" dirty="0">
                  <a:solidFill>
                    <a:schemeClr val="tx2"/>
                  </a:solidFill>
                  <a:ea typeface="Open Sans" panose="020B0606030504020204" pitchFamily="34" charset="0"/>
                  <a:cs typeface="Open Sans" panose="020B0606030504020204" pitchFamily="34" charset="0"/>
                </a:rPr>
                <a:t>This is a sample text. You simply add your own text and description here. This text is fully editable. </a:t>
              </a:r>
            </a:p>
          </p:txBody>
        </p:sp>
      </p:grpSp>
      <p:grpSp>
        <p:nvGrpSpPr>
          <p:cNvPr id="129" name="Group 128">
            <a:extLst>
              <a:ext uri="{FF2B5EF4-FFF2-40B4-BE49-F238E27FC236}">
                <a16:creationId xmlns:a16="http://schemas.microsoft.com/office/drawing/2014/main" id="{2663B7FB-34C2-4BA2-D2B4-63B22CADFEA3}"/>
              </a:ext>
            </a:extLst>
          </p:cNvPr>
          <p:cNvGrpSpPr/>
          <p:nvPr/>
        </p:nvGrpSpPr>
        <p:grpSpPr>
          <a:xfrm>
            <a:off x="790401" y="1485125"/>
            <a:ext cx="2212022" cy="1220146"/>
            <a:chOff x="1087216" y="4595000"/>
            <a:chExt cx="2212022" cy="1220146"/>
          </a:xfrm>
        </p:grpSpPr>
        <p:sp>
          <p:nvSpPr>
            <p:cNvPr id="130" name="TextBox 129">
              <a:extLst>
                <a:ext uri="{FF2B5EF4-FFF2-40B4-BE49-F238E27FC236}">
                  <a16:creationId xmlns:a16="http://schemas.microsoft.com/office/drawing/2014/main" id="{34E0661E-63C5-2247-430E-CC2BFED5260D}"/>
                </a:ext>
              </a:extLst>
            </p:cNvPr>
            <p:cNvSpPr txBox="1"/>
            <p:nvPr/>
          </p:nvSpPr>
          <p:spPr>
            <a:xfrm>
              <a:off x="1841658" y="4595000"/>
              <a:ext cx="1457579" cy="276999"/>
            </a:xfrm>
            <a:prstGeom prst="rect">
              <a:avLst/>
            </a:prstGeom>
            <a:noFill/>
          </p:spPr>
          <p:txBody>
            <a:bodyPr wrap="none" rtlCol="0">
              <a:spAutoFit/>
            </a:bodyPr>
            <a:lstStyle/>
            <a:p>
              <a:pPr algn="r"/>
              <a:r>
                <a:rPr lang="en-US" sz="1200" b="1" dirty="0">
                  <a:solidFill>
                    <a:schemeClr val="accent6"/>
                  </a:solidFill>
                  <a:ea typeface="Open Sans" panose="020B0606030504020204" pitchFamily="34" charset="0"/>
                  <a:cs typeface="Open Sans" panose="020B0606030504020204" pitchFamily="34" charset="0"/>
                </a:rPr>
                <a:t>YOUR TEXT HERE</a:t>
              </a:r>
            </a:p>
          </p:txBody>
        </p:sp>
        <p:sp>
          <p:nvSpPr>
            <p:cNvPr id="131" name="Rectangle 130">
              <a:extLst>
                <a:ext uri="{FF2B5EF4-FFF2-40B4-BE49-F238E27FC236}">
                  <a16:creationId xmlns:a16="http://schemas.microsoft.com/office/drawing/2014/main" id="{D9DC3FBE-ED1A-CD21-AF42-E7AF2457A2F6}"/>
                </a:ext>
              </a:extLst>
            </p:cNvPr>
            <p:cNvSpPr/>
            <p:nvPr/>
          </p:nvSpPr>
          <p:spPr>
            <a:xfrm>
              <a:off x="1087216" y="4818719"/>
              <a:ext cx="2212022" cy="996427"/>
            </a:xfrm>
            <a:prstGeom prst="rect">
              <a:avLst/>
            </a:prstGeom>
          </p:spPr>
          <p:txBody>
            <a:bodyPr wrap="square">
              <a:spAutoFit/>
            </a:bodyPr>
            <a:lstStyle/>
            <a:p>
              <a:pPr algn="r">
                <a:lnSpc>
                  <a:spcPct val="150000"/>
                </a:lnSpc>
              </a:pPr>
              <a:r>
                <a:rPr lang="en-US" sz="1000" dirty="0">
                  <a:solidFill>
                    <a:schemeClr val="tx2"/>
                  </a:solidFill>
                  <a:ea typeface="Open Sans" panose="020B0606030504020204" pitchFamily="34" charset="0"/>
                  <a:cs typeface="Open Sans" panose="020B0606030504020204" pitchFamily="34" charset="0"/>
                </a:rPr>
                <a:t>This is a sample text. You simply add your own text and description here. This text is fully editable. </a:t>
              </a:r>
            </a:p>
          </p:txBody>
        </p:sp>
      </p:grpSp>
      <p:grpSp>
        <p:nvGrpSpPr>
          <p:cNvPr id="132" name="Group 131">
            <a:extLst>
              <a:ext uri="{FF2B5EF4-FFF2-40B4-BE49-F238E27FC236}">
                <a16:creationId xmlns:a16="http://schemas.microsoft.com/office/drawing/2014/main" id="{1EE1E662-4CDD-9E2E-C53D-66BBDCE225AD}"/>
              </a:ext>
            </a:extLst>
          </p:cNvPr>
          <p:cNvGrpSpPr/>
          <p:nvPr/>
        </p:nvGrpSpPr>
        <p:grpSpPr>
          <a:xfrm>
            <a:off x="757566" y="5025125"/>
            <a:ext cx="2295980" cy="1220146"/>
            <a:chOff x="1003258" y="4595000"/>
            <a:chExt cx="2295980" cy="1220146"/>
          </a:xfrm>
        </p:grpSpPr>
        <p:sp>
          <p:nvSpPr>
            <p:cNvPr id="133" name="TextBox 132">
              <a:extLst>
                <a:ext uri="{FF2B5EF4-FFF2-40B4-BE49-F238E27FC236}">
                  <a16:creationId xmlns:a16="http://schemas.microsoft.com/office/drawing/2014/main" id="{19608ABA-EE29-0D95-96A4-78024B10A920}"/>
                </a:ext>
              </a:extLst>
            </p:cNvPr>
            <p:cNvSpPr txBox="1"/>
            <p:nvPr/>
          </p:nvSpPr>
          <p:spPr>
            <a:xfrm>
              <a:off x="1841658" y="4595000"/>
              <a:ext cx="1457579" cy="276999"/>
            </a:xfrm>
            <a:prstGeom prst="rect">
              <a:avLst/>
            </a:prstGeom>
            <a:noFill/>
          </p:spPr>
          <p:txBody>
            <a:bodyPr wrap="none" rtlCol="0">
              <a:spAutoFit/>
            </a:bodyPr>
            <a:lstStyle/>
            <a:p>
              <a:pPr algn="r"/>
              <a:r>
                <a:rPr lang="en-US" sz="1200" b="1" dirty="0">
                  <a:solidFill>
                    <a:schemeClr val="accent4"/>
                  </a:solidFill>
                  <a:ea typeface="Open Sans" panose="020B0606030504020204" pitchFamily="34" charset="0"/>
                  <a:cs typeface="Open Sans" panose="020B0606030504020204" pitchFamily="34" charset="0"/>
                </a:rPr>
                <a:t>YOUR TEXT HERE</a:t>
              </a:r>
            </a:p>
          </p:txBody>
        </p:sp>
        <p:sp>
          <p:nvSpPr>
            <p:cNvPr id="134" name="Rectangle 133">
              <a:extLst>
                <a:ext uri="{FF2B5EF4-FFF2-40B4-BE49-F238E27FC236}">
                  <a16:creationId xmlns:a16="http://schemas.microsoft.com/office/drawing/2014/main" id="{771A40B8-1DFD-3B5F-02E9-40681D3ADCEF}"/>
                </a:ext>
              </a:extLst>
            </p:cNvPr>
            <p:cNvSpPr/>
            <p:nvPr/>
          </p:nvSpPr>
          <p:spPr>
            <a:xfrm>
              <a:off x="1003258" y="4818719"/>
              <a:ext cx="2295980" cy="996427"/>
            </a:xfrm>
            <a:prstGeom prst="rect">
              <a:avLst/>
            </a:prstGeom>
          </p:spPr>
          <p:txBody>
            <a:bodyPr wrap="square">
              <a:spAutoFit/>
            </a:bodyPr>
            <a:lstStyle/>
            <a:p>
              <a:pPr algn="r">
                <a:lnSpc>
                  <a:spcPct val="150000"/>
                </a:lnSpc>
              </a:pPr>
              <a:r>
                <a:rPr lang="en-US" sz="1000" dirty="0">
                  <a:solidFill>
                    <a:schemeClr val="tx2"/>
                  </a:solidFill>
                  <a:ea typeface="Open Sans" panose="020B0606030504020204" pitchFamily="34" charset="0"/>
                  <a:cs typeface="Open Sans" panose="020B0606030504020204" pitchFamily="34" charset="0"/>
                </a:rPr>
                <a:t>This is a sample text. You simply add your own text and description here. This text is fully editable. </a:t>
              </a:r>
            </a:p>
          </p:txBody>
        </p:sp>
      </p:grpSp>
      <p:grpSp>
        <p:nvGrpSpPr>
          <p:cNvPr id="135" name="Group 134">
            <a:extLst>
              <a:ext uri="{FF2B5EF4-FFF2-40B4-BE49-F238E27FC236}">
                <a16:creationId xmlns:a16="http://schemas.microsoft.com/office/drawing/2014/main" id="{31900B6A-14A1-D808-C50C-5CF3B1ACDA02}"/>
              </a:ext>
            </a:extLst>
          </p:cNvPr>
          <p:cNvGrpSpPr/>
          <p:nvPr/>
        </p:nvGrpSpPr>
        <p:grpSpPr>
          <a:xfrm>
            <a:off x="181796" y="3288884"/>
            <a:ext cx="2212022" cy="1220146"/>
            <a:chOff x="1087216" y="4595000"/>
            <a:chExt cx="2212022" cy="1220146"/>
          </a:xfrm>
        </p:grpSpPr>
        <p:sp>
          <p:nvSpPr>
            <p:cNvPr id="136" name="TextBox 135">
              <a:extLst>
                <a:ext uri="{FF2B5EF4-FFF2-40B4-BE49-F238E27FC236}">
                  <a16:creationId xmlns:a16="http://schemas.microsoft.com/office/drawing/2014/main" id="{8ED81D66-F927-A7EB-C777-16D47876BCFE}"/>
                </a:ext>
              </a:extLst>
            </p:cNvPr>
            <p:cNvSpPr txBox="1"/>
            <p:nvPr/>
          </p:nvSpPr>
          <p:spPr>
            <a:xfrm>
              <a:off x="1841658" y="4595000"/>
              <a:ext cx="1457579" cy="276999"/>
            </a:xfrm>
            <a:prstGeom prst="rect">
              <a:avLst/>
            </a:prstGeom>
            <a:noFill/>
          </p:spPr>
          <p:txBody>
            <a:bodyPr wrap="none" rtlCol="0">
              <a:spAutoFit/>
            </a:bodyPr>
            <a:lstStyle/>
            <a:p>
              <a:pPr algn="r"/>
              <a:r>
                <a:rPr lang="en-US" sz="1200" b="1" dirty="0">
                  <a:solidFill>
                    <a:schemeClr val="accent5"/>
                  </a:solidFill>
                  <a:ea typeface="Open Sans" panose="020B0606030504020204" pitchFamily="34" charset="0"/>
                  <a:cs typeface="Open Sans" panose="020B0606030504020204" pitchFamily="34" charset="0"/>
                </a:rPr>
                <a:t>YOUR TEXT HERE</a:t>
              </a:r>
            </a:p>
          </p:txBody>
        </p:sp>
        <p:sp>
          <p:nvSpPr>
            <p:cNvPr id="137" name="Rectangle 136">
              <a:extLst>
                <a:ext uri="{FF2B5EF4-FFF2-40B4-BE49-F238E27FC236}">
                  <a16:creationId xmlns:a16="http://schemas.microsoft.com/office/drawing/2014/main" id="{82A98F77-E769-6951-989B-1A447FC41E45}"/>
                </a:ext>
              </a:extLst>
            </p:cNvPr>
            <p:cNvSpPr/>
            <p:nvPr/>
          </p:nvSpPr>
          <p:spPr>
            <a:xfrm>
              <a:off x="1087216" y="4818719"/>
              <a:ext cx="2212022" cy="996427"/>
            </a:xfrm>
            <a:prstGeom prst="rect">
              <a:avLst/>
            </a:prstGeom>
          </p:spPr>
          <p:txBody>
            <a:bodyPr wrap="square">
              <a:spAutoFit/>
            </a:bodyPr>
            <a:lstStyle/>
            <a:p>
              <a:pPr algn="r">
                <a:lnSpc>
                  <a:spcPct val="150000"/>
                </a:lnSpc>
              </a:pPr>
              <a:r>
                <a:rPr lang="en-US" sz="1000" dirty="0">
                  <a:solidFill>
                    <a:schemeClr val="tx2"/>
                  </a:solidFill>
                  <a:ea typeface="Open Sans" panose="020B0606030504020204" pitchFamily="34" charset="0"/>
                  <a:cs typeface="Open Sans" panose="020B0606030504020204" pitchFamily="34" charset="0"/>
                </a:rPr>
                <a:t>This is a sample text. You simply add your own text and description here. This text is fully editable. </a:t>
              </a:r>
            </a:p>
          </p:txBody>
        </p:sp>
      </p:grpSp>
      <p:grpSp>
        <p:nvGrpSpPr>
          <p:cNvPr id="138" name="Group 137">
            <a:extLst>
              <a:ext uri="{FF2B5EF4-FFF2-40B4-BE49-F238E27FC236}">
                <a16:creationId xmlns:a16="http://schemas.microsoft.com/office/drawing/2014/main" id="{EA2EB999-8B17-12E9-D978-95D3EED0F8A8}"/>
              </a:ext>
            </a:extLst>
          </p:cNvPr>
          <p:cNvGrpSpPr/>
          <p:nvPr/>
        </p:nvGrpSpPr>
        <p:grpSpPr>
          <a:xfrm flipH="1">
            <a:off x="9892532" y="3288884"/>
            <a:ext cx="2295980" cy="1220146"/>
            <a:chOff x="1003258" y="4595000"/>
            <a:chExt cx="2295980" cy="1220146"/>
          </a:xfrm>
        </p:grpSpPr>
        <p:sp>
          <p:nvSpPr>
            <p:cNvPr id="139" name="TextBox 138">
              <a:extLst>
                <a:ext uri="{FF2B5EF4-FFF2-40B4-BE49-F238E27FC236}">
                  <a16:creationId xmlns:a16="http://schemas.microsoft.com/office/drawing/2014/main" id="{53E5C490-1A50-B59C-9FF6-C11590A23E16}"/>
                </a:ext>
              </a:extLst>
            </p:cNvPr>
            <p:cNvSpPr txBox="1"/>
            <p:nvPr/>
          </p:nvSpPr>
          <p:spPr>
            <a:xfrm>
              <a:off x="1841658" y="4595000"/>
              <a:ext cx="1457579" cy="276999"/>
            </a:xfrm>
            <a:prstGeom prst="rect">
              <a:avLst/>
            </a:prstGeom>
            <a:noFill/>
          </p:spPr>
          <p:txBody>
            <a:bodyPr wrap="none" rtlCol="0">
              <a:spAutoFit/>
            </a:bodyPr>
            <a:lstStyle/>
            <a:p>
              <a:r>
                <a:rPr lang="en-US" sz="1200" b="1" dirty="0">
                  <a:solidFill>
                    <a:schemeClr val="accent2"/>
                  </a:solidFill>
                  <a:ea typeface="Open Sans" panose="020B0606030504020204" pitchFamily="34" charset="0"/>
                  <a:cs typeface="Open Sans" panose="020B0606030504020204" pitchFamily="34" charset="0"/>
                </a:rPr>
                <a:t>YOUR TEXT HERE</a:t>
              </a:r>
            </a:p>
          </p:txBody>
        </p:sp>
        <p:sp>
          <p:nvSpPr>
            <p:cNvPr id="140" name="Rectangle 139">
              <a:extLst>
                <a:ext uri="{FF2B5EF4-FFF2-40B4-BE49-F238E27FC236}">
                  <a16:creationId xmlns:a16="http://schemas.microsoft.com/office/drawing/2014/main" id="{EFD669C2-F76A-E1F9-241E-DD2C2DEE6214}"/>
                </a:ext>
              </a:extLst>
            </p:cNvPr>
            <p:cNvSpPr/>
            <p:nvPr/>
          </p:nvSpPr>
          <p:spPr>
            <a:xfrm>
              <a:off x="1003258" y="4818719"/>
              <a:ext cx="2295980" cy="996427"/>
            </a:xfrm>
            <a:prstGeom prst="rect">
              <a:avLst/>
            </a:prstGeom>
          </p:spPr>
          <p:txBody>
            <a:bodyPr wrap="square">
              <a:spAutoFit/>
            </a:bodyPr>
            <a:lstStyle/>
            <a:p>
              <a:pPr>
                <a:lnSpc>
                  <a:spcPct val="150000"/>
                </a:lnSpc>
              </a:pPr>
              <a:r>
                <a:rPr lang="en-US" sz="1000" dirty="0">
                  <a:solidFill>
                    <a:schemeClr val="tx2"/>
                  </a:solidFill>
                  <a:ea typeface="Open Sans" panose="020B0606030504020204" pitchFamily="34" charset="0"/>
                  <a:cs typeface="Open Sans" panose="020B0606030504020204" pitchFamily="34" charset="0"/>
                </a:rPr>
                <a:t>This is a sample text. You simply add your own text and description here. This text is fully editable. </a:t>
              </a:r>
            </a:p>
          </p:txBody>
        </p:sp>
      </p:grpSp>
    </p:spTree>
    <p:extLst>
      <p:ext uri="{BB962C8B-B14F-4D97-AF65-F5344CB8AC3E}">
        <p14:creationId xmlns:p14="http://schemas.microsoft.com/office/powerpoint/2010/main" val="924599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F98EC83-9870-01B6-78E3-C5D1EFD6583C}"/>
              </a:ext>
            </a:extLst>
          </p:cNvPr>
          <p:cNvGrpSpPr/>
          <p:nvPr/>
        </p:nvGrpSpPr>
        <p:grpSpPr>
          <a:xfrm>
            <a:off x="914400" y="1080925"/>
            <a:ext cx="10008296" cy="1184292"/>
            <a:chOff x="1516903" y="1573751"/>
            <a:chExt cx="9158195" cy="1302721"/>
          </a:xfrm>
        </p:grpSpPr>
        <p:sp>
          <p:nvSpPr>
            <p:cNvPr id="4" name="Rounded Rectangle 2">
              <a:extLst>
                <a:ext uri="{FF2B5EF4-FFF2-40B4-BE49-F238E27FC236}">
                  <a16:creationId xmlns:a16="http://schemas.microsoft.com/office/drawing/2014/main" id="{A2CF9310-CA6E-A9FF-D4E5-2E6DD8EC967B}"/>
                </a:ext>
              </a:extLst>
            </p:cNvPr>
            <p:cNvSpPr/>
            <p:nvPr/>
          </p:nvSpPr>
          <p:spPr>
            <a:xfrm>
              <a:off x="1516903" y="1575739"/>
              <a:ext cx="9158195" cy="1300733"/>
            </a:xfrm>
            <a:prstGeom prst="roundRect">
              <a:avLst>
                <a:gd name="adj" fmla="val 7971"/>
              </a:avLst>
            </a:prstGeom>
            <a:gradFill>
              <a:gsLst>
                <a:gs pos="100000">
                  <a:schemeClr val="accent2">
                    <a:lumMod val="75000"/>
                  </a:schemeClr>
                </a:gs>
                <a:gs pos="0">
                  <a:schemeClr val="accent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C07B2F8B-37EA-077A-2FD6-66BB295C6B4B}"/>
                </a:ext>
              </a:extLst>
            </p:cNvPr>
            <p:cNvSpPr/>
            <p:nvPr/>
          </p:nvSpPr>
          <p:spPr>
            <a:xfrm>
              <a:off x="2499039" y="1573751"/>
              <a:ext cx="961953" cy="1300732"/>
            </a:xfrm>
            <a:prstGeom prst="rect">
              <a:avLst/>
            </a:prstGeom>
            <a:solidFill>
              <a:schemeClr val="bg1">
                <a:lumMod val="95000"/>
              </a:schemeClr>
            </a:solidFill>
            <a:ln>
              <a:noFill/>
            </a:ln>
            <a:effectLst>
              <a:outerShdw blurRad="1270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7E2C3A9A-FFBA-8DE0-93EC-1F2D677FA4F6}"/>
              </a:ext>
            </a:extLst>
          </p:cNvPr>
          <p:cNvGrpSpPr/>
          <p:nvPr/>
        </p:nvGrpSpPr>
        <p:grpSpPr>
          <a:xfrm flipH="1">
            <a:off x="914400" y="2394237"/>
            <a:ext cx="10008296" cy="1211785"/>
            <a:chOff x="1516903" y="1686194"/>
            <a:chExt cx="9158195" cy="1332963"/>
          </a:xfrm>
        </p:grpSpPr>
        <p:sp>
          <p:nvSpPr>
            <p:cNvPr id="7" name="Rounded Rectangle 11">
              <a:extLst>
                <a:ext uri="{FF2B5EF4-FFF2-40B4-BE49-F238E27FC236}">
                  <a16:creationId xmlns:a16="http://schemas.microsoft.com/office/drawing/2014/main" id="{3C6D6E1D-0FFB-9704-A859-DBD815EED622}"/>
                </a:ext>
              </a:extLst>
            </p:cNvPr>
            <p:cNvSpPr/>
            <p:nvPr/>
          </p:nvSpPr>
          <p:spPr>
            <a:xfrm>
              <a:off x="1516903" y="1686194"/>
              <a:ext cx="9158195" cy="1323883"/>
            </a:xfrm>
            <a:prstGeom prst="roundRect">
              <a:avLst>
                <a:gd name="adj" fmla="val 7971"/>
              </a:avLst>
            </a:prstGeom>
            <a:gradFill>
              <a:gsLst>
                <a:gs pos="100000">
                  <a:schemeClr val="accent3">
                    <a:lumMod val="75000"/>
                  </a:schemeClr>
                </a:gs>
                <a:gs pos="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ADCE71F-FE36-ECB5-577B-3D2CA847EB87}"/>
                </a:ext>
              </a:extLst>
            </p:cNvPr>
            <p:cNvSpPr/>
            <p:nvPr/>
          </p:nvSpPr>
          <p:spPr>
            <a:xfrm>
              <a:off x="2482702" y="1695275"/>
              <a:ext cx="961953" cy="1323882"/>
            </a:xfrm>
            <a:prstGeom prst="rect">
              <a:avLst/>
            </a:prstGeom>
            <a:solidFill>
              <a:schemeClr val="bg1">
                <a:lumMod val="95000"/>
              </a:schemeClr>
            </a:solidFill>
            <a:ln>
              <a:noFill/>
            </a:ln>
            <a:effectLst>
              <a:outerShdw blurRad="1270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B33DD214-FF23-80DC-13BD-A9CB0EA1E0FF}"/>
              </a:ext>
            </a:extLst>
          </p:cNvPr>
          <p:cNvGrpSpPr/>
          <p:nvPr/>
        </p:nvGrpSpPr>
        <p:grpSpPr>
          <a:xfrm>
            <a:off x="914400" y="3723695"/>
            <a:ext cx="10008296" cy="1215349"/>
            <a:chOff x="1516903" y="1777894"/>
            <a:chExt cx="9158195" cy="1336884"/>
          </a:xfrm>
        </p:grpSpPr>
        <p:sp>
          <p:nvSpPr>
            <p:cNvPr id="10" name="Rounded Rectangle 14">
              <a:extLst>
                <a:ext uri="{FF2B5EF4-FFF2-40B4-BE49-F238E27FC236}">
                  <a16:creationId xmlns:a16="http://schemas.microsoft.com/office/drawing/2014/main" id="{3BD7B7D1-DC65-27EA-3E34-7FAEAAE2650D}"/>
                </a:ext>
              </a:extLst>
            </p:cNvPr>
            <p:cNvSpPr/>
            <p:nvPr/>
          </p:nvSpPr>
          <p:spPr>
            <a:xfrm>
              <a:off x="1516903" y="1777894"/>
              <a:ext cx="9158195" cy="1336884"/>
            </a:xfrm>
            <a:prstGeom prst="roundRect">
              <a:avLst>
                <a:gd name="adj" fmla="val 7971"/>
              </a:avLst>
            </a:prstGeom>
            <a:gradFill>
              <a:gsLst>
                <a:gs pos="100000">
                  <a:schemeClr val="accent4">
                    <a:lumMod val="75000"/>
                  </a:schemeClr>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AC69F9-397E-E651-D09F-A031881F2A9D}"/>
                </a:ext>
              </a:extLst>
            </p:cNvPr>
            <p:cNvSpPr/>
            <p:nvPr/>
          </p:nvSpPr>
          <p:spPr>
            <a:xfrm>
              <a:off x="2495028" y="1789868"/>
              <a:ext cx="961952" cy="1315309"/>
            </a:xfrm>
            <a:prstGeom prst="rect">
              <a:avLst/>
            </a:prstGeom>
            <a:solidFill>
              <a:schemeClr val="bg1">
                <a:lumMod val="95000"/>
              </a:schemeClr>
            </a:solidFill>
            <a:ln>
              <a:noFill/>
            </a:ln>
            <a:effectLst>
              <a:outerShdw blurRad="1270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7CD0BAC8-DE83-DD75-5BCD-44194D177A26}"/>
              </a:ext>
            </a:extLst>
          </p:cNvPr>
          <p:cNvGrpSpPr/>
          <p:nvPr/>
        </p:nvGrpSpPr>
        <p:grpSpPr>
          <a:xfrm flipH="1">
            <a:off x="914400" y="5067285"/>
            <a:ext cx="10008296" cy="1222258"/>
            <a:chOff x="1516903" y="1955110"/>
            <a:chExt cx="9158195" cy="1344484"/>
          </a:xfrm>
        </p:grpSpPr>
        <p:sp>
          <p:nvSpPr>
            <p:cNvPr id="13" name="Rounded Rectangle 17">
              <a:extLst>
                <a:ext uri="{FF2B5EF4-FFF2-40B4-BE49-F238E27FC236}">
                  <a16:creationId xmlns:a16="http://schemas.microsoft.com/office/drawing/2014/main" id="{905FB2B7-798B-B30E-D869-09F92D3FE148}"/>
                </a:ext>
              </a:extLst>
            </p:cNvPr>
            <p:cNvSpPr/>
            <p:nvPr/>
          </p:nvSpPr>
          <p:spPr>
            <a:xfrm>
              <a:off x="1516903" y="1955110"/>
              <a:ext cx="9158195" cy="1344484"/>
            </a:xfrm>
            <a:prstGeom prst="roundRect">
              <a:avLst>
                <a:gd name="adj" fmla="val 7971"/>
              </a:avLst>
            </a:prstGeom>
            <a:gradFill>
              <a:gsLst>
                <a:gs pos="100000">
                  <a:schemeClr val="accent5">
                    <a:lumMod val="75000"/>
                  </a:schemeClr>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78F8ECE-BB9A-C060-1DA1-E36EE783E937}"/>
                </a:ext>
              </a:extLst>
            </p:cNvPr>
            <p:cNvSpPr/>
            <p:nvPr/>
          </p:nvSpPr>
          <p:spPr>
            <a:xfrm>
              <a:off x="2433668" y="1965034"/>
              <a:ext cx="961953" cy="1322584"/>
            </a:xfrm>
            <a:prstGeom prst="rect">
              <a:avLst/>
            </a:prstGeom>
            <a:solidFill>
              <a:schemeClr val="bg1">
                <a:lumMod val="95000"/>
              </a:schemeClr>
            </a:solidFill>
            <a:ln>
              <a:noFill/>
            </a:ln>
            <a:effectLst>
              <a:outerShdw blurRad="1270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4F764654-4E32-7FED-AE26-51CC4E6CA749}"/>
              </a:ext>
            </a:extLst>
          </p:cNvPr>
          <p:cNvSpPr txBox="1"/>
          <p:nvPr/>
        </p:nvSpPr>
        <p:spPr>
          <a:xfrm>
            <a:off x="972199" y="1412104"/>
            <a:ext cx="1051245" cy="646331"/>
          </a:xfrm>
          <a:prstGeom prst="rect">
            <a:avLst/>
          </a:prstGeom>
          <a:noFill/>
        </p:spPr>
        <p:txBody>
          <a:bodyPr wrap="square" rtlCol="0">
            <a:spAutoFit/>
          </a:bodyPr>
          <a:lstStyle/>
          <a:p>
            <a:pPr algn="ctr"/>
            <a:r>
              <a:rPr lang="en-US" sz="36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16" name="TextBox 15">
            <a:extLst>
              <a:ext uri="{FF2B5EF4-FFF2-40B4-BE49-F238E27FC236}">
                <a16:creationId xmlns:a16="http://schemas.microsoft.com/office/drawing/2014/main" id="{D26B6951-AF6A-F84D-B850-EE9636165BF5}"/>
              </a:ext>
            </a:extLst>
          </p:cNvPr>
          <p:cNvSpPr txBox="1"/>
          <p:nvPr/>
        </p:nvSpPr>
        <p:spPr>
          <a:xfrm>
            <a:off x="972199" y="4012725"/>
            <a:ext cx="1051245" cy="646331"/>
          </a:xfrm>
          <a:prstGeom prst="rect">
            <a:avLst/>
          </a:prstGeom>
          <a:noFill/>
        </p:spPr>
        <p:txBody>
          <a:bodyPr wrap="square" rtlCol="0">
            <a:spAutoFit/>
          </a:bodyPr>
          <a:lstStyle/>
          <a:p>
            <a:pPr algn="ctr"/>
            <a:r>
              <a:rPr lang="en-US" sz="36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17" name="TextBox 16">
            <a:extLst>
              <a:ext uri="{FF2B5EF4-FFF2-40B4-BE49-F238E27FC236}">
                <a16:creationId xmlns:a16="http://schemas.microsoft.com/office/drawing/2014/main" id="{24A08DA3-2D0B-8CC2-07AA-39F09C934465}"/>
              </a:ext>
            </a:extLst>
          </p:cNvPr>
          <p:cNvSpPr txBox="1"/>
          <p:nvPr/>
        </p:nvSpPr>
        <p:spPr>
          <a:xfrm>
            <a:off x="9867068" y="2713298"/>
            <a:ext cx="1051245" cy="646331"/>
          </a:xfrm>
          <a:prstGeom prst="rect">
            <a:avLst/>
          </a:prstGeom>
          <a:noFill/>
        </p:spPr>
        <p:txBody>
          <a:bodyPr wrap="square" rtlCol="0">
            <a:spAutoFit/>
          </a:bodyPr>
          <a:lstStyle/>
          <a:p>
            <a:pPr algn="ctr"/>
            <a:r>
              <a:rPr lang="en-US" sz="36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18" name="TextBox 17">
            <a:extLst>
              <a:ext uri="{FF2B5EF4-FFF2-40B4-BE49-F238E27FC236}">
                <a16:creationId xmlns:a16="http://schemas.microsoft.com/office/drawing/2014/main" id="{CAEC5893-02C4-1552-9533-8EE284F93844}"/>
              </a:ext>
            </a:extLst>
          </p:cNvPr>
          <p:cNvSpPr txBox="1"/>
          <p:nvPr/>
        </p:nvSpPr>
        <p:spPr>
          <a:xfrm>
            <a:off x="9862395" y="5406846"/>
            <a:ext cx="1051245" cy="646331"/>
          </a:xfrm>
          <a:prstGeom prst="rect">
            <a:avLst/>
          </a:prstGeom>
          <a:noFill/>
        </p:spPr>
        <p:txBody>
          <a:bodyPr wrap="square" rtlCol="0">
            <a:spAutoFit/>
          </a:bodyPr>
          <a:lstStyle/>
          <a:p>
            <a:pPr algn="ctr"/>
            <a:r>
              <a:rPr lang="en-US" sz="36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04</a:t>
            </a:r>
          </a:p>
        </p:txBody>
      </p:sp>
      <p:grpSp>
        <p:nvGrpSpPr>
          <p:cNvPr id="28" name="Group 27">
            <a:extLst>
              <a:ext uri="{FF2B5EF4-FFF2-40B4-BE49-F238E27FC236}">
                <a16:creationId xmlns:a16="http://schemas.microsoft.com/office/drawing/2014/main" id="{9CA36F29-D585-2648-4F88-8DF3CF2CC63B}"/>
              </a:ext>
            </a:extLst>
          </p:cNvPr>
          <p:cNvGrpSpPr/>
          <p:nvPr/>
        </p:nvGrpSpPr>
        <p:grpSpPr>
          <a:xfrm>
            <a:off x="2147238" y="2670154"/>
            <a:ext cx="6398046" cy="802724"/>
            <a:chOff x="-3098807" y="4504949"/>
            <a:chExt cx="6398046" cy="802724"/>
          </a:xfrm>
        </p:grpSpPr>
        <p:sp>
          <p:nvSpPr>
            <p:cNvPr id="33" name="TextBox 32">
              <a:extLst>
                <a:ext uri="{FF2B5EF4-FFF2-40B4-BE49-F238E27FC236}">
                  <a16:creationId xmlns:a16="http://schemas.microsoft.com/office/drawing/2014/main" id="{520AA3AD-6052-5620-7C7E-8E9C301007C2}"/>
                </a:ext>
              </a:extLst>
            </p:cNvPr>
            <p:cNvSpPr txBox="1"/>
            <p:nvPr/>
          </p:nvSpPr>
          <p:spPr>
            <a:xfrm>
              <a:off x="1965217" y="4504949"/>
              <a:ext cx="1334020" cy="325089"/>
            </a:xfrm>
            <a:prstGeom prst="rect">
              <a:avLst/>
            </a:prstGeom>
            <a:noFill/>
          </p:spPr>
          <p:txBody>
            <a:bodyPr wrap="none" rtlCol="0">
              <a:spAutoFit/>
            </a:bodyPr>
            <a:lstStyle/>
            <a:p>
              <a:pPr algn="r">
                <a:lnSpc>
                  <a:spcPct val="150000"/>
                </a:lnSpc>
              </a:pPr>
              <a:r>
                <a:rPr lang="en-US" sz="1100" b="1" dirty="0">
                  <a:solidFill>
                    <a:srgbClr val="FFFFFF"/>
                  </a:solidFill>
                  <a:ea typeface="Open Sans" panose="020B0606030504020204" pitchFamily="34" charset="0"/>
                  <a:cs typeface="Open Sans" panose="020B0606030504020204" pitchFamily="34" charset="0"/>
                </a:rPr>
                <a:t>YOUR TEXT HERE</a:t>
              </a:r>
            </a:p>
          </p:txBody>
        </p:sp>
        <p:sp>
          <p:nvSpPr>
            <p:cNvPr id="34" name="Rectangle 33">
              <a:extLst>
                <a:ext uri="{FF2B5EF4-FFF2-40B4-BE49-F238E27FC236}">
                  <a16:creationId xmlns:a16="http://schemas.microsoft.com/office/drawing/2014/main" id="{0D384461-665F-437B-F03E-4E6C0A0ECEBB}"/>
                </a:ext>
              </a:extLst>
            </p:cNvPr>
            <p:cNvSpPr/>
            <p:nvPr/>
          </p:nvSpPr>
          <p:spPr>
            <a:xfrm>
              <a:off x="-3098807" y="4728668"/>
              <a:ext cx="6398046" cy="579005"/>
            </a:xfrm>
            <a:prstGeom prst="rect">
              <a:avLst/>
            </a:prstGeom>
          </p:spPr>
          <p:txBody>
            <a:bodyPr wrap="square">
              <a:spAutoFit/>
            </a:bodyPr>
            <a:lstStyle/>
            <a:p>
              <a:pPr algn="r">
                <a:lnSpc>
                  <a:spcPct val="150000"/>
                </a:lnSpc>
              </a:pPr>
              <a:r>
                <a:rPr lang="en-US" sz="1100" dirty="0">
                  <a:solidFill>
                    <a:srgbClr val="FFFFFF"/>
                  </a:solidFill>
                  <a:ea typeface="Open Sans" panose="020B0606030504020204" pitchFamily="34" charset="0"/>
                  <a:cs typeface="Open Sans" panose="020B0606030504020204" pitchFamily="34" charset="0"/>
                </a:rPr>
                <a:t>This is a sample text. You simply add your own text and description here. This text is fully editable. </a:t>
              </a:r>
            </a:p>
          </p:txBody>
        </p:sp>
      </p:grpSp>
      <p:grpSp>
        <p:nvGrpSpPr>
          <p:cNvPr id="36" name="Group 35">
            <a:extLst>
              <a:ext uri="{FF2B5EF4-FFF2-40B4-BE49-F238E27FC236}">
                <a16:creationId xmlns:a16="http://schemas.microsoft.com/office/drawing/2014/main" id="{2BDDE760-606F-3B6C-F487-1B0529EDDC16}"/>
              </a:ext>
            </a:extLst>
          </p:cNvPr>
          <p:cNvGrpSpPr/>
          <p:nvPr/>
        </p:nvGrpSpPr>
        <p:grpSpPr>
          <a:xfrm>
            <a:off x="2147238" y="5250453"/>
            <a:ext cx="6376213" cy="802724"/>
            <a:chOff x="-1327759" y="4470308"/>
            <a:chExt cx="4626997" cy="802724"/>
          </a:xfrm>
        </p:grpSpPr>
        <p:sp>
          <p:nvSpPr>
            <p:cNvPr id="41" name="TextBox 40">
              <a:extLst>
                <a:ext uri="{FF2B5EF4-FFF2-40B4-BE49-F238E27FC236}">
                  <a16:creationId xmlns:a16="http://schemas.microsoft.com/office/drawing/2014/main" id="{A9C4C8F1-DA85-EFBF-5962-A104062084D4}"/>
                </a:ext>
              </a:extLst>
            </p:cNvPr>
            <p:cNvSpPr txBox="1"/>
            <p:nvPr/>
          </p:nvSpPr>
          <p:spPr>
            <a:xfrm>
              <a:off x="1965217" y="4470308"/>
              <a:ext cx="1334020" cy="325089"/>
            </a:xfrm>
            <a:prstGeom prst="rect">
              <a:avLst/>
            </a:prstGeom>
            <a:noFill/>
          </p:spPr>
          <p:txBody>
            <a:bodyPr wrap="none" rtlCol="0">
              <a:spAutoFit/>
            </a:bodyPr>
            <a:lstStyle/>
            <a:p>
              <a:pPr algn="r">
                <a:lnSpc>
                  <a:spcPct val="150000"/>
                </a:lnSpc>
              </a:pPr>
              <a:r>
                <a:rPr lang="en-US" sz="1100" b="1" dirty="0">
                  <a:solidFill>
                    <a:srgbClr val="FFFFFF"/>
                  </a:solidFill>
                  <a:ea typeface="Open Sans" panose="020B0606030504020204" pitchFamily="34" charset="0"/>
                  <a:cs typeface="Open Sans" panose="020B0606030504020204" pitchFamily="34" charset="0"/>
                </a:rPr>
                <a:t>YOUR TEXT HERE</a:t>
              </a:r>
            </a:p>
          </p:txBody>
        </p:sp>
        <p:sp>
          <p:nvSpPr>
            <p:cNvPr id="42" name="Rectangle 41">
              <a:extLst>
                <a:ext uri="{FF2B5EF4-FFF2-40B4-BE49-F238E27FC236}">
                  <a16:creationId xmlns:a16="http://schemas.microsoft.com/office/drawing/2014/main" id="{E4C0C9E6-42C6-0E24-3620-ED2A0DFAFA16}"/>
                </a:ext>
              </a:extLst>
            </p:cNvPr>
            <p:cNvSpPr/>
            <p:nvPr/>
          </p:nvSpPr>
          <p:spPr>
            <a:xfrm>
              <a:off x="-1327759" y="4694027"/>
              <a:ext cx="4626997" cy="579005"/>
            </a:xfrm>
            <a:prstGeom prst="rect">
              <a:avLst/>
            </a:prstGeom>
          </p:spPr>
          <p:txBody>
            <a:bodyPr wrap="square">
              <a:spAutoFit/>
            </a:bodyPr>
            <a:lstStyle/>
            <a:p>
              <a:pPr algn="r">
                <a:lnSpc>
                  <a:spcPct val="150000"/>
                </a:lnSpc>
              </a:pPr>
              <a:r>
                <a:rPr lang="en-US" sz="1100" dirty="0">
                  <a:solidFill>
                    <a:srgbClr val="FFFFFF"/>
                  </a:solidFill>
                  <a:ea typeface="Open Sans" panose="020B0606030504020204" pitchFamily="34" charset="0"/>
                  <a:cs typeface="Open Sans" panose="020B0606030504020204" pitchFamily="34" charset="0"/>
                </a:rPr>
                <a:t>This is a sample text. You simply add your own text and description here. This text is fully editable. </a:t>
              </a:r>
            </a:p>
          </p:txBody>
        </p:sp>
      </p:grpSp>
      <p:sp>
        <p:nvSpPr>
          <p:cNvPr id="43" name="Freeform 194">
            <a:extLst>
              <a:ext uri="{FF2B5EF4-FFF2-40B4-BE49-F238E27FC236}">
                <a16:creationId xmlns:a16="http://schemas.microsoft.com/office/drawing/2014/main" id="{CB745321-5E74-D8AB-CCBA-726CF8691583}"/>
              </a:ext>
            </a:extLst>
          </p:cNvPr>
          <p:cNvSpPr>
            <a:spLocks noChangeAspect="1" noEditPoints="1"/>
          </p:cNvSpPr>
          <p:nvPr/>
        </p:nvSpPr>
        <p:spPr bwMode="auto">
          <a:xfrm>
            <a:off x="2283658" y="1489938"/>
            <a:ext cx="417036" cy="415536"/>
          </a:xfrm>
          <a:custGeom>
            <a:avLst/>
            <a:gdLst/>
            <a:ahLst/>
            <a:cxnLst>
              <a:cxn ang="0">
                <a:pos x="2" y="160"/>
              </a:cxn>
              <a:cxn ang="0">
                <a:pos x="15" y="202"/>
              </a:cxn>
              <a:cxn ang="0">
                <a:pos x="70" y="259"/>
              </a:cxn>
              <a:cxn ang="0">
                <a:pos x="183" y="270"/>
              </a:cxn>
              <a:cxn ang="0">
                <a:pos x="242" y="232"/>
              </a:cxn>
              <a:cxn ang="0">
                <a:pos x="267" y="193"/>
              </a:cxn>
              <a:cxn ang="0">
                <a:pos x="278" y="139"/>
              </a:cxn>
              <a:cxn ang="0">
                <a:pos x="268" y="88"/>
              </a:cxn>
              <a:cxn ang="0">
                <a:pos x="237" y="40"/>
              </a:cxn>
              <a:cxn ang="0">
                <a:pos x="196" y="12"/>
              </a:cxn>
              <a:cxn ang="0">
                <a:pos x="171" y="3"/>
              </a:cxn>
              <a:cxn ang="0">
                <a:pos x="94" y="7"/>
              </a:cxn>
              <a:cxn ang="0">
                <a:pos x="48" y="34"/>
              </a:cxn>
              <a:cxn ang="0">
                <a:pos x="15" y="75"/>
              </a:cxn>
              <a:cxn ang="0">
                <a:pos x="115" y="9"/>
              </a:cxn>
              <a:cxn ang="0">
                <a:pos x="136" y="7"/>
              </a:cxn>
              <a:cxn ang="0">
                <a:pos x="155" y="14"/>
              </a:cxn>
              <a:cxn ang="0">
                <a:pos x="172" y="14"/>
              </a:cxn>
              <a:cxn ang="0">
                <a:pos x="187" y="18"/>
              </a:cxn>
              <a:cxn ang="0">
                <a:pos x="183" y="21"/>
              </a:cxn>
              <a:cxn ang="0">
                <a:pos x="161" y="30"/>
              </a:cxn>
              <a:cxn ang="0">
                <a:pos x="164" y="44"/>
              </a:cxn>
              <a:cxn ang="0">
                <a:pos x="177" y="53"/>
              </a:cxn>
              <a:cxn ang="0">
                <a:pos x="197" y="27"/>
              </a:cxn>
              <a:cxn ang="0">
                <a:pos x="211" y="32"/>
              </a:cxn>
              <a:cxn ang="0">
                <a:pos x="223" y="38"/>
              </a:cxn>
              <a:cxn ang="0">
                <a:pos x="229" y="57"/>
              </a:cxn>
              <a:cxn ang="0">
                <a:pos x="225" y="67"/>
              </a:cxn>
              <a:cxn ang="0">
                <a:pos x="218" y="59"/>
              </a:cxn>
              <a:cxn ang="0">
                <a:pos x="200" y="62"/>
              </a:cxn>
              <a:cxn ang="0">
                <a:pos x="212" y="69"/>
              </a:cxn>
              <a:cxn ang="0">
                <a:pos x="183" y="80"/>
              </a:cxn>
              <a:cxn ang="0">
                <a:pos x="169" y="90"/>
              </a:cxn>
              <a:cxn ang="0">
                <a:pos x="151" y="107"/>
              </a:cxn>
              <a:cxn ang="0">
                <a:pos x="140" y="118"/>
              </a:cxn>
              <a:cxn ang="0">
                <a:pos x="116" y="116"/>
              </a:cxn>
              <a:cxn ang="0">
                <a:pos x="97" y="140"/>
              </a:cxn>
              <a:cxn ang="0">
                <a:pos x="122" y="138"/>
              </a:cxn>
              <a:cxn ang="0">
                <a:pos x="118" y="153"/>
              </a:cxn>
              <a:cxn ang="0">
                <a:pos x="144" y="172"/>
              </a:cxn>
              <a:cxn ang="0">
                <a:pos x="163" y="164"/>
              </a:cxn>
              <a:cxn ang="0">
                <a:pos x="179" y="170"/>
              </a:cxn>
              <a:cxn ang="0">
                <a:pos x="195" y="175"/>
              </a:cxn>
              <a:cxn ang="0">
                <a:pos x="217" y="190"/>
              </a:cxn>
              <a:cxn ang="0">
                <a:pos x="234" y="202"/>
              </a:cxn>
              <a:cxn ang="0">
                <a:pos x="170" y="266"/>
              </a:cxn>
              <a:cxn ang="0">
                <a:pos x="150" y="237"/>
              </a:cxn>
              <a:cxn ang="0">
                <a:pos x="135" y="210"/>
              </a:cxn>
              <a:cxn ang="0">
                <a:pos x="142" y="191"/>
              </a:cxn>
              <a:cxn ang="0">
                <a:pos x="137" y="177"/>
              </a:cxn>
              <a:cxn ang="0">
                <a:pos x="119" y="161"/>
              </a:cxn>
              <a:cxn ang="0">
                <a:pos x="91" y="152"/>
              </a:cxn>
              <a:cxn ang="0">
                <a:pos x="75" y="139"/>
              </a:cxn>
              <a:cxn ang="0">
                <a:pos x="62" y="112"/>
              </a:cxn>
              <a:cxn ang="0">
                <a:pos x="65" y="133"/>
              </a:cxn>
              <a:cxn ang="0">
                <a:pos x="54" y="115"/>
              </a:cxn>
              <a:cxn ang="0">
                <a:pos x="47" y="92"/>
              </a:cxn>
              <a:cxn ang="0">
                <a:pos x="61" y="63"/>
              </a:cxn>
              <a:cxn ang="0">
                <a:pos x="58" y="46"/>
              </a:cxn>
            </a:cxnLst>
            <a:rect l="0" t="0" r="r" b="b"/>
            <a:pathLst>
              <a:path w="278" h="277">
                <a:moveTo>
                  <a:pt x="3" y="111"/>
                </a:moveTo>
                <a:cubicBezTo>
                  <a:pt x="2" y="113"/>
                  <a:pt x="2" y="115"/>
                  <a:pt x="2" y="117"/>
                </a:cubicBezTo>
                <a:cubicBezTo>
                  <a:pt x="1" y="120"/>
                  <a:pt x="1" y="122"/>
                  <a:pt x="1" y="124"/>
                </a:cubicBezTo>
                <a:cubicBezTo>
                  <a:pt x="0" y="129"/>
                  <a:pt x="0" y="134"/>
                  <a:pt x="0" y="139"/>
                </a:cubicBezTo>
                <a:cubicBezTo>
                  <a:pt x="0" y="143"/>
                  <a:pt x="0" y="148"/>
                  <a:pt x="1" y="153"/>
                </a:cubicBezTo>
                <a:cubicBezTo>
                  <a:pt x="1" y="155"/>
                  <a:pt x="1" y="157"/>
                  <a:pt x="2" y="160"/>
                </a:cubicBezTo>
                <a:cubicBezTo>
                  <a:pt x="2" y="162"/>
                  <a:pt x="2" y="164"/>
                  <a:pt x="3" y="167"/>
                </a:cubicBezTo>
                <a:cubicBezTo>
                  <a:pt x="3" y="169"/>
                  <a:pt x="4" y="171"/>
                  <a:pt x="4" y="173"/>
                </a:cubicBezTo>
                <a:cubicBezTo>
                  <a:pt x="5" y="178"/>
                  <a:pt x="7" y="182"/>
                  <a:pt x="8" y="186"/>
                </a:cubicBezTo>
                <a:cubicBezTo>
                  <a:pt x="9" y="188"/>
                  <a:pt x="10" y="191"/>
                  <a:pt x="11" y="193"/>
                </a:cubicBezTo>
                <a:cubicBezTo>
                  <a:pt x="12" y="195"/>
                  <a:pt x="13" y="197"/>
                  <a:pt x="14" y="199"/>
                </a:cubicBezTo>
                <a:cubicBezTo>
                  <a:pt x="14" y="200"/>
                  <a:pt x="15" y="201"/>
                  <a:pt x="15" y="202"/>
                </a:cubicBezTo>
                <a:cubicBezTo>
                  <a:pt x="16" y="204"/>
                  <a:pt x="17" y="206"/>
                  <a:pt x="18" y="208"/>
                </a:cubicBezTo>
                <a:cubicBezTo>
                  <a:pt x="22" y="214"/>
                  <a:pt x="25" y="219"/>
                  <a:pt x="30" y="224"/>
                </a:cubicBezTo>
                <a:cubicBezTo>
                  <a:pt x="32" y="227"/>
                  <a:pt x="34" y="230"/>
                  <a:pt x="36" y="232"/>
                </a:cubicBezTo>
                <a:cubicBezTo>
                  <a:pt x="38" y="234"/>
                  <a:pt x="39" y="235"/>
                  <a:pt x="41" y="237"/>
                </a:cubicBezTo>
                <a:cubicBezTo>
                  <a:pt x="42" y="238"/>
                  <a:pt x="44" y="240"/>
                  <a:pt x="45" y="241"/>
                </a:cubicBezTo>
                <a:cubicBezTo>
                  <a:pt x="53" y="248"/>
                  <a:pt x="61" y="254"/>
                  <a:pt x="70" y="259"/>
                </a:cubicBezTo>
                <a:cubicBezTo>
                  <a:pt x="72" y="260"/>
                  <a:pt x="74" y="261"/>
                  <a:pt x="76" y="262"/>
                </a:cubicBezTo>
                <a:cubicBezTo>
                  <a:pt x="80" y="264"/>
                  <a:pt x="84" y="266"/>
                  <a:pt x="88" y="268"/>
                </a:cubicBezTo>
                <a:cubicBezTo>
                  <a:pt x="90" y="269"/>
                  <a:pt x="92" y="269"/>
                  <a:pt x="94" y="270"/>
                </a:cubicBezTo>
                <a:cubicBezTo>
                  <a:pt x="108" y="275"/>
                  <a:pt x="123" y="277"/>
                  <a:pt x="139" y="277"/>
                </a:cubicBezTo>
                <a:cubicBezTo>
                  <a:pt x="149" y="277"/>
                  <a:pt x="160" y="276"/>
                  <a:pt x="170" y="274"/>
                </a:cubicBezTo>
                <a:cubicBezTo>
                  <a:pt x="174" y="273"/>
                  <a:pt x="179" y="272"/>
                  <a:pt x="183" y="270"/>
                </a:cubicBezTo>
                <a:cubicBezTo>
                  <a:pt x="186" y="269"/>
                  <a:pt x="188" y="269"/>
                  <a:pt x="190" y="268"/>
                </a:cubicBezTo>
                <a:cubicBezTo>
                  <a:pt x="194" y="266"/>
                  <a:pt x="198" y="264"/>
                  <a:pt x="202" y="262"/>
                </a:cubicBezTo>
                <a:cubicBezTo>
                  <a:pt x="204" y="261"/>
                  <a:pt x="206" y="260"/>
                  <a:pt x="208" y="259"/>
                </a:cubicBezTo>
                <a:cubicBezTo>
                  <a:pt x="217" y="254"/>
                  <a:pt x="225" y="248"/>
                  <a:pt x="232" y="241"/>
                </a:cubicBezTo>
                <a:cubicBezTo>
                  <a:pt x="234" y="240"/>
                  <a:pt x="236" y="238"/>
                  <a:pt x="237" y="237"/>
                </a:cubicBezTo>
                <a:cubicBezTo>
                  <a:pt x="239" y="235"/>
                  <a:pt x="240" y="234"/>
                  <a:pt x="242" y="232"/>
                </a:cubicBezTo>
                <a:cubicBezTo>
                  <a:pt x="244" y="230"/>
                  <a:pt x="246" y="227"/>
                  <a:pt x="248" y="224"/>
                </a:cubicBezTo>
                <a:cubicBezTo>
                  <a:pt x="251" y="220"/>
                  <a:pt x="254" y="216"/>
                  <a:pt x="257" y="211"/>
                </a:cubicBezTo>
                <a:cubicBezTo>
                  <a:pt x="258" y="210"/>
                  <a:pt x="259" y="209"/>
                  <a:pt x="259" y="208"/>
                </a:cubicBezTo>
                <a:cubicBezTo>
                  <a:pt x="260" y="206"/>
                  <a:pt x="262" y="204"/>
                  <a:pt x="263" y="202"/>
                </a:cubicBezTo>
                <a:cubicBezTo>
                  <a:pt x="263" y="201"/>
                  <a:pt x="264" y="200"/>
                  <a:pt x="264" y="199"/>
                </a:cubicBezTo>
                <a:cubicBezTo>
                  <a:pt x="265" y="197"/>
                  <a:pt x="266" y="195"/>
                  <a:pt x="267" y="193"/>
                </a:cubicBezTo>
                <a:cubicBezTo>
                  <a:pt x="268" y="191"/>
                  <a:pt x="269" y="188"/>
                  <a:pt x="269" y="186"/>
                </a:cubicBezTo>
                <a:cubicBezTo>
                  <a:pt x="271" y="182"/>
                  <a:pt x="272" y="178"/>
                  <a:pt x="273" y="173"/>
                </a:cubicBezTo>
                <a:cubicBezTo>
                  <a:pt x="274" y="171"/>
                  <a:pt x="274" y="169"/>
                  <a:pt x="275" y="167"/>
                </a:cubicBezTo>
                <a:cubicBezTo>
                  <a:pt x="275" y="164"/>
                  <a:pt x="276" y="162"/>
                  <a:pt x="276" y="160"/>
                </a:cubicBezTo>
                <a:cubicBezTo>
                  <a:pt x="277" y="157"/>
                  <a:pt x="277" y="155"/>
                  <a:pt x="277" y="153"/>
                </a:cubicBezTo>
                <a:cubicBezTo>
                  <a:pt x="278" y="148"/>
                  <a:pt x="278" y="143"/>
                  <a:pt x="278" y="139"/>
                </a:cubicBezTo>
                <a:cubicBezTo>
                  <a:pt x="278" y="134"/>
                  <a:pt x="278" y="129"/>
                  <a:pt x="277" y="124"/>
                </a:cubicBezTo>
                <a:cubicBezTo>
                  <a:pt x="277" y="122"/>
                  <a:pt x="277" y="120"/>
                  <a:pt x="276" y="117"/>
                </a:cubicBezTo>
                <a:cubicBezTo>
                  <a:pt x="276" y="115"/>
                  <a:pt x="275" y="113"/>
                  <a:pt x="275" y="111"/>
                </a:cubicBezTo>
                <a:cubicBezTo>
                  <a:pt x="274" y="108"/>
                  <a:pt x="274" y="106"/>
                  <a:pt x="273" y="104"/>
                </a:cubicBezTo>
                <a:cubicBezTo>
                  <a:pt x="272" y="99"/>
                  <a:pt x="271" y="95"/>
                  <a:pt x="269" y="91"/>
                </a:cubicBezTo>
                <a:cubicBezTo>
                  <a:pt x="269" y="90"/>
                  <a:pt x="269" y="89"/>
                  <a:pt x="268" y="88"/>
                </a:cubicBezTo>
                <a:cubicBezTo>
                  <a:pt x="267" y="85"/>
                  <a:pt x="266" y="81"/>
                  <a:pt x="264" y="78"/>
                </a:cubicBezTo>
                <a:cubicBezTo>
                  <a:pt x="264" y="77"/>
                  <a:pt x="263" y="76"/>
                  <a:pt x="263" y="75"/>
                </a:cubicBezTo>
                <a:cubicBezTo>
                  <a:pt x="262" y="73"/>
                  <a:pt x="260" y="71"/>
                  <a:pt x="259" y="69"/>
                </a:cubicBezTo>
                <a:cubicBezTo>
                  <a:pt x="256" y="64"/>
                  <a:pt x="252" y="58"/>
                  <a:pt x="248" y="53"/>
                </a:cubicBezTo>
                <a:cubicBezTo>
                  <a:pt x="246" y="50"/>
                  <a:pt x="244" y="48"/>
                  <a:pt x="242" y="45"/>
                </a:cubicBezTo>
                <a:cubicBezTo>
                  <a:pt x="240" y="44"/>
                  <a:pt x="239" y="42"/>
                  <a:pt x="237" y="40"/>
                </a:cubicBezTo>
                <a:cubicBezTo>
                  <a:pt x="236" y="39"/>
                  <a:pt x="234" y="37"/>
                  <a:pt x="232" y="36"/>
                </a:cubicBezTo>
                <a:cubicBezTo>
                  <a:pt x="229" y="33"/>
                  <a:pt x="226" y="30"/>
                  <a:pt x="222" y="28"/>
                </a:cubicBezTo>
                <a:cubicBezTo>
                  <a:pt x="218" y="24"/>
                  <a:pt x="213" y="21"/>
                  <a:pt x="208" y="18"/>
                </a:cubicBezTo>
                <a:cubicBezTo>
                  <a:pt x="206" y="17"/>
                  <a:pt x="204" y="16"/>
                  <a:pt x="202" y="15"/>
                </a:cubicBezTo>
                <a:cubicBezTo>
                  <a:pt x="201" y="14"/>
                  <a:pt x="200" y="14"/>
                  <a:pt x="199" y="14"/>
                </a:cubicBezTo>
                <a:cubicBezTo>
                  <a:pt x="198" y="13"/>
                  <a:pt x="197" y="12"/>
                  <a:pt x="196" y="12"/>
                </a:cubicBezTo>
                <a:cubicBezTo>
                  <a:pt x="196" y="12"/>
                  <a:pt x="195" y="12"/>
                  <a:pt x="195" y="11"/>
                </a:cubicBezTo>
                <a:cubicBezTo>
                  <a:pt x="193" y="11"/>
                  <a:pt x="191" y="10"/>
                  <a:pt x="190" y="9"/>
                </a:cubicBezTo>
                <a:cubicBezTo>
                  <a:pt x="190" y="9"/>
                  <a:pt x="190" y="9"/>
                  <a:pt x="190" y="9"/>
                </a:cubicBezTo>
                <a:cubicBezTo>
                  <a:pt x="188" y="9"/>
                  <a:pt x="186" y="8"/>
                  <a:pt x="184" y="7"/>
                </a:cubicBezTo>
                <a:cubicBezTo>
                  <a:pt x="184" y="7"/>
                  <a:pt x="184" y="7"/>
                  <a:pt x="183" y="7"/>
                </a:cubicBezTo>
                <a:cubicBezTo>
                  <a:pt x="179" y="6"/>
                  <a:pt x="175" y="4"/>
                  <a:pt x="171" y="3"/>
                </a:cubicBezTo>
                <a:cubicBezTo>
                  <a:pt x="169" y="3"/>
                  <a:pt x="168" y="3"/>
                  <a:pt x="167" y="3"/>
                </a:cubicBezTo>
                <a:cubicBezTo>
                  <a:pt x="166" y="2"/>
                  <a:pt x="165" y="2"/>
                  <a:pt x="164" y="2"/>
                </a:cubicBezTo>
                <a:cubicBezTo>
                  <a:pt x="157" y="1"/>
                  <a:pt x="149" y="0"/>
                  <a:pt x="141" y="0"/>
                </a:cubicBezTo>
                <a:cubicBezTo>
                  <a:pt x="141" y="0"/>
                  <a:pt x="140" y="0"/>
                  <a:pt x="139" y="0"/>
                </a:cubicBezTo>
                <a:cubicBezTo>
                  <a:pt x="137" y="0"/>
                  <a:pt x="136" y="0"/>
                  <a:pt x="135" y="0"/>
                </a:cubicBezTo>
                <a:cubicBezTo>
                  <a:pt x="121" y="0"/>
                  <a:pt x="107" y="3"/>
                  <a:pt x="94" y="7"/>
                </a:cubicBezTo>
                <a:cubicBezTo>
                  <a:pt x="92" y="8"/>
                  <a:pt x="90" y="9"/>
                  <a:pt x="88" y="9"/>
                </a:cubicBezTo>
                <a:cubicBezTo>
                  <a:pt x="87" y="10"/>
                  <a:pt x="87" y="10"/>
                  <a:pt x="86" y="10"/>
                </a:cubicBezTo>
                <a:cubicBezTo>
                  <a:pt x="85" y="11"/>
                  <a:pt x="83" y="11"/>
                  <a:pt x="82" y="12"/>
                </a:cubicBezTo>
                <a:cubicBezTo>
                  <a:pt x="80" y="13"/>
                  <a:pt x="78" y="14"/>
                  <a:pt x="76" y="15"/>
                </a:cubicBezTo>
                <a:cubicBezTo>
                  <a:pt x="74" y="16"/>
                  <a:pt x="72" y="17"/>
                  <a:pt x="70" y="18"/>
                </a:cubicBezTo>
                <a:cubicBezTo>
                  <a:pt x="62" y="23"/>
                  <a:pt x="55" y="28"/>
                  <a:pt x="48" y="34"/>
                </a:cubicBezTo>
                <a:cubicBezTo>
                  <a:pt x="47" y="34"/>
                  <a:pt x="46" y="35"/>
                  <a:pt x="45" y="36"/>
                </a:cubicBezTo>
                <a:cubicBezTo>
                  <a:pt x="44" y="37"/>
                  <a:pt x="42" y="39"/>
                  <a:pt x="41" y="40"/>
                </a:cubicBezTo>
                <a:cubicBezTo>
                  <a:pt x="39" y="42"/>
                  <a:pt x="38" y="44"/>
                  <a:pt x="36" y="45"/>
                </a:cubicBezTo>
                <a:cubicBezTo>
                  <a:pt x="34" y="48"/>
                  <a:pt x="32" y="50"/>
                  <a:pt x="30" y="53"/>
                </a:cubicBezTo>
                <a:cubicBezTo>
                  <a:pt x="25" y="58"/>
                  <a:pt x="22" y="64"/>
                  <a:pt x="18" y="69"/>
                </a:cubicBezTo>
                <a:cubicBezTo>
                  <a:pt x="17" y="71"/>
                  <a:pt x="16" y="73"/>
                  <a:pt x="15" y="75"/>
                </a:cubicBezTo>
                <a:cubicBezTo>
                  <a:pt x="15" y="76"/>
                  <a:pt x="14" y="77"/>
                  <a:pt x="14" y="78"/>
                </a:cubicBezTo>
                <a:cubicBezTo>
                  <a:pt x="12" y="81"/>
                  <a:pt x="11" y="85"/>
                  <a:pt x="10" y="88"/>
                </a:cubicBezTo>
                <a:cubicBezTo>
                  <a:pt x="9" y="89"/>
                  <a:pt x="9" y="90"/>
                  <a:pt x="8" y="91"/>
                </a:cubicBezTo>
                <a:cubicBezTo>
                  <a:pt x="7" y="95"/>
                  <a:pt x="5" y="99"/>
                  <a:pt x="4" y="104"/>
                </a:cubicBezTo>
                <a:cubicBezTo>
                  <a:pt x="4" y="106"/>
                  <a:pt x="3" y="108"/>
                  <a:pt x="3" y="111"/>
                </a:cubicBezTo>
                <a:moveTo>
                  <a:pt x="115" y="9"/>
                </a:moveTo>
                <a:cubicBezTo>
                  <a:pt x="116" y="10"/>
                  <a:pt x="116" y="10"/>
                  <a:pt x="116" y="10"/>
                </a:cubicBezTo>
                <a:cubicBezTo>
                  <a:pt x="118" y="10"/>
                  <a:pt x="119" y="10"/>
                  <a:pt x="121" y="10"/>
                </a:cubicBezTo>
                <a:cubicBezTo>
                  <a:pt x="122" y="10"/>
                  <a:pt x="123" y="10"/>
                  <a:pt x="125" y="10"/>
                </a:cubicBezTo>
                <a:cubicBezTo>
                  <a:pt x="127" y="10"/>
                  <a:pt x="131" y="13"/>
                  <a:pt x="133" y="12"/>
                </a:cubicBezTo>
                <a:cubicBezTo>
                  <a:pt x="134" y="11"/>
                  <a:pt x="134" y="11"/>
                  <a:pt x="134" y="10"/>
                </a:cubicBezTo>
                <a:cubicBezTo>
                  <a:pt x="135" y="9"/>
                  <a:pt x="135" y="8"/>
                  <a:pt x="136" y="7"/>
                </a:cubicBezTo>
                <a:cubicBezTo>
                  <a:pt x="137" y="7"/>
                  <a:pt x="138" y="7"/>
                  <a:pt x="139" y="7"/>
                </a:cubicBezTo>
                <a:cubicBezTo>
                  <a:pt x="148" y="7"/>
                  <a:pt x="157" y="8"/>
                  <a:pt x="165" y="10"/>
                </a:cubicBezTo>
                <a:cubicBezTo>
                  <a:pt x="165" y="11"/>
                  <a:pt x="164" y="10"/>
                  <a:pt x="163" y="11"/>
                </a:cubicBezTo>
                <a:cubicBezTo>
                  <a:pt x="162" y="11"/>
                  <a:pt x="161" y="12"/>
                  <a:pt x="160" y="12"/>
                </a:cubicBezTo>
                <a:cubicBezTo>
                  <a:pt x="158" y="13"/>
                  <a:pt x="155" y="12"/>
                  <a:pt x="153" y="12"/>
                </a:cubicBezTo>
                <a:cubicBezTo>
                  <a:pt x="153" y="13"/>
                  <a:pt x="154" y="13"/>
                  <a:pt x="155" y="14"/>
                </a:cubicBezTo>
                <a:cubicBezTo>
                  <a:pt x="157" y="15"/>
                  <a:pt x="159" y="15"/>
                  <a:pt x="162" y="14"/>
                </a:cubicBezTo>
                <a:cubicBezTo>
                  <a:pt x="163" y="14"/>
                  <a:pt x="165" y="15"/>
                  <a:pt x="166" y="14"/>
                </a:cubicBezTo>
                <a:cubicBezTo>
                  <a:pt x="167" y="13"/>
                  <a:pt x="167" y="12"/>
                  <a:pt x="168" y="11"/>
                </a:cubicBezTo>
                <a:cubicBezTo>
                  <a:pt x="168" y="11"/>
                  <a:pt x="169" y="11"/>
                  <a:pt x="169" y="11"/>
                </a:cubicBezTo>
                <a:cubicBezTo>
                  <a:pt x="171" y="11"/>
                  <a:pt x="172" y="11"/>
                  <a:pt x="173" y="12"/>
                </a:cubicBezTo>
                <a:cubicBezTo>
                  <a:pt x="173" y="13"/>
                  <a:pt x="172" y="13"/>
                  <a:pt x="172" y="14"/>
                </a:cubicBezTo>
                <a:cubicBezTo>
                  <a:pt x="173" y="14"/>
                  <a:pt x="175" y="14"/>
                  <a:pt x="176" y="12"/>
                </a:cubicBezTo>
                <a:cubicBezTo>
                  <a:pt x="176" y="13"/>
                  <a:pt x="177" y="13"/>
                  <a:pt x="177" y="13"/>
                </a:cubicBezTo>
                <a:cubicBezTo>
                  <a:pt x="179" y="13"/>
                  <a:pt x="181" y="14"/>
                  <a:pt x="183" y="15"/>
                </a:cubicBezTo>
                <a:cubicBezTo>
                  <a:pt x="186" y="16"/>
                  <a:pt x="189" y="17"/>
                  <a:pt x="192" y="18"/>
                </a:cubicBezTo>
                <a:cubicBezTo>
                  <a:pt x="191" y="19"/>
                  <a:pt x="191" y="19"/>
                  <a:pt x="190" y="19"/>
                </a:cubicBezTo>
                <a:cubicBezTo>
                  <a:pt x="189" y="19"/>
                  <a:pt x="189" y="17"/>
                  <a:pt x="187" y="18"/>
                </a:cubicBezTo>
                <a:cubicBezTo>
                  <a:pt x="187" y="20"/>
                  <a:pt x="189" y="20"/>
                  <a:pt x="190" y="21"/>
                </a:cubicBezTo>
                <a:cubicBezTo>
                  <a:pt x="191" y="22"/>
                  <a:pt x="193" y="23"/>
                  <a:pt x="193" y="24"/>
                </a:cubicBezTo>
                <a:cubicBezTo>
                  <a:pt x="192" y="27"/>
                  <a:pt x="190" y="24"/>
                  <a:pt x="188" y="24"/>
                </a:cubicBezTo>
                <a:cubicBezTo>
                  <a:pt x="186" y="24"/>
                  <a:pt x="183" y="28"/>
                  <a:pt x="181" y="25"/>
                </a:cubicBezTo>
                <a:cubicBezTo>
                  <a:pt x="181" y="23"/>
                  <a:pt x="183" y="23"/>
                  <a:pt x="184" y="21"/>
                </a:cubicBezTo>
                <a:cubicBezTo>
                  <a:pt x="183" y="21"/>
                  <a:pt x="183" y="21"/>
                  <a:pt x="183" y="21"/>
                </a:cubicBezTo>
                <a:cubicBezTo>
                  <a:pt x="182" y="22"/>
                  <a:pt x="181" y="22"/>
                  <a:pt x="180" y="22"/>
                </a:cubicBezTo>
                <a:cubicBezTo>
                  <a:pt x="180" y="23"/>
                  <a:pt x="179" y="23"/>
                  <a:pt x="177" y="24"/>
                </a:cubicBezTo>
                <a:cubicBezTo>
                  <a:pt x="176" y="24"/>
                  <a:pt x="175" y="24"/>
                  <a:pt x="174" y="24"/>
                </a:cubicBezTo>
                <a:cubicBezTo>
                  <a:pt x="173" y="25"/>
                  <a:pt x="171" y="26"/>
                  <a:pt x="169" y="27"/>
                </a:cubicBezTo>
                <a:cubicBezTo>
                  <a:pt x="169" y="27"/>
                  <a:pt x="168" y="27"/>
                  <a:pt x="167" y="27"/>
                </a:cubicBezTo>
                <a:cubicBezTo>
                  <a:pt x="165" y="28"/>
                  <a:pt x="163" y="29"/>
                  <a:pt x="161" y="30"/>
                </a:cubicBezTo>
                <a:cubicBezTo>
                  <a:pt x="159" y="31"/>
                  <a:pt x="157" y="32"/>
                  <a:pt x="156" y="33"/>
                </a:cubicBezTo>
                <a:cubicBezTo>
                  <a:pt x="155" y="33"/>
                  <a:pt x="154" y="35"/>
                  <a:pt x="154" y="36"/>
                </a:cubicBezTo>
                <a:cubicBezTo>
                  <a:pt x="154" y="37"/>
                  <a:pt x="156" y="37"/>
                  <a:pt x="156" y="38"/>
                </a:cubicBezTo>
                <a:cubicBezTo>
                  <a:pt x="156" y="39"/>
                  <a:pt x="155" y="40"/>
                  <a:pt x="155" y="41"/>
                </a:cubicBezTo>
                <a:cubicBezTo>
                  <a:pt x="156" y="41"/>
                  <a:pt x="157" y="41"/>
                  <a:pt x="158" y="41"/>
                </a:cubicBezTo>
                <a:cubicBezTo>
                  <a:pt x="161" y="41"/>
                  <a:pt x="162" y="43"/>
                  <a:pt x="164" y="44"/>
                </a:cubicBezTo>
                <a:cubicBezTo>
                  <a:pt x="165" y="45"/>
                  <a:pt x="167" y="46"/>
                  <a:pt x="169" y="46"/>
                </a:cubicBezTo>
                <a:cubicBezTo>
                  <a:pt x="171" y="46"/>
                  <a:pt x="173" y="45"/>
                  <a:pt x="173" y="47"/>
                </a:cubicBezTo>
                <a:cubicBezTo>
                  <a:pt x="174" y="48"/>
                  <a:pt x="171" y="49"/>
                  <a:pt x="171" y="50"/>
                </a:cubicBezTo>
                <a:cubicBezTo>
                  <a:pt x="172" y="51"/>
                  <a:pt x="171" y="52"/>
                  <a:pt x="171" y="53"/>
                </a:cubicBezTo>
                <a:cubicBezTo>
                  <a:pt x="171" y="54"/>
                  <a:pt x="172" y="56"/>
                  <a:pt x="173" y="56"/>
                </a:cubicBezTo>
                <a:cubicBezTo>
                  <a:pt x="174" y="56"/>
                  <a:pt x="177" y="55"/>
                  <a:pt x="177" y="53"/>
                </a:cubicBezTo>
                <a:cubicBezTo>
                  <a:pt x="178" y="51"/>
                  <a:pt x="178" y="49"/>
                  <a:pt x="179" y="48"/>
                </a:cubicBezTo>
                <a:cubicBezTo>
                  <a:pt x="186" y="48"/>
                  <a:pt x="192" y="44"/>
                  <a:pt x="191" y="37"/>
                </a:cubicBezTo>
                <a:cubicBezTo>
                  <a:pt x="191" y="37"/>
                  <a:pt x="191" y="36"/>
                  <a:pt x="191" y="35"/>
                </a:cubicBezTo>
                <a:cubicBezTo>
                  <a:pt x="191" y="34"/>
                  <a:pt x="193" y="33"/>
                  <a:pt x="193" y="31"/>
                </a:cubicBezTo>
                <a:cubicBezTo>
                  <a:pt x="194" y="31"/>
                  <a:pt x="194" y="30"/>
                  <a:pt x="195" y="30"/>
                </a:cubicBezTo>
                <a:cubicBezTo>
                  <a:pt x="195" y="29"/>
                  <a:pt x="196" y="28"/>
                  <a:pt x="197" y="27"/>
                </a:cubicBezTo>
                <a:cubicBezTo>
                  <a:pt x="197" y="27"/>
                  <a:pt x="197" y="27"/>
                  <a:pt x="197" y="27"/>
                </a:cubicBezTo>
                <a:cubicBezTo>
                  <a:pt x="198" y="27"/>
                  <a:pt x="198" y="27"/>
                  <a:pt x="199" y="27"/>
                </a:cubicBezTo>
                <a:cubicBezTo>
                  <a:pt x="200" y="28"/>
                  <a:pt x="201" y="28"/>
                  <a:pt x="203" y="28"/>
                </a:cubicBezTo>
                <a:cubicBezTo>
                  <a:pt x="203" y="28"/>
                  <a:pt x="204" y="27"/>
                  <a:pt x="205" y="28"/>
                </a:cubicBezTo>
                <a:cubicBezTo>
                  <a:pt x="207" y="28"/>
                  <a:pt x="207" y="30"/>
                  <a:pt x="209" y="30"/>
                </a:cubicBezTo>
                <a:cubicBezTo>
                  <a:pt x="210" y="31"/>
                  <a:pt x="211" y="31"/>
                  <a:pt x="211" y="32"/>
                </a:cubicBezTo>
                <a:cubicBezTo>
                  <a:pt x="211" y="34"/>
                  <a:pt x="209" y="34"/>
                  <a:pt x="209" y="35"/>
                </a:cubicBezTo>
                <a:cubicBezTo>
                  <a:pt x="209" y="35"/>
                  <a:pt x="209" y="35"/>
                  <a:pt x="209" y="35"/>
                </a:cubicBezTo>
                <a:cubicBezTo>
                  <a:pt x="210" y="37"/>
                  <a:pt x="211" y="38"/>
                  <a:pt x="212" y="38"/>
                </a:cubicBezTo>
                <a:cubicBezTo>
                  <a:pt x="213" y="38"/>
                  <a:pt x="214" y="37"/>
                  <a:pt x="215" y="37"/>
                </a:cubicBezTo>
                <a:cubicBezTo>
                  <a:pt x="217" y="36"/>
                  <a:pt x="218" y="35"/>
                  <a:pt x="219" y="34"/>
                </a:cubicBezTo>
                <a:cubicBezTo>
                  <a:pt x="220" y="35"/>
                  <a:pt x="222" y="36"/>
                  <a:pt x="223" y="38"/>
                </a:cubicBezTo>
                <a:cubicBezTo>
                  <a:pt x="223" y="38"/>
                  <a:pt x="223" y="39"/>
                  <a:pt x="223" y="39"/>
                </a:cubicBezTo>
                <a:cubicBezTo>
                  <a:pt x="224" y="41"/>
                  <a:pt x="223" y="42"/>
                  <a:pt x="223" y="44"/>
                </a:cubicBezTo>
                <a:cubicBezTo>
                  <a:pt x="223" y="46"/>
                  <a:pt x="227" y="46"/>
                  <a:pt x="228" y="47"/>
                </a:cubicBezTo>
                <a:cubicBezTo>
                  <a:pt x="229" y="48"/>
                  <a:pt x="229" y="49"/>
                  <a:pt x="229" y="49"/>
                </a:cubicBezTo>
                <a:cubicBezTo>
                  <a:pt x="230" y="50"/>
                  <a:pt x="231" y="50"/>
                  <a:pt x="231" y="51"/>
                </a:cubicBezTo>
                <a:cubicBezTo>
                  <a:pt x="231" y="54"/>
                  <a:pt x="229" y="54"/>
                  <a:pt x="229" y="57"/>
                </a:cubicBezTo>
                <a:cubicBezTo>
                  <a:pt x="228" y="58"/>
                  <a:pt x="227" y="58"/>
                  <a:pt x="227" y="59"/>
                </a:cubicBezTo>
                <a:cubicBezTo>
                  <a:pt x="227" y="62"/>
                  <a:pt x="231" y="60"/>
                  <a:pt x="232" y="62"/>
                </a:cubicBezTo>
                <a:cubicBezTo>
                  <a:pt x="232" y="63"/>
                  <a:pt x="231" y="64"/>
                  <a:pt x="231" y="65"/>
                </a:cubicBezTo>
                <a:cubicBezTo>
                  <a:pt x="232" y="66"/>
                  <a:pt x="232" y="69"/>
                  <a:pt x="230" y="69"/>
                </a:cubicBezTo>
                <a:cubicBezTo>
                  <a:pt x="229" y="69"/>
                  <a:pt x="229" y="67"/>
                  <a:pt x="227" y="67"/>
                </a:cubicBezTo>
                <a:cubicBezTo>
                  <a:pt x="227" y="67"/>
                  <a:pt x="226" y="67"/>
                  <a:pt x="225" y="67"/>
                </a:cubicBezTo>
                <a:cubicBezTo>
                  <a:pt x="224" y="66"/>
                  <a:pt x="223" y="66"/>
                  <a:pt x="222" y="66"/>
                </a:cubicBezTo>
                <a:cubicBezTo>
                  <a:pt x="221" y="66"/>
                  <a:pt x="219" y="66"/>
                  <a:pt x="218" y="65"/>
                </a:cubicBezTo>
                <a:cubicBezTo>
                  <a:pt x="219" y="63"/>
                  <a:pt x="222" y="61"/>
                  <a:pt x="224" y="59"/>
                </a:cubicBezTo>
                <a:cubicBezTo>
                  <a:pt x="225" y="58"/>
                  <a:pt x="226" y="58"/>
                  <a:pt x="226" y="56"/>
                </a:cubicBezTo>
                <a:cubicBezTo>
                  <a:pt x="224" y="55"/>
                  <a:pt x="223" y="57"/>
                  <a:pt x="222" y="57"/>
                </a:cubicBezTo>
                <a:cubicBezTo>
                  <a:pt x="220" y="58"/>
                  <a:pt x="219" y="59"/>
                  <a:pt x="218" y="59"/>
                </a:cubicBezTo>
                <a:cubicBezTo>
                  <a:pt x="215" y="60"/>
                  <a:pt x="212" y="58"/>
                  <a:pt x="210" y="60"/>
                </a:cubicBezTo>
                <a:cubicBezTo>
                  <a:pt x="209" y="61"/>
                  <a:pt x="212" y="60"/>
                  <a:pt x="212" y="62"/>
                </a:cubicBezTo>
                <a:cubicBezTo>
                  <a:pt x="211" y="62"/>
                  <a:pt x="210" y="62"/>
                  <a:pt x="209" y="62"/>
                </a:cubicBezTo>
                <a:cubicBezTo>
                  <a:pt x="208" y="61"/>
                  <a:pt x="209" y="60"/>
                  <a:pt x="208" y="60"/>
                </a:cubicBezTo>
                <a:cubicBezTo>
                  <a:pt x="208" y="59"/>
                  <a:pt x="205" y="59"/>
                  <a:pt x="203" y="59"/>
                </a:cubicBezTo>
                <a:cubicBezTo>
                  <a:pt x="202" y="59"/>
                  <a:pt x="200" y="60"/>
                  <a:pt x="200" y="62"/>
                </a:cubicBezTo>
                <a:cubicBezTo>
                  <a:pt x="202" y="63"/>
                  <a:pt x="205" y="61"/>
                  <a:pt x="206" y="63"/>
                </a:cubicBezTo>
                <a:cubicBezTo>
                  <a:pt x="205" y="65"/>
                  <a:pt x="202" y="66"/>
                  <a:pt x="203" y="68"/>
                </a:cubicBezTo>
                <a:cubicBezTo>
                  <a:pt x="203" y="69"/>
                  <a:pt x="204" y="71"/>
                  <a:pt x="205" y="71"/>
                </a:cubicBezTo>
                <a:cubicBezTo>
                  <a:pt x="206" y="71"/>
                  <a:pt x="206" y="70"/>
                  <a:pt x="207" y="70"/>
                </a:cubicBezTo>
                <a:cubicBezTo>
                  <a:pt x="208" y="70"/>
                  <a:pt x="208" y="71"/>
                  <a:pt x="209" y="71"/>
                </a:cubicBezTo>
                <a:cubicBezTo>
                  <a:pt x="210" y="70"/>
                  <a:pt x="211" y="68"/>
                  <a:pt x="212" y="69"/>
                </a:cubicBezTo>
                <a:cubicBezTo>
                  <a:pt x="214" y="71"/>
                  <a:pt x="211" y="72"/>
                  <a:pt x="209" y="73"/>
                </a:cubicBezTo>
                <a:cubicBezTo>
                  <a:pt x="206" y="74"/>
                  <a:pt x="203" y="74"/>
                  <a:pt x="201" y="75"/>
                </a:cubicBezTo>
                <a:cubicBezTo>
                  <a:pt x="200" y="75"/>
                  <a:pt x="197" y="79"/>
                  <a:pt x="196" y="76"/>
                </a:cubicBezTo>
                <a:cubicBezTo>
                  <a:pt x="196" y="74"/>
                  <a:pt x="198" y="75"/>
                  <a:pt x="198" y="73"/>
                </a:cubicBezTo>
                <a:cubicBezTo>
                  <a:pt x="196" y="73"/>
                  <a:pt x="194" y="74"/>
                  <a:pt x="192" y="75"/>
                </a:cubicBezTo>
                <a:cubicBezTo>
                  <a:pt x="189" y="76"/>
                  <a:pt x="184" y="77"/>
                  <a:pt x="183" y="80"/>
                </a:cubicBezTo>
                <a:cubicBezTo>
                  <a:pt x="183" y="81"/>
                  <a:pt x="183" y="82"/>
                  <a:pt x="183" y="83"/>
                </a:cubicBezTo>
                <a:cubicBezTo>
                  <a:pt x="183" y="83"/>
                  <a:pt x="180" y="83"/>
                  <a:pt x="179" y="83"/>
                </a:cubicBezTo>
                <a:cubicBezTo>
                  <a:pt x="178" y="84"/>
                  <a:pt x="177" y="85"/>
                  <a:pt x="176" y="85"/>
                </a:cubicBezTo>
                <a:cubicBezTo>
                  <a:pt x="175" y="85"/>
                  <a:pt x="174" y="85"/>
                  <a:pt x="174" y="85"/>
                </a:cubicBezTo>
                <a:cubicBezTo>
                  <a:pt x="173" y="86"/>
                  <a:pt x="172" y="87"/>
                  <a:pt x="171" y="88"/>
                </a:cubicBezTo>
                <a:cubicBezTo>
                  <a:pt x="170" y="89"/>
                  <a:pt x="169" y="89"/>
                  <a:pt x="169" y="90"/>
                </a:cubicBezTo>
                <a:cubicBezTo>
                  <a:pt x="168" y="90"/>
                  <a:pt x="168" y="92"/>
                  <a:pt x="166" y="93"/>
                </a:cubicBezTo>
                <a:cubicBezTo>
                  <a:pt x="165" y="93"/>
                  <a:pt x="165" y="92"/>
                  <a:pt x="164" y="93"/>
                </a:cubicBezTo>
                <a:cubicBezTo>
                  <a:pt x="164" y="94"/>
                  <a:pt x="165" y="97"/>
                  <a:pt x="164" y="99"/>
                </a:cubicBezTo>
                <a:cubicBezTo>
                  <a:pt x="162" y="100"/>
                  <a:pt x="160" y="101"/>
                  <a:pt x="158" y="103"/>
                </a:cubicBezTo>
                <a:cubicBezTo>
                  <a:pt x="157" y="103"/>
                  <a:pt x="155" y="104"/>
                  <a:pt x="154" y="104"/>
                </a:cubicBezTo>
                <a:cubicBezTo>
                  <a:pt x="153" y="105"/>
                  <a:pt x="152" y="106"/>
                  <a:pt x="151" y="107"/>
                </a:cubicBezTo>
                <a:cubicBezTo>
                  <a:pt x="148" y="108"/>
                  <a:pt x="144" y="110"/>
                  <a:pt x="144" y="115"/>
                </a:cubicBezTo>
                <a:cubicBezTo>
                  <a:pt x="144" y="116"/>
                  <a:pt x="145" y="117"/>
                  <a:pt x="145" y="118"/>
                </a:cubicBezTo>
                <a:cubicBezTo>
                  <a:pt x="145" y="118"/>
                  <a:pt x="145" y="119"/>
                  <a:pt x="145" y="120"/>
                </a:cubicBezTo>
                <a:cubicBezTo>
                  <a:pt x="145" y="121"/>
                  <a:pt x="146" y="123"/>
                  <a:pt x="145" y="124"/>
                </a:cubicBezTo>
                <a:cubicBezTo>
                  <a:pt x="143" y="123"/>
                  <a:pt x="140" y="123"/>
                  <a:pt x="139" y="122"/>
                </a:cubicBezTo>
                <a:cubicBezTo>
                  <a:pt x="139" y="120"/>
                  <a:pt x="140" y="119"/>
                  <a:pt x="140" y="118"/>
                </a:cubicBezTo>
                <a:cubicBezTo>
                  <a:pt x="139" y="117"/>
                  <a:pt x="138" y="115"/>
                  <a:pt x="137" y="115"/>
                </a:cubicBezTo>
                <a:cubicBezTo>
                  <a:pt x="136" y="114"/>
                  <a:pt x="135" y="115"/>
                  <a:pt x="134" y="115"/>
                </a:cubicBezTo>
                <a:cubicBezTo>
                  <a:pt x="133" y="115"/>
                  <a:pt x="132" y="114"/>
                  <a:pt x="131" y="114"/>
                </a:cubicBezTo>
                <a:cubicBezTo>
                  <a:pt x="129" y="113"/>
                  <a:pt x="127" y="114"/>
                  <a:pt x="125" y="114"/>
                </a:cubicBezTo>
                <a:cubicBezTo>
                  <a:pt x="123" y="115"/>
                  <a:pt x="122" y="117"/>
                  <a:pt x="119" y="117"/>
                </a:cubicBezTo>
                <a:cubicBezTo>
                  <a:pt x="118" y="117"/>
                  <a:pt x="117" y="116"/>
                  <a:pt x="116" y="116"/>
                </a:cubicBezTo>
                <a:cubicBezTo>
                  <a:pt x="115" y="115"/>
                  <a:pt x="113" y="115"/>
                  <a:pt x="112" y="115"/>
                </a:cubicBezTo>
                <a:cubicBezTo>
                  <a:pt x="109" y="115"/>
                  <a:pt x="107" y="117"/>
                  <a:pt x="105" y="118"/>
                </a:cubicBezTo>
                <a:cubicBezTo>
                  <a:pt x="103" y="119"/>
                  <a:pt x="101" y="121"/>
                  <a:pt x="100" y="123"/>
                </a:cubicBezTo>
                <a:cubicBezTo>
                  <a:pt x="100" y="124"/>
                  <a:pt x="100" y="125"/>
                  <a:pt x="100" y="126"/>
                </a:cubicBezTo>
                <a:cubicBezTo>
                  <a:pt x="99" y="127"/>
                  <a:pt x="99" y="128"/>
                  <a:pt x="98" y="128"/>
                </a:cubicBezTo>
                <a:cubicBezTo>
                  <a:pt x="97" y="131"/>
                  <a:pt x="95" y="135"/>
                  <a:pt x="97" y="140"/>
                </a:cubicBezTo>
                <a:cubicBezTo>
                  <a:pt x="97" y="140"/>
                  <a:pt x="99" y="144"/>
                  <a:pt x="99" y="145"/>
                </a:cubicBezTo>
                <a:cubicBezTo>
                  <a:pt x="100" y="146"/>
                  <a:pt x="102" y="147"/>
                  <a:pt x="104" y="147"/>
                </a:cubicBezTo>
                <a:cubicBezTo>
                  <a:pt x="105" y="147"/>
                  <a:pt x="106" y="146"/>
                  <a:pt x="107" y="146"/>
                </a:cubicBezTo>
                <a:cubicBezTo>
                  <a:pt x="108" y="146"/>
                  <a:pt x="110" y="146"/>
                  <a:pt x="111" y="146"/>
                </a:cubicBezTo>
                <a:cubicBezTo>
                  <a:pt x="114" y="145"/>
                  <a:pt x="113" y="140"/>
                  <a:pt x="117" y="139"/>
                </a:cubicBezTo>
                <a:cubicBezTo>
                  <a:pt x="118" y="138"/>
                  <a:pt x="120" y="138"/>
                  <a:pt x="122" y="138"/>
                </a:cubicBezTo>
                <a:cubicBezTo>
                  <a:pt x="123" y="138"/>
                  <a:pt x="123" y="140"/>
                  <a:pt x="123" y="141"/>
                </a:cubicBezTo>
                <a:cubicBezTo>
                  <a:pt x="123" y="141"/>
                  <a:pt x="122" y="142"/>
                  <a:pt x="122" y="143"/>
                </a:cubicBezTo>
                <a:cubicBezTo>
                  <a:pt x="122" y="144"/>
                  <a:pt x="122" y="145"/>
                  <a:pt x="121" y="146"/>
                </a:cubicBezTo>
                <a:cubicBezTo>
                  <a:pt x="121" y="147"/>
                  <a:pt x="120" y="148"/>
                  <a:pt x="119" y="149"/>
                </a:cubicBezTo>
                <a:cubicBezTo>
                  <a:pt x="119" y="149"/>
                  <a:pt x="119" y="150"/>
                  <a:pt x="119" y="151"/>
                </a:cubicBezTo>
                <a:cubicBezTo>
                  <a:pt x="119" y="152"/>
                  <a:pt x="118" y="152"/>
                  <a:pt x="118" y="153"/>
                </a:cubicBezTo>
                <a:cubicBezTo>
                  <a:pt x="121" y="155"/>
                  <a:pt x="125" y="153"/>
                  <a:pt x="128" y="153"/>
                </a:cubicBezTo>
                <a:cubicBezTo>
                  <a:pt x="129" y="154"/>
                  <a:pt x="132" y="155"/>
                  <a:pt x="132" y="157"/>
                </a:cubicBezTo>
                <a:cubicBezTo>
                  <a:pt x="132" y="158"/>
                  <a:pt x="131" y="159"/>
                  <a:pt x="130" y="161"/>
                </a:cubicBezTo>
                <a:cubicBezTo>
                  <a:pt x="130" y="162"/>
                  <a:pt x="129" y="165"/>
                  <a:pt x="129" y="166"/>
                </a:cubicBezTo>
                <a:cubicBezTo>
                  <a:pt x="129" y="169"/>
                  <a:pt x="133" y="173"/>
                  <a:pt x="136" y="173"/>
                </a:cubicBezTo>
                <a:cubicBezTo>
                  <a:pt x="138" y="173"/>
                  <a:pt x="140" y="170"/>
                  <a:pt x="144" y="172"/>
                </a:cubicBezTo>
                <a:cubicBezTo>
                  <a:pt x="145" y="172"/>
                  <a:pt x="146" y="174"/>
                  <a:pt x="147" y="174"/>
                </a:cubicBezTo>
                <a:cubicBezTo>
                  <a:pt x="148" y="174"/>
                  <a:pt x="150" y="172"/>
                  <a:pt x="150" y="171"/>
                </a:cubicBezTo>
                <a:cubicBezTo>
                  <a:pt x="151" y="169"/>
                  <a:pt x="151" y="168"/>
                  <a:pt x="153" y="167"/>
                </a:cubicBezTo>
                <a:cubicBezTo>
                  <a:pt x="154" y="166"/>
                  <a:pt x="156" y="167"/>
                  <a:pt x="158" y="166"/>
                </a:cubicBezTo>
                <a:cubicBezTo>
                  <a:pt x="159" y="166"/>
                  <a:pt x="159" y="165"/>
                  <a:pt x="160" y="164"/>
                </a:cubicBezTo>
                <a:cubicBezTo>
                  <a:pt x="161" y="164"/>
                  <a:pt x="162" y="163"/>
                  <a:pt x="163" y="164"/>
                </a:cubicBezTo>
                <a:cubicBezTo>
                  <a:pt x="164" y="165"/>
                  <a:pt x="161" y="165"/>
                  <a:pt x="162" y="167"/>
                </a:cubicBezTo>
                <a:cubicBezTo>
                  <a:pt x="164" y="168"/>
                  <a:pt x="165" y="165"/>
                  <a:pt x="167" y="165"/>
                </a:cubicBezTo>
                <a:cubicBezTo>
                  <a:pt x="167" y="165"/>
                  <a:pt x="169" y="166"/>
                  <a:pt x="170" y="166"/>
                </a:cubicBezTo>
                <a:cubicBezTo>
                  <a:pt x="171" y="167"/>
                  <a:pt x="171" y="168"/>
                  <a:pt x="173" y="168"/>
                </a:cubicBezTo>
                <a:cubicBezTo>
                  <a:pt x="173" y="168"/>
                  <a:pt x="175" y="168"/>
                  <a:pt x="176" y="168"/>
                </a:cubicBezTo>
                <a:cubicBezTo>
                  <a:pt x="177" y="168"/>
                  <a:pt x="178" y="170"/>
                  <a:pt x="179" y="170"/>
                </a:cubicBezTo>
                <a:cubicBezTo>
                  <a:pt x="181" y="169"/>
                  <a:pt x="182" y="168"/>
                  <a:pt x="183" y="168"/>
                </a:cubicBezTo>
                <a:cubicBezTo>
                  <a:pt x="185" y="167"/>
                  <a:pt x="186" y="168"/>
                  <a:pt x="188" y="170"/>
                </a:cubicBezTo>
                <a:cubicBezTo>
                  <a:pt x="189" y="170"/>
                  <a:pt x="189" y="168"/>
                  <a:pt x="190" y="169"/>
                </a:cubicBezTo>
                <a:cubicBezTo>
                  <a:pt x="189" y="170"/>
                  <a:pt x="190" y="171"/>
                  <a:pt x="191" y="172"/>
                </a:cubicBezTo>
                <a:cubicBezTo>
                  <a:pt x="191" y="172"/>
                  <a:pt x="191" y="173"/>
                  <a:pt x="191" y="173"/>
                </a:cubicBezTo>
                <a:cubicBezTo>
                  <a:pt x="192" y="174"/>
                  <a:pt x="194" y="174"/>
                  <a:pt x="195" y="175"/>
                </a:cubicBezTo>
                <a:cubicBezTo>
                  <a:pt x="196" y="175"/>
                  <a:pt x="196" y="177"/>
                  <a:pt x="198" y="178"/>
                </a:cubicBezTo>
                <a:cubicBezTo>
                  <a:pt x="199" y="179"/>
                  <a:pt x="201" y="181"/>
                  <a:pt x="203" y="181"/>
                </a:cubicBezTo>
                <a:cubicBezTo>
                  <a:pt x="204" y="181"/>
                  <a:pt x="206" y="181"/>
                  <a:pt x="207" y="181"/>
                </a:cubicBezTo>
                <a:cubicBezTo>
                  <a:pt x="210" y="181"/>
                  <a:pt x="212" y="183"/>
                  <a:pt x="214" y="184"/>
                </a:cubicBezTo>
                <a:cubicBezTo>
                  <a:pt x="215" y="185"/>
                  <a:pt x="217" y="186"/>
                  <a:pt x="217" y="187"/>
                </a:cubicBezTo>
                <a:cubicBezTo>
                  <a:pt x="217" y="188"/>
                  <a:pt x="217" y="189"/>
                  <a:pt x="217" y="190"/>
                </a:cubicBezTo>
                <a:cubicBezTo>
                  <a:pt x="218" y="192"/>
                  <a:pt x="221" y="193"/>
                  <a:pt x="220" y="196"/>
                </a:cubicBezTo>
                <a:cubicBezTo>
                  <a:pt x="220" y="197"/>
                  <a:pt x="221" y="197"/>
                  <a:pt x="222" y="198"/>
                </a:cubicBezTo>
                <a:cubicBezTo>
                  <a:pt x="223" y="198"/>
                  <a:pt x="224" y="199"/>
                  <a:pt x="225" y="199"/>
                </a:cubicBezTo>
                <a:cubicBezTo>
                  <a:pt x="225" y="200"/>
                  <a:pt x="226" y="199"/>
                  <a:pt x="227" y="199"/>
                </a:cubicBezTo>
                <a:cubicBezTo>
                  <a:pt x="228" y="199"/>
                  <a:pt x="229" y="200"/>
                  <a:pt x="231" y="201"/>
                </a:cubicBezTo>
                <a:cubicBezTo>
                  <a:pt x="232" y="201"/>
                  <a:pt x="233" y="201"/>
                  <a:pt x="234" y="202"/>
                </a:cubicBezTo>
                <a:cubicBezTo>
                  <a:pt x="234" y="202"/>
                  <a:pt x="235" y="204"/>
                  <a:pt x="235" y="204"/>
                </a:cubicBezTo>
                <a:cubicBezTo>
                  <a:pt x="236" y="205"/>
                  <a:pt x="237" y="204"/>
                  <a:pt x="238" y="204"/>
                </a:cubicBezTo>
                <a:cubicBezTo>
                  <a:pt x="240" y="204"/>
                  <a:pt x="242" y="205"/>
                  <a:pt x="244" y="205"/>
                </a:cubicBezTo>
                <a:cubicBezTo>
                  <a:pt x="245" y="205"/>
                  <a:pt x="245" y="205"/>
                  <a:pt x="246" y="205"/>
                </a:cubicBezTo>
                <a:cubicBezTo>
                  <a:pt x="248" y="205"/>
                  <a:pt x="249" y="206"/>
                  <a:pt x="251" y="208"/>
                </a:cubicBezTo>
                <a:cubicBezTo>
                  <a:pt x="233" y="237"/>
                  <a:pt x="204" y="258"/>
                  <a:pt x="170" y="266"/>
                </a:cubicBezTo>
                <a:cubicBezTo>
                  <a:pt x="170" y="265"/>
                  <a:pt x="169" y="264"/>
                  <a:pt x="169" y="262"/>
                </a:cubicBezTo>
                <a:cubicBezTo>
                  <a:pt x="169" y="260"/>
                  <a:pt x="169" y="258"/>
                  <a:pt x="169" y="255"/>
                </a:cubicBezTo>
                <a:cubicBezTo>
                  <a:pt x="169" y="253"/>
                  <a:pt x="168" y="250"/>
                  <a:pt x="168" y="249"/>
                </a:cubicBezTo>
                <a:cubicBezTo>
                  <a:pt x="167" y="247"/>
                  <a:pt x="164" y="245"/>
                  <a:pt x="162" y="244"/>
                </a:cubicBezTo>
                <a:cubicBezTo>
                  <a:pt x="161" y="244"/>
                  <a:pt x="160" y="243"/>
                  <a:pt x="159" y="243"/>
                </a:cubicBezTo>
                <a:cubicBezTo>
                  <a:pt x="156" y="242"/>
                  <a:pt x="151" y="239"/>
                  <a:pt x="150" y="237"/>
                </a:cubicBezTo>
                <a:cubicBezTo>
                  <a:pt x="150" y="236"/>
                  <a:pt x="150" y="235"/>
                  <a:pt x="150" y="234"/>
                </a:cubicBezTo>
                <a:cubicBezTo>
                  <a:pt x="149" y="233"/>
                  <a:pt x="148" y="231"/>
                  <a:pt x="147" y="230"/>
                </a:cubicBezTo>
                <a:cubicBezTo>
                  <a:pt x="145" y="227"/>
                  <a:pt x="143" y="224"/>
                  <a:pt x="142" y="221"/>
                </a:cubicBezTo>
                <a:cubicBezTo>
                  <a:pt x="141" y="219"/>
                  <a:pt x="140" y="218"/>
                  <a:pt x="139" y="216"/>
                </a:cubicBezTo>
                <a:cubicBezTo>
                  <a:pt x="138" y="216"/>
                  <a:pt x="136" y="215"/>
                  <a:pt x="136" y="214"/>
                </a:cubicBezTo>
                <a:cubicBezTo>
                  <a:pt x="136" y="213"/>
                  <a:pt x="135" y="211"/>
                  <a:pt x="135" y="210"/>
                </a:cubicBezTo>
                <a:cubicBezTo>
                  <a:pt x="135" y="208"/>
                  <a:pt x="138" y="207"/>
                  <a:pt x="138" y="206"/>
                </a:cubicBezTo>
                <a:cubicBezTo>
                  <a:pt x="138" y="205"/>
                  <a:pt x="136" y="204"/>
                  <a:pt x="136" y="203"/>
                </a:cubicBezTo>
                <a:cubicBezTo>
                  <a:pt x="135" y="201"/>
                  <a:pt x="136" y="200"/>
                  <a:pt x="137" y="198"/>
                </a:cubicBezTo>
                <a:cubicBezTo>
                  <a:pt x="138" y="197"/>
                  <a:pt x="138" y="196"/>
                  <a:pt x="138" y="196"/>
                </a:cubicBezTo>
                <a:cubicBezTo>
                  <a:pt x="139" y="195"/>
                  <a:pt x="140" y="195"/>
                  <a:pt x="141" y="194"/>
                </a:cubicBezTo>
                <a:cubicBezTo>
                  <a:pt x="141" y="193"/>
                  <a:pt x="141" y="192"/>
                  <a:pt x="142" y="191"/>
                </a:cubicBezTo>
                <a:cubicBezTo>
                  <a:pt x="143" y="190"/>
                  <a:pt x="145" y="189"/>
                  <a:pt x="145" y="188"/>
                </a:cubicBezTo>
                <a:cubicBezTo>
                  <a:pt x="146" y="187"/>
                  <a:pt x="146" y="181"/>
                  <a:pt x="145" y="180"/>
                </a:cubicBezTo>
                <a:cubicBezTo>
                  <a:pt x="145" y="178"/>
                  <a:pt x="144" y="178"/>
                  <a:pt x="144" y="177"/>
                </a:cubicBezTo>
                <a:cubicBezTo>
                  <a:pt x="143" y="175"/>
                  <a:pt x="143" y="173"/>
                  <a:pt x="141" y="173"/>
                </a:cubicBezTo>
                <a:cubicBezTo>
                  <a:pt x="140" y="173"/>
                  <a:pt x="139" y="174"/>
                  <a:pt x="138" y="175"/>
                </a:cubicBezTo>
                <a:cubicBezTo>
                  <a:pt x="138" y="176"/>
                  <a:pt x="138" y="177"/>
                  <a:pt x="137" y="177"/>
                </a:cubicBezTo>
                <a:cubicBezTo>
                  <a:pt x="135" y="178"/>
                  <a:pt x="135" y="176"/>
                  <a:pt x="133" y="175"/>
                </a:cubicBezTo>
                <a:cubicBezTo>
                  <a:pt x="132" y="175"/>
                  <a:pt x="131" y="175"/>
                  <a:pt x="130" y="175"/>
                </a:cubicBezTo>
                <a:cubicBezTo>
                  <a:pt x="129" y="174"/>
                  <a:pt x="128" y="172"/>
                  <a:pt x="127" y="171"/>
                </a:cubicBezTo>
                <a:cubicBezTo>
                  <a:pt x="126" y="170"/>
                  <a:pt x="124" y="171"/>
                  <a:pt x="124" y="170"/>
                </a:cubicBezTo>
                <a:cubicBezTo>
                  <a:pt x="123" y="169"/>
                  <a:pt x="124" y="168"/>
                  <a:pt x="124" y="167"/>
                </a:cubicBezTo>
                <a:cubicBezTo>
                  <a:pt x="122" y="166"/>
                  <a:pt x="120" y="162"/>
                  <a:pt x="119" y="161"/>
                </a:cubicBezTo>
                <a:cubicBezTo>
                  <a:pt x="117" y="161"/>
                  <a:pt x="115" y="161"/>
                  <a:pt x="114" y="160"/>
                </a:cubicBezTo>
                <a:cubicBezTo>
                  <a:pt x="113" y="160"/>
                  <a:pt x="112" y="160"/>
                  <a:pt x="112" y="159"/>
                </a:cubicBezTo>
                <a:cubicBezTo>
                  <a:pt x="111" y="159"/>
                  <a:pt x="110" y="159"/>
                  <a:pt x="109" y="159"/>
                </a:cubicBezTo>
                <a:cubicBezTo>
                  <a:pt x="106" y="157"/>
                  <a:pt x="104" y="153"/>
                  <a:pt x="101" y="153"/>
                </a:cubicBezTo>
                <a:cubicBezTo>
                  <a:pt x="99" y="153"/>
                  <a:pt x="98" y="154"/>
                  <a:pt x="96" y="154"/>
                </a:cubicBezTo>
                <a:cubicBezTo>
                  <a:pt x="95" y="154"/>
                  <a:pt x="93" y="153"/>
                  <a:pt x="91" y="152"/>
                </a:cubicBezTo>
                <a:cubicBezTo>
                  <a:pt x="89" y="151"/>
                  <a:pt x="87" y="151"/>
                  <a:pt x="85" y="150"/>
                </a:cubicBezTo>
                <a:cubicBezTo>
                  <a:pt x="84" y="150"/>
                  <a:pt x="83" y="148"/>
                  <a:pt x="82" y="148"/>
                </a:cubicBezTo>
                <a:cubicBezTo>
                  <a:pt x="82" y="148"/>
                  <a:pt x="80" y="147"/>
                  <a:pt x="80" y="147"/>
                </a:cubicBezTo>
                <a:cubicBezTo>
                  <a:pt x="79" y="147"/>
                  <a:pt x="78" y="146"/>
                  <a:pt x="77" y="145"/>
                </a:cubicBezTo>
                <a:cubicBezTo>
                  <a:pt x="75" y="144"/>
                  <a:pt x="74" y="143"/>
                  <a:pt x="74" y="142"/>
                </a:cubicBezTo>
                <a:cubicBezTo>
                  <a:pt x="74" y="141"/>
                  <a:pt x="75" y="140"/>
                  <a:pt x="75" y="139"/>
                </a:cubicBezTo>
                <a:cubicBezTo>
                  <a:pt x="76" y="135"/>
                  <a:pt x="73" y="133"/>
                  <a:pt x="71" y="130"/>
                </a:cubicBezTo>
                <a:cubicBezTo>
                  <a:pt x="70" y="129"/>
                  <a:pt x="69" y="128"/>
                  <a:pt x="68" y="126"/>
                </a:cubicBezTo>
                <a:cubicBezTo>
                  <a:pt x="68" y="125"/>
                  <a:pt x="68" y="125"/>
                  <a:pt x="68" y="124"/>
                </a:cubicBezTo>
                <a:cubicBezTo>
                  <a:pt x="67" y="123"/>
                  <a:pt x="66" y="122"/>
                  <a:pt x="65" y="121"/>
                </a:cubicBezTo>
                <a:cubicBezTo>
                  <a:pt x="64" y="119"/>
                  <a:pt x="62" y="118"/>
                  <a:pt x="62" y="117"/>
                </a:cubicBezTo>
                <a:cubicBezTo>
                  <a:pt x="62" y="115"/>
                  <a:pt x="63" y="113"/>
                  <a:pt x="62" y="112"/>
                </a:cubicBezTo>
                <a:cubicBezTo>
                  <a:pt x="61" y="109"/>
                  <a:pt x="57" y="110"/>
                  <a:pt x="58" y="114"/>
                </a:cubicBezTo>
                <a:cubicBezTo>
                  <a:pt x="58" y="115"/>
                  <a:pt x="59" y="116"/>
                  <a:pt x="60" y="117"/>
                </a:cubicBezTo>
                <a:cubicBezTo>
                  <a:pt x="60" y="118"/>
                  <a:pt x="60" y="119"/>
                  <a:pt x="60" y="121"/>
                </a:cubicBezTo>
                <a:cubicBezTo>
                  <a:pt x="61" y="122"/>
                  <a:pt x="62" y="123"/>
                  <a:pt x="62" y="124"/>
                </a:cubicBezTo>
                <a:cubicBezTo>
                  <a:pt x="63" y="126"/>
                  <a:pt x="63" y="128"/>
                  <a:pt x="64" y="130"/>
                </a:cubicBezTo>
                <a:cubicBezTo>
                  <a:pt x="64" y="131"/>
                  <a:pt x="66" y="132"/>
                  <a:pt x="65" y="133"/>
                </a:cubicBezTo>
                <a:cubicBezTo>
                  <a:pt x="63" y="133"/>
                  <a:pt x="63" y="132"/>
                  <a:pt x="62" y="131"/>
                </a:cubicBezTo>
                <a:cubicBezTo>
                  <a:pt x="62" y="131"/>
                  <a:pt x="60" y="130"/>
                  <a:pt x="60" y="129"/>
                </a:cubicBezTo>
                <a:cubicBezTo>
                  <a:pt x="59" y="128"/>
                  <a:pt x="60" y="127"/>
                  <a:pt x="60" y="126"/>
                </a:cubicBezTo>
                <a:cubicBezTo>
                  <a:pt x="59" y="124"/>
                  <a:pt x="55" y="124"/>
                  <a:pt x="55" y="121"/>
                </a:cubicBezTo>
                <a:cubicBezTo>
                  <a:pt x="55" y="120"/>
                  <a:pt x="57" y="120"/>
                  <a:pt x="57" y="119"/>
                </a:cubicBezTo>
                <a:cubicBezTo>
                  <a:pt x="57" y="117"/>
                  <a:pt x="55" y="116"/>
                  <a:pt x="54" y="115"/>
                </a:cubicBezTo>
                <a:cubicBezTo>
                  <a:pt x="54" y="114"/>
                  <a:pt x="54" y="112"/>
                  <a:pt x="54" y="110"/>
                </a:cubicBezTo>
                <a:cubicBezTo>
                  <a:pt x="54" y="109"/>
                  <a:pt x="54" y="107"/>
                  <a:pt x="54" y="106"/>
                </a:cubicBezTo>
                <a:cubicBezTo>
                  <a:pt x="53" y="105"/>
                  <a:pt x="52" y="103"/>
                  <a:pt x="51" y="103"/>
                </a:cubicBezTo>
                <a:cubicBezTo>
                  <a:pt x="49" y="102"/>
                  <a:pt x="48" y="103"/>
                  <a:pt x="48" y="101"/>
                </a:cubicBezTo>
                <a:cubicBezTo>
                  <a:pt x="47" y="101"/>
                  <a:pt x="47" y="99"/>
                  <a:pt x="47" y="98"/>
                </a:cubicBezTo>
                <a:cubicBezTo>
                  <a:pt x="46" y="96"/>
                  <a:pt x="47" y="94"/>
                  <a:pt x="47" y="92"/>
                </a:cubicBezTo>
                <a:cubicBezTo>
                  <a:pt x="46" y="90"/>
                  <a:pt x="46" y="88"/>
                  <a:pt x="47" y="86"/>
                </a:cubicBezTo>
                <a:cubicBezTo>
                  <a:pt x="47" y="85"/>
                  <a:pt x="49" y="84"/>
                  <a:pt x="49" y="83"/>
                </a:cubicBezTo>
                <a:cubicBezTo>
                  <a:pt x="50" y="82"/>
                  <a:pt x="50" y="80"/>
                  <a:pt x="51" y="79"/>
                </a:cubicBezTo>
                <a:cubicBezTo>
                  <a:pt x="52" y="77"/>
                  <a:pt x="54" y="76"/>
                  <a:pt x="56" y="74"/>
                </a:cubicBezTo>
                <a:cubicBezTo>
                  <a:pt x="57" y="72"/>
                  <a:pt x="59" y="70"/>
                  <a:pt x="60" y="67"/>
                </a:cubicBezTo>
                <a:cubicBezTo>
                  <a:pt x="60" y="66"/>
                  <a:pt x="61" y="64"/>
                  <a:pt x="61" y="63"/>
                </a:cubicBezTo>
                <a:cubicBezTo>
                  <a:pt x="61" y="62"/>
                  <a:pt x="58" y="61"/>
                  <a:pt x="58" y="59"/>
                </a:cubicBezTo>
                <a:cubicBezTo>
                  <a:pt x="59" y="58"/>
                  <a:pt x="60" y="58"/>
                  <a:pt x="61" y="57"/>
                </a:cubicBezTo>
                <a:cubicBezTo>
                  <a:pt x="61" y="57"/>
                  <a:pt x="61" y="55"/>
                  <a:pt x="61" y="54"/>
                </a:cubicBezTo>
                <a:cubicBezTo>
                  <a:pt x="61" y="53"/>
                  <a:pt x="60" y="51"/>
                  <a:pt x="61" y="50"/>
                </a:cubicBezTo>
                <a:cubicBezTo>
                  <a:pt x="61" y="49"/>
                  <a:pt x="63" y="48"/>
                  <a:pt x="62" y="47"/>
                </a:cubicBezTo>
                <a:cubicBezTo>
                  <a:pt x="61" y="45"/>
                  <a:pt x="59" y="47"/>
                  <a:pt x="58" y="46"/>
                </a:cubicBezTo>
                <a:cubicBezTo>
                  <a:pt x="57" y="46"/>
                  <a:pt x="58" y="45"/>
                  <a:pt x="58" y="43"/>
                </a:cubicBezTo>
                <a:cubicBezTo>
                  <a:pt x="58" y="42"/>
                  <a:pt x="58" y="42"/>
                  <a:pt x="58" y="41"/>
                </a:cubicBezTo>
                <a:cubicBezTo>
                  <a:pt x="58" y="41"/>
                  <a:pt x="59" y="39"/>
                  <a:pt x="59" y="39"/>
                </a:cubicBezTo>
                <a:cubicBezTo>
                  <a:pt x="58" y="38"/>
                  <a:pt x="58" y="37"/>
                  <a:pt x="57" y="36"/>
                </a:cubicBezTo>
                <a:cubicBezTo>
                  <a:pt x="74" y="23"/>
                  <a:pt x="94" y="13"/>
                  <a:pt x="115" y="9"/>
                </a:cubicBezTo>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Freeform 218">
            <a:extLst>
              <a:ext uri="{FF2B5EF4-FFF2-40B4-BE49-F238E27FC236}">
                <a16:creationId xmlns:a16="http://schemas.microsoft.com/office/drawing/2014/main" id="{734453F7-2C0B-F0BD-1DF8-46E181CBD858}"/>
              </a:ext>
            </a:extLst>
          </p:cNvPr>
          <p:cNvSpPr>
            <a:spLocks noChangeAspect="1" noEditPoints="1"/>
          </p:cNvSpPr>
          <p:nvPr/>
        </p:nvSpPr>
        <p:spPr bwMode="auto">
          <a:xfrm>
            <a:off x="9184174" y="5511350"/>
            <a:ext cx="385535" cy="384032"/>
          </a:xfrm>
          <a:custGeom>
            <a:avLst/>
            <a:gdLst/>
            <a:ahLst/>
            <a:cxnLst>
              <a:cxn ang="0">
                <a:pos x="0" y="128"/>
              </a:cxn>
              <a:cxn ang="0">
                <a:pos x="257" y="128"/>
              </a:cxn>
              <a:cxn ang="0">
                <a:pos x="173" y="226"/>
              </a:cxn>
              <a:cxn ang="0">
                <a:pos x="189" y="189"/>
              </a:cxn>
              <a:cxn ang="0">
                <a:pos x="227" y="173"/>
              </a:cxn>
              <a:cxn ang="0">
                <a:pos x="30" y="173"/>
              </a:cxn>
              <a:cxn ang="0">
                <a:pos x="68" y="189"/>
              </a:cxn>
              <a:cxn ang="0">
                <a:pos x="84" y="226"/>
              </a:cxn>
              <a:cxn ang="0">
                <a:pos x="84" y="30"/>
              </a:cxn>
              <a:cxn ang="0">
                <a:pos x="68" y="67"/>
              </a:cxn>
              <a:cxn ang="0">
                <a:pos x="30" y="83"/>
              </a:cxn>
              <a:cxn ang="0">
                <a:pos x="234" y="118"/>
              </a:cxn>
              <a:cxn ang="0">
                <a:pos x="194" y="90"/>
              </a:cxn>
              <a:cxn ang="0">
                <a:pos x="194" y="166"/>
              </a:cxn>
              <a:cxn ang="0">
                <a:pos x="234" y="138"/>
              </a:cxn>
              <a:cxn ang="0">
                <a:pos x="23" y="138"/>
              </a:cxn>
              <a:cxn ang="0">
                <a:pos x="63" y="166"/>
              </a:cxn>
              <a:cxn ang="0">
                <a:pos x="63" y="90"/>
              </a:cxn>
              <a:cxn ang="0">
                <a:pos x="23" y="118"/>
              </a:cxn>
              <a:cxn ang="0">
                <a:pos x="176" y="118"/>
              </a:cxn>
              <a:cxn ang="0">
                <a:pos x="138" y="80"/>
              </a:cxn>
              <a:cxn ang="0">
                <a:pos x="176" y="118"/>
              </a:cxn>
              <a:cxn ang="0">
                <a:pos x="138" y="176"/>
              </a:cxn>
              <a:cxn ang="0">
                <a:pos x="176" y="138"/>
              </a:cxn>
              <a:cxn ang="0">
                <a:pos x="80" y="138"/>
              </a:cxn>
              <a:cxn ang="0">
                <a:pos x="118" y="176"/>
              </a:cxn>
              <a:cxn ang="0">
                <a:pos x="80" y="138"/>
              </a:cxn>
              <a:cxn ang="0">
                <a:pos x="118" y="80"/>
              </a:cxn>
              <a:cxn ang="0">
                <a:pos x="80" y="118"/>
              </a:cxn>
              <a:cxn ang="0">
                <a:pos x="138" y="60"/>
              </a:cxn>
              <a:cxn ang="0">
                <a:pos x="166" y="62"/>
              </a:cxn>
              <a:cxn ang="0">
                <a:pos x="118" y="22"/>
              </a:cxn>
              <a:cxn ang="0">
                <a:pos x="91" y="62"/>
              </a:cxn>
              <a:cxn ang="0">
                <a:pos x="118" y="196"/>
              </a:cxn>
              <a:cxn ang="0">
                <a:pos x="91" y="193"/>
              </a:cxn>
              <a:cxn ang="0">
                <a:pos x="138" y="233"/>
              </a:cxn>
              <a:cxn ang="0">
                <a:pos x="166" y="193"/>
              </a:cxn>
              <a:cxn ang="0">
                <a:pos x="216" y="77"/>
              </a:cxn>
              <a:cxn ang="0">
                <a:pos x="179" y="40"/>
              </a:cxn>
              <a:cxn ang="0">
                <a:pos x="227" y="83"/>
              </a:cxn>
            </a:cxnLst>
            <a:rect l="0" t="0" r="r" b="b"/>
            <a:pathLst>
              <a:path w="257" h="256">
                <a:moveTo>
                  <a:pt x="128" y="0"/>
                </a:moveTo>
                <a:cubicBezTo>
                  <a:pt x="58" y="0"/>
                  <a:pt x="0" y="57"/>
                  <a:pt x="0" y="128"/>
                </a:cubicBezTo>
                <a:cubicBezTo>
                  <a:pt x="0" y="199"/>
                  <a:pt x="58" y="256"/>
                  <a:pt x="128" y="256"/>
                </a:cubicBezTo>
                <a:cubicBezTo>
                  <a:pt x="199" y="256"/>
                  <a:pt x="257" y="199"/>
                  <a:pt x="257" y="128"/>
                </a:cubicBezTo>
                <a:cubicBezTo>
                  <a:pt x="257" y="57"/>
                  <a:pt x="199" y="0"/>
                  <a:pt x="128" y="0"/>
                </a:cubicBezTo>
                <a:moveTo>
                  <a:pt x="173" y="226"/>
                </a:moveTo>
                <a:cubicBezTo>
                  <a:pt x="175" y="223"/>
                  <a:pt x="177" y="220"/>
                  <a:pt x="179" y="216"/>
                </a:cubicBezTo>
                <a:cubicBezTo>
                  <a:pt x="183" y="208"/>
                  <a:pt x="186" y="198"/>
                  <a:pt x="189" y="189"/>
                </a:cubicBezTo>
                <a:cubicBezTo>
                  <a:pt x="199" y="186"/>
                  <a:pt x="208" y="182"/>
                  <a:pt x="216" y="178"/>
                </a:cubicBezTo>
                <a:cubicBezTo>
                  <a:pt x="220" y="176"/>
                  <a:pt x="223" y="175"/>
                  <a:pt x="227" y="173"/>
                </a:cubicBezTo>
                <a:cubicBezTo>
                  <a:pt x="216" y="196"/>
                  <a:pt x="197" y="215"/>
                  <a:pt x="173" y="226"/>
                </a:cubicBezTo>
                <a:moveTo>
                  <a:pt x="30" y="173"/>
                </a:moveTo>
                <a:cubicBezTo>
                  <a:pt x="33" y="175"/>
                  <a:pt x="37" y="176"/>
                  <a:pt x="40" y="178"/>
                </a:cubicBezTo>
                <a:cubicBezTo>
                  <a:pt x="49" y="182"/>
                  <a:pt x="58" y="186"/>
                  <a:pt x="68" y="189"/>
                </a:cubicBezTo>
                <a:cubicBezTo>
                  <a:pt x="70" y="198"/>
                  <a:pt x="74" y="208"/>
                  <a:pt x="78" y="216"/>
                </a:cubicBezTo>
                <a:cubicBezTo>
                  <a:pt x="80" y="220"/>
                  <a:pt x="82" y="223"/>
                  <a:pt x="84" y="226"/>
                </a:cubicBezTo>
                <a:cubicBezTo>
                  <a:pt x="60" y="215"/>
                  <a:pt x="41" y="196"/>
                  <a:pt x="30" y="173"/>
                </a:cubicBezTo>
                <a:moveTo>
                  <a:pt x="84" y="30"/>
                </a:moveTo>
                <a:cubicBezTo>
                  <a:pt x="82" y="33"/>
                  <a:pt x="80" y="36"/>
                  <a:pt x="78" y="40"/>
                </a:cubicBezTo>
                <a:cubicBezTo>
                  <a:pt x="74" y="48"/>
                  <a:pt x="70" y="57"/>
                  <a:pt x="68" y="67"/>
                </a:cubicBezTo>
                <a:cubicBezTo>
                  <a:pt x="58" y="70"/>
                  <a:pt x="49" y="73"/>
                  <a:pt x="40" y="77"/>
                </a:cubicBezTo>
                <a:cubicBezTo>
                  <a:pt x="37" y="79"/>
                  <a:pt x="33" y="81"/>
                  <a:pt x="30" y="83"/>
                </a:cubicBezTo>
                <a:cubicBezTo>
                  <a:pt x="41" y="59"/>
                  <a:pt x="60" y="40"/>
                  <a:pt x="84" y="30"/>
                </a:cubicBezTo>
                <a:moveTo>
                  <a:pt x="234" y="118"/>
                </a:moveTo>
                <a:cubicBezTo>
                  <a:pt x="197" y="118"/>
                  <a:pt x="197" y="118"/>
                  <a:pt x="197" y="118"/>
                </a:cubicBezTo>
                <a:cubicBezTo>
                  <a:pt x="196" y="108"/>
                  <a:pt x="195" y="99"/>
                  <a:pt x="194" y="90"/>
                </a:cubicBezTo>
                <a:cubicBezTo>
                  <a:pt x="213" y="97"/>
                  <a:pt x="228" y="107"/>
                  <a:pt x="234" y="118"/>
                </a:cubicBezTo>
                <a:moveTo>
                  <a:pt x="194" y="166"/>
                </a:moveTo>
                <a:cubicBezTo>
                  <a:pt x="195" y="157"/>
                  <a:pt x="196" y="147"/>
                  <a:pt x="197" y="138"/>
                </a:cubicBezTo>
                <a:cubicBezTo>
                  <a:pt x="234" y="138"/>
                  <a:pt x="234" y="138"/>
                  <a:pt x="234" y="138"/>
                </a:cubicBezTo>
                <a:cubicBezTo>
                  <a:pt x="228" y="149"/>
                  <a:pt x="213" y="159"/>
                  <a:pt x="194" y="166"/>
                </a:cubicBezTo>
                <a:moveTo>
                  <a:pt x="23" y="138"/>
                </a:moveTo>
                <a:cubicBezTo>
                  <a:pt x="60" y="138"/>
                  <a:pt x="60" y="138"/>
                  <a:pt x="60" y="138"/>
                </a:cubicBezTo>
                <a:cubicBezTo>
                  <a:pt x="60" y="147"/>
                  <a:pt x="61" y="157"/>
                  <a:pt x="63" y="166"/>
                </a:cubicBezTo>
                <a:cubicBezTo>
                  <a:pt x="43" y="159"/>
                  <a:pt x="29" y="149"/>
                  <a:pt x="23" y="138"/>
                </a:cubicBezTo>
                <a:moveTo>
                  <a:pt x="63" y="90"/>
                </a:moveTo>
                <a:cubicBezTo>
                  <a:pt x="61" y="99"/>
                  <a:pt x="60" y="108"/>
                  <a:pt x="60" y="118"/>
                </a:cubicBezTo>
                <a:cubicBezTo>
                  <a:pt x="23" y="118"/>
                  <a:pt x="23" y="118"/>
                  <a:pt x="23" y="118"/>
                </a:cubicBezTo>
                <a:cubicBezTo>
                  <a:pt x="29" y="107"/>
                  <a:pt x="43" y="97"/>
                  <a:pt x="63" y="90"/>
                </a:cubicBezTo>
                <a:moveTo>
                  <a:pt x="176" y="118"/>
                </a:moveTo>
                <a:cubicBezTo>
                  <a:pt x="138" y="118"/>
                  <a:pt x="138" y="118"/>
                  <a:pt x="138" y="118"/>
                </a:cubicBezTo>
                <a:cubicBezTo>
                  <a:pt x="138" y="80"/>
                  <a:pt x="138" y="80"/>
                  <a:pt x="138" y="80"/>
                </a:cubicBezTo>
                <a:cubicBezTo>
                  <a:pt x="150" y="80"/>
                  <a:pt x="162" y="82"/>
                  <a:pt x="172" y="84"/>
                </a:cubicBezTo>
                <a:cubicBezTo>
                  <a:pt x="174" y="95"/>
                  <a:pt x="176" y="106"/>
                  <a:pt x="176" y="118"/>
                </a:cubicBezTo>
                <a:moveTo>
                  <a:pt x="172" y="172"/>
                </a:moveTo>
                <a:cubicBezTo>
                  <a:pt x="162" y="174"/>
                  <a:pt x="150" y="175"/>
                  <a:pt x="138" y="176"/>
                </a:cubicBezTo>
                <a:cubicBezTo>
                  <a:pt x="138" y="138"/>
                  <a:pt x="138" y="138"/>
                  <a:pt x="138" y="138"/>
                </a:cubicBezTo>
                <a:cubicBezTo>
                  <a:pt x="176" y="138"/>
                  <a:pt x="176" y="138"/>
                  <a:pt x="176" y="138"/>
                </a:cubicBezTo>
                <a:cubicBezTo>
                  <a:pt x="176" y="150"/>
                  <a:pt x="174" y="161"/>
                  <a:pt x="172" y="172"/>
                </a:cubicBezTo>
                <a:moveTo>
                  <a:pt x="80" y="138"/>
                </a:moveTo>
                <a:cubicBezTo>
                  <a:pt x="118" y="138"/>
                  <a:pt x="118" y="138"/>
                  <a:pt x="118" y="138"/>
                </a:cubicBezTo>
                <a:cubicBezTo>
                  <a:pt x="118" y="176"/>
                  <a:pt x="118" y="176"/>
                  <a:pt x="118" y="176"/>
                </a:cubicBezTo>
                <a:cubicBezTo>
                  <a:pt x="106" y="175"/>
                  <a:pt x="95" y="174"/>
                  <a:pt x="85" y="172"/>
                </a:cubicBezTo>
                <a:cubicBezTo>
                  <a:pt x="82" y="161"/>
                  <a:pt x="81" y="150"/>
                  <a:pt x="80" y="138"/>
                </a:cubicBezTo>
                <a:moveTo>
                  <a:pt x="85" y="84"/>
                </a:moveTo>
                <a:cubicBezTo>
                  <a:pt x="95" y="82"/>
                  <a:pt x="106" y="80"/>
                  <a:pt x="118" y="80"/>
                </a:cubicBezTo>
                <a:cubicBezTo>
                  <a:pt x="118" y="118"/>
                  <a:pt x="118" y="118"/>
                  <a:pt x="118" y="118"/>
                </a:cubicBezTo>
                <a:cubicBezTo>
                  <a:pt x="80" y="118"/>
                  <a:pt x="80" y="118"/>
                  <a:pt x="80" y="118"/>
                </a:cubicBezTo>
                <a:cubicBezTo>
                  <a:pt x="81" y="106"/>
                  <a:pt x="82" y="95"/>
                  <a:pt x="85" y="84"/>
                </a:cubicBezTo>
                <a:moveTo>
                  <a:pt x="138" y="60"/>
                </a:moveTo>
                <a:cubicBezTo>
                  <a:pt x="138" y="22"/>
                  <a:pt x="138" y="22"/>
                  <a:pt x="138" y="22"/>
                </a:cubicBezTo>
                <a:cubicBezTo>
                  <a:pt x="149" y="28"/>
                  <a:pt x="159" y="43"/>
                  <a:pt x="166" y="62"/>
                </a:cubicBezTo>
                <a:cubicBezTo>
                  <a:pt x="157" y="61"/>
                  <a:pt x="148" y="60"/>
                  <a:pt x="138" y="60"/>
                </a:cubicBezTo>
                <a:moveTo>
                  <a:pt x="118" y="22"/>
                </a:moveTo>
                <a:cubicBezTo>
                  <a:pt x="118" y="60"/>
                  <a:pt x="118" y="60"/>
                  <a:pt x="118" y="60"/>
                </a:cubicBezTo>
                <a:cubicBezTo>
                  <a:pt x="109" y="60"/>
                  <a:pt x="99" y="61"/>
                  <a:pt x="91" y="62"/>
                </a:cubicBezTo>
                <a:cubicBezTo>
                  <a:pt x="97" y="43"/>
                  <a:pt x="107" y="28"/>
                  <a:pt x="118" y="22"/>
                </a:cubicBezTo>
                <a:moveTo>
                  <a:pt x="118" y="196"/>
                </a:moveTo>
                <a:cubicBezTo>
                  <a:pt x="118" y="233"/>
                  <a:pt x="118" y="233"/>
                  <a:pt x="118" y="233"/>
                </a:cubicBezTo>
                <a:cubicBezTo>
                  <a:pt x="107" y="228"/>
                  <a:pt x="97" y="213"/>
                  <a:pt x="91" y="193"/>
                </a:cubicBezTo>
                <a:cubicBezTo>
                  <a:pt x="99" y="195"/>
                  <a:pt x="109" y="196"/>
                  <a:pt x="118" y="196"/>
                </a:cubicBezTo>
                <a:moveTo>
                  <a:pt x="138" y="233"/>
                </a:moveTo>
                <a:cubicBezTo>
                  <a:pt x="138" y="196"/>
                  <a:pt x="138" y="196"/>
                  <a:pt x="138" y="196"/>
                </a:cubicBezTo>
                <a:cubicBezTo>
                  <a:pt x="148" y="196"/>
                  <a:pt x="157" y="195"/>
                  <a:pt x="166" y="193"/>
                </a:cubicBezTo>
                <a:cubicBezTo>
                  <a:pt x="159" y="213"/>
                  <a:pt x="149" y="228"/>
                  <a:pt x="138" y="233"/>
                </a:cubicBezTo>
                <a:moveTo>
                  <a:pt x="216" y="77"/>
                </a:moveTo>
                <a:cubicBezTo>
                  <a:pt x="208" y="73"/>
                  <a:pt x="199" y="70"/>
                  <a:pt x="189" y="67"/>
                </a:cubicBezTo>
                <a:cubicBezTo>
                  <a:pt x="186" y="57"/>
                  <a:pt x="183" y="48"/>
                  <a:pt x="179" y="40"/>
                </a:cubicBezTo>
                <a:cubicBezTo>
                  <a:pt x="177" y="36"/>
                  <a:pt x="175" y="33"/>
                  <a:pt x="173" y="30"/>
                </a:cubicBezTo>
                <a:cubicBezTo>
                  <a:pt x="197" y="40"/>
                  <a:pt x="216" y="59"/>
                  <a:pt x="227" y="83"/>
                </a:cubicBezTo>
                <a:cubicBezTo>
                  <a:pt x="223" y="81"/>
                  <a:pt x="220" y="79"/>
                  <a:pt x="216" y="77"/>
                </a:cubicBezTo>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Freeform 219">
            <a:extLst>
              <a:ext uri="{FF2B5EF4-FFF2-40B4-BE49-F238E27FC236}">
                <a16:creationId xmlns:a16="http://schemas.microsoft.com/office/drawing/2014/main" id="{DEF53AE9-D3FB-323C-1A73-36F677941254}"/>
              </a:ext>
            </a:extLst>
          </p:cNvPr>
          <p:cNvSpPr>
            <a:spLocks noChangeAspect="1"/>
          </p:cNvSpPr>
          <p:nvPr/>
        </p:nvSpPr>
        <p:spPr bwMode="auto">
          <a:xfrm>
            <a:off x="9170610" y="2868258"/>
            <a:ext cx="342029" cy="352531"/>
          </a:xfrm>
          <a:custGeom>
            <a:avLst/>
            <a:gdLst/>
            <a:ahLst/>
            <a:cxnLst>
              <a:cxn ang="0">
                <a:pos x="115" y="0"/>
              </a:cxn>
              <a:cxn ang="0">
                <a:pos x="90" y="51"/>
              </a:cxn>
              <a:cxn ang="0">
                <a:pos x="90" y="87"/>
              </a:cxn>
              <a:cxn ang="0">
                <a:pos x="0" y="124"/>
              </a:cxn>
              <a:cxn ang="0">
                <a:pos x="0" y="150"/>
              </a:cxn>
              <a:cxn ang="0">
                <a:pos x="90" y="132"/>
              </a:cxn>
              <a:cxn ang="0">
                <a:pos x="90" y="182"/>
              </a:cxn>
              <a:cxn ang="0">
                <a:pos x="51" y="210"/>
              </a:cxn>
              <a:cxn ang="0">
                <a:pos x="51" y="235"/>
              </a:cxn>
              <a:cxn ang="0">
                <a:pos x="115" y="213"/>
              </a:cxn>
              <a:cxn ang="0">
                <a:pos x="177" y="235"/>
              </a:cxn>
              <a:cxn ang="0">
                <a:pos x="177" y="210"/>
              </a:cxn>
              <a:cxn ang="0">
                <a:pos x="141" y="182"/>
              </a:cxn>
              <a:cxn ang="0">
                <a:pos x="141" y="132"/>
              </a:cxn>
              <a:cxn ang="0">
                <a:pos x="228" y="150"/>
              </a:cxn>
              <a:cxn ang="0">
                <a:pos x="228" y="124"/>
              </a:cxn>
              <a:cxn ang="0">
                <a:pos x="141" y="87"/>
              </a:cxn>
              <a:cxn ang="0">
                <a:pos x="141" y="51"/>
              </a:cxn>
              <a:cxn ang="0">
                <a:pos x="115" y="0"/>
              </a:cxn>
            </a:cxnLst>
            <a:rect l="0" t="0" r="r" b="b"/>
            <a:pathLst>
              <a:path w="228" h="235">
                <a:moveTo>
                  <a:pt x="115" y="0"/>
                </a:moveTo>
                <a:cubicBezTo>
                  <a:pt x="101" y="0"/>
                  <a:pt x="90" y="37"/>
                  <a:pt x="90" y="51"/>
                </a:cubicBezTo>
                <a:cubicBezTo>
                  <a:pt x="90" y="87"/>
                  <a:pt x="90" y="87"/>
                  <a:pt x="90" y="87"/>
                </a:cubicBezTo>
                <a:cubicBezTo>
                  <a:pt x="0" y="124"/>
                  <a:pt x="0" y="124"/>
                  <a:pt x="0" y="124"/>
                </a:cubicBezTo>
                <a:cubicBezTo>
                  <a:pt x="0" y="150"/>
                  <a:pt x="0" y="150"/>
                  <a:pt x="0" y="150"/>
                </a:cubicBezTo>
                <a:cubicBezTo>
                  <a:pt x="90" y="132"/>
                  <a:pt x="90" y="132"/>
                  <a:pt x="90" y="132"/>
                </a:cubicBezTo>
                <a:cubicBezTo>
                  <a:pt x="90" y="182"/>
                  <a:pt x="90" y="182"/>
                  <a:pt x="90" y="182"/>
                </a:cubicBezTo>
                <a:cubicBezTo>
                  <a:pt x="51" y="210"/>
                  <a:pt x="51" y="210"/>
                  <a:pt x="51" y="210"/>
                </a:cubicBezTo>
                <a:cubicBezTo>
                  <a:pt x="51" y="235"/>
                  <a:pt x="51" y="235"/>
                  <a:pt x="51" y="235"/>
                </a:cubicBezTo>
                <a:cubicBezTo>
                  <a:pt x="115" y="213"/>
                  <a:pt x="115" y="213"/>
                  <a:pt x="115" y="213"/>
                </a:cubicBezTo>
                <a:cubicBezTo>
                  <a:pt x="177" y="235"/>
                  <a:pt x="177" y="235"/>
                  <a:pt x="177" y="235"/>
                </a:cubicBezTo>
                <a:cubicBezTo>
                  <a:pt x="177" y="210"/>
                  <a:pt x="177" y="210"/>
                  <a:pt x="177" y="210"/>
                </a:cubicBezTo>
                <a:cubicBezTo>
                  <a:pt x="141" y="182"/>
                  <a:pt x="141" y="182"/>
                  <a:pt x="141" y="182"/>
                </a:cubicBezTo>
                <a:cubicBezTo>
                  <a:pt x="141" y="132"/>
                  <a:pt x="141" y="132"/>
                  <a:pt x="141" y="132"/>
                </a:cubicBezTo>
                <a:cubicBezTo>
                  <a:pt x="228" y="150"/>
                  <a:pt x="228" y="150"/>
                  <a:pt x="228" y="150"/>
                </a:cubicBezTo>
                <a:cubicBezTo>
                  <a:pt x="228" y="124"/>
                  <a:pt x="228" y="124"/>
                  <a:pt x="228" y="124"/>
                </a:cubicBezTo>
                <a:cubicBezTo>
                  <a:pt x="141" y="87"/>
                  <a:pt x="141" y="87"/>
                  <a:pt x="141" y="87"/>
                </a:cubicBezTo>
                <a:cubicBezTo>
                  <a:pt x="141" y="51"/>
                  <a:pt x="141" y="51"/>
                  <a:pt x="141" y="51"/>
                </a:cubicBezTo>
                <a:cubicBezTo>
                  <a:pt x="141" y="37"/>
                  <a:pt x="129" y="0"/>
                  <a:pt x="115" y="0"/>
                </a:cubicBezTo>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46" name="Group 45">
            <a:extLst>
              <a:ext uri="{FF2B5EF4-FFF2-40B4-BE49-F238E27FC236}">
                <a16:creationId xmlns:a16="http://schemas.microsoft.com/office/drawing/2014/main" id="{D74A3668-E5BB-EAB7-EBCF-48619ED5F126}"/>
              </a:ext>
            </a:extLst>
          </p:cNvPr>
          <p:cNvGrpSpPr>
            <a:grpSpLocks noChangeAspect="1"/>
          </p:cNvGrpSpPr>
          <p:nvPr/>
        </p:nvGrpSpPr>
        <p:grpSpPr>
          <a:xfrm>
            <a:off x="2284922" y="4230463"/>
            <a:ext cx="376536" cy="301528"/>
            <a:chOff x="1089033" y="473978"/>
            <a:chExt cx="398463" cy="319087"/>
          </a:xfrm>
          <a:solidFill>
            <a:schemeClr val="accent4"/>
          </a:solidFill>
        </p:grpSpPr>
        <p:sp>
          <p:nvSpPr>
            <p:cNvPr id="47" name="Freeform 19">
              <a:extLst>
                <a:ext uri="{FF2B5EF4-FFF2-40B4-BE49-F238E27FC236}">
                  <a16:creationId xmlns:a16="http://schemas.microsoft.com/office/drawing/2014/main" id="{41648BE3-4824-EE98-875A-70EEBF71A92E}"/>
                </a:ext>
              </a:extLst>
            </p:cNvPr>
            <p:cNvSpPr>
              <a:spLocks/>
            </p:cNvSpPr>
            <p:nvPr/>
          </p:nvSpPr>
          <p:spPr bwMode="auto">
            <a:xfrm>
              <a:off x="1203333" y="473978"/>
              <a:ext cx="284163" cy="177800"/>
            </a:xfrm>
            <a:custGeom>
              <a:avLst/>
              <a:gdLst/>
              <a:ahLst/>
              <a:cxnLst>
                <a:cxn ang="0">
                  <a:pos x="151" y="69"/>
                </a:cxn>
                <a:cxn ang="0">
                  <a:pos x="153" y="53"/>
                </a:cxn>
                <a:cxn ang="0">
                  <a:pos x="101" y="0"/>
                </a:cxn>
                <a:cxn ang="0">
                  <a:pos x="48" y="52"/>
                </a:cxn>
                <a:cxn ang="0">
                  <a:pos x="29" y="45"/>
                </a:cxn>
                <a:cxn ang="0">
                  <a:pos x="0" y="65"/>
                </a:cxn>
                <a:cxn ang="0">
                  <a:pos x="11" y="64"/>
                </a:cxn>
                <a:cxn ang="0">
                  <a:pos x="57" y="83"/>
                </a:cxn>
                <a:cxn ang="0">
                  <a:pos x="72" y="106"/>
                </a:cxn>
                <a:cxn ang="0">
                  <a:pos x="98" y="106"/>
                </a:cxn>
                <a:cxn ang="0">
                  <a:pos x="101" y="106"/>
                </a:cxn>
                <a:cxn ang="0">
                  <a:pos x="151" y="106"/>
                </a:cxn>
                <a:cxn ang="0">
                  <a:pos x="169" y="87"/>
                </a:cxn>
                <a:cxn ang="0">
                  <a:pos x="151" y="69"/>
                </a:cxn>
              </a:cxnLst>
              <a:rect l="0" t="0" r="r" b="b"/>
              <a:pathLst>
                <a:path w="169" h="106">
                  <a:moveTo>
                    <a:pt x="151" y="69"/>
                  </a:moveTo>
                  <a:cubicBezTo>
                    <a:pt x="153" y="64"/>
                    <a:pt x="153" y="58"/>
                    <a:pt x="153" y="53"/>
                  </a:cubicBezTo>
                  <a:cubicBezTo>
                    <a:pt x="153" y="24"/>
                    <a:pt x="130" y="0"/>
                    <a:pt x="101" y="0"/>
                  </a:cubicBezTo>
                  <a:cubicBezTo>
                    <a:pt x="72" y="0"/>
                    <a:pt x="49" y="23"/>
                    <a:pt x="48" y="52"/>
                  </a:cubicBezTo>
                  <a:cubicBezTo>
                    <a:pt x="43" y="48"/>
                    <a:pt x="36" y="45"/>
                    <a:pt x="29" y="45"/>
                  </a:cubicBezTo>
                  <a:cubicBezTo>
                    <a:pt x="15" y="45"/>
                    <a:pt x="4" y="53"/>
                    <a:pt x="0" y="65"/>
                  </a:cubicBezTo>
                  <a:cubicBezTo>
                    <a:pt x="4" y="65"/>
                    <a:pt x="7" y="64"/>
                    <a:pt x="11" y="64"/>
                  </a:cubicBezTo>
                  <a:cubicBezTo>
                    <a:pt x="28" y="64"/>
                    <a:pt x="45" y="71"/>
                    <a:pt x="57" y="83"/>
                  </a:cubicBezTo>
                  <a:cubicBezTo>
                    <a:pt x="64" y="90"/>
                    <a:pt x="69" y="97"/>
                    <a:pt x="72" y="106"/>
                  </a:cubicBezTo>
                  <a:cubicBezTo>
                    <a:pt x="98" y="106"/>
                    <a:pt x="98" y="106"/>
                    <a:pt x="98" y="106"/>
                  </a:cubicBezTo>
                  <a:cubicBezTo>
                    <a:pt x="101" y="106"/>
                    <a:pt x="101" y="106"/>
                    <a:pt x="101" y="106"/>
                  </a:cubicBezTo>
                  <a:cubicBezTo>
                    <a:pt x="151" y="106"/>
                    <a:pt x="151" y="106"/>
                    <a:pt x="151" y="106"/>
                  </a:cubicBezTo>
                  <a:cubicBezTo>
                    <a:pt x="161" y="106"/>
                    <a:pt x="169" y="97"/>
                    <a:pt x="169" y="87"/>
                  </a:cubicBezTo>
                  <a:cubicBezTo>
                    <a:pt x="169" y="77"/>
                    <a:pt x="161" y="69"/>
                    <a:pt x="151" y="69"/>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20">
              <a:extLst>
                <a:ext uri="{FF2B5EF4-FFF2-40B4-BE49-F238E27FC236}">
                  <a16:creationId xmlns:a16="http://schemas.microsoft.com/office/drawing/2014/main" id="{3047C0C4-67FD-9937-1157-8F01195B6C42}"/>
                </a:ext>
              </a:extLst>
            </p:cNvPr>
            <p:cNvSpPr>
              <a:spLocks/>
            </p:cNvSpPr>
            <p:nvPr/>
          </p:nvSpPr>
          <p:spPr bwMode="auto">
            <a:xfrm>
              <a:off x="1089033" y="593040"/>
              <a:ext cx="328613" cy="200025"/>
            </a:xfrm>
            <a:custGeom>
              <a:avLst/>
              <a:gdLst/>
              <a:ahLst/>
              <a:cxnLst>
                <a:cxn ang="0">
                  <a:pos x="21" y="119"/>
                </a:cxn>
                <a:cxn ang="0">
                  <a:pos x="78" y="119"/>
                </a:cxn>
                <a:cxn ang="0">
                  <a:pos x="81" y="119"/>
                </a:cxn>
                <a:cxn ang="0">
                  <a:pos x="160" y="119"/>
                </a:cxn>
                <a:cxn ang="0">
                  <a:pos x="195" y="85"/>
                </a:cxn>
                <a:cxn ang="0">
                  <a:pos x="160" y="50"/>
                </a:cxn>
                <a:cxn ang="0">
                  <a:pos x="138" y="58"/>
                </a:cxn>
                <a:cxn ang="0">
                  <a:pos x="133" y="35"/>
                </a:cxn>
                <a:cxn ang="0">
                  <a:pos x="78" y="0"/>
                </a:cxn>
                <a:cxn ang="0">
                  <a:pos x="65" y="1"/>
                </a:cxn>
                <a:cxn ang="0">
                  <a:pos x="18" y="59"/>
                </a:cxn>
                <a:cxn ang="0">
                  <a:pos x="21" y="77"/>
                </a:cxn>
                <a:cxn ang="0">
                  <a:pos x="0" y="98"/>
                </a:cxn>
                <a:cxn ang="0">
                  <a:pos x="21" y="119"/>
                </a:cxn>
              </a:cxnLst>
              <a:rect l="0" t="0" r="r" b="b"/>
              <a:pathLst>
                <a:path w="195" h="119">
                  <a:moveTo>
                    <a:pt x="21" y="119"/>
                  </a:moveTo>
                  <a:cubicBezTo>
                    <a:pt x="78" y="119"/>
                    <a:pt x="78" y="119"/>
                    <a:pt x="78" y="119"/>
                  </a:cubicBezTo>
                  <a:cubicBezTo>
                    <a:pt x="81" y="119"/>
                    <a:pt x="81" y="119"/>
                    <a:pt x="81" y="119"/>
                  </a:cubicBezTo>
                  <a:cubicBezTo>
                    <a:pt x="160" y="119"/>
                    <a:pt x="160" y="119"/>
                    <a:pt x="160" y="119"/>
                  </a:cubicBezTo>
                  <a:cubicBezTo>
                    <a:pt x="179" y="119"/>
                    <a:pt x="195" y="104"/>
                    <a:pt x="195" y="85"/>
                  </a:cubicBezTo>
                  <a:cubicBezTo>
                    <a:pt x="195" y="65"/>
                    <a:pt x="179" y="50"/>
                    <a:pt x="160" y="50"/>
                  </a:cubicBezTo>
                  <a:cubicBezTo>
                    <a:pt x="152" y="50"/>
                    <a:pt x="144" y="53"/>
                    <a:pt x="138" y="58"/>
                  </a:cubicBezTo>
                  <a:cubicBezTo>
                    <a:pt x="138" y="50"/>
                    <a:pt x="136" y="42"/>
                    <a:pt x="133" y="35"/>
                  </a:cubicBezTo>
                  <a:cubicBezTo>
                    <a:pt x="123" y="14"/>
                    <a:pt x="102" y="0"/>
                    <a:pt x="78" y="0"/>
                  </a:cubicBezTo>
                  <a:cubicBezTo>
                    <a:pt x="74" y="0"/>
                    <a:pt x="70" y="0"/>
                    <a:pt x="65" y="1"/>
                  </a:cubicBezTo>
                  <a:cubicBezTo>
                    <a:pt x="38" y="7"/>
                    <a:pt x="18" y="31"/>
                    <a:pt x="18" y="59"/>
                  </a:cubicBezTo>
                  <a:cubicBezTo>
                    <a:pt x="18" y="65"/>
                    <a:pt x="19" y="71"/>
                    <a:pt x="21" y="77"/>
                  </a:cubicBezTo>
                  <a:cubicBezTo>
                    <a:pt x="10" y="77"/>
                    <a:pt x="0" y="86"/>
                    <a:pt x="0" y="98"/>
                  </a:cubicBezTo>
                  <a:cubicBezTo>
                    <a:pt x="0" y="110"/>
                    <a:pt x="10" y="119"/>
                    <a:pt x="21" y="119"/>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49" name="Arc 48">
            <a:extLst>
              <a:ext uri="{FF2B5EF4-FFF2-40B4-BE49-F238E27FC236}">
                <a16:creationId xmlns:a16="http://schemas.microsoft.com/office/drawing/2014/main" id="{7B6DB7C2-3E50-034B-49DF-1FB9F792738F}"/>
              </a:ext>
            </a:extLst>
          </p:cNvPr>
          <p:cNvSpPr/>
          <p:nvPr/>
        </p:nvSpPr>
        <p:spPr>
          <a:xfrm>
            <a:off x="10312022" y="1662212"/>
            <a:ext cx="1269459" cy="1269459"/>
          </a:xfrm>
          <a:prstGeom prst="arc">
            <a:avLst>
              <a:gd name="adj1" fmla="val 16200000"/>
              <a:gd name="adj2" fmla="val 5559090"/>
            </a:avLst>
          </a:prstGeom>
          <a:ln w="19050">
            <a:solidFill>
              <a:schemeClr val="tx2">
                <a:alpha val="70000"/>
              </a:schemeClr>
            </a:solidFill>
            <a:prstDash val="sysDot"/>
            <a:headEnd type="ova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Arc 49">
            <a:extLst>
              <a:ext uri="{FF2B5EF4-FFF2-40B4-BE49-F238E27FC236}">
                <a16:creationId xmlns:a16="http://schemas.microsoft.com/office/drawing/2014/main" id="{8EEB815C-830E-AEC7-65D3-625327A8CAB2}"/>
              </a:ext>
            </a:extLst>
          </p:cNvPr>
          <p:cNvSpPr/>
          <p:nvPr/>
        </p:nvSpPr>
        <p:spPr>
          <a:xfrm flipH="1">
            <a:off x="276386" y="2924322"/>
            <a:ext cx="1266543" cy="1266543"/>
          </a:xfrm>
          <a:prstGeom prst="arc">
            <a:avLst>
              <a:gd name="adj1" fmla="val 16200000"/>
              <a:gd name="adj2" fmla="val 5559090"/>
            </a:avLst>
          </a:prstGeom>
          <a:ln w="19050">
            <a:solidFill>
              <a:schemeClr val="tx2">
                <a:alpha val="70000"/>
              </a:schemeClr>
            </a:solidFill>
            <a:prstDash val="sysDot"/>
            <a:headEnd type="ova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Arc 50">
            <a:extLst>
              <a:ext uri="{FF2B5EF4-FFF2-40B4-BE49-F238E27FC236}">
                <a16:creationId xmlns:a16="http://schemas.microsoft.com/office/drawing/2014/main" id="{82AF2316-7F07-3F88-0646-97DBD7D1CA33}"/>
              </a:ext>
            </a:extLst>
          </p:cNvPr>
          <p:cNvSpPr/>
          <p:nvPr/>
        </p:nvSpPr>
        <p:spPr>
          <a:xfrm>
            <a:off x="10312022" y="4437408"/>
            <a:ext cx="1248643" cy="1248643"/>
          </a:xfrm>
          <a:prstGeom prst="arc">
            <a:avLst>
              <a:gd name="adj1" fmla="val 16200000"/>
              <a:gd name="adj2" fmla="val 5559090"/>
            </a:avLst>
          </a:prstGeom>
          <a:ln w="19050">
            <a:solidFill>
              <a:schemeClr val="tx2">
                <a:alpha val="70000"/>
              </a:schemeClr>
            </a:solidFill>
            <a:prstDash val="sysDot"/>
            <a:headEnd type="ova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53" name="Group 52">
            <a:extLst>
              <a:ext uri="{FF2B5EF4-FFF2-40B4-BE49-F238E27FC236}">
                <a16:creationId xmlns:a16="http://schemas.microsoft.com/office/drawing/2014/main" id="{2DEF80E1-BC86-E6A5-1E9A-5DBA1F728A48}"/>
              </a:ext>
            </a:extLst>
          </p:cNvPr>
          <p:cNvGrpSpPr/>
          <p:nvPr/>
        </p:nvGrpSpPr>
        <p:grpSpPr>
          <a:xfrm flipH="1">
            <a:off x="3249204" y="1311123"/>
            <a:ext cx="6672295" cy="802724"/>
            <a:chOff x="-1020991" y="4511876"/>
            <a:chExt cx="4320230" cy="802724"/>
          </a:xfrm>
        </p:grpSpPr>
        <p:sp>
          <p:nvSpPr>
            <p:cNvPr id="58" name="TextBox 57">
              <a:extLst>
                <a:ext uri="{FF2B5EF4-FFF2-40B4-BE49-F238E27FC236}">
                  <a16:creationId xmlns:a16="http://schemas.microsoft.com/office/drawing/2014/main" id="{3F8261BC-739B-3CD7-2538-43C8E99E6BA5}"/>
                </a:ext>
              </a:extLst>
            </p:cNvPr>
            <p:cNvSpPr txBox="1"/>
            <p:nvPr/>
          </p:nvSpPr>
          <p:spPr>
            <a:xfrm>
              <a:off x="1965217" y="4511876"/>
              <a:ext cx="1334020" cy="325089"/>
            </a:xfrm>
            <a:prstGeom prst="rect">
              <a:avLst/>
            </a:prstGeom>
            <a:noFill/>
          </p:spPr>
          <p:txBody>
            <a:bodyPr wrap="none" rtlCol="0">
              <a:spAutoFit/>
            </a:bodyPr>
            <a:lstStyle/>
            <a:p>
              <a:pPr>
                <a:lnSpc>
                  <a:spcPct val="150000"/>
                </a:lnSpc>
              </a:pPr>
              <a:r>
                <a:rPr lang="en-US" sz="1100" b="1" dirty="0">
                  <a:solidFill>
                    <a:srgbClr val="FFFFFF"/>
                  </a:solidFill>
                  <a:ea typeface="Open Sans" panose="020B0606030504020204" pitchFamily="34" charset="0"/>
                  <a:cs typeface="Open Sans" panose="020B0606030504020204" pitchFamily="34" charset="0"/>
                </a:rPr>
                <a:t>YOUR TEXT HERE</a:t>
              </a:r>
            </a:p>
          </p:txBody>
        </p:sp>
        <p:sp>
          <p:nvSpPr>
            <p:cNvPr id="59" name="Rectangle 58">
              <a:extLst>
                <a:ext uri="{FF2B5EF4-FFF2-40B4-BE49-F238E27FC236}">
                  <a16:creationId xmlns:a16="http://schemas.microsoft.com/office/drawing/2014/main" id="{B303B5F8-BCC5-416B-927D-EDE3AC6E72C0}"/>
                </a:ext>
              </a:extLst>
            </p:cNvPr>
            <p:cNvSpPr/>
            <p:nvPr/>
          </p:nvSpPr>
          <p:spPr>
            <a:xfrm>
              <a:off x="-1020991" y="4735595"/>
              <a:ext cx="4320230" cy="579005"/>
            </a:xfrm>
            <a:prstGeom prst="rect">
              <a:avLst/>
            </a:prstGeom>
          </p:spPr>
          <p:txBody>
            <a:bodyPr wrap="square">
              <a:spAutoFit/>
            </a:bodyPr>
            <a:lstStyle/>
            <a:p>
              <a:pPr>
                <a:lnSpc>
                  <a:spcPct val="150000"/>
                </a:lnSpc>
              </a:pPr>
              <a:r>
                <a:rPr lang="en-US" sz="1100" dirty="0">
                  <a:solidFill>
                    <a:srgbClr val="FFFFFF"/>
                  </a:solidFill>
                  <a:ea typeface="Open Sans" panose="020B0606030504020204" pitchFamily="34" charset="0"/>
                  <a:cs typeface="Open Sans" panose="020B0606030504020204" pitchFamily="34" charset="0"/>
                </a:rPr>
                <a:t>This is a sample text. You simply add your own text and description here. </a:t>
              </a:r>
              <a:br>
                <a:rPr lang="en-US" sz="1100" dirty="0">
                  <a:solidFill>
                    <a:srgbClr val="FFFFFF"/>
                  </a:solidFill>
                  <a:ea typeface="Open Sans" panose="020B0606030504020204" pitchFamily="34" charset="0"/>
                  <a:cs typeface="Open Sans" panose="020B0606030504020204" pitchFamily="34" charset="0"/>
                </a:rPr>
              </a:br>
              <a:r>
                <a:rPr lang="en-US" sz="1100" dirty="0">
                  <a:solidFill>
                    <a:srgbClr val="FFFFFF"/>
                  </a:solidFill>
                  <a:ea typeface="Open Sans" panose="020B0606030504020204" pitchFamily="34" charset="0"/>
                  <a:cs typeface="Open Sans" panose="020B0606030504020204" pitchFamily="34" charset="0"/>
                </a:rPr>
                <a:t>This text is fully editable. </a:t>
              </a:r>
            </a:p>
          </p:txBody>
        </p:sp>
      </p:grpSp>
      <p:sp>
        <p:nvSpPr>
          <p:cNvPr id="62" name="TextBox 61">
            <a:extLst>
              <a:ext uri="{FF2B5EF4-FFF2-40B4-BE49-F238E27FC236}">
                <a16:creationId xmlns:a16="http://schemas.microsoft.com/office/drawing/2014/main" id="{7FAE2334-19B9-3360-9AEE-C9F073D209BB}"/>
              </a:ext>
            </a:extLst>
          </p:cNvPr>
          <p:cNvSpPr txBox="1"/>
          <p:nvPr/>
        </p:nvSpPr>
        <p:spPr>
          <a:xfrm>
            <a:off x="2566447" y="354829"/>
            <a:ext cx="7531141"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LIST</a:t>
            </a:r>
          </a:p>
        </p:txBody>
      </p:sp>
      <p:grpSp>
        <p:nvGrpSpPr>
          <p:cNvPr id="40" name="Group 39">
            <a:extLst>
              <a:ext uri="{FF2B5EF4-FFF2-40B4-BE49-F238E27FC236}">
                <a16:creationId xmlns:a16="http://schemas.microsoft.com/office/drawing/2014/main" id="{F3C6D1CA-EDAE-2EE1-3788-7CFFF4523D73}"/>
              </a:ext>
            </a:extLst>
          </p:cNvPr>
          <p:cNvGrpSpPr/>
          <p:nvPr/>
        </p:nvGrpSpPr>
        <p:grpSpPr>
          <a:xfrm flipH="1">
            <a:off x="3216710" y="4003379"/>
            <a:ext cx="6672295" cy="802724"/>
            <a:chOff x="-1020991" y="4511876"/>
            <a:chExt cx="4320230" cy="802724"/>
          </a:xfrm>
        </p:grpSpPr>
        <p:sp>
          <p:nvSpPr>
            <p:cNvPr id="52" name="TextBox 51">
              <a:extLst>
                <a:ext uri="{FF2B5EF4-FFF2-40B4-BE49-F238E27FC236}">
                  <a16:creationId xmlns:a16="http://schemas.microsoft.com/office/drawing/2014/main" id="{E9EC4326-1210-4C1A-5ED0-A408D3047B33}"/>
                </a:ext>
              </a:extLst>
            </p:cNvPr>
            <p:cNvSpPr txBox="1"/>
            <p:nvPr/>
          </p:nvSpPr>
          <p:spPr>
            <a:xfrm>
              <a:off x="1965217" y="4511876"/>
              <a:ext cx="1334020" cy="325089"/>
            </a:xfrm>
            <a:prstGeom prst="rect">
              <a:avLst/>
            </a:prstGeom>
            <a:noFill/>
          </p:spPr>
          <p:txBody>
            <a:bodyPr wrap="none" rtlCol="0">
              <a:spAutoFit/>
            </a:bodyPr>
            <a:lstStyle/>
            <a:p>
              <a:pPr>
                <a:lnSpc>
                  <a:spcPct val="150000"/>
                </a:lnSpc>
              </a:pPr>
              <a:r>
                <a:rPr lang="en-US" sz="1100" b="1" dirty="0">
                  <a:solidFill>
                    <a:srgbClr val="FFFFFF"/>
                  </a:solidFill>
                  <a:ea typeface="Open Sans" panose="020B0606030504020204" pitchFamily="34" charset="0"/>
                  <a:cs typeface="Open Sans" panose="020B0606030504020204" pitchFamily="34" charset="0"/>
                </a:rPr>
                <a:t>YOUR TEXT HERE</a:t>
              </a:r>
            </a:p>
          </p:txBody>
        </p:sp>
        <p:sp>
          <p:nvSpPr>
            <p:cNvPr id="54" name="Rectangle 53">
              <a:extLst>
                <a:ext uri="{FF2B5EF4-FFF2-40B4-BE49-F238E27FC236}">
                  <a16:creationId xmlns:a16="http://schemas.microsoft.com/office/drawing/2014/main" id="{2A133115-2060-E9F9-A452-61F57696947E}"/>
                </a:ext>
              </a:extLst>
            </p:cNvPr>
            <p:cNvSpPr/>
            <p:nvPr/>
          </p:nvSpPr>
          <p:spPr>
            <a:xfrm>
              <a:off x="-1020991" y="4735595"/>
              <a:ext cx="4320230" cy="579005"/>
            </a:xfrm>
            <a:prstGeom prst="rect">
              <a:avLst/>
            </a:prstGeom>
          </p:spPr>
          <p:txBody>
            <a:bodyPr wrap="square">
              <a:spAutoFit/>
            </a:bodyPr>
            <a:lstStyle/>
            <a:p>
              <a:pPr>
                <a:lnSpc>
                  <a:spcPct val="150000"/>
                </a:lnSpc>
              </a:pPr>
              <a:r>
                <a:rPr lang="en-US" sz="1100" dirty="0">
                  <a:solidFill>
                    <a:srgbClr val="FFFFFF"/>
                  </a:solidFill>
                  <a:ea typeface="Open Sans" panose="020B0606030504020204" pitchFamily="34" charset="0"/>
                  <a:cs typeface="Open Sans" panose="020B0606030504020204" pitchFamily="34" charset="0"/>
                </a:rPr>
                <a:t>This is a sample text. You simply add your own text and description here. This text is fully editable. </a:t>
              </a:r>
            </a:p>
          </p:txBody>
        </p:sp>
      </p:grpSp>
      <p:sp>
        <p:nvSpPr>
          <p:cNvPr id="2" name="Slide Number Placeholder 1">
            <a:extLst>
              <a:ext uri="{FF2B5EF4-FFF2-40B4-BE49-F238E27FC236}">
                <a16:creationId xmlns:a16="http://schemas.microsoft.com/office/drawing/2014/main" id="{549A2A00-6EB2-982F-A759-78E65AB0F96D}"/>
              </a:ext>
            </a:extLst>
          </p:cNvPr>
          <p:cNvSpPr>
            <a:spLocks noGrp="1"/>
          </p:cNvSpPr>
          <p:nvPr>
            <p:ph type="sldNum" sz="quarter" idx="11"/>
          </p:nvPr>
        </p:nvSpPr>
        <p:spPr/>
        <p:txBody>
          <a:bodyPr/>
          <a:lstStyle/>
          <a:p>
            <a:fld id="{7737D3DD-0AB3-4F16-99FA-6262B2B4036D}" type="slidenum">
              <a:rPr lang="en-MY" smtClean="0"/>
              <a:t>13</a:t>
            </a:fld>
            <a:endParaRPr lang="en-MY"/>
          </a:p>
        </p:txBody>
      </p:sp>
    </p:spTree>
    <p:extLst>
      <p:ext uri="{BB962C8B-B14F-4D97-AF65-F5344CB8AC3E}">
        <p14:creationId xmlns:p14="http://schemas.microsoft.com/office/powerpoint/2010/main" val="3798250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657BDE4-F45F-5411-0388-D7F3BF987255}"/>
              </a:ext>
            </a:extLst>
          </p:cNvPr>
          <p:cNvSpPr/>
          <p:nvPr/>
        </p:nvSpPr>
        <p:spPr>
          <a:xfrm>
            <a:off x="6787617" y="3780854"/>
            <a:ext cx="4539291" cy="21188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33CCE2A-120F-1B4D-C71F-4F645B7F26E6}"/>
              </a:ext>
            </a:extLst>
          </p:cNvPr>
          <p:cNvSpPr/>
          <p:nvPr/>
        </p:nvSpPr>
        <p:spPr>
          <a:xfrm>
            <a:off x="6787617" y="1208398"/>
            <a:ext cx="4539291" cy="21188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757D77F-FB1F-4E9C-8A18-833F2A37148B}"/>
              </a:ext>
            </a:extLst>
          </p:cNvPr>
          <p:cNvSpPr/>
          <p:nvPr/>
        </p:nvSpPr>
        <p:spPr>
          <a:xfrm>
            <a:off x="1206603" y="3780854"/>
            <a:ext cx="4539291" cy="21188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0BF5217-AEAB-31FD-3399-202CA59098BE}"/>
              </a:ext>
            </a:extLst>
          </p:cNvPr>
          <p:cNvSpPr/>
          <p:nvPr/>
        </p:nvSpPr>
        <p:spPr>
          <a:xfrm>
            <a:off x="1206603" y="1208398"/>
            <a:ext cx="4539291" cy="21188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43F2612F-5251-1A4F-F8B4-8029334E5F9D}"/>
              </a:ext>
            </a:extLst>
          </p:cNvPr>
          <p:cNvSpPr/>
          <p:nvPr/>
        </p:nvSpPr>
        <p:spPr>
          <a:xfrm>
            <a:off x="618298" y="1775922"/>
            <a:ext cx="962786" cy="962786"/>
          </a:xfrm>
          <a:prstGeom prst="ellipse">
            <a:avLst/>
          </a:prstGeom>
          <a:solidFill>
            <a:srgbClr val="580C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5" name="Oval 4">
            <a:extLst>
              <a:ext uri="{FF2B5EF4-FFF2-40B4-BE49-F238E27FC236}">
                <a16:creationId xmlns:a16="http://schemas.microsoft.com/office/drawing/2014/main" id="{DBD40211-DF04-CE59-04C5-4D62761455E6}"/>
              </a:ext>
            </a:extLst>
          </p:cNvPr>
          <p:cNvSpPr/>
          <p:nvPr/>
        </p:nvSpPr>
        <p:spPr>
          <a:xfrm>
            <a:off x="645608" y="4374338"/>
            <a:ext cx="961128" cy="96278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Oval 5">
            <a:extLst>
              <a:ext uri="{FF2B5EF4-FFF2-40B4-BE49-F238E27FC236}">
                <a16:creationId xmlns:a16="http://schemas.microsoft.com/office/drawing/2014/main" id="{4290E465-8243-6391-7D94-953B6C0DE868}"/>
              </a:ext>
            </a:extLst>
          </p:cNvPr>
          <p:cNvSpPr/>
          <p:nvPr/>
        </p:nvSpPr>
        <p:spPr>
          <a:xfrm>
            <a:off x="6346972" y="1775922"/>
            <a:ext cx="961128" cy="962786"/>
          </a:xfrm>
          <a:prstGeom prst="ellipse">
            <a:avLst/>
          </a:prstGeom>
          <a:solidFill>
            <a:srgbClr val="C5223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Oval 6">
            <a:extLst>
              <a:ext uri="{FF2B5EF4-FFF2-40B4-BE49-F238E27FC236}">
                <a16:creationId xmlns:a16="http://schemas.microsoft.com/office/drawing/2014/main" id="{BD4A5AD9-3F5D-5B53-B079-122BA300AE4D}"/>
              </a:ext>
            </a:extLst>
          </p:cNvPr>
          <p:cNvSpPr/>
          <p:nvPr/>
        </p:nvSpPr>
        <p:spPr>
          <a:xfrm>
            <a:off x="6346972" y="4374338"/>
            <a:ext cx="962785" cy="962786"/>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9" name="Rectangle 8">
            <a:extLst>
              <a:ext uri="{FF2B5EF4-FFF2-40B4-BE49-F238E27FC236}">
                <a16:creationId xmlns:a16="http://schemas.microsoft.com/office/drawing/2014/main" id="{1D84C751-6AAA-6343-3310-7064A46552D1}"/>
              </a:ext>
            </a:extLst>
          </p:cNvPr>
          <p:cNvSpPr/>
          <p:nvPr/>
        </p:nvSpPr>
        <p:spPr>
          <a:xfrm>
            <a:off x="1958205" y="1342749"/>
            <a:ext cx="3394364" cy="1848583"/>
          </a:xfrm>
          <a:prstGeom prst="rect">
            <a:avLst/>
          </a:prstGeom>
        </p:spPr>
        <p:txBody>
          <a:bodyPr wrap="square">
            <a:spAutoFit/>
          </a:bodyPr>
          <a:lstStyle/>
          <a:p>
            <a:pPr algn="just">
              <a:lnSpc>
                <a:spcPct val="150000"/>
              </a:lnSpc>
            </a:pP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diam. </a:t>
            </a:r>
            <a:r>
              <a:rPr lang="en-US" sz="1100" dirty="0" err="1">
                <a:solidFill>
                  <a:schemeClr val="tx1">
                    <a:lumMod val="65000"/>
                    <a:lumOff val="35000"/>
                  </a:schemeClr>
                </a:solidFill>
              </a:rPr>
              <a:t>Pellentesque</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id dolor. </a:t>
            </a:r>
            <a:r>
              <a:rPr lang="en-US" sz="1100" dirty="0" err="1">
                <a:solidFill>
                  <a:schemeClr val="tx1">
                    <a:lumMod val="65000"/>
                    <a:lumOff val="35000"/>
                  </a:schemeClr>
                </a:solidFill>
              </a:rPr>
              <a:t>Vivamus</a:t>
            </a:r>
            <a:r>
              <a:rPr lang="en-US" sz="1100" dirty="0">
                <a:solidFill>
                  <a:schemeClr val="tx1">
                    <a:lumMod val="65000"/>
                    <a:lumOff val="35000"/>
                  </a:schemeClr>
                </a:solidFill>
              </a:rPr>
              <a:t> </a:t>
            </a:r>
            <a:r>
              <a:rPr lang="en-US" sz="1100" dirty="0" err="1">
                <a:solidFill>
                  <a:schemeClr val="tx1">
                    <a:lumMod val="65000"/>
                    <a:lumOff val="35000"/>
                  </a:schemeClr>
                </a:solidFill>
              </a:rPr>
              <a:t>luctus</a:t>
            </a:r>
            <a:r>
              <a:rPr lang="en-US" sz="1100" dirty="0">
                <a:solidFill>
                  <a:schemeClr val="tx1">
                    <a:lumMod val="65000"/>
                    <a:lumOff val="35000"/>
                  </a:schemeClr>
                </a:solidFill>
              </a:rPr>
              <a:t> </a:t>
            </a:r>
            <a:r>
              <a:rPr lang="en-US" sz="1100" dirty="0" err="1">
                <a:solidFill>
                  <a:schemeClr val="tx1">
                    <a:lumMod val="65000"/>
                    <a:lumOff val="35000"/>
                  </a:schemeClr>
                </a:solidFill>
              </a:rPr>
              <a:t>egestas</a:t>
            </a:r>
            <a:r>
              <a:rPr lang="en-US" sz="1100" dirty="0">
                <a:solidFill>
                  <a:schemeClr val="tx1">
                    <a:lumMod val="65000"/>
                    <a:lumOff val="35000"/>
                  </a:schemeClr>
                </a:solidFill>
              </a:rPr>
              <a:t> </a:t>
            </a:r>
            <a:r>
              <a:rPr lang="en-US" sz="1100" dirty="0" err="1">
                <a:solidFill>
                  <a:schemeClr val="tx1">
                    <a:lumMod val="65000"/>
                    <a:lumOff val="35000"/>
                  </a:schemeClr>
                </a:solidFill>
              </a:rPr>
              <a:t>leo</a:t>
            </a:r>
            <a:r>
              <a:rPr lang="en-US" sz="1100" dirty="0">
                <a:solidFill>
                  <a:schemeClr val="tx1">
                    <a:lumMod val="65000"/>
                    <a:lumOff val="35000"/>
                  </a:schemeClr>
                </a:solidFill>
              </a:rPr>
              <a:t>. </a:t>
            </a:r>
            <a:r>
              <a:rPr lang="en-US" sz="1100" dirty="0" err="1">
                <a:solidFill>
                  <a:schemeClr val="tx1">
                    <a:lumMod val="65000"/>
                    <a:lumOff val="35000"/>
                  </a:schemeClr>
                </a:solidFill>
              </a:rPr>
              <a:t>Etiam</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quam. </a:t>
            </a:r>
            <a:r>
              <a:rPr lang="en-US" sz="1100" dirty="0" err="1">
                <a:solidFill>
                  <a:schemeClr val="tx1">
                    <a:lumMod val="65000"/>
                    <a:lumOff val="35000"/>
                  </a:schemeClr>
                </a:solidFill>
              </a:rPr>
              <a:t>Curabitur</a:t>
            </a:r>
            <a:r>
              <a:rPr lang="en-US" sz="1100" dirty="0">
                <a:solidFill>
                  <a:schemeClr val="tx1">
                    <a:lumMod val="65000"/>
                    <a:lumOff val="35000"/>
                  </a:schemeClr>
                </a:solidFill>
              </a:rPr>
              <a:t> </a:t>
            </a:r>
            <a:r>
              <a:rPr lang="en-US" sz="1100" dirty="0" err="1">
                <a:solidFill>
                  <a:schemeClr val="tx1">
                    <a:lumMod val="65000"/>
                    <a:lumOff val="35000"/>
                  </a:schemeClr>
                </a:solidFill>
              </a:rPr>
              <a:t>bibendum</a:t>
            </a:r>
            <a:r>
              <a:rPr lang="en-US" sz="1100" dirty="0">
                <a:solidFill>
                  <a:schemeClr val="tx1">
                    <a:lumMod val="65000"/>
                    <a:lumOff val="35000"/>
                  </a:schemeClr>
                </a:solidFill>
              </a:rPr>
              <a:t> </a:t>
            </a:r>
            <a:r>
              <a:rPr lang="en-US" sz="1100" dirty="0" err="1">
                <a:solidFill>
                  <a:schemeClr val="tx1">
                    <a:lumMod val="65000"/>
                    <a:lumOff val="35000"/>
                  </a:schemeClr>
                </a:solidFill>
              </a:rPr>
              <a:t>justo</a:t>
            </a:r>
            <a:r>
              <a:rPr lang="en-US" sz="1100" dirty="0">
                <a:solidFill>
                  <a:schemeClr val="tx1">
                    <a:lumMod val="65000"/>
                    <a:lumOff val="35000"/>
                  </a:schemeClr>
                </a:solidFill>
              </a:rPr>
              <a:t> non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t>
            </a:r>
            <a:r>
              <a:rPr lang="en-US" sz="1100" dirty="0" err="1">
                <a:solidFill>
                  <a:schemeClr val="tx1">
                    <a:lumMod val="65000"/>
                    <a:lumOff val="35000"/>
                  </a:schemeClr>
                </a:solidFill>
              </a:rPr>
              <a:t>aute</a:t>
            </a:r>
            <a:r>
              <a:rPr lang="en-US" sz="1100" dirty="0">
                <a:solidFill>
                  <a:schemeClr val="tx1">
                    <a:lumMod val="65000"/>
                    <a:lumOff val="35000"/>
                  </a:schemeClr>
                </a:solidFill>
              </a:rPr>
              <a:t> </a:t>
            </a:r>
            <a:r>
              <a:rPr lang="en-US" sz="1100" dirty="0" err="1">
                <a:solidFill>
                  <a:schemeClr val="tx1">
                    <a:lumMod val="65000"/>
                    <a:lumOff val="35000"/>
                  </a:schemeClr>
                </a:solidFill>
              </a:rPr>
              <a:t>irure</a:t>
            </a:r>
            <a:r>
              <a:rPr lang="en-US" sz="1100" dirty="0">
                <a:solidFill>
                  <a:schemeClr val="tx1">
                    <a:lumMod val="65000"/>
                    <a:lumOff val="35000"/>
                  </a:schemeClr>
                </a:solidFill>
              </a:rPr>
              <a:t> dolor in </a:t>
            </a:r>
            <a:r>
              <a:rPr lang="en-US" sz="1100" dirty="0" err="1">
                <a:solidFill>
                  <a:schemeClr val="tx1">
                    <a:lumMod val="65000"/>
                    <a:lumOff val="35000"/>
                  </a:schemeClr>
                </a:solidFill>
              </a:rPr>
              <a:t>reprehenderit</a:t>
            </a:r>
            <a:r>
              <a:rPr lang="en-US" sz="1100" dirty="0">
                <a:solidFill>
                  <a:schemeClr val="tx1">
                    <a:lumMod val="65000"/>
                    <a:lumOff val="35000"/>
                  </a:schemeClr>
                </a:solidFill>
              </a:rPr>
              <a:t> in </a:t>
            </a:r>
            <a:r>
              <a:rPr lang="en-US" sz="1100" dirty="0" err="1">
                <a:solidFill>
                  <a:schemeClr val="tx1">
                    <a:lumMod val="65000"/>
                    <a:lumOff val="35000"/>
                  </a:schemeClr>
                </a:solidFill>
              </a:rPr>
              <a:t>voluptate</a:t>
            </a:r>
            <a:r>
              <a:rPr lang="en-US" sz="1100" dirty="0">
                <a:solidFill>
                  <a:schemeClr val="tx1">
                    <a:lumMod val="65000"/>
                    <a:lumOff val="35000"/>
                  </a:schemeClr>
                </a:solidFill>
              </a:rPr>
              <a:t> </a:t>
            </a:r>
            <a:r>
              <a:rPr lang="en-US" sz="1100" dirty="0" err="1">
                <a:solidFill>
                  <a:schemeClr val="tx1">
                    <a:lumMod val="65000"/>
                    <a:lumOff val="35000"/>
                  </a:schemeClr>
                </a:solidFill>
              </a:rPr>
              <a:t>velit</a:t>
            </a:r>
            <a:r>
              <a:rPr lang="en-US" sz="1100" dirty="0">
                <a:solidFill>
                  <a:schemeClr val="tx1">
                    <a:lumMod val="65000"/>
                    <a:lumOff val="35000"/>
                  </a:schemeClr>
                </a:solidFill>
              </a:rPr>
              <a:t> </a:t>
            </a:r>
            <a:r>
              <a:rPr lang="en-US" sz="1100" dirty="0" err="1">
                <a:solidFill>
                  <a:schemeClr val="tx1">
                    <a:lumMod val="65000"/>
                    <a:lumOff val="35000"/>
                  </a:schemeClr>
                </a:solidFill>
              </a:rPr>
              <a:t>esse</a:t>
            </a:r>
            <a:r>
              <a:rPr lang="en-US" sz="1100" dirty="0">
                <a:solidFill>
                  <a:schemeClr val="tx1">
                    <a:lumMod val="65000"/>
                    <a:lumOff val="35000"/>
                  </a:schemeClr>
                </a:solidFill>
              </a:rPr>
              <a:t> </a:t>
            </a:r>
            <a:r>
              <a:rPr lang="en-US" sz="1100" dirty="0" err="1">
                <a:solidFill>
                  <a:schemeClr val="tx1">
                    <a:lumMod val="65000"/>
                    <a:lumOff val="35000"/>
                  </a:schemeClr>
                </a:solidFill>
              </a:rPr>
              <a:t>cillum</a:t>
            </a:r>
            <a:r>
              <a:rPr lang="en-US" sz="1100" dirty="0">
                <a:solidFill>
                  <a:schemeClr val="tx1">
                    <a:lumMod val="65000"/>
                    <a:lumOff val="35000"/>
                  </a:schemeClr>
                </a:solidFill>
              </a:rPr>
              <a:t> </a:t>
            </a:r>
            <a:r>
              <a:rPr lang="en-US" sz="1100" dirty="0" err="1">
                <a:solidFill>
                  <a:schemeClr val="tx1">
                    <a:lumMod val="65000"/>
                    <a:lumOff val="35000"/>
                  </a:schemeClr>
                </a:solidFill>
              </a:rPr>
              <a:t>dolore</a:t>
            </a:r>
            <a:r>
              <a:rPr lang="en-US" sz="1100" dirty="0">
                <a:solidFill>
                  <a:schemeClr val="tx1">
                    <a:lumMod val="65000"/>
                    <a:lumOff val="35000"/>
                  </a:schemeClr>
                </a:solidFill>
              </a:rPr>
              <a:t> </a:t>
            </a:r>
            <a:r>
              <a:rPr lang="en-US" sz="1100" dirty="0" err="1">
                <a:solidFill>
                  <a:schemeClr val="tx1">
                    <a:lumMod val="65000"/>
                    <a:lumOff val="35000"/>
                  </a:schemeClr>
                </a:solidFill>
              </a:rPr>
              <a:t>eu</a:t>
            </a:r>
            <a:r>
              <a:rPr lang="en-US" sz="1100" dirty="0">
                <a:solidFill>
                  <a:schemeClr val="tx1">
                    <a:lumMod val="65000"/>
                    <a:lumOff val="35000"/>
                  </a:schemeClr>
                </a:solidFill>
              </a:rPr>
              <a:t> </a:t>
            </a:r>
            <a:r>
              <a:rPr lang="en-US" sz="1100" dirty="0" err="1">
                <a:solidFill>
                  <a:schemeClr val="tx1">
                    <a:lumMod val="65000"/>
                    <a:lumOff val="35000"/>
                  </a:schemeClr>
                </a:solidFill>
              </a:rPr>
              <a:t>fugiat</a:t>
            </a:r>
            <a:r>
              <a:rPr lang="en-US" sz="1100" dirty="0">
                <a:solidFill>
                  <a:schemeClr val="tx1">
                    <a:lumMod val="65000"/>
                    <a:lumOff val="35000"/>
                  </a:schemeClr>
                </a:solidFill>
              </a:rPr>
              <a:t> </a:t>
            </a: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pariatur</a:t>
            </a:r>
            <a:r>
              <a:rPr lang="en-US" sz="1100" dirty="0">
                <a:solidFill>
                  <a:schemeClr val="tx1">
                    <a:lumMod val="65000"/>
                    <a:lumOff val="35000"/>
                  </a:schemeClr>
                </a:solidFill>
              </a:rPr>
              <a:t>. </a:t>
            </a:r>
            <a:r>
              <a:rPr lang="en-US" sz="1100" dirty="0" err="1">
                <a:solidFill>
                  <a:schemeClr val="tx1">
                    <a:lumMod val="65000"/>
                    <a:lumOff val="35000"/>
                  </a:schemeClr>
                </a:solidFill>
              </a:rPr>
              <a:t>Suspendisse</a:t>
            </a:r>
            <a:r>
              <a:rPr lang="en-US" sz="1100" dirty="0">
                <a:solidFill>
                  <a:schemeClr val="tx1">
                    <a:lumMod val="65000"/>
                    <a:lumOff val="35000"/>
                  </a:schemeClr>
                </a:solidFill>
              </a:rPr>
              <a:t> </a:t>
            </a:r>
            <a:r>
              <a:rPr lang="en-US" sz="1100" dirty="0" err="1">
                <a:solidFill>
                  <a:schemeClr val="tx1">
                    <a:lumMod val="65000"/>
                    <a:lumOff val="35000"/>
                  </a:schemeClr>
                </a:solidFill>
              </a:rPr>
              <a:t>nisl</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ante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molestie</a:t>
            </a:r>
            <a:r>
              <a:rPr lang="en-US" sz="1100" dirty="0">
                <a:solidFill>
                  <a:schemeClr val="tx1">
                    <a:lumMod val="65000"/>
                    <a:lumOff val="35000"/>
                  </a:schemeClr>
                </a:solidFill>
              </a:rPr>
              <a:t> vitae </a:t>
            </a:r>
            <a:r>
              <a:rPr lang="en-US" sz="1100" dirty="0" err="1">
                <a:solidFill>
                  <a:schemeClr val="tx1">
                    <a:lumMod val="65000"/>
                    <a:lumOff val="35000"/>
                  </a:schemeClr>
                </a:solidFill>
              </a:rPr>
              <a:t>vehicula</a:t>
            </a:r>
            <a:r>
              <a:rPr lang="en-US" sz="1100" dirty="0">
                <a:solidFill>
                  <a:schemeClr val="tx1">
                    <a:lumMod val="65000"/>
                    <a:lumOff val="35000"/>
                  </a:schemeClr>
                </a:solidFill>
              </a:rPr>
              <a:t> </a:t>
            </a:r>
            <a:r>
              <a:rPr lang="en-US" sz="1100" dirty="0" err="1">
                <a:solidFill>
                  <a:schemeClr val="tx1">
                    <a:lumMod val="65000"/>
                    <a:lumOff val="35000"/>
                  </a:schemeClr>
                </a:solidFill>
              </a:rPr>
              <a:t>venenatis</a:t>
            </a:r>
            <a:r>
              <a:rPr lang="en-US" sz="1100" dirty="0">
                <a:solidFill>
                  <a:schemeClr val="tx1">
                    <a:lumMod val="65000"/>
                    <a:lumOff val="35000"/>
                  </a:schemeClr>
                </a:solidFill>
              </a:rPr>
              <a:t>, </a:t>
            </a:r>
            <a:endParaRPr lang="id-ID" sz="1100" dirty="0">
              <a:solidFill>
                <a:schemeClr val="tx1">
                  <a:lumMod val="65000"/>
                  <a:lumOff val="35000"/>
                </a:schemeClr>
              </a:solidFill>
            </a:endParaRPr>
          </a:p>
        </p:txBody>
      </p:sp>
      <p:sp>
        <p:nvSpPr>
          <p:cNvPr id="11" name="Rectangle 10">
            <a:extLst>
              <a:ext uri="{FF2B5EF4-FFF2-40B4-BE49-F238E27FC236}">
                <a16:creationId xmlns:a16="http://schemas.microsoft.com/office/drawing/2014/main" id="{A21E99A7-8027-1226-35AF-FC6F96B7BDB5}"/>
              </a:ext>
            </a:extLst>
          </p:cNvPr>
          <p:cNvSpPr/>
          <p:nvPr/>
        </p:nvSpPr>
        <p:spPr>
          <a:xfrm>
            <a:off x="1958205" y="3896699"/>
            <a:ext cx="3394364" cy="1848583"/>
          </a:xfrm>
          <a:prstGeom prst="rect">
            <a:avLst/>
          </a:prstGeom>
        </p:spPr>
        <p:txBody>
          <a:bodyPr wrap="square">
            <a:spAutoFit/>
          </a:bodyPr>
          <a:lstStyle/>
          <a:p>
            <a:pPr algn="just">
              <a:lnSpc>
                <a:spcPct val="150000"/>
              </a:lnSpc>
            </a:pP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diam. </a:t>
            </a:r>
            <a:r>
              <a:rPr lang="en-US" sz="1100" dirty="0" err="1">
                <a:solidFill>
                  <a:schemeClr val="tx1">
                    <a:lumMod val="65000"/>
                    <a:lumOff val="35000"/>
                  </a:schemeClr>
                </a:solidFill>
              </a:rPr>
              <a:t>Pellentesque</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id dolor. </a:t>
            </a:r>
            <a:r>
              <a:rPr lang="en-US" sz="1100" dirty="0" err="1">
                <a:solidFill>
                  <a:schemeClr val="tx1">
                    <a:lumMod val="65000"/>
                    <a:lumOff val="35000"/>
                  </a:schemeClr>
                </a:solidFill>
              </a:rPr>
              <a:t>Vivamus</a:t>
            </a:r>
            <a:r>
              <a:rPr lang="en-US" sz="1100" dirty="0">
                <a:solidFill>
                  <a:schemeClr val="tx1">
                    <a:lumMod val="65000"/>
                    <a:lumOff val="35000"/>
                  </a:schemeClr>
                </a:solidFill>
              </a:rPr>
              <a:t> </a:t>
            </a:r>
            <a:r>
              <a:rPr lang="en-US" sz="1100" dirty="0" err="1">
                <a:solidFill>
                  <a:schemeClr val="tx1">
                    <a:lumMod val="65000"/>
                    <a:lumOff val="35000"/>
                  </a:schemeClr>
                </a:solidFill>
              </a:rPr>
              <a:t>luctus</a:t>
            </a:r>
            <a:r>
              <a:rPr lang="en-US" sz="1100" dirty="0">
                <a:solidFill>
                  <a:schemeClr val="tx1">
                    <a:lumMod val="65000"/>
                    <a:lumOff val="35000"/>
                  </a:schemeClr>
                </a:solidFill>
              </a:rPr>
              <a:t> </a:t>
            </a:r>
            <a:r>
              <a:rPr lang="en-US" sz="1100" dirty="0" err="1">
                <a:solidFill>
                  <a:schemeClr val="tx1">
                    <a:lumMod val="65000"/>
                    <a:lumOff val="35000"/>
                  </a:schemeClr>
                </a:solidFill>
              </a:rPr>
              <a:t>egestas</a:t>
            </a:r>
            <a:r>
              <a:rPr lang="en-US" sz="1100" dirty="0">
                <a:solidFill>
                  <a:schemeClr val="tx1">
                    <a:lumMod val="65000"/>
                    <a:lumOff val="35000"/>
                  </a:schemeClr>
                </a:solidFill>
              </a:rPr>
              <a:t> </a:t>
            </a:r>
            <a:r>
              <a:rPr lang="en-US" sz="1100" dirty="0" err="1">
                <a:solidFill>
                  <a:schemeClr val="tx1">
                    <a:lumMod val="65000"/>
                    <a:lumOff val="35000"/>
                  </a:schemeClr>
                </a:solidFill>
              </a:rPr>
              <a:t>leo</a:t>
            </a:r>
            <a:r>
              <a:rPr lang="en-US" sz="1100" dirty="0">
                <a:solidFill>
                  <a:schemeClr val="tx1">
                    <a:lumMod val="65000"/>
                    <a:lumOff val="35000"/>
                  </a:schemeClr>
                </a:solidFill>
              </a:rPr>
              <a:t>. </a:t>
            </a:r>
            <a:r>
              <a:rPr lang="en-US" sz="1100" dirty="0" err="1">
                <a:solidFill>
                  <a:schemeClr val="tx1">
                    <a:lumMod val="65000"/>
                    <a:lumOff val="35000"/>
                  </a:schemeClr>
                </a:solidFill>
              </a:rPr>
              <a:t>Etiam</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quam. </a:t>
            </a:r>
            <a:r>
              <a:rPr lang="en-US" sz="1100" dirty="0" err="1">
                <a:solidFill>
                  <a:schemeClr val="tx1">
                    <a:lumMod val="65000"/>
                    <a:lumOff val="35000"/>
                  </a:schemeClr>
                </a:solidFill>
              </a:rPr>
              <a:t>Curabitur</a:t>
            </a:r>
            <a:r>
              <a:rPr lang="en-US" sz="1100" dirty="0">
                <a:solidFill>
                  <a:schemeClr val="tx1">
                    <a:lumMod val="65000"/>
                    <a:lumOff val="35000"/>
                  </a:schemeClr>
                </a:solidFill>
              </a:rPr>
              <a:t> </a:t>
            </a:r>
            <a:r>
              <a:rPr lang="en-US" sz="1100" dirty="0" err="1">
                <a:solidFill>
                  <a:schemeClr val="tx1">
                    <a:lumMod val="65000"/>
                    <a:lumOff val="35000"/>
                  </a:schemeClr>
                </a:solidFill>
              </a:rPr>
              <a:t>bibendum</a:t>
            </a:r>
            <a:r>
              <a:rPr lang="en-US" sz="1100" dirty="0">
                <a:solidFill>
                  <a:schemeClr val="tx1">
                    <a:lumMod val="65000"/>
                    <a:lumOff val="35000"/>
                  </a:schemeClr>
                </a:solidFill>
              </a:rPr>
              <a:t> </a:t>
            </a:r>
            <a:r>
              <a:rPr lang="en-US" sz="1100" dirty="0" err="1">
                <a:solidFill>
                  <a:schemeClr val="tx1">
                    <a:lumMod val="65000"/>
                    <a:lumOff val="35000"/>
                  </a:schemeClr>
                </a:solidFill>
              </a:rPr>
              <a:t>justo</a:t>
            </a:r>
            <a:r>
              <a:rPr lang="en-US" sz="1100" dirty="0">
                <a:solidFill>
                  <a:schemeClr val="tx1">
                    <a:lumMod val="65000"/>
                    <a:lumOff val="35000"/>
                  </a:schemeClr>
                </a:solidFill>
              </a:rPr>
              <a:t> non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t>
            </a:r>
            <a:r>
              <a:rPr lang="en-US" sz="1100" dirty="0" err="1">
                <a:solidFill>
                  <a:schemeClr val="tx1">
                    <a:lumMod val="65000"/>
                    <a:lumOff val="35000"/>
                  </a:schemeClr>
                </a:solidFill>
              </a:rPr>
              <a:t>aute</a:t>
            </a:r>
            <a:r>
              <a:rPr lang="en-US" sz="1100" dirty="0">
                <a:solidFill>
                  <a:schemeClr val="tx1">
                    <a:lumMod val="65000"/>
                    <a:lumOff val="35000"/>
                  </a:schemeClr>
                </a:solidFill>
              </a:rPr>
              <a:t> </a:t>
            </a:r>
            <a:r>
              <a:rPr lang="en-US" sz="1100" dirty="0" err="1">
                <a:solidFill>
                  <a:schemeClr val="tx1">
                    <a:lumMod val="65000"/>
                    <a:lumOff val="35000"/>
                  </a:schemeClr>
                </a:solidFill>
              </a:rPr>
              <a:t>irure</a:t>
            </a:r>
            <a:r>
              <a:rPr lang="en-US" sz="1100" dirty="0">
                <a:solidFill>
                  <a:schemeClr val="tx1">
                    <a:lumMod val="65000"/>
                    <a:lumOff val="35000"/>
                  </a:schemeClr>
                </a:solidFill>
              </a:rPr>
              <a:t> dolor in </a:t>
            </a:r>
            <a:r>
              <a:rPr lang="en-US" sz="1100" dirty="0" err="1">
                <a:solidFill>
                  <a:schemeClr val="tx1">
                    <a:lumMod val="65000"/>
                    <a:lumOff val="35000"/>
                  </a:schemeClr>
                </a:solidFill>
              </a:rPr>
              <a:t>reprehenderit</a:t>
            </a:r>
            <a:r>
              <a:rPr lang="en-US" sz="1100" dirty="0">
                <a:solidFill>
                  <a:schemeClr val="tx1">
                    <a:lumMod val="65000"/>
                    <a:lumOff val="35000"/>
                  </a:schemeClr>
                </a:solidFill>
              </a:rPr>
              <a:t> in </a:t>
            </a:r>
            <a:r>
              <a:rPr lang="en-US" sz="1100" dirty="0" err="1">
                <a:solidFill>
                  <a:schemeClr val="tx1">
                    <a:lumMod val="65000"/>
                    <a:lumOff val="35000"/>
                  </a:schemeClr>
                </a:solidFill>
              </a:rPr>
              <a:t>voluptate</a:t>
            </a:r>
            <a:r>
              <a:rPr lang="en-US" sz="1100" dirty="0">
                <a:solidFill>
                  <a:schemeClr val="tx1">
                    <a:lumMod val="65000"/>
                    <a:lumOff val="35000"/>
                  </a:schemeClr>
                </a:solidFill>
              </a:rPr>
              <a:t> </a:t>
            </a:r>
            <a:r>
              <a:rPr lang="en-US" sz="1100" dirty="0" err="1">
                <a:solidFill>
                  <a:schemeClr val="tx1">
                    <a:lumMod val="65000"/>
                    <a:lumOff val="35000"/>
                  </a:schemeClr>
                </a:solidFill>
              </a:rPr>
              <a:t>velit</a:t>
            </a:r>
            <a:r>
              <a:rPr lang="en-US" sz="1100" dirty="0">
                <a:solidFill>
                  <a:schemeClr val="tx1">
                    <a:lumMod val="65000"/>
                    <a:lumOff val="35000"/>
                  </a:schemeClr>
                </a:solidFill>
              </a:rPr>
              <a:t> </a:t>
            </a:r>
            <a:r>
              <a:rPr lang="en-US" sz="1100" dirty="0" err="1">
                <a:solidFill>
                  <a:schemeClr val="tx1">
                    <a:lumMod val="65000"/>
                    <a:lumOff val="35000"/>
                  </a:schemeClr>
                </a:solidFill>
              </a:rPr>
              <a:t>esse</a:t>
            </a:r>
            <a:r>
              <a:rPr lang="en-US" sz="1100" dirty="0">
                <a:solidFill>
                  <a:schemeClr val="tx1">
                    <a:lumMod val="65000"/>
                    <a:lumOff val="35000"/>
                  </a:schemeClr>
                </a:solidFill>
              </a:rPr>
              <a:t> </a:t>
            </a:r>
            <a:r>
              <a:rPr lang="en-US" sz="1100" dirty="0" err="1">
                <a:solidFill>
                  <a:schemeClr val="tx1">
                    <a:lumMod val="65000"/>
                    <a:lumOff val="35000"/>
                  </a:schemeClr>
                </a:solidFill>
              </a:rPr>
              <a:t>cillum</a:t>
            </a:r>
            <a:r>
              <a:rPr lang="en-US" sz="1100" dirty="0">
                <a:solidFill>
                  <a:schemeClr val="tx1">
                    <a:lumMod val="65000"/>
                    <a:lumOff val="35000"/>
                  </a:schemeClr>
                </a:solidFill>
              </a:rPr>
              <a:t> </a:t>
            </a:r>
            <a:r>
              <a:rPr lang="en-US" sz="1100" dirty="0" err="1">
                <a:solidFill>
                  <a:schemeClr val="tx1">
                    <a:lumMod val="65000"/>
                    <a:lumOff val="35000"/>
                  </a:schemeClr>
                </a:solidFill>
              </a:rPr>
              <a:t>dolore</a:t>
            </a:r>
            <a:r>
              <a:rPr lang="en-US" sz="1100" dirty="0">
                <a:solidFill>
                  <a:schemeClr val="tx1">
                    <a:lumMod val="65000"/>
                    <a:lumOff val="35000"/>
                  </a:schemeClr>
                </a:solidFill>
              </a:rPr>
              <a:t> </a:t>
            </a:r>
            <a:r>
              <a:rPr lang="en-US" sz="1100" dirty="0" err="1">
                <a:solidFill>
                  <a:schemeClr val="tx1">
                    <a:lumMod val="65000"/>
                    <a:lumOff val="35000"/>
                  </a:schemeClr>
                </a:solidFill>
              </a:rPr>
              <a:t>eu</a:t>
            </a:r>
            <a:r>
              <a:rPr lang="en-US" sz="1100" dirty="0">
                <a:solidFill>
                  <a:schemeClr val="tx1">
                    <a:lumMod val="65000"/>
                    <a:lumOff val="35000"/>
                  </a:schemeClr>
                </a:solidFill>
              </a:rPr>
              <a:t> </a:t>
            </a:r>
            <a:r>
              <a:rPr lang="en-US" sz="1100" dirty="0" err="1">
                <a:solidFill>
                  <a:schemeClr val="tx1">
                    <a:lumMod val="65000"/>
                    <a:lumOff val="35000"/>
                  </a:schemeClr>
                </a:solidFill>
              </a:rPr>
              <a:t>fugiat</a:t>
            </a:r>
            <a:r>
              <a:rPr lang="en-US" sz="1100" dirty="0">
                <a:solidFill>
                  <a:schemeClr val="tx1">
                    <a:lumMod val="65000"/>
                    <a:lumOff val="35000"/>
                  </a:schemeClr>
                </a:solidFill>
              </a:rPr>
              <a:t> </a:t>
            </a: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pariatur</a:t>
            </a:r>
            <a:r>
              <a:rPr lang="en-US" sz="1100" dirty="0">
                <a:solidFill>
                  <a:schemeClr val="tx1">
                    <a:lumMod val="65000"/>
                    <a:lumOff val="35000"/>
                  </a:schemeClr>
                </a:solidFill>
              </a:rPr>
              <a:t>. </a:t>
            </a:r>
            <a:r>
              <a:rPr lang="en-US" sz="1100" dirty="0" err="1">
                <a:solidFill>
                  <a:schemeClr val="tx1">
                    <a:lumMod val="65000"/>
                    <a:lumOff val="35000"/>
                  </a:schemeClr>
                </a:solidFill>
              </a:rPr>
              <a:t>Suspendisse</a:t>
            </a:r>
            <a:r>
              <a:rPr lang="en-US" sz="1100" dirty="0">
                <a:solidFill>
                  <a:schemeClr val="tx1">
                    <a:lumMod val="65000"/>
                    <a:lumOff val="35000"/>
                  </a:schemeClr>
                </a:solidFill>
              </a:rPr>
              <a:t> </a:t>
            </a:r>
            <a:r>
              <a:rPr lang="en-US" sz="1100" dirty="0" err="1">
                <a:solidFill>
                  <a:schemeClr val="tx1">
                    <a:lumMod val="65000"/>
                    <a:lumOff val="35000"/>
                  </a:schemeClr>
                </a:solidFill>
              </a:rPr>
              <a:t>nisl</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ante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molestie</a:t>
            </a:r>
            <a:r>
              <a:rPr lang="en-US" sz="1100" dirty="0">
                <a:solidFill>
                  <a:schemeClr val="tx1">
                    <a:lumMod val="65000"/>
                    <a:lumOff val="35000"/>
                  </a:schemeClr>
                </a:solidFill>
              </a:rPr>
              <a:t> vitae </a:t>
            </a:r>
            <a:r>
              <a:rPr lang="en-US" sz="1100" dirty="0" err="1">
                <a:solidFill>
                  <a:schemeClr val="tx1">
                    <a:lumMod val="65000"/>
                    <a:lumOff val="35000"/>
                  </a:schemeClr>
                </a:solidFill>
              </a:rPr>
              <a:t>vehicula</a:t>
            </a:r>
            <a:r>
              <a:rPr lang="en-US" sz="1100" dirty="0">
                <a:solidFill>
                  <a:schemeClr val="tx1">
                    <a:lumMod val="65000"/>
                    <a:lumOff val="35000"/>
                  </a:schemeClr>
                </a:solidFill>
              </a:rPr>
              <a:t> </a:t>
            </a:r>
            <a:r>
              <a:rPr lang="en-US" sz="1100" dirty="0" err="1">
                <a:solidFill>
                  <a:schemeClr val="tx1">
                    <a:lumMod val="65000"/>
                    <a:lumOff val="35000"/>
                  </a:schemeClr>
                </a:solidFill>
              </a:rPr>
              <a:t>venenatis</a:t>
            </a:r>
            <a:r>
              <a:rPr lang="en-US" sz="1100" dirty="0">
                <a:solidFill>
                  <a:schemeClr val="tx1">
                    <a:lumMod val="65000"/>
                    <a:lumOff val="35000"/>
                  </a:schemeClr>
                </a:solidFill>
              </a:rPr>
              <a:t>, </a:t>
            </a:r>
            <a:endParaRPr lang="id-ID" sz="1100" dirty="0">
              <a:solidFill>
                <a:schemeClr val="tx1">
                  <a:lumMod val="65000"/>
                  <a:lumOff val="35000"/>
                </a:schemeClr>
              </a:solidFill>
            </a:endParaRPr>
          </a:p>
        </p:txBody>
      </p:sp>
      <p:sp>
        <p:nvSpPr>
          <p:cNvPr id="13" name="Rectangle 12">
            <a:extLst>
              <a:ext uri="{FF2B5EF4-FFF2-40B4-BE49-F238E27FC236}">
                <a16:creationId xmlns:a16="http://schemas.microsoft.com/office/drawing/2014/main" id="{88B45177-0FE5-9800-2134-6AF90170F55A}"/>
              </a:ext>
            </a:extLst>
          </p:cNvPr>
          <p:cNvSpPr/>
          <p:nvPr/>
        </p:nvSpPr>
        <p:spPr>
          <a:xfrm>
            <a:off x="7544822" y="1342749"/>
            <a:ext cx="3394364" cy="1848583"/>
          </a:xfrm>
          <a:prstGeom prst="rect">
            <a:avLst/>
          </a:prstGeom>
        </p:spPr>
        <p:txBody>
          <a:bodyPr wrap="square">
            <a:spAutoFit/>
          </a:bodyPr>
          <a:lstStyle/>
          <a:p>
            <a:pPr algn="just">
              <a:lnSpc>
                <a:spcPct val="150000"/>
              </a:lnSpc>
            </a:pP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diam. </a:t>
            </a:r>
            <a:r>
              <a:rPr lang="en-US" sz="1100" dirty="0" err="1">
                <a:solidFill>
                  <a:schemeClr val="tx1">
                    <a:lumMod val="65000"/>
                    <a:lumOff val="35000"/>
                  </a:schemeClr>
                </a:solidFill>
              </a:rPr>
              <a:t>Pellentesque</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id dolor. </a:t>
            </a:r>
            <a:r>
              <a:rPr lang="en-US" sz="1100" dirty="0" err="1">
                <a:solidFill>
                  <a:schemeClr val="tx1">
                    <a:lumMod val="65000"/>
                    <a:lumOff val="35000"/>
                  </a:schemeClr>
                </a:solidFill>
              </a:rPr>
              <a:t>Vivamus</a:t>
            </a:r>
            <a:r>
              <a:rPr lang="en-US" sz="1100" dirty="0">
                <a:solidFill>
                  <a:schemeClr val="tx1">
                    <a:lumMod val="65000"/>
                    <a:lumOff val="35000"/>
                  </a:schemeClr>
                </a:solidFill>
              </a:rPr>
              <a:t> </a:t>
            </a:r>
            <a:r>
              <a:rPr lang="en-US" sz="1100" dirty="0" err="1">
                <a:solidFill>
                  <a:schemeClr val="tx1">
                    <a:lumMod val="65000"/>
                    <a:lumOff val="35000"/>
                  </a:schemeClr>
                </a:solidFill>
              </a:rPr>
              <a:t>luctus</a:t>
            </a:r>
            <a:r>
              <a:rPr lang="en-US" sz="1100" dirty="0">
                <a:solidFill>
                  <a:schemeClr val="tx1">
                    <a:lumMod val="65000"/>
                    <a:lumOff val="35000"/>
                  </a:schemeClr>
                </a:solidFill>
              </a:rPr>
              <a:t> </a:t>
            </a:r>
            <a:r>
              <a:rPr lang="en-US" sz="1100" dirty="0" err="1">
                <a:solidFill>
                  <a:schemeClr val="tx1">
                    <a:lumMod val="65000"/>
                    <a:lumOff val="35000"/>
                  </a:schemeClr>
                </a:solidFill>
              </a:rPr>
              <a:t>egestas</a:t>
            </a:r>
            <a:r>
              <a:rPr lang="en-US" sz="1100" dirty="0">
                <a:solidFill>
                  <a:schemeClr val="tx1">
                    <a:lumMod val="65000"/>
                    <a:lumOff val="35000"/>
                  </a:schemeClr>
                </a:solidFill>
              </a:rPr>
              <a:t> </a:t>
            </a:r>
            <a:r>
              <a:rPr lang="en-US" sz="1100" dirty="0" err="1">
                <a:solidFill>
                  <a:schemeClr val="tx1">
                    <a:lumMod val="65000"/>
                    <a:lumOff val="35000"/>
                  </a:schemeClr>
                </a:solidFill>
              </a:rPr>
              <a:t>leo</a:t>
            </a:r>
            <a:r>
              <a:rPr lang="en-US" sz="1100" dirty="0">
                <a:solidFill>
                  <a:schemeClr val="tx1">
                    <a:lumMod val="65000"/>
                    <a:lumOff val="35000"/>
                  </a:schemeClr>
                </a:solidFill>
              </a:rPr>
              <a:t>. </a:t>
            </a:r>
            <a:r>
              <a:rPr lang="en-US" sz="1100" dirty="0" err="1">
                <a:solidFill>
                  <a:schemeClr val="tx1">
                    <a:lumMod val="65000"/>
                    <a:lumOff val="35000"/>
                  </a:schemeClr>
                </a:solidFill>
              </a:rPr>
              <a:t>Etiam</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quam. </a:t>
            </a:r>
            <a:r>
              <a:rPr lang="en-US" sz="1100" dirty="0" err="1">
                <a:solidFill>
                  <a:schemeClr val="tx1">
                    <a:lumMod val="65000"/>
                    <a:lumOff val="35000"/>
                  </a:schemeClr>
                </a:solidFill>
              </a:rPr>
              <a:t>Curabitur</a:t>
            </a:r>
            <a:r>
              <a:rPr lang="en-US" sz="1100" dirty="0">
                <a:solidFill>
                  <a:schemeClr val="tx1">
                    <a:lumMod val="65000"/>
                    <a:lumOff val="35000"/>
                  </a:schemeClr>
                </a:solidFill>
              </a:rPr>
              <a:t> </a:t>
            </a:r>
            <a:r>
              <a:rPr lang="en-US" sz="1100" dirty="0" err="1">
                <a:solidFill>
                  <a:schemeClr val="tx1">
                    <a:lumMod val="65000"/>
                    <a:lumOff val="35000"/>
                  </a:schemeClr>
                </a:solidFill>
              </a:rPr>
              <a:t>bibendum</a:t>
            </a:r>
            <a:r>
              <a:rPr lang="en-US" sz="1100" dirty="0">
                <a:solidFill>
                  <a:schemeClr val="tx1">
                    <a:lumMod val="65000"/>
                    <a:lumOff val="35000"/>
                  </a:schemeClr>
                </a:solidFill>
              </a:rPr>
              <a:t> </a:t>
            </a:r>
            <a:r>
              <a:rPr lang="en-US" sz="1100" dirty="0" err="1">
                <a:solidFill>
                  <a:schemeClr val="tx1">
                    <a:lumMod val="65000"/>
                    <a:lumOff val="35000"/>
                  </a:schemeClr>
                </a:solidFill>
              </a:rPr>
              <a:t>justo</a:t>
            </a:r>
            <a:r>
              <a:rPr lang="en-US" sz="1100" dirty="0">
                <a:solidFill>
                  <a:schemeClr val="tx1">
                    <a:lumMod val="65000"/>
                    <a:lumOff val="35000"/>
                  </a:schemeClr>
                </a:solidFill>
              </a:rPr>
              <a:t> non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t>
            </a:r>
            <a:r>
              <a:rPr lang="en-US" sz="1100" dirty="0" err="1">
                <a:solidFill>
                  <a:schemeClr val="tx1">
                    <a:lumMod val="65000"/>
                    <a:lumOff val="35000"/>
                  </a:schemeClr>
                </a:solidFill>
              </a:rPr>
              <a:t>aute</a:t>
            </a:r>
            <a:r>
              <a:rPr lang="en-US" sz="1100" dirty="0">
                <a:solidFill>
                  <a:schemeClr val="tx1">
                    <a:lumMod val="65000"/>
                    <a:lumOff val="35000"/>
                  </a:schemeClr>
                </a:solidFill>
              </a:rPr>
              <a:t> </a:t>
            </a:r>
            <a:r>
              <a:rPr lang="en-US" sz="1100" dirty="0" err="1">
                <a:solidFill>
                  <a:schemeClr val="tx1">
                    <a:lumMod val="65000"/>
                    <a:lumOff val="35000"/>
                  </a:schemeClr>
                </a:solidFill>
              </a:rPr>
              <a:t>irure</a:t>
            </a:r>
            <a:r>
              <a:rPr lang="en-US" sz="1100" dirty="0">
                <a:solidFill>
                  <a:schemeClr val="tx1">
                    <a:lumMod val="65000"/>
                    <a:lumOff val="35000"/>
                  </a:schemeClr>
                </a:solidFill>
              </a:rPr>
              <a:t> dolor in </a:t>
            </a:r>
            <a:r>
              <a:rPr lang="en-US" sz="1100" dirty="0" err="1">
                <a:solidFill>
                  <a:schemeClr val="tx1">
                    <a:lumMod val="65000"/>
                    <a:lumOff val="35000"/>
                  </a:schemeClr>
                </a:solidFill>
              </a:rPr>
              <a:t>reprehenderit</a:t>
            </a:r>
            <a:r>
              <a:rPr lang="en-US" sz="1100" dirty="0">
                <a:solidFill>
                  <a:schemeClr val="tx1">
                    <a:lumMod val="65000"/>
                    <a:lumOff val="35000"/>
                  </a:schemeClr>
                </a:solidFill>
              </a:rPr>
              <a:t> in </a:t>
            </a:r>
            <a:r>
              <a:rPr lang="en-US" sz="1100" dirty="0" err="1">
                <a:solidFill>
                  <a:schemeClr val="tx1">
                    <a:lumMod val="65000"/>
                    <a:lumOff val="35000"/>
                  </a:schemeClr>
                </a:solidFill>
              </a:rPr>
              <a:t>voluptate</a:t>
            </a:r>
            <a:r>
              <a:rPr lang="en-US" sz="1100" dirty="0">
                <a:solidFill>
                  <a:schemeClr val="tx1">
                    <a:lumMod val="65000"/>
                    <a:lumOff val="35000"/>
                  </a:schemeClr>
                </a:solidFill>
              </a:rPr>
              <a:t> </a:t>
            </a:r>
            <a:r>
              <a:rPr lang="en-US" sz="1100" dirty="0" err="1">
                <a:solidFill>
                  <a:schemeClr val="tx1">
                    <a:lumMod val="65000"/>
                    <a:lumOff val="35000"/>
                  </a:schemeClr>
                </a:solidFill>
              </a:rPr>
              <a:t>velit</a:t>
            </a:r>
            <a:r>
              <a:rPr lang="en-US" sz="1100" dirty="0">
                <a:solidFill>
                  <a:schemeClr val="tx1">
                    <a:lumMod val="65000"/>
                    <a:lumOff val="35000"/>
                  </a:schemeClr>
                </a:solidFill>
              </a:rPr>
              <a:t> </a:t>
            </a:r>
            <a:r>
              <a:rPr lang="en-US" sz="1100" dirty="0" err="1">
                <a:solidFill>
                  <a:schemeClr val="tx1">
                    <a:lumMod val="65000"/>
                    <a:lumOff val="35000"/>
                  </a:schemeClr>
                </a:solidFill>
              </a:rPr>
              <a:t>esse</a:t>
            </a:r>
            <a:r>
              <a:rPr lang="en-US" sz="1100" dirty="0">
                <a:solidFill>
                  <a:schemeClr val="tx1">
                    <a:lumMod val="65000"/>
                    <a:lumOff val="35000"/>
                  </a:schemeClr>
                </a:solidFill>
              </a:rPr>
              <a:t> </a:t>
            </a:r>
            <a:r>
              <a:rPr lang="en-US" sz="1100" dirty="0" err="1">
                <a:solidFill>
                  <a:schemeClr val="tx1">
                    <a:lumMod val="65000"/>
                    <a:lumOff val="35000"/>
                  </a:schemeClr>
                </a:solidFill>
              </a:rPr>
              <a:t>cillum</a:t>
            </a:r>
            <a:r>
              <a:rPr lang="en-US" sz="1100" dirty="0">
                <a:solidFill>
                  <a:schemeClr val="tx1">
                    <a:lumMod val="65000"/>
                    <a:lumOff val="35000"/>
                  </a:schemeClr>
                </a:solidFill>
              </a:rPr>
              <a:t> </a:t>
            </a:r>
            <a:r>
              <a:rPr lang="en-US" sz="1100" dirty="0" err="1">
                <a:solidFill>
                  <a:schemeClr val="tx1">
                    <a:lumMod val="65000"/>
                    <a:lumOff val="35000"/>
                  </a:schemeClr>
                </a:solidFill>
              </a:rPr>
              <a:t>dolore</a:t>
            </a:r>
            <a:r>
              <a:rPr lang="en-US" sz="1100" dirty="0">
                <a:solidFill>
                  <a:schemeClr val="tx1">
                    <a:lumMod val="65000"/>
                    <a:lumOff val="35000"/>
                  </a:schemeClr>
                </a:solidFill>
              </a:rPr>
              <a:t> </a:t>
            </a:r>
            <a:r>
              <a:rPr lang="en-US" sz="1100" dirty="0" err="1">
                <a:solidFill>
                  <a:schemeClr val="tx1">
                    <a:lumMod val="65000"/>
                    <a:lumOff val="35000"/>
                  </a:schemeClr>
                </a:solidFill>
              </a:rPr>
              <a:t>eu</a:t>
            </a:r>
            <a:r>
              <a:rPr lang="en-US" sz="1100" dirty="0">
                <a:solidFill>
                  <a:schemeClr val="tx1">
                    <a:lumMod val="65000"/>
                    <a:lumOff val="35000"/>
                  </a:schemeClr>
                </a:solidFill>
              </a:rPr>
              <a:t> </a:t>
            </a:r>
            <a:r>
              <a:rPr lang="en-US" sz="1100" dirty="0" err="1">
                <a:solidFill>
                  <a:schemeClr val="tx1">
                    <a:lumMod val="65000"/>
                    <a:lumOff val="35000"/>
                  </a:schemeClr>
                </a:solidFill>
              </a:rPr>
              <a:t>fugiat</a:t>
            </a:r>
            <a:r>
              <a:rPr lang="en-US" sz="1100" dirty="0">
                <a:solidFill>
                  <a:schemeClr val="tx1">
                    <a:lumMod val="65000"/>
                    <a:lumOff val="35000"/>
                  </a:schemeClr>
                </a:solidFill>
              </a:rPr>
              <a:t> </a:t>
            </a: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pariatur</a:t>
            </a:r>
            <a:r>
              <a:rPr lang="en-US" sz="1100" dirty="0">
                <a:solidFill>
                  <a:schemeClr val="tx1">
                    <a:lumMod val="65000"/>
                    <a:lumOff val="35000"/>
                  </a:schemeClr>
                </a:solidFill>
              </a:rPr>
              <a:t>. </a:t>
            </a:r>
            <a:r>
              <a:rPr lang="en-US" sz="1100" dirty="0" err="1">
                <a:solidFill>
                  <a:schemeClr val="tx1">
                    <a:lumMod val="65000"/>
                    <a:lumOff val="35000"/>
                  </a:schemeClr>
                </a:solidFill>
              </a:rPr>
              <a:t>Suspendisse</a:t>
            </a:r>
            <a:r>
              <a:rPr lang="en-US" sz="1100" dirty="0">
                <a:solidFill>
                  <a:schemeClr val="tx1">
                    <a:lumMod val="65000"/>
                    <a:lumOff val="35000"/>
                  </a:schemeClr>
                </a:solidFill>
              </a:rPr>
              <a:t> </a:t>
            </a:r>
            <a:r>
              <a:rPr lang="en-US" sz="1100" dirty="0" err="1">
                <a:solidFill>
                  <a:schemeClr val="tx1">
                    <a:lumMod val="65000"/>
                    <a:lumOff val="35000"/>
                  </a:schemeClr>
                </a:solidFill>
              </a:rPr>
              <a:t>nisl</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ante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molestie</a:t>
            </a:r>
            <a:r>
              <a:rPr lang="en-US" sz="1100" dirty="0">
                <a:solidFill>
                  <a:schemeClr val="tx1">
                    <a:lumMod val="65000"/>
                    <a:lumOff val="35000"/>
                  </a:schemeClr>
                </a:solidFill>
              </a:rPr>
              <a:t> vitae </a:t>
            </a:r>
            <a:r>
              <a:rPr lang="en-US" sz="1100" dirty="0" err="1">
                <a:solidFill>
                  <a:schemeClr val="tx1">
                    <a:lumMod val="65000"/>
                    <a:lumOff val="35000"/>
                  </a:schemeClr>
                </a:solidFill>
              </a:rPr>
              <a:t>vehicula</a:t>
            </a:r>
            <a:r>
              <a:rPr lang="en-US" sz="1100" dirty="0">
                <a:solidFill>
                  <a:schemeClr val="tx1">
                    <a:lumMod val="65000"/>
                    <a:lumOff val="35000"/>
                  </a:schemeClr>
                </a:solidFill>
              </a:rPr>
              <a:t> </a:t>
            </a:r>
            <a:r>
              <a:rPr lang="en-US" sz="1100" dirty="0" err="1">
                <a:solidFill>
                  <a:schemeClr val="tx1">
                    <a:lumMod val="65000"/>
                    <a:lumOff val="35000"/>
                  </a:schemeClr>
                </a:solidFill>
              </a:rPr>
              <a:t>venenatis</a:t>
            </a:r>
            <a:r>
              <a:rPr lang="en-US" sz="1100" dirty="0">
                <a:solidFill>
                  <a:schemeClr val="tx1">
                    <a:lumMod val="65000"/>
                    <a:lumOff val="35000"/>
                  </a:schemeClr>
                </a:solidFill>
              </a:rPr>
              <a:t>, </a:t>
            </a:r>
            <a:endParaRPr lang="id-ID" sz="1100" dirty="0">
              <a:solidFill>
                <a:schemeClr val="tx1">
                  <a:lumMod val="65000"/>
                  <a:lumOff val="35000"/>
                </a:schemeClr>
              </a:solidFill>
            </a:endParaRPr>
          </a:p>
        </p:txBody>
      </p:sp>
      <p:sp>
        <p:nvSpPr>
          <p:cNvPr id="14" name="Rectangle 13">
            <a:extLst>
              <a:ext uri="{FF2B5EF4-FFF2-40B4-BE49-F238E27FC236}">
                <a16:creationId xmlns:a16="http://schemas.microsoft.com/office/drawing/2014/main" id="{1AA30ED4-E091-7209-2D01-7FFE564977BF}"/>
              </a:ext>
            </a:extLst>
          </p:cNvPr>
          <p:cNvSpPr/>
          <p:nvPr/>
        </p:nvSpPr>
        <p:spPr>
          <a:xfrm>
            <a:off x="7544822" y="3886189"/>
            <a:ext cx="3394364" cy="1848583"/>
          </a:xfrm>
          <a:prstGeom prst="rect">
            <a:avLst/>
          </a:prstGeom>
        </p:spPr>
        <p:txBody>
          <a:bodyPr wrap="square">
            <a:spAutoFit/>
          </a:bodyPr>
          <a:lstStyle/>
          <a:p>
            <a:pPr algn="just">
              <a:lnSpc>
                <a:spcPct val="150000"/>
              </a:lnSpc>
            </a:pP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diam. </a:t>
            </a:r>
            <a:r>
              <a:rPr lang="en-US" sz="1100" dirty="0" err="1">
                <a:solidFill>
                  <a:schemeClr val="tx1">
                    <a:lumMod val="65000"/>
                    <a:lumOff val="35000"/>
                  </a:schemeClr>
                </a:solidFill>
              </a:rPr>
              <a:t>Pellentesque</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id dolor. </a:t>
            </a:r>
            <a:r>
              <a:rPr lang="en-US" sz="1100" dirty="0" err="1">
                <a:solidFill>
                  <a:schemeClr val="tx1">
                    <a:lumMod val="65000"/>
                    <a:lumOff val="35000"/>
                  </a:schemeClr>
                </a:solidFill>
              </a:rPr>
              <a:t>Vivamus</a:t>
            </a:r>
            <a:r>
              <a:rPr lang="en-US" sz="1100" dirty="0">
                <a:solidFill>
                  <a:schemeClr val="tx1">
                    <a:lumMod val="65000"/>
                    <a:lumOff val="35000"/>
                  </a:schemeClr>
                </a:solidFill>
              </a:rPr>
              <a:t> </a:t>
            </a:r>
            <a:r>
              <a:rPr lang="en-US" sz="1100" dirty="0" err="1">
                <a:solidFill>
                  <a:schemeClr val="tx1">
                    <a:lumMod val="65000"/>
                    <a:lumOff val="35000"/>
                  </a:schemeClr>
                </a:solidFill>
              </a:rPr>
              <a:t>luctus</a:t>
            </a:r>
            <a:r>
              <a:rPr lang="en-US" sz="1100" dirty="0">
                <a:solidFill>
                  <a:schemeClr val="tx1">
                    <a:lumMod val="65000"/>
                    <a:lumOff val="35000"/>
                  </a:schemeClr>
                </a:solidFill>
              </a:rPr>
              <a:t> </a:t>
            </a:r>
            <a:r>
              <a:rPr lang="en-US" sz="1100" dirty="0" err="1">
                <a:solidFill>
                  <a:schemeClr val="tx1">
                    <a:lumMod val="65000"/>
                    <a:lumOff val="35000"/>
                  </a:schemeClr>
                </a:solidFill>
              </a:rPr>
              <a:t>egestas</a:t>
            </a:r>
            <a:r>
              <a:rPr lang="en-US" sz="1100" dirty="0">
                <a:solidFill>
                  <a:schemeClr val="tx1">
                    <a:lumMod val="65000"/>
                    <a:lumOff val="35000"/>
                  </a:schemeClr>
                </a:solidFill>
              </a:rPr>
              <a:t> </a:t>
            </a:r>
            <a:r>
              <a:rPr lang="en-US" sz="1100" dirty="0" err="1">
                <a:solidFill>
                  <a:schemeClr val="tx1">
                    <a:lumMod val="65000"/>
                    <a:lumOff val="35000"/>
                  </a:schemeClr>
                </a:solidFill>
              </a:rPr>
              <a:t>leo</a:t>
            </a:r>
            <a:r>
              <a:rPr lang="en-US" sz="1100" dirty="0">
                <a:solidFill>
                  <a:schemeClr val="tx1">
                    <a:lumMod val="65000"/>
                    <a:lumOff val="35000"/>
                  </a:schemeClr>
                </a:solidFill>
              </a:rPr>
              <a:t>. </a:t>
            </a:r>
            <a:r>
              <a:rPr lang="en-US" sz="1100" dirty="0" err="1">
                <a:solidFill>
                  <a:schemeClr val="tx1">
                    <a:lumMod val="65000"/>
                    <a:lumOff val="35000"/>
                  </a:schemeClr>
                </a:solidFill>
              </a:rPr>
              <a:t>Etiam</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quam. </a:t>
            </a:r>
            <a:r>
              <a:rPr lang="en-US" sz="1100" dirty="0" err="1">
                <a:solidFill>
                  <a:schemeClr val="tx1">
                    <a:lumMod val="65000"/>
                    <a:lumOff val="35000"/>
                  </a:schemeClr>
                </a:solidFill>
              </a:rPr>
              <a:t>Curabitur</a:t>
            </a:r>
            <a:r>
              <a:rPr lang="en-US" sz="1100" dirty="0">
                <a:solidFill>
                  <a:schemeClr val="tx1">
                    <a:lumMod val="65000"/>
                    <a:lumOff val="35000"/>
                  </a:schemeClr>
                </a:solidFill>
              </a:rPr>
              <a:t> </a:t>
            </a:r>
            <a:r>
              <a:rPr lang="en-US" sz="1100" dirty="0" err="1">
                <a:solidFill>
                  <a:schemeClr val="tx1">
                    <a:lumMod val="65000"/>
                    <a:lumOff val="35000"/>
                  </a:schemeClr>
                </a:solidFill>
              </a:rPr>
              <a:t>bibendum</a:t>
            </a:r>
            <a:r>
              <a:rPr lang="en-US" sz="1100" dirty="0">
                <a:solidFill>
                  <a:schemeClr val="tx1">
                    <a:lumMod val="65000"/>
                    <a:lumOff val="35000"/>
                  </a:schemeClr>
                </a:solidFill>
              </a:rPr>
              <a:t> </a:t>
            </a:r>
            <a:r>
              <a:rPr lang="en-US" sz="1100" dirty="0" err="1">
                <a:solidFill>
                  <a:schemeClr val="tx1">
                    <a:lumMod val="65000"/>
                    <a:lumOff val="35000"/>
                  </a:schemeClr>
                </a:solidFill>
              </a:rPr>
              <a:t>justo</a:t>
            </a:r>
            <a:r>
              <a:rPr lang="en-US" sz="1100" dirty="0">
                <a:solidFill>
                  <a:schemeClr val="tx1">
                    <a:lumMod val="65000"/>
                    <a:lumOff val="35000"/>
                  </a:schemeClr>
                </a:solidFill>
              </a:rPr>
              <a:t> non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t>
            </a:r>
            <a:r>
              <a:rPr lang="en-US" sz="1100" dirty="0" err="1">
                <a:solidFill>
                  <a:schemeClr val="tx1">
                    <a:lumMod val="65000"/>
                    <a:lumOff val="35000"/>
                  </a:schemeClr>
                </a:solidFill>
              </a:rPr>
              <a:t>aute</a:t>
            </a:r>
            <a:r>
              <a:rPr lang="en-US" sz="1100" dirty="0">
                <a:solidFill>
                  <a:schemeClr val="tx1">
                    <a:lumMod val="65000"/>
                    <a:lumOff val="35000"/>
                  </a:schemeClr>
                </a:solidFill>
              </a:rPr>
              <a:t> </a:t>
            </a:r>
            <a:r>
              <a:rPr lang="en-US" sz="1100" dirty="0" err="1">
                <a:solidFill>
                  <a:schemeClr val="tx1">
                    <a:lumMod val="65000"/>
                    <a:lumOff val="35000"/>
                  </a:schemeClr>
                </a:solidFill>
              </a:rPr>
              <a:t>irure</a:t>
            </a:r>
            <a:r>
              <a:rPr lang="en-US" sz="1100" dirty="0">
                <a:solidFill>
                  <a:schemeClr val="tx1">
                    <a:lumMod val="65000"/>
                    <a:lumOff val="35000"/>
                  </a:schemeClr>
                </a:solidFill>
              </a:rPr>
              <a:t> dolor in </a:t>
            </a:r>
            <a:r>
              <a:rPr lang="en-US" sz="1100" dirty="0" err="1">
                <a:solidFill>
                  <a:schemeClr val="tx1">
                    <a:lumMod val="65000"/>
                    <a:lumOff val="35000"/>
                  </a:schemeClr>
                </a:solidFill>
              </a:rPr>
              <a:t>reprehenderit</a:t>
            </a:r>
            <a:r>
              <a:rPr lang="en-US" sz="1100" dirty="0">
                <a:solidFill>
                  <a:schemeClr val="tx1">
                    <a:lumMod val="65000"/>
                    <a:lumOff val="35000"/>
                  </a:schemeClr>
                </a:solidFill>
              </a:rPr>
              <a:t> in </a:t>
            </a:r>
            <a:r>
              <a:rPr lang="en-US" sz="1100" dirty="0" err="1">
                <a:solidFill>
                  <a:schemeClr val="tx1">
                    <a:lumMod val="65000"/>
                    <a:lumOff val="35000"/>
                  </a:schemeClr>
                </a:solidFill>
              </a:rPr>
              <a:t>voluptate</a:t>
            </a:r>
            <a:r>
              <a:rPr lang="en-US" sz="1100" dirty="0">
                <a:solidFill>
                  <a:schemeClr val="tx1">
                    <a:lumMod val="65000"/>
                    <a:lumOff val="35000"/>
                  </a:schemeClr>
                </a:solidFill>
              </a:rPr>
              <a:t> </a:t>
            </a:r>
            <a:r>
              <a:rPr lang="en-US" sz="1100" dirty="0" err="1">
                <a:solidFill>
                  <a:schemeClr val="tx1">
                    <a:lumMod val="65000"/>
                    <a:lumOff val="35000"/>
                  </a:schemeClr>
                </a:solidFill>
              </a:rPr>
              <a:t>velit</a:t>
            </a:r>
            <a:r>
              <a:rPr lang="en-US" sz="1100" dirty="0">
                <a:solidFill>
                  <a:schemeClr val="tx1">
                    <a:lumMod val="65000"/>
                    <a:lumOff val="35000"/>
                  </a:schemeClr>
                </a:solidFill>
              </a:rPr>
              <a:t> </a:t>
            </a:r>
            <a:r>
              <a:rPr lang="en-US" sz="1100" dirty="0" err="1">
                <a:solidFill>
                  <a:schemeClr val="tx1">
                    <a:lumMod val="65000"/>
                    <a:lumOff val="35000"/>
                  </a:schemeClr>
                </a:solidFill>
              </a:rPr>
              <a:t>esse</a:t>
            </a:r>
            <a:r>
              <a:rPr lang="en-US" sz="1100" dirty="0">
                <a:solidFill>
                  <a:schemeClr val="tx1">
                    <a:lumMod val="65000"/>
                    <a:lumOff val="35000"/>
                  </a:schemeClr>
                </a:solidFill>
              </a:rPr>
              <a:t> </a:t>
            </a:r>
            <a:r>
              <a:rPr lang="en-US" sz="1100" dirty="0" err="1">
                <a:solidFill>
                  <a:schemeClr val="tx1">
                    <a:lumMod val="65000"/>
                    <a:lumOff val="35000"/>
                  </a:schemeClr>
                </a:solidFill>
              </a:rPr>
              <a:t>cillum</a:t>
            </a:r>
            <a:r>
              <a:rPr lang="en-US" sz="1100" dirty="0">
                <a:solidFill>
                  <a:schemeClr val="tx1">
                    <a:lumMod val="65000"/>
                    <a:lumOff val="35000"/>
                  </a:schemeClr>
                </a:solidFill>
              </a:rPr>
              <a:t> </a:t>
            </a:r>
            <a:r>
              <a:rPr lang="en-US" sz="1100" dirty="0" err="1">
                <a:solidFill>
                  <a:schemeClr val="tx1">
                    <a:lumMod val="65000"/>
                    <a:lumOff val="35000"/>
                  </a:schemeClr>
                </a:solidFill>
              </a:rPr>
              <a:t>dolore</a:t>
            </a:r>
            <a:r>
              <a:rPr lang="en-US" sz="1100" dirty="0">
                <a:solidFill>
                  <a:schemeClr val="tx1">
                    <a:lumMod val="65000"/>
                    <a:lumOff val="35000"/>
                  </a:schemeClr>
                </a:solidFill>
              </a:rPr>
              <a:t> </a:t>
            </a:r>
            <a:r>
              <a:rPr lang="en-US" sz="1100" dirty="0" err="1">
                <a:solidFill>
                  <a:schemeClr val="tx1">
                    <a:lumMod val="65000"/>
                    <a:lumOff val="35000"/>
                  </a:schemeClr>
                </a:solidFill>
              </a:rPr>
              <a:t>eu</a:t>
            </a:r>
            <a:r>
              <a:rPr lang="en-US" sz="1100" dirty="0">
                <a:solidFill>
                  <a:schemeClr val="tx1">
                    <a:lumMod val="65000"/>
                    <a:lumOff val="35000"/>
                  </a:schemeClr>
                </a:solidFill>
              </a:rPr>
              <a:t> </a:t>
            </a:r>
            <a:r>
              <a:rPr lang="en-US" sz="1100" dirty="0" err="1">
                <a:solidFill>
                  <a:schemeClr val="tx1">
                    <a:lumMod val="65000"/>
                    <a:lumOff val="35000"/>
                  </a:schemeClr>
                </a:solidFill>
              </a:rPr>
              <a:t>fugiat</a:t>
            </a:r>
            <a:r>
              <a:rPr lang="en-US" sz="1100" dirty="0">
                <a:solidFill>
                  <a:schemeClr val="tx1">
                    <a:lumMod val="65000"/>
                    <a:lumOff val="35000"/>
                  </a:schemeClr>
                </a:solidFill>
              </a:rPr>
              <a:t> </a:t>
            </a: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pariatur</a:t>
            </a:r>
            <a:r>
              <a:rPr lang="en-US" sz="1100" dirty="0">
                <a:solidFill>
                  <a:schemeClr val="tx1">
                    <a:lumMod val="65000"/>
                    <a:lumOff val="35000"/>
                  </a:schemeClr>
                </a:solidFill>
              </a:rPr>
              <a:t>. </a:t>
            </a:r>
            <a:r>
              <a:rPr lang="en-US" sz="1100" dirty="0" err="1">
                <a:solidFill>
                  <a:schemeClr val="tx1">
                    <a:lumMod val="65000"/>
                    <a:lumOff val="35000"/>
                  </a:schemeClr>
                </a:solidFill>
              </a:rPr>
              <a:t>Suspendisse</a:t>
            </a:r>
            <a:r>
              <a:rPr lang="en-US" sz="1100" dirty="0">
                <a:solidFill>
                  <a:schemeClr val="tx1">
                    <a:lumMod val="65000"/>
                    <a:lumOff val="35000"/>
                  </a:schemeClr>
                </a:solidFill>
              </a:rPr>
              <a:t> </a:t>
            </a:r>
            <a:r>
              <a:rPr lang="en-US" sz="1100" dirty="0" err="1">
                <a:solidFill>
                  <a:schemeClr val="tx1">
                    <a:lumMod val="65000"/>
                    <a:lumOff val="35000"/>
                  </a:schemeClr>
                </a:solidFill>
              </a:rPr>
              <a:t>nisl</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ante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molestie</a:t>
            </a:r>
            <a:r>
              <a:rPr lang="en-US" sz="1100" dirty="0">
                <a:solidFill>
                  <a:schemeClr val="tx1">
                    <a:lumMod val="65000"/>
                    <a:lumOff val="35000"/>
                  </a:schemeClr>
                </a:solidFill>
              </a:rPr>
              <a:t> vitae </a:t>
            </a:r>
            <a:r>
              <a:rPr lang="en-US" sz="1100" dirty="0" err="1">
                <a:solidFill>
                  <a:schemeClr val="tx1">
                    <a:lumMod val="65000"/>
                    <a:lumOff val="35000"/>
                  </a:schemeClr>
                </a:solidFill>
              </a:rPr>
              <a:t>vehicula</a:t>
            </a:r>
            <a:r>
              <a:rPr lang="en-US" sz="1100" dirty="0">
                <a:solidFill>
                  <a:schemeClr val="tx1">
                    <a:lumMod val="65000"/>
                    <a:lumOff val="35000"/>
                  </a:schemeClr>
                </a:solidFill>
              </a:rPr>
              <a:t> </a:t>
            </a:r>
            <a:r>
              <a:rPr lang="en-US" sz="1100" dirty="0" err="1">
                <a:solidFill>
                  <a:schemeClr val="tx1">
                    <a:lumMod val="65000"/>
                    <a:lumOff val="35000"/>
                  </a:schemeClr>
                </a:solidFill>
              </a:rPr>
              <a:t>venenatis</a:t>
            </a:r>
            <a:r>
              <a:rPr lang="en-US" sz="1100" dirty="0">
                <a:solidFill>
                  <a:schemeClr val="tx1">
                    <a:lumMod val="65000"/>
                    <a:lumOff val="35000"/>
                  </a:schemeClr>
                </a:solidFill>
              </a:rPr>
              <a:t>, </a:t>
            </a:r>
            <a:endParaRPr lang="id-ID" sz="1100" dirty="0">
              <a:solidFill>
                <a:schemeClr val="tx1">
                  <a:lumMod val="65000"/>
                  <a:lumOff val="35000"/>
                </a:schemeClr>
              </a:solidFill>
            </a:endParaRPr>
          </a:p>
        </p:txBody>
      </p:sp>
      <p:sp>
        <p:nvSpPr>
          <p:cNvPr id="24" name="TextBox 23">
            <a:extLst>
              <a:ext uri="{FF2B5EF4-FFF2-40B4-BE49-F238E27FC236}">
                <a16:creationId xmlns:a16="http://schemas.microsoft.com/office/drawing/2014/main" id="{EFBD5756-04F0-519E-0B39-62FEFEDC7ADB}"/>
              </a:ext>
            </a:extLst>
          </p:cNvPr>
          <p:cNvSpPr txBox="1"/>
          <p:nvPr/>
        </p:nvSpPr>
        <p:spPr>
          <a:xfrm>
            <a:off x="654900" y="1969267"/>
            <a:ext cx="876986" cy="769441"/>
          </a:xfrm>
          <a:prstGeom prst="rect">
            <a:avLst/>
          </a:prstGeom>
          <a:noFill/>
        </p:spPr>
        <p:txBody>
          <a:bodyPr wrap="square" rtlCol="0">
            <a:spAutoFit/>
          </a:bodyPr>
          <a:lstStyle/>
          <a:p>
            <a:pPr algn="ctr"/>
            <a:r>
              <a:rPr lang="en-US" sz="4400" b="1" dirty="0">
                <a:solidFill>
                  <a:schemeClr val="bg1"/>
                </a:solidFill>
              </a:rPr>
              <a:t>1</a:t>
            </a:r>
          </a:p>
        </p:txBody>
      </p:sp>
      <p:sp>
        <p:nvSpPr>
          <p:cNvPr id="25" name="TextBox 24">
            <a:extLst>
              <a:ext uri="{FF2B5EF4-FFF2-40B4-BE49-F238E27FC236}">
                <a16:creationId xmlns:a16="http://schemas.microsoft.com/office/drawing/2014/main" id="{6C7BE579-796C-01FB-C9F4-1BCE7A9D27FE}"/>
              </a:ext>
            </a:extLst>
          </p:cNvPr>
          <p:cNvSpPr txBox="1"/>
          <p:nvPr/>
        </p:nvSpPr>
        <p:spPr>
          <a:xfrm>
            <a:off x="668989" y="4574045"/>
            <a:ext cx="876986" cy="769441"/>
          </a:xfrm>
          <a:prstGeom prst="rect">
            <a:avLst/>
          </a:prstGeom>
          <a:noFill/>
        </p:spPr>
        <p:txBody>
          <a:bodyPr wrap="square" rtlCol="0">
            <a:spAutoFit/>
          </a:bodyPr>
          <a:lstStyle/>
          <a:p>
            <a:pPr algn="ctr"/>
            <a:r>
              <a:rPr lang="en-US" sz="4400" b="1" dirty="0">
                <a:solidFill>
                  <a:schemeClr val="bg1"/>
                </a:solidFill>
              </a:rPr>
              <a:t>2</a:t>
            </a:r>
          </a:p>
        </p:txBody>
      </p:sp>
      <p:sp>
        <p:nvSpPr>
          <p:cNvPr id="26" name="TextBox 25">
            <a:extLst>
              <a:ext uri="{FF2B5EF4-FFF2-40B4-BE49-F238E27FC236}">
                <a16:creationId xmlns:a16="http://schemas.microsoft.com/office/drawing/2014/main" id="{D761388E-E908-6AFB-9DA2-DE89E0EFEB3D}"/>
              </a:ext>
            </a:extLst>
          </p:cNvPr>
          <p:cNvSpPr txBox="1"/>
          <p:nvPr/>
        </p:nvSpPr>
        <p:spPr>
          <a:xfrm>
            <a:off x="6377624" y="1979777"/>
            <a:ext cx="876986" cy="769441"/>
          </a:xfrm>
          <a:prstGeom prst="rect">
            <a:avLst/>
          </a:prstGeom>
          <a:noFill/>
        </p:spPr>
        <p:txBody>
          <a:bodyPr wrap="square" rtlCol="0">
            <a:spAutoFit/>
          </a:bodyPr>
          <a:lstStyle/>
          <a:p>
            <a:pPr algn="ctr"/>
            <a:r>
              <a:rPr lang="en-US" sz="4400" b="1" dirty="0">
                <a:solidFill>
                  <a:schemeClr val="bg1"/>
                </a:solidFill>
              </a:rPr>
              <a:t>3</a:t>
            </a:r>
          </a:p>
        </p:txBody>
      </p:sp>
      <p:sp>
        <p:nvSpPr>
          <p:cNvPr id="27" name="TextBox 26">
            <a:extLst>
              <a:ext uri="{FF2B5EF4-FFF2-40B4-BE49-F238E27FC236}">
                <a16:creationId xmlns:a16="http://schemas.microsoft.com/office/drawing/2014/main" id="{6CB4600A-DD36-2B89-FBB5-1C728509448F}"/>
              </a:ext>
            </a:extLst>
          </p:cNvPr>
          <p:cNvSpPr txBox="1"/>
          <p:nvPr/>
        </p:nvSpPr>
        <p:spPr>
          <a:xfrm>
            <a:off x="6391713" y="4584555"/>
            <a:ext cx="876986" cy="769441"/>
          </a:xfrm>
          <a:prstGeom prst="rect">
            <a:avLst/>
          </a:prstGeom>
          <a:noFill/>
        </p:spPr>
        <p:txBody>
          <a:bodyPr wrap="square" rtlCol="0">
            <a:spAutoFit/>
          </a:bodyPr>
          <a:lstStyle/>
          <a:p>
            <a:pPr algn="ctr"/>
            <a:r>
              <a:rPr lang="en-US" sz="4400" b="1" dirty="0">
                <a:solidFill>
                  <a:schemeClr val="bg1"/>
                </a:solidFill>
              </a:rPr>
              <a:t>4</a:t>
            </a:r>
          </a:p>
        </p:txBody>
      </p:sp>
      <p:sp>
        <p:nvSpPr>
          <p:cNvPr id="20" name="Slide Number Placeholder 1">
            <a:extLst>
              <a:ext uri="{FF2B5EF4-FFF2-40B4-BE49-F238E27FC236}">
                <a16:creationId xmlns:a16="http://schemas.microsoft.com/office/drawing/2014/main" id="{ECA51E4F-6592-7C97-088D-EB9AA2B87406}"/>
              </a:ext>
            </a:extLst>
          </p:cNvPr>
          <p:cNvSpPr txBox="1">
            <a:spLocks/>
          </p:cNvSpPr>
          <p:nvPr/>
        </p:nvSpPr>
        <p:spPr>
          <a:xfrm>
            <a:off x="4718816" y="6433021"/>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737D3DD-0AB3-4F16-99FA-6262B2B4036D}" type="slidenum">
              <a:rPr lang="en-MY" sz="1400" smtClean="0"/>
              <a:pPr algn="ctr"/>
              <a:t>14</a:t>
            </a:fld>
            <a:endParaRPr lang="en-MY" sz="1400" dirty="0"/>
          </a:p>
        </p:txBody>
      </p:sp>
    </p:spTree>
    <p:extLst>
      <p:ext uri="{BB962C8B-B14F-4D97-AF65-F5344CB8AC3E}">
        <p14:creationId xmlns:p14="http://schemas.microsoft.com/office/powerpoint/2010/main" val="3587775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par>
                          <p:cTn id="11" fill="hold">
                            <p:stCondLst>
                              <p:cond delay="500"/>
                            </p:stCondLst>
                            <p:childTnLst>
                              <p:par>
                                <p:cTn id="12" presetID="49" presetClass="entr" presetSubtype="0" decel="10000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 calcmode="lin" valueType="num">
                                      <p:cBhvr>
                                        <p:cTn id="16" dur="500" fill="hold"/>
                                        <p:tgtEl>
                                          <p:spTgt spid="5"/>
                                        </p:tgtEl>
                                        <p:attrNameLst>
                                          <p:attrName>style.rotation</p:attrName>
                                        </p:attrNameLst>
                                      </p:cBhvr>
                                      <p:tavLst>
                                        <p:tav tm="0">
                                          <p:val>
                                            <p:fltVal val="360"/>
                                          </p:val>
                                        </p:tav>
                                        <p:tav tm="100000">
                                          <p:val>
                                            <p:fltVal val="0"/>
                                          </p:val>
                                        </p:tav>
                                      </p:tavLst>
                                    </p:anim>
                                    <p:animEffect transition="in" filter="fade">
                                      <p:cBhvr>
                                        <p:cTn id="17" dur="500"/>
                                        <p:tgtEl>
                                          <p:spTgt spid="5"/>
                                        </p:tgtEl>
                                      </p:cBhvr>
                                    </p:animEffect>
                                  </p:childTnLst>
                                </p:cTn>
                              </p:par>
                            </p:childTnLst>
                          </p:cTn>
                        </p:par>
                        <p:par>
                          <p:cTn id="18" fill="hold">
                            <p:stCondLst>
                              <p:cond delay="1000"/>
                            </p:stCondLst>
                            <p:childTnLst>
                              <p:par>
                                <p:cTn id="19" presetID="49" presetClass="entr" presetSubtype="0" decel="10000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 calcmode="lin" valueType="num">
                                      <p:cBhvr>
                                        <p:cTn id="23" dur="500" fill="hold"/>
                                        <p:tgtEl>
                                          <p:spTgt spid="6"/>
                                        </p:tgtEl>
                                        <p:attrNameLst>
                                          <p:attrName>style.rotation</p:attrName>
                                        </p:attrNameLst>
                                      </p:cBhvr>
                                      <p:tavLst>
                                        <p:tav tm="0">
                                          <p:val>
                                            <p:fltVal val="360"/>
                                          </p:val>
                                        </p:tav>
                                        <p:tav tm="100000">
                                          <p:val>
                                            <p:fltVal val="0"/>
                                          </p:val>
                                        </p:tav>
                                      </p:tavLst>
                                    </p:anim>
                                    <p:animEffect transition="in" filter="fade">
                                      <p:cBhvr>
                                        <p:cTn id="24" dur="500"/>
                                        <p:tgtEl>
                                          <p:spTgt spid="6"/>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par>
                          <p:cTn id="29" fill="hold">
                            <p:stCondLst>
                              <p:cond delay="2000"/>
                            </p:stCondLst>
                            <p:childTnLst>
                              <p:par>
                                <p:cTn id="30" presetID="49" presetClass="entr" presetSubtype="0" decel="100000" fill="hold" grpId="1" nodeType="after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fltVal val="0"/>
                                          </p:val>
                                        </p:tav>
                                        <p:tav tm="100000">
                                          <p:val>
                                            <p:strVal val="#ppt_w"/>
                                          </p:val>
                                        </p:tav>
                                      </p:tavLst>
                                    </p:anim>
                                    <p:anim calcmode="lin" valueType="num">
                                      <p:cBhvr>
                                        <p:cTn id="33" dur="500" fill="hold"/>
                                        <p:tgtEl>
                                          <p:spTgt spid="7"/>
                                        </p:tgtEl>
                                        <p:attrNameLst>
                                          <p:attrName>ppt_h</p:attrName>
                                        </p:attrNameLst>
                                      </p:cBhvr>
                                      <p:tavLst>
                                        <p:tav tm="0">
                                          <p:val>
                                            <p:fltVal val="0"/>
                                          </p:val>
                                        </p:tav>
                                        <p:tav tm="100000">
                                          <p:val>
                                            <p:strVal val="#ppt_h"/>
                                          </p:val>
                                        </p:tav>
                                      </p:tavLst>
                                    </p:anim>
                                    <p:anim calcmode="lin" valueType="num">
                                      <p:cBhvr>
                                        <p:cTn id="34" dur="500" fill="hold"/>
                                        <p:tgtEl>
                                          <p:spTgt spid="7"/>
                                        </p:tgtEl>
                                        <p:attrNameLst>
                                          <p:attrName>style.rotation</p:attrName>
                                        </p:attrNameLst>
                                      </p:cBhvr>
                                      <p:tavLst>
                                        <p:tav tm="0">
                                          <p:val>
                                            <p:fltVal val="360"/>
                                          </p:val>
                                        </p:tav>
                                        <p:tav tm="100000">
                                          <p:val>
                                            <p:fltVal val="0"/>
                                          </p:val>
                                        </p:tav>
                                      </p:tavLst>
                                    </p:anim>
                                    <p:animEffect transition="in" filter="fad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7"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09837540-E4C2-F0C0-3CDC-9AFEFBA53A73}"/>
              </a:ext>
            </a:extLst>
          </p:cNvPr>
          <p:cNvCxnSpPr>
            <a:cxnSpLocks/>
          </p:cNvCxnSpPr>
          <p:nvPr/>
        </p:nvCxnSpPr>
        <p:spPr>
          <a:xfrm>
            <a:off x="1165289" y="3252737"/>
            <a:ext cx="9316103" cy="0"/>
          </a:xfrm>
          <a:prstGeom prst="line">
            <a:avLst/>
          </a:prstGeom>
          <a:ln w="28575">
            <a:solidFill>
              <a:schemeClr val="tx1">
                <a:lumMod val="25000"/>
                <a:lumOff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5FED4DCB-5022-6CCC-9A89-7B117517164F}"/>
              </a:ext>
            </a:extLst>
          </p:cNvPr>
          <p:cNvSpPr/>
          <p:nvPr/>
        </p:nvSpPr>
        <p:spPr>
          <a:xfrm>
            <a:off x="1039559" y="2692157"/>
            <a:ext cx="962786" cy="962786"/>
          </a:xfrm>
          <a:prstGeom prst="ellipse">
            <a:avLst/>
          </a:prstGeom>
          <a:solidFill>
            <a:srgbClr val="580C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4" name="Oval 3">
            <a:extLst>
              <a:ext uri="{FF2B5EF4-FFF2-40B4-BE49-F238E27FC236}">
                <a16:creationId xmlns:a16="http://schemas.microsoft.com/office/drawing/2014/main" id="{0C309F15-D58E-1258-C9D1-121F9D4C18D4}"/>
              </a:ext>
            </a:extLst>
          </p:cNvPr>
          <p:cNvSpPr/>
          <p:nvPr/>
        </p:nvSpPr>
        <p:spPr>
          <a:xfrm>
            <a:off x="3968443" y="2639948"/>
            <a:ext cx="961128" cy="96278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5" name="Oval 4">
            <a:extLst>
              <a:ext uri="{FF2B5EF4-FFF2-40B4-BE49-F238E27FC236}">
                <a16:creationId xmlns:a16="http://schemas.microsoft.com/office/drawing/2014/main" id="{803B436C-F8EF-F365-ACD8-49007F0D06CD}"/>
              </a:ext>
            </a:extLst>
          </p:cNvPr>
          <p:cNvSpPr/>
          <p:nvPr/>
        </p:nvSpPr>
        <p:spPr>
          <a:xfrm>
            <a:off x="7094841" y="2639948"/>
            <a:ext cx="961128" cy="962786"/>
          </a:xfrm>
          <a:prstGeom prst="ellipse">
            <a:avLst/>
          </a:prstGeom>
          <a:solidFill>
            <a:srgbClr val="C5223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Oval 5">
            <a:extLst>
              <a:ext uri="{FF2B5EF4-FFF2-40B4-BE49-F238E27FC236}">
                <a16:creationId xmlns:a16="http://schemas.microsoft.com/office/drawing/2014/main" id="{722EA05A-3A45-C435-4240-952BFACB0C74}"/>
              </a:ext>
            </a:extLst>
          </p:cNvPr>
          <p:cNvSpPr/>
          <p:nvPr/>
        </p:nvSpPr>
        <p:spPr>
          <a:xfrm>
            <a:off x="9936539" y="2681889"/>
            <a:ext cx="962785" cy="962786"/>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nvGrpSpPr>
          <p:cNvPr id="7" name="Group 6">
            <a:extLst>
              <a:ext uri="{FF2B5EF4-FFF2-40B4-BE49-F238E27FC236}">
                <a16:creationId xmlns:a16="http://schemas.microsoft.com/office/drawing/2014/main" id="{97496A22-8F9F-D8EC-6BF1-2AE56786274E}"/>
              </a:ext>
            </a:extLst>
          </p:cNvPr>
          <p:cNvGrpSpPr/>
          <p:nvPr/>
        </p:nvGrpSpPr>
        <p:grpSpPr>
          <a:xfrm>
            <a:off x="4188656" y="2925622"/>
            <a:ext cx="528099" cy="545068"/>
            <a:chOff x="2500313" y="3883026"/>
            <a:chExt cx="395287" cy="407988"/>
          </a:xfrm>
          <a:solidFill>
            <a:schemeClr val="bg1"/>
          </a:solidFill>
        </p:grpSpPr>
        <p:sp>
          <p:nvSpPr>
            <p:cNvPr id="8" name="Freeform 9">
              <a:extLst>
                <a:ext uri="{FF2B5EF4-FFF2-40B4-BE49-F238E27FC236}">
                  <a16:creationId xmlns:a16="http://schemas.microsoft.com/office/drawing/2014/main" id="{C6DA71EA-42C5-EEA0-1640-4FE89A0D9DD1}"/>
                </a:ext>
              </a:extLst>
            </p:cNvPr>
            <p:cNvSpPr>
              <a:spLocks/>
            </p:cNvSpPr>
            <p:nvPr/>
          </p:nvSpPr>
          <p:spPr bwMode="auto">
            <a:xfrm>
              <a:off x="2500313" y="4076701"/>
              <a:ext cx="261937" cy="214313"/>
            </a:xfrm>
            <a:custGeom>
              <a:avLst/>
              <a:gdLst>
                <a:gd name="T0" fmla="*/ 35 w 72"/>
                <a:gd name="T1" fmla="*/ 1 h 57"/>
                <a:gd name="T2" fmla="*/ 0 w 72"/>
                <a:gd name="T3" fmla="*/ 42 h 57"/>
                <a:gd name="T4" fmla="*/ 70 w 72"/>
                <a:gd name="T5" fmla="*/ 45 h 57"/>
                <a:gd name="T6" fmla="*/ 35 w 72"/>
                <a:gd name="T7" fmla="*/ 1 h 57"/>
              </a:gdLst>
              <a:ahLst/>
              <a:cxnLst>
                <a:cxn ang="0">
                  <a:pos x="T0" y="T1"/>
                </a:cxn>
                <a:cxn ang="0">
                  <a:pos x="T2" y="T3"/>
                </a:cxn>
                <a:cxn ang="0">
                  <a:pos x="T4" y="T5"/>
                </a:cxn>
                <a:cxn ang="0">
                  <a:pos x="T6" y="T7"/>
                </a:cxn>
              </a:cxnLst>
              <a:rect l="0" t="0" r="r" b="b"/>
              <a:pathLst>
                <a:path w="72" h="57">
                  <a:moveTo>
                    <a:pt x="35" y="1"/>
                  </a:moveTo>
                  <a:cubicBezTo>
                    <a:pt x="2" y="0"/>
                    <a:pt x="0" y="42"/>
                    <a:pt x="0" y="42"/>
                  </a:cubicBezTo>
                  <a:cubicBezTo>
                    <a:pt x="20" y="57"/>
                    <a:pt x="70" y="45"/>
                    <a:pt x="70" y="45"/>
                  </a:cubicBezTo>
                  <a:cubicBezTo>
                    <a:pt x="71" y="44"/>
                    <a:pt x="72" y="2"/>
                    <a:pt x="3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9" name="Freeform 10">
              <a:extLst>
                <a:ext uri="{FF2B5EF4-FFF2-40B4-BE49-F238E27FC236}">
                  <a16:creationId xmlns:a16="http://schemas.microsoft.com/office/drawing/2014/main" id="{90897CD0-6A1E-0992-D8D7-7C61AEF3F05D}"/>
                </a:ext>
              </a:extLst>
            </p:cNvPr>
            <p:cNvSpPr>
              <a:spLocks/>
            </p:cNvSpPr>
            <p:nvPr/>
          </p:nvSpPr>
          <p:spPr bwMode="auto">
            <a:xfrm>
              <a:off x="2547938" y="3927476"/>
              <a:ext cx="147637" cy="138113"/>
            </a:xfrm>
            <a:custGeom>
              <a:avLst/>
              <a:gdLst>
                <a:gd name="T0" fmla="*/ 31 w 41"/>
                <a:gd name="T1" fmla="*/ 5 h 37"/>
                <a:gd name="T2" fmla="*/ 18 w 41"/>
                <a:gd name="T3" fmla="*/ 1 h 37"/>
                <a:gd name="T4" fmla="*/ 1 w 41"/>
                <a:gd name="T5" fmla="*/ 20 h 37"/>
                <a:gd name="T6" fmla="*/ 21 w 41"/>
                <a:gd name="T7" fmla="*/ 36 h 37"/>
                <a:gd name="T8" fmla="*/ 36 w 41"/>
                <a:gd name="T9" fmla="*/ 25 h 37"/>
                <a:gd name="T10" fmla="*/ 31 w 41"/>
                <a:gd name="T11" fmla="*/ 5 h 37"/>
              </a:gdLst>
              <a:ahLst/>
              <a:cxnLst>
                <a:cxn ang="0">
                  <a:pos x="T0" y="T1"/>
                </a:cxn>
                <a:cxn ang="0">
                  <a:pos x="T2" y="T3"/>
                </a:cxn>
                <a:cxn ang="0">
                  <a:pos x="T4" y="T5"/>
                </a:cxn>
                <a:cxn ang="0">
                  <a:pos x="T6" y="T7"/>
                </a:cxn>
                <a:cxn ang="0">
                  <a:pos x="T8" y="T9"/>
                </a:cxn>
                <a:cxn ang="0">
                  <a:pos x="T10" y="T11"/>
                </a:cxn>
              </a:cxnLst>
              <a:rect l="0" t="0" r="r" b="b"/>
              <a:pathLst>
                <a:path w="41" h="37">
                  <a:moveTo>
                    <a:pt x="31" y="5"/>
                  </a:moveTo>
                  <a:cubicBezTo>
                    <a:pt x="28" y="2"/>
                    <a:pt x="23" y="0"/>
                    <a:pt x="18" y="1"/>
                  </a:cubicBezTo>
                  <a:cubicBezTo>
                    <a:pt x="8" y="2"/>
                    <a:pt x="0" y="10"/>
                    <a:pt x="1" y="20"/>
                  </a:cubicBezTo>
                  <a:cubicBezTo>
                    <a:pt x="2" y="30"/>
                    <a:pt x="11" y="37"/>
                    <a:pt x="21" y="36"/>
                  </a:cubicBezTo>
                  <a:cubicBezTo>
                    <a:pt x="28" y="35"/>
                    <a:pt x="34" y="31"/>
                    <a:pt x="36" y="25"/>
                  </a:cubicBezTo>
                  <a:cubicBezTo>
                    <a:pt x="41" y="13"/>
                    <a:pt x="32" y="4"/>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0" name="Freeform 11">
              <a:extLst>
                <a:ext uri="{FF2B5EF4-FFF2-40B4-BE49-F238E27FC236}">
                  <a16:creationId xmlns:a16="http://schemas.microsoft.com/office/drawing/2014/main" id="{9790DF4A-E7F4-D5D8-D65D-28EA792AE67B}"/>
                </a:ext>
              </a:extLst>
            </p:cNvPr>
            <p:cNvSpPr>
              <a:spLocks noEditPoints="1"/>
            </p:cNvSpPr>
            <p:nvPr/>
          </p:nvSpPr>
          <p:spPr bwMode="auto">
            <a:xfrm>
              <a:off x="2663825" y="3883026"/>
              <a:ext cx="231775" cy="193675"/>
            </a:xfrm>
            <a:custGeom>
              <a:avLst/>
              <a:gdLst>
                <a:gd name="T0" fmla="*/ 42 w 64"/>
                <a:gd name="T1" fmla="*/ 0 h 52"/>
                <a:gd name="T2" fmla="*/ 20 w 64"/>
                <a:gd name="T3" fmla="*/ 0 h 52"/>
                <a:gd name="T4" fmla="*/ 0 w 64"/>
                <a:gd name="T5" fmla="*/ 14 h 52"/>
                <a:gd name="T6" fmla="*/ 8 w 64"/>
                <a:gd name="T7" fmla="*/ 24 h 52"/>
                <a:gd name="T8" fmla="*/ 7 w 64"/>
                <a:gd name="T9" fmla="*/ 40 h 52"/>
                <a:gd name="T10" fmla="*/ 15 w 64"/>
                <a:gd name="T11" fmla="*/ 44 h 52"/>
                <a:gd name="T12" fmla="*/ 8 w 64"/>
                <a:gd name="T13" fmla="*/ 52 h 52"/>
                <a:gd name="T14" fmla="*/ 27 w 64"/>
                <a:gd name="T15" fmla="*/ 44 h 52"/>
                <a:gd name="T16" fmla="*/ 42 w 64"/>
                <a:gd name="T17" fmla="*/ 44 h 52"/>
                <a:gd name="T18" fmla="*/ 64 w 64"/>
                <a:gd name="T19" fmla="*/ 23 h 52"/>
                <a:gd name="T20" fmla="*/ 64 w 64"/>
                <a:gd name="T21" fmla="*/ 22 h 52"/>
                <a:gd name="T22" fmla="*/ 42 w 64"/>
                <a:gd name="T23" fmla="*/ 0 h 52"/>
                <a:gd name="T24" fmla="*/ 48 w 64"/>
                <a:gd name="T25" fmla="*/ 29 h 52"/>
                <a:gd name="T26" fmla="*/ 14 w 64"/>
                <a:gd name="T27" fmla="*/ 29 h 52"/>
                <a:gd name="T28" fmla="*/ 14 w 64"/>
                <a:gd name="T29" fmla="*/ 24 h 52"/>
                <a:gd name="T30" fmla="*/ 48 w 64"/>
                <a:gd name="T31" fmla="*/ 24 h 52"/>
                <a:gd name="T32" fmla="*/ 48 w 64"/>
                <a:gd name="T33" fmla="*/ 29 h 52"/>
                <a:gd name="T34" fmla="*/ 48 w 64"/>
                <a:gd name="T35" fmla="*/ 20 h 52"/>
                <a:gd name="T36" fmla="*/ 14 w 64"/>
                <a:gd name="T37" fmla="*/ 20 h 52"/>
                <a:gd name="T38" fmla="*/ 14 w 64"/>
                <a:gd name="T39" fmla="*/ 16 h 52"/>
                <a:gd name="T40" fmla="*/ 48 w 64"/>
                <a:gd name="T41" fmla="*/ 16 h 52"/>
                <a:gd name="T42" fmla="*/ 48 w 64"/>
                <a:gd name="T43" fmla="*/ 2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 h="52">
                  <a:moveTo>
                    <a:pt x="42" y="0"/>
                  </a:moveTo>
                  <a:cubicBezTo>
                    <a:pt x="20" y="0"/>
                    <a:pt x="20" y="0"/>
                    <a:pt x="20" y="0"/>
                  </a:cubicBezTo>
                  <a:cubicBezTo>
                    <a:pt x="11" y="0"/>
                    <a:pt x="4" y="6"/>
                    <a:pt x="0" y="14"/>
                  </a:cubicBezTo>
                  <a:cubicBezTo>
                    <a:pt x="2" y="15"/>
                    <a:pt x="7" y="18"/>
                    <a:pt x="8" y="24"/>
                  </a:cubicBezTo>
                  <a:cubicBezTo>
                    <a:pt x="10" y="29"/>
                    <a:pt x="10" y="35"/>
                    <a:pt x="7" y="40"/>
                  </a:cubicBezTo>
                  <a:cubicBezTo>
                    <a:pt x="9" y="42"/>
                    <a:pt x="11" y="43"/>
                    <a:pt x="15" y="44"/>
                  </a:cubicBezTo>
                  <a:cubicBezTo>
                    <a:pt x="8" y="52"/>
                    <a:pt x="8" y="52"/>
                    <a:pt x="8" y="52"/>
                  </a:cubicBezTo>
                  <a:cubicBezTo>
                    <a:pt x="27" y="44"/>
                    <a:pt x="27" y="44"/>
                    <a:pt x="27" y="44"/>
                  </a:cubicBezTo>
                  <a:cubicBezTo>
                    <a:pt x="42" y="44"/>
                    <a:pt x="42" y="44"/>
                    <a:pt x="42" y="44"/>
                  </a:cubicBezTo>
                  <a:cubicBezTo>
                    <a:pt x="54" y="44"/>
                    <a:pt x="64" y="35"/>
                    <a:pt x="64" y="23"/>
                  </a:cubicBezTo>
                  <a:cubicBezTo>
                    <a:pt x="64" y="22"/>
                    <a:pt x="64" y="22"/>
                    <a:pt x="64" y="22"/>
                  </a:cubicBezTo>
                  <a:cubicBezTo>
                    <a:pt x="64" y="10"/>
                    <a:pt x="54" y="0"/>
                    <a:pt x="42" y="0"/>
                  </a:cubicBezTo>
                  <a:close/>
                  <a:moveTo>
                    <a:pt x="48" y="29"/>
                  </a:moveTo>
                  <a:cubicBezTo>
                    <a:pt x="14" y="29"/>
                    <a:pt x="14" y="29"/>
                    <a:pt x="14" y="29"/>
                  </a:cubicBezTo>
                  <a:cubicBezTo>
                    <a:pt x="14" y="24"/>
                    <a:pt x="14" y="24"/>
                    <a:pt x="14" y="24"/>
                  </a:cubicBezTo>
                  <a:cubicBezTo>
                    <a:pt x="48" y="24"/>
                    <a:pt x="48" y="24"/>
                    <a:pt x="48" y="24"/>
                  </a:cubicBezTo>
                  <a:lnTo>
                    <a:pt x="48" y="29"/>
                  </a:lnTo>
                  <a:close/>
                  <a:moveTo>
                    <a:pt x="48" y="20"/>
                  </a:moveTo>
                  <a:cubicBezTo>
                    <a:pt x="14" y="20"/>
                    <a:pt x="14" y="20"/>
                    <a:pt x="14" y="20"/>
                  </a:cubicBezTo>
                  <a:cubicBezTo>
                    <a:pt x="14" y="16"/>
                    <a:pt x="14" y="16"/>
                    <a:pt x="14" y="16"/>
                  </a:cubicBezTo>
                  <a:cubicBezTo>
                    <a:pt x="48" y="16"/>
                    <a:pt x="48" y="16"/>
                    <a:pt x="48" y="16"/>
                  </a:cubicBezTo>
                  <a:lnTo>
                    <a:pt x="48"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11" name="Freeform 13">
            <a:extLst>
              <a:ext uri="{FF2B5EF4-FFF2-40B4-BE49-F238E27FC236}">
                <a16:creationId xmlns:a16="http://schemas.microsoft.com/office/drawing/2014/main" id="{07D7B311-CF2D-C900-2EED-F5926C854053}"/>
              </a:ext>
            </a:extLst>
          </p:cNvPr>
          <p:cNvSpPr>
            <a:spLocks noEditPoints="1"/>
          </p:cNvSpPr>
          <p:nvPr/>
        </p:nvSpPr>
        <p:spPr bwMode="auto">
          <a:xfrm>
            <a:off x="7322495" y="2900262"/>
            <a:ext cx="596675" cy="528805"/>
          </a:xfrm>
          <a:custGeom>
            <a:avLst/>
            <a:gdLst>
              <a:gd name="T0" fmla="*/ 2 w 123"/>
              <a:gd name="T1" fmla="*/ 52 h 106"/>
              <a:gd name="T2" fmla="*/ 23 w 123"/>
              <a:gd name="T3" fmla="*/ 65 h 106"/>
              <a:gd name="T4" fmla="*/ 36 w 123"/>
              <a:gd name="T5" fmla="*/ 66 h 106"/>
              <a:gd name="T6" fmla="*/ 38 w 123"/>
              <a:gd name="T7" fmla="*/ 80 h 106"/>
              <a:gd name="T8" fmla="*/ 42 w 123"/>
              <a:gd name="T9" fmla="*/ 96 h 106"/>
              <a:gd name="T10" fmla="*/ 54 w 123"/>
              <a:gd name="T11" fmla="*/ 104 h 106"/>
              <a:gd name="T12" fmla="*/ 66 w 123"/>
              <a:gd name="T13" fmla="*/ 92 h 106"/>
              <a:gd name="T14" fmla="*/ 60 w 123"/>
              <a:gd name="T15" fmla="*/ 66 h 106"/>
              <a:gd name="T16" fmla="*/ 80 w 123"/>
              <a:gd name="T17" fmla="*/ 72 h 106"/>
              <a:gd name="T18" fmla="*/ 100 w 123"/>
              <a:gd name="T19" fmla="*/ 80 h 106"/>
              <a:gd name="T20" fmla="*/ 110 w 123"/>
              <a:gd name="T21" fmla="*/ 13 h 106"/>
              <a:gd name="T22" fmla="*/ 85 w 123"/>
              <a:gd name="T23" fmla="*/ 13 h 106"/>
              <a:gd name="T24" fmla="*/ 21 w 123"/>
              <a:gd name="T25" fmla="*/ 22 h 106"/>
              <a:gd name="T26" fmla="*/ 1 w 123"/>
              <a:gd name="T27" fmla="*/ 39 h 106"/>
              <a:gd name="T28" fmla="*/ 2 w 123"/>
              <a:gd name="T29" fmla="*/ 52 h 106"/>
              <a:gd name="T30" fmla="*/ 86 w 123"/>
              <a:gd name="T31" fmla="*/ 33 h 106"/>
              <a:gd name="T32" fmla="*/ 97 w 123"/>
              <a:gd name="T33" fmla="*/ 14 h 106"/>
              <a:gd name="T34" fmla="*/ 112 w 123"/>
              <a:gd name="T35" fmla="*/ 43 h 106"/>
              <a:gd name="T36" fmla="*/ 95 w 123"/>
              <a:gd name="T37" fmla="*/ 73 h 106"/>
              <a:gd name="T38" fmla="*/ 86 w 123"/>
              <a:gd name="T39" fmla="*/ 55 h 106"/>
              <a:gd name="T40" fmla="*/ 99 w 123"/>
              <a:gd name="T41" fmla="*/ 42 h 106"/>
              <a:gd name="T42" fmla="*/ 86 w 123"/>
              <a:gd name="T43" fmla="*/ 3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3" h="106">
                <a:moveTo>
                  <a:pt x="2" y="52"/>
                </a:moveTo>
                <a:cubicBezTo>
                  <a:pt x="8" y="65"/>
                  <a:pt x="23" y="65"/>
                  <a:pt x="23" y="65"/>
                </a:cubicBezTo>
                <a:cubicBezTo>
                  <a:pt x="36" y="66"/>
                  <a:pt x="36" y="66"/>
                  <a:pt x="36" y="66"/>
                </a:cubicBezTo>
                <a:cubicBezTo>
                  <a:pt x="36" y="66"/>
                  <a:pt x="37" y="73"/>
                  <a:pt x="38" y="80"/>
                </a:cubicBezTo>
                <a:cubicBezTo>
                  <a:pt x="42" y="96"/>
                  <a:pt x="42" y="96"/>
                  <a:pt x="42" y="96"/>
                </a:cubicBezTo>
                <a:cubicBezTo>
                  <a:pt x="42" y="96"/>
                  <a:pt x="43" y="106"/>
                  <a:pt x="54" y="104"/>
                </a:cubicBezTo>
                <a:cubicBezTo>
                  <a:pt x="70" y="101"/>
                  <a:pt x="66" y="92"/>
                  <a:pt x="66" y="92"/>
                </a:cubicBezTo>
                <a:cubicBezTo>
                  <a:pt x="60" y="66"/>
                  <a:pt x="60" y="66"/>
                  <a:pt x="60" y="66"/>
                </a:cubicBezTo>
                <a:cubicBezTo>
                  <a:pt x="60" y="66"/>
                  <a:pt x="73" y="66"/>
                  <a:pt x="80" y="72"/>
                </a:cubicBezTo>
                <a:cubicBezTo>
                  <a:pt x="84" y="76"/>
                  <a:pt x="90" y="80"/>
                  <a:pt x="100" y="80"/>
                </a:cubicBezTo>
                <a:cubicBezTo>
                  <a:pt x="123" y="79"/>
                  <a:pt x="118" y="27"/>
                  <a:pt x="110" y="13"/>
                </a:cubicBezTo>
                <a:cubicBezTo>
                  <a:pt x="102" y="0"/>
                  <a:pt x="88" y="6"/>
                  <a:pt x="85" y="13"/>
                </a:cubicBezTo>
                <a:cubicBezTo>
                  <a:pt x="65" y="21"/>
                  <a:pt x="32" y="22"/>
                  <a:pt x="21" y="22"/>
                </a:cubicBezTo>
                <a:cubicBezTo>
                  <a:pt x="6" y="21"/>
                  <a:pt x="1" y="39"/>
                  <a:pt x="1" y="39"/>
                </a:cubicBezTo>
                <a:cubicBezTo>
                  <a:pt x="1" y="39"/>
                  <a:pt x="0" y="45"/>
                  <a:pt x="2" y="52"/>
                </a:cubicBezTo>
                <a:close/>
                <a:moveTo>
                  <a:pt x="86" y="33"/>
                </a:moveTo>
                <a:cubicBezTo>
                  <a:pt x="86" y="23"/>
                  <a:pt x="92" y="15"/>
                  <a:pt x="97" y="14"/>
                </a:cubicBezTo>
                <a:cubicBezTo>
                  <a:pt x="101" y="13"/>
                  <a:pt x="111" y="14"/>
                  <a:pt x="112" y="43"/>
                </a:cubicBezTo>
                <a:cubicBezTo>
                  <a:pt x="114" y="71"/>
                  <a:pt x="101" y="76"/>
                  <a:pt x="95" y="73"/>
                </a:cubicBezTo>
                <a:cubicBezTo>
                  <a:pt x="85" y="68"/>
                  <a:pt x="86" y="55"/>
                  <a:pt x="86" y="55"/>
                </a:cubicBezTo>
                <a:cubicBezTo>
                  <a:pt x="88" y="54"/>
                  <a:pt x="100" y="53"/>
                  <a:pt x="99" y="42"/>
                </a:cubicBezTo>
                <a:cubicBezTo>
                  <a:pt x="98" y="35"/>
                  <a:pt x="92" y="32"/>
                  <a:pt x="86" y="33"/>
                </a:cubicBezTo>
                <a:close/>
              </a:path>
            </a:pathLst>
          </a:custGeom>
          <a:solidFill>
            <a:schemeClr val="bg1"/>
          </a:solidFill>
          <a:ln>
            <a:noFill/>
          </a:ln>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2" name="Freeform 15">
            <a:extLst>
              <a:ext uri="{FF2B5EF4-FFF2-40B4-BE49-F238E27FC236}">
                <a16:creationId xmlns:a16="http://schemas.microsoft.com/office/drawing/2014/main" id="{A13426CF-DF03-9979-79DB-82912E162A3B}"/>
              </a:ext>
            </a:extLst>
          </p:cNvPr>
          <p:cNvSpPr>
            <a:spLocks noEditPoints="1"/>
          </p:cNvSpPr>
          <p:nvPr/>
        </p:nvSpPr>
        <p:spPr bwMode="auto">
          <a:xfrm>
            <a:off x="10232470" y="2847358"/>
            <a:ext cx="387413" cy="574051"/>
          </a:xfrm>
          <a:custGeom>
            <a:avLst/>
            <a:gdLst>
              <a:gd name="T0" fmla="*/ 65 w 80"/>
              <a:gd name="T1" fmla="*/ 48 h 115"/>
              <a:gd name="T2" fmla="*/ 23 w 80"/>
              <a:gd name="T3" fmla="*/ 48 h 115"/>
              <a:gd name="T4" fmla="*/ 22 w 80"/>
              <a:gd name="T5" fmla="*/ 44 h 115"/>
              <a:gd name="T6" fmla="*/ 22 w 80"/>
              <a:gd name="T7" fmla="*/ 33 h 115"/>
              <a:gd name="T8" fmla="*/ 39 w 80"/>
              <a:gd name="T9" fmla="*/ 11 h 115"/>
              <a:gd name="T10" fmla="*/ 56 w 80"/>
              <a:gd name="T11" fmla="*/ 33 h 115"/>
              <a:gd name="T12" fmla="*/ 66 w 80"/>
              <a:gd name="T13" fmla="*/ 33 h 115"/>
              <a:gd name="T14" fmla="*/ 66 w 80"/>
              <a:gd name="T15" fmla="*/ 33 h 115"/>
              <a:gd name="T16" fmla="*/ 39 w 80"/>
              <a:gd name="T17" fmla="*/ 0 h 115"/>
              <a:gd name="T18" fmla="*/ 12 w 80"/>
              <a:gd name="T19" fmla="*/ 33 h 115"/>
              <a:gd name="T20" fmla="*/ 12 w 80"/>
              <a:gd name="T21" fmla="*/ 48 h 115"/>
              <a:gd name="T22" fmla="*/ 0 w 80"/>
              <a:gd name="T23" fmla="*/ 62 h 115"/>
              <a:gd name="T24" fmla="*/ 0 w 80"/>
              <a:gd name="T25" fmla="*/ 100 h 115"/>
              <a:gd name="T26" fmla="*/ 14 w 80"/>
              <a:gd name="T27" fmla="*/ 115 h 115"/>
              <a:gd name="T28" fmla="*/ 66 w 80"/>
              <a:gd name="T29" fmla="*/ 115 h 115"/>
              <a:gd name="T30" fmla="*/ 80 w 80"/>
              <a:gd name="T31" fmla="*/ 100 h 115"/>
              <a:gd name="T32" fmla="*/ 80 w 80"/>
              <a:gd name="T33" fmla="*/ 62 h 115"/>
              <a:gd name="T34" fmla="*/ 65 w 80"/>
              <a:gd name="T35" fmla="*/ 48 h 115"/>
              <a:gd name="T36" fmla="*/ 45 w 80"/>
              <a:gd name="T37" fmla="*/ 81 h 115"/>
              <a:gd name="T38" fmla="*/ 48 w 80"/>
              <a:gd name="T39" fmla="*/ 94 h 115"/>
              <a:gd name="T40" fmla="*/ 41 w 80"/>
              <a:gd name="T41" fmla="*/ 103 h 115"/>
              <a:gd name="T42" fmla="*/ 33 w 80"/>
              <a:gd name="T43" fmla="*/ 94 h 115"/>
              <a:gd name="T44" fmla="*/ 36 w 80"/>
              <a:gd name="T45" fmla="*/ 80 h 115"/>
              <a:gd name="T46" fmla="*/ 31 w 80"/>
              <a:gd name="T47" fmla="*/ 72 h 115"/>
              <a:gd name="T48" fmla="*/ 40 w 80"/>
              <a:gd name="T49" fmla="*/ 63 h 115"/>
              <a:gd name="T50" fmla="*/ 50 w 80"/>
              <a:gd name="T51" fmla="*/ 72 h 115"/>
              <a:gd name="T52" fmla="*/ 45 w 80"/>
              <a:gd name="T53" fmla="*/ 80 h 115"/>
              <a:gd name="T54" fmla="*/ 45 w 80"/>
              <a:gd name="T55" fmla="*/ 81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0" h="115">
                <a:moveTo>
                  <a:pt x="65" y="48"/>
                </a:moveTo>
                <a:cubicBezTo>
                  <a:pt x="23" y="48"/>
                  <a:pt x="23" y="48"/>
                  <a:pt x="23" y="48"/>
                </a:cubicBezTo>
                <a:cubicBezTo>
                  <a:pt x="22" y="47"/>
                  <a:pt x="22" y="45"/>
                  <a:pt x="22" y="44"/>
                </a:cubicBezTo>
                <a:cubicBezTo>
                  <a:pt x="22" y="33"/>
                  <a:pt x="22" y="33"/>
                  <a:pt x="22" y="33"/>
                </a:cubicBezTo>
                <a:cubicBezTo>
                  <a:pt x="22" y="21"/>
                  <a:pt x="30" y="11"/>
                  <a:pt x="39" y="11"/>
                </a:cubicBezTo>
                <a:cubicBezTo>
                  <a:pt x="49" y="11"/>
                  <a:pt x="56" y="21"/>
                  <a:pt x="56" y="33"/>
                </a:cubicBezTo>
                <a:cubicBezTo>
                  <a:pt x="66" y="33"/>
                  <a:pt x="66" y="33"/>
                  <a:pt x="66" y="33"/>
                </a:cubicBezTo>
                <a:cubicBezTo>
                  <a:pt x="66" y="33"/>
                  <a:pt x="66" y="33"/>
                  <a:pt x="66" y="33"/>
                </a:cubicBezTo>
                <a:cubicBezTo>
                  <a:pt x="66" y="15"/>
                  <a:pt x="54" y="0"/>
                  <a:pt x="39" y="0"/>
                </a:cubicBezTo>
                <a:cubicBezTo>
                  <a:pt x="24" y="0"/>
                  <a:pt x="12" y="15"/>
                  <a:pt x="12" y="33"/>
                </a:cubicBezTo>
                <a:cubicBezTo>
                  <a:pt x="12" y="48"/>
                  <a:pt x="12" y="48"/>
                  <a:pt x="12" y="48"/>
                </a:cubicBezTo>
                <a:cubicBezTo>
                  <a:pt x="5" y="49"/>
                  <a:pt x="0" y="55"/>
                  <a:pt x="0" y="62"/>
                </a:cubicBezTo>
                <a:cubicBezTo>
                  <a:pt x="0" y="100"/>
                  <a:pt x="0" y="100"/>
                  <a:pt x="0" y="100"/>
                </a:cubicBezTo>
                <a:cubicBezTo>
                  <a:pt x="0" y="108"/>
                  <a:pt x="6" y="115"/>
                  <a:pt x="14" y="115"/>
                </a:cubicBezTo>
                <a:cubicBezTo>
                  <a:pt x="66" y="115"/>
                  <a:pt x="66" y="115"/>
                  <a:pt x="66" y="115"/>
                </a:cubicBezTo>
                <a:cubicBezTo>
                  <a:pt x="74" y="115"/>
                  <a:pt x="80" y="108"/>
                  <a:pt x="80" y="100"/>
                </a:cubicBezTo>
                <a:cubicBezTo>
                  <a:pt x="80" y="62"/>
                  <a:pt x="80" y="62"/>
                  <a:pt x="80" y="62"/>
                </a:cubicBezTo>
                <a:cubicBezTo>
                  <a:pt x="80" y="54"/>
                  <a:pt x="73" y="48"/>
                  <a:pt x="65" y="48"/>
                </a:cubicBezTo>
                <a:close/>
                <a:moveTo>
                  <a:pt x="45" y="81"/>
                </a:moveTo>
                <a:cubicBezTo>
                  <a:pt x="48" y="94"/>
                  <a:pt x="48" y="94"/>
                  <a:pt x="48" y="94"/>
                </a:cubicBezTo>
                <a:cubicBezTo>
                  <a:pt x="48" y="99"/>
                  <a:pt x="45" y="103"/>
                  <a:pt x="41" y="103"/>
                </a:cubicBezTo>
                <a:cubicBezTo>
                  <a:pt x="37" y="103"/>
                  <a:pt x="33" y="99"/>
                  <a:pt x="33" y="94"/>
                </a:cubicBezTo>
                <a:cubicBezTo>
                  <a:pt x="36" y="80"/>
                  <a:pt x="36" y="80"/>
                  <a:pt x="36" y="80"/>
                </a:cubicBezTo>
                <a:cubicBezTo>
                  <a:pt x="33" y="79"/>
                  <a:pt x="31" y="76"/>
                  <a:pt x="31" y="72"/>
                </a:cubicBezTo>
                <a:cubicBezTo>
                  <a:pt x="31" y="67"/>
                  <a:pt x="35" y="63"/>
                  <a:pt x="40" y="63"/>
                </a:cubicBezTo>
                <a:cubicBezTo>
                  <a:pt x="46" y="63"/>
                  <a:pt x="50" y="67"/>
                  <a:pt x="50" y="72"/>
                </a:cubicBezTo>
                <a:cubicBezTo>
                  <a:pt x="50" y="76"/>
                  <a:pt x="48" y="79"/>
                  <a:pt x="45" y="80"/>
                </a:cubicBezTo>
                <a:cubicBezTo>
                  <a:pt x="45" y="80"/>
                  <a:pt x="45" y="80"/>
                  <a:pt x="45" y="81"/>
                </a:cubicBezTo>
                <a:close/>
              </a:path>
            </a:pathLst>
          </a:custGeom>
          <a:solidFill>
            <a:schemeClr val="bg1"/>
          </a:solidFill>
          <a:ln>
            <a:noFill/>
          </a:ln>
        </p:spPr>
        <p:txBody>
          <a:bodyPr lIns="68580" tIns="34290" rIns="68580" bIns="34290"/>
          <a:lstStyle/>
          <a:p>
            <a:pPr eaLnBrk="1" fontAlgn="auto" hangingPunct="1">
              <a:spcBef>
                <a:spcPts val="0"/>
              </a:spcBef>
              <a:spcAft>
                <a:spcPts val="0"/>
              </a:spcAft>
              <a:defRPr/>
            </a:pPr>
            <a:endParaRPr lang="en-US" sz="1350">
              <a:latin typeface="+mn-lt"/>
            </a:endParaRPr>
          </a:p>
        </p:txBody>
      </p:sp>
      <p:grpSp>
        <p:nvGrpSpPr>
          <p:cNvPr id="13" name="Group 12">
            <a:extLst>
              <a:ext uri="{FF2B5EF4-FFF2-40B4-BE49-F238E27FC236}">
                <a16:creationId xmlns:a16="http://schemas.microsoft.com/office/drawing/2014/main" id="{5E7F57B8-D3D3-3C12-ADA3-50E63EEA4B0C}"/>
              </a:ext>
            </a:extLst>
          </p:cNvPr>
          <p:cNvGrpSpPr/>
          <p:nvPr/>
        </p:nvGrpSpPr>
        <p:grpSpPr>
          <a:xfrm>
            <a:off x="1216529" y="2942270"/>
            <a:ext cx="549218" cy="483747"/>
            <a:chOff x="2835275" y="1219201"/>
            <a:chExt cx="479425" cy="422274"/>
          </a:xfrm>
          <a:solidFill>
            <a:schemeClr val="bg1"/>
          </a:solidFill>
        </p:grpSpPr>
        <p:sp>
          <p:nvSpPr>
            <p:cNvPr id="14" name="Freeform 5">
              <a:extLst>
                <a:ext uri="{FF2B5EF4-FFF2-40B4-BE49-F238E27FC236}">
                  <a16:creationId xmlns:a16="http://schemas.microsoft.com/office/drawing/2014/main" id="{EC4C1624-064C-E9D4-4688-29401847FBD2}"/>
                </a:ext>
              </a:extLst>
            </p:cNvPr>
            <p:cNvSpPr>
              <a:spLocks/>
            </p:cNvSpPr>
            <p:nvPr/>
          </p:nvSpPr>
          <p:spPr bwMode="auto">
            <a:xfrm>
              <a:off x="2916238" y="1327150"/>
              <a:ext cx="327025" cy="314325"/>
            </a:xfrm>
            <a:custGeom>
              <a:avLst/>
              <a:gdLst>
                <a:gd name="T0" fmla="*/ 85 w 88"/>
                <a:gd name="T1" fmla="*/ 41 h 84"/>
                <a:gd name="T2" fmla="*/ 42 w 88"/>
                <a:gd name="T3" fmla="*/ 0 h 84"/>
                <a:gd name="T4" fmla="*/ 0 w 88"/>
                <a:gd name="T5" fmla="*/ 41 h 84"/>
                <a:gd name="T6" fmla="*/ 0 w 88"/>
                <a:gd name="T7" fmla="*/ 69 h 84"/>
                <a:gd name="T8" fmla="*/ 28 w 88"/>
                <a:gd name="T9" fmla="*/ 84 h 84"/>
                <a:gd name="T10" fmla="*/ 28 w 88"/>
                <a:gd name="T11" fmla="*/ 57 h 84"/>
                <a:gd name="T12" fmla="*/ 58 w 88"/>
                <a:gd name="T13" fmla="*/ 57 h 84"/>
                <a:gd name="T14" fmla="*/ 58 w 88"/>
                <a:gd name="T15" fmla="*/ 84 h 84"/>
                <a:gd name="T16" fmla="*/ 85 w 88"/>
                <a:gd name="T17" fmla="*/ 70 h 84"/>
                <a:gd name="T18" fmla="*/ 85 w 88"/>
                <a:gd name="T19" fmla="*/ 4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4">
                  <a:moveTo>
                    <a:pt x="85" y="41"/>
                  </a:moveTo>
                  <a:cubicBezTo>
                    <a:pt x="42" y="0"/>
                    <a:pt x="42" y="0"/>
                    <a:pt x="42" y="0"/>
                  </a:cubicBezTo>
                  <a:cubicBezTo>
                    <a:pt x="0" y="41"/>
                    <a:pt x="0" y="41"/>
                    <a:pt x="0" y="41"/>
                  </a:cubicBezTo>
                  <a:cubicBezTo>
                    <a:pt x="0" y="41"/>
                    <a:pt x="0" y="54"/>
                    <a:pt x="0" y="69"/>
                  </a:cubicBezTo>
                  <a:cubicBezTo>
                    <a:pt x="0" y="84"/>
                    <a:pt x="28" y="84"/>
                    <a:pt x="28" y="84"/>
                  </a:cubicBezTo>
                  <a:cubicBezTo>
                    <a:pt x="28" y="57"/>
                    <a:pt x="28" y="57"/>
                    <a:pt x="28" y="57"/>
                  </a:cubicBezTo>
                  <a:cubicBezTo>
                    <a:pt x="58" y="57"/>
                    <a:pt x="58" y="57"/>
                    <a:pt x="58" y="57"/>
                  </a:cubicBezTo>
                  <a:cubicBezTo>
                    <a:pt x="58" y="84"/>
                    <a:pt x="58" y="84"/>
                    <a:pt x="58" y="84"/>
                  </a:cubicBezTo>
                  <a:cubicBezTo>
                    <a:pt x="88" y="84"/>
                    <a:pt x="85" y="70"/>
                    <a:pt x="85" y="70"/>
                  </a:cubicBezTo>
                  <a:lnTo>
                    <a:pt x="85"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5" name="Freeform 6">
              <a:extLst>
                <a:ext uri="{FF2B5EF4-FFF2-40B4-BE49-F238E27FC236}">
                  <a16:creationId xmlns:a16="http://schemas.microsoft.com/office/drawing/2014/main" id="{3A3BCBFC-67F0-1E25-88A3-2DC68B1F09CF}"/>
                </a:ext>
              </a:extLst>
            </p:cNvPr>
            <p:cNvSpPr>
              <a:spLocks/>
            </p:cNvSpPr>
            <p:nvPr/>
          </p:nvSpPr>
          <p:spPr bwMode="auto">
            <a:xfrm>
              <a:off x="2835275" y="1219201"/>
              <a:ext cx="479425" cy="254000"/>
            </a:xfrm>
            <a:custGeom>
              <a:avLst/>
              <a:gdLst>
                <a:gd name="T0" fmla="*/ 122 w 129"/>
                <a:gd name="T1" fmla="*/ 54 h 68"/>
                <a:gd name="T2" fmla="*/ 73 w 129"/>
                <a:gd name="T3" fmla="*/ 8 h 68"/>
                <a:gd name="T4" fmla="*/ 54 w 129"/>
                <a:gd name="T5" fmla="*/ 8 h 68"/>
                <a:gd name="T6" fmla="*/ 10 w 129"/>
                <a:gd name="T7" fmla="*/ 50 h 68"/>
                <a:gd name="T8" fmla="*/ 12 w 129"/>
                <a:gd name="T9" fmla="*/ 68 h 68"/>
                <a:gd name="T10" fmla="*/ 63 w 129"/>
                <a:gd name="T11" fmla="*/ 17 h 68"/>
                <a:gd name="T12" fmla="*/ 117 w 129"/>
                <a:gd name="T13" fmla="*/ 68 h 68"/>
                <a:gd name="T14" fmla="*/ 122 w 129"/>
                <a:gd name="T15" fmla="*/ 54 h 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9" h="68">
                  <a:moveTo>
                    <a:pt x="122" y="54"/>
                  </a:moveTo>
                  <a:cubicBezTo>
                    <a:pt x="114" y="46"/>
                    <a:pt x="73" y="8"/>
                    <a:pt x="73" y="8"/>
                  </a:cubicBezTo>
                  <a:cubicBezTo>
                    <a:pt x="73" y="8"/>
                    <a:pt x="63" y="0"/>
                    <a:pt x="54" y="8"/>
                  </a:cubicBezTo>
                  <a:cubicBezTo>
                    <a:pt x="45" y="17"/>
                    <a:pt x="10" y="50"/>
                    <a:pt x="10" y="50"/>
                  </a:cubicBezTo>
                  <a:cubicBezTo>
                    <a:pt x="10" y="50"/>
                    <a:pt x="0" y="58"/>
                    <a:pt x="12" y="68"/>
                  </a:cubicBezTo>
                  <a:cubicBezTo>
                    <a:pt x="63" y="17"/>
                    <a:pt x="63" y="17"/>
                    <a:pt x="63" y="17"/>
                  </a:cubicBezTo>
                  <a:cubicBezTo>
                    <a:pt x="117" y="68"/>
                    <a:pt x="117" y="68"/>
                    <a:pt x="117" y="68"/>
                  </a:cubicBezTo>
                  <a:cubicBezTo>
                    <a:pt x="117" y="68"/>
                    <a:pt x="129" y="62"/>
                    <a:pt x="122"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16" name="TextBox 15">
            <a:extLst>
              <a:ext uri="{FF2B5EF4-FFF2-40B4-BE49-F238E27FC236}">
                <a16:creationId xmlns:a16="http://schemas.microsoft.com/office/drawing/2014/main" id="{4EA0BDB8-6816-033A-A663-D9C2BC763CD6}"/>
              </a:ext>
            </a:extLst>
          </p:cNvPr>
          <p:cNvSpPr txBox="1"/>
          <p:nvPr/>
        </p:nvSpPr>
        <p:spPr>
          <a:xfrm>
            <a:off x="2330429" y="453747"/>
            <a:ext cx="7531141" cy="769441"/>
          </a:xfrm>
          <a:prstGeom prst="rect">
            <a:avLst/>
          </a:prstGeom>
          <a:noFill/>
        </p:spPr>
        <p:txBody>
          <a:bodyPr wrap="square" rtlCol="0">
            <a:spAutoFit/>
          </a:bodyPr>
          <a:lstStyle/>
          <a:p>
            <a:pPr algn="ctr"/>
            <a:r>
              <a:rPr lang="en-US" sz="4400" dirty="0">
                <a:latin typeface="+mj-lt"/>
              </a:rPr>
              <a:t>LIST</a:t>
            </a:r>
          </a:p>
        </p:txBody>
      </p:sp>
      <p:sp>
        <p:nvSpPr>
          <p:cNvPr id="17" name="Rectangle 16">
            <a:extLst>
              <a:ext uri="{FF2B5EF4-FFF2-40B4-BE49-F238E27FC236}">
                <a16:creationId xmlns:a16="http://schemas.microsoft.com/office/drawing/2014/main" id="{A6FE8B85-A8B4-0D82-7C0D-8EEF3AC436BE}"/>
              </a:ext>
            </a:extLst>
          </p:cNvPr>
          <p:cNvSpPr/>
          <p:nvPr/>
        </p:nvSpPr>
        <p:spPr>
          <a:xfrm>
            <a:off x="3360345" y="4478518"/>
            <a:ext cx="2590694" cy="1340752"/>
          </a:xfrm>
          <a:prstGeom prst="rect">
            <a:avLst/>
          </a:prstGeom>
        </p:spPr>
        <p:txBody>
          <a:bodyPr wrap="square">
            <a:spAutoFit/>
          </a:bodyPr>
          <a:lstStyle/>
          <a:p>
            <a:pPr algn="just">
              <a:lnSpc>
                <a:spcPct val="150000"/>
              </a:lnSpc>
            </a:pPr>
            <a:r>
              <a:rPr lang="en-US" sz="1100" dirty="0" err="1">
                <a:solidFill>
                  <a:schemeClr val="tx1">
                    <a:lumMod val="95000"/>
                    <a:lumOff val="5000"/>
                  </a:schemeClr>
                </a:solidFill>
              </a:rPr>
              <a:t>Nulla</a:t>
            </a:r>
            <a:r>
              <a:rPr lang="en-US" sz="1100" dirty="0">
                <a:solidFill>
                  <a:schemeClr val="tx1">
                    <a:lumMod val="95000"/>
                    <a:lumOff val="5000"/>
                  </a:schemeClr>
                </a:solidFill>
              </a:rPr>
              <a:t> </a:t>
            </a:r>
            <a:r>
              <a:rPr lang="en-US" sz="1100" dirty="0" err="1">
                <a:solidFill>
                  <a:schemeClr val="tx1">
                    <a:lumMod val="95000"/>
                    <a:lumOff val="5000"/>
                  </a:schemeClr>
                </a:solidFill>
              </a:rPr>
              <a:t>quis</a:t>
            </a:r>
            <a:r>
              <a:rPr lang="en-US" sz="1100" dirty="0">
                <a:solidFill>
                  <a:schemeClr val="tx1">
                    <a:lumMod val="95000"/>
                    <a:lumOff val="5000"/>
                  </a:schemeClr>
                </a:solidFill>
              </a:rPr>
              <a:t> diam. </a:t>
            </a:r>
            <a:r>
              <a:rPr lang="en-US" sz="1100" dirty="0" err="1">
                <a:solidFill>
                  <a:schemeClr val="tx1">
                    <a:lumMod val="95000"/>
                    <a:lumOff val="5000"/>
                  </a:schemeClr>
                </a:solidFill>
              </a:rPr>
              <a:t>Pellentesque</a:t>
            </a:r>
            <a:r>
              <a:rPr lang="en-US" sz="1100" dirty="0">
                <a:solidFill>
                  <a:schemeClr val="tx1">
                    <a:lumMod val="95000"/>
                    <a:lumOff val="5000"/>
                  </a:schemeClr>
                </a:solidFill>
              </a:rPr>
              <a:t> ipsum. </a:t>
            </a:r>
            <a:r>
              <a:rPr lang="en-US" sz="1100" dirty="0" err="1">
                <a:solidFill>
                  <a:schemeClr val="tx1">
                    <a:lumMod val="95000"/>
                    <a:lumOff val="5000"/>
                  </a:schemeClr>
                </a:solidFill>
              </a:rPr>
              <a:t>Aliquam</a:t>
            </a:r>
            <a:r>
              <a:rPr lang="en-US" sz="1100" dirty="0">
                <a:solidFill>
                  <a:schemeClr val="tx1">
                    <a:lumMod val="95000"/>
                    <a:lumOff val="5000"/>
                  </a:schemeClr>
                </a:solidFill>
              </a:rPr>
              <a:t> id dolor. </a:t>
            </a:r>
            <a:r>
              <a:rPr lang="en-US" sz="1100" dirty="0" err="1">
                <a:solidFill>
                  <a:schemeClr val="tx1">
                    <a:lumMod val="95000"/>
                    <a:lumOff val="5000"/>
                  </a:schemeClr>
                </a:solidFill>
              </a:rPr>
              <a:t>Vivamus</a:t>
            </a:r>
            <a:r>
              <a:rPr lang="en-US" sz="1100" dirty="0">
                <a:solidFill>
                  <a:schemeClr val="tx1">
                    <a:lumMod val="95000"/>
                    <a:lumOff val="5000"/>
                  </a:schemeClr>
                </a:solidFill>
              </a:rPr>
              <a:t> </a:t>
            </a:r>
            <a:r>
              <a:rPr lang="en-US" sz="1100" dirty="0" err="1">
                <a:solidFill>
                  <a:schemeClr val="tx1">
                    <a:lumMod val="95000"/>
                    <a:lumOff val="5000"/>
                  </a:schemeClr>
                </a:solidFill>
              </a:rPr>
              <a:t>luctus</a:t>
            </a:r>
            <a:r>
              <a:rPr lang="en-US" sz="1100" dirty="0">
                <a:solidFill>
                  <a:schemeClr val="tx1">
                    <a:lumMod val="95000"/>
                    <a:lumOff val="5000"/>
                  </a:schemeClr>
                </a:solidFill>
              </a:rPr>
              <a:t> </a:t>
            </a:r>
            <a:r>
              <a:rPr lang="en-US" sz="1100" dirty="0" err="1">
                <a:solidFill>
                  <a:schemeClr val="tx1">
                    <a:lumMod val="95000"/>
                    <a:lumOff val="5000"/>
                  </a:schemeClr>
                </a:solidFill>
              </a:rPr>
              <a:t>egestas</a:t>
            </a:r>
            <a:r>
              <a:rPr lang="en-US" sz="1100" dirty="0">
                <a:solidFill>
                  <a:schemeClr val="tx1">
                    <a:lumMod val="95000"/>
                    <a:lumOff val="5000"/>
                  </a:schemeClr>
                </a:solidFill>
              </a:rPr>
              <a:t> </a:t>
            </a:r>
            <a:r>
              <a:rPr lang="en-US" sz="1100" dirty="0" err="1">
                <a:solidFill>
                  <a:schemeClr val="tx1">
                    <a:lumMod val="95000"/>
                    <a:lumOff val="5000"/>
                  </a:schemeClr>
                </a:solidFill>
              </a:rPr>
              <a:t>leo</a:t>
            </a:r>
            <a:r>
              <a:rPr lang="en-US" sz="1100" dirty="0">
                <a:solidFill>
                  <a:schemeClr val="tx1">
                    <a:lumMod val="95000"/>
                    <a:lumOff val="5000"/>
                  </a:schemeClr>
                </a:solidFill>
              </a:rPr>
              <a:t>. </a:t>
            </a:r>
            <a:r>
              <a:rPr lang="en-US" sz="1100" dirty="0" err="1">
                <a:solidFill>
                  <a:schemeClr val="tx1">
                    <a:lumMod val="95000"/>
                    <a:lumOff val="5000"/>
                  </a:schemeClr>
                </a:solidFill>
              </a:rPr>
              <a:t>Etiam</a:t>
            </a:r>
            <a:r>
              <a:rPr lang="en-US" sz="1100" dirty="0">
                <a:solidFill>
                  <a:schemeClr val="tx1">
                    <a:lumMod val="95000"/>
                    <a:lumOff val="5000"/>
                  </a:schemeClr>
                </a:solidFill>
              </a:rPr>
              <a:t> </a:t>
            </a:r>
            <a:r>
              <a:rPr lang="en-US" sz="1100" dirty="0" err="1">
                <a:solidFill>
                  <a:schemeClr val="tx1">
                    <a:lumMod val="95000"/>
                    <a:lumOff val="5000"/>
                  </a:schemeClr>
                </a:solidFill>
              </a:rPr>
              <a:t>quis</a:t>
            </a:r>
            <a:r>
              <a:rPr lang="en-US" sz="1100" dirty="0">
                <a:solidFill>
                  <a:schemeClr val="tx1">
                    <a:lumMod val="95000"/>
                    <a:lumOff val="5000"/>
                  </a:schemeClr>
                </a:solidFill>
              </a:rPr>
              <a:t> quam. </a:t>
            </a:r>
            <a:r>
              <a:rPr lang="en-US" sz="1100" dirty="0" err="1">
                <a:solidFill>
                  <a:schemeClr val="tx1">
                    <a:lumMod val="95000"/>
                    <a:lumOff val="5000"/>
                  </a:schemeClr>
                </a:solidFill>
              </a:rPr>
              <a:t>Curabitur</a:t>
            </a:r>
            <a:r>
              <a:rPr lang="en-US" sz="1100" dirty="0">
                <a:solidFill>
                  <a:schemeClr val="tx1">
                    <a:lumMod val="95000"/>
                    <a:lumOff val="5000"/>
                  </a:schemeClr>
                </a:solidFill>
              </a:rPr>
              <a:t> </a:t>
            </a:r>
            <a:r>
              <a:rPr lang="en-US" sz="1100" dirty="0" err="1">
                <a:solidFill>
                  <a:schemeClr val="tx1">
                    <a:lumMod val="95000"/>
                    <a:lumOff val="5000"/>
                  </a:schemeClr>
                </a:solidFill>
              </a:rPr>
              <a:t>bibendum</a:t>
            </a:r>
            <a:r>
              <a:rPr lang="en-US" sz="1100" dirty="0">
                <a:solidFill>
                  <a:schemeClr val="tx1">
                    <a:lumMod val="95000"/>
                    <a:lumOff val="5000"/>
                  </a:schemeClr>
                </a:solidFill>
              </a:rPr>
              <a:t> </a:t>
            </a:r>
            <a:r>
              <a:rPr lang="en-US" sz="1100" dirty="0" err="1">
                <a:solidFill>
                  <a:schemeClr val="tx1">
                    <a:lumMod val="95000"/>
                    <a:lumOff val="5000"/>
                  </a:schemeClr>
                </a:solidFill>
              </a:rPr>
              <a:t>justo</a:t>
            </a:r>
            <a:r>
              <a:rPr lang="en-US" sz="1100" dirty="0">
                <a:solidFill>
                  <a:schemeClr val="tx1">
                    <a:lumMod val="95000"/>
                    <a:lumOff val="5000"/>
                  </a:schemeClr>
                </a:solidFill>
              </a:rPr>
              <a:t> non </a:t>
            </a:r>
            <a:r>
              <a:rPr lang="en-US" sz="1100" dirty="0" err="1">
                <a:solidFill>
                  <a:schemeClr val="tx1">
                    <a:lumMod val="95000"/>
                    <a:lumOff val="5000"/>
                  </a:schemeClr>
                </a:solidFill>
              </a:rPr>
              <a:t>orci</a:t>
            </a:r>
            <a:r>
              <a:rPr lang="en-US" sz="1100" dirty="0">
                <a:solidFill>
                  <a:schemeClr val="tx1">
                    <a:lumMod val="95000"/>
                    <a:lumOff val="5000"/>
                  </a:schemeClr>
                </a:solidFill>
              </a:rPr>
              <a:t>. </a:t>
            </a:r>
            <a:endParaRPr lang="id-ID" sz="1100" dirty="0">
              <a:solidFill>
                <a:schemeClr val="tx1">
                  <a:lumMod val="95000"/>
                  <a:lumOff val="5000"/>
                </a:schemeClr>
              </a:solidFill>
            </a:endParaRPr>
          </a:p>
        </p:txBody>
      </p:sp>
      <p:sp>
        <p:nvSpPr>
          <p:cNvPr id="18" name="Rectangle 17">
            <a:extLst>
              <a:ext uri="{FF2B5EF4-FFF2-40B4-BE49-F238E27FC236}">
                <a16:creationId xmlns:a16="http://schemas.microsoft.com/office/drawing/2014/main" id="{97125F2F-5C40-2324-F6EC-22DA49496883}"/>
              </a:ext>
            </a:extLst>
          </p:cNvPr>
          <p:cNvSpPr/>
          <p:nvPr/>
        </p:nvSpPr>
        <p:spPr>
          <a:xfrm>
            <a:off x="6280969" y="4468236"/>
            <a:ext cx="2590694" cy="1340752"/>
          </a:xfrm>
          <a:prstGeom prst="rect">
            <a:avLst/>
          </a:prstGeom>
        </p:spPr>
        <p:txBody>
          <a:bodyPr wrap="square">
            <a:spAutoFit/>
          </a:bodyPr>
          <a:lstStyle/>
          <a:p>
            <a:pPr algn="just">
              <a:lnSpc>
                <a:spcPct val="150000"/>
              </a:lnSpc>
            </a:pPr>
            <a:r>
              <a:rPr lang="en-US" sz="1100" dirty="0" err="1">
                <a:solidFill>
                  <a:schemeClr val="tx1">
                    <a:lumMod val="95000"/>
                    <a:lumOff val="5000"/>
                  </a:schemeClr>
                </a:solidFill>
              </a:rPr>
              <a:t>Nulla</a:t>
            </a:r>
            <a:r>
              <a:rPr lang="en-US" sz="1100" dirty="0">
                <a:solidFill>
                  <a:schemeClr val="tx1">
                    <a:lumMod val="95000"/>
                    <a:lumOff val="5000"/>
                  </a:schemeClr>
                </a:solidFill>
              </a:rPr>
              <a:t> </a:t>
            </a:r>
            <a:r>
              <a:rPr lang="en-US" sz="1100" dirty="0" err="1">
                <a:solidFill>
                  <a:schemeClr val="tx1">
                    <a:lumMod val="95000"/>
                    <a:lumOff val="5000"/>
                  </a:schemeClr>
                </a:solidFill>
              </a:rPr>
              <a:t>quis</a:t>
            </a:r>
            <a:r>
              <a:rPr lang="en-US" sz="1100" dirty="0">
                <a:solidFill>
                  <a:schemeClr val="tx1">
                    <a:lumMod val="95000"/>
                    <a:lumOff val="5000"/>
                  </a:schemeClr>
                </a:solidFill>
              </a:rPr>
              <a:t> diam. </a:t>
            </a:r>
            <a:r>
              <a:rPr lang="en-US" sz="1100" dirty="0" err="1">
                <a:solidFill>
                  <a:schemeClr val="tx1">
                    <a:lumMod val="95000"/>
                    <a:lumOff val="5000"/>
                  </a:schemeClr>
                </a:solidFill>
              </a:rPr>
              <a:t>Pellentesque</a:t>
            </a:r>
            <a:r>
              <a:rPr lang="en-US" sz="1100" dirty="0">
                <a:solidFill>
                  <a:schemeClr val="tx1">
                    <a:lumMod val="95000"/>
                    <a:lumOff val="5000"/>
                  </a:schemeClr>
                </a:solidFill>
              </a:rPr>
              <a:t> ipsum. </a:t>
            </a:r>
            <a:r>
              <a:rPr lang="en-US" sz="1100" dirty="0" err="1">
                <a:solidFill>
                  <a:schemeClr val="tx1">
                    <a:lumMod val="95000"/>
                    <a:lumOff val="5000"/>
                  </a:schemeClr>
                </a:solidFill>
              </a:rPr>
              <a:t>Aliquam</a:t>
            </a:r>
            <a:r>
              <a:rPr lang="en-US" sz="1100" dirty="0">
                <a:solidFill>
                  <a:schemeClr val="tx1">
                    <a:lumMod val="95000"/>
                    <a:lumOff val="5000"/>
                  </a:schemeClr>
                </a:solidFill>
              </a:rPr>
              <a:t> id dolor. </a:t>
            </a:r>
            <a:r>
              <a:rPr lang="en-US" sz="1100" dirty="0" err="1">
                <a:solidFill>
                  <a:schemeClr val="tx1">
                    <a:lumMod val="95000"/>
                    <a:lumOff val="5000"/>
                  </a:schemeClr>
                </a:solidFill>
              </a:rPr>
              <a:t>Vivamus</a:t>
            </a:r>
            <a:r>
              <a:rPr lang="en-US" sz="1100" dirty="0">
                <a:solidFill>
                  <a:schemeClr val="tx1">
                    <a:lumMod val="95000"/>
                    <a:lumOff val="5000"/>
                  </a:schemeClr>
                </a:solidFill>
              </a:rPr>
              <a:t> </a:t>
            </a:r>
            <a:r>
              <a:rPr lang="en-US" sz="1100" dirty="0" err="1">
                <a:solidFill>
                  <a:schemeClr val="tx1">
                    <a:lumMod val="95000"/>
                    <a:lumOff val="5000"/>
                  </a:schemeClr>
                </a:solidFill>
              </a:rPr>
              <a:t>luctus</a:t>
            </a:r>
            <a:r>
              <a:rPr lang="en-US" sz="1100" dirty="0">
                <a:solidFill>
                  <a:schemeClr val="tx1">
                    <a:lumMod val="95000"/>
                    <a:lumOff val="5000"/>
                  </a:schemeClr>
                </a:solidFill>
              </a:rPr>
              <a:t> </a:t>
            </a:r>
            <a:r>
              <a:rPr lang="en-US" sz="1100" dirty="0" err="1">
                <a:solidFill>
                  <a:schemeClr val="tx1">
                    <a:lumMod val="95000"/>
                    <a:lumOff val="5000"/>
                  </a:schemeClr>
                </a:solidFill>
              </a:rPr>
              <a:t>egestas</a:t>
            </a:r>
            <a:r>
              <a:rPr lang="en-US" sz="1100" dirty="0">
                <a:solidFill>
                  <a:schemeClr val="tx1">
                    <a:lumMod val="95000"/>
                    <a:lumOff val="5000"/>
                  </a:schemeClr>
                </a:solidFill>
              </a:rPr>
              <a:t> </a:t>
            </a:r>
            <a:r>
              <a:rPr lang="en-US" sz="1100" dirty="0" err="1">
                <a:solidFill>
                  <a:schemeClr val="tx1">
                    <a:lumMod val="95000"/>
                    <a:lumOff val="5000"/>
                  </a:schemeClr>
                </a:solidFill>
              </a:rPr>
              <a:t>leo</a:t>
            </a:r>
            <a:r>
              <a:rPr lang="en-US" sz="1100" dirty="0">
                <a:solidFill>
                  <a:schemeClr val="tx1">
                    <a:lumMod val="95000"/>
                    <a:lumOff val="5000"/>
                  </a:schemeClr>
                </a:solidFill>
              </a:rPr>
              <a:t>. </a:t>
            </a:r>
            <a:r>
              <a:rPr lang="en-US" sz="1100" dirty="0" err="1">
                <a:solidFill>
                  <a:schemeClr val="tx1">
                    <a:lumMod val="95000"/>
                    <a:lumOff val="5000"/>
                  </a:schemeClr>
                </a:solidFill>
              </a:rPr>
              <a:t>Etiam</a:t>
            </a:r>
            <a:r>
              <a:rPr lang="en-US" sz="1100" dirty="0">
                <a:solidFill>
                  <a:schemeClr val="tx1">
                    <a:lumMod val="95000"/>
                    <a:lumOff val="5000"/>
                  </a:schemeClr>
                </a:solidFill>
              </a:rPr>
              <a:t> </a:t>
            </a:r>
            <a:r>
              <a:rPr lang="en-US" sz="1100" dirty="0" err="1">
                <a:solidFill>
                  <a:schemeClr val="tx1">
                    <a:lumMod val="95000"/>
                    <a:lumOff val="5000"/>
                  </a:schemeClr>
                </a:solidFill>
              </a:rPr>
              <a:t>quis</a:t>
            </a:r>
            <a:r>
              <a:rPr lang="en-US" sz="1100" dirty="0">
                <a:solidFill>
                  <a:schemeClr val="tx1">
                    <a:lumMod val="95000"/>
                    <a:lumOff val="5000"/>
                  </a:schemeClr>
                </a:solidFill>
              </a:rPr>
              <a:t> quam. </a:t>
            </a:r>
            <a:r>
              <a:rPr lang="en-US" sz="1100" dirty="0" err="1">
                <a:solidFill>
                  <a:schemeClr val="tx1">
                    <a:lumMod val="95000"/>
                    <a:lumOff val="5000"/>
                  </a:schemeClr>
                </a:solidFill>
              </a:rPr>
              <a:t>Curabitur</a:t>
            </a:r>
            <a:r>
              <a:rPr lang="en-US" sz="1100" dirty="0">
                <a:solidFill>
                  <a:schemeClr val="tx1">
                    <a:lumMod val="95000"/>
                    <a:lumOff val="5000"/>
                  </a:schemeClr>
                </a:solidFill>
              </a:rPr>
              <a:t> </a:t>
            </a:r>
            <a:r>
              <a:rPr lang="en-US" sz="1100" dirty="0" err="1">
                <a:solidFill>
                  <a:schemeClr val="tx1">
                    <a:lumMod val="95000"/>
                    <a:lumOff val="5000"/>
                  </a:schemeClr>
                </a:solidFill>
              </a:rPr>
              <a:t>bibendum</a:t>
            </a:r>
            <a:r>
              <a:rPr lang="en-US" sz="1100" dirty="0">
                <a:solidFill>
                  <a:schemeClr val="tx1">
                    <a:lumMod val="95000"/>
                    <a:lumOff val="5000"/>
                  </a:schemeClr>
                </a:solidFill>
              </a:rPr>
              <a:t> </a:t>
            </a:r>
            <a:r>
              <a:rPr lang="en-US" sz="1100" dirty="0" err="1">
                <a:solidFill>
                  <a:schemeClr val="tx1">
                    <a:lumMod val="95000"/>
                    <a:lumOff val="5000"/>
                  </a:schemeClr>
                </a:solidFill>
              </a:rPr>
              <a:t>justo</a:t>
            </a:r>
            <a:r>
              <a:rPr lang="en-US" sz="1100" dirty="0">
                <a:solidFill>
                  <a:schemeClr val="tx1">
                    <a:lumMod val="95000"/>
                    <a:lumOff val="5000"/>
                  </a:schemeClr>
                </a:solidFill>
              </a:rPr>
              <a:t> non </a:t>
            </a:r>
            <a:r>
              <a:rPr lang="en-US" sz="1100" dirty="0" err="1">
                <a:solidFill>
                  <a:schemeClr val="tx1">
                    <a:lumMod val="95000"/>
                    <a:lumOff val="5000"/>
                  </a:schemeClr>
                </a:solidFill>
              </a:rPr>
              <a:t>orci</a:t>
            </a:r>
            <a:r>
              <a:rPr lang="en-US" sz="1100" dirty="0">
                <a:solidFill>
                  <a:schemeClr val="tx1">
                    <a:lumMod val="95000"/>
                    <a:lumOff val="5000"/>
                  </a:schemeClr>
                </a:solidFill>
              </a:rPr>
              <a:t>. </a:t>
            </a:r>
            <a:endParaRPr lang="id-ID" sz="1100" dirty="0">
              <a:solidFill>
                <a:schemeClr val="tx1">
                  <a:lumMod val="95000"/>
                  <a:lumOff val="5000"/>
                </a:schemeClr>
              </a:solidFill>
            </a:endParaRPr>
          </a:p>
        </p:txBody>
      </p:sp>
      <p:sp>
        <p:nvSpPr>
          <p:cNvPr id="19" name="Rectangle 18">
            <a:extLst>
              <a:ext uri="{FF2B5EF4-FFF2-40B4-BE49-F238E27FC236}">
                <a16:creationId xmlns:a16="http://schemas.microsoft.com/office/drawing/2014/main" id="{699F96E6-91D3-BB26-EE70-91902CE13727}"/>
              </a:ext>
            </a:extLst>
          </p:cNvPr>
          <p:cNvSpPr/>
          <p:nvPr/>
        </p:nvSpPr>
        <p:spPr>
          <a:xfrm>
            <a:off x="9196231" y="4472007"/>
            <a:ext cx="2590694" cy="1340752"/>
          </a:xfrm>
          <a:prstGeom prst="rect">
            <a:avLst/>
          </a:prstGeom>
        </p:spPr>
        <p:txBody>
          <a:bodyPr wrap="square">
            <a:spAutoFit/>
          </a:bodyPr>
          <a:lstStyle/>
          <a:p>
            <a:pPr algn="just">
              <a:lnSpc>
                <a:spcPct val="150000"/>
              </a:lnSpc>
            </a:pPr>
            <a:r>
              <a:rPr lang="en-US" sz="1100" dirty="0" err="1">
                <a:solidFill>
                  <a:schemeClr val="tx1">
                    <a:lumMod val="95000"/>
                    <a:lumOff val="5000"/>
                  </a:schemeClr>
                </a:solidFill>
              </a:rPr>
              <a:t>Nulla</a:t>
            </a:r>
            <a:r>
              <a:rPr lang="en-US" sz="1100" dirty="0">
                <a:solidFill>
                  <a:schemeClr val="tx1">
                    <a:lumMod val="95000"/>
                    <a:lumOff val="5000"/>
                  </a:schemeClr>
                </a:solidFill>
              </a:rPr>
              <a:t> </a:t>
            </a:r>
            <a:r>
              <a:rPr lang="en-US" sz="1100" dirty="0" err="1">
                <a:solidFill>
                  <a:schemeClr val="tx1">
                    <a:lumMod val="95000"/>
                    <a:lumOff val="5000"/>
                  </a:schemeClr>
                </a:solidFill>
              </a:rPr>
              <a:t>quis</a:t>
            </a:r>
            <a:r>
              <a:rPr lang="en-US" sz="1100" dirty="0">
                <a:solidFill>
                  <a:schemeClr val="tx1">
                    <a:lumMod val="95000"/>
                    <a:lumOff val="5000"/>
                  </a:schemeClr>
                </a:solidFill>
              </a:rPr>
              <a:t> diam. </a:t>
            </a:r>
            <a:r>
              <a:rPr lang="en-US" sz="1100" dirty="0" err="1">
                <a:solidFill>
                  <a:schemeClr val="tx1">
                    <a:lumMod val="95000"/>
                    <a:lumOff val="5000"/>
                  </a:schemeClr>
                </a:solidFill>
              </a:rPr>
              <a:t>Pellentesque</a:t>
            </a:r>
            <a:r>
              <a:rPr lang="en-US" sz="1100" dirty="0">
                <a:solidFill>
                  <a:schemeClr val="tx1">
                    <a:lumMod val="95000"/>
                    <a:lumOff val="5000"/>
                  </a:schemeClr>
                </a:solidFill>
              </a:rPr>
              <a:t> ipsum. </a:t>
            </a:r>
            <a:r>
              <a:rPr lang="en-US" sz="1100" dirty="0" err="1">
                <a:solidFill>
                  <a:schemeClr val="tx1">
                    <a:lumMod val="95000"/>
                    <a:lumOff val="5000"/>
                  </a:schemeClr>
                </a:solidFill>
              </a:rPr>
              <a:t>Aliquam</a:t>
            </a:r>
            <a:r>
              <a:rPr lang="en-US" sz="1100" dirty="0">
                <a:solidFill>
                  <a:schemeClr val="tx1">
                    <a:lumMod val="95000"/>
                    <a:lumOff val="5000"/>
                  </a:schemeClr>
                </a:solidFill>
              </a:rPr>
              <a:t> id dolor. </a:t>
            </a:r>
            <a:r>
              <a:rPr lang="en-US" sz="1100" dirty="0" err="1">
                <a:solidFill>
                  <a:schemeClr val="tx1">
                    <a:lumMod val="95000"/>
                    <a:lumOff val="5000"/>
                  </a:schemeClr>
                </a:solidFill>
              </a:rPr>
              <a:t>Vivamus</a:t>
            </a:r>
            <a:r>
              <a:rPr lang="en-US" sz="1100" dirty="0">
                <a:solidFill>
                  <a:schemeClr val="tx1">
                    <a:lumMod val="95000"/>
                    <a:lumOff val="5000"/>
                  </a:schemeClr>
                </a:solidFill>
              </a:rPr>
              <a:t> </a:t>
            </a:r>
            <a:r>
              <a:rPr lang="en-US" sz="1100" dirty="0" err="1">
                <a:solidFill>
                  <a:schemeClr val="tx1">
                    <a:lumMod val="95000"/>
                    <a:lumOff val="5000"/>
                  </a:schemeClr>
                </a:solidFill>
              </a:rPr>
              <a:t>luctus</a:t>
            </a:r>
            <a:r>
              <a:rPr lang="en-US" sz="1100" dirty="0">
                <a:solidFill>
                  <a:schemeClr val="tx1">
                    <a:lumMod val="95000"/>
                    <a:lumOff val="5000"/>
                  </a:schemeClr>
                </a:solidFill>
              </a:rPr>
              <a:t> </a:t>
            </a:r>
            <a:r>
              <a:rPr lang="en-US" sz="1100" dirty="0" err="1">
                <a:solidFill>
                  <a:schemeClr val="tx1">
                    <a:lumMod val="95000"/>
                    <a:lumOff val="5000"/>
                  </a:schemeClr>
                </a:solidFill>
              </a:rPr>
              <a:t>egestas</a:t>
            </a:r>
            <a:r>
              <a:rPr lang="en-US" sz="1100" dirty="0">
                <a:solidFill>
                  <a:schemeClr val="tx1">
                    <a:lumMod val="95000"/>
                    <a:lumOff val="5000"/>
                  </a:schemeClr>
                </a:solidFill>
              </a:rPr>
              <a:t> </a:t>
            </a:r>
            <a:r>
              <a:rPr lang="en-US" sz="1100" dirty="0" err="1">
                <a:solidFill>
                  <a:schemeClr val="tx1">
                    <a:lumMod val="95000"/>
                    <a:lumOff val="5000"/>
                  </a:schemeClr>
                </a:solidFill>
              </a:rPr>
              <a:t>leo</a:t>
            </a:r>
            <a:r>
              <a:rPr lang="en-US" sz="1100" dirty="0">
                <a:solidFill>
                  <a:schemeClr val="tx1">
                    <a:lumMod val="95000"/>
                    <a:lumOff val="5000"/>
                  </a:schemeClr>
                </a:solidFill>
              </a:rPr>
              <a:t>. </a:t>
            </a:r>
            <a:r>
              <a:rPr lang="en-US" sz="1100" dirty="0" err="1">
                <a:solidFill>
                  <a:schemeClr val="tx1">
                    <a:lumMod val="95000"/>
                    <a:lumOff val="5000"/>
                  </a:schemeClr>
                </a:solidFill>
              </a:rPr>
              <a:t>Etiam</a:t>
            </a:r>
            <a:r>
              <a:rPr lang="en-US" sz="1100" dirty="0">
                <a:solidFill>
                  <a:schemeClr val="tx1">
                    <a:lumMod val="95000"/>
                    <a:lumOff val="5000"/>
                  </a:schemeClr>
                </a:solidFill>
              </a:rPr>
              <a:t> </a:t>
            </a:r>
            <a:r>
              <a:rPr lang="en-US" sz="1100" dirty="0" err="1">
                <a:solidFill>
                  <a:schemeClr val="tx1">
                    <a:lumMod val="95000"/>
                    <a:lumOff val="5000"/>
                  </a:schemeClr>
                </a:solidFill>
              </a:rPr>
              <a:t>quis</a:t>
            </a:r>
            <a:r>
              <a:rPr lang="en-US" sz="1100" dirty="0">
                <a:solidFill>
                  <a:schemeClr val="tx1">
                    <a:lumMod val="95000"/>
                    <a:lumOff val="5000"/>
                  </a:schemeClr>
                </a:solidFill>
              </a:rPr>
              <a:t> quam. </a:t>
            </a:r>
            <a:r>
              <a:rPr lang="en-US" sz="1100" dirty="0" err="1">
                <a:solidFill>
                  <a:schemeClr val="tx1">
                    <a:lumMod val="95000"/>
                    <a:lumOff val="5000"/>
                  </a:schemeClr>
                </a:solidFill>
              </a:rPr>
              <a:t>Curabitur</a:t>
            </a:r>
            <a:r>
              <a:rPr lang="en-US" sz="1100" dirty="0">
                <a:solidFill>
                  <a:schemeClr val="tx1">
                    <a:lumMod val="95000"/>
                    <a:lumOff val="5000"/>
                  </a:schemeClr>
                </a:solidFill>
              </a:rPr>
              <a:t> </a:t>
            </a:r>
            <a:r>
              <a:rPr lang="en-US" sz="1100" dirty="0" err="1">
                <a:solidFill>
                  <a:schemeClr val="tx1">
                    <a:lumMod val="95000"/>
                    <a:lumOff val="5000"/>
                  </a:schemeClr>
                </a:solidFill>
              </a:rPr>
              <a:t>bibendum</a:t>
            </a:r>
            <a:r>
              <a:rPr lang="en-US" sz="1100" dirty="0">
                <a:solidFill>
                  <a:schemeClr val="tx1">
                    <a:lumMod val="95000"/>
                    <a:lumOff val="5000"/>
                  </a:schemeClr>
                </a:solidFill>
              </a:rPr>
              <a:t> </a:t>
            </a:r>
            <a:r>
              <a:rPr lang="en-US" sz="1100" dirty="0" err="1">
                <a:solidFill>
                  <a:schemeClr val="tx1">
                    <a:lumMod val="95000"/>
                    <a:lumOff val="5000"/>
                  </a:schemeClr>
                </a:solidFill>
              </a:rPr>
              <a:t>justo</a:t>
            </a:r>
            <a:r>
              <a:rPr lang="en-US" sz="1100" dirty="0">
                <a:solidFill>
                  <a:schemeClr val="tx1">
                    <a:lumMod val="95000"/>
                    <a:lumOff val="5000"/>
                  </a:schemeClr>
                </a:solidFill>
              </a:rPr>
              <a:t> non </a:t>
            </a:r>
            <a:r>
              <a:rPr lang="en-US" sz="1100" dirty="0" err="1">
                <a:solidFill>
                  <a:schemeClr val="tx1">
                    <a:lumMod val="95000"/>
                    <a:lumOff val="5000"/>
                  </a:schemeClr>
                </a:solidFill>
              </a:rPr>
              <a:t>orci</a:t>
            </a:r>
            <a:r>
              <a:rPr lang="en-US" sz="1100" dirty="0">
                <a:solidFill>
                  <a:schemeClr val="tx1">
                    <a:lumMod val="95000"/>
                    <a:lumOff val="5000"/>
                  </a:schemeClr>
                </a:solidFill>
              </a:rPr>
              <a:t>.. </a:t>
            </a:r>
            <a:endParaRPr lang="id-ID" sz="1100" dirty="0">
              <a:solidFill>
                <a:schemeClr val="tx1">
                  <a:lumMod val="95000"/>
                  <a:lumOff val="5000"/>
                </a:schemeClr>
              </a:solidFill>
            </a:endParaRPr>
          </a:p>
        </p:txBody>
      </p:sp>
      <p:sp>
        <p:nvSpPr>
          <p:cNvPr id="20" name="Rectangle 19">
            <a:extLst>
              <a:ext uri="{FF2B5EF4-FFF2-40B4-BE49-F238E27FC236}">
                <a16:creationId xmlns:a16="http://schemas.microsoft.com/office/drawing/2014/main" id="{0B00E39D-051C-7F1A-EA67-A3CCCCF51456}"/>
              </a:ext>
            </a:extLst>
          </p:cNvPr>
          <p:cNvSpPr/>
          <p:nvPr/>
        </p:nvSpPr>
        <p:spPr>
          <a:xfrm>
            <a:off x="427935" y="4488700"/>
            <a:ext cx="2590694" cy="1340752"/>
          </a:xfrm>
          <a:prstGeom prst="rect">
            <a:avLst/>
          </a:prstGeom>
        </p:spPr>
        <p:txBody>
          <a:bodyPr wrap="square">
            <a:spAutoFit/>
          </a:bodyPr>
          <a:lstStyle/>
          <a:p>
            <a:pPr algn="just">
              <a:lnSpc>
                <a:spcPct val="150000"/>
              </a:lnSpc>
            </a:pPr>
            <a:r>
              <a:rPr lang="en-US" sz="1100" dirty="0" err="1">
                <a:solidFill>
                  <a:schemeClr val="tx1">
                    <a:lumMod val="95000"/>
                    <a:lumOff val="5000"/>
                  </a:schemeClr>
                </a:solidFill>
              </a:rPr>
              <a:t>Nulla</a:t>
            </a:r>
            <a:r>
              <a:rPr lang="en-US" sz="1100" dirty="0">
                <a:solidFill>
                  <a:schemeClr val="tx1">
                    <a:lumMod val="95000"/>
                    <a:lumOff val="5000"/>
                  </a:schemeClr>
                </a:solidFill>
              </a:rPr>
              <a:t> </a:t>
            </a:r>
            <a:r>
              <a:rPr lang="en-US" sz="1100" dirty="0" err="1">
                <a:solidFill>
                  <a:schemeClr val="tx1">
                    <a:lumMod val="95000"/>
                    <a:lumOff val="5000"/>
                  </a:schemeClr>
                </a:solidFill>
              </a:rPr>
              <a:t>quis</a:t>
            </a:r>
            <a:r>
              <a:rPr lang="en-US" sz="1100" dirty="0">
                <a:solidFill>
                  <a:schemeClr val="tx1">
                    <a:lumMod val="95000"/>
                    <a:lumOff val="5000"/>
                  </a:schemeClr>
                </a:solidFill>
              </a:rPr>
              <a:t> diam. </a:t>
            </a:r>
            <a:r>
              <a:rPr lang="en-US" sz="1100" dirty="0" err="1">
                <a:solidFill>
                  <a:schemeClr val="tx1">
                    <a:lumMod val="95000"/>
                    <a:lumOff val="5000"/>
                  </a:schemeClr>
                </a:solidFill>
              </a:rPr>
              <a:t>Pellentesque</a:t>
            </a:r>
            <a:r>
              <a:rPr lang="en-US" sz="1100" dirty="0">
                <a:solidFill>
                  <a:schemeClr val="tx1">
                    <a:lumMod val="95000"/>
                    <a:lumOff val="5000"/>
                  </a:schemeClr>
                </a:solidFill>
              </a:rPr>
              <a:t> ipsum. </a:t>
            </a:r>
            <a:r>
              <a:rPr lang="en-US" sz="1100" dirty="0" err="1">
                <a:solidFill>
                  <a:schemeClr val="tx1">
                    <a:lumMod val="95000"/>
                    <a:lumOff val="5000"/>
                  </a:schemeClr>
                </a:solidFill>
              </a:rPr>
              <a:t>Aliquam</a:t>
            </a:r>
            <a:r>
              <a:rPr lang="en-US" sz="1100" dirty="0">
                <a:solidFill>
                  <a:schemeClr val="tx1">
                    <a:lumMod val="95000"/>
                    <a:lumOff val="5000"/>
                  </a:schemeClr>
                </a:solidFill>
              </a:rPr>
              <a:t> id dolor. </a:t>
            </a:r>
            <a:r>
              <a:rPr lang="en-US" sz="1100" dirty="0" err="1">
                <a:solidFill>
                  <a:schemeClr val="tx1">
                    <a:lumMod val="95000"/>
                    <a:lumOff val="5000"/>
                  </a:schemeClr>
                </a:solidFill>
              </a:rPr>
              <a:t>Vivamus</a:t>
            </a:r>
            <a:r>
              <a:rPr lang="en-US" sz="1100" dirty="0">
                <a:solidFill>
                  <a:schemeClr val="tx1">
                    <a:lumMod val="95000"/>
                    <a:lumOff val="5000"/>
                  </a:schemeClr>
                </a:solidFill>
              </a:rPr>
              <a:t> </a:t>
            </a:r>
            <a:r>
              <a:rPr lang="en-US" sz="1100" dirty="0" err="1">
                <a:solidFill>
                  <a:schemeClr val="tx1">
                    <a:lumMod val="95000"/>
                    <a:lumOff val="5000"/>
                  </a:schemeClr>
                </a:solidFill>
              </a:rPr>
              <a:t>luctus</a:t>
            </a:r>
            <a:r>
              <a:rPr lang="en-US" sz="1100" dirty="0">
                <a:solidFill>
                  <a:schemeClr val="tx1">
                    <a:lumMod val="95000"/>
                    <a:lumOff val="5000"/>
                  </a:schemeClr>
                </a:solidFill>
              </a:rPr>
              <a:t> </a:t>
            </a:r>
            <a:r>
              <a:rPr lang="en-US" sz="1100" dirty="0" err="1">
                <a:solidFill>
                  <a:schemeClr val="tx1">
                    <a:lumMod val="95000"/>
                    <a:lumOff val="5000"/>
                  </a:schemeClr>
                </a:solidFill>
              </a:rPr>
              <a:t>egestas</a:t>
            </a:r>
            <a:r>
              <a:rPr lang="en-US" sz="1100" dirty="0">
                <a:solidFill>
                  <a:schemeClr val="tx1">
                    <a:lumMod val="95000"/>
                    <a:lumOff val="5000"/>
                  </a:schemeClr>
                </a:solidFill>
              </a:rPr>
              <a:t> </a:t>
            </a:r>
            <a:r>
              <a:rPr lang="en-US" sz="1100" dirty="0" err="1">
                <a:solidFill>
                  <a:schemeClr val="tx1">
                    <a:lumMod val="95000"/>
                    <a:lumOff val="5000"/>
                  </a:schemeClr>
                </a:solidFill>
              </a:rPr>
              <a:t>leo</a:t>
            </a:r>
            <a:r>
              <a:rPr lang="en-US" sz="1100" dirty="0">
                <a:solidFill>
                  <a:schemeClr val="tx1">
                    <a:lumMod val="95000"/>
                    <a:lumOff val="5000"/>
                  </a:schemeClr>
                </a:solidFill>
              </a:rPr>
              <a:t>. </a:t>
            </a:r>
            <a:r>
              <a:rPr lang="en-US" sz="1100" dirty="0" err="1">
                <a:solidFill>
                  <a:schemeClr val="tx1">
                    <a:lumMod val="95000"/>
                    <a:lumOff val="5000"/>
                  </a:schemeClr>
                </a:solidFill>
              </a:rPr>
              <a:t>Etiam</a:t>
            </a:r>
            <a:r>
              <a:rPr lang="en-US" sz="1100" dirty="0">
                <a:solidFill>
                  <a:schemeClr val="tx1">
                    <a:lumMod val="95000"/>
                    <a:lumOff val="5000"/>
                  </a:schemeClr>
                </a:solidFill>
              </a:rPr>
              <a:t> </a:t>
            </a:r>
            <a:r>
              <a:rPr lang="en-US" sz="1100" dirty="0" err="1">
                <a:solidFill>
                  <a:schemeClr val="tx1">
                    <a:lumMod val="95000"/>
                    <a:lumOff val="5000"/>
                  </a:schemeClr>
                </a:solidFill>
              </a:rPr>
              <a:t>quis</a:t>
            </a:r>
            <a:r>
              <a:rPr lang="en-US" sz="1100" dirty="0">
                <a:solidFill>
                  <a:schemeClr val="tx1">
                    <a:lumMod val="95000"/>
                    <a:lumOff val="5000"/>
                  </a:schemeClr>
                </a:solidFill>
              </a:rPr>
              <a:t> quam. </a:t>
            </a:r>
            <a:r>
              <a:rPr lang="en-US" sz="1100" dirty="0" err="1">
                <a:solidFill>
                  <a:schemeClr val="tx1">
                    <a:lumMod val="95000"/>
                    <a:lumOff val="5000"/>
                  </a:schemeClr>
                </a:solidFill>
              </a:rPr>
              <a:t>Curabitur</a:t>
            </a:r>
            <a:r>
              <a:rPr lang="en-US" sz="1100" dirty="0">
                <a:solidFill>
                  <a:schemeClr val="tx1">
                    <a:lumMod val="95000"/>
                    <a:lumOff val="5000"/>
                  </a:schemeClr>
                </a:solidFill>
              </a:rPr>
              <a:t> </a:t>
            </a:r>
            <a:r>
              <a:rPr lang="en-US" sz="1100" dirty="0" err="1">
                <a:solidFill>
                  <a:schemeClr val="tx1">
                    <a:lumMod val="95000"/>
                    <a:lumOff val="5000"/>
                  </a:schemeClr>
                </a:solidFill>
              </a:rPr>
              <a:t>bibendum</a:t>
            </a:r>
            <a:r>
              <a:rPr lang="en-US" sz="1100" dirty="0">
                <a:solidFill>
                  <a:schemeClr val="tx1">
                    <a:lumMod val="95000"/>
                    <a:lumOff val="5000"/>
                  </a:schemeClr>
                </a:solidFill>
              </a:rPr>
              <a:t> </a:t>
            </a:r>
            <a:r>
              <a:rPr lang="en-US" sz="1100" dirty="0" err="1">
                <a:solidFill>
                  <a:schemeClr val="tx1">
                    <a:lumMod val="95000"/>
                    <a:lumOff val="5000"/>
                  </a:schemeClr>
                </a:solidFill>
              </a:rPr>
              <a:t>justo</a:t>
            </a:r>
            <a:r>
              <a:rPr lang="en-US" sz="1100" dirty="0">
                <a:solidFill>
                  <a:schemeClr val="tx1">
                    <a:lumMod val="95000"/>
                    <a:lumOff val="5000"/>
                  </a:schemeClr>
                </a:solidFill>
              </a:rPr>
              <a:t> non </a:t>
            </a:r>
            <a:r>
              <a:rPr lang="en-US" sz="1100" dirty="0" err="1">
                <a:solidFill>
                  <a:schemeClr val="tx1">
                    <a:lumMod val="95000"/>
                    <a:lumOff val="5000"/>
                  </a:schemeClr>
                </a:solidFill>
              </a:rPr>
              <a:t>orci</a:t>
            </a:r>
            <a:r>
              <a:rPr lang="en-US" sz="1100" dirty="0">
                <a:solidFill>
                  <a:schemeClr val="tx1">
                    <a:lumMod val="95000"/>
                    <a:lumOff val="5000"/>
                  </a:schemeClr>
                </a:solidFill>
              </a:rPr>
              <a:t>. </a:t>
            </a:r>
            <a:endParaRPr lang="id-ID" sz="1100" dirty="0">
              <a:solidFill>
                <a:schemeClr val="tx1">
                  <a:lumMod val="95000"/>
                  <a:lumOff val="5000"/>
                </a:schemeClr>
              </a:solidFill>
            </a:endParaRPr>
          </a:p>
        </p:txBody>
      </p:sp>
      <p:sp>
        <p:nvSpPr>
          <p:cNvPr id="21" name="TextBox 20">
            <a:extLst>
              <a:ext uri="{FF2B5EF4-FFF2-40B4-BE49-F238E27FC236}">
                <a16:creationId xmlns:a16="http://schemas.microsoft.com/office/drawing/2014/main" id="{63074A6E-BABF-AD36-7774-B8C5DA07132B}"/>
              </a:ext>
            </a:extLst>
          </p:cNvPr>
          <p:cNvSpPr txBox="1"/>
          <p:nvPr/>
        </p:nvSpPr>
        <p:spPr>
          <a:xfrm>
            <a:off x="3360345" y="3960146"/>
            <a:ext cx="2491815" cy="369332"/>
          </a:xfrm>
          <a:prstGeom prst="rect">
            <a:avLst/>
          </a:prstGeom>
          <a:noFill/>
        </p:spPr>
        <p:txBody>
          <a:bodyPr wrap="square" rtlCol="0">
            <a:spAutoFit/>
          </a:bodyPr>
          <a:lstStyle/>
          <a:p>
            <a:r>
              <a:rPr lang="en-US" b="1" dirty="0">
                <a:latin typeface="+mj-lt"/>
                <a:ea typeface="Open Sans" panose="020B0606030504020204" pitchFamily="34" charset="0"/>
                <a:cs typeface="Open Sans" panose="020B0606030504020204" pitchFamily="34" charset="0"/>
              </a:rPr>
              <a:t>YOUR TEXT HERE</a:t>
            </a:r>
          </a:p>
        </p:txBody>
      </p:sp>
      <p:sp>
        <p:nvSpPr>
          <p:cNvPr id="22" name="TextBox 21">
            <a:extLst>
              <a:ext uri="{FF2B5EF4-FFF2-40B4-BE49-F238E27FC236}">
                <a16:creationId xmlns:a16="http://schemas.microsoft.com/office/drawing/2014/main" id="{1670897C-10DC-F74A-6ADC-8DE19BE06068}"/>
              </a:ext>
            </a:extLst>
          </p:cNvPr>
          <p:cNvSpPr txBox="1"/>
          <p:nvPr/>
        </p:nvSpPr>
        <p:spPr>
          <a:xfrm>
            <a:off x="6354754" y="3946851"/>
            <a:ext cx="2284994" cy="382608"/>
          </a:xfrm>
          <a:prstGeom prst="rect">
            <a:avLst/>
          </a:prstGeom>
          <a:noFill/>
        </p:spPr>
        <p:txBody>
          <a:bodyPr wrap="square" rtlCol="0">
            <a:spAutoFit/>
          </a:bodyPr>
          <a:lstStyle/>
          <a:p>
            <a:r>
              <a:rPr lang="en-US" b="1" dirty="0">
                <a:latin typeface="+mj-lt"/>
                <a:ea typeface="Open Sans" panose="020B0606030504020204" pitchFamily="34" charset="0"/>
                <a:cs typeface="Open Sans" panose="020B0606030504020204" pitchFamily="34" charset="0"/>
              </a:rPr>
              <a:t>YOUR TEXT HERE</a:t>
            </a:r>
          </a:p>
        </p:txBody>
      </p:sp>
      <p:sp>
        <p:nvSpPr>
          <p:cNvPr id="23" name="TextBox 22">
            <a:extLst>
              <a:ext uri="{FF2B5EF4-FFF2-40B4-BE49-F238E27FC236}">
                <a16:creationId xmlns:a16="http://schemas.microsoft.com/office/drawing/2014/main" id="{1EE20289-2C07-8C24-A858-0024D6BAD451}"/>
              </a:ext>
            </a:extLst>
          </p:cNvPr>
          <p:cNvSpPr txBox="1"/>
          <p:nvPr/>
        </p:nvSpPr>
        <p:spPr>
          <a:xfrm>
            <a:off x="420704" y="3949986"/>
            <a:ext cx="2491815" cy="369332"/>
          </a:xfrm>
          <a:prstGeom prst="rect">
            <a:avLst/>
          </a:prstGeom>
          <a:noFill/>
        </p:spPr>
        <p:txBody>
          <a:bodyPr wrap="square" rtlCol="0">
            <a:spAutoFit/>
          </a:bodyPr>
          <a:lstStyle/>
          <a:p>
            <a:r>
              <a:rPr lang="en-US" b="1" dirty="0">
                <a:latin typeface="+mj-lt"/>
                <a:ea typeface="Open Sans" panose="020B0606030504020204" pitchFamily="34" charset="0"/>
                <a:cs typeface="Open Sans" panose="020B0606030504020204" pitchFamily="34" charset="0"/>
              </a:rPr>
              <a:t>YOUR TEXT HERE</a:t>
            </a:r>
          </a:p>
        </p:txBody>
      </p:sp>
      <p:sp>
        <p:nvSpPr>
          <p:cNvPr id="24" name="TextBox 23">
            <a:extLst>
              <a:ext uri="{FF2B5EF4-FFF2-40B4-BE49-F238E27FC236}">
                <a16:creationId xmlns:a16="http://schemas.microsoft.com/office/drawing/2014/main" id="{A8706229-6166-BE1A-CEC6-E1699491A0D1}"/>
              </a:ext>
            </a:extLst>
          </p:cNvPr>
          <p:cNvSpPr txBox="1"/>
          <p:nvPr/>
        </p:nvSpPr>
        <p:spPr>
          <a:xfrm>
            <a:off x="9294395" y="3957143"/>
            <a:ext cx="2284994" cy="382608"/>
          </a:xfrm>
          <a:prstGeom prst="rect">
            <a:avLst/>
          </a:prstGeom>
          <a:noFill/>
        </p:spPr>
        <p:txBody>
          <a:bodyPr wrap="square" rtlCol="0">
            <a:spAutoFit/>
          </a:bodyPr>
          <a:lstStyle/>
          <a:p>
            <a:r>
              <a:rPr lang="en-US" b="1" dirty="0">
                <a:latin typeface="+mj-lt"/>
                <a:ea typeface="Open Sans" panose="020B0606030504020204" pitchFamily="34" charset="0"/>
                <a:cs typeface="Open Sans" panose="020B0606030504020204" pitchFamily="34" charset="0"/>
              </a:rPr>
              <a:t>YOUR TEXT HERE</a:t>
            </a:r>
          </a:p>
        </p:txBody>
      </p:sp>
      <p:sp>
        <p:nvSpPr>
          <p:cNvPr id="25" name="Oval 24">
            <a:extLst>
              <a:ext uri="{FF2B5EF4-FFF2-40B4-BE49-F238E27FC236}">
                <a16:creationId xmlns:a16="http://schemas.microsoft.com/office/drawing/2014/main" id="{D627CAF5-48B2-D15F-98CC-C0D2A5109A1F}"/>
              </a:ext>
            </a:extLst>
          </p:cNvPr>
          <p:cNvSpPr/>
          <p:nvPr/>
        </p:nvSpPr>
        <p:spPr>
          <a:xfrm>
            <a:off x="2722930" y="3142407"/>
            <a:ext cx="291720" cy="291718"/>
          </a:xfrm>
          <a:prstGeom prst="ellipse">
            <a:avLst/>
          </a:prstGeom>
          <a:solidFill>
            <a:srgbClr val="580C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26" name="Oval 25">
            <a:extLst>
              <a:ext uri="{FF2B5EF4-FFF2-40B4-BE49-F238E27FC236}">
                <a16:creationId xmlns:a16="http://schemas.microsoft.com/office/drawing/2014/main" id="{6FF1A1FB-AD23-F28A-1ACB-649897F8881F}"/>
              </a:ext>
            </a:extLst>
          </p:cNvPr>
          <p:cNvSpPr/>
          <p:nvPr/>
        </p:nvSpPr>
        <p:spPr>
          <a:xfrm>
            <a:off x="5926322" y="3142408"/>
            <a:ext cx="294300" cy="291717"/>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27" name="Oval 26">
            <a:extLst>
              <a:ext uri="{FF2B5EF4-FFF2-40B4-BE49-F238E27FC236}">
                <a16:creationId xmlns:a16="http://schemas.microsoft.com/office/drawing/2014/main" id="{8D1AB309-8EFC-E307-0141-40E5B7DD9DA2}"/>
              </a:ext>
            </a:extLst>
          </p:cNvPr>
          <p:cNvSpPr/>
          <p:nvPr/>
        </p:nvSpPr>
        <p:spPr>
          <a:xfrm>
            <a:off x="8902170" y="3100009"/>
            <a:ext cx="291718" cy="29171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28" name="Rectangle 27">
            <a:extLst>
              <a:ext uri="{FF2B5EF4-FFF2-40B4-BE49-F238E27FC236}">
                <a16:creationId xmlns:a16="http://schemas.microsoft.com/office/drawing/2014/main" id="{CEB5B0F4-B737-C62F-4DFA-8269FE503ABE}"/>
              </a:ext>
            </a:extLst>
          </p:cNvPr>
          <p:cNvSpPr/>
          <p:nvPr/>
        </p:nvSpPr>
        <p:spPr>
          <a:xfrm>
            <a:off x="2086128" y="1320365"/>
            <a:ext cx="7974688" cy="832920"/>
          </a:xfrm>
          <a:prstGeom prst="rect">
            <a:avLst/>
          </a:prstGeom>
        </p:spPr>
        <p:txBody>
          <a:bodyPr wrap="square">
            <a:spAutoFit/>
          </a:bodyPr>
          <a:lstStyle/>
          <a:p>
            <a:pPr algn="ctr">
              <a:lnSpc>
                <a:spcPct val="150000"/>
              </a:lnSpc>
            </a:pP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diam. </a:t>
            </a:r>
            <a:r>
              <a:rPr lang="en-US" sz="1100" dirty="0" err="1">
                <a:solidFill>
                  <a:schemeClr val="tx1">
                    <a:lumMod val="65000"/>
                    <a:lumOff val="35000"/>
                  </a:schemeClr>
                </a:solidFill>
              </a:rPr>
              <a:t>Pellentesque</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id dolor. </a:t>
            </a:r>
            <a:r>
              <a:rPr lang="en-US" sz="1100" dirty="0" err="1">
                <a:solidFill>
                  <a:schemeClr val="tx1">
                    <a:lumMod val="65000"/>
                    <a:lumOff val="35000"/>
                  </a:schemeClr>
                </a:solidFill>
              </a:rPr>
              <a:t>Vivamus</a:t>
            </a:r>
            <a:r>
              <a:rPr lang="en-US" sz="1100" dirty="0">
                <a:solidFill>
                  <a:schemeClr val="tx1">
                    <a:lumMod val="65000"/>
                    <a:lumOff val="35000"/>
                  </a:schemeClr>
                </a:solidFill>
              </a:rPr>
              <a:t> </a:t>
            </a:r>
            <a:r>
              <a:rPr lang="en-US" sz="1100" dirty="0" err="1">
                <a:solidFill>
                  <a:schemeClr val="tx1">
                    <a:lumMod val="65000"/>
                    <a:lumOff val="35000"/>
                  </a:schemeClr>
                </a:solidFill>
              </a:rPr>
              <a:t>luctus</a:t>
            </a:r>
            <a:r>
              <a:rPr lang="en-US" sz="1100" dirty="0">
                <a:solidFill>
                  <a:schemeClr val="tx1">
                    <a:lumMod val="65000"/>
                    <a:lumOff val="35000"/>
                  </a:schemeClr>
                </a:solidFill>
              </a:rPr>
              <a:t> </a:t>
            </a:r>
            <a:r>
              <a:rPr lang="en-US" sz="1100" dirty="0" err="1">
                <a:solidFill>
                  <a:schemeClr val="tx1">
                    <a:lumMod val="65000"/>
                    <a:lumOff val="35000"/>
                  </a:schemeClr>
                </a:solidFill>
              </a:rPr>
              <a:t>egestas</a:t>
            </a:r>
            <a:r>
              <a:rPr lang="en-US" sz="1100" dirty="0">
                <a:solidFill>
                  <a:schemeClr val="tx1">
                    <a:lumMod val="65000"/>
                    <a:lumOff val="35000"/>
                  </a:schemeClr>
                </a:solidFill>
              </a:rPr>
              <a:t> </a:t>
            </a:r>
            <a:r>
              <a:rPr lang="en-US" sz="1100" dirty="0" err="1">
                <a:solidFill>
                  <a:schemeClr val="tx1">
                    <a:lumMod val="65000"/>
                    <a:lumOff val="35000"/>
                  </a:schemeClr>
                </a:solidFill>
              </a:rPr>
              <a:t>leo</a:t>
            </a:r>
            <a:r>
              <a:rPr lang="en-US" sz="1100" dirty="0">
                <a:solidFill>
                  <a:schemeClr val="tx1">
                    <a:lumMod val="65000"/>
                    <a:lumOff val="35000"/>
                  </a:schemeClr>
                </a:solidFill>
              </a:rPr>
              <a:t>. </a:t>
            </a:r>
            <a:r>
              <a:rPr lang="en-US" sz="1100" dirty="0" err="1">
                <a:solidFill>
                  <a:schemeClr val="tx1">
                    <a:lumMod val="65000"/>
                    <a:lumOff val="35000"/>
                  </a:schemeClr>
                </a:solidFill>
              </a:rPr>
              <a:t>Etiam</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quam. </a:t>
            </a:r>
            <a:r>
              <a:rPr lang="en-US" sz="1100" dirty="0" err="1">
                <a:solidFill>
                  <a:schemeClr val="tx1">
                    <a:lumMod val="65000"/>
                    <a:lumOff val="35000"/>
                  </a:schemeClr>
                </a:solidFill>
              </a:rPr>
              <a:t>Curabitur</a:t>
            </a:r>
            <a:r>
              <a:rPr lang="en-US" sz="1100" dirty="0">
                <a:solidFill>
                  <a:schemeClr val="tx1">
                    <a:lumMod val="65000"/>
                    <a:lumOff val="35000"/>
                  </a:schemeClr>
                </a:solidFill>
              </a:rPr>
              <a:t> </a:t>
            </a:r>
            <a:r>
              <a:rPr lang="en-US" sz="1100" dirty="0" err="1">
                <a:solidFill>
                  <a:schemeClr val="tx1">
                    <a:lumMod val="65000"/>
                    <a:lumOff val="35000"/>
                  </a:schemeClr>
                </a:solidFill>
              </a:rPr>
              <a:t>bibendum</a:t>
            </a:r>
            <a:r>
              <a:rPr lang="en-US" sz="1100" dirty="0">
                <a:solidFill>
                  <a:schemeClr val="tx1">
                    <a:lumMod val="65000"/>
                    <a:lumOff val="35000"/>
                  </a:schemeClr>
                </a:solidFill>
              </a:rPr>
              <a:t> </a:t>
            </a:r>
            <a:r>
              <a:rPr lang="en-US" sz="1100" dirty="0" err="1">
                <a:solidFill>
                  <a:schemeClr val="tx1">
                    <a:lumMod val="65000"/>
                    <a:lumOff val="35000"/>
                  </a:schemeClr>
                </a:solidFill>
              </a:rPr>
              <a:t>justo</a:t>
            </a:r>
            <a:r>
              <a:rPr lang="en-US" sz="1100" dirty="0">
                <a:solidFill>
                  <a:schemeClr val="tx1">
                    <a:lumMod val="65000"/>
                    <a:lumOff val="35000"/>
                  </a:schemeClr>
                </a:solidFill>
              </a:rPr>
              <a:t> non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t>
            </a:r>
            <a:r>
              <a:rPr lang="en-US" sz="1100" dirty="0" err="1">
                <a:solidFill>
                  <a:schemeClr val="tx1">
                    <a:lumMod val="65000"/>
                    <a:lumOff val="35000"/>
                  </a:schemeClr>
                </a:solidFill>
              </a:rPr>
              <a:t>aute</a:t>
            </a:r>
            <a:r>
              <a:rPr lang="en-US" sz="1100" dirty="0">
                <a:solidFill>
                  <a:schemeClr val="tx1">
                    <a:lumMod val="65000"/>
                    <a:lumOff val="35000"/>
                  </a:schemeClr>
                </a:solidFill>
              </a:rPr>
              <a:t> </a:t>
            </a:r>
            <a:r>
              <a:rPr lang="en-US" sz="1100" dirty="0" err="1">
                <a:solidFill>
                  <a:schemeClr val="tx1">
                    <a:lumMod val="65000"/>
                    <a:lumOff val="35000"/>
                  </a:schemeClr>
                </a:solidFill>
              </a:rPr>
              <a:t>irure</a:t>
            </a:r>
            <a:r>
              <a:rPr lang="en-US" sz="1100" dirty="0">
                <a:solidFill>
                  <a:schemeClr val="tx1">
                    <a:lumMod val="65000"/>
                    <a:lumOff val="35000"/>
                  </a:schemeClr>
                </a:solidFill>
              </a:rPr>
              <a:t> dolor in </a:t>
            </a:r>
            <a:r>
              <a:rPr lang="en-US" sz="1100" dirty="0" err="1">
                <a:solidFill>
                  <a:schemeClr val="tx1">
                    <a:lumMod val="65000"/>
                    <a:lumOff val="35000"/>
                  </a:schemeClr>
                </a:solidFill>
              </a:rPr>
              <a:t>reprehenderit</a:t>
            </a:r>
            <a:r>
              <a:rPr lang="en-US" sz="1100" dirty="0">
                <a:solidFill>
                  <a:schemeClr val="tx1">
                    <a:lumMod val="65000"/>
                    <a:lumOff val="35000"/>
                  </a:schemeClr>
                </a:solidFill>
              </a:rPr>
              <a:t> in </a:t>
            </a:r>
            <a:r>
              <a:rPr lang="en-US" sz="1100" dirty="0" err="1">
                <a:solidFill>
                  <a:schemeClr val="tx1">
                    <a:lumMod val="65000"/>
                    <a:lumOff val="35000"/>
                  </a:schemeClr>
                </a:solidFill>
              </a:rPr>
              <a:t>voluptate</a:t>
            </a:r>
            <a:r>
              <a:rPr lang="en-US" sz="1100" dirty="0">
                <a:solidFill>
                  <a:schemeClr val="tx1">
                    <a:lumMod val="65000"/>
                    <a:lumOff val="35000"/>
                  </a:schemeClr>
                </a:solidFill>
              </a:rPr>
              <a:t> </a:t>
            </a:r>
            <a:r>
              <a:rPr lang="en-US" sz="1100" dirty="0" err="1">
                <a:solidFill>
                  <a:schemeClr val="tx1">
                    <a:lumMod val="65000"/>
                    <a:lumOff val="35000"/>
                  </a:schemeClr>
                </a:solidFill>
              </a:rPr>
              <a:t>velit</a:t>
            </a:r>
            <a:r>
              <a:rPr lang="en-US" sz="1100" dirty="0">
                <a:solidFill>
                  <a:schemeClr val="tx1">
                    <a:lumMod val="65000"/>
                    <a:lumOff val="35000"/>
                  </a:schemeClr>
                </a:solidFill>
              </a:rPr>
              <a:t> </a:t>
            </a:r>
            <a:r>
              <a:rPr lang="en-US" sz="1100" dirty="0" err="1">
                <a:solidFill>
                  <a:schemeClr val="tx1">
                    <a:lumMod val="65000"/>
                    <a:lumOff val="35000"/>
                  </a:schemeClr>
                </a:solidFill>
              </a:rPr>
              <a:t>esse</a:t>
            </a:r>
            <a:r>
              <a:rPr lang="en-US" sz="1100" dirty="0">
                <a:solidFill>
                  <a:schemeClr val="tx1">
                    <a:lumMod val="65000"/>
                    <a:lumOff val="35000"/>
                  </a:schemeClr>
                </a:solidFill>
              </a:rPr>
              <a:t> </a:t>
            </a:r>
            <a:r>
              <a:rPr lang="en-US" sz="1100" dirty="0" err="1">
                <a:solidFill>
                  <a:schemeClr val="tx1">
                    <a:lumMod val="65000"/>
                    <a:lumOff val="35000"/>
                  </a:schemeClr>
                </a:solidFill>
              </a:rPr>
              <a:t>cillum</a:t>
            </a:r>
            <a:r>
              <a:rPr lang="en-US" sz="1100" dirty="0">
                <a:solidFill>
                  <a:schemeClr val="tx1">
                    <a:lumMod val="65000"/>
                    <a:lumOff val="35000"/>
                  </a:schemeClr>
                </a:solidFill>
              </a:rPr>
              <a:t> </a:t>
            </a:r>
            <a:r>
              <a:rPr lang="en-US" sz="1100" dirty="0" err="1">
                <a:solidFill>
                  <a:schemeClr val="tx1">
                    <a:lumMod val="65000"/>
                    <a:lumOff val="35000"/>
                  </a:schemeClr>
                </a:solidFill>
              </a:rPr>
              <a:t>dolore</a:t>
            </a:r>
            <a:r>
              <a:rPr lang="en-US" sz="1100" dirty="0">
                <a:solidFill>
                  <a:schemeClr val="tx1">
                    <a:lumMod val="65000"/>
                    <a:lumOff val="35000"/>
                  </a:schemeClr>
                </a:solidFill>
              </a:rPr>
              <a:t> </a:t>
            </a:r>
            <a:r>
              <a:rPr lang="en-US" sz="1100" dirty="0" err="1">
                <a:solidFill>
                  <a:schemeClr val="tx1">
                    <a:lumMod val="65000"/>
                    <a:lumOff val="35000"/>
                  </a:schemeClr>
                </a:solidFill>
              </a:rPr>
              <a:t>eu</a:t>
            </a:r>
            <a:r>
              <a:rPr lang="en-US" sz="1100" dirty="0">
                <a:solidFill>
                  <a:schemeClr val="tx1">
                    <a:lumMod val="65000"/>
                    <a:lumOff val="35000"/>
                  </a:schemeClr>
                </a:solidFill>
              </a:rPr>
              <a:t> </a:t>
            </a:r>
            <a:r>
              <a:rPr lang="en-US" sz="1100" dirty="0" err="1">
                <a:solidFill>
                  <a:schemeClr val="tx1">
                    <a:lumMod val="65000"/>
                    <a:lumOff val="35000"/>
                  </a:schemeClr>
                </a:solidFill>
              </a:rPr>
              <a:t>fugiat</a:t>
            </a:r>
            <a:r>
              <a:rPr lang="en-US" sz="1100" dirty="0">
                <a:solidFill>
                  <a:schemeClr val="tx1">
                    <a:lumMod val="65000"/>
                    <a:lumOff val="35000"/>
                  </a:schemeClr>
                </a:solidFill>
              </a:rPr>
              <a:t> </a:t>
            </a: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pariatur</a:t>
            </a:r>
            <a:r>
              <a:rPr lang="en-US" sz="1100" dirty="0">
                <a:solidFill>
                  <a:schemeClr val="tx1">
                    <a:lumMod val="65000"/>
                    <a:lumOff val="35000"/>
                  </a:schemeClr>
                </a:solidFill>
              </a:rPr>
              <a:t>. </a:t>
            </a:r>
            <a:r>
              <a:rPr lang="en-US" sz="1100" dirty="0" err="1">
                <a:solidFill>
                  <a:schemeClr val="tx1">
                    <a:lumMod val="65000"/>
                    <a:lumOff val="35000"/>
                  </a:schemeClr>
                </a:solidFill>
              </a:rPr>
              <a:t>Suspendisse</a:t>
            </a:r>
            <a:r>
              <a:rPr lang="en-US" sz="1100" dirty="0">
                <a:solidFill>
                  <a:schemeClr val="tx1">
                    <a:lumMod val="65000"/>
                    <a:lumOff val="35000"/>
                  </a:schemeClr>
                </a:solidFill>
              </a:rPr>
              <a:t> </a:t>
            </a:r>
            <a:r>
              <a:rPr lang="en-US" sz="1100" dirty="0" err="1">
                <a:solidFill>
                  <a:schemeClr val="tx1">
                    <a:lumMod val="65000"/>
                    <a:lumOff val="35000"/>
                  </a:schemeClr>
                </a:solidFill>
              </a:rPr>
              <a:t>nisl</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ante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molestie</a:t>
            </a:r>
            <a:r>
              <a:rPr lang="en-US" sz="1100" dirty="0">
                <a:solidFill>
                  <a:schemeClr val="tx1">
                    <a:lumMod val="65000"/>
                    <a:lumOff val="35000"/>
                  </a:schemeClr>
                </a:solidFill>
              </a:rPr>
              <a:t> vitae </a:t>
            </a:r>
            <a:r>
              <a:rPr lang="en-US" sz="1100" dirty="0" err="1">
                <a:solidFill>
                  <a:schemeClr val="tx1">
                    <a:lumMod val="65000"/>
                    <a:lumOff val="35000"/>
                  </a:schemeClr>
                </a:solidFill>
              </a:rPr>
              <a:t>vehicula</a:t>
            </a:r>
            <a:r>
              <a:rPr lang="en-US" sz="1100" dirty="0">
                <a:solidFill>
                  <a:schemeClr val="tx1">
                    <a:lumMod val="65000"/>
                    <a:lumOff val="35000"/>
                  </a:schemeClr>
                </a:solidFill>
              </a:rPr>
              <a:t> </a:t>
            </a:r>
            <a:r>
              <a:rPr lang="en-US" sz="1100" dirty="0" err="1">
                <a:solidFill>
                  <a:schemeClr val="tx1">
                    <a:lumMod val="65000"/>
                    <a:lumOff val="35000"/>
                  </a:schemeClr>
                </a:solidFill>
              </a:rPr>
              <a:t>venenatis</a:t>
            </a:r>
            <a:r>
              <a:rPr lang="en-US" sz="1100" dirty="0">
                <a:solidFill>
                  <a:schemeClr val="tx1">
                    <a:lumMod val="65000"/>
                    <a:lumOff val="35000"/>
                  </a:schemeClr>
                </a:solidFill>
              </a:rPr>
              <a:t>, </a:t>
            </a:r>
            <a:endParaRPr lang="id-ID" sz="1100" dirty="0">
              <a:solidFill>
                <a:schemeClr val="tx1">
                  <a:lumMod val="65000"/>
                  <a:lumOff val="35000"/>
                </a:schemeClr>
              </a:solidFill>
            </a:endParaRPr>
          </a:p>
        </p:txBody>
      </p:sp>
      <p:sp>
        <p:nvSpPr>
          <p:cNvPr id="29" name="Slide Number Placeholder 1">
            <a:extLst>
              <a:ext uri="{FF2B5EF4-FFF2-40B4-BE49-F238E27FC236}">
                <a16:creationId xmlns:a16="http://schemas.microsoft.com/office/drawing/2014/main" id="{DC4F1369-0135-A35C-BD34-6EA980803832}"/>
              </a:ext>
            </a:extLst>
          </p:cNvPr>
          <p:cNvSpPr txBox="1">
            <a:spLocks/>
          </p:cNvSpPr>
          <p:nvPr/>
        </p:nvSpPr>
        <p:spPr>
          <a:xfrm>
            <a:off x="4718816" y="6433021"/>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737D3DD-0AB3-4F16-99FA-6262B2B4036D}" type="slidenum">
              <a:rPr lang="en-MY" sz="1400" smtClean="0"/>
              <a:pPr algn="ctr"/>
              <a:t>15</a:t>
            </a:fld>
            <a:endParaRPr lang="en-MY" sz="1400" dirty="0"/>
          </a:p>
        </p:txBody>
      </p:sp>
    </p:spTree>
    <p:extLst>
      <p:ext uri="{BB962C8B-B14F-4D97-AF65-F5344CB8AC3E}">
        <p14:creationId xmlns:p14="http://schemas.microsoft.com/office/powerpoint/2010/main" val="4193468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p:cTn id="13" dur="500" fill="hold"/>
                                        <p:tgtEl>
                                          <p:spTgt spid="13"/>
                                        </p:tgtEl>
                                        <p:attrNameLst>
                                          <p:attrName>ppt_w</p:attrName>
                                        </p:attrNameLst>
                                      </p:cBhvr>
                                      <p:tavLst>
                                        <p:tav tm="0">
                                          <p:val>
                                            <p:fltVal val="0"/>
                                          </p:val>
                                        </p:tav>
                                        <p:tav tm="100000">
                                          <p:val>
                                            <p:strVal val="#ppt_w"/>
                                          </p:val>
                                        </p:tav>
                                      </p:tavLst>
                                    </p:anim>
                                    <p:anim calcmode="lin" valueType="num">
                                      <p:cBhvr>
                                        <p:cTn id="14" dur="500" fill="hold"/>
                                        <p:tgtEl>
                                          <p:spTgt spid="13"/>
                                        </p:tgtEl>
                                        <p:attrNameLst>
                                          <p:attrName>ppt_h</p:attrName>
                                        </p:attrNameLst>
                                      </p:cBhvr>
                                      <p:tavLst>
                                        <p:tav tm="0">
                                          <p:val>
                                            <p:fltVal val="0"/>
                                          </p:val>
                                        </p:tav>
                                        <p:tav tm="100000">
                                          <p:val>
                                            <p:strVal val="#ppt_h"/>
                                          </p:val>
                                        </p:tav>
                                      </p:tavLst>
                                    </p:anim>
                                    <p:anim calcmode="lin" valueType="num">
                                      <p:cBhvr>
                                        <p:cTn id="15" dur="500" fill="hold"/>
                                        <p:tgtEl>
                                          <p:spTgt spid="13"/>
                                        </p:tgtEl>
                                        <p:attrNameLst>
                                          <p:attrName>style.rotation</p:attrName>
                                        </p:attrNameLst>
                                      </p:cBhvr>
                                      <p:tavLst>
                                        <p:tav tm="0">
                                          <p:val>
                                            <p:fltVal val="360"/>
                                          </p:val>
                                        </p:tav>
                                        <p:tav tm="100000">
                                          <p:val>
                                            <p:fltVal val="0"/>
                                          </p:val>
                                        </p:tav>
                                      </p:tavLst>
                                    </p:anim>
                                    <p:animEffect transition="in" filter="fade">
                                      <p:cBhvr>
                                        <p:cTn id="16" dur="500"/>
                                        <p:tgtEl>
                                          <p:spTgt spid="13"/>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childTnLst>
                          </p:cTn>
                        </p:par>
                        <p:par>
                          <p:cTn id="21" fill="hold">
                            <p:stCondLst>
                              <p:cond delay="1000"/>
                            </p:stCondLst>
                            <p:childTnLst>
                              <p:par>
                                <p:cTn id="22" presetID="49" presetClass="entr" presetSubtype="0" decel="100000"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 calcmode="lin" valueType="num">
                                      <p:cBhvr>
                                        <p:cTn id="26" dur="500" fill="hold"/>
                                        <p:tgtEl>
                                          <p:spTgt spid="4"/>
                                        </p:tgtEl>
                                        <p:attrNameLst>
                                          <p:attrName>style.rotation</p:attrName>
                                        </p:attrNameLst>
                                      </p:cBhvr>
                                      <p:tavLst>
                                        <p:tav tm="0">
                                          <p:val>
                                            <p:fltVal val="360"/>
                                          </p:val>
                                        </p:tav>
                                        <p:tav tm="100000">
                                          <p:val>
                                            <p:fltVal val="0"/>
                                          </p:val>
                                        </p:tav>
                                      </p:tavLst>
                                    </p:anim>
                                    <p:animEffect transition="in" filter="fade">
                                      <p:cBhvr>
                                        <p:cTn id="27" dur="500"/>
                                        <p:tgtEl>
                                          <p:spTgt spid="4"/>
                                        </p:tgtEl>
                                      </p:cBhvr>
                                    </p:animEffect>
                                  </p:childTnLst>
                                </p:cTn>
                              </p:par>
                              <p:par>
                                <p:cTn id="28" presetID="49" presetClass="entr" presetSubtype="0" decel="100000"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p:cTn id="30" dur="500" fill="hold"/>
                                        <p:tgtEl>
                                          <p:spTgt spid="7"/>
                                        </p:tgtEl>
                                        <p:attrNameLst>
                                          <p:attrName>ppt_w</p:attrName>
                                        </p:attrNameLst>
                                      </p:cBhvr>
                                      <p:tavLst>
                                        <p:tav tm="0">
                                          <p:val>
                                            <p:fltVal val="0"/>
                                          </p:val>
                                        </p:tav>
                                        <p:tav tm="100000">
                                          <p:val>
                                            <p:strVal val="#ppt_w"/>
                                          </p:val>
                                        </p:tav>
                                      </p:tavLst>
                                    </p:anim>
                                    <p:anim calcmode="lin" valueType="num">
                                      <p:cBhvr>
                                        <p:cTn id="31" dur="500" fill="hold"/>
                                        <p:tgtEl>
                                          <p:spTgt spid="7"/>
                                        </p:tgtEl>
                                        <p:attrNameLst>
                                          <p:attrName>ppt_h</p:attrName>
                                        </p:attrNameLst>
                                      </p:cBhvr>
                                      <p:tavLst>
                                        <p:tav tm="0">
                                          <p:val>
                                            <p:fltVal val="0"/>
                                          </p:val>
                                        </p:tav>
                                        <p:tav tm="100000">
                                          <p:val>
                                            <p:strVal val="#ppt_h"/>
                                          </p:val>
                                        </p:tav>
                                      </p:tavLst>
                                    </p:anim>
                                    <p:anim calcmode="lin" valueType="num">
                                      <p:cBhvr>
                                        <p:cTn id="32" dur="500" fill="hold"/>
                                        <p:tgtEl>
                                          <p:spTgt spid="7"/>
                                        </p:tgtEl>
                                        <p:attrNameLst>
                                          <p:attrName>style.rotation</p:attrName>
                                        </p:attrNameLst>
                                      </p:cBhvr>
                                      <p:tavLst>
                                        <p:tav tm="0">
                                          <p:val>
                                            <p:fltVal val="360"/>
                                          </p:val>
                                        </p:tav>
                                        <p:tav tm="100000">
                                          <p:val>
                                            <p:fltVal val="0"/>
                                          </p:val>
                                        </p:tav>
                                      </p:tavLst>
                                    </p:anim>
                                    <p:animEffect transition="in" filter="fade">
                                      <p:cBhvr>
                                        <p:cTn id="33" dur="500"/>
                                        <p:tgtEl>
                                          <p:spTgt spid="7"/>
                                        </p:tgtEl>
                                      </p:cBhvr>
                                    </p:animEffect>
                                  </p:childTnLst>
                                </p:cTn>
                              </p:par>
                            </p:childTnLst>
                          </p:cTn>
                        </p:par>
                        <p:par>
                          <p:cTn id="34" fill="hold">
                            <p:stCondLst>
                              <p:cond delay="1500"/>
                            </p:stCondLst>
                            <p:childTnLst>
                              <p:par>
                                <p:cTn id="35" presetID="10" presetClass="entr" presetSubtype="0" fill="hold" grpId="0" nodeType="after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500"/>
                                        <p:tgtEl>
                                          <p:spTgt spid="26"/>
                                        </p:tgtEl>
                                      </p:cBhvr>
                                    </p:animEffect>
                                  </p:childTnLst>
                                </p:cTn>
                              </p:par>
                            </p:childTnLst>
                          </p:cTn>
                        </p:par>
                        <p:par>
                          <p:cTn id="38" fill="hold">
                            <p:stCondLst>
                              <p:cond delay="2000"/>
                            </p:stCondLst>
                            <p:childTnLst>
                              <p:par>
                                <p:cTn id="39" presetID="49" presetClass="entr" presetSubtype="0" decel="100000" fill="hold" grpId="0" nodeType="afterEffect">
                                  <p:stCondLst>
                                    <p:cond delay="0"/>
                                  </p:stCondLst>
                                  <p:childTnLst>
                                    <p:set>
                                      <p:cBhvr>
                                        <p:cTn id="40" dur="1" fill="hold">
                                          <p:stCondLst>
                                            <p:cond delay="0"/>
                                          </p:stCondLst>
                                        </p:cTn>
                                        <p:tgtEl>
                                          <p:spTgt spid="5"/>
                                        </p:tgtEl>
                                        <p:attrNameLst>
                                          <p:attrName>style.visibility</p:attrName>
                                        </p:attrNameLst>
                                      </p:cBhvr>
                                      <p:to>
                                        <p:strVal val="visible"/>
                                      </p:to>
                                    </p:set>
                                    <p:anim calcmode="lin" valueType="num">
                                      <p:cBhvr>
                                        <p:cTn id="41" dur="500" fill="hold"/>
                                        <p:tgtEl>
                                          <p:spTgt spid="5"/>
                                        </p:tgtEl>
                                        <p:attrNameLst>
                                          <p:attrName>ppt_w</p:attrName>
                                        </p:attrNameLst>
                                      </p:cBhvr>
                                      <p:tavLst>
                                        <p:tav tm="0">
                                          <p:val>
                                            <p:fltVal val="0"/>
                                          </p:val>
                                        </p:tav>
                                        <p:tav tm="100000">
                                          <p:val>
                                            <p:strVal val="#ppt_w"/>
                                          </p:val>
                                        </p:tav>
                                      </p:tavLst>
                                    </p:anim>
                                    <p:anim calcmode="lin" valueType="num">
                                      <p:cBhvr>
                                        <p:cTn id="42" dur="500" fill="hold"/>
                                        <p:tgtEl>
                                          <p:spTgt spid="5"/>
                                        </p:tgtEl>
                                        <p:attrNameLst>
                                          <p:attrName>ppt_h</p:attrName>
                                        </p:attrNameLst>
                                      </p:cBhvr>
                                      <p:tavLst>
                                        <p:tav tm="0">
                                          <p:val>
                                            <p:fltVal val="0"/>
                                          </p:val>
                                        </p:tav>
                                        <p:tav tm="100000">
                                          <p:val>
                                            <p:strVal val="#ppt_h"/>
                                          </p:val>
                                        </p:tav>
                                      </p:tavLst>
                                    </p:anim>
                                    <p:anim calcmode="lin" valueType="num">
                                      <p:cBhvr>
                                        <p:cTn id="43" dur="500" fill="hold"/>
                                        <p:tgtEl>
                                          <p:spTgt spid="5"/>
                                        </p:tgtEl>
                                        <p:attrNameLst>
                                          <p:attrName>style.rotation</p:attrName>
                                        </p:attrNameLst>
                                      </p:cBhvr>
                                      <p:tavLst>
                                        <p:tav tm="0">
                                          <p:val>
                                            <p:fltVal val="360"/>
                                          </p:val>
                                        </p:tav>
                                        <p:tav tm="100000">
                                          <p:val>
                                            <p:fltVal val="0"/>
                                          </p:val>
                                        </p:tav>
                                      </p:tavLst>
                                    </p:anim>
                                    <p:animEffect transition="in" filter="fade">
                                      <p:cBhvr>
                                        <p:cTn id="44" dur="500"/>
                                        <p:tgtEl>
                                          <p:spTgt spid="5"/>
                                        </p:tgtEl>
                                      </p:cBhvr>
                                    </p:animEffect>
                                  </p:childTnLst>
                                </p:cTn>
                              </p:par>
                              <p:par>
                                <p:cTn id="45" presetID="49" presetClass="entr" presetSubtype="0" decel="100000"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p:cTn id="47" dur="500" fill="hold"/>
                                        <p:tgtEl>
                                          <p:spTgt spid="11"/>
                                        </p:tgtEl>
                                        <p:attrNameLst>
                                          <p:attrName>ppt_w</p:attrName>
                                        </p:attrNameLst>
                                      </p:cBhvr>
                                      <p:tavLst>
                                        <p:tav tm="0">
                                          <p:val>
                                            <p:fltVal val="0"/>
                                          </p:val>
                                        </p:tav>
                                        <p:tav tm="100000">
                                          <p:val>
                                            <p:strVal val="#ppt_w"/>
                                          </p:val>
                                        </p:tav>
                                      </p:tavLst>
                                    </p:anim>
                                    <p:anim calcmode="lin" valueType="num">
                                      <p:cBhvr>
                                        <p:cTn id="48" dur="500" fill="hold"/>
                                        <p:tgtEl>
                                          <p:spTgt spid="11"/>
                                        </p:tgtEl>
                                        <p:attrNameLst>
                                          <p:attrName>ppt_h</p:attrName>
                                        </p:attrNameLst>
                                      </p:cBhvr>
                                      <p:tavLst>
                                        <p:tav tm="0">
                                          <p:val>
                                            <p:fltVal val="0"/>
                                          </p:val>
                                        </p:tav>
                                        <p:tav tm="100000">
                                          <p:val>
                                            <p:strVal val="#ppt_h"/>
                                          </p:val>
                                        </p:tav>
                                      </p:tavLst>
                                    </p:anim>
                                    <p:anim calcmode="lin" valueType="num">
                                      <p:cBhvr>
                                        <p:cTn id="49" dur="500" fill="hold"/>
                                        <p:tgtEl>
                                          <p:spTgt spid="11"/>
                                        </p:tgtEl>
                                        <p:attrNameLst>
                                          <p:attrName>style.rotation</p:attrName>
                                        </p:attrNameLst>
                                      </p:cBhvr>
                                      <p:tavLst>
                                        <p:tav tm="0">
                                          <p:val>
                                            <p:fltVal val="360"/>
                                          </p:val>
                                        </p:tav>
                                        <p:tav tm="100000">
                                          <p:val>
                                            <p:fltVal val="0"/>
                                          </p:val>
                                        </p:tav>
                                      </p:tavLst>
                                    </p:anim>
                                    <p:animEffect transition="in" filter="fade">
                                      <p:cBhvr>
                                        <p:cTn id="50" dur="500"/>
                                        <p:tgtEl>
                                          <p:spTgt spid="11"/>
                                        </p:tgtEl>
                                      </p:cBhvr>
                                    </p:animEffect>
                                  </p:childTnLst>
                                </p:cTn>
                              </p:par>
                            </p:childTnLst>
                          </p:cTn>
                        </p:par>
                        <p:par>
                          <p:cTn id="51" fill="hold">
                            <p:stCondLst>
                              <p:cond delay="2500"/>
                            </p:stCondLst>
                            <p:childTnLst>
                              <p:par>
                                <p:cTn id="52" presetID="10" presetClass="entr" presetSubtype="0" fill="hold" grpId="0" nodeType="after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childTnLst>
                          </p:cTn>
                        </p:par>
                        <p:par>
                          <p:cTn id="55" fill="hold">
                            <p:stCondLst>
                              <p:cond delay="3000"/>
                            </p:stCondLst>
                            <p:childTnLst>
                              <p:par>
                                <p:cTn id="56" presetID="10" presetClass="entr" presetSubtype="0" fill="hold" grpId="0" nodeType="after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fade">
                                      <p:cBhvr>
                                        <p:cTn id="58" dur="500"/>
                                        <p:tgtEl>
                                          <p:spTgt spid="6"/>
                                        </p:tgtEl>
                                      </p:cBhvr>
                                    </p:animEffect>
                                  </p:childTnLst>
                                </p:cTn>
                              </p:par>
                              <p:par>
                                <p:cTn id="59" presetID="10" presetClass="entr" presetSubtype="0" fill="hold"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500"/>
                                        <p:tgtEl>
                                          <p:spTgt spid="12"/>
                                        </p:tgtEl>
                                      </p:cBhvr>
                                    </p:animEffect>
                                  </p:childTnLst>
                                </p:cTn>
                              </p:par>
                            </p:childTnLst>
                          </p:cTn>
                        </p:par>
                        <p:par>
                          <p:cTn id="62" fill="hold">
                            <p:stCondLst>
                              <p:cond delay="3500"/>
                            </p:stCondLst>
                            <p:childTnLst>
                              <p:par>
                                <p:cTn id="63" presetID="49" presetClass="entr" presetSubtype="0" decel="100000" fill="hold" grpId="1" nodeType="afterEffect">
                                  <p:stCondLst>
                                    <p:cond delay="0"/>
                                  </p:stCondLst>
                                  <p:childTnLst>
                                    <p:set>
                                      <p:cBhvr>
                                        <p:cTn id="64" dur="1" fill="hold">
                                          <p:stCondLst>
                                            <p:cond delay="0"/>
                                          </p:stCondLst>
                                        </p:cTn>
                                        <p:tgtEl>
                                          <p:spTgt spid="6"/>
                                        </p:tgtEl>
                                        <p:attrNameLst>
                                          <p:attrName>style.visibility</p:attrName>
                                        </p:attrNameLst>
                                      </p:cBhvr>
                                      <p:to>
                                        <p:strVal val="visible"/>
                                      </p:to>
                                    </p:set>
                                    <p:anim calcmode="lin" valueType="num">
                                      <p:cBhvr>
                                        <p:cTn id="65" dur="500" fill="hold"/>
                                        <p:tgtEl>
                                          <p:spTgt spid="6"/>
                                        </p:tgtEl>
                                        <p:attrNameLst>
                                          <p:attrName>ppt_w</p:attrName>
                                        </p:attrNameLst>
                                      </p:cBhvr>
                                      <p:tavLst>
                                        <p:tav tm="0">
                                          <p:val>
                                            <p:fltVal val="0"/>
                                          </p:val>
                                        </p:tav>
                                        <p:tav tm="100000">
                                          <p:val>
                                            <p:strVal val="#ppt_w"/>
                                          </p:val>
                                        </p:tav>
                                      </p:tavLst>
                                    </p:anim>
                                    <p:anim calcmode="lin" valueType="num">
                                      <p:cBhvr>
                                        <p:cTn id="66" dur="500" fill="hold"/>
                                        <p:tgtEl>
                                          <p:spTgt spid="6"/>
                                        </p:tgtEl>
                                        <p:attrNameLst>
                                          <p:attrName>ppt_h</p:attrName>
                                        </p:attrNameLst>
                                      </p:cBhvr>
                                      <p:tavLst>
                                        <p:tav tm="0">
                                          <p:val>
                                            <p:fltVal val="0"/>
                                          </p:val>
                                        </p:tav>
                                        <p:tav tm="100000">
                                          <p:val>
                                            <p:strVal val="#ppt_h"/>
                                          </p:val>
                                        </p:tav>
                                      </p:tavLst>
                                    </p:anim>
                                    <p:anim calcmode="lin" valueType="num">
                                      <p:cBhvr>
                                        <p:cTn id="67" dur="500" fill="hold"/>
                                        <p:tgtEl>
                                          <p:spTgt spid="6"/>
                                        </p:tgtEl>
                                        <p:attrNameLst>
                                          <p:attrName>style.rotation</p:attrName>
                                        </p:attrNameLst>
                                      </p:cBhvr>
                                      <p:tavLst>
                                        <p:tav tm="0">
                                          <p:val>
                                            <p:fltVal val="360"/>
                                          </p:val>
                                        </p:tav>
                                        <p:tav tm="100000">
                                          <p:val>
                                            <p:fltVal val="0"/>
                                          </p:val>
                                        </p:tav>
                                      </p:tavLst>
                                    </p:anim>
                                    <p:animEffect transition="in" filter="fade">
                                      <p:cBhvr>
                                        <p:cTn id="68" dur="500"/>
                                        <p:tgtEl>
                                          <p:spTgt spid="6"/>
                                        </p:tgtEl>
                                      </p:cBhvr>
                                    </p:animEffect>
                                  </p:childTnLst>
                                </p:cTn>
                              </p:par>
                              <p:par>
                                <p:cTn id="69" presetID="49" presetClass="entr" presetSubtype="0" decel="100000" fill="hold" nodeType="withEffect">
                                  <p:stCondLst>
                                    <p:cond delay="0"/>
                                  </p:stCondLst>
                                  <p:childTnLst>
                                    <p:set>
                                      <p:cBhvr>
                                        <p:cTn id="70" dur="1" fill="hold">
                                          <p:stCondLst>
                                            <p:cond delay="0"/>
                                          </p:stCondLst>
                                        </p:cTn>
                                        <p:tgtEl>
                                          <p:spTgt spid="12"/>
                                        </p:tgtEl>
                                        <p:attrNameLst>
                                          <p:attrName>style.visibility</p:attrName>
                                        </p:attrNameLst>
                                      </p:cBhvr>
                                      <p:to>
                                        <p:strVal val="visible"/>
                                      </p:to>
                                    </p:set>
                                    <p:anim calcmode="lin" valueType="num">
                                      <p:cBhvr>
                                        <p:cTn id="71" dur="500" fill="hold"/>
                                        <p:tgtEl>
                                          <p:spTgt spid="12"/>
                                        </p:tgtEl>
                                        <p:attrNameLst>
                                          <p:attrName>ppt_w</p:attrName>
                                        </p:attrNameLst>
                                      </p:cBhvr>
                                      <p:tavLst>
                                        <p:tav tm="0">
                                          <p:val>
                                            <p:fltVal val="0"/>
                                          </p:val>
                                        </p:tav>
                                        <p:tav tm="100000">
                                          <p:val>
                                            <p:strVal val="#ppt_w"/>
                                          </p:val>
                                        </p:tav>
                                      </p:tavLst>
                                    </p:anim>
                                    <p:anim calcmode="lin" valueType="num">
                                      <p:cBhvr>
                                        <p:cTn id="72" dur="500" fill="hold"/>
                                        <p:tgtEl>
                                          <p:spTgt spid="12"/>
                                        </p:tgtEl>
                                        <p:attrNameLst>
                                          <p:attrName>ppt_h</p:attrName>
                                        </p:attrNameLst>
                                      </p:cBhvr>
                                      <p:tavLst>
                                        <p:tav tm="0">
                                          <p:val>
                                            <p:fltVal val="0"/>
                                          </p:val>
                                        </p:tav>
                                        <p:tav tm="100000">
                                          <p:val>
                                            <p:strVal val="#ppt_h"/>
                                          </p:val>
                                        </p:tav>
                                      </p:tavLst>
                                    </p:anim>
                                    <p:anim calcmode="lin" valueType="num">
                                      <p:cBhvr>
                                        <p:cTn id="73" dur="500" fill="hold"/>
                                        <p:tgtEl>
                                          <p:spTgt spid="12"/>
                                        </p:tgtEl>
                                        <p:attrNameLst>
                                          <p:attrName>style.rotation</p:attrName>
                                        </p:attrNameLst>
                                      </p:cBhvr>
                                      <p:tavLst>
                                        <p:tav tm="0">
                                          <p:val>
                                            <p:fltVal val="360"/>
                                          </p:val>
                                        </p:tav>
                                        <p:tav tm="100000">
                                          <p:val>
                                            <p:fltVal val="0"/>
                                          </p:val>
                                        </p:tav>
                                      </p:tavLst>
                                    </p:anim>
                                    <p:animEffect transition="in" filter="fade">
                                      <p:cBhvr>
                                        <p:cTn id="74" dur="500"/>
                                        <p:tgtEl>
                                          <p:spTgt spid="12"/>
                                        </p:tgtEl>
                                      </p:cBhvr>
                                    </p:animEffect>
                                  </p:childTnLst>
                                </p:cTn>
                              </p:par>
                              <p:par>
                                <p:cTn id="75" presetID="22" presetClass="entr" presetSubtype="8" fill="hold" nodeType="with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wipe(left)">
                                      <p:cBhvr>
                                        <p:cTn id="7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6" grpId="1" animBg="1"/>
      <p:bldP spid="25" grpId="0" animBg="1"/>
      <p:bldP spid="26" grpId="0" animBg="1"/>
      <p:bldP spid="2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946788EE-2755-51E4-0E3D-A4A8FFD76795}"/>
              </a:ext>
            </a:extLst>
          </p:cNvPr>
          <p:cNvGraphicFramePr/>
          <p:nvPr>
            <p:extLst>
              <p:ext uri="{D42A27DB-BD31-4B8C-83A1-F6EECF244321}">
                <p14:modId xmlns:p14="http://schemas.microsoft.com/office/powerpoint/2010/main" val="2149893762"/>
              </p:ext>
            </p:extLst>
          </p:nvPr>
        </p:nvGraphicFramePr>
        <p:xfrm>
          <a:off x="752135" y="1549875"/>
          <a:ext cx="4649545" cy="4636594"/>
        </p:xfrm>
        <a:graphic>
          <a:graphicData uri="http://schemas.openxmlformats.org/drawingml/2006/chart">
            <c:chart xmlns:c="http://schemas.openxmlformats.org/drawingml/2006/chart" xmlns:r="http://schemas.openxmlformats.org/officeDocument/2006/relationships" r:id="rId2"/>
          </a:graphicData>
        </a:graphic>
      </p:graphicFrame>
      <p:sp>
        <p:nvSpPr>
          <p:cNvPr id="3" name="Oval 2">
            <a:extLst>
              <a:ext uri="{FF2B5EF4-FFF2-40B4-BE49-F238E27FC236}">
                <a16:creationId xmlns:a16="http://schemas.microsoft.com/office/drawing/2014/main" id="{0F32F8E5-80E1-A236-8909-FC59AE279A18}"/>
              </a:ext>
            </a:extLst>
          </p:cNvPr>
          <p:cNvSpPr/>
          <p:nvPr/>
        </p:nvSpPr>
        <p:spPr>
          <a:xfrm>
            <a:off x="5923181" y="1572402"/>
            <a:ext cx="1278385" cy="1278385"/>
          </a:xfrm>
          <a:prstGeom prst="ellipse">
            <a:avLst/>
          </a:prstGeom>
          <a:solidFill>
            <a:srgbClr val="A7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Oval 3">
            <a:extLst>
              <a:ext uri="{FF2B5EF4-FFF2-40B4-BE49-F238E27FC236}">
                <a16:creationId xmlns:a16="http://schemas.microsoft.com/office/drawing/2014/main" id="{AFA94879-77DE-7BC8-5012-C6D06F7E58EB}"/>
              </a:ext>
            </a:extLst>
          </p:cNvPr>
          <p:cNvSpPr/>
          <p:nvPr/>
        </p:nvSpPr>
        <p:spPr>
          <a:xfrm>
            <a:off x="5923181" y="3228980"/>
            <a:ext cx="1278385" cy="1278385"/>
          </a:xfrm>
          <a:prstGeom prst="ellipse">
            <a:avLst/>
          </a:prstGeom>
          <a:solidFill>
            <a:srgbClr val="C522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Oval 4">
            <a:extLst>
              <a:ext uri="{FF2B5EF4-FFF2-40B4-BE49-F238E27FC236}">
                <a16:creationId xmlns:a16="http://schemas.microsoft.com/office/drawing/2014/main" id="{AB13C460-C2EC-DCB8-82E2-A907AD29EE6E}"/>
              </a:ext>
            </a:extLst>
          </p:cNvPr>
          <p:cNvSpPr/>
          <p:nvPr/>
        </p:nvSpPr>
        <p:spPr>
          <a:xfrm>
            <a:off x="5923181" y="4885557"/>
            <a:ext cx="1278385" cy="1278385"/>
          </a:xfrm>
          <a:prstGeom prst="ellipse">
            <a:avLst/>
          </a:prstGeom>
          <a:solidFill>
            <a:srgbClr val="7412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Text Placeholder 2">
            <a:extLst>
              <a:ext uri="{FF2B5EF4-FFF2-40B4-BE49-F238E27FC236}">
                <a16:creationId xmlns:a16="http://schemas.microsoft.com/office/drawing/2014/main" id="{F99EFC9F-1209-D944-98CC-68C91AE66B9D}"/>
              </a:ext>
            </a:extLst>
          </p:cNvPr>
          <p:cNvSpPr txBox="1">
            <a:spLocks/>
          </p:cNvSpPr>
          <p:nvPr/>
        </p:nvSpPr>
        <p:spPr>
          <a:xfrm>
            <a:off x="5862520" y="2045406"/>
            <a:ext cx="1400400" cy="554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000" b="1">
                <a:solidFill>
                  <a:schemeClr val="bg1"/>
                </a:solidFill>
              </a:rPr>
              <a:t>23%</a:t>
            </a:r>
            <a:endParaRPr lang="en-US" sz="3000" b="1" dirty="0">
              <a:solidFill>
                <a:schemeClr val="bg1"/>
              </a:solidFill>
            </a:endParaRPr>
          </a:p>
        </p:txBody>
      </p:sp>
      <p:sp>
        <p:nvSpPr>
          <p:cNvPr id="7" name="Text Placeholder 3">
            <a:extLst>
              <a:ext uri="{FF2B5EF4-FFF2-40B4-BE49-F238E27FC236}">
                <a16:creationId xmlns:a16="http://schemas.microsoft.com/office/drawing/2014/main" id="{A1A33B07-48A2-455A-7439-E4A5B81E4CC0}"/>
              </a:ext>
            </a:extLst>
          </p:cNvPr>
          <p:cNvSpPr txBox="1">
            <a:spLocks/>
          </p:cNvSpPr>
          <p:nvPr/>
        </p:nvSpPr>
        <p:spPr>
          <a:xfrm>
            <a:off x="7435683" y="1550029"/>
            <a:ext cx="2170800"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lumMod val="90000"/>
                    <a:lumOff val="10000"/>
                  </a:schemeClr>
                </a:solidFill>
                <a:latin typeface="+mj-lt"/>
              </a:rPr>
              <a:t>Point Title 01</a:t>
            </a:r>
            <a:endParaRPr lang="en-US" sz="1600" dirty="0">
              <a:solidFill>
                <a:schemeClr val="tx1">
                  <a:lumMod val="90000"/>
                  <a:lumOff val="10000"/>
                </a:schemeClr>
              </a:solidFill>
              <a:latin typeface="+mj-lt"/>
            </a:endParaRPr>
          </a:p>
        </p:txBody>
      </p:sp>
      <p:sp>
        <p:nvSpPr>
          <p:cNvPr id="8" name="Text Placeholder 4">
            <a:extLst>
              <a:ext uri="{FF2B5EF4-FFF2-40B4-BE49-F238E27FC236}">
                <a16:creationId xmlns:a16="http://schemas.microsoft.com/office/drawing/2014/main" id="{47A73837-7BE2-E040-7F85-19245F464AFB}"/>
              </a:ext>
            </a:extLst>
          </p:cNvPr>
          <p:cNvSpPr txBox="1">
            <a:spLocks/>
          </p:cNvSpPr>
          <p:nvPr/>
        </p:nvSpPr>
        <p:spPr>
          <a:xfrm>
            <a:off x="7435683" y="1886914"/>
            <a:ext cx="3740400" cy="986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solidFill>
                  <a:schemeClr val="tx1">
                    <a:lumMod val="90000"/>
                    <a:lumOff val="10000"/>
                  </a:schemeClr>
                </a:solidFill>
              </a:rPr>
              <a:t>Integer sed </a:t>
            </a:r>
            <a:r>
              <a:rPr lang="en-US" sz="1200" dirty="0" err="1">
                <a:solidFill>
                  <a:schemeClr val="tx1">
                    <a:lumMod val="90000"/>
                    <a:lumOff val="10000"/>
                  </a:schemeClr>
                </a:solidFill>
              </a:rPr>
              <a:t>enim</a:t>
            </a:r>
            <a:r>
              <a:rPr lang="en-US" sz="1200" dirty="0">
                <a:solidFill>
                  <a:schemeClr val="tx1">
                    <a:lumMod val="90000"/>
                    <a:lumOff val="10000"/>
                  </a:schemeClr>
                </a:solidFill>
              </a:rPr>
              <a:t> </a:t>
            </a:r>
            <a:r>
              <a:rPr lang="en-US" sz="1200" dirty="0" err="1">
                <a:solidFill>
                  <a:schemeClr val="tx1">
                    <a:lumMod val="90000"/>
                    <a:lumOff val="10000"/>
                  </a:schemeClr>
                </a:solidFill>
              </a:rPr>
              <a:t>lobortis</a:t>
            </a:r>
            <a:r>
              <a:rPr lang="en-US" sz="1200" dirty="0">
                <a:solidFill>
                  <a:schemeClr val="tx1">
                    <a:lumMod val="90000"/>
                    <a:lumOff val="10000"/>
                  </a:schemeClr>
                </a:solidFill>
              </a:rPr>
              <a:t> </a:t>
            </a:r>
            <a:r>
              <a:rPr lang="en-US" sz="1200" dirty="0" err="1">
                <a:solidFill>
                  <a:schemeClr val="tx1">
                    <a:lumMod val="90000"/>
                    <a:lumOff val="10000"/>
                  </a:schemeClr>
                </a:solidFill>
              </a:rPr>
              <a:t>tellu</a:t>
            </a:r>
            <a:r>
              <a:rPr lang="en-US" sz="1200" dirty="0">
                <a:solidFill>
                  <a:schemeClr val="tx1">
                    <a:lumMod val="90000"/>
                    <a:lumOff val="10000"/>
                  </a:schemeClr>
                </a:solidFill>
              </a:rPr>
              <a:t> </a:t>
            </a:r>
            <a:r>
              <a:rPr lang="en-US" sz="1200" dirty="0" err="1">
                <a:solidFill>
                  <a:schemeClr val="tx1">
                    <a:lumMod val="90000"/>
                    <a:lumOff val="10000"/>
                  </a:schemeClr>
                </a:solidFill>
              </a:rPr>
              <a:t>vulputate</a:t>
            </a:r>
            <a:r>
              <a:rPr lang="en-US" sz="1200" dirty="0">
                <a:solidFill>
                  <a:schemeClr val="tx1">
                    <a:lumMod val="90000"/>
                    <a:lumOff val="10000"/>
                  </a:schemeClr>
                </a:solidFill>
              </a:rPr>
              <a:t> </a:t>
            </a:r>
            <a:r>
              <a:rPr lang="en-US" sz="1200" dirty="0" err="1">
                <a:solidFill>
                  <a:schemeClr val="tx1">
                    <a:lumMod val="90000"/>
                    <a:lumOff val="10000"/>
                  </a:schemeClr>
                </a:solidFill>
              </a:rPr>
              <a:t>iaculis</a:t>
            </a:r>
            <a:r>
              <a:rPr lang="en-US" sz="1200" dirty="0">
                <a:solidFill>
                  <a:schemeClr val="tx1">
                    <a:lumMod val="90000"/>
                    <a:lumOff val="10000"/>
                  </a:schemeClr>
                </a:solidFill>
              </a:rPr>
              <a:t> </a:t>
            </a:r>
            <a:r>
              <a:rPr lang="en-US" sz="1200" dirty="0" err="1">
                <a:solidFill>
                  <a:schemeClr val="tx1">
                    <a:lumMod val="90000"/>
                    <a:lumOff val="10000"/>
                  </a:schemeClr>
                </a:solidFill>
              </a:rPr>
              <a:t>eget</a:t>
            </a:r>
            <a:r>
              <a:rPr lang="en-US" sz="1200" dirty="0">
                <a:solidFill>
                  <a:schemeClr val="tx1">
                    <a:lumMod val="90000"/>
                    <a:lumOff val="10000"/>
                  </a:schemeClr>
                </a:solidFill>
              </a:rPr>
              <a:t> vitae del </a:t>
            </a:r>
            <a:r>
              <a:rPr lang="en-US" sz="1200" dirty="0" err="1">
                <a:solidFill>
                  <a:schemeClr val="tx1">
                    <a:lumMod val="90000"/>
                    <a:lumOff val="10000"/>
                  </a:schemeClr>
                </a:solidFill>
              </a:rPr>
              <a:t>massa</a:t>
            </a:r>
            <a:r>
              <a:rPr lang="en-US" sz="1200" dirty="0">
                <a:solidFill>
                  <a:schemeClr val="tx1">
                    <a:lumMod val="90000"/>
                    <a:lumOff val="10000"/>
                  </a:schemeClr>
                </a:solidFill>
              </a:rPr>
              <a:t>.</a:t>
            </a:r>
          </a:p>
          <a:p>
            <a:pPr marL="171450" indent="-171450">
              <a:spcBef>
                <a:spcPts val="600"/>
              </a:spcBef>
            </a:pPr>
            <a:r>
              <a:rPr lang="en-US" sz="1200" dirty="0">
                <a:solidFill>
                  <a:schemeClr val="tx1">
                    <a:lumMod val="90000"/>
                    <a:lumOff val="10000"/>
                  </a:schemeClr>
                </a:solidFill>
              </a:rPr>
              <a:t>Integer sed </a:t>
            </a:r>
            <a:r>
              <a:rPr lang="en-US" sz="1200" dirty="0" err="1">
                <a:solidFill>
                  <a:schemeClr val="tx1">
                    <a:lumMod val="90000"/>
                    <a:lumOff val="10000"/>
                  </a:schemeClr>
                </a:solidFill>
              </a:rPr>
              <a:t>enim</a:t>
            </a:r>
            <a:r>
              <a:rPr lang="en-US" sz="1200" dirty="0">
                <a:solidFill>
                  <a:schemeClr val="tx1">
                    <a:lumMod val="90000"/>
                    <a:lumOff val="10000"/>
                  </a:schemeClr>
                </a:solidFill>
              </a:rPr>
              <a:t> </a:t>
            </a:r>
            <a:r>
              <a:rPr lang="en-US" sz="1200" dirty="0" err="1">
                <a:solidFill>
                  <a:schemeClr val="tx1">
                    <a:lumMod val="90000"/>
                    <a:lumOff val="10000"/>
                  </a:schemeClr>
                </a:solidFill>
              </a:rPr>
              <a:t>lobortis</a:t>
            </a:r>
            <a:r>
              <a:rPr lang="en-US" sz="1200" dirty="0">
                <a:solidFill>
                  <a:schemeClr val="tx1">
                    <a:lumMod val="90000"/>
                    <a:lumOff val="10000"/>
                  </a:schemeClr>
                </a:solidFill>
              </a:rPr>
              <a:t> </a:t>
            </a:r>
            <a:r>
              <a:rPr lang="en-US" sz="1200" dirty="0" err="1">
                <a:solidFill>
                  <a:schemeClr val="tx1">
                    <a:lumMod val="90000"/>
                    <a:lumOff val="10000"/>
                  </a:schemeClr>
                </a:solidFill>
              </a:rPr>
              <a:t>tellu</a:t>
            </a:r>
            <a:r>
              <a:rPr lang="en-US" sz="1200" dirty="0">
                <a:solidFill>
                  <a:schemeClr val="tx1">
                    <a:lumMod val="90000"/>
                    <a:lumOff val="10000"/>
                  </a:schemeClr>
                </a:solidFill>
              </a:rPr>
              <a:t> </a:t>
            </a:r>
            <a:r>
              <a:rPr lang="en-US" sz="1200" dirty="0" err="1">
                <a:solidFill>
                  <a:schemeClr val="tx1">
                    <a:lumMod val="90000"/>
                    <a:lumOff val="10000"/>
                  </a:schemeClr>
                </a:solidFill>
              </a:rPr>
              <a:t>vulputate</a:t>
            </a:r>
            <a:endParaRPr lang="en-US" sz="1200" dirty="0">
              <a:solidFill>
                <a:schemeClr val="tx1">
                  <a:lumMod val="90000"/>
                  <a:lumOff val="10000"/>
                </a:schemeClr>
              </a:solidFill>
            </a:endParaRPr>
          </a:p>
          <a:p>
            <a:pPr marL="171450" indent="-171450">
              <a:spcBef>
                <a:spcPts val="600"/>
              </a:spcBef>
            </a:pPr>
            <a:r>
              <a:rPr lang="en-US" sz="1200" dirty="0" err="1">
                <a:solidFill>
                  <a:schemeClr val="tx1">
                    <a:lumMod val="90000"/>
                    <a:lumOff val="10000"/>
                  </a:schemeClr>
                </a:solidFill>
              </a:rPr>
              <a:t>Viaculis</a:t>
            </a:r>
            <a:r>
              <a:rPr lang="en-US" sz="1200" dirty="0">
                <a:solidFill>
                  <a:schemeClr val="tx1">
                    <a:lumMod val="90000"/>
                    <a:lumOff val="10000"/>
                  </a:schemeClr>
                </a:solidFill>
              </a:rPr>
              <a:t> </a:t>
            </a:r>
            <a:r>
              <a:rPr lang="en-US" sz="1200" dirty="0" err="1">
                <a:solidFill>
                  <a:schemeClr val="tx1">
                    <a:lumMod val="90000"/>
                    <a:lumOff val="10000"/>
                  </a:schemeClr>
                </a:solidFill>
              </a:rPr>
              <a:t>eget</a:t>
            </a:r>
            <a:r>
              <a:rPr lang="en-US" sz="1200" dirty="0">
                <a:solidFill>
                  <a:schemeClr val="tx1">
                    <a:lumMod val="90000"/>
                    <a:lumOff val="10000"/>
                  </a:schemeClr>
                </a:solidFill>
              </a:rPr>
              <a:t> vitae del </a:t>
            </a:r>
            <a:r>
              <a:rPr lang="en-US" sz="1200" dirty="0" err="1">
                <a:solidFill>
                  <a:schemeClr val="tx1">
                    <a:lumMod val="90000"/>
                    <a:lumOff val="10000"/>
                  </a:schemeClr>
                </a:solidFill>
              </a:rPr>
              <a:t>massa</a:t>
            </a:r>
            <a:r>
              <a:rPr lang="en-US" sz="1200" dirty="0">
                <a:solidFill>
                  <a:schemeClr val="tx1">
                    <a:lumMod val="90000"/>
                    <a:lumOff val="10000"/>
                  </a:schemeClr>
                </a:solidFill>
              </a:rPr>
              <a:t>. </a:t>
            </a:r>
            <a:r>
              <a:rPr lang="en-US" sz="1200" dirty="0" err="1">
                <a:solidFill>
                  <a:schemeClr val="tx1">
                    <a:lumMod val="90000"/>
                    <a:lumOff val="10000"/>
                  </a:schemeClr>
                </a:solidFill>
              </a:rPr>
              <a:t>Fusce</a:t>
            </a:r>
            <a:r>
              <a:rPr lang="en-US" sz="1200" dirty="0">
                <a:solidFill>
                  <a:schemeClr val="tx1">
                    <a:lumMod val="90000"/>
                    <a:lumOff val="10000"/>
                  </a:schemeClr>
                </a:solidFill>
              </a:rPr>
              <a:t> </a:t>
            </a:r>
            <a:r>
              <a:rPr lang="en-US" sz="1200" dirty="0" err="1">
                <a:solidFill>
                  <a:schemeClr val="tx1">
                    <a:lumMod val="90000"/>
                    <a:lumOff val="10000"/>
                  </a:schemeClr>
                </a:solidFill>
              </a:rPr>
              <a:t>molestie</a:t>
            </a:r>
            <a:endParaRPr lang="en-US" sz="1200" dirty="0">
              <a:solidFill>
                <a:schemeClr val="tx1">
                  <a:lumMod val="90000"/>
                  <a:lumOff val="10000"/>
                </a:schemeClr>
              </a:solidFill>
            </a:endParaRPr>
          </a:p>
        </p:txBody>
      </p:sp>
      <p:sp>
        <p:nvSpPr>
          <p:cNvPr id="9" name="Text Placeholder 5">
            <a:extLst>
              <a:ext uri="{FF2B5EF4-FFF2-40B4-BE49-F238E27FC236}">
                <a16:creationId xmlns:a16="http://schemas.microsoft.com/office/drawing/2014/main" id="{F3B8224C-870B-423E-A99B-7EF7872C8469}"/>
              </a:ext>
            </a:extLst>
          </p:cNvPr>
          <p:cNvSpPr txBox="1">
            <a:spLocks/>
          </p:cNvSpPr>
          <p:nvPr/>
        </p:nvSpPr>
        <p:spPr>
          <a:xfrm>
            <a:off x="5862520" y="3701984"/>
            <a:ext cx="1400400" cy="554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000" b="1" dirty="0">
                <a:solidFill>
                  <a:schemeClr val="bg1"/>
                </a:solidFill>
              </a:rPr>
              <a:t>12%</a:t>
            </a:r>
          </a:p>
        </p:txBody>
      </p:sp>
      <p:sp>
        <p:nvSpPr>
          <p:cNvPr id="10" name="Text Placeholder 6">
            <a:extLst>
              <a:ext uri="{FF2B5EF4-FFF2-40B4-BE49-F238E27FC236}">
                <a16:creationId xmlns:a16="http://schemas.microsoft.com/office/drawing/2014/main" id="{B9819951-AEA0-7C48-CFE7-129E85F34BAC}"/>
              </a:ext>
            </a:extLst>
          </p:cNvPr>
          <p:cNvSpPr txBox="1">
            <a:spLocks/>
          </p:cNvSpPr>
          <p:nvPr/>
        </p:nvSpPr>
        <p:spPr>
          <a:xfrm>
            <a:off x="7435683" y="3206607"/>
            <a:ext cx="2170800"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lumMod val="90000"/>
                    <a:lumOff val="10000"/>
                  </a:schemeClr>
                </a:solidFill>
                <a:latin typeface="+mj-lt"/>
              </a:rPr>
              <a:t>Point Title 02</a:t>
            </a:r>
            <a:endParaRPr lang="en-US" sz="1600" dirty="0">
              <a:solidFill>
                <a:schemeClr val="tx1">
                  <a:lumMod val="90000"/>
                  <a:lumOff val="10000"/>
                </a:schemeClr>
              </a:solidFill>
              <a:latin typeface="+mj-lt"/>
            </a:endParaRPr>
          </a:p>
        </p:txBody>
      </p:sp>
      <p:sp>
        <p:nvSpPr>
          <p:cNvPr id="11" name="Text Placeholder 9">
            <a:extLst>
              <a:ext uri="{FF2B5EF4-FFF2-40B4-BE49-F238E27FC236}">
                <a16:creationId xmlns:a16="http://schemas.microsoft.com/office/drawing/2014/main" id="{254E4D06-524F-8C97-ACB4-2CF1134CAD7B}"/>
              </a:ext>
            </a:extLst>
          </p:cNvPr>
          <p:cNvSpPr txBox="1">
            <a:spLocks/>
          </p:cNvSpPr>
          <p:nvPr/>
        </p:nvSpPr>
        <p:spPr>
          <a:xfrm>
            <a:off x="7435683" y="3543492"/>
            <a:ext cx="3740400" cy="986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a:solidFill>
                  <a:schemeClr val="tx1">
                    <a:lumMod val="90000"/>
                    <a:lumOff val="10000"/>
                  </a:schemeClr>
                </a:solidFill>
              </a:rPr>
              <a:t>Integer sed enim lobortis tellu vulputate iaculis eget vitae del massa.</a:t>
            </a:r>
          </a:p>
          <a:p>
            <a:pPr marL="171450" indent="-171450">
              <a:spcBef>
                <a:spcPts val="600"/>
              </a:spcBef>
            </a:pPr>
            <a:r>
              <a:rPr lang="en-US" sz="1200">
                <a:solidFill>
                  <a:schemeClr val="tx1">
                    <a:lumMod val="90000"/>
                    <a:lumOff val="10000"/>
                  </a:schemeClr>
                </a:solidFill>
              </a:rPr>
              <a:t>Integer sed enim lobortis tellu vulputate</a:t>
            </a:r>
          </a:p>
          <a:p>
            <a:pPr marL="171450" indent="-171450">
              <a:spcBef>
                <a:spcPts val="600"/>
              </a:spcBef>
            </a:pPr>
            <a:r>
              <a:rPr lang="en-US" sz="1200">
                <a:solidFill>
                  <a:schemeClr val="tx1">
                    <a:lumMod val="90000"/>
                    <a:lumOff val="10000"/>
                  </a:schemeClr>
                </a:solidFill>
              </a:rPr>
              <a:t>Viaculis eget vitae del massa. Fusce molestie</a:t>
            </a:r>
            <a:endParaRPr lang="en-US" sz="1200" dirty="0">
              <a:solidFill>
                <a:schemeClr val="tx1">
                  <a:lumMod val="90000"/>
                  <a:lumOff val="10000"/>
                </a:schemeClr>
              </a:solidFill>
            </a:endParaRPr>
          </a:p>
        </p:txBody>
      </p:sp>
      <p:sp>
        <p:nvSpPr>
          <p:cNvPr id="12" name="Text Placeholder 10">
            <a:extLst>
              <a:ext uri="{FF2B5EF4-FFF2-40B4-BE49-F238E27FC236}">
                <a16:creationId xmlns:a16="http://schemas.microsoft.com/office/drawing/2014/main" id="{755B211D-9462-DF33-AC30-41C19BF82943}"/>
              </a:ext>
            </a:extLst>
          </p:cNvPr>
          <p:cNvSpPr txBox="1">
            <a:spLocks/>
          </p:cNvSpPr>
          <p:nvPr/>
        </p:nvSpPr>
        <p:spPr>
          <a:xfrm>
            <a:off x="5862520" y="5358561"/>
            <a:ext cx="1400400" cy="554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000" b="1">
                <a:solidFill>
                  <a:schemeClr val="bg1"/>
                </a:solidFill>
              </a:rPr>
              <a:t>80%</a:t>
            </a:r>
            <a:endParaRPr lang="en-US" sz="3000" b="1" dirty="0">
              <a:solidFill>
                <a:schemeClr val="bg1"/>
              </a:solidFill>
            </a:endParaRPr>
          </a:p>
        </p:txBody>
      </p:sp>
      <p:sp>
        <p:nvSpPr>
          <p:cNvPr id="13" name="Text Placeholder 11">
            <a:extLst>
              <a:ext uri="{FF2B5EF4-FFF2-40B4-BE49-F238E27FC236}">
                <a16:creationId xmlns:a16="http://schemas.microsoft.com/office/drawing/2014/main" id="{AA62BA76-98C8-F982-38E7-C0039E15E84E}"/>
              </a:ext>
            </a:extLst>
          </p:cNvPr>
          <p:cNvSpPr txBox="1">
            <a:spLocks/>
          </p:cNvSpPr>
          <p:nvPr/>
        </p:nvSpPr>
        <p:spPr>
          <a:xfrm>
            <a:off x="7435683" y="4863184"/>
            <a:ext cx="2170800"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lumMod val="90000"/>
                    <a:lumOff val="10000"/>
                  </a:schemeClr>
                </a:solidFill>
                <a:latin typeface="+mj-lt"/>
              </a:rPr>
              <a:t>Point Title 03</a:t>
            </a:r>
            <a:endParaRPr lang="en-US" sz="1600" dirty="0">
              <a:solidFill>
                <a:schemeClr val="tx1">
                  <a:lumMod val="90000"/>
                  <a:lumOff val="10000"/>
                </a:schemeClr>
              </a:solidFill>
              <a:latin typeface="+mj-lt"/>
            </a:endParaRPr>
          </a:p>
        </p:txBody>
      </p:sp>
      <p:sp>
        <p:nvSpPr>
          <p:cNvPr id="14" name="Text Placeholder 12">
            <a:extLst>
              <a:ext uri="{FF2B5EF4-FFF2-40B4-BE49-F238E27FC236}">
                <a16:creationId xmlns:a16="http://schemas.microsoft.com/office/drawing/2014/main" id="{3C0418F7-5A3A-0E42-23D0-E227922FA3B9}"/>
              </a:ext>
            </a:extLst>
          </p:cNvPr>
          <p:cNvSpPr txBox="1">
            <a:spLocks/>
          </p:cNvSpPr>
          <p:nvPr/>
        </p:nvSpPr>
        <p:spPr>
          <a:xfrm>
            <a:off x="7435683" y="5200069"/>
            <a:ext cx="3740400" cy="986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a:solidFill>
                  <a:schemeClr val="tx1">
                    <a:lumMod val="90000"/>
                    <a:lumOff val="10000"/>
                  </a:schemeClr>
                </a:solidFill>
              </a:rPr>
              <a:t>Integer sed enim lobortis tellu vulputate iaculis eget vitae del massa.</a:t>
            </a:r>
          </a:p>
          <a:p>
            <a:pPr marL="171450" indent="-171450">
              <a:spcBef>
                <a:spcPts val="600"/>
              </a:spcBef>
            </a:pPr>
            <a:r>
              <a:rPr lang="en-US" sz="1200">
                <a:solidFill>
                  <a:schemeClr val="tx1">
                    <a:lumMod val="90000"/>
                    <a:lumOff val="10000"/>
                  </a:schemeClr>
                </a:solidFill>
              </a:rPr>
              <a:t>Integer sed enim lobortis tellu vulputate</a:t>
            </a:r>
          </a:p>
          <a:p>
            <a:pPr marL="171450" indent="-171450">
              <a:spcBef>
                <a:spcPts val="600"/>
              </a:spcBef>
            </a:pPr>
            <a:r>
              <a:rPr lang="en-US" sz="1200">
                <a:solidFill>
                  <a:schemeClr val="tx1">
                    <a:lumMod val="90000"/>
                    <a:lumOff val="10000"/>
                  </a:schemeClr>
                </a:solidFill>
              </a:rPr>
              <a:t>Viaculis eget vitae del massa. Fusce molestie</a:t>
            </a:r>
            <a:endParaRPr lang="en-US" sz="1200" dirty="0">
              <a:solidFill>
                <a:schemeClr val="tx1">
                  <a:lumMod val="90000"/>
                  <a:lumOff val="10000"/>
                </a:schemeClr>
              </a:solidFill>
            </a:endParaRPr>
          </a:p>
        </p:txBody>
      </p:sp>
      <p:sp>
        <p:nvSpPr>
          <p:cNvPr id="15" name="TextBox 14">
            <a:extLst>
              <a:ext uri="{FF2B5EF4-FFF2-40B4-BE49-F238E27FC236}">
                <a16:creationId xmlns:a16="http://schemas.microsoft.com/office/drawing/2014/main" id="{DDC6E4B6-A245-72D1-5F8D-4B171B33BF18}"/>
              </a:ext>
            </a:extLst>
          </p:cNvPr>
          <p:cNvSpPr txBox="1"/>
          <p:nvPr/>
        </p:nvSpPr>
        <p:spPr>
          <a:xfrm>
            <a:off x="2271146" y="491942"/>
            <a:ext cx="7126014" cy="769441"/>
          </a:xfrm>
          <a:prstGeom prst="rect">
            <a:avLst/>
          </a:prstGeom>
          <a:noFill/>
        </p:spPr>
        <p:txBody>
          <a:bodyPr wrap="square" rtlCol="0">
            <a:spAutoFit/>
          </a:bodyPr>
          <a:lstStyle/>
          <a:p>
            <a:pPr algn="ctr"/>
            <a:r>
              <a:rPr lang="en-US" sz="4400" b="1" dirty="0">
                <a:solidFill>
                  <a:schemeClr val="tx1">
                    <a:lumMod val="75000"/>
                    <a:lumOff val="25000"/>
                  </a:schemeClr>
                </a:solidFill>
              </a:rPr>
              <a:t>ADD YOUR TITLE HERE</a:t>
            </a:r>
          </a:p>
        </p:txBody>
      </p:sp>
      <p:sp>
        <p:nvSpPr>
          <p:cNvPr id="16" name="Slide Number Placeholder 1">
            <a:extLst>
              <a:ext uri="{FF2B5EF4-FFF2-40B4-BE49-F238E27FC236}">
                <a16:creationId xmlns:a16="http://schemas.microsoft.com/office/drawing/2014/main" id="{1CE86A6B-A5F1-7838-144F-7CA2CC5F1519}"/>
              </a:ext>
            </a:extLst>
          </p:cNvPr>
          <p:cNvSpPr txBox="1">
            <a:spLocks/>
          </p:cNvSpPr>
          <p:nvPr/>
        </p:nvSpPr>
        <p:spPr>
          <a:xfrm>
            <a:off x="4718816" y="6433021"/>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737D3DD-0AB3-4F16-99FA-6262B2B4036D}" type="slidenum">
              <a:rPr lang="en-MY" sz="1400" smtClean="0"/>
              <a:pPr algn="ctr"/>
              <a:t>16</a:t>
            </a:fld>
            <a:endParaRPr lang="en-MY" sz="1400" dirty="0"/>
          </a:p>
        </p:txBody>
      </p:sp>
    </p:spTree>
    <p:extLst>
      <p:ext uri="{BB962C8B-B14F-4D97-AF65-F5344CB8AC3E}">
        <p14:creationId xmlns:p14="http://schemas.microsoft.com/office/powerpoint/2010/main" val="3767977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B71B1EC-656E-9BD4-F3C5-2EB00A8EC3E5}"/>
              </a:ext>
            </a:extLst>
          </p:cNvPr>
          <p:cNvGrpSpPr/>
          <p:nvPr/>
        </p:nvGrpSpPr>
        <p:grpSpPr>
          <a:xfrm>
            <a:off x="548541" y="1746951"/>
            <a:ext cx="5613100" cy="4214445"/>
            <a:chOff x="548541" y="1746951"/>
            <a:chExt cx="5613100" cy="4214445"/>
          </a:xfrm>
        </p:grpSpPr>
        <p:grpSp>
          <p:nvGrpSpPr>
            <p:cNvPr id="3" name="Group 2">
              <a:extLst>
                <a:ext uri="{FF2B5EF4-FFF2-40B4-BE49-F238E27FC236}">
                  <a16:creationId xmlns:a16="http://schemas.microsoft.com/office/drawing/2014/main" id="{76511433-7887-2B2B-DA83-C6CA4C094288}"/>
                </a:ext>
              </a:extLst>
            </p:cNvPr>
            <p:cNvGrpSpPr/>
            <p:nvPr/>
          </p:nvGrpSpPr>
          <p:grpSpPr>
            <a:xfrm>
              <a:off x="548541" y="1746951"/>
              <a:ext cx="5613100" cy="4214445"/>
              <a:chOff x="1530350" y="-20638"/>
              <a:chExt cx="9161463" cy="6878638"/>
            </a:xfrm>
          </p:grpSpPr>
          <p:sp>
            <p:nvSpPr>
              <p:cNvPr id="14" name="Freeform 5">
                <a:extLst>
                  <a:ext uri="{FF2B5EF4-FFF2-40B4-BE49-F238E27FC236}">
                    <a16:creationId xmlns:a16="http://schemas.microsoft.com/office/drawing/2014/main" id="{2F536533-82E3-15F6-DBBB-9468229E2073}"/>
                  </a:ext>
                </a:extLst>
              </p:cNvPr>
              <p:cNvSpPr>
                <a:spLocks/>
              </p:cNvSpPr>
              <p:nvPr/>
            </p:nvSpPr>
            <p:spPr bwMode="auto">
              <a:xfrm>
                <a:off x="7650163" y="1735138"/>
                <a:ext cx="3041650" cy="2924175"/>
              </a:xfrm>
              <a:custGeom>
                <a:avLst/>
                <a:gdLst>
                  <a:gd name="T0" fmla="*/ 401 w 722"/>
                  <a:gd name="T1" fmla="*/ 0 h 694"/>
                  <a:gd name="T2" fmla="*/ 695 w 722"/>
                  <a:gd name="T3" fmla="*/ 693 h 694"/>
                  <a:gd name="T4" fmla="*/ 152 w 722"/>
                  <a:gd name="T5" fmla="*/ 693 h 694"/>
                  <a:gd name="T6" fmla="*/ 0 w 722"/>
                  <a:gd name="T7" fmla="*/ 291 h 694"/>
                  <a:gd name="T8" fmla="*/ 401 w 722"/>
                  <a:gd name="T9" fmla="*/ 0 h 694"/>
                </a:gdLst>
                <a:ahLst/>
                <a:cxnLst>
                  <a:cxn ang="0">
                    <a:pos x="T0" y="T1"/>
                  </a:cxn>
                  <a:cxn ang="0">
                    <a:pos x="T2" y="T3"/>
                  </a:cxn>
                  <a:cxn ang="0">
                    <a:pos x="T4" y="T5"/>
                  </a:cxn>
                  <a:cxn ang="0">
                    <a:pos x="T6" y="T7"/>
                  </a:cxn>
                  <a:cxn ang="0">
                    <a:pos x="T8" y="T9"/>
                  </a:cxn>
                </a:cxnLst>
                <a:rect l="0" t="0" r="r" b="b"/>
                <a:pathLst>
                  <a:path w="722" h="694">
                    <a:moveTo>
                      <a:pt x="401" y="0"/>
                    </a:moveTo>
                    <a:cubicBezTo>
                      <a:pt x="401" y="0"/>
                      <a:pt x="722" y="280"/>
                      <a:pt x="695" y="693"/>
                    </a:cubicBezTo>
                    <a:cubicBezTo>
                      <a:pt x="288" y="694"/>
                      <a:pt x="152" y="693"/>
                      <a:pt x="152" y="693"/>
                    </a:cubicBezTo>
                    <a:cubicBezTo>
                      <a:pt x="0" y="291"/>
                      <a:pt x="0" y="291"/>
                      <a:pt x="0" y="291"/>
                    </a:cubicBezTo>
                    <a:lnTo>
                      <a:pt x="401" y="0"/>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14150CA0-5436-C4DE-6549-D5F91AAE8945}"/>
                  </a:ext>
                </a:extLst>
              </p:cNvPr>
              <p:cNvSpPr>
                <a:spLocks/>
              </p:cNvSpPr>
              <p:nvPr/>
            </p:nvSpPr>
            <p:spPr bwMode="auto">
              <a:xfrm>
                <a:off x="6238875" y="130175"/>
                <a:ext cx="3441700" cy="3163888"/>
              </a:xfrm>
              <a:custGeom>
                <a:avLst/>
                <a:gdLst>
                  <a:gd name="T0" fmla="*/ 68 w 817"/>
                  <a:gd name="T1" fmla="*/ 52 h 751"/>
                  <a:gd name="T2" fmla="*/ 817 w 817"/>
                  <a:gd name="T3" fmla="*/ 346 h 751"/>
                  <a:gd name="T4" fmla="*/ 416 w 817"/>
                  <a:gd name="T5" fmla="*/ 751 h 751"/>
                  <a:gd name="T6" fmla="*/ 0 w 817"/>
                  <a:gd name="T7" fmla="*/ 633 h 751"/>
                  <a:gd name="T8" fmla="*/ 68 w 817"/>
                  <a:gd name="T9" fmla="*/ 52 h 751"/>
                </a:gdLst>
                <a:ahLst/>
                <a:cxnLst>
                  <a:cxn ang="0">
                    <a:pos x="T0" y="T1"/>
                  </a:cxn>
                  <a:cxn ang="0">
                    <a:pos x="T2" y="T3"/>
                  </a:cxn>
                  <a:cxn ang="0">
                    <a:pos x="T4" y="T5"/>
                  </a:cxn>
                  <a:cxn ang="0">
                    <a:pos x="T6" y="T7"/>
                  </a:cxn>
                  <a:cxn ang="0">
                    <a:pos x="T8" y="T9"/>
                  </a:cxn>
                </a:cxnLst>
                <a:rect l="0" t="0" r="r" b="b"/>
                <a:pathLst>
                  <a:path w="817" h="751">
                    <a:moveTo>
                      <a:pt x="68" y="52"/>
                    </a:moveTo>
                    <a:cubicBezTo>
                      <a:pt x="68" y="52"/>
                      <a:pt x="451" y="0"/>
                      <a:pt x="817" y="346"/>
                    </a:cubicBezTo>
                    <a:cubicBezTo>
                      <a:pt x="729" y="434"/>
                      <a:pt x="416" y="751"/>
                      <a:pt x="416" y="751"/>
                    </a:cubicBezTo>
                    <a:cubicBezTo>
                      <a:pt x="0" y="633"/>
                      <a:pt x="0" y="633"/>
                      <a:pt x="0" y="633"/>
                    </a:cubicBezTo>
                    <a:lnTo>
                      <a:pt x="68" y="52"/>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F971E42E-7BA4-F091-2243-8E679A660BAD}"/>
                  </a:ext>
                </a:extLst>
              </p:cNvPr>
              <p:cNvSpPr>
                <a:spLocks/>
              </p:cNvSpPr>
              <p:nvPr/>
            </p:nvSpPr>
            <p:spPr bwMode="auto">
              <a:xfrm>
                <a:off x="3155950" y="-20638"/>
                <a:ext cx="3454400" cy="3844925"/>
              </a:xfrm>
              <a:custGeom>
                <a:avLst/>
                <a:gdLst>
                  <a:gd name="T0" fmla="*/ 0 w 820"/>
                  <a:gd name="T1" fmla="*/ 364 h 913"/>
                  <a:gd name="T2" fmla="*/ 820 w 820"/>
                  <a:gd name="T3" fmla="*/ 5 h 913"/>
                  <a:gd name="T4" fmla="*/ 820 w 820"/>
                  <a:gd name="T5" fmla="*/ 693 h 913"/>
                  <a:gd name="T6" fmla="*/ 427 w 820"/>
                  <a:gd name="T7" fmla="*/ 913 h 913"/>
                  <a:gd name="T8" fmla="*/ 0 w 820"/>
                  <a:gd name="T9" fmla="*/ 364 h 913"/>
                </a:gdLst>
                <a:ahLst/>
                <a:cxnLst>
                  <a:cxn ang="0">
                    <a:pos x="T0" y="T1"/>
                  </a:cxn>
                  <a:cxn ang="0">
                    <a:pos x="T2" y="T3"/>
                  </a:cxn>
                  <a:cxn ang="0">
                    <a:pos x="T4" y="T5"/>
                  </a:cxn>
                  <a:cxn ang="0">
                    <a:pos x="T6" y="T7"/>
                  </a:cxn>
                  <a:cxn ang="0">
                    <a:pos x="T8" y="T9"/>
                  </a:cxn>
                </a:cxnLst>
                <a:rect l="0" t="0" r="r" b="b"/>
                <a:pathLst>
                  <a:path w="820" h="913">
                    <a:moveTo>
                      <a:pt x="0" y="364"/>
                    </a:moveTo>
                    <a:cubicBezTo>
                      <a:pt x="0" y="364"/>
                      <a:pt x="307" y="0"/>
                      <a:pt x="820" y="5"/>
                    </a:cubicBezTo>
                    <a:cubicBezTo>
                      <a:pt x="820" y="130"/>
                      <a:pt x="820" y="693"/>
                      <a:pt x="820" y="693"/>
                    </a:cubicBezTo>
                    <a:cubicBezTo>
                      <a:pt x="427" y="913"/>
                      <a:pt x="427" y="913"/>
                      <a:pt x="427" y="913"/>
                    </a:cubicBezTo>
                    <a:lnTo>
                      <a:pt x="0" y="364"/>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7" name="Freeform 8">
                <a:extLst>
                  <a:ext uri="{FF2B5EF4-FFF2-40B4-BE49-F238E27FC236}">
                    <a16:creationId xmlns:a16="http://schemas.microsoft.com/office/drawing/2014/main" id="{91587E4D-CE21-DDC8-D136-57550A4FD021}"/>
                  </a:ext>
                </a:extLst>
              </p:cNvPr>
              <p:cNvSpPr>
                <a:spLocks/>
              </p:cNvSpPr>
              <p:nvPr/>
            </p:nvSpPr>
            <p:spPr bwMode="auto">
              <a:xfrm>
                <a:off x="1530350" y="1141413"/>
                <a:ext cx="3706813" cy="3513138"/>
              </a:xfrm>
              <a:custGeom>
                <a:avLst/>
                <a:gdLst>
                  <a:gd name="T0" fmla="*/ 726 w 880"/>
                  <a:gd name="T1" fmla="*/ 834 h 834"/>
                  <a:gd name="T2" fmla="*/ 19 w 880"/>
                  <a:gd name="T3" fmla="*/ 834 h 834"/>
                  <a:gd name="T4" fmla="*/ 373 w 880"/>
                  <a:gd name="T5" fmla="*/ 0 h 834"/>
                  <a:gd name="T6" fmla="*/ 880 w 880"/>
                  <a:gd name="T7" fmla="*/ 509 h 834"/>
                  <a:gd name="T8" fmla="*/ 726 w 880"/>
                  <a:gd name="T9" fmla="*/ 834 h 834"/>
                </a:gdLst>
                <a:ahLst/>
                <a:cxnLst>
                  <a:cxn ang="0">
                    <a:pos x="T0" y="T1"/>
                  </a:cxn>
                  <a:cxn ang="0">
                    <a:pos x="T2" y="T3"/>
                  </a:cxn>
                  <a:cxn ang="0">
                    <a:pos x="T4" y="T5"/>
                  </a:cxn>
                  <a:cxn ang="0">
                    <a:pos x="T6" y="T7"/>
                  </a:cxn>
                  <a:cxn ang="0">
                    <a:pos x="T8" y="T9"/>
                  </a:cxn>
                </a:cxnLst>
                <a:rect l="0" t="0" r="r" b="b"/>
                <a:pathLst>
                  <a:path w="880" h="834">
                    <a:moveTo>
                      <a:pt x="726" y="834"/>
                    </a:moveTo>
                    <a:cubicBezTo>
                      <a:pt x="19" y="834"/>
                      <a:pt x="19" y="834"/>
                      <a:pt x="19" y="834"/>
                    </a:cubicBezTo>
                    <a:cubicBezTo>
                      <a:pt x="19" y="834"/>
                      <a:pt x="0" y="383"/>
                      <a:pt x="373" y="0"/>
                    </a:cubicBezTo>
                    <a:cubicBezTo>
                      <a:pt x="631" y="262"/>
                      <a:pt x="880" y="509"/>
                      <a:pt x="880" y="509"/>
                    </a:cubicBezTo>
                    <a:lnTo>
                      <a:pt x="726" y="834"/>
                    </a:lnTo>
                    <a:close/>
                  </a:path>
                </a:pathLst>
              </a:custGeom>
              <a:ln/>
              <a:extLst>
                <a:ext uri="{91240B29-F687-4F45-9708-019B960494DF}">
                  <a14:hiddenLine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8" name="Oval 9">
                <a:extLst>
                  <a:ext uri="{FF2B5EF4-FFF2-40B4-BE49-F238E27FC236}">
                    <a16:creationId xmlns:a16="http://schemas.microsoft.com/office/drawing/2014/main" id="{A6A4656D-247E-366B-C46A-2E815E8717EA}"/>
                  </a:ext>
                </a:extLst>
              </p:cNvPr>
              <p:cNvSpPr>
                <a:spLocks noChangeArrowheads="1"/>
              </p:cNvSpPr>
              <p:nvPr/>
            </p:nvSpPr>
            <p:spPr bwMode="auto">
              <a:xfrm>
                <a:off x="4406900" y="2451100"/>
                <a:ext cx="4406900" cy="4406900"/>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Oval 10">
                <a:extLst>
                  <a:ext uri="{FF2B5EF4-FFF2-40B4-BE49-F238E27FC236}">
                    <a16:creationId xmlns:a16="http://schemas.microsoft.com/office/drawing/2014/main" id="{DA5A4179-9DF3-FB02-FFC5-DC0E413CBA77}"/>
                  </a:ext>
                </a:extLst>
              </p:cNvPr>
              <p:cNvSpPr>
                <a:spLocks noChangeArrowheads="1"/>
              </p:cNvSpPr>
              <p:nvPr/>
            </p:nvSpPr>
            <p:spPr bwMode="auto">
              <a:xfrm>
                <a:off x="4751388" y="2797175"/>
                <a:ext cx="3721100" cy="371475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Freeform 21">
              <a:extLst>
                <a:ext uri="{FF2B5EF4-FFF2-40B4-BE49-F238E27FC236}">
                  <a16:creationId xmlns:a16="http://schemas.microsoft.com/office/drawing/2014/main" id="{FA9706E8-581F-2565-D88E-20816FFFF2C3}"/>
                </a:ext>
              </a:extLst>
            </p:cNvPr>
            <p:cNvSpPr>
              <a:spLocks noEditPoints="1"/>
            </p:cNvSpPr>
            <p:nvPr/>
          </p:nvSpPr>
          <p:spPr bwMode="auto">
            <a:xfrm>
              <a:off x="3256048" y="3777822"/>
              <a:ext cx="809873" cy="410294"/>
            </a:xfrm>
            <a:custGeom>
              <a:avLst/>
              <a:gdLst>
                <a:gd name="T0" fmla="*/ 269 w 304"/>
                <a:gd name="T1" fmla="*/ 35 h 154"/>
                <a:gd name="T2" fmla="*/ 245 w 304"/>
                <a:gd name="T3" fmla="*/ 21 h 154"/>
                <a:gd name="T4" fmla="*/ 227 w 304"/>
                <a:gd name="T5" fmla="*/ 21 h 154"/>
                <a:gd name="T6" fmla="*/ 223 w 304"/>
                <a:gd name="T7" fmla="*/ 93 h 154"/>
                <a:gd name="T8" fmla="*/ 208 w 304"/>
                <a:gd name="T9" fmla="*/ 37 h 154"/>
                <a:gd name="T10" fmla="*/ 201 w 304"/>
                <a:gd name="T11" fmla="*/ 109 h 154"/>
                <a:gd name="T12" fmla="*/ 187 w 304"/>
                <a:gd name="T13" fmla="*/ 51 h 154"/>
                <a:gd name="T14" fmla="*/ 183 w 304"/>
                <a:gd name="T15" fmla="*/ 119 h 154"/>
                <a:gd name="T16" fmla="*/ 176 w 304"/>
                <a:gd name="T17" fmla="*/ 77 h 154"/>
                <a:gd name="T18" fmla="*/ 161 w 304"/>
                <a:gd name="T19" fmla="*/ 128 h 154"/>
                <a:gd name="T20" fmla="*/ 154 w 304"/>
                <a:gd name="T21" fmla="*/ 82 h 154"/>
                <a:gd name="T22" fmla="*/ 140 w 304"/>
                <a:gd name="T23" fmla="*/ 133 h 154"/>
                <a:gd name="T24" fmla="*/ 132 w 304"/>
                <a:gd name="T25" fmla="*/ 88 h 154"/>
                <a:gd name="T26" fmla="*/ 118 w 304"/>
                <a:gd name="T27" fmla="*/ 135 h 154"/>
                <a:gd name="T28" fmla="*/ 114 w 304"/>
                <a:gd name="T29" fmla="*/ 91 h 154"/>
                <a:gd name="T30" fmla="*/ 96 w 304"/>
                <a:gd name="T31" fmla="*/ 91 h 154"/>
                <a:gd name="T32" fmla="*/ 92 w 304"/>
                <a:gd name="T33" fmla="*/ 133 h 154"/>
                <a:gd name="T34" fmla="*/ 77 w 304"/>
                <a:gd name="T35" fmla="*/ 85 h 154"/>
                <a:gd name="T36" fmla="*/ 74 w 304"/>
                <a:gd name="T37" fmla="*/ 131 h 154"/>
                <a:gd name="T38" fmla="*/ 70 w 304"/>
                <a:gd name="T39" fmla="*/ 76 h 154"/>
                <a:gd name="T40" fmla="*/ 52 w 304"/>
                <a:gd name="T41" fmla="*/ 76 h 154"/>
                <a:gd name="T42" fmla="*/ 58 w 304"/>
                <a:gd name="T43" fmla="*/ 129 h 154"/>
                <a:gd name="T44" fmla="*/ 48 w 304"/>
                <a:gd name="T45" fmla="*/ 128 h 154"/>
                <a:gd name="T46" fmla="*/ 34 w 304"/>
                <a:gd name="T47" fmla="*/ 59 h 154"/>
                <a:gd name="T48" fmla="*/ 33 w 304"/>
                <a:gd name="T49" fmla="*/ 130 h 154"/>
                <a:gd name="T50" fmla="*/ 26 w 304"/>
                <a:gd name="T51" fmla="*/ 88 h 154"/>
                <a:gd name="T52" fmla="*/ 9 w 304"/>
                <a:gd name="T53" fmla="*/ 88 h 154"/>
                <a:gd name="T54" fmla="*/ 6 w 304"/>
                <a:gd name="T55" fmla="*/ 145 h 154"/>
                <a:gd name="T56" fmla="*/ 14 w 304"/>
                <a:gd name="T57" fmla="*/ 139 h 154"/>
                <a:gd name="T58" fmla="*/ 53 w 304"/>
                <a:gd name="T59" fmla="*/ 133 h 154"/>
                <a:gd name="T60" fmla="*/ 94 w 304"/>
                <a:gd name="T61" fmla="*/ 142 h 154"/>
                <a:gd name="T62" fmla="*/ 178 w 304"/>
                <a:gd name="T63" fmla="*/ 137 h 154"/>
                <a:gd name="T64" fmla="*/ 194 w 304"/>
                <a:gd name="T65" fmla="*/ 132 h 154"/>
                <a:gd name="T66" fmla="*/ 244 w 304"/>
                <a:gd name="T67" fmla="*/ 101 h 154"/>
                <a:gd name="T68" fmla="*/ 253 w 304"/>
                <a:gd name="T69" fmla="*/ 94 h 154"/>
                <a:gd name="T70" fmla="*/ 304 w 304"/>
                <a:gd name="T71" fmla="*/ 54 h 154"/>
                <a:gd name="T72" fmla="*/ 10 w 304"/>
                <a:gd name="T73" fmla="*/ 140 h 154"/>
                <a:gd name="T74" fmla="*/ 36 w 304"/>
                <a:gd name="T75" fmla="*/ 129 h 154"/>
                <a:gd name="T76" fmla="*/ 44 w 304"/>
                <a:gd name="T77" fmla="*/ 128 h 154"/>
                <a:gd name="T78" fmla="*/ 40 w 304"/>
                <a:gd name="T79" fmla="*/ 129 h 154"/>
                <a:gd name="T80" fmla="*/ 68 w 304"/>
                <a:gd name="T81" fmla="*/ 130 h 154"/>
                <a:gd name="T82" fmla="*/ 63 w 304"/>
                <a:gd name="T83" fmla="*/ 129 h 154"/>
                <a:gd name="T84" fmla="*/ 91 w 304"/>
                <a:gd name="T85" fmla="*/ 133 h 154"/>
                <a:gd name="T86" fmla="*/ 112 w 304"/>
                <a:gd name="T87" fmla="*/ 135 h 154"/>
                <a:gd name="T88" fmla="*/ 100 w 304"/>
                <a:gd name="T89" fmla="*/ 134 h 154"/>
                <a:gd name="T90" fmla="*/ 107 w 304"/>
                <a:gd name="T91" fmla="*/ 134 h 154"/>
                <a:gd name="T92" fmla="*/ 146 w 304"/>
                <a:gd name="T93" fmla="*/ 131 h 154"/>
                <a:gd name="T94" fmla="*/ 135 w 304"/>
                <a:gd name="T95" fmla="*/ 133 h 154"/>
                <a:gd name="T96" fmla="*/ 121 w 304"/>
                <a:gd name="T97" fmla="*/ 134 h 154"/>
                <a:gd name="T98" fmla="*/ 124 w 304"/>
                <a:gd name="T99" fmla="*/ 134 h 154"/>
                <a:gd name="T100" fmla="*/ 131 w 304"/>
                <a:gd name="T101" fmla="*/ 134 h 154"/>
                <a:gd name="T102" fmla="*/ 148 w 304"/>
                <a:gd name="T103" fmla="*/ 131 h 154"/>
                <a:gd name="T104" fmla="*/ 166 w 304"/>
                <a:gd name="T105" fmla="*/ 126 h 154"/>
                <a:gd name="T106" fmla="*/ 173 w 304"/>
                <a:gd name="T107" fmla="*/ 124 h 154"/>
                <a:gd name="T108" fmla="*/ 222 w 304"/>
                <a:gd name="T109" fmla="*/ 93 h 154"/>
                <a:gd name="T110" fmla="*/ 209 w 304"/>
                <a:gd name="T111" fmla="*/ 104 h 154"/>
                <a:gd name="T112" fmla="*/ 218 w 304"/>
                <a:gd name="T113" fmla="*/ 97 h 154"/>
                <a:gd name="T114" fmla="*/ 213 w 304"/>
                <a:gd name="T115" fmla="*/ 100 h 154"/>
                <a:gd name="T116" fmla="*/ 191 w 304"/>
                <a:gd name="T117" fmla="*/ 115 h 154"/>
                <a:gd name="T118" fmla="*/ 197 w 304"/>
                <a:gd name="T119" fmla="*/ 112 h 154"/>
                <a:gd name="T120" fmla="*/ 244 w 304"/>
                <a:gd name="T121" fmla="*/ 7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04" h="154">
                  <a:moveTo>
                    <a:pt x="303" y="0"/>
                  </a:moveTo>
                  <a:cubicBezTo>
                    <a:pt x="256" y="28"/>
                    <a:pt x="256" y="28"/>
                    <a:pt x="256" y="28"/>
                  </a:cubicBezTo>
                  <a:cubicBezTo>
                    <a:pt x="269" y="35"/>
                    <a:pt x="269" y="35"/>
                    <a:pt x="269" y="35"/>
                  </a:cubicBezTo>
                  <a:cubicBezTo>
                    <a:pt x="264" y="45"/>
                    <a:pt x="257" y="54"/>
                    <a:pt x="250" y="63"/>
                  </a:cubicBezTo>
                  <a:cubicBezTo>
                    <a:pt x="248" y="66"/>
                    <a:pt x="246" y="68"/>
                    <a:pt x="245" y="70"/>
                  </a:cubicBezTo>
                  <a:cubicBezTo>
                    <a:pt x="245" y="21"/>
                    <a:pt x="245" y="21"/>
                    <a:pt x="245" y="21"/>
                  </a:cubicBezTo>
                  <a:cubicBezTo>
                    <a:pt x="245" y="20"/>
                    <a:pt x="243" y="18"/>
                    <a:pt x="241" y="18"/>
                  </a:cubicBezTo>
                  <a:cubicBezTo>
                    <a:pt x="230" y="18"/>
                    <a:pt x="230" y="18"/>
                    <a:pt x="230" y="18"/>
                  </a:cubicBezTo>
                  <a:cubicBezTo>
                    <a:pt x="229" y="18"/>
                    <a:pt x="227" y="20"/>
                    <a:pt x="227" y="21"/>
                  </a:cubicBezTo>
                  <a:cubicBezTo>
                    <a:pt x="227" y="89"/>
                    <a:pt x="227" y="89"/>
                    <a:pt x="227" y="89"/>
                  </a:cubicBezTo>
                  <a:cubicBezTo>
                    <a:pt x="226" y="90"/>
                    <a:pt x="225" y="91"/>
                    <a:pt x="223" y="92"/>
                  </a:cubicBezTo>
                  <a:cubicBezTo>
                    <a:pt x="223" y="92"/>
                    <a:pt x="223" y="92"/>
                    <a:pt x="223" y="93"/>
                  </a:cubicBezTo>
                  <a:cubicBezTo>
                    <a:pt x="223" y="41"/>
                    <a:pt x="223" y="41"/>
                    <a:pt x="223" y="41"/>
                  </a:cubicBezTo>
                  <a:cubicBezTo>
                    <a:pt x="223" y="39"/>
                    <a:pt x="221" y="37"/>
                    <a:pt x="219" y="37"/>
                  </a:cubicBezTo>
                  <a:cubicBezTo>
                    <a:pt x="208" y="37"/>
                    <a:pt x="208" y="37"/>
                    <a:pt x="208" y="37"/>
                  </a:cubicBezTo>
                  <a:cubicBezTo>
                    <a:pt x="207" y="37"/>
                    <a:pt x="205" y="39"/>
                    <a:pt x="205" y="41"/>
                  </a:cubicBezTo>
                  <a:cubicBezTo>
                    <a:pt x="205" y="106"/>
                    <a:pt x="205" y="106"/>
                    <a:pt x="205" y="106"/>
                  </a:cubicBezTo>
                  <a:cubicBezTo>
                    <a:pt x="204" y="107"/>
                    <a:pt x="202" y="108"/>
                    <a:pt x="201" y="109"/>
                  </a:cubicBezTo>
                  <a:cubicBezTo>
                    <a:pt x="201" y="55"/>
                    <a:pt x="201" y="55"/>
                    <a:pt x="201" y="55"/>
                  </a:cubicBezTo>
                  <a:cubicBezTo>
                    <a:pt x="201" y="53"/>
                    <a:pt x="199" y="51"/>
                    <a:pt x="197" y="51"/>
                  </a:cubicBezTo>
                  <a:cubicBezTo>
                    <a:pt x="187" y="51"/>
                    <a:pt x="187" y="51"/>
                    <a:pt x="187" y="51"/>
                  </a:cubicBezTo>
                  <a:cubicBezTo>
                    <a:pt x="185" y="51"/>
                    <a:pt x="183" y="53"/>
                    <a:pt x="183" y="55"/>
                  </a:cubicBezTo>
                  <a:cubicBezTo>
                    <a:pt x="183" y="119"/>
                    <a:pt x="183" y="119"/>
                    <a:pt x="183" y="119"/>
                  </a:cubicBezTo>
                  <a:cubicBezTo>
                    <a:pt x="183" y="119"/>
                    <a:pt x="183" y="119"/>
                    <a:pt x="183" y="119"/>
                  </a:cubicBezTo>
                  <a:cubicBezTo>
                    <a:pt x="181" y="120"/>
                    <a:pt x="180" y="120"/>
                    <a:pt x="179" y="121"/>
                  </a:cubicBezTo>
                  <a:cubicBezTo>
                    <a:pt x="179" y="81"/>
                    <a:pt x="179" y="81"/>
                    <a:pt x="179" y="81"/>
                  </a:cubicBezTo>
                  <a:cubicBezTo>
                    <a:pt x="179" y="79"/>
                    <a:pt x="178" y="77"/>
                    <a:pt x="176" y="77"/>
                  </a:cubicBezTo>
                  <a:cubicBezTo>
                    <a:pt x="165" y="77"/>
                    <a:pt x="165" y="77"/>
                    <a:pt x="165" y="77"/>
                  </a:cubicBezTo>
                  <a:cubicBezTo>
                    <a:pt x="163" y="77"/>
                    <a:pt x="161" y="79"/>
                    <a:pt x="161" y="81"/>
                  </a:cubicBezTo>
                  <a:cubicBezTo>
                    <a:pt x="161" y="128"/>
                    <a:pt x="161" y="128"/>
                    <a:pt x="161" y="128"/>
                  </a:cubicBezTo>
                  <a:cubicBezTo>
                    <a:pt x="160" y="128"/>
                    <a:pt x="159" y="128"/>
                    <a:pt x="157" y="129"/>
                  </a:cubicBezTo>
                  <a:cubicBezTo>
                    <a:pt x="157" y="85"/>
                    <a:pt x="157" y="85"/>
                    <a:pt x="157" y="85"/>
                  </a:cubicBezTo>
                  <a:cubicBezTo>
                    <a:pt x="157" y="83"/>
                    <a:pt x="156" y="82"/>
                    <a:pt x="154" y="82"/>
                  </a:cubicBezTo>
                  <a:cubicBezTo>
                    <a:pt x="143" y="82"/>
                    <a:pt x="143" y="82"/>
                    <a:pt x="143" y="82"/>
                  </a:cubicBezTo>
                  <a:cubicBezTo>
                    <a:pt x="141" y="82"/>
                    <a:pt x="140" y="83"/>
                    <a:pt x="140" y="85"/>
                  </a:cubicBezTo>
                  <a:cubicBezTo>
                    <a:pt x="140" y="133"/>
                    <a:pt x="140" y="133"/>
                    <a:pt x="140" y="133"/>
                  </a:cubicBezTo>
                  <a:cubicBezTo>
                    <a:pt x="138" y="133"/>
                    <a:pt x="137" y="133"/>
                    <a:pt x="135" y="133"/>
                  </a:cubicBezTo>
                  <a:cubicBezTo>
                    <a:pt x="135" y="91"/>
                    <a:pt x="135" y="91"/>
                    <a:pt x="135" y="91"/>
                  </a:cubicBezTo>
                  <a:cubicBezTo>
                    <a:pt x="135" y="90"/>
                    <a:pt x="134" y="88"/>
                    <a:pt x="132" y="88"/>
                  </a:cubicBezTo>
                  <a:cubicBezTo>
                    <a:pt x="121" y="88"/>
                    <a:pt x="121" y="88"/>
                    <a:pt x="121" y="88"/>
                  </a:cubicBezTo>
                  <a:cubicBezTo>
                    <a:pt x="119" y="88"/>
                    <a:pt x="118" y="90"/>
                    <a:pt x="118" y="91"/>
                  </a:cubicBezTo>
                  <a:cubicBezTo>
                    <a:pt x="118" y="135"/>
                    <a:pt x="118" y="135"/>
                    <a:pt x="118" y="135"/>
                  </a:cubicBezTo>
                  <a:cubicBezTo>
                    <a:pt x="117" y="135"/>
                    <a:pt x="116" y="135"/>
                    <a:pt x="115" y="135"/>
                  </a:cubicBezTo>
                  <a:cubicBezTo>
                    <a:pt x="114" y="135"/>
                    <a:pt x="114" y="135"/>
                    <a:pt x="114" y="135"/>
                  </a:cubicBezTo>
                  <a:cubicBezTo>
                    <a:pt x="114" y="91"/>
                    <a:pt x="114" y="91"/>
                    <a:pt x="114" y="91"/>
                  </a:cubicBezTo>
                  <a:cubicBezTo>
                    <a:pt x="114" y="89"/>
                    <a:pt x="112" y="88"/>
                    <a:pt x="110" y="88"/>
                  </a:cubicBezTo>
                  <a:cubicBezTo>
                    <a:pt x="99" y="88"/>
                    <a:pt x="99" y="88"/>
                    <a:pt x="99" y="88"/>
                  </a:cubicBezTo>
                  <a:cubicBezTo>
                    <a:pt x="98" y="88"/>
                    <a:pt x="96" y="89"/>
                    <a:pt x="96" y="91"/>
                  </a:cubicBezTo>
                  <a:cubicBezTo>
                    <a:pt x="96" y="134"/>
                    <a:pt x="96" y="134"/>
                    <a:pt x="96" y="134"/>
                  </a:cubicBezTo>
                  <a:cubicBezTo>
                    <a:pt x="96" y="134"/>
                    <a:pt x="95" y="133"/>
                    <a:pt x="95" y="133"/>
                  </a:cubicBezTo>
                  <a:cubicBezTo>
                    <a:pt x="94" y="133"/>
                    <a:pt x="93" y="133"/>
                    <a:pt x="92" y="133"/>
                  </a:cubicBezTo>
                  <a:cubicBezTo>
                    <a:pt x="92" y="88"/>
                    <a:pt x="92" y="88"/>
                    <a:pt x="92" y="88"/>
                  </a:cubicBezTo>
                  <a:cubicBezTo>
                    <a:pt x="92" y="86"/>
                    <a:pt x="90" y="85"/>
                    <a:pt x="88" y="85"/>
                  </a:cubicBezTo>
                  <a:cubicBezTo>
                    <a:pt x="77" y="85"/>
                    <a:pt x="77" y="85"/>
                    <a:pt x="77" y="85"/>
                  </a:cubicBezTo>
                  <a:cubicBezTo>
                    <a:pt x="76" y="85"/>
                    <a:pt x="74" y="86"/>
                    <a:pt x="74" y="88"/>
                  </a:cubicBezTo>
                  <a:cubicBezTo>
                    <a:pt x="74" y="131"/>
                    <a:pt x="74" y="131"/>
                    <a:pt x="74" y="131"/>
                  </a:cubicBezTo>
                  <a:cubicBezTo>
                    <a:pt x="74" y="131"/>
                    <a:pt x="74" y="131"/>
                    <a:pt x="74" y="131"/>
                  </a:cubicBezTo>
                  <a:cubicBezTo>
                    <a:pt x="73" y="131"/>
                    <a:pt x="71" y="130"/>
                    <a:pt x="70" y="130"/>
                  </a:cubicBezTo>
                  <a:cubicBezTo>
                    <a:pt x="70" y="130"/>
                    <a:pt x="70" y="130"/>
                    <a:pt x="70" y="130"/>
                  </a:cubicBezTo>
                  <a:cubicBezTo>
                    <a:pt x="70" y="76"/>
                    <a:pt x="70" y="76"/>
                    <a:pt x="70" y="76"/>
                  </a:cubicBezTo>
                  <a:cubicBezTo>
                    <a:pt x="70" y="75"/>
                    <a:pt x="68" y="73"/>
                    <a:pt x="66" y="73"/>
                  </a:cubicBezTo>
                  <a:cubicBezTo>
                    <a:pt x="56" y="73"/>
                    <a:pt x="56" y="73"/>
                    <a:pt x="56" y="73"/>
                  </a:cubicBezTo>
                  <a:cubicBezTo>
                    <a:pt x="54" y="73"/>
                    <a:pt x="52" y="75"/>
                    <a:pt x="52" y="76"/>
                  </a:cubicBezTo>
                  <a:cubicBezTo>
                    <a:pt x="52" y="128"/>
                    <a:pt x="52" y="128"/>
                    <a:pt x="52" y="128"/>
                  </a:cubicBezTo>
                  <a:cubicBezTo>
                    <a:pt x="53" y="128"/>
                    <a:pt x="53" y="129"/>
                    <a:pt x="54" y="129"/>
                  </a:cubicBezTo>
                  <a:cubicBezTo>
                    <a:pt x="55" y="129"/>
                    <a:pt x="57" y="129"/>
                    <a:pt x="58" y="129"/>
                  </a:cubicBezTo>
                  <a:cubicBezTo>
                    <a:pt x="57" y="129"/>
                    <a:pt x="55" y="129"/>
                    <a:pt x="54" y="129"/>
                  </a:cubicBezTo>
                  <a:cubicBezTo>
                    <a:pt x="52" y="128"/>
                    <a:pt x="50" y="128"/>
                    <a:pt x="48" y="128"/>
                  </a:cubicBezTo>
                  <a:cubicBezTo>
                    <a:pt x="48" y="128"/>
                    <a:pt x="48" y="128"/>
                    <a:pt x="48" y="128"/>
                  </a:cubicBezTo>
                  <a:cubicBezTo>
                    <a:pt x="48" y="62"/>
                    <a:pt x="48" y="62"/>
                    <a:pt x="48" y="62"/>
                  </a:cubicBezTo>
                  <a:cubicBezTo>
                    <a:pt x="48" y="60"/>
                    <a:pt x="46" y="59"/>
                    <a:pt x="45" y="59"/>
                  </a:cubicBezTo>
                  <a:cubicBezTo>
                    <a:pt x="34" y="59"/>
                    <a:pt x="34" y="59"/>
                    <a:pt x="34" y="59"/>
                  </a:cubicBezTo>
                  <a:cubicBezTo>
                    <a:pt x="32" y="59"/>
                    <a:pt x="30" y="60"/>
                    <a:pt x="30" y="62"/>
                  </a:cubicBezTo>
                  <a:cubicBezTo>
                    <a:pt x="30" y="130"/>
                    <a:pt x="30" y="130"/>
                    <a:pt x="30" y="130"/>
                  </a:cubicBezTo>
                  <a:cubicBezTo>
                    <a:pt x="31" y="130"/>
                    <a:pt x="32" y="130"/>
                    <a:pt x="33" y="130"/>
                  </a:cubicBezTo>
                  <a:cubicBezTo>
                    <a:pt x="30" y="130"/>
                    <a:pt x="28" y="131"/>
                    <a:pt x="26" y="132"/>
                  </a:cubicBezTo>
                  <a:cubicBezTo>
                    <a:pt x="26" y="132"/>
                    <a:pt x="26" y="131"/>
                    <a:pt x="26" y="131"/>
                  </a:cubicBezTo>
                  <a:cubicBezTo>
                    <a:pt x="26" y="88"/>
                    <a:pt x="26" y="88"/>
                    <a:pt x="26" y="88"/>
                  </a:cubicBezTo>
                  <a:cubicBezTo>
                    <a:pt x="26" y="87"/>
                    <a:pt x="25" y="85"/>
                    <a:pt x="23" y="85"/>
                  </a:cubicBezTo>
                  <a:cubicBezTo>
                    <a:pt x="12" y="85"/>
                    <a:pt x="12" y="85"/>
                    <a:pt x="12" y="85"/>
                  </a:cubicBezTo>
                  <a:cubicBezTo>
                    <a:pt x="10" y="85"/>
                    <a:pt x="9" y="87"/>
                    <a:pt x="9" y="88"/>
                  </a:cubicBezTo>
                  <a:cubicBezTo>
                    <a:pt x="9" y="142"/>
                    <a:pt x="9" y="142"/>
                    <a:pt x="9" y="142"/>
                  </a:cubicBezTo>
                  <a:cubicBezTo>
                    <a:pt x="9" y="142"/>
                    <a:pt x="9" y="142"/>
                    <a:pt x="9" y="142"/>
                  </a:cubicBezTo>
                  <a:cubicBezTo>
                    <a:pt x="8" y="143"/>
                    <a:pt x="7" y="144"/>
                    <a:pt x="6" y="145"/>
                  </a:cubicBezTo>
                  <a:cubicBezTo>
                    <a:pt x="4" y="148"/>
                    <a:pt x="2" y="151"/>
                    <a:pt x="0" y="154"/>
                  </a:cubicBezTo>
                  <a:cubicBezTo>
                    <a:pt x="2" y="151"/>
                    <a:pt x="4" y="148"/>
                    <a:pt x="6" y="146"/>
                  </a:cubicBezTo>
                  <a:cubicBezTo>
                    <a:pt x="9" y="143"/>
                    <a:pt x="11" y="141"/>
                    <a:pt x="14" y="139"/>
                  </a:cubicBezTo>
                  <a:cubicBezTo>
                    <a:pt x="17" y="137"/>
                    <a:pt x="20" y="136"/>
                    <a:pt x="23" y="135"/>
                  </a:cubicBezTo>
                  <a:cubicBezTo>
                    <a:pt x="26" y="134"/>
                    <a:pt x="30" y="133"/>
                    <a:pt x="33" y="133"/>
                  </a:cubicBezTo>
                  <a:cubicBezTo>
                    <a:pt x="40" y="132"/>
                    <a:pt x="46" y="133"/>
                    <a:pt x="53" y="133"/>
                  </a:cubicBezTo>
                  <a:cubicBezTo>
                    <a:pt x="60" y="134"/>
                    <a:pt x="67" y="136"/>
                    <a:pt x="73" y="137"/>
                  </a:cubicBezTo>
                  <a:cubicBezTo>
                    <a:pt x="77" y="138"/>
                    <a:pt x="80" y="139"/>
                    <a:pt x="83" y="139"/>
                  </a:cubicBezTo>
                  <a:cubicBezTo>
                    <a:pt x="87" y="140"/>
                    <a:pt x="90" y="141"/>
                    <a:pt x="94" y="142"/>
                  </a:cubicBezTo>
                  <a:cubicBezTo>
                    <a:pt x="101" y="143"/>
                    <a:pt x="108" y="144"/>
                    <a:pt x="115" y="145"/>
                  </a:cubicBezTo>
                  <a:cubicBezTo>
                    <a:pt x="129" y="146"/>
                    <a:pt x="143" y="145"/>
                    <a:pt x="157" y="143"/>
                  </a:cubicBezTo>
                  <a:cubicBezTo>
                    <a:pt x="165" y="141"/>
                    <a:pt x="171" y="140"/>
                    <a:pt x="178" y="137"/>
                  </a:cubicBezTo>
                  <a:cubicBezTo>
                    <a:pt x="182" y="136"/>
                    <a:pt x="185" y="135"/>
                    <a:pt x="189" y="134"/>
                  </a:cubicBezTo>
                  <a:cubicBezTo>
                    <a:pt x="189" y="133"/>
                    <a:pt x="190" y="133"/>
                    <a:pt x="191" y="133"/>
                  </a:cubicBezTo>
                  <a:cubicBezTo>
                    <a:pt x="194" y="132"/>
                    <a:pt x="194" y="132"/>
                    <a:pt x="194" y="132"/>
                  </a:cubicBezTo>
                  <a:cubicBezTo>
                    <a:pt x="195" y="131"/>
                    <a:pt x="197" y="131"/>
                    <a:pt x="199" y="130"/>
                  </a:cubicBezTo>
                  <a:cubicBezTo>
                    <a:pt x="212" y="124"/>
                    <a:pt x="224" y="116"/>
                    <a:pt x="236" y="108"/>
                  </a:cubicBezTo>
                  <a:cubicBezTo>
                    <a:pt x="239" y="105"/>
                    <a:pt x="242" y="103"/>
                    <a:pt x="244" y="101"/>
                  </a:cubicBezTo>
                  <a:cubicBezTo>
                    <a:pt x="246" y="100"/>
                    <a:pt x="247" y="98"/>
                    <a:pt x="249" y="97"/>
                  </a:cubicBezTo>
                  <a:cubicBezTo>
                    <a:pt x="250" y="95"/>
                    <a:pt x="250" y="95"/>
                    <a:pt x="250" y="95"/>
                  </a:cubicBezTo>
                  <a:cubicBezTo>
                    <a:pt x="253" y="94"/>
                    <a:pt x="253" y="94"/>
                    <a:pt x="253" y="94"/>
                  </a:cubicBezTo>
                  <a:cubicBezTo>
                    <a:pt x="258" y="89"/>
                    <a:pt x="263" y="84"/>
                    <a:pt x="268" y="78"/>
                  </a:cubicBezTo>
                  <a:cubicBezTo>
                    <a:pt x="277" y="69"/>
                    <a:pt x="285" y="59"/>
                    <a:pt x="292" y="47"/>
                  </a:cubicBezTo>
                  <a:cubicBezTo>
                    <a:pt x="304" y="54"/>
                    <a:pt x="304" y="54"/>
                    <a:pt x="304" y="54"/>
                  </a:cubicBezTo>
                  <a:lnTo>
                    <a:pt x="303" y="0"/>
                  </a:lnTo>
                  <a:close/>
                  <a:moveTo>
                    <a:pt x="11" y="140"/>
                  </a:moveTo>
                  <a:cubicBezTo>
                    <a:pt x="11" y="140"/>
                    <a:pt x="11" y="140"/>
                    <a:pt x="10" y="140"/>
                  </a:cubicBezTo>
                  <a:cubicBezTo>
                    <a:pt x="11" y="140"/>
                    <a:pt x="11" y="140"/>
                    <a:pt x="11" y="140"/>
                  </a:cubicBezTo>
                  <a:close/>
                  <a:moveTo>
                    <a:pt x="37" y="129"/>
                  </a:moveTo>
                  <a:cubicBezTo>
                    <a:pt x="37" y="129"/>
                    <a:pt x="36" y="129"/>
                    <a:pt x="36" y="129"/>
                  </a:cubicBezTo>
                  <a:cubicBezTo>
                    <a:pt x="36" y="129"/>
                    <a:pt x="37" y="129"/>
                    <a:pt x="37" y="129"/>
                  </a:cubicBezTo>
                  <a:close/>
                  <a:moveTo>
                    <a:pt x="45" y="128"/>
                  </a:moveTo>
                  <a:cubicBezTo>
                    <a:pt x="44" y="128"/>
                    <a:pt x="44" y="128"/>
                    <a:pt x="44" y="128"/>
                  </a:cubicBezTo>
                  <a:cubicBezTo>
                    <a:pt x="44" y="128"/>
                    <a:pt x="44" y="128"/>
                    <a:pt x="45" y="128"/>
                  </a:cubicBezTo>
                  <a:close/>
                  <a:moveTo>
                    <a:pt x="40" y="129"/>
                  </a:moveTo>
                  <a:cubicBezTo>
                    <a:pt x="40" y="129"/>
                    <a:pt x="40" y="129"/>
                    <a:pt x="40" y="129"/>
                  </a:cubicBezTo>
                  <a:close/>
                  <a:moveTo>
                    <a:pt x="68" y="130"/>
                  </a:moveTo>
                  <a:cubicBezTo>
                    <a:pt x="67" y="130"/>
                    <a:pt x="66" y="130"/>
                    <a:pt x="65" y="130"/>
                  </a:cubicBezTo>
                  <a:cubicBezTo>
                    <a:pt x="66" y="130"/>
                    <a:pt x="67" y="130"/>
                    <a:pt x="68" y="130"/>
                  </a:cubicBezTo>
                  <a:close/>
                  <a:moveTo>
                    <a:pt x="63" y="129"/>
                  </a:moveTo>
                  <a:cubicBezTo>
                    <a:pt x="62" y="129"/>
                    <a:pt x="61" y="129"/>
                    <a:pt x="60" y="129"/>
                  </a:cubicBezTo>
                  <a:cubicBezTo>
                    <a:pt x="61" y="129"/>
                    <a:pt x="62" y="129"/>
                    <a:pt x="63" y="129"/>
                  </a:cubicBezTo>
                  <a:close/>
                  <a:moveTo>
                    <a:pt x="91" y="133"/>
                  </a:moveTo>
                  <a:cubicBezTo>
                    <a:pt x="89" y="133"/>
                    <a:pt x="87" y="132"/>
                    <a:pt x="85" y="132"/>
                  </a:cubicBezTo>
                  <a:cubicBezTo>
                    <a:pt x="87" y="132"/>
                    <a:pt x="89" y="133"/>
                    <a:pt x="91" y="133"/>
                  </a:cubicBezTo>
                  <a:close/>
                  <a:moveTo>
                    <a:pt x="112" y="135"/>
                  </a:moveTo>
                  <a:cubicBezTo>
                    <a:pt x="111" y="135"/>
                    <a:pt x="110" y="135"/>
                    <a:pt x="109" y="135"/>
                  </a:cubicBezTo>
                  <a:cubicBezTo>
                    <a:pt x="110" y="135"/>
                    <a:pt x="111" y="135"/>
                    <a:pt x="112" y="135"/>
                  </a:cubicBezTo>
                  <a:close/>
                  <a:moveTo>
                    <a:pt x="100" y="134"/>
                  </a:moveTo>
                  <a:cubicBezTo>
                    <a:pt x="99" y="134"/>
                    <a:pt x="99" y="134"/>
                    <a:pt x="98" y="134"/>
                  </a:cubicBezTo>
                  <a:cubicBezTo>
                    <a:pt x="99" y="134"/>
                    <a:pt x="99" y="134"/>
                    <a:pt x="100" y="134"/>
                  </a:cubicBezTo>
                  <a:close/>
                  <a:moveTo>
                    <a:pt x="107" y="134"/>
                  </a:moveTo>
                  <a:cubicBezTo>
                    <a:pt x="106" y="134"/>
                    <a:pt x="104" y="134"/>
                    <a:pt x="103" y="134"/>
                  </a:cubicBezTo>
                  <a:cubicBezTo>
                    <a:pt x="104" y="134"/>
                    <a:pt x="106" y="134"/>
                    <a:pt x="107" y="134"/>
                  </a:cubicBezTo>
                  <a:close/>
                  <a:moveTo>
                    <a:pt x="146" y="131"/>
                  </a:moveTo>
                  <a:cubicBezTo>
                    <a:pt x="144" y="132"/>
                    <a:pt x="142" y="132"/>
                    <a:pt x="140" y="133"/>
                  </a:cubicBezTo>
                  <a:cubicBezTo>
                    <a:pt x="142" y="132"/>
                    <a:pt x="144" y="132"/>
                    <a:pt x="146" y="131"/>
                  </a:cubicBezTo>
                  <a:close/>
                  <a:moveTo>
                    <a:pt x="135" y="133"/>
                  </a:moveTo>
                  <a:cubicBezTo>
                    <a:pt x="135" y="133"/>
                    <a:pt x="134" y="133"/>
                    <a:pt x="133" y="133"/>
                  </a:cubicBezTo>
                  <a:cubicBezTo>
                    <a:pt x="134" y="133"/>
                    <a:pt x="135" y="133"/>
                    <a:pt x="135" y="133"/>
                  </a:cubicBezTo>
                  <a:close/>
                  <a:moveTo>
                    <a:pt x="121" y="134"/>
                  </a:moveTo>
                  <a:cubicBezTo>
                    <a:pt x="120" y="134"/>
                    <a:pt x="120" y="135"/>
                    <a:pt x="119" y="135"/>
                  </a:cubicBezTo>
                  <a:cubicBezTo>
                    <a:pt x="120" y="135"/>
                    <a:pt x="120" y="134"/>
                    <a:pt x="121" y="134"/>
                  </a:cubicBezTo>
                  <a:close/>
                  <a:moveTo>
                    <a:pt x="124" y="134"/>
                  </a:moveTo>
                  <a:cubicBezTo>
                    <a:pt x="124" y="134"/>
                    <a:pt x="125" y="134"/>
                    <a:pt x="126" y="134"/>
                  </a:cubicBezTo>
                  <a:cubicBezTo>
                    <a:pt x="125" y="134"/>
                    <a:pt x="124" y="134"/>
                    <a:pt x="124" y="134"/>
                  </a:cubicBezTo>
                  <a:close/>
                  <a:moveTo>
                    <a:pt x="131" y="134"/>
                  </a:moveTo>
                  <a:cubicBezTo>
                    <a:pt x="130" y="134"/>
                    <a:pt x="129" y="134"/>
                    <a:pt x="129" y="134"/>
                  </a:cubicBezTo>
                  <a:cubicBezTo>
                    <a:pt x="129" y="134"/>
                    <a:pt x="130" y="134"/>
                    <a:pt x="131" y="134"/>
                  </a:cubicBezTo>
                  <a:close/>
                  <a:moveTo>
                    <a:pt x="148" y="131"/>
                  </a:moveTo>
                  <a:cubicBezTo>
                    <a:pt x="150" y="131"/>
                    <a:pt x="152" y="130"/>
                    <a:pt x="155" y="130"/>
                  </a:cubicBezTo>
                  <a:cubicBezTo>
                    <a:pt x="152" y="130"/>
                    <a:pt x="150" y="131"/>
                    <a:pt x="148" y="131"/>
                  </a:cubicBezTo>
                  <a:close/>
                  <a:moveTo>
                    <a:pt x="166" y="126"/>
                  </a:moveTo>
                  <a:cubicBezTo>
                    <a:pt x="165" y="126"/>
                    <a:pt x="164" y="127"/>
                    <a:pt x="162" y="127"/>
                  </a:cubicBezTo>
                  <a:cubicBezTo>
                    <a:pt x="164" y="127"/>
                    <a:pt x="165" y="126"/>
                    <a:pt x="166" y="126"/>
                  </a:cubicBezTo>
                  <a:close/>
                  <a:moveTo>
                    <a:pt x="173" y="124"/>
                  </a:moveTo>
                  <a:cubicBezTo>
                    <a:pt x="172" y="124"/>
                    <a:pt x="170" y="125"/>
                    <a:pt x="168" y="125"/>
                  </a:cubicBezTo>
                  <a:cubicBezTo>
                    <a:pt x="170" y="125"/>
                    <a:pt x="172" y="124"/>
                    <a:pt x="173" y="124"/>
                  </a:cubicBezTo>
                  <a:cubicBezTo>
                    <a:pt x="175" y="123"/>
                    <a:pt x="177" y="122"/>
                    <a:pt x="179" y="121"/>
                  </a:cubicBezTo>
                  <a:cubicBezTo>
                    <a:pt x="177" y="122"/>
                    <a:pt x="175" y="123"/>
                    <a:pt x="173" y="124"/>
                  </a:cubicBezTo>
                  <a:close/>
                  <a:moveTo>
                    <a:pt x="222" y="93"/>
                  </a:moveTo>
                  <a:cubicBezTo>
                    <a:pt x="221" y="94"/>
                    <a:pt x="220" y="95"/>
                    <a:pt x="219" y="96"/>
                  </a:cubicBezTo>
                  <a:cubicBezTo>
                    <a:pt x="220" y="95"/>
                    <a:pt x="221" y="94"/>
                    <a:pt x="222" y="93"/>
                  </a:cubicBezTo>
                  <a:close/>
                  <a:moveTo>
                    <a:pt x="209" y="104"/>
                  </a:moveTo>
                  <a:cubicBezTo>
                    <a:pt x="208" y="104"/>
                    <a:pt x="207" y="105"/>
                    <a:pt x="206" y="106"/>
                  </a:cubicBezTo>
                  <a:cubicBezTo>
                    <a:pt x="207" y="105"/>
                    <a:pt x="208" y="104"/>
                    <a:pt x="209" y="104"/>
                  </a:cubicBezTo>
                  <a:close/>
                  <a:moveTo>
                    <a:pt x="218" y="97"/>
                  </a:moveTo>
                  <a:cubicBezTo>
                    <a:pt x="217" y="98"/>
                    <a:pt x="216" y="98"/>
                    <a:pt x="215" y="99"/>
                  </a:cubicBezTo>
                  <a:cubicBezTo>
                    <a:pt x="216" y="98"/>
                    <a:pt x="217" y="98"/>
                    <a:pt x="218" y="97"/>
                  </a:cubicBezTo>
                  <a:close/>
                  <a:moveTo>
                    <a:pt x="213" y="100"/>
                  </a:moveTo>
                  <a:cubicBezTo>
                    <a:pt x="212" y="101"/>
                    <a:pt x="211" y="102"/>
                    <a:pt x="210" y="102"/>
                  </a:cubicBezTo>
                  <a:cubicBezTo>
                    <a:pt x="211" y="102"/>
                    <a:pt x="212" y="101"/>
                    <a:pt x="213" y="100"/>
                  </a:cubicBezTo>
                  <a:close/>
                  <a:moveTo>
                    <a:pt x="191" y="115"/>
                  </a:moveTo>
                  <a:cubicBezTo>
                    <a:pt x="193" y="114"/>
                    <a:pt x="194" y="113"/>
                    <a:pt x="196" y="112"/>
                  </a:cubicBezTo>
                  <a:cubicBezTo>
                    <a:pt x="194" y="113"/>
                    <a:pt x="193" y="114"/>
                    <a:pt x="191" y="115"/>
                  </a:cubicBezTo>
                  <a:close/>
                  <a:moveTo>
                    <a:pt x="197" y="112"/>
                  </a:moveTo>
                  <a:cubicBezTo>
                    <a:pt x="198" y="111"/>
                    <a:pt x="199" y="110"/>
                    <a:pt x="200" y="109"/>
                  </a:cubicBezTo>
                  <a:cubicBezTo>
                    <a:pt x="199" y="110"/>
                    <a:pt x="198" y="111"/>
                    <a:pt x="197" y="112"/>
                  </a:cubicBezTo>
                  <a:close/>
                  <a:moveTo>
                    <a:pt x="244" y="71"/>
                  </a:moveTo>
                  <a:cubicBezTo>
                    <a:pt x="242" y="73"/>
                    <a:pt x="240" y="76"/>
                    <a:pt x="238" y="78"/>
                  </a:cubicBezTo>
                  <a:cubicBezTo>
                    <a:pt x="240" y="76"/>
                    <a:pt x="242" y="73"/>
                    <a:pt x="244" y="71"/>
                  </a:cubicBezTo>
                  <a:close/>
                </a:path>
              </a:pathLst>
            </a:custGeom>
            <a:ln/>
          </p:spPr>
          <p:style>
            <a:lnRef idx="1">
              <a:schemeClr val="dk1"/>
            </a:lnRef>
            <a:fillRef idx="3">
              <a:schemeClr val="dk1"/>
            </a:fillRef>
            <a:effectRef idx="2">
              <a:schemeClr val="dk1"/>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5" name="Text Placeholder 32">
              <a:extLst>
                <a:ext uri="{FF2B5EF4-FFF2-40B4-BE49-F238E27FC236}">
                  <a16:creationId xmlns:a16="http://schemas.microsoft.com/office/drawing/2014/main" id="{B208D08C-9578-A686-0D52-1808876BC4D5}"/>
                </a:ext>
              </a:extLst>
            </p:cNvPr>
            <p:cNvSpPr txBox="1">
              <a:spLocks/>
            </p:cNvSpPr>
            <p:nvPr/>
          </p:nvSpPr>
          <p:spPr>
            <a:xfrm>
              <a:off x="2991962" y="4409112"/>
              <a:ext cx="1338045" cy="1102251"/>
            </a:xfrm>
            <a:prstGeom prst="rect">
              <a:avLst/>
            </a:prstGeom>
          </p:spPr>
          <p:txBody>
            <a:bodyPr lIns="0" tIns="0" rIns="0" bIns="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lnSpc>
                  <a:spcPct val="150000"/>
                </a:lnSpc>
                <a:buNone/>
              </a:pPr>
              <a:r>
                <a:rPr lang="en-US" sz="700" b="1" dirty="0">
                  <a:solidFill>
                    <a:schemeClr val="tx2"/>
                  </a:solidFill>
                  <a:latin typeface="Roboto Black" panose="02000000000000000000" pitchFamily="2" charset="0"/>
                  <a:ea typeface="Roboto Black" panose="02000000000000000000" pitchFamily="2" charset="0"/>
                </a:rPr>
                <a:t>Synth chartreuse XOXO, tacos </a:t>
              </a:r>
              <a:r>
                <a:rPr lang="en-US" sz="700" b="1" dirty="0" err="1">
                  <a:solidFill>
                    <a:schemeClr val="tx2"/>
                  </a:solidFill>
                  <a:latin typeface="Roboto Black" panose="02000000000000000000" pitchFamily="2" charset="0"/>
                  <a:ea typeface="Roboto Black" panose="02000000000000000000" pitchFamily="2" charset="0"/>
                </a:rPr>
                <a:t>brooklyn</a:t>
              </a:r>
              <a:r>
                <a:rPr lang="en-US" sz="700" b="1" dirty="0">
                  <a:solidFill>
                    <a:schemeClr val="tx2"/>
                  </a:solidFill>
                  <a:latin typeface="Roboto Black" panose="02000000000000000000" pitchFamily="2" charset="0"/>
                  <a:ea typeface="Roboto Black" panose="02000000000000000000" pitchFamily="2" charset="0"/>
                </a:rPr>
                <a:t> plaid. </a:t>
              </a:r>
            </a:p>
            <a:p>
              <a:pPr marL="0" indent="0" algn="ctr">
                <a:lnSpc>
                  <a:spcPct val="150000"/>
                </a:lnSpc>
                <a:buNone/>
              </a:pPr>
              <a:r>
                <a:rPr lang="en-US" sz="700" dirty="0">
                  <a:solidFill>
                    <a:schemeClr val="tx2"/>
                  </a:solidFill>
                  <a:latin typeface="Source Sans Pro Light" panose="020B0403030403020204" pitchFamily="34" charset="0"/>
                  <a:ea typeface="Roboto Light" panose="02000000000000000000" pitchFamily="2" charset="0"/>
                  <a:cs typeface="Roboto Light" panose="02000000000000000000" pitchFamily="2" charset="0"/>
                </a:rPr>
                <a:t>Hashtag fashion axe </a:t>
              </a:r>
              <a:r>
                <a:rPr lang="en-US" sz="700" dirty="0" err="1">
                  <a:solidFill>
                    <a:schemeClr val="tx2"/>
                  </a:solidFill>
                  <a:latin typeface="Source Sans Pro Light" panose="020B0403030403020204" pitchFamily="34" charset="0"/>
                  <a:ea typeface="Roboto Light" panose="02000000000000000000" pitchFamily="2" charset="0"/>
                  <a:cs typeface="Roboto Light" panose="02000000000000000000" pitchFamily="2" charset="0"/>
                </a:rPr>
                <a:t>fingerstache</a:t>
              </a:r>
              <a:r>
                <a:rPr lang="en-US" sz="700" dirty="0">
                  <a:solidFill>
                    <a:schemeClr val="tx2"/>
                  </a:solidFill>
                  <a:latin typeface="Source Sans Pro Light" panose="020B0403030403020204" pitchFamily="34" charset="0"/>
                  <a:ea typeface="Roboto Light" panose="02000000000000000000" pitchFamily="2" charset="0"/>
                  <a:cs typeface="Roboto Light" panose="02000000000000000000" pitchFamily="2" charset="0"/>
                </a:rPr>
                <a:t>, everyday carry </a:t>
              </a:r>
              <a:r>
                <a:rPr lang="en-US" sz="700" dirty="0" err="1">
                  <a:solidFill>
                    <a:schemeClr val="tx2"/>
                  </a:solidFill>
                  <a:latin typeface="Source Sans Pro Light" panose="020B0403030403020204" pitchFamily="34" charset="0"/>
                  <a:ea typeface="Roboto Light" panose="02000000000000000000" pitchFamily="2" charset="0"/>
                  <a:cs typeface="Roboto Light" panose="02000000000000000000" pitchFamily="2" charset="0"/>
                </a:rPr>
                <a:t>shoreditch</a:t>
              </a:r>
              <a:r>
                <a:rPr lang="en-US" sz="700" dirty="0">
                  <a:solidFill>
                    <a:schemeClr val="tx2"/>
                  </a:solidFill>
                  <a:latin typeface="Source Sans Pro Light" panose="020B0403030403020204" pitchFamily="34" charset="0"/>
                  <a:ea typeface="Roboto Light" panose="02000000000000000000" pitchFamily="2" charset="0"/>
                  <a:cs typeface="Roboto Light" panose="02000000000000000000" pitchFamily="2" charset="0"/>
                </a:rPr>
                <a:t> </a:t>
              </a:r>
              <a:r>
                <a:rPr lang="en-US" sz="700" dirty="0" err="1">
                  <a:solidFill>
                    <a:schemeClr val="tx2"/>
                  </a:solidFill>
                  <a:latin typeface="Source Sans Pro Light" panose="020B0403030403020204" pitchFamily="34" charset="0"/>
                  <a:ea typeface="Roboto Light" panose="02000000000000000000" pitchFamily="2" charset="0"/>
                  <a:cs typeface="Roboto Light" panose="02000000000000000000" pitchFamily="2" charset="0"/>
                </a:rPr>
                <a:t>pinterest</a:t>
              </a:r>
              <a:r>
                <a:rPr lang="en-US" sz="700" dirty="0">
                  <a:solidFill>
                    <a:schemeClr val="tx2"/>
                  </a:solidFill>
                  <a:latin typeface="Source Sans Pro Light" panose="020B0403030403020204" pitchFamily="34" charset="0"/>
                  <a:ea typeface="Roboto Light" panose="02000000000000000000" pitchFamily="2" charset="0"/>
                  <a:cs typeface="Roboto Light" panose="02000000000000000000" pitchFamily="2" charset="0"/>
                </a:rPr>
                <a:t> umami authentic </a:t>
              </a:r>
              <a:r>
                <a:rPr lang="en-US" sz="700" dirty="0" err="1">
                  <a:solidFill>
                    <a:schemeClr val="tx2"/>
                  </a:solidFill>
                  <a:latin typeface="Source Sans Pro Light" panose="020B0403030403020204" pitchFamily="34" charset="0"/>
                  <a:ea typeface="Roboto Light" panose="02000000000000000000" pitchFamily="2" charset="0"/>
                  <a:cs typeface="Roboto Light" panose="02000000000000000000" pitchFamily="2" charset="0"/>
                </a:rPr>
                <a:t>brooklyn</a:t>
              </a:r>
              <a:r>
                <a:rPr lang="en-US" sz="700" dirty="0">
                  <a:solidFill>
                    <a:schemeClr val="tx2"/>
                  </a:solidFill>
                  <a:latin typeface="Source Sans Pro Light" panose="020B0403030403020204" pitchFamily="34" charset="0"/>
                  <a:ea typeface="Roboto Light" panose="02000000000000000000" pitchFamily="2" charset="0"/>
                  <a:cs typeface="Roboto Light" panose="02000000000000000000" pitchFamily="2" charset="0"/>
                </a:rPr>
                <a:t> YOLO.</a:t>
              </a:r>
            </a:p>
          </p:txBody>
        </p:sp>
        <p:sp>
          <p:nvSpPr>
            <p:cNvPr id="6" name="Rectangle 5">
              <a:extLst>
                <a:ext uri="{FF2B5EF4-FFF2-40B4-BE49-F238E27FC236}">
                  <a16:creationId xmlns:a16="http://schemas.microsoft.com/office/drawing/2014/main" id="{09F7C430-B70E-9DC9-40C5-B10F55DD5751}"/>
                </a:ext>
              </a:extLst>
            </p:cNvPr>
            <p:cNvSpPr/>
            <p:nvPr/>
          </p:nvSpPr>
          <p:spPr>
            <a:xfrm>
              <a:off x="1146916" y="3654321"/>
              <a:ext cx="849683" cy="657296"/>
            </a:xfrm>
            <a:prstGeom prst="rect">
              <a:avLst/>
            </a:prstGeom>
          </p:spPr>
          <p:txBody>
            <a:bodyPr wrap="square">
              <a:spAutoFit/>
            </a:bodyPr>
            <a:lstStyle/>
            <a:p>
              <a:pPr algn="ctr">
                <a:lnSpc>
                  <a:spcPct val="150000"/>
                </a:lnSpc>
              </a:pPr>
              <a:r>
                <a:rPr lang="en-US" sz="500" dirty="0">
                  <a:solidFill>
                    <a:schemeClr val="bg1"/>
                  </a:solidFill>
                  <a:latin typeface="Source Sans Pro Light" panose="020B0403030403020204" pitchFamily="34" charset="0"/>
                </a:rPr>
                <a:t>Synth chartreuse XOXO, tacos </a:t>
              </a:r>
              <a:r>
                <a:rPr lang="en-US" sz="500" dirty="0" err="1">
                  <a:solidFill>
                    <a:schemeClr val="bg1"/>
                  </a:solidFill>
                  <a:latin typeface="Source Sans Pro Light" panose="020B0403030403020204" pitchFamily="34" charset="0"/>
                </a:rPr>
                <a:t>brooklyn</a:t>
              </a:r>
              <a:r>
                <a:rPr lang="en-US" sz="500" dirty="0">
                  <a:solidFill>
                    <a:schemeClr val="bg1"/>
                  </a:solidFill>
                  <a:latin typeface="Source Sans Pro Light" panose="020B0403030403020204" pitchFamily="34" charset="0"/>
                </a:rPr>
                <a:t> VHS plaid.</a:t>
              </a:r>
              <a:endPar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endParaRPr>
            </a:p>
            <a:p>
              <a:pPr algn="ctr">
                <a:lnSpc>
                  <a:spcPct val="150000"/>
                </a:lnSpc>
              </a:pPr>
              <a:r>
                <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Hashtag fashion axe </a:t>
              </a:r>
              <a:r>
                <a:rPr lang="en-US" sz="500" dirty="0" err="1">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fingerstache</a:t>
              </a:r>
              <a:r>
                <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 </a:t>
              </a:r>
              <a:r>
                <a:rPr lang="en-US" sz="500" dirty="0" err="1">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brooklyn</a:t>
              </a:r>
              <a:r>
                <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 YOLO.</a:t>
              </a:r>
            </a:p>
          </p:txBody>
        </p:sp>
        <p:sp>
          <p:nvSpPr>
            <p:cNvPr id="7" name="Rectangle 6">
              <a:extLst>
                <a:ext uri="{FF2B5EF4-FFF2-40B4-BE49-F238E27FC236}">
                  <a16:creationId xmlns:a16="http://schemas.microsoft.com/office/drawing/2014/main" id="{10FDEC17-437E-8EC9-FA61-92BCC734C1F3}"/>
                </a:ext>
              </a:extLst>
            </p:cNvPr>
            <p:cNvSpPr/>
            <p:nvPr/>
          </p:nvSpPr>
          <p:spPr>
            <a:xfrm>
              <a:off x="2444968" y="2550632"/>
              <a:ext cx="849683" cy="657296"/>
            </a:xfrm>
            <a:prstGeom prst="rect">
              <a:avLst/>
            </a:prstGeom>
          </p:spPr>
          <p:txBody>
            <a:bodyPr wrap="square">
              <a:spAutoFit/>
            </a:bodyPr>
            <a:lstStyle/>
            <a:p>
              <a:pPr algn="ctr">
                <a:lnSpc>
                  <a:spcPct val="150000"/>
                </a:lnSpc>
              </a:pPr>
              <a:r>
                <a:rPr lang="en-US" sz="500" dirty="0">
                  <a:solidFill>
                    <a:schemeClr val="bg1"/>
                  </a:solidFill>
                  <a:latin typeface="Source Sans Pro Light" panose="020B0403030403020204" pitchFamily="34" charset="0"/>
                </a:rPr>
                <a:t>Synth chartreuse XOXO, tacos </a:t>
              </a:r>
              <a:r>
                <a:rPr lang="en-US" sz="500" dirty="0" err="1">
                  <a:solidFill>
                    <a:schemeClr val="bg1"/>
                  </a:solidFill>
                  <a:latin typeface="Source Sans Pro Light" panose="020B0403030403020204" pitchFamily="34" charset="0"/>
                </a:rPr>
                <a:t>brooklyn</a:t>
              </a:r>
              <a:r>
                <a:rPr lang="en-US" sz="500" dirty="0">
                  <a:solidFill>
                    <a:schemeClr val="bg1"/>
                  </a:solidFill>
                  <a:latin typeface="Source Sans Pro Light" panose="020B0403030403020204" pitchFamily="34" charset="0"/>
                </a:rPr>
                <a:t> VHS plaid.</a:t>
              </a:r>
              <a:endPar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endParaRPr>
            </a:p>
            <a:p>
              <a:pPr algn="ctr">
                <a:lnSpc>
                  <a:spcPct val="150000"/>
                </a:lnSpc>
              </a:pPr>
              <a:r>
                <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Hashtag fashion axe </a:t>
              </a:r>
              <a:r>
                <a:rPr lang="en-US" sz="500" dirty="0" err="1">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fingerstache</a:t>
              </a:r>
              <a:r>
                <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 </a:t>
              </a:r>
              <a:r>
                <a:rPr lang="en-US" sz="500" dirty="0" err="1">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brooklyn</a:t>
              </a:r>
              <a:r>
                <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 YOLO.</a:t>
              </a:r>
            </a:p>
          </p:txBody>
        </p:sp>
        <p:sp>
          <p:nvSpPr>
            <p:cNvPr id="8" name="Rectangle 7">
              <a:extLst>
                <a:ext uri="{FF2B5EF4-FFF2-40B4-BE49-F238E27FC236}">
                  <a16:creationId xmlns:a16="http://schemas.microsoft.com/office/drawing/2014/main" id="{0541D960-2E03-E419-AAEC-F0D4EFC68DA7}"/>
                </a:ext>
              </a:extLst>
            </p:cNvPr>
            <p:cNvSpPr/>
            <p:nvPr/>
          </p:nvSpPr>
          <p:spPr>
            <a:xfrm>
              <a:off x="3944873" y="2611830"/>
              <a:ext cx="849683" cy="657296"/>
            </a:xfrm>
            <a:prstGeom prst="rect">
              <a:avLst/>
            </a:prstGeom>
          </p:spPr>
          <p:txBody>
            <a:bodyPr wrap="square">
              <a:spAutoFit/>
            </a:bodyPr>
            <a:lstStyle/>
            <a:p>
              <a:pPr algn="ctr">
                <a:lnSpc>
                  <a:spcPct val="150000"/>
                </a:lnSpc>
              </a:pPr>
              <a:r>
                <a:rPr lang="en-US" sz="500" dirty="0">
                  <a:solidFill>
                    <a:schemeClr val="bg1"/>
                  </a:solidFill>
                  <a:latin typeface="Source Sans Pro Light" panose="020B0403030403020204" pitchFamily="34" charset="0"/>
                </a:rPr>
                <a:t>Synth chartreuse XOXO, tacos </a:t>
              </a:r>
              <a:r>
                <a:rPr lang="en-US" sz="500" dirty="0" err="1">
                  <a:solidFill>
                    <a:schemeClr val="bg1"/>
                  </a:solidFill>
                  <a:latin typeface="Source Sans Pro Light" panose="020B0403030403020204" pitchFamily="34" charset="0"/>
                </a:rPr>
                <a:t>brooklyn</a:t>
              </a:r>
              <a:r>
                <a:rPr lang="en-US" sz="500" dirty="0">
                  <a:solidFill>
                    <a:schemeClr val="bg1"/>
                  </a:solidFill>
                  <a:latin typeface="Source Sans Pro Light" panose="020B0403030403020204" pitchFamily="34" charset="0"/>
                </a:rPr>
                <a:t> VHS plaid.</a:t>
              </a:r>
              <a:endPar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endParaRPr>
            </a:p>
            <a:p>
              <a:pPr algn="ctr">
                <a:lnSpc>
                  <a:spcPct val="150000"/>
                </a:lnSpc>
              </a:pPr>
              <a:r>
                <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Hashtag fashion axe </a:t>
              </a:r>
              <a:r>
                <a:rPr lang="en-US" sz="500" dirty="0" err="1">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fingerstache</a:t>
              </a:r>
              <a:r>
                <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 </a:t>
              </a:r>
              <a:r>
                <a:rPr lang="en-US" sz="500" dirty="0" err="1">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brooklyn</a:t>
              </a:r>
              <a:r>
                <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 YOLO.</a:t>
              </a:r>
            </a:p>
          </p:txBody>
        </p:sp>
        <p:sp>
          <p:nvSpPr>
            <p:cNvPr id="9" name="Rectangle 8">
              <a:extLst>
                <a:ext uri="{FF2B5EF4-FFF2-40B4-BE49-F238E27FC236}">
                  <a16:creationId xmlns:a16="http://schemas.microsoft.com/office/drawing/2014/main" id="{FE4D3161-344B-D5BC-7245-C329949C693C}"/>
                </a:ext>
              </a:extLst>
            </p:cNvPr>
            <p:cNvSpPr/>
            <p:nvPr/>
          </p:nvSpPr>
          <p:spPr>
            <a:xfrm>
              <a:off x="5005424" y="3794078"/>
              <a:ext cx="849683" cy="657296"/>
            </a:xfrm>
            <a:prstGeom prst="rect">
              <a:avLst/>
            </a:prstGeom>
          </p:spPr>
          <p:txBody>
            <a:bodyPr wrap="square">
              <a:spAutoFit/>
            </a:bodyPr>
            <a:lstStyle/>
            <a:p>
              <a:pPr algn="ctr">
                <a:lnSpc>
                  <a:spcPct val="150000"/>
                </a:lnSpc>
              </a:pPr>
              <a:r>
                <a:rPr lang="en-US" sz="500" dirty="0">
                  <a:solidFill>
                    <a:schemeClr val="bg1"/>
                  </a:solidFill>
                  <a:latin typeface="Source Sans Pro Light" panose="020B0403030403020204" pitchFamily="34" charset="0"/>
                </a:rPr>
                <a:t>Synth chartreuse XOXO, tacos </a:t>
              </a:r>
              <a:r>
                <a:rPr lang="en-US" sz="500" dirty="0" err="1">
                  <a:solidFill>
                    <a:schemeClr val="bg1"/>
                  </a:solidFill>
                  <a:latin typeface="Source Sans Pro Light" panose="020B0403030403020204" pitchFamily="34" charset="0"/>
                </a:rPr>
                <a:t>brooklyn</a:t>
              </a:r>
              <a:r>
                <a:rPr lang="en-US" sz="500" dirty="0">
                  <a:solidFill>
                    <a:schemeClr val="bg1"/>
                  </a:solidFill>
                  <a:latin typeface="Source Sans Pro Light" panose="020B0403030403020204" pitchFamily="34" charset="0"/>
                </a:rPr>
                <a:t> VHS plaid.</a:t>
              </a:r>
              <a:endPar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endParaRPr>
            </a:p>
            <a:p>
              <a:pPr algn="ctr">
                <a:lnSpc>
                  <a:spcPct val="150000"/>
                </a:lnSpc>
              </a:pPr>
              <a:r>
                <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Hashtag fashion axe </a:t>
              </a:r>
              <a:r>
                <a:rPr lang="en-US" sz="500" dirty="0" err="1">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fingerstache</a:t>
              </a:r>
              <a:r>
                <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 </a:t>
              </a:r>
              <a:r>
                <a:rPr lang="en-US" sz="500" dirty="0" err="1">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brooklyn</a:t>
              </a:r>
              <a:r>
                <a:rPr lang="en-US" sz="500" dirty="0">
                  <a:solidFill>
                    <a:schemeClr val="bg1"/>
                  </a:solidFill>
                  <a:latin typeface="Source Sans Pro Light" panose="020B0403030403020204" pitchFamily="34" charset="0"/>
                  <a:ea typeface="Roboto Light" panose="02000000000000000000" pitchFamily="2" charset="0"/>
                  <a:cs typeface="Roboto Light" panose="02000000000000000000" pitchFamily="2" charset="0"/>
                </a:rPr>
                <a:t> YOLO.</a:t>
              </a:r>
            </a:p>
          </p:txBody>
        </p:sp>
        <p:sp>
          <p:nvSpPr>
            <p:cNvPr id="10" name="Freeform: Shape 30">
              <a:extLst>
                <a:ext uri="{FF2B5EF4-FFF2-40B4-BE49-F238E27FC236}">
                  <a16:creationId xmlns:a16="http://schemas.microsoft.com/office/drawing/2014/main" id="{CC44B231-5A4F-7EC1-8558-14786526F83D}"/>
                </a:ext>
              </a:extLst>
            </p:cNvPr>
            <p:cNvSpPr>
              <a:spLocks noChangeAspect="1"/>
            </p:cNvSpPr>
            <p:nvPr/>
          </p:nvSpPr>
          <p:spPr>
            <a:xfrm>
              <a:off x="1465084" y="3319387"/>
              <a:ext cx="213346" cy="252000"/>
            </a:xfrm>
            <a:custGeom>
              <a:avLst/>
              <a:gdLst>
                <a:gd name="connsiteX0" fmla="*/ 3591916 w 3998519"/>
                <a:gd name="connsiteY0" fmla="*/ 630326 h 4722952"/>
                <a:gd name="connsiteX1" fmla="*/ 3998366 w 3998519"/>
                <a:gd name="connsiteY1" fmla="*/ 1751837 h 4722952"/>
                <a:gd name="connsiteX2" fmla="*/ 3998519 w 3998519"/>
                <a:gd name="connsiteY2" fmla="*/ 2029815 h 4722952"/>
                <a:gd name="connsiteX3" fmla="*/ 3161462 w 3998519"/>
                <a:gd name="connsiteY3" fmla="*/ 3661105 h 4722952"/>
                <a:gd name="connsiteX4" fmla="*/ 3161462 w 3998519"/>
                <a:gd name="connsiteY4" fmla="*/ 4722952 h 4722952"/>
                <a:gd name="connsiteX5" fmla="*/ 3009062 w 3998519"/>
                <a:gd name="connsiteY5" fmla="*/ 4722952 h 4722952"/>
                <a:gd name="connsiteX6" fmla="*/ 3009062 w 3998519"/>
                <a:gd name="connsiteY6" fmla="*/ 3581476 h 4722952"/>
                <a:gd name="connsiteX7" fmla="*/ 3042056 w 3998519"/>
                <a:gd name="connsiteY7" fmla="*/ 3558768 h 4722952"/>
                <a:gd name="connsiteX8" fmla="*/ 3846119 w 3998519"/>
                <a:gd name="connsiteY8" fmla="*/ 2029967 h 4722952"/>
                <a:gd name="connsiteX9" fmla="*/ 3845966 w 3998519"/>
                <a:gd name="connsiteY9" fmla="*/ 1827809 h 4722952"/>
                <a:gd name="connsiteX10" fmla="*/ 3613937 w 3998519"/>
                <a:gd name="connsiteY10" fmla="*/ 1827428 h 4722952"/>
                <a:gd name="connsiteX11" fmla="*/ 2407158 w 3998519"/>
                <a:gd name="connsiteY11" fmla="*/ 3112465 h 4722952"/>
                <a:gd name="connsiteX12" fmla="*/ 2389479 w 3998519"/>
                <a:gd name="connsiteY12" fmla="*/ 2961132 h 4722952"/>
                <a:gd name="connsiteX13" fmla="*/ 3465119 w 3998519"/>
                <a:gd name="connsiteY13" fmla="*/ 1751152 h 4722952"/>
                <a:gd name="connsiteX14" fmla="*/ 3393033 w 3998519"/>
                <a:gd name="connsiteY14" fmla="*/ 1339062 h 4722952"/>
                <a:gd name="connsiteX15" fmla="*/ 3118028 w 3998519"/>
                <a:gd name="connsiteY15" fmla="*/ 1476527 h 4722952"/>
                <a:gd name="connsiteX16" fmla="*/ 3160319 w 3998519"/>
                <a:gd name="connsiteY16" fmla="*/ 1751152 h 4722952"/>
                <a:gd name="connsiteX17" fmla="*/ 2999079 w 3998519"/>
                <a:gd name="connsiteY17" fmla="*/ 2269235 h 4722952"/>
                <a:gd name="connsiteX18" fmla="*/ 2873654 w 3998519"/>
                <a:gd name="connsiteY18" fmla="*/ 2182748 h 4722952"/>
                <a:gd name="connsiteX19" fmla="*/ 2951150 w 3998519"/>
                <a:gd name="connsiteY19" fmla="*/ 2039111 h 4722952"/>
                <a:gd name="connsiteX20" fmla="*/ 2668219 w 3998519"/>
                <a:gd name="connsiteY20" fmla="*/ 1925954 h 4722952"/>
                <a:gd name="connsiteX21" fmla="*/ 2245919 w 3998519"/>
                <a:gd name="connsiteY21" fmla="*/ 2208352 h 4722952"/>
                <a:gd name="connsiteX22" fmla="*/ 1827276 w 3998519"/>
                <a:gd name="connsiteY22" fmla="*/ 1934184 h 4722952"/>
                <a:gd name="connsiteX23" fmla="*/ 1966874 w 3998519"/>
                <a:gd name="connsiteY23" fmla="*/ 1872995 h 4722952"/>
                <a:gd name="connsiteX24" fmla="*/ 2245919 w 3998519"/>
                <a:gd name="connsiteY24" fmla="*/ 2055952 h 4722952"/>
                <a:gd name="connsiteX25" fmla="*/ 2550719 w 3998519"/>
                <a:gd name="connsiteY25" fmla="*/ 1751152 h 4722952"/>
                <a:gd name="connsiteX26" fmla="*/ 2245919 w 3998519"/>
                <a:gd name="connsiteY26" fmla="*/ 1446352 h 4722952"/>
                <a:gd name="connsiteX27" fmla="*/ 1966874 w 3998519"/>
                <a:gd name="connsiteY27" fmla="*/ 1629384 h 4722952"/>
                <a:gd name="connsiteX28" fmla="*/ 1827276 w 3998519"/>
                <a:gd name="connsiteY28" fmla="*/ 1568195 h 4722952"/>
                <a:gd name="connsiteX29" fmla="*/ 2245919 w 3998519"/>
                <a:gd name="connsiteY29" fmla="*/ 1293952 h 4722952"/>
                <a:gd name="connsiteX30" fmla="*/ 2703119 w 3998519"/>
                <a:gd name="connsiteY30" fmla="*/ 1751152 h 4722952"/>
                <a:gd name="connsiteX31" fmla="*/ 2701899 w 3998519"/>
                <a:gd name="connsiteY31" fmla="*/ 1775231 h 4722952"/>
                <a:gd name="connsiteX32" fmla="*/ 2994279 w 3998519"/>
                <a:gd name="connsiteY32" fmla="*/ 1892198 h 4722952"/>
                <a:gd name="connsiteX33" fmla="*/ 3007919 w 3998519"/>
                <a:gd name="connsiteY33" fmla="*/ 1751152 h 4722952"/>
                <a:gd name="connsiteX34" fmla="*/ 2245919 w 3998519"/>
                <a:gd name="connsiteY34" fmla="*/ 989152 h 4722952"/>
                <a:gd name="connsiteX35" fmla="*/ 1814322 w 3998519"/>
                <a:gd name="connsiteY35" fmla="*/ 1123416 h 4722952"/>
                <a:gd name="connsiteX36" fmla="*/ 1727835 w 3998519"/>
                <a:gd name="connsiteY36" fmla="*/ 997991 h 4722952"/>
                <a:gd name="connsiteX37" fmla="*/ 2245919 w 3998519"/>
                <a:gd name="connsiteY37" fmla="*/ 836752 h 4722952"/>
                <a:gd name="connsiteX38" fmla="*/ 3059354 w 3998519"/>
                <a:gd name="connsiteY38" fmla="*/ 1335404 h 4722952"/>
                <a:gd name="connsiteX39" fmla="*/ 3331692 w 3998519"/>
                <a:gd name="connsiteY39" fmla="*/ 1199235 h 4722952"/>
                <a:gd name="connsiteX40" fmla="*/ 3202762 w 3998519"/>
                <a:gd name="connsiteY40" fmla="*/ 997153 h 4722952"/>
                <a:gd name="connsiteX41" fmla="*/ 3322396 w 3998519"/>
                <a:gd name="connsiteY41" fmla="*/ 902817 h 4722952"/>
                <a:gd name="connsiteX42" fmla="*/ 3614394 w 3998519"/>
                <a:gd name="connsiteY42" fmla="*/ 1675104 h 4722952"/>
                <a:gd name="connsiteX43" fmla="*/ 3842614 w 3998519"/>
                <a:gd name="connsiteY43" fmla="*/ 1675485 h 4722952"/>
                <a:gd name="connsiteX44" fmla="*/ 3474949 w 3998519"/>
                <a:gd name="connsiteY44" fmla="*/ 727938 h 4722952"/>
                <a:gd name="connsiteX45" fmla="*/ 2247214 w 3998519"/>
                <a:gd name="connsiteY45" fmla="*/ 0 h 4722952"/>
                <a:gd name="connsiteX46" fmla="*/ 2269388 w 3998519"/>
                <a:gd name="connsiteY46" fmla="*/ 152 h 4722952"/>
                <a:gd name="connsiteX47" fmla="*/ 3366668 w 3998519"/>
                <a:gd name="connsiteY47" fmla="*/ 405003 h 4722952"/>
                <a:gd name="connsiteX48" fmla="*/ 3269209 w 3998519"/>
                <a:gd name="connsiteY48" fmla="*/ 522122 h 4722952"/>
                <a:gd name="connsiteX49" fmla="*/ 2322119 w 3998519"/>
                <a:gd name="connsiteY49" fmla="*/ 155600 h 4722952"/>
                <a:gd name="connsiteX50" fmla="*/ 2322119 w 3998519"/>
                <a:gd name="connsiteY50" fmla="*/ 382676 h 4722952"/>
                <a:gd name="connsiteX51" fmla="*/ 3094253 w 3998519"/>
                <a:gd name="connsiteY51" fmla="*/ 674675 h 4722952"/>
                <a:gd name="connsiteX52" fmla="*/ 2999918 w 3998519"/>
                <a:gd name="connsiteY52" fmla="*/ 794309 h 4722952"/>
                <a:gd name="connsiteX53" fmla="*/ 2245919 w 3998519"/>
                <a:gd name="connsiteY53" fmla="*/ 531952 h 4722952"/>
                <a:gd name="connsiteX54" fmla="*/ 1026719 w 3998519"/>
                <a:gd name="connsiteY54" fmla="*/ 1751152 h 4722952"/>
                <a:gd name="connsiteX55" fmla="*/ 1723720 w 3998519"/>
                <a:gd name="connsiteY55" fmla="*/ 2851328 h 4722952"/>
                <a:gd name="connsiteX56" fmla="*/ 1837106 w 3998519"/>
                <a:gd name="connsiteY56" fmla="*/ 2567940 h 4722952"/>
                <a:gd name="connsiteX57" fmla="*/ 1331519 w 3998519"/>
                <a:gd name="connsiteY57" fmla="*/ 1751152 h 4722952"/>
                <a:gd name="connsiteX58" fmla="*/ 1492758 w 3998519"/>
                <a:gd name="connsiteY58" fmla="*/ 1232992 h 4722952"/>
                <a:gd name="connsiteX59" fmla="*/ 1618259 w 3998519"/>
                <a:gd name="connsiteY59" fmla="*/ 1319479 h 4722952"/>
                <a:gd name="connsiteX60" fmla="*/ 1483919 w 3998519"/>
                <a:gd name="connsiteY60" fmla="*/ 1751152 h 4722952"/>
                <a:gd name="connsiteX61" fmla="*/ 2245919 w 3998519"/>
                <a:gd name="connsiteY61" fmla="*/ 2513152 h 4722952"/>
                <a:gd name="connsiteX62" fmla="*/ 2677516 w 3998519"/>
                <a:gd name="connsiteY62" fmla="*/ 2378888 h 4722952"/>
                <a:gd name="connsiteX63" fmla="*/ 2764002 w 3998519"/>
                <a:gd name="connsiteY63" fmla="*/ 2504313 h 4722952"/>
                <a:gd name="connsiteX64" fmla="*/ 2245919 w 3998519"/>
                <a:gd name="connsiteY64" fmla="*/ 2665552 h 4722952"/>
                <a:gd name="connsiteX65" fmla="*/ 1978228 w 3998519"/>
                <a:gd name="connsiteY65" fmla="*/ 2625471 h 4722952"/>
                <a:gd name="connsiteX66" fmla="*/ 1865071 w 3998519"/>
                <a:gd name="connsiteY66" fmla="*/ 2908401 h 4722952"/>
                <a:gd name="connsiteX67" fmla="*/ 2102358 w 3998519"/>
                <a:gd name="connsiteY67" fmla="*/ 2961132 h 4722952"/>
                <a:gd name="connsiteX68" fmla="*/ 2084679 w 3998519"/>
                <a:gd name="connsiteY68" fmla="*/ 3112465 h 4722952"/>
                <a:gd name="connsiteX69" fmla="*/ 874319 w 3998519"/>
                <a:gd name="connsiteY69" fmla="*/ 1751152 h 4722952"/>
                <a:gd name="connsiteX70" fmla="*/ 2169719 w 3998519"/>
                <a:gd name="connsiteY70" fmla="*/ 383438 h 4722952"/>
                <a:gd name="connsiteX71" fmla="*/ 2169719 w 3998519"/>
                <a:gd name="connsiteY71" fmla="*/ 155829 h 4722952"/>
                <a:gd name="connsiteX72" fmla="*/ 680390 w 3998519"/>
                <a:gd name="connsiteY72" fmla="*/ 1433627 h 4722952"/>
                <a:gd name="connsiteX73" fmla="*/ 669874 w 3998519"/>
                <a:gd name="connsiteY73" fmla="*/ 2020748 h 4722952"/>
                <a:gd name="connsiteX74" fmla="*/ 674370 w 3998519"/>
                <a:gd name="connsiteY74" fmla="*/ 2047265 h 4722952"/>
                <a:gd name="connsiteX75" fmla="*/ 227000 w 3998519"/>
                <a:gd name="connsiteY75" fmla="*/ 2847365 h 4722952"/>
                <a:gd name="connsiteX76" fmla="*/ 721842 w 3998519"/>
                <a:gd name="connsiteY76" fmla="*/ 2989097 h 4722952"/>
                <a:gd name="connsiteX77" fmla="*/ 723062 w 3998519"/>
                <a:gd name="connsiteY77" fmla="*/ 3884752 h 4722952"/>
                <a:gd name="connsiteX78" fmla="*/ 1485138 w 3998519"/>
                <a:gd name="connsiteY78" fmla="*/ 3884752 h 4722952"/>
                <a:gd name="connsiteX79" fmla="*/ 1485138 w 3998519"/>
                <a:gd name="connsiteY79" fmla="*/ 4722952 h 4722952"/>
                <a:gd name="connsiteX80" fmla="*/ 1332738 w 3998519"/>
                <a:gd name="connsiteY80" fmla="*/ 4722952 h 4722952"/>
                <a:gd name="connsiteX81" fmla="*/ 1332738 w 3998519"/>
                <a:gd name="connsiteY81" fmla="*/ 4037152 h 4722952"/>
                <a:gd name="connsiteX82" fmla="*/ 570814 w 3998519"/>
                <a:gd name="connsiteY82" fmla="*/ 4037152 h 4722952"/>
                <a:gd name="connsiteX83" fmla="*/ 569595 w 3998519"/>
                <a:gd name="connsiteY83" fmla="*/ 3104007 h 4722952"/>
                <a:gd name="connsiteX84" fmla="*/ 0 w 3998519"/>
                <a:gd name="connsiteY84" fmla="*/ 2940939 h 4722952"/>
                <a:gd name="connsiteX85" fmla="*/ 515264 w 3998519"/>
                <a:gd name="connsiteY85" fmla="*/ 2019452 h 4722952"/>
                <a:gd name="connsiteX86" fmla="*/ 531266 w 3998519"/>
                <a:gd name="connsiteY86" fmla="*/ 1401927 h 4722952"/>
                <a:gd name="connsiteX87" fmla="*/ 2247214 w 3998519"/>
                <a:gd name="connsiteY87" fmla="*/ 0 h 4722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998519" h="4722952">
                  <a:moveTo>
                    <a:pt x="3591916" y="630326"/>
                  </a:moveTo>
                  <a:cubicBezTo>
                    <a:pt x="3854043" y="944422"/>
                    <a:pt x="3998366" y="1342796"/>
                    <a:pt x="3998366" y="1751837"/>
                  </a:cubicBezTo>
                  <a:lnTo>
                    <a:pt x="3998519" y="2029815"/>
                  </a:lnTo>
                  <a:cubicBezTo>
                    <a:pt x="3998976" y="2677058"/>
                    <a:pt x="3686861" y="3283762"/>
                    <a:pt x="3161462" y="3661105"/>
                  </a:cubicBezTo>
                  <a:lnTo>
                    <a:pt x="3161462" y="4722952"/>
                  </a:lnTo>
                  <a:lnTo>
                    <a:pt x="3009062" y="4722952"/>
                  </a:lnTo>
                  <a:lnTo>
                    <a:pt x="3009062" y="3581476"/>
                  </a:lnTo>
                  <a:lnTo>
                    <a:pt x="3042056" y="3558768"/>
                  </a:lnTo>
                  <a:cubicBezTo>
                    <a:pt x="3545967" y="3211906"/>
                    <a:pt x="3846576" y="2640405"/>
                    <a:pt x="3846119" y="2029967"/>
                  </a:cubicBezTo>
                  <a:lnTo>
                    <a:pt x="3845966" y="1827809"/>
                  </a:lnTo>
                  <a:lnTo>
                    <a:pt x="3613937" y="1827428"/>
                  </a:lnTo>
                  <a:cubicBezTo>
                    <a:pt x="3577361" y="2488539"/>
                    <a:pt x="3071698" y="3034512"/>
                    <a:pt x="2407158" y="3112465"/>
                  </a:cubicBezTo>
                  <a:lnTo>
                    <a:pt x="2389479" y="2961132"/>
                  </a:lnTo>
                  <a:cubicBezTo>
                    <a:pt x="3002737" y="2889199"/>
                    <a:pt x="3465119" y="2368905"/>
                    <a:pt x="3465119" y="1751152"/>
                  </a:cubicBezTo>
                  <a:cubicBezTo>
                    <a:pt x="3465119" y="1608429"/>
                    <a:pt x="3440277" y="1469821"/>
                    <a:pt x="3393033" y="1339062"/>
                  </a:cubicBezTo>
                  <a:lnTo>
                    <a:pt x="3118028" y="1476527"/>
                  </a:lnTo>
                  <a:cubicBezTo>
                    <a:pt x="3145383" y="1563242"/>
                    <a:pt x="3160319" y="1655444"/>
                    <a:pt x="3160319" y="1751152"/>
                  </a:cubicBezTo>
                  <a:cubicBezTo>
                    <a:pt x="3160319" y="1936927"/>
                    <a:pt x="3104616" y="2116150"/>
                    <a:pt x="2999079" y="2269235"/>
                  </a:cubicBezTo>
                  <a:lnTo>
                    <a:pt x="2873654" y="2182748"/>
                  </a:lnTo>
                  <a:cubicBezTo>
                    <a:pt x="2904896" y="2137409"/>
                    <a:pt x="2930576" y="2089251"/>
                    <a:pt x="2951150" y="2039111"/>
                  </a:cubicBezTo>
                  <a:lnTo>
                    <a:pt x="2668219" y="1925954"/>
                  </a:lnTo>
                  <a:cubicBezTo>
                    <a:pt x="2599410" y="2091537"/>
                    <a:pt x="2436114" y="2208352"/>
                    <a:pt x="2245919" y="2208352"/>
                  </a:cubicBezTo>
                  <a:cubicBezTo>
                    <a:pt x="2064486" y="2208352"/>
                    <a:pt x="1900199" y="2100681"/>
                    <a:pt x="1827276" y="1934184"/>
                  </a:cubicBezTo>
                  <a:lnTo>
                    <a:pt x="1966874" y="1872995"/>
                  </a:lnTo>
                  <a:cubicBezTo>
                    <a:pt x="2015566" y="1984171"/>
                    <a:pt x="2125065" y="2055952"/>
                    <a:pt x="2245919" y="2055952"/>
                  </a:cubicBezTo>
                  <a:cubicBezTo>
                    <a:pt x="2414016" y="2055952"/>
                    <a:pt x="2550719" y="1919249"/>
                    <a:pt x="2550719" y="1751152"/>
                  </a:cubicBezTo>
                  <a:cubicBezTo>
                    <a:pt x="2550719" y="1583054"/>
                    <a:pt x="2414016" y="1446352"/>
                    <a:pt x="2245919" y="1446352"/>
                  </a:cubicBezTo>
                  <a:cubicBezTo>
                    <a:pt x="2125065" y="1446352"/>
                    <a:pt x="2015566" y="1518132"/>
                    <a:pt x="1966874" y="1629384"/>
                  </a:cubicBezTo>
                  <a:lnTo>
                    <a:pt x="1827276" y="1568195"/>
                  </a:lnTo>
                  <a:cubicBezTo>
                    <a:pt x="1900199" y="1401622"/>
                    <a:pt x="2064486" y="1293952"/>
                    <a:pt x="2245919" y="1293952"/>
                  </a:cubicBezTo>
                  <a:cubicBezTo>
                    <a:pt x="2498065" y="1293952"/>
                    <a:pt x="2703119" y="1499006"/>
                    <a:pt x="2703119" y="1751152"/>
                  </a:cubicBezTo>
                  <a:cubicBezTo>
                    <a:pt x="2703119" y="1759305"/>
                    <a:pt x="2702357" y="1767230"/>
                    <a:pt x="2701899" y="1775231"/>
                  </a:cubicBezTo>
                  <a:lnTo>
                    <a:pt x="2994279" y="1892198"/>
                  </a:lnTo>
                  <a:cubicBezTo>
                    <a:pt x="3002966" y="1846021"/>
                    <a:pt x="3007919" y="1798929"/>
                    <a:pt x="3007919" y="1751152"/>
                  </a:cubicBezTo>
                  <a:cubicBezTo>
                    <a:pt x="3007919" y="1330985"/>
                    <a:pt x="2666085" y="989152"/>
                    <a:pt x="2245919" y="989152"/>
                  </a:cubicBezTo>
                  <a:cubicBezTo>
                    <a:pt x="2091080" y="989152"/>
                    <a:pt x="1941881" y="1035557"/>
                    <a:pt x="1814322" y="1123416"/>
                  </a:cubicBezTo>
                  <a:lnTo>
                    <a:pt x="1727835" y="997991"/>
                  </a:lnTo>
                  <a:cubicBezTo>
                    <a:pt x="1880921" y="892454"/>
                    <a:pt x="2060143" y="836752"/>
                    <a:pt x="2245919" y="836752"/>
                  </a:cubicBezTo>
                  <a:cubicBezTo>
                    <a:pt x="2600401" y="836752"/>
                    <a:pt x="2907640" y="1039825"/>
                    <a:pt x="3059354" y="1335404"/>
                  </a:cubicBezTo>
                  <a:lnTo>
                    <a:pt x="3331692" y="1199235"/>
                  </a:lnTo>
                  <a:cubicBezTo>
                    <a:pt x="3295574" y="1128750"/>
                    <a:pt x="3253054" y="1060932"/>
                    <a:pt x="3202762" y="997153"/>
                  </a:cubicBezTo>
                  <a:lnTo>
                    <a:pt x="3322396" y="902817"/>
                  </a:lnTo>
                  <a:cubicBezTo>
                    <a:pt x="3499637" y="1127378"/>
                    <a:pt x="3599078" y="1393088"/>
                    <a:pt x="3614394" y="1675104"/>
                  </a:cubicBezTo>
                  <a:lnTo>
                    <a:pt x="3842614" y="1675485"/>
                  </a:lnTo>
                  <a:cubicBezTo>
                    <a:pt x="3825926" y="1329080"/>
                    <a:pt x="3697833" y="995095"/>
                    <a:pt x="3474949" y="727938"/>
                  </a:cubicBezTo>
                  <a:close/>
                  <a:moveTo>
                    <a:pt x="2247214" y="0"/>
                  </a:moveTo>
                  <a:cubicBezTo>
                    <a:pt x="2254606" y="0"/>
                    <a:pt x="2261921" y="76"/>
                    <a:pt x="2269388" y="152"/>
                  </a:cubicBezTo>
                  <a:cubicBezTo>
                    <a:pt x="2669667" y="5258"/>
                    <a:pt x="3059354" y="149123"/>
                    <a:pt x="3366668" y="405003"/>
                  </a:cubicBezTo>
                  <a:lnTo>
                    <a:pt x="3269209" y="522122"/>
                  </a:lnTo>
                  <a:cubicBezTo>
                    <a:pt x="3002661" y="300228"/>
                    <a:pt x="2668143" y="172059"/>
                    <a:pt x="2322119" y="155600"/>
                  </a:cubicBezTo>
                  <a:lnTo>
                    <a:pt x="2322119" y="382676"/>
                  </a:lnTo>
                  <a:cubicBezTo>
                    <a:pt x="2604059" y="398069"/>
                    <a:pt x="2869768" y="497510"/>
                    <a:pt x="3094253" y="674675"/>
                  </a:cubicBezTo>
                  <a:lnTo>
                    <a:pt x="2999918" y="794309"/>
                  </a:lnTo>
                  <a:cubicBezTo>
                    <a:pt x="2782367" y="622630"/>
                    <a:pt x="2521610" y="531952"/>
                    <a:pt x="2245919" y="531952"/>
                  </a:cubicBezTo>
                  <a:cubicBezTo>
                    <a:pt x="1573682" y="531952"/>
                    <a:pt x="1026719" y="1078916"/>
                    <a:pt x="1026719" y="1751152"/>
                  </a:cubicBezTo>
                  <a:cubicBezTo>
                    <a:pt x="1026719" y="2233117"/>
                    <a:pt x="1308811" y="2654655"/>
                    <a:pt x="1723720" y="2851328"/>
                  </a:cubicBezTo>
                  <a:lnTo>
                    <a:pt x="1837106" y="2567940"/>
                  </a:lnTo>
                  <a:cubicBezTo>
                    <a:pt x="1537868" y="2417521"/>
                    <a:pt x="1331519" y="2108378"/>
                    <a:pt x="1331519" y="1751152"/>
                  </a:cubicBezTo>
                  <a:cubicBezTo>
                    <a:pt x="1331519" y="1565376"/>
                    <a:pt x="1387221" y="1386154"/>
                    <a:pt x="1492758" y="1232992"/>
                  </a:cubicBezTo>
                  <a:lnTo>
                    <a:pt x="1618259" y="1319479"/>
                  </a:lnTo>
                  <a:cubicBezTo>
                    <a:pt x="1530324" y="1447114"/>
                    <a:pt x="1483919" y="1596390"/>
                    <a:pt x="1483919" y="1751152"/>
                  </a:cubicBezTo>
                  <a:cubicBezTo>
                    <a:pt x="1483919" y="2171319"/>
                    <a:pt x="1825752" y="2513152"/>
                    <a:pt x="2245919" y="2513152"/>
                  </a:cubicBezTo>
                  <a:cubicBezTo>
                    <a:pt x="2400757" y="2513152"/>
                    <a:pt x="2549957" y="2466746"/>
                    <a:pt x="2677516" y="2378888"/>
                  </a:cubicBezTo>
                  <a:lnTo>
                    <a:pt x="2764002" y="2504313"/>
                  </a:lnTo>
                  <a:cubicBezTo>
                    <a:pt x="2610917" y="2609850"/>
                    <a:pt x="2431694" y="2665552"/>
                    <a:pt x="2245919" y="2665552"/>
                  </a:cubicBezTo>
                  <a:cubicBezTo>
                    <a:pt x="2152802" y="2665552"/>
                    <a:pt x="2062962" y="2651379"/>
                    <a:pt x="1978228" y="2625471"/>
                  </a:cubicBezTo>
                  <a:lnTo>
                    <a:pt x="1865071" y="2908401"/>
                  </a:lnTo>
                  <a:cubicBezTo>
                    <a:pt x="1941042" y="2933243"/>
                    <a:pt x="2020214" y="2951531"/>
                    <a:pt x="2102358" y="2961132"/>
                  </a:cubicBezTo>
                  <a:lnTo>
                    <a:pt x="2084679" y="3112465"/>
                  </a:lnTo>
                  <a:cubicBezTo>
                    <a:pt x="1394612" y="3031541"/>
                    <a:pt x="874319" y="2446249"/>
                    <a:pt x="874319" y="1751152"/>
                  </a:cubicBezTo>
                  <a:cubicBezTo>
                    <a:pt x="874319" y="1020623"/>
                    <a:pt x="1448943" y="423291"/>
                    <a:pt x="2169719" y="383438"/>
                  </a:cubicBezTo>
                  <a:lnTo>
                    <a:pt x="2169719" y="155829"/>
                  </a:lnTo>
                  <a:cubicBezTo>
                    <a:pt x="1451076" y="191262"/>
                    <a:pt x="833171" y="714070"/>
                    <a:pt x="680390" y="1433627"/>
                  </a:cubicBezTo>
                  <a:cubicBezTo>
                    <a:pt x="639699" y="1624736"/>
                    <a:pt x="636270" y="1822323"/>
                    <a:pt x="669874" y="2020748"/>
                  </a:cubicBezTo>
                  <a:lnTo>
                    <a:pt x="674370" y="2047265"/>
                  </a:lnTo>
                  <a:lnTo>
                    <a:pt x="227000" y="2847365"/>
                  </a:lnTo>
                  <a:lnTo>
                    <a:pt x="721842" y="2989097"/>
                  </a:lnTo>
                  <a:lnTo>
                    <a:pt x="723062" y="3884752"/>
                  </a:lnTo>
                  <a:lnTo>
                    <a:pt x="1485138" y="3884752"/>
                  </a:lnTo>
                  <a:lnTo>
                    <a:pt x="1485138" y="4722952"/>
                  </a:lnTo>
                  <a:lnTo>
                    <a:pt x="1332738" y="4722952"/>
                  </a:lnTo>
                  <a:lnTo>
                    <a:pt x="1332738" y="4037152"/>
                  </a:lnTo>
                  <a:lnTo>
                    <a:pt x="570814" y="4037152"/>
                  </a:lnTo>
                  <a:lnTo>
                    <a:pt x="569595" y="3104007"/>
                  </a:lnTo>
                  <a:lnTo>
                    <a:pt x="0" y="2940939"/>
                  </a:lnTo>
                  <a:lnTo>
                    <a:pt x="515264" y="2019452"/>
                  </a:lnTo>
                  <a:cubicBezTo>
                    <a:pt x="483184" y="1810893"/>
                    <a:pt x="488518" y="1603324"/>
                    <a:pt x="531266" y="1401927"/>
                  </a:cubicBezTo>
                  <a:cubicBezTo>
                    <a:pt x="704545" y="586359"/>
                    <a:pt x="1424102" y="0"/>
                    <a:pt x="2247214" y="0"/>
                  </a:cubicBezTo>
                  <a:close/>
                </a:path>
              </a:pathLst>
            </a:cu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US" sz="1200"/>
            </a:p>
          </p:txBody>
        </p:sp>
        <p:sp>
          <p:nvSpPr>
            <p:cNvPr id="11" name="Freeform: Shape 68">
              <a:extLst>
                <a:ext uri="{FF2B5EF4-FFF2-40B4-BE49-F238E27FC236}">
                  <a16:creationId xmlns:a16="http://schemas.microsoft.com/office/drawing/2014/main" id="{BBE2BE42-93B8-09D4-6336-02190238C12A}"/>
                </a:ext>
              </a:extLst>
            </p:cNvPr>
            <p:cNvSpPr>
              <a:spLocks noChangeAspect="1"/>
            </p:cNvSpPr>
            <p:nvPr/>
          </p:nvSpPr>
          <p:spPr>
            <a:xfrm>
              <a:off x="2749185" y="2237285"/>
              <a:ext cx="252000" cy="252000"/>
            </a:xfrm>
            <a:custGeom>
              <a:avLst/>
              <a:gdLst>
                <a:gd name="connsiteX0" fmla="*/ 3859787 w 4876800"/>
                <a:gd name="connsiteY0" fmla="*/ 4465301 h 4876800"/>
                <a:gd name="connsiteX1" fmla="*/ 3874503 w 4876800"/>
                <a:gd name="connsiteY1" fmla="*/ 4465301 h 4876800"/>
                <a:gd name="connsiteX2" fmla="*/ 3969753 w 4876800"/>
                <a:gd name="connsiteY2" fmla="*/ 4560551 h 4876800"/>
                <a:gd name="connsiteX3" fmla="*/ 3874503 w 4876800"/>
                <a:gd name="connsiteY3" fmla="*/ 4655801 h 4876800"/>
                <a:gd name="connsiteX4" fmla="*/ 3859787 w 4876800"/>
                <a:gd name="connsiteY4" fmla="*/ 4655801 h 4876800"/>
                <a:gd name="connsiteX5" fmla="*/ 3764537 w 4876800"/>
                <a:gd name="connsiteY5" fmla="*/ 4560551 h 4876800"/>
                <a:gd name="connsiteX6" fmla="*/ 3859787 w 4876800"/>
                <a:gd name="connsiteY6" fmla="*/ 4465301 h 4876800"/>
                <a:gd name="connsiteX7" fmla="*/ 3383547 w 4876800"/>
                <a:gd name="connsiteY7" fmla="*/ 4465301 h 4876800"/>
                <a:gd name="connsiteX8" fmla="*/ 3478797 w 4876800"/>
                <a:gd name="connsiteY8" fmla="*/ 4465301 h 4876800"/>
                <a:gd name="connsiteX9" fmla="*/ 3574047 w 4876800"/>
                <a:gd name="connsiteY9" fmla="*/ 4560551 h 4876800"/>
                <a:gd name="connsiteX10" fmla="*/ 3478797 w 4876800"/>
                <a:gd name="connsiteY10" fmla="*/ 4655801 h 4876800"/>
                <a:gd name="connsiteX11" fmla="*/ 3383547 w 4876800"/>
                <a:gd name="connsiteY11" fmla="*/ 4655801 h 4876800"/>
                <a:gd name="connsiteX12" fmla="*/ 3288297 w 4876800"/>
                <a:gd name="connsiteY12" fmla="*/ 4560551 h 4876800"/>
                <a:gd name="connsiteX13" fmla="*/ 3383547 w 4876800"/>
                <a:gd name="connsiteY13" fmla="*/ 4465301 h 4876800"/>
                <a:gd name="connsiteX14" fmla="*/ 2907297 w 4876800"/>
                <a:gd name="connsiteY14" fmla="*/ 4465301 h 4876800"/>
                <a:gd name="connsiteX15" fmla="*/ 3002547 w 4876800"/>
                <a:gd name="connsiteY15" fmla="*/ 4465301 h 4876800"/>
                <a:gd name="connsiteX16" fmla="*/ 3097797 w 4876800"/>
                <a:gd name="connsiteY16" fmla="*/ 4560551 h 4876800"/>
                <a:gd name="connsiteX17" fmla="*/ 3002547 w 4876800"/>
                <a:gd name="connsiteY17" fmla="*/ 4655801 h 4876800"/>
                <a:gd name="connsiteX18" fmla="*/ 2907297 w 4876800"/>
                <a:gd name="connsiteY18" fmla="*/ 4655801 h 4876800"/>
                <a:gd name="connsiteX19" fmla="*/ 2812047 w 4876800"/>
                <a:gd name="connsiteY19" fmla="*/ 4560551 h 4876800"/>
                <a:gd name="connsiteX20" fmla="*/ 2907297 w 4876800"/>
                <a:gd name="connsiteY20" fmla="*/ 4465301 h 4876800"/>
                <a:gd name="connsiteX21" fmla="*/ 2431047 w 4876800"/>
                <a:gd name="connsiteY21" fmla="*/ 4465301 h 4876800"/>
                <a:gd name="connsiteX22" fmla="*/ 2526297 w 4876800"/>
                <a:gd name="connsiteY22" fmla="*/ 4465301 h 4876800"/>
                <a:gd name="connsiteX23" fmla="*/ 2621547 w 4876800"/>
                <a:gd name="connsiteY23" fmla="*/ 4560551 h 4876800"/>
                <a:gd name="connsiteX24" fmla="*/ 2526297 w 4876800"/>
                <a:gd name="connsiteY24" fmla="*/ 4655801 h 4876800"/>
                <a:gd name="connsiteX25" fmla="*/ 2431047 w 4876800"/>
                <a:gd name="connsiteY25" fmla="*/ 4655801 h 4876800"/>
                <a:gd name="connsiteX26" fmla="*/ 2335797 w 4876800"/>
                <a:gd name="connsiteY26" fmla="*/ 4560551 h 4876800"/>
                <a:gd name="connsiteX27" fmla="*/ 2431047 w 4876800"/>
                <a:gd name="connsiteY27" fmla="*/ 4465301 h 4876800"/>
                <a:gd name="connsiteX28" fmla="*/ 1954797 w 4876800"/>
                <a:gd name="connsiteY28" fmla="*/ 4465301 h 4876800"/>
                <a:gd name="connsiteX29" fmla="*/ 2050047 w 4876800"/>
                <a:gd name="connsiteY29" fmla="*/ 4465301 h 4876800"/>
                <a:gd name="connsiteX30" fmla="*/ 2145297 w 4876800"/>
                <a:gd name="connsiteY30" fmla="*/ 4560551 h 4876800"/>
                <a:gd name="connsiteX31" fmla="*/ 2050047 w 4876800"/>
                <a:gd name="connsiteY31" fmla="*/ 4655801 h 4876800"/>
                <a:gd name="connsiteX32" fmla="*/ 1954797 w 4876800"/>
                <a:gd name="connsiteY32" fmla="*/ 4655801 h 4876800"/>
                <a:gd name="connsiteX33" fmla="*/ 1859547 w 4876800"/>
                <a:gd name="connsiteY33" fmla="*/ 4560551 h 4876800"/>
                <a:gd name="connsiteX34" fmla="*/ 1954797 w 4876800"/>
                <a:gd name="connsiteY34" fmla="*/ 4465301 h 4876800"/>
                <a:gd name="connsiteX35" fmla="*/ 1478547 w 4876800"/>
                <a:gd name="connsiteY35" fmla="*/ 4465301 h 4876800"/>
                <a:gd name="connsiteX36" fmla="*/ 1573797 w 4876800"/>
                <a:gd name="connsiteY36" fmla="*/ 4465301 h 4876800"/>
                <a:gd name="connsiteX37" fmla="*/ 1669047 w 4876800"/>
                <a:gd name="connsiteY37" fmla="*/ 4560551 h 4876800"/>
                <a:gd name="connsiteX38" fmla="*/ 1573797 w 4876800"/>
                <a:gd name="connsiteY38" fmla="*/ 4655801 h 4876800"/>
                <a:gd name="connsiteX39" fmla="*/ 1478547 w 4876800"/>
                <a:gd name="connsiteY39" fmla="*/ 4655801 h 4876800"/>
                <a:gd name="connsiteX40" fmla="*/ 1383297 w 4876800"/>
                <a:gd name="connsiteY40" fmla="*/ 4560551 h 4876800"/>
                <a:gd name="connsiteX41" fmla="*/ 1478547 w 4876800"/>
                <a:gd name="connsiteY41" fmla="*/ 4465301 h 4876800"/>
                <a:gd name="connsiteX42" fmla="*/ 1002297 w 4876800"/>
                <a:gd name="connsiteY42" fmla="*/ 4465301 h 4876800"/>
                <a:gd name="connsiteX43" fmla="*/ 1097547 w 4876800"/>
                <a:gd name="connsiteY43" fmla="*/ 4465301 h 4876800"/>
                <a:gd name="connsiteX44" fmla="*/ 1192797 w 4876800"/>
                <a:gd name="connsiteY44" fmla="*/ 4560551 h 4876800"/>
                <a:gd name="connsiteX45" fmla="*/ 1097547 w 4876800"/>
                <a:gd name="connsiteY45" fmla="*/ 4655801 h 4876800"/>
                <a:gd name="connsiteX46" fmla="*/ 1002297 w 4876800"/>
                <a:gd name="connsiteY46" fmla="*/ 4655801 h 4876800"/>
                <a:gd name="connsiteX47" fmla="*/ 907047 w 4876800"/>
                <a:gd name="connsiteY47" fmla="*/ 4560551 h 4876800"/>
                <a:gd name="connsiteX48" fmla="*/ 1002297 w 4876800"/>
                <a:gd name="connsiteY48" fmla="*/ 4465301 h 4876800"/>
                <a:gd name="connsiteX49" fmla="*/ 4419600 w 4876800"/>
                <a:gd name="connsiteY49" fmla="*/ 4419600 h 4876800"/>
                <a:gd name="connsiteX50" fmla="*/ 4419600 w 4876800"/>
                <a:gd name="connsiteY50" fmla="*/ 4686300 h 4876800"/>
                <a:gd name="connsiteX51" fmla="*/ 4686300 w 4876800"/>
                <a:gd name="connsiteY51" fmla="*/ 4686300 h 4876800"/>
                <a:gd name="connsiteX52" fmla="*/ 4686300 w 4876800"/>
                <a:gd name="connsiteY52" fmla="*/ 4419600 h 4876800"/>
                <a:gd name="connsiteX53" fmla="*/ 190500 w 4876800"/>
                <a:gd name="connsiteY53" fmla="*/ 4419600 h 4876800"/>
                <a:gd name="connsiteX54" fmla="*/ 190500 w 4876800"/>
                <a:gd name="connsiteY54" fmla="*/ 4686300 h 4876800"/>
                <a:gd name="connsiteX55" fmla="*/ 457200 w 4876800"/>
                <a:gd name="connsiteY55" fmla="*/ 4686300 h 4876800"/>
                <a:gd name="connsiteX56" fmla="*/ 457200 w 4876800"/>
                <a:gd name="connsiteY56" fmla="*/ 4419600 h 4876800"/>
                <a:gd name="connsiteX57" fmla="*/ 4324350 w 4876800"/>
                <a:gd name="connsiteY57" fmla="*/ 4229100 h 4876800"/>
                <a:gd name="connsiteX58" fmla="*/ 4781550 w 4876800"/>
                <a:gd name="connsiteY58" fmla="*/ 4229100 h 4876800"/>
                <a:gd name="connsiteX59" fmla="*/ 4876800 w 4876800"/>
                <a:gd name="connsiteY59" fmla="*/ 4324350 h 4876800"/>
                <a:gd name="connsiteX60" fmla="*/ 4876800 w 4876800"/>
                <a:gd name="connsiteY60" fmla="*/ 4781550 h 4876800"/>
                <a:gd name="connsiteX61" fmla="*/ 4781550 w 4876800"/>
                <a:gd name="connsiteY61" fmla="*/ 4876800 h 4876800"/>
                <a:gd name="connsiteX62" fmla="*/ 4324350 w 4876800"/>
                <a:gd name="connsiteY62" fmla="*/ 4876800 h 4876800"/>
                <a:gd name="connsiteX63" fmla="*/ 4229100 w 4876800"/>
                <a:gd name="connsiteY63" fmla="*/ 4781550 h 4876800"/>
                <a:gd name="connsiteX64" fmla="*/ 4229100 w 4876800"/>
                <a:gd name="connsiteY64" fmla="*/ 4324350 h 4876800"/>
                <a:gd name="connsiteX65" fmla="*/ 4324350 w 4876800"/>
                <a:gd name="connsiteY65" fmla="*/ 4229100 h 4876800"/>
                <a:gd name="connsiteX66" fmla="*/ 95250 w 4876800"/>
                <a:gd name="connsiteY66" fmla="*/ 4229100 h 4876800"/>
                <a:gd name="connsiteX67" fmla="*/ 552450 w 4876800"/>
                <a:gd name="connsiteY67" fmla="*/ 4229100 h 4876800"/>
                <a:gd name="connsiteX68" fmla="*/ 647700 w 4876800"/>
                <a:gd name="connsiteY68" fmla="*/ 4324350 h 4876800"/>
                <a:gd name="connsiteX69" fmla="*/ 647700 w 4876800"/>
                <a:gd name="connsiteY69" fmla="*/ 4781550 h 4876800"/>
                <a:gd name="connsiteX70" fmla="*/ 552450 w 4876800"/>
                <a:gd name="connsiteY70" fmla="*/ 4876800 h 4876800"/>
                <a:gd name="connsiteX71" fmla="*/ 95250 w 4876800"/>
                <a:gd name="connsiteY71" fmla="*/ 4876800 h 4876800"/>
                <a:gd name="connsiteX72" fmla="*/ 0 w 4876800"/>
                <a:gd name="connsiteY72" fmla="*/ 4781550 h 4876800"/>
                <a:gd name="connsiteX73" fmla="*/ 0 w 4876800"/>
                <a:gd name="connsiteY73" fmla="*/ 4324350 h 4876800"/>
                <a:gd name="connsiteX74" fmla="*/ 95250 w 4876800"/>
                <a:gd name="connsiteY74" fmla="*/ 4229100 h 4876800"/>
                <a:gd name="connsiteX75" fmla="*/ 4552950 w 4876800"/>
                <a:gd name="connsiteY75" fmla="*/ 3691614 h 4876800"/>
                <a:gd name="connsiteX76" fmla="*/ 4648200 w 4876800"/>
                <a:gd name="connsiteY76" fmla="*/ 3786864 h 4876800"/>
                <a:gd name="connsiteX77" fmla="*/ 4648200 w 4876800"/>
                <a:gd name="connsiteY77" fmla="*/ 3882114 h 4876800"/>
                <a:gd name="connsiteX78" fmla="*/ 4552950 w 4876800"/>
                <a:gd name="connsiteY78" fmla="*/ 3977364 h 4876800"/>
                <a:gd name="connsiteX79" fmla="*/ 4457700 w 4876800"/>
                <a:gd name="connsiteY79" fmla="*/ 3882114 h 4876800"/>
                <a:gd name="connsiteX80" fmla="*/ 4457700 w 4876800"/>
                <a:gd name="connsiteY80" fmla="*/ 3786864 h 4876800"/>
                <a:gd name="connsiteX81" fmla="*/ 4552950 w 4876800"/>
                <a:gd name="connsiteY81" fmla="*/ 3691614 h 4876800"/>
                <a:gd name="connsiteX82" fmla="*/ 323850 w 4876800"/>
                <a:gd name="connsiteY82" fmla="*/ 3691614 h 4876800"/>
                <a:gd name="connsiteX83" fmla="*/ 419100 w 4876800"/>
                <a:gd name="connsiteY83" fmla="*/ 3786864 h 4876800"/>
                <a:gd name="connsiteX84" fmla="*/ 419100 w 4876800"/>
                <a:gd name="connsiteY84" fmla="*/ 3882114 h 4876800"/>
                <a:gd name="connsiteX85" fmla="*/ 323850 w 4876800"/>
                <a:gd name="connsiteY85" fmla="*/ 3977364 h 4876800"/>
                <a:gd name="connsiteX86" fmla="*/ 228600 w 4876800"/>
                <a:gd name="connsiteY86" fmla="*/ 3882114 h 4876800"/>
                <a:gd name="connsiteX87" fmla="*/ 228600 w 4876800"/>
                <a:gd name="connsiteY87" fmla="*/ 3786864 h 4876800"/>
                <a:gd name="connsiteX88" fmla="*/ 323850 w 4876800"/>
                <a:gd name="connsiteY88" fmla="*/ 3691614 h 4876800"/>
                <a:gd name="connsiteX89" fmla="*/ 1594647 w 4876800"/>
                <a:gd name="connsiteY89" fmla="*/ 3513306 h 4876800"/>
                <a:gd name="connsiteX90" fmla="*/ 1753809 w 4876800"/>
                <a:gd name="connsiteY90" fmla="*/ 3877094 h 4876800"/>
                <a:gd name="connsiteX91" fmla="*/ 1912962 w 4876800"/>
                <a:gd name="connsiteY91" fmla="*/ 3513306 h 4876800"/>
                <a:gd name="connsiteX92" fmla="*/ 4552950 w 4876800"/>
                <a:gd name="connsiteY92" fmla="*/ 3215364 h 4876800"/>
                <a:gd name="connsiteX93" fmla="*/ 4648200 w 4876800"/>
                <a:gd name="connsiteY93" fmla="*/ 3310614 h 4876800"/>
                <a:gd name="connsiteX94" fmla="*/ 4648200 w 4876800"/>
                <a:gd name="connsiteY94" fmla="*/ 3405864 h 4876800"/>
                <a:gd name="connsiteX95" fmla="*/ 4552950 w 4876800"/>
                <a:gd name="connsiteY95" fmla="*/ 3501114 h 4876800"/>
                <a:gd name="connsiteX96" fmla="*/ 4457700 w 4876800"/>
                <a:gd name="connsiteY96" fmla="*/ 3405864 h 4876800"/>
                <a:gd name="connsiteX97" fmla="*/ 4457700 w 4876800"/>
                <a:gd name="connsiteY97" fmla="*/ 3310614 h 4876800"/>
                <a:gd name="connsiteX98" fmla="*/ 4552950 w 4876800"/>
                <a:gd name="connsiteY98" fmla="*/ 3215364 h 4876800"/>
                <a:gd name="connsiteX99" fmla="*/ 323850 w 4876800"/>
                <a:gd name="connsiteY99" fmla="*/ 3215364 h 4876800"/>
                <a:gd name="connsiteX100" fmla="*/ 419100 w 4876800"/>
                <a:gd name="connsiteY100" fmla="*/ 3310614 h 4876800"/>
                <a:gd name="connsiteX101" fmla="*/ 419100 w 4876800"/>
                <a:gd name="connsiteY101" fmla="*/ 3405864 h 4876800"/>
                <a:gd name="connsiteX102" fmla="*/ 323850 w 4876800"/>
                <a:gd name="connsiteY102" fmla="*/ 3501114 h 4876800"/>
                <a:gd name="connsiteX103" fmla="*/ 228600 w 4876800"/>
                <a:gd name="connsiteY103" fmla="*/ 3405864 h 4876800"/>
                <a:gd name="connsiteX104" fmla="*/ 228600 w 4876800"/>
                <a:gd name="connsiteY104" fmla="*/ 3310614 h 4876800"/>
                <a:gd name="connsiteX105" fmla="*/ 323850 w 4876800"/>
                <a:gd name="connsiteY105" fmla="*/ 3215364 h 4876800"/>
                <a:gd name="connsiteX106" fmla="*/ 2437524 w 4876800"/>
                <a:gd name="connsiteY106" fmla="*/ 3061639 h 4876800"/>
                <a:gd name="connsiteX107" fmla="*/ 2534308 w 4876800"/>
                <a:gd name="connsiteY107" fmla="*/ 3153213 h 4876800"/>
                <a:gd name="connsiteX108" fmla="*/ 2442801 w 4876800"/>
                <a:gd name="connsiteY108" fmla="*/ 3252054 h 4876800"/>
                <a:gd name="connsiteX109" fmla="*/ 2438391 w 4876800"/>
                <a:gd name="connsiteY109" fmla="*/ 3252139 h 4876800"/>
                <a:gd name="connsiteX110" fmla="*/ 2343141 w 4876800"/>
                <a:gd name="connsiteY110" fmla="*/ 3156889 h 4876800"/>
                <a:gd name="connsiteX111" fmla="*/ 2437524 w 4876800"/>
                <a:gd name="connsiteY111" fmla="*/ 3061639 h 4876800"/>
                <a:gd name="connsiteX112" fmla="*/ 4552950 w 4876800"/>
                <a:gd name="connsiteY112" fmla="*/ 2739114 h 4876800"/>
                <a:gd name="connsiteX113" fmla="*/ 4648200 w 4876800"/>
                <a:gd name="connsiteY113" fmla="*/ 2834364 h 4876800"/>
                <a:gd name="connsiteX114" fmla="*/ 4648200 w 4876800"/>
                <a:gd name="connsiteY114" fmla="*/ 2929614 h 4876800"/>
                <a:gd name="connsiteX115" fmla="*/ 4552950 w 4876800"/>
                <a:gd name="connsiteY115" fmla="*/ 3024864 h 4876800"/>
                <a:gd name="connsiteX116" fmla="*/ 4457700 w 4876800"/>
                <a:gd name="connsiteY116" fmla="*/ 2929614 h 4876800"/>
                <a:gd name="connsiteX117" fmla="*/ 4457700 w 4876800"/>
                <a:gd name="connsiteY117" fmla="*/ 2834364 h 4876800"/>
                <a:gd name="connsiteX118" fmla="*/ 4552950 w 4876800"/>
                <a:gd name="connsiteY118" fmla="*/ 2739114 h 4876800"/>
                <a:gd name="connsiteX119" fmla="*/ 323850 w 4876800"/>
                <a:gd name="connsiteY119" fmla="*/ 2739114 h 4876800"/>
                <a:gd name="connsiteX120" fmla="*/ 419100 w 4876800"/>
                <a:gd name="connsiteY120" fmla="*/ 2834364 h 4876800"/>
                <a:gd name="connsiteX121" fmla="*/ 419100 w 4876800"/>
                <a:gd name="connsiteY121" fmla="*/ 2929614 h 4876800"/>
                <a:gd name="connsiteX122" fmla="*/ 323850 w 4876800"/>
                <a:gd name="connsiteY122" fmla="*/ 3024864 h 4876800"/>
                <a:gd name="connsiteX123" fmla="*/ 228600 w 4876800"/>
                <a:gd name="connsiteY123" fmla="*/ 2929614 h 4876800"/>
                <a:gd name="connsiteX124" fmla="*/ 228600 w 4876800"/>
                <a:gd name="connsiteY124" fmla="*/ 2834364 h 4876800"/>
                <a:gd name="connsiteX125" fmla="*/ 323850 w 4876800"/>
                <a:gd name="connsiteY125" fmla="*/ 2739114 h 4876800"/>
                <a:gd name="connsiteX126" fmla="*/ 4552950 w 4876800"/>
                <a:gd name="connsiteY126" fmla="*/ 2262864 h 4876800"/>
                <a:gd name="connsiteX127" fmla="*/ 4648200 w 4876800"/>
                <a:gd name="connsiteY127" fmla="*/ 2358114 h 4876800"/>
                <a:gd name="connsiteX128" fmla="*/ 4648200 w 4876800"/>
                <a:gd name="connsiteY128" fmla="*/ 2453364 h 4876800"/>
                <a:gd name="connsiteX129" fmla="*/ 4552950 w 4876800"/>
                <a:gd name="connsiteY129" fmla="*/ 2548614 h 4876800"/>
                <a:gd name="connsiteX130" fmla="*/ 4457700 w 4876800"/>
                <a:gd name="connsiteY130" fmla="*/ 2453364 h 4876800"/>
                <a:gd name="connsiteX131" fmla="*/ 4457700 w 4876800"/>
                <a:gd name="connsiteY131" fmla="*/ 2358114 h 4876800"/>
                <a:gd name="connsiteX132" fmla="*/ 4552950 w 4876800"/>
                <a:gd name="connsiteY132" fmla="*/ 2262864 h 4876800"/>
                <a:gd name="connsiteX133" fmla="*/ 323850 w 4876800"/>
                <a:gd name="connsiteY133" fmla="*/ 2262864 h 4876800"/>
                <a:gd name="connsiteX134" fmla="*/ 419100 w 4876800"/>
                <a:gd name="connsiteY134" fmla="*/ 2358114 h 4876800"/>
                <a:gd name="connsiteX135" fmla="*/ 419100 w 4876800"/>
                <a:gd name="connsiteY135" fmla="*/ 2453364 h 4876800"/>
                <a:gd name="connsiteX136" fmla="*/ 323850 w 4876800"/>
                <a:gd name="connsiteY136" fmla="*/ 2548614 h 4876800"/>
                <a:gd name="connsiteX137" fmla="*/ 228600 w 4876800"/>
                <a:gd name="connsiteY137" fmla="*/ 2453364 h 4876800"/>
                <a:gd name="connsiteX138" fmla="*/ 228600 w 4876800"/>
                <a:gd name="connsiteY138" fmla="*/ 2358114 h 4876800"/>
                <a:gd name="connsiteX139" fmla="*/ 323850 w 4876800"/>
                <a:gd name="connsiteY139" fmla="*/ 2262864 h 4876800"/>
                <a:gd name="connsiteX140" fmla="*/ 1449039 w 4876800"/>
                <a:gd name="connsiteY140" fmla="*/ 2047875 h 4876800"/>
                <a:gd name="connsiteX141" fmla="*/ 1516380 w 4876800"/>
                <a:gd name="connsiteY141" fmla="*/ 2075783 h 4876800"/>
                <a:gd name="connsiteX142" fmla="*/ 1544289 w 4876800"/>
                <a:gd name="connsiteY142" fmla="*/ 2143125 h 4876800"/>
                <a:gd name="connsiteX143" fmla="*/ 1516380 w 4876800"/>
                <a:gd name="connsiteY143" fmla="*/ 2210467 h 4876800"/>
                <a:gd name="connsiteX144" fmla="*/ 1449039 w 4876800"/>
                <a:gd name="connsiteY144" fmla="*/ 2238375 h 4876800"/>
                <a:gd name="connsiteX145" fmla="*/ 1381697 w 4876800"/>
                <a:gd name="connsiteY145" fmla="*/ 2210467 h 4876800"/>
                <a:gd name="connsiteX146" fmla="*/ 1353789 w 4876800"/>
                <a:gd name="connsiteY146" fmla="*/ 2143125 h 4876800"/>
                <a:gd name="connsiteX147" fmla="*/ 1381697 w 4876800"/>
                <a:gd name="connsiteY147" fmla="*/ 2075783 h 4876800"/>
                <a:gd name="connsiteX148" fmla="*/ 1449039 w 4876800"/>
                <a:gd name="connsiteY148" fmla="*/ 2047875 h 4876800"/>
                <a:gd name="connsiteX149" fmla="*/ 4552950 w 4876800"/>
                <a:gd name="connsiteY149" fmla="*/ 1786614 h 4876800"/>
                <a:gd name="connsiteX150" fmla="*/ 4648200 w 4876800"/>
                <a:gd name="connsiteY150" fmla="*/ 1881864 h 4876800"/>
                <a:gd name="connsiteX151" fmla="*/ 4648200 w 4876800"/>
                <a:gd name="connsiteY151" fmla="*/ 1977114 h 4876800"/>
                <a:gd name="connsiteX152" fmla="*/ 4552950 w 4876800"/>
                <a:gd name="connsiteY152" fmla="*/ 2072364 h 4876800"/>
                <a:gd name="connsiteX153" fmla="*/ 4457700 w 4876800"/>
                <a:gd name="connsiteY153" fmla="*/ 1977114 h 4876800"/>
                <a:gd name="connsiteX154" fmla="*/ 4457700 w 4876800"/>
                <a:gd name="connsiteY154" fmla="*/ 1881864 h 4876800"/>
                <a:gd name="connsiteX155" fmla="*/ 4552950 w 4876800"/>
                <a:gd name="connsiteY155" fmla="*/ 1786614 h 4876800"/>
                <a:gd name="connsiteX156" fmla="*/ 323850 w 4876800"/>
                <a:gd name="connsiteY156" fmla="*/ 1786614 h 4876800"/>
                <a:gd name="connsiteX157" fmla="*/ 419100 w 4876800"/>
                <a:gd name="connsiteY157" fmla="*/ 1881864 h 4876800"/>
                <a:gd name="connsiteX158" fmla="*/ 419100 w 4876800"/>
                <a:gd name="connsiteY158" fmla="*/ 1977114 h 4876800"/>
                <a:gd name="connsiteX159" fmla="*/ 323850 w 4876800"/>
                <a:gd name="connsiteY159" fmla="*/ 2072364 h 4876800"/>
                <a:gd name="connsiteX160" fmla="*/ 228600 w 4876800"/>
                <a:gd name="connsiteY160" fmla="*/ 1977114 h 4876800"/>
                <a:gd name="connsiteX161" fmla="*/ 228600 w 4876800"/>
                <a:gd name="connsiteY161" fmla="*/ 1881864 h 4876800"/>
                <a:gd name="connsiteX162" fmla="*/ 323850 w 4876800"/>
                <a:gd name="connsiteY162" fmla="*/ 1786614 h 4876800"/>
                <a:gd name="connsiteX163" fmla="*/ 2438391 w 4876800"/>
                <a:gd name="connsiteY163" fmla="*/ 1624670 h 4876800"/>
                <a:gd name="connsiteX164" fmla="*/ 3252131 w 4876800"/>
                <a:gd name="connsiteY164" fmla="*/ 2438410 h 4876800"/>
                <a:gd name="connsiteX165" fmla="*/ 2817533 w 4876800"/>
                <a:gd name="connsiteY165" fmla="*/ 3158576 h 4876800"/>
                <a:gd name="connsiteX166" fmla="*/ 2773185 w 4876800"/>
                <a:gd name="connsiteY166" fmla="*/ 3169596 h 4876800"/>
                <a:gd name="connsiteX167" fmla="*/ 2688851 w 4876800"/>
                <a:gd name="connsiteY167" fmla="*/ 3118761 h 4876800"/>
                <a:gd name="connsiteX168" fmla="*/ 2728665 w 4876800"/>
                <a:gd name="connsiteY168" fmla="*/ 2990079 h 4876800"/>
                <a:gd name="connsiteX169" fmla="*/ 3061631 w 4876800"/>
                <a:gd name="connsiteY169" fmla="*/ 2438410 h 4876800"/>
                <a:gd name="connsiteX170" fmla="*/ 2438391 w 4876800"/>
                <a:gd name="connsiteY170" fmla="*/ 1815170 h 4876800"/>
                <a:gd name="connsiteX171" fmla="*/ 2343141 w 4876800"/>
                <a:gd name="connsiteY171" fmla="*/ 1719920 h 4876800"/>
                <a:gd name="connsiteX172" fmla="*/ 2438391 w 4876800"/>
                <a:gd name="connsiteY172" fmla="*/ 1624670 h 4876800"/>
                <a:gd name="connsiteX173" fmla="*/ 4552950 w 4876800"/>
                <a:gd name="connsiteY173" fmla="*/ 1310364 h 4876800"/>
                <a:gd name="connsiteX174" fmla="*/ 4648200 w 4876800"/>
                <a:gd name="connsiteY174" fmla="*/ 1405614 h 4876800"/>
                <a:gd name="connsiteX175" fmla="*/ 4648200 w 4876800"/>
                <a:gd name="connsiteY175" fmla="*/ 1500864 h 4876800"/>
                <a:gd name="connsiteX176" fmla="*/ 4552950 w 4876800"/>
                <a:gd name="connsiteY176" fmla="*/ 1596114 h 4876800"/>
                <a:gd name="connsiteX177" fmla="*/ 4457700 w 4876800"/>
                <a:gd name="connsiteY177" fmla="*/ 1500864 h 4876800"/>
                <a:gd name="connsiteX178" fmla="*/ 4457700 w 4876800"/>
                <a:gd name="connsiteY178" fmla="*/ 1405614 h 4876800"/>
                <a:gd name="connsiteX179" fmla="*/ 4552950 w 4876800"/>
                <a:gd name="connsiteY179" fmla="*/ 1310364 h 4876800"/>
                <a:gd name="connsiteX180" fmla="*/ 323850 w 4876800"/>
                <a:gd name="connsiteY180" fmla="*/ 1310364 h 4876800"/>
                <a:gd name="connsiteX181" fmla="*/ 419100 w 4876800"/>
                <a:gd name="connsiteY181" fmla="*/ 1405614 h 4876800"/>
                <a:gd name="connsiteX182" fmla="*/ 419100 w 4876800"/>
                <a:gd name="connsiteY182" fmla="*/ 1500864 h 4876800"/>
                <a:gd name="connsiteX183" fmla="*/ 323850 w 4876800"/>
                <a:gd name="connsiteY183" fmla="*/ 1596114 h 4876800"/>
                <a:gd name="connsiteX184" fmla="*/ 228600 w 4876800"/>
                <a:gd name="connsiteY184" fmla="*/ 1500864 h 4876800"/>
                <a:gd name="connsiteX185" fmla="*/ 228600 w 4876800"/>
                <a:gd name="connsiteY185" fmla="*/ 1405614 h 4876800"/>
                <a:gd name="connsiteX186" fmla="*/ 323850 w 4876800"/>
                <a:gd name="connsiteY186" fmla="*/ 1310364 h 4876800"/>
                <a:gd name="connsiteX187" fmla="*/ 4552950 w 4876800"/>
                <a:gd name="connsiteY187" fmla="*/ 914638 h 4876800"/>
                <a:gd name="connsiteX188" fmla="*/ 4648200 w 4876800"/>
                <a:gd name="connsiteY188" fmla="*/ 1009888 h 4876800"/>
                <a:gd name="connsiteX189" fmla="*/ 4648200 w 4876800"/>
                <a:gd name="connsiteY189" fmla="*/ 1024613 h 4876800"/>
                <a:gd name="connsiteX190" fmla="*/ 4552950 w 4876800"/>
                <a:gd name="connsiteY190" fmla="*/ 1119863 h 4876800"/>
                <a:gd name="connsiteX191" fmla="*/ 4457700 w 4876800"/>
                <a:gd name="connsiteY191" fmla="*/ 1024613 h 4876800"/>
                <a:gd name="connsiteX192" fmla="*/ 4457700 w 4876800"/>
                <a:gd name="connsiteY192" fmla="*/ 1009888 h 4876800"/>
                <a:gd name="connsiteX193" fmla="*/ 4552950 w 4876800"/>
                <a:gd name="connsiteY193" fmla="*/ 914638 h 4876800"/>
                <a:gd name="connsiteX194" fmla="*/ 323850 w 4876800"/>
                <a:gd name="connsiteY194" fmla="*/ 914638 h 4876800"/>
                <a:gd name="connsiteX195" fmla="*/ 419100 w 4876800"/>
                <a:gd name="connsiteY195" fmla="*/ 1009888 h 4876800"/>
                <a:gd name="connsiteX196" fmla="*/ 419100 w 4876800"/>
                <a:gd name="connsiteY196" fmla="*/ 1024613 h 4876800"/>
                <a:gd name="connsiteX197" fmla="*/ 323850 w 4876800"/>
                <a:gd name="connsiteY197" fmla="*/ 1119863 h 4876800"/>
                <a:gd name="connsiteX198" fmla="*/ 228600 w 4876800"/>
                <a:gd name="connsiteY198" fmla="*/ 1024613 h 4876800"/>
                <a:gd name="connsiteX199" fmla="*/ 228600 w 4876800"/>
                <a:gd name="connsiteY199" fmla="*/ 1009888 h 4876800"/>
                <a:gd name="connsiteX200" fmla="*/ 323850 w 4876800"/>
                <a:gd name="connsiteY200" fmla="*/ 914638 h 4876800"/>
                <a:gd name="connsiteX201" fmla="*/ 1557870 w 4876800"/>
                <a:gd name="connsiteY201" fmla="*/ 811225 h 4876800"/>
                <a:gd name="connsiteX202" fmla="*/ 1544259 w 4876800"/>
                <a:gd name="connsiteY202" fmla="*/ 824836 h 4876800"/>
                <a:gd name="connsiteX203" fmla="*/ 1544259 w 4876800"/>
                <a:gd name="connsiteY203" fmla="*/ 1208551 h 4876800"/>
                <a:gd name="connsiteX204" fmla="*/ 1544259 w 4876800"/>
                <a:gd name="connsiteY204" fmla="*/ 1208560 h 4876800"/>
                <a:gd name="connsiteX205" fmla="*/ 1963369 w 4876800"/>
                <a:gd name="connsiteY205" fmla="*/ 1208560 h 4876800"/>
                <a:gd name="connsiteX206" fmla="*/ 1963369 w 4876800"/>
                <a:gd name="connsiteY206" fmla="*/ 824836 h 4876800"/>
                <a:gd name="connsiteX207" fmla="*/ 1949758 w 4876800"/>
                <a:gd name="connsiteY207" fmla="*/ 811225 h 4876800"/>
                <a:gd name="connsiteX208" fmla="*/ 2438400 w 4876800"/>
                <a:gd name="connsiteY208" fmla="*/ 666693 h 4876800"/>
                <a:gd name="connsiteX209" fmla="*/ 2736542 w 4876800"/>
                <a:gd name="connsiteY209" fmla="*/ 666693 h 4876800"/>
                <a:gd name="connsiteX210" fmla="*/ 2830611 w 4876800"/>
                <a:gd name="connsiteY210" fmla="*/ 746960 h 4876800"/>
                <a:gd name="connsiteX211" fmla="*/ 2868253 w 4876800"/>
                <a:gd name="connsiteY211" fmla="*/ 983409 h 4876800"/>
                <a:gd name="connsiteX212" fmla="*/ 3162290 w 4876800"/>
                <a:gd name="connsiteY212" fmla="*/ 1105071 h 4876800"/>
                <a:gd name="connsiteX213" fmla="*/ 3356000 w 4876800"/>
                <a:gd name="connsiteY213" fmla="*/ 964359 h 4876800"/>
                <a:gd name="connsiteX214" fmla="*/ 3479301 w 4876800"/>
                <a:gd name="connsiteY214" fmla="*/ 974045 h 4876800"/>
                <a:gd name="connsiteX215" fmla="*/ 3901973 w 4876800"/>
                <a:gd name="connsiteY215" fmla="*/ 1396422 h 4876800"/>
                <a:gd name="connsiteX216" fmla="*/ 3911746 w 4876800"/>
                <a:gd name="connsiteY216" fmla="*/ 1519723 h 4876800"/>
                <a:gd name="connsiteX217" fmla="*/ 3771109 w 4876800"/>
                <a:gd name="connsiteY217" fmla="*/ 1713614 h 4876800"/>
                <a:gd name="connsiteX218" fmla="*/ 3892944 w 4876800"/>
                <a:gd name="connsiteY218" fmla="*/ 2007432 h 4876800"/>
                <a:gd name="connsiteX219" fmla="*/ 4129516 w 4876800"/>
                <a:gd name="connsiteY219" fmla="*/ 2044913 h 4876800"/>
                <a:gd name="connsiteX220" fmla="*/ 4209888 w 4876800"/>
                <a:gd name="connsiteY220" fmla="*/ 2138953 h 4876800"/>
                <a:gd name="connsiteX221" fmla="*/ 4210136 w 4876800"/>
                <a:gd name="connsiteY221" fmla="*/ 2736494 h 4876800"/>
                <a:gd name="connsiteX222" fmla="*/ 4129859 w 4876800"/>
                <a:gd name="connsiteY222" fmla="*/ 2830601 h 4876800"/>
                <a:gd name="connsiteX223" fmla="*/ 3893420 w 4876800"/>
                <a:gd name="connsiteY223" fmla="*/ 2868244 h 4876800"/>
                <a:gd name="connsiteX224" fmla="*/ 3771747 w 4876800"/>
                <a:gd name="connsiteY224" fmla="*/ 3162281 h 4876800"/>
                <a:gd name="connsiteX225" fmla="*/ 3912470 w 4876800"/>
                <a:gd name="connsiteY225" fmla="*/ 3355991 h 4876800"/>
                <a:gd name="connsiteX226" fmla="*/ 3902773 w 4876800"/>
                <a:gd name="connsiteY226" fmla="*/ 3479292 h 4876800"/>
                <a:gd name="connsiteX227" fmla="*/ 3480397 w 4876800"/>
                <a:gd name="connsiteY227" fmla="*/ 3901954 h 4876800"/>
                <a:gd name="connsiteX228" fmla="*/ 3357105 w 4876800"/>
                <a:gd name="connsiteY228" fmla="*/ 3911727 h 4876800"/>
                <a:gd name="connsiteX229" fmla="*/ 3163214 w 4876800"/>
                <a:gd name="connsiteY229" fmla="*/ 3771090 h 4876800"/>
                <a:gd name="connsiteX230" fmla="*/ 2869387 w 4876800"/>
                <a:gd name="connsiteY230" fmla="*/ 3892925 h 4876800"/>
                <a:gd name="connsiteX231" fmla="*/ 2831897 w 4876800"/>
                <a:gd name="connsiteY231" fmla="*/ 4129630 h 4876800"/>
                <a:gd name="connsiteX232" fmla="*/ 2737818 w 4876800"/>
                <a:gd name="connsiteY232" fmla="*/ 4209983 h 4876800"/>
                <a:gd name="connsiteX233" fmla="*/ 2438400 w 4876800"/>
                <a:gd name="connsiteY233" fmla="*/ 4209983 h 4876800"/>
                <a:gd name="connsiteX234" fmla="*/ 2343150 w 4876800"/>
                <a:gd name="connsiteY234" fmla="*/ 4114733 h 4876800"/>
                <a:gd name="connsiteX235" fmla="*/ 2438400 w 4876800"/>
                <a:gd name="connsiteY235" fmla="*/ 4019483 h 4876800"/>
                <a:gd name="connsiteX236" fmla="*/ 2656465 w 4876800"/>
                <a:gd name="connsiteY236" fmla="*/ 4019483 h 4876800"/>
                <a:gd name="connsiteX237" fmla="*/ 2689574 w 4876800"/>
                <a:gd name="connsiteY237" fmla="*/ 3810476 h 4876800"/>
                <a:gd name="connsiteX238" fmla="*/ 2747172 w 4876800"/>
                <a:gd name="connsiteY238" fmla="*/ 3737391 h 4876800"/>
                <a:gd name="connsiteX239" fmla="*/ 3139488 w 4876800"/>
                <a:gd name="connsiteY239" fmla="*/ 3574713 h 4876800"/>
                <a:gd name="connsiteX240" fmla="*/ 3231889 w 4876800"/>
                <a:gd name="connsiteY240" fmla="*/ 3585601 h 4876800"/>
                <a:gd name="connsiteX241" fmla="*/ 3403130 w 4876800"/>
                <a:gd name="connsiteY241" fmla="*/ 3709788 h 4876800"/>
                <a:gd name="connsiteX242" fmla="*/ 3710540 w 4876800"/>
                <a:gd name="connsiteY242" fmla="*/ 3402159 h 4876800"/>
                <a:gd name="connsiteX243" fmla="*/ 3586277 w 4876800"/>
                <a:gd name="connsiteY243" fmla="*/ 3231109 h 4876800"/>
                <a:gd name="connsiteX244" fmla="*/ 3575332 w 4876800"/>
                <a:gd name="connsiteY244" fmla="*/ 3138716 h 4876800"/>
                <a:gd name="connsiteX245" fmla="*/ 3737772 w 4876800"/>
                <a:gd name="connsiteY245" fmla="*/ 2746153 h 4876800"/>
                <a:gd name="connsiteX246" fmla="*/ 3810809 w 4876800"/>
                <a:gd name="connsiteY246" fmla="*/ 2688498 h 4876800"/>
                <a:gd name="connsiteX247" fmla="*/ 4019597 w 4876800"/>
                <a:gd name="connsiteY247" fmla="*/ 2655256 h 4876800"/>
                <a:gd name="connsiteX248" fmla="*/ 4019416 w 4876800"/>
                <a:gd name="connsiteY248" fmla="*/ 2220344 h 4876800"/>
                <a:gd name="connsiteX249" fmla="*/ 3810495 w 4876800"/>
                <a:gd name="connsiteY249" fmla="*/ 2187245 h 4876800"/>
                <a:gd name="connsiteX250" fmla="*/ 3737410 w 4876800"/>
                <a:gd name="connsiteY250" fmla="*/ 2129657 h 4876800"/>
                <a:gd name="connsiteX251" fmla="*/ 3574723 w 4876800"/>
                <a:gd name="connsiteY251" fmla="*/ 1737341 h 4876800"/>
                <a:gd name="connsiteX252" fmla="*/ 3585610 w 4876800"/>
                <a:gd name="connsiteY252" fmla="*/ 1644929 h 4876800"/>
                <a:gd name="connsiteX253" fmla="*/ 3709806 w 4876800"/>
                <a:gd name="connsiteY253" fmla="*/ 1473698 h 4876800"/>
                <a:gd name="connsiteX254" fmla="*/ 3402177 w 4876800"/>
                <a:gd name="connsiteY254" fmla="*/ 1166279 h 4876800"/>
                <a:gd name="connsiteX255" fmla="*/ 3231118 w 4876800"/>
                <a:gd name="connsiteY255" fmla="*/ 1290533 h 4876800"/>
                <a:gd name="connsiteX256" fmla="*/ 3138725 w 4876800"/>
                <a:gd name="connsiteY256" fmla="*/ 1301486 h 4876800"/>
                <a:gd name="connsiteX257" fmla="*/ 2746162 w 4876800"/>
                <a:gd name="connsiteY257" fmla="*/ 1139057 h 4876800"/>
                <a:gd name="connsiteX258" fmla="*/ 2688507 w 4876800"/>
                <a:gd name="connsiteY258" fmla="*/ 1066019 h 4876800"/>
                <a:gd name="connsiteX259" fmla="*/ 2655265 w 4876800"/>
                <a:gd name="connsiteY259" fmla="*/ 857193 h 4876800"/>
                <a:gd name="connsiteX260" fmla="*/ 2438400 w 4876800"/>
                <a:gd name="connsiteY260" fmla="*/ 857193 h 4876800"/>
                <a:gd name="connsiteX261" fmla="*/ 2343150 w 4876800"/>
                <a:gd name="connsiteY261" fmla="*/ 761943 h 4876800"/>
                <a:gd name="connsiteX262" fmla="*/ 2438400 w 4876800"/>
                <a:gd name="connsiteY262" fmla="*/ 666693 h 4876800"/>
                <a:gd name="connsiteX263" fmla="*/ 1557861 w 4876800"/>
                <a:gd name="connsiteY263" fmla="*/ 620725 h 4876800"/>
                <a:gd name="connsiteX264" fmla="*/ 1949748 w 4876800"/>
                <a:gd name="connsiteY264" fmla="*/ 620725 h 4876800"/>
                <a:gd name="connsiteX265" fmla="*/ 2153850 w 4876800"/>
                <a:gd name="connsiteY265" fmla="*/ 824836 h 4876800"/>
                <a:gd name="connsiteX266" fmla="*/ 2153850 w 4876800"/>
                <a:gd name="connsiteY266" fmla="*/ 3418056 h 4876800"/>
                <a:gd name="connsiteX267" fmla="*/ 2145858 w 4876800"/>
                <a:gd name="connsiteY267" fmla="*/ 3456232 h 4876800"/>
                <a:gd name="connsiteX268" fmla="*/ 1841058 w 4876800"/>
                <a:gd name="connsiteY268" fmla="*/ 4152919 h 4876800"/>
                <a:gd name="connsiteX269" fmla="*/ 1753800 w 4876800"/>
                <a:gd name="connsiteY269" fmla="*/ 4209992 h 4876800"/>
                <a:gd name="connsiteX270" fmla="*/ 1666541 w 4876800"/>
                <a:gd name="connsiteY270" fmla="*/ 4152919 h 4876800"/>
                <a:gd name="connsiteX271" fmla="*/ 1361741 w 4876800"/>
                <a:gd name="connsiteY271" fmla="*/ 3456232 h 4876800"/>
                <a:gd name="connsiteX272" fmla="*/ 1353750 w 4876800"/>
                <a:gd name="connsiteY272" fmla="*/ 3418056 h 4876800"/>
                <a:gd name="connsiteX273" fmla="*/ 1353750 w 4876800"/>
                <a:gd name="connsiteY273" fmla="*/ 2514600 h 4876800"/>
                <a:gd name="connsiteX274" fmla="*/ 1449000 w 4876800"/>
                <a:gd name="connsiteY274" fmla="*/ 2419350 h 4876800"/>
                <a:gd name="connsiteX275" fmla="*/ 1544250 w 4876800"/>
                <a:gd name="connsiteY275" fmla="*/ 2514600 h 4876800"/>
                <a:gd name="connsiteX276" fmla="*/ 1544250 w 4876800"/>
                <a:gd name="connsiteY276" fmla="*/ 3322806 h 4876800"/>
                <a:gd name="connsiteX277" fmla="*/ 1963350 w 4876800"/>
                <a:gd name="connsiteY277" fmla="*/ 3322806 h 4876800"/>
                <a:gd name="connsiteX278" fmla="*/ 1963350 w 4876800"/>
                <a:gd name="connsiteY278" fmla="*/ 1399060 h 4876800"/>
                <a:gd name="connsiteX279" fmla="*/ 1544250 w 4876800"/>
                <a:gd name="connsiteY279" fmla="*/ 1399060 h 4876800"/>
                <a:gd name="connsiteX280" fmla="*/ 1544250 w 4876800"/>
                <a:gd name="connsiteY280" fmla="*/ 1812931 h 4876800"/>
                <a:gd name="connsiteX281" fmla="*/ 1449000 w 4876800"/>
                <a:gd name="connsiteY281" fmla="*/ 1908181 h 4876800"/>
                <a:gd name="connsiteX282" fmla="*/ 1353750 w 4876800"/>
                <a:gd name="connsiteY282" fmla="*/ 1812931 h 4876800"/>
                <a:gd name="connsiteX283" fmla="*/ 1353750 w 4876800"/>
                <a:gd name="connsiteY283" fmla="*/ 824836 h 4876800"/>
                <a:gd name="connsiteX284" fmla="*/ 1557861 w 4876800"/>
                <a:gd name="connsiteY284" fmla="*/ 620725 h 4876800"/>
                <a:gd name="connsiteX285" fmla="*/ 3859797 w 4876800"/>
                <a:gd name="connsiteY285" fmla="*/ 236201 h 4876800"/>
                <a:gd name="connsiteX286" fmla="*/ 3874513 w 4876800"/>
                <a:gd name="connsiteY286" fmla="*/ 236201 h 4876800"/>
                <a:gd name="connsiteX287" fmla="*/ 3969763 w 4876800"/>
                <a:gd name="connsiteY287" fmla="*/ 331451 h 4876800"/>
                <a:gd name="connsiteX288" fmla="*/ 3874513 w 4876800"/>
                <a:gd name="connsiteY288" fmla="*/ 426701 h 4876800"/>
                <a:gd name="connsiteX289" fmla="*/ 3859797 w 4876800"/>
                <a:gd name="connsiteY289" fmla="*/ 426701 h 4876800"/>
                <a:gd name="connsiteX290" fmla="*/ 3764547 w 4876800"/>
                <a:gd name="connsiteY290" fmla="*/ 331451 h 4876800"/>
                <a:gd name="connsiteX291" fmla="*/ 3859797 w 4876800"/>
                <a:gd name="connsiteY291" fmla="*/ 236201 h 4876800"/>
                <a:gd name="connsiteX292" fmla="*/ 3383547 w 4876800"/>
                <a:gd name="connsiteY292" fmla="*/ 236201 h 4876800"/>
                <a:gd name="connsiteX293" fmla="*/ 3478797 w 4876800"/>
                <a:gd name="connsiteY293" fmla="*/ 236201 h 4876800"/>
                <a:gd name="connsiteX294" fmla="*/ 3574047 w 4876800"/>
                <a:gd name="connsiteY294" fmla="*/ 331451 h 4876800"/>
                <a:gd name="connsiteX295" fmla="*/ 3478797 w 4876800"/>
                <a:gd name="connsiteY295" fmla="*/ 426701 h 4876800"/>
                <a:gd name="connsiteX296" fmla="*/ 3383547 w 4876800"/>
                <a:gd name="connsiteY296" fmla="*/ 426701 h 4876800"/>
                <a:gd name="connsiteX297" fmla="*/ 3288297 w 4876800"/>
                <a:gd name="connsiteY297" fmla="*/ 331451 h 4876800"/>
                <a:gd name="connsiteX298" fmla="*/ 3383547 w 4876800"/>
                <a:gd name="connsiteY298" fmla="*/ 236201 h 4876800"/>
                <a:gd name="connsiteX299" fmla="*/ 2907297 w 4876800"/>
                <a:gd name="connsiteY299" fmla="*/ 236201 h 4876800"/>
                <a:gd name="connsiteX300" fmla="*/ 3002547 w 4876800"/>
                <a:gd name="connsiteY300" fmla="*/ 236201 h 4876800"/>
                <a:gd name="connsiteX301" fmla="*/ 3097797 w 4876800"/>
                <a:gd name="connsiteY301" fmla="*/ 331451 h 4876800"/>
                <a:gd name="connsiteX302" fmla="*/ 3002547 w 4876800"/>
                <a:gd name="connsiteY302" fmla="*/ 426701 h 4876800"/>
                <a:gd name="connsiteX303" fmla="*/ 2907297 w 4876800"/>
                <a:gd name="connsiteY303" fmla="*/ 426701 h 4876800"/>
                <a:gd name="connsiteX304" fmla="*/ 2812047 w 4876800"/>
                <a:gd name="connsiteY304" fmla="*/ 331451 h 4876800"/>
                <a:gd name="connsiteX305" fmla="*/ 2907297 w 4876800"/>
                <a:gd name="connsiteY305" fmla="*/ 236201 h 4876800"/>
                <a:gd name="connsiteX306" fmla="*/ 2431047 w 4876800"/>
                <a:gd name="connsiteY306" fmla="*/ 236201 h 4876800"/>
                <a:gd name="connsiteX307" fmla="*/ 2526297 w 4876800"/>
                <a:gd name="connsiteY307" fmla="*/ 236201 h 4876800"/>
                <a:gd name="connsiteX308" fmla="*/ 2621547 w 4876800"/>
                <a:gd name="connsiteY308" fmla="*/ 331451 h 4876800"/>
                <a:gd name="connsiteX309" fmla="*/ 2526297 w 4876800"/>
                <a:gd name="connsiteY309" fmla="*/ 426701 h 4876800"/>
                <a:gd name="connsiteX310" fmla="*/ 2431047 w 4876800"/>
                <a:gd name="connsiteY310" fmla="*/ 426701 h 4876800"/>
                <a:gd name="connsiteX311" fmla="*/ 2335797 w 4876800"/>
                <a:gd name="connsiteY311" fmla="*/ 331451 h 4876800"/>
                <a:gd name="connsiteX312" fmla="*/ 2431047 w 4876800"/>
                <a:gd name="connsiteY312" fmla="*/ 236201 h 4876800"/>
                <a:gd name="connsiteX313" fmla="*/ 1954797 w 4876800"/>
                <a:gd name="connsiteY313" fmla="*/ 236201 h 4876800"/>
                <a:gd name="connsiteX314" fmla="*/ 2050047 w 4876800"/>
                <a:gd name="connsiteY314" fmla="*/ 236201 h 4876800"/>
                <a:gd name="connsiteX315" fmla="*/ 2145297 w 4876800"/>
                <a:gd name="connsiteY315" fmla="*/ 331451 h 4876800"/>
                <a:gd name="connsiteX316" fmla="*/ 2050047 w 4876800"/>
                <a:gd name="connsiteY316" fmla="*/ 426701 h 4876800"/>
                <a:gd name="connsiteX317" fmla="*/ 1954797 w 4876800"/>
                <a:gd name="connsiteY317" fmla="*/ 426701 h 4876800"/>
                <a:gd name="connsiteX318" fmla="*/ 1859547 w 4876800"/>
                <a:gd name="connsiteY318" fmla="*/ 331451 h 4876800"/>
                <a:gd name="connsiteX319" fmla="*/ 1954797 w 4876800"/>
                <a:gd name="connsiteY319" fmla="*/ 236201 h 4876800"/>
                <a:gd name="connsiteX320" fmla="*/ 1478547 w 4876800"/>
                <a:gd name="connsiteY320" fmla="*/ 236201 h 4876800"/>
                <a:gd name="connsiteX321" fmla="*/ 1573797 w 4876800"/>
                <a:gd name="connsiteY321" fmla="*/ 236201 h 4876800"/>
                <a:gd name="connsiteX322" fmla="*/ 1669047 w 4876800"/>
                <a:gd name="connsiteY322" fmla="*/ 331451 h 4876800"/>
                <a:gd name="connsiteX323" fmla="*/ 1573797 w 4876800"/>
                <a:gd name="connsiteY323" fmla="*/ 426701 h 4876800"/>
                <a:gd name="connsiteX324" fmla="*/ 1478547 w 4876800"/>
                <a:gd name="connsiteY324" fmla="*/ 426701 h 4876800"/>
                <a:gd name="connsiteX325" fmla="*/ 1383297 w 4876800"/>
                <a:gd name="connsiteY325" fmla="*/ 331451 h 4876800"/>
                <a:gd name="connsiteX326" fmla="*/ 1478547 w 4876800"/>
                <a:gd name="connsiteY326" fmla="*/ 236201 h 4876800"/>
                <a:gd name="connsiteX327" fmla="*/ 1002297 w 4876800"/>
                <a:gd name="connsiteY327" fmla="*/ 236201 h 4876800"/>
                <a:gd name="connsiteX328" fmla="*/ 1097547 w 4876800"/>
                <a:gd name="connsiteY328" fmla="*/ 236201 h 4876800"/>
                <a:gd name="connsiteX329" fmla="*/ 1192797 w 4876800"/>
                <a:gd name="connsiteY329" fmla="*/ 331451 h 4876800"/>
                <a:gd name="connsiteX330" fmla="*/ 1097547 w 4876800"/>
                <a:gd name="connsiteY330" fmla="*/ 426701 h 4876800"/>
                <a:gd name="connsiteX331" fmla="*/ 1002297 w 4876800"/>
                <a:gd name="connsiteY331" fmla="*/ 426701 h 4876800"/>
                <a:gd name="connsiteX332" fmla="*/ 907047 w 4876800"/>
                <a:gd name="connsiteY332" fmla="*/ 331451 h 4876800"/>
                <a:gd name="connsiteX333" fmla="*/ 1002297 w 4876800"/>
                <a:gd name="connsiteY333" fmla="*/ 236201 h 4876800"/>
                <a:gd name="connsiteX334" fmla="*/ 4419600 w 4876800"/>
                <a:gd name="connsiteY334" fmla="*/ 190500 h 4876800"/>
                <a:gd name="connsiteX335" fmla="*/ 4419600 w 4876800"/>
                <a:gd name="connsiteY335" fmla="*/ 457200 h 4876800"/>
                <a:gd name="connsiteX336" fmla="*/ 4686300 w 4876800"/>
                <a:gd name="connsiteY336" fmla="*/ 457200 h 4876800"/>
                <a:gd name="connsiteX337" fmla="*/ 4686300 w 4876800"/>
                <a:gd name="connsiteY337" fmla="*/ 190500 h 4876800"/>
                <a:gd name="connsiteX338" fmla="*/ 190500 w 4876800"/>
                <a:gd name="connsiteY338" fmla="*/ 190500 h 4876800"/>
                <a:gd name="connsiteX339" fmla="*/ 190500 w 4876800"/>
                <a:gd name="connsiteY339" fmla="*/ 457200 h 4876800"/>
                <a:gd name="connsiteX340" fmla="*/ 457200 w 4876800"/>
                <a:gd name="connsiteY340" fmla="*/ 457200 h 4876800"/>
                <a:gd name="connsiteX341" fmla="*/ 457200 w 4876800"/>
                <a:gd name="connsiteY341" fmla="*/ 190500 h 4876800"/>
                <a:gd name="connsiteX342" fmla="*/ 4324350 w 4876800"/>
                <a:gd name="connsiteY342" fmla="*/ 0 h 4876800"/>
                <a:gd name="connsiteX343" fmla="*/ 4781550 w 4876800"/>
                <a:gd name="connsiteY343" fmla="*/ 0 h 4876800"/>
                <a:gd name="connsiteX344" fmla="*/ 4876800 w 4876800"/>
                <a:gd name="connsiteY344" fmla="*/ 95250 h 4876800"/>
                <a:gd name="connsiteX345" fmla="*/ 4876800 w 4876800"/>
                <a:gd name="connsiteY345" fmla="*/ 552450 h 4876800"/>
                <a:gd name="connsiteX346" fmla="*/ 4781550 w 4876800"/>
                <a:gd name="connsiteY346" fmla="*/ 647700 h 4876800"/>
                <a:gd name="connsiteX347" fmla="*/ 4324350 w 4876800"/>
                <a:gd name="connsiteY347" fmla="*/ 647700 h 4876800"/>
                <a:gd name="connsiteX348" fmla="*/ 4229100 w 4876800"/>
                <a:gd name="connsiteY348" fmla="*/ 552450 h 4876800"/>
                <a:gd name="connsiteX349" fmla="*/ 4229100 w 4876800"/>
                <a:gd name="connsiteY349" fmla="*/ 95250 h 4876800"/>
                <a:gd name="connsiteX350" fmla="*/ 4324350 w 4876800"/>
                <a:gd name="connsiteY350" fmla="*/ 0 h 4876800"/>
                <a:gd name="connsiteX351" fmla="*/ 95250 w 4876800"/>
                <a:gd name="connsiteY351" fmla="*/ 0 h 4876800"/>
                <a:gd name="connsiteX352" fmla="*/ 552450 w 4876800"/>
                <a:gd name="connsiteY352" fmla="*/ 0 h 4876800"/>
                <a:gd name="connsiteX353" fmla="*/ 647700 w 4876800"/>
                <a:gd name="connsiteY353" fmla="*/ 95250 h 4876800"/>
                <a:gd name="connsiteX354" fmla="*/ 647700 w 4876800"/>
                <a:gd name="connsiteY354" fmla="*/ 552450 h 4876800"/>
                <a:gd name="connsiteX355" fmla="*/ 552450 w 4876800"/>
                <a:gd name="connsiteY355" fmla="*/ 647700 h 4876800"/>
                <a:gd name="connsiteX356" fmla="*/ 95250 w 4876800"/>
                <a:gd name="connsiteY356" fmla="*/ 647700 h 4876800"/>
                <a:gd name="connsiteX357" fmla="*/ 0 w 4876800"/>
                <a:gd name="connsiteY357" fmla="*/ 552450 h 4876800"/>
                <a:gd name="connsiteX358" fmla="*/ 0 w 4876800"/>
                <a:gd name="connsiteY358" fmla="*/ 95250 h 4876800"/>
                <a:gd name="connsiteX359" fmla="*/ 95250 w 4876800"/>
                <a:gd name="connsiteY359"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Lst>
              <a:rect l="l" t="t" r="r" b="b"/>
              <a:pathLst>
                <a:path w="4876800" h="4876800">
                  <a:moveTo>
                    <a:pt x="3859787" y="4465301"/>
                  </a:moveTo>
                  <a:lnTo>
                    <a:pt x="3874503" y="4465301"/>
                  </a:lnTo>
                  <a:cubicBezTo>
                    <a:pt x="3927110" y="4465301"/>
                    <a:pt x="3969753" y="4507954"/>
                    <a:pt x="3969753" y="4560551"/>
                  </a:cubicBezTo>
                  <a:cubicBezTo>
                    <a:pt x="3969753" y="4613148"/>
                    <a:pt x="3927100" y="4655801"/>
                    <a:pt x="3874503" y="4655801"/>
                  </a:cubicBezTo>
                  <a:lnTo>
                    <a:pt x="3859787" y="4655801"/>
                  </a:lnTo>
                  <a:cubicBezTo>
                    <a:pt x="3807190" y="4655801"/>
                    <a:pt x="3764537" y="4613148"/>
                    <a:pt x="3764537" y="4560551"/>
                  </a:cubicBezTo>
                  <a:cubicBezTo>
                    <a:pt x="3764537" y="4507954"/>
                    <a:pt x="3807190" y="4465301"/>
                    <a:pt x="3859787" y="4465301"/>
                  </a:cubicBezTo>
                  <a:close/>
                  <a:moveTo>
                    <a:pt x="3383547" y="4465301"/>
                  </a:moveTo>
                  <a:lnTo>
                    <a:pt x="3478797" y="4465301"/>
                  </a:lnTo>
                  <a:cubicBezTo>
                    <a:pt x="3531394" y="4465301"/>
                    <a:pt x="3574047" y="4507954"/>
                    <a:pt x="3574047" y="4560551"/>
                  </a:cubicBezTo>
                  <a:cubicBezTo>
                    <a:pt x="3574047" y="4613148"/>
                    <a:pt x="3531394" y="4655801"/>
                    <a:pt x="3478797" y="4655801"/>
                  </a:cubicBezTo>
                  <a:lnTo>
                    <a:pt x="3383547" y="4655801"/>
                  </a:lnTo>
                  <a:cubicBezTo>
                    <a:pt x="3330950" y="4655801"/>
                    <a:pt x="3288297" y="4613148"/>
                    <a:pt x="3288297" y="4560551"/>
                  </a:cubicBezTo>
                  <a:cubicBezTo>
                    <a:pt x="3288297" y="4507954"/>
                    <a:pt x="3330950" y="4465301"/>
                    <a:pt x="3383547" y="4465301"/>
                  </a:cubicBezTo>
                  <a:close/>
                  <a:moveTo>
                    <a:pt x="2907297" y="4465301"/>
                  </a:moveTo>
                  <a:lnTo>
                    <a:pt x="3002547" y="4465301"/>
                  </a:lnTo>
                  <a:cubicBezTo>
                    <a:pt x="3055144" y="4465301"/>
                    <a:pt x="3097797" y="4507954"/>
                    <a:pt x="3097797" y="4560551"/>
                  </a:cubicBezTo>
                  <a:cubicBezTo>
                    <a:pt x="3097797" y="4613148"/>
                    <a:pt x="3055144" y="4655801"/>
                    <a:pt x="3002547" y="4655801"/>
                  </a:cubicBezTo>
                  <a:lnTo>
                    <a:pt x="2907297" y="4655801"/>
                  </a:lnTo>
                  <a:cubicBezTo>
                    <a:pt x="2854700" y="4655801"/>
                    <a:pt x="2812047" y="4613148"/>
                    <a:pt x="2812047" y="4560551"/>
                  </a:cubicBezTo>
                  <a:cubicBezTo>
                    <a:pt x="2812047" y="4507954"/>
                    <a:pt x="2854700" y="4465301"/>
                    <a:pt x="2907297" y="4465301"/>
                  </a:cubicBezTo>
                  <a:close/>
                  <a:moveTo>
                    <a:pt x="2431047" y="4465301"/>
                  </a:moveTo>
                  <a:lnTo>
                    <a:pt x="2526297" y="4465301"/>
                  </a:lnTo>
                  <a:cubicBezTo>
                    <a:pt x="2578894" y="4465301"/>
                    <a:pt x="2621547" y="4507954"/>
                    <a:pt x="2621547" y="4560551"/>
                  </a:cubicBezTo>
                  <a:cubicBezTo>
                    <a:pt x="2621547" y="4613148"/>
                    <a:pt x="2578894" y="4655801"/>
                    <a:pt x="2526297" y="4655801"/>
                  </a:cubicBezTo>
                  <a:lnTo>
                    <a:pt x="2431047" y="4655801"/>
                  </a:lnTo>
                  <a:cubicBezTo>
                    <a:pt x="2378450" y="4655801"/>
                    <a:pt x="2335797" y="4613148"/>
                    <a:pt x="2335797" y="4560551"/>
                  </a:cubicBezTo>
                  <a:cubicBezTo>
                    <a:pt x="2335797" y="4507954"/>
                    <a:pt x="2378450" y="4465301"/>
                    <a:pt x="2431047" y="4465301"/>
                  </a:cubicBezTo>
                  <a:close/>
                  <a:moveTo>
                    <a:pt x="1954797" y="4465301"/>
                  </a:moveTo>
                  <a:lnTo>
                    <a:pt x="2050047" y="4465301"/>
                  </a:lnTo>
                  <a:cubicBezTo>
                    <a:pt x="2102644" y="4465301"/>
                    <a:pt x="2145297" y="4507954"/>
                    <a:pt x="2145297" y="4560551"/>
                  </a:cubicBezTo>
                  <a:cubicBezTo>
                    <a:pt x="2145297" y="4613148"/>
                    <a:pt x="2102644" y="4655801"/>
                    <a:pt x="2050047" y="4655801"/>
                  </a:cubicBezTo>
                  <a:lnTo>
                    <a:pt x="1954797" y="4655801"/>
                  </a:lnTo>
                  <a:cubicBezTo>
                    <a:pt x="1902200" y="4655801"/>
                    <a:pt x="1859547" y="4613148"/>
                    <a:pt x="1859547" y="4560551"/>
                  </a:cubicBezTo>
                  <a:cubicBezTo>
                    <a:pt x="1859547" y="4507954"/>
                    <a:pt x="1902200" y="4465301"/>
                    <a:pt x="1954797" y="4465301"/>
                  </a:cubicBezTo>
                  <a:close/>
                  <a:moveTo>
                    <a:pt x="1478547" y="4465301"/>
                  </a:moveTo>
                  <a:lnTo>
                    <a:pt x="1573797" y="4465301"/>
                  </a:lnTo>
                  <a:cubicBezTo>
                    <a:pt x="1626394" y="4465301"/>
                    <a:pt x="1669047" y="4507954"/>
                    <a:pt x="1669047" y="4560551"/>
                  </a:cubicBezTo>
                  <a:cubicBezTo>
                    <a:pt x="1669047" y="4613148"/>
                    <a:pt x="1626394" y="4655801"/>
                    <a:pt x="1573797" y="4655801"/>
                  </a:cubicBezTo>
                  <a:lnTo>
                    <a:pt x="1478547" y="4655801"/>
                  </a:lnTo>
                  <a:cubicBezTo>
                    <a:pt x="1425950" y="4655801"/>
                    <a:pt x="1383297" y="4613148"/>
                    <a:pt x="1383297" y="4560551"/>
                  </a:cubicBezTo>
                  <a:cubicBezTo>
                    <a:pt x="1383297" y="4507954"/>
                    <a:pt x="1425950" y="4465301"/>
                    <a:pt x="1478547" y="4465301"/>
                  </a:cubicBezTo>
                  <a:close/>
                  <a:moveTo>
                    <a:pt x="1002297" y="4465301"/>
                  </a:moveTo>
                  <a:lnTo>
                    <a:pt x="1097547" y="4465301"/>
                  </a:lnTo>
                  <a:cubicBezTo>
                    <a:pt x="1150144" y="4465301"/>
                    <a:pt x="1192797" y="4507954"/>
                    <a:pt x="1192797" y="4560551"/>
                  </a:cubicBezTo>
                  <a:cubicBezTo>
                    <a:pt x="1192797" y="4613148"/>
                    <a:pt x="1150144" y="4655801"/>
                    <a:pt x="1097547" y="4655801"/>
                  </a:cubicBezTo>
                  <a:lnTo>
                    <a:pt x="1002297" y="4655801"/>
                  </a:lnTo>
                  <a:cubicBezTo>
                    <a:pt x="949700" y="4655801"/>
                    <a:pt x="907047" y="4613148"/>
                    <a:pt x="907047" y="4560551"/>
                  </a:cubicBezTo>
                  <a:cubicBezTo>
                    <a:pt x="907047" y="4507954"/>
                    <a:pt x="949700" y="4465301"/>
                    <a:pt x="1002297" y="4465301"/>
                  </a:cubicBezTo>
                  <a:close/>
                  <a:moveTo>
                    <a:pt x="4419600" y="4419600"/>
                  </a:moveTo>
                  <a:lnTo>
                    <a:pt x="4419600" y="4686300"/>
                  </a:lnTo>
                  <a:lnTo>
                    <a:pt x="4686300" y="4686300"/>
                  </a:lnTo>
                  <a:lnTo>
                    <a:pt x="4686300" y="4419600"/>
                  </a:lnTo>
                  <a:close/>
                  <a:moveTo>
                    <a:pt x="190500" y="4419600"/>
                  </a:moveTo>
                  <a:lnTo>
                    <a:pt x="190500" y="4686300"/>
                  </a:lnTo>
                  <a:lnTo>
                    <a:pt x="457200" y="4686300"/>
                  </a:lnTo>
                  <a:lnTo>
                    <a:pt x="457200" y="4419600"/>
                  </a:lnTo>
                  <a:close/>
                  <a:moveTo>
                    <a:pt x="4324350" y="4229100"/>
                  </a:moveTo>
                  <a:lnTo>
                    <a:pt x="4781550" y="4229100"/>
                  </a:lnTo>
                  <a:cubicBezTo>
                    <a:pt x="4834147" y="4229100"/>
                    <a:pt x="4876800" y="4271753"/>
                    <a:pt x="4876800" y="4324350"/>
                  </a:cubicBezTo>
                  <a:lnTo>
                    <a:pt x="4876800" y="4781550"/>
                  </a:lnTo>
                  <a:cubicBezTo>
                    <a:pt x="4876800" y="4834147"/>
                    <a:pt x="4834147" y="4876800"/>
                    <a:pt x="4781550" y="4876800"/>
                  </a:cubicBezTo>
                  <a:lnTo>
                    <a:pt x="4324350" y="4876800"/>
                  </a:lnTo>
                  <a:cubicBezTo>
                    <a:pt x="4271753" y="4876800"/>
                    <a:pt x="4229100" y="4834147"/>
                    <a:pt x="4229100" y="4781550"/>
                  </a:cubicBezTo>
                  <a:lnTo>
                    <a:pt x="4229100" y="4324350"/>
                  </a:lnTo>
                  <a:cubicBezTo>
                    <a:pt x="4229100" y="4271753"/>
                    <a:pt x="4271753" y="4229100"/>
                    <a:pt x="4324350" y="4229100"/>
                  </a:cubicBezTo>
                  <a:close/>
                  <a:moveTo>
                    <a:pt x="95250" y="4229100"/>
                  </a:moveTo>
                  <a:lnTo>
                    <a:pt x="552450" y="4229100"/>
                  </a:lnTo>
                  <a:cubicBezTo>
                    <a:pt x="605047" y="4229100"/>
                    <a:pt x="647700" y="4271753"/>
                    <a:pt x="647700" y="4324350"/>
                  </a:cubicBezTo>
                  <a:lnTo>
                    <a:pt x="647700" y="4781550"/>
                  </a:lnTo>
                  <a:cubicBezTo>
                    <a:pt x="647700" y="4834147"/>
                    <a:pt x="605047" y="4876800"/>
                    <a:pt x="552450" y="4876800"/>
                  </a:cubicBezTo>
                  <a:lnTo>
                    <a:pt x="95250" y="4876800"/>
                  </a:lnTo>
                  <a:cubicBezTo>
                    <a:pt x="42653" y="4876800"/>
                    <a:pt x="0" y="4834147"/>
                    <a:pt x="0" y="4781550"/>
                  </a:cubicBezTo>
                  <a:lnTo>
                    <a:pt x="0" y="4324350"/>
                  </a:lnTo>
                  <a:cubicBezTo>
                    <a:pt x="0" y="4271753"/>
                    <a:pt x="42653" y="4229100"/>
                    <a:pt x="95250" y="4229100"/>
                  </a:cubicBezTo>
                  <a:close/>
                  <a:moveTo>
                    <a:pt x="4552950" y="3691614"/>
                  </a:moveTo>
                  <a:cubicBezTo>
                    <a:pt x="4605547" y="3691614"/>
                    <a:pt x="4648200" y="3734267"/>
                    <a:pt x="4648200" y="3786864"/>
                  </a:cubicBezTo>
                  <a:lnTo>
                    <a:pt x="4648200" y="3882114"/>
                  </a:lnTo>
                  <a:cubicBezTo>
                    <a:pt x="4648200" y="3934711"/>
                    <a:pt x="4605547" y="3977364"/>
                    <a:pt x="4552950" y="3977364"/>
                  </a:cubicBezTo>
                  <a:cubicBezTo>
                    <a:pt x="4500353" y="3977364"/>
                    <a:pt x="4457700" y="3934711"/>
                    <a:pt x="4457700" y="3882114"/>
                  </a:cubicBezTo>
                  <a:lnTo>
                    <a:pt x="4457700" y="3786864"/>
                  </a:lnTo>
                  <a:cubicBezTo>
                    <a:pt x="4457700" y="3734267"/>
                    <a:pt x="4500353" y="3691614"/>
                    <a:pt x="4552950" y="3691614"/>
                  </a:cubicBezTo>
                  <a:close/>
                  <a:moveTo>
                    <a:pt x="323850" y="3691614"/>
                  </a:moveTo>
                  <a:cubicBezTo>
                    <a:pt x="376447" y="3691614"/>
                    <a:pt x="419100" y="3734267"/>
                    <a:pt x="419100" y="3786864"/>
                  </a:cubicBezTo>
                  <a:lnTo>
                    <a:pt x="419100" y="3882114"/>
                  </a:lnTo>
                  <a:cubicBezTo>
                    <a:pt x="419100" y="3934711"/>
                    <a:pt x="376447" y="3977364"/>
                    <a:pt x="323850" y="3977364"/>
                  </a:cubicBezTo>
                  <a:cubicBezTo>
                    <a:pt x="271253" y="3977364"/>
                    <a:pt x="228600" y="3934711"/>
                    <a:pt x="228600" y="3882114"/>
                  </a:cubicBezTo>
                  <a:lnTo>
                    <a:pt x="228600" y="3786864"/>
                  </a:lnTo>
                  <a:cubicBezTo>
                    <a:pt x="228600" y="3734267"/>
                    <a:pt x="271253" y="3691614"/>
                    <a:pt x="323850" y="3691614"/>
                  </a:cubicBezTo>
                  <a:close/>
                  <a:moveTo>
                    <a:pt x="1594647" y="3513306"/>
                  </a:moveTo>
                  <a:lnTo>
                    <a:pt x="1753809" y="3877094"/>
                  </a:lnTo>
                  <a:lnTo>
                    <a:pt x="1912962" y="3513306"/>
                  </a:lnTo>
                  <a:close/>
                  <a:moveTo>
                    <a:pt x="4552950" y="3215364"/>
                  </a:moveTo>
                  <a:cubicBezTo>
                    <a:pt x="4605547" y="3215364"/>
                    <a:pt x="4648200" y="3258017"/>
                    <a:pt x="4648200" y="3310614"/>
                  </a:cubicBezTo>
                  <a:lnTo>
                    <a:pt x="4648200" y="3405864"/>
                  </a:lnTo>
                  <a:cubicBezTo>
                    <a:pt x="4648200" y="3458461"/>
                    <a:pt x="4605547" y="3501114"/>
                    <a:pt x="4552950" y="3501114"/>
                  </a:cubicBezTo>
                  <a:cubicBezTo>
                    <a:pt x="4500353" y="3501114"/>
                    <a:pt x="4457700" y="3458461"/>
                    <a:pt x="4457700" y="3405864"/>
                  </a:cubicBezTo>
                  <a:lnTo>
                    <a:pt x="4457700" y="3310614"/>
                  </a:lnTo>
                  <a:cubicBezTo>
                    <a:pt x="4457700" y="3258017"/>
                    <a:pt x="4500353" y="3215364"/>
                    <a:pt x="4552950" y="3215364"/>
                  </a:cubicBezTo>
                  <a:close/>
                  <a:moveTo>
                    <a:pt x="323850" y="3215364"/>
                  </a:moveTo>
                  <a:cubicBezTo>
                    <a:pt x="376447" y="3215364"/>
                    <a:pt x="419100" y="3258017"/>
                    <a:pt x="419100" y="3310614"/>
                  </a:cubicBezTo>
                  <a:lnTo>
                    <a:pt x="419100" y="3405864"/>
                  </a:lnTo>
                  <a:cubicBezTo>
                    <a:pt x="419100" y="3458461"/>
                    <a:pt x="376447" y="3501114"/>
                    <a:pt x="323850" y="3501114"/>
                  </a:cubicBezTo>
                  <a:cubicBezTo>
                    <a:pt x="271253" y="3501114"/>
                    <a:pt x="228600" y="3458461"/>
                    <a:pt x="228600" y="3405864"/>
                  </a:cubicBezTo>
                  <a:lnTo>
                    <a:pt x="228600" y="3310614"/>
                  </a:lnTo>
                  <a:cubicBezTo>
                    <a:pt x="228600" y="3258017"/>
                    <a:pt x="271253" y="3215364"/>
                    <a:pt x="323850" y="3215364"/>
                  </a:cubicBezTo>
                  <a:close/>
                  <a:moveTo>
                    <a:pt x="2437524" y="3061639"/>
                  </a:moveTo>
                  <a:cubicBezTo>
                    <a:pt x="2489054" y="3061039"/>
                    <a:pt x="2532317" y="3101340"/>
                    <a:pt x="2534308" y="3153213"/>
                  </a:cubicBezTo>
                  <a:cubicBezTo>
                    <a:pt x="2536337" y="3205791"/>
                    <a:pt x="2495369" y="3250034"/>
                    <a:pt x="2442801" y="3252054"/>
                  </a:cubicBezTo>
                  <a:cubicBezTo>
                    <a:pt x="2441572" y="3252101"/>
                    <a:pt x="2439610" y="3252139"/>
                    <a:pt x="2438391" y="3252139"/>
                  </a:cubicBezTo>
                  <a:cubicBezTo>
                    <a:pt x="2385794" y="3252139"/>
                    <a:pt x="2343141" y="3209486"/>
                    <a:pt x="2343141" y="3156889"/>
                  </a:cubicBezTo>
                  <a:cubicBezTo>
                    <a:pt x="2343141" y="3104568"/>
                    <a:pt x="2385318" y="3062097"/>
                    <a:pt x="2437524" y="3061639"/>
                  </a:cubicBezTo>
                  <a:close/>
                  <a:moveTo>
                    <a:pt x="4552950" y="2739114"/>
                  </a:moveTo>
                  <a:cubicBezTo>
                    <a:pt x="4605547" y="2739114"/>
                    <a:pt x="4648200" y="2781767"/>
                    <a:pt x="4648200" y="2834364"/>
                  </a:cubicBezTo>
                  <a:lnTo>
                    <a:pt x="4648200" y="2929614"/>
                  </a:lnTo>
                  <a:cubicBezTo>
                    <a:pt x="4648200" y="2982211"/>
                    <a:pt x="4605547" y="3024864"/>
                    <a:pt x="4552950" y="3024864"/>
                  </a:cubicBezTo>
                  <a:cubicBezTo>
                    <a:pt x="4500353" y="3024864"/>
                    <a:pt x="4457700" y="2982211"/>
                    <a:pt x="4457700" y="2929614"/>
                  </a:cubicBezTo>
                  <a:lnTo>
                    <a:pt x="4457700" y="2834364"/>
                  </a:lnTo>
                  <a:cubicBezTo>
                    <a:pt x="4457700" y="2781767"/>
                    <a:pt x="4500353" y="2739114"/>
                    <a:pt x="4552950" y="2739114"/>
                  </a:cubicBezTo>
                  <a:close/>
                  <a:moveTo>
                    <a:pt x="323850" y="2739114"/>
                  </a:moveTo>
                  <a:cubicBezTo>
                    <a:pt x="376447" y="2739114"/>
                    <a:pt x="419100" y="2781767"/>
                    <a:pt x="419100" y="2834364"/>
                  </a:cubicBezTo>
                  <a:lnTo>
                    <a:pt x="419100" y="2929614"/>
                  </a:lnTo>
                  <a:cubicBezTo>
                    <a:pt x="419100" y="2982211"/>
                    <a:pt x="376447" y="3024864"/>
                    <a:pt x="323850" y="3024864"/>
                  </a:cubicBezTo>
                  <a:cubicBezTo>
                    <a:pt x="271253" y="3024864"/>
                    <a:pt x="228600" y="2982211"/>
                    <a:pt x="228600" y="2929614"/>
                  </a:cubicBezTo>
                  <a:lnTo>
                    <a:pt x="228600" y="2834364"/>
                  </a:lnTo>
                  <a:cubicBezTo>
                    <a:pt x="228600" y="2781767"/>
                    <a:pt x="271253" y="2739114"/>
                    <a:pt x="323850" y="2739114"/>
                  </a:cubicBezTo>
                  <a:close/>
                  <a:moveTo>
                    <a:pt x="4552950" y="2262864"/>
                  </a:moveTo>
                  <a:cubicBezTo>
                    <a:pt x="4605547" y="2262864"/>
                    <a:pt x="4648200" y="2305507"/>
                    <a:pt x="4648200" y="2358114"/>
                  </a:cubicBezTo>
                  <a:lnTo>
                    <a:pt x="4648200" y="2453364"/>
                  </a:lnTo>
                  <a:cubicBezTo>
                    <a:pt x="4648200" y="2505961"/>
                    <a:pt x="4605547" y="2548614"/>
                    <a:pt x="4552950" y="2548614"/>
                  </a:cubicBezTo>
                  <a:cubicBezTo>
                    <a:pt x="4500353" y="2548614"/>
                    <a:pt x="4457700" y="2505961"/>
                    <a:pt x="4457700" y="2453364"/>
                  </a:cubicBezTo>
                  <a:lnTo>
                    <a:pt x="4457700" y="2358114"/>
                  </a:lnTo>
                  <a:cubicBezTo>
                    <a:pt x="4457700" y="2305507"/>
                    <a:pt x="4500353" y="2262864"/>
                    <a:pt x="4552950" y="2262864"/>
                  </a:cubicBezTo>
                  <a:close/>
                  <a:moveTo>
                    <a:pt x="323850" y="2262864"/>
                  </a:moveTo>
                  <a:cubicBezTo>
                    <a:pt x="376447" y="2262864"/>
                    <a:pt x="419100" y="2305507"/>
                    <a:pt x="419100" y="2358114"/>
                  </a:cubicBezTo>
                  <a:lnTo>
                    <a:pt x="419100" y="2453364"/>
                  </a:lnTo>
                  <a:cubicBezTo>
                    <a:pt x="419100" y="2505961"/>
                    <a:pt x="376447" y="2548614"/>
                    <a:pt x="323850" y="2548614"/>
                  </a:cubicBezTo>
                  <a:cubicBezTo>
                    <a:pt x="271253" y="2548614"/>
                    <a:pt x="228600" y="2505961"/>
                    <a:pt x="228600" y="2453364"/>
                  </a:cubicBezTo>
                  <a:lnTo>
                    <a:pt x="228600" y="2358114"/>
                  </a:lnTo>
                  <a:cubicBezTo>
                    <a:pt x="228600" y="2305507"/>
                    <a:pt x="271253" y="2262864"/>
                    <a:pt x="323850" y="2262864"/>
                  </a:cubicBezTo>
                  <a:close/>
                  <a:moveTo>
                    <a:pt x="1449039" y="2047875"/>
                  </a:moveTo>
                  <a:cubicBezTo>
                    <a:pt x="1474089" y="2047875"/>
                    <a:pt x="1498664" y="2058067"/>
                    <a:pt x="1516380" y="2075783"/>
                  </a:cubicBezTo>
                  <a:cubicBezTo>
                    <a:pt x="1534097" y="2093499"/>
                    <a:pt x="1544289" y="2118074"/>
                    <a:pt x="1544289" y="2143125"/>
                  </a:cubicBezTo>
                  <a:cubicBezTo>
                    <a:pt x="1544289" y="2168176"/>
                    <a:pt x="1534087" y="2192750"/>
                    <a:pt x="1516380" y="2210467"/>
                  </a:cubicBezTo>
                  <a:cubicBezTo>
                    <a:pt x="1498664" y="2228183"/>
                    <a:pt x="1474089" y="2238375"/>
                    <a:pt x="1449039" y="2238375"/>
                  </a:cubicBezTo>
                  <a:cubicBezTo>
                    <a:pt x="1423893" y="2238375"/>
                    <a:pt x="1399413" y="2228183"/>
                    <a:pt x="1381697" y="2210467"/>
                  </a:cubicBezTo>
                  <a:cubicBezTo>
                    <a:pt x="1363885" y="2192750"/>
                    <a:pt x="1353789" y="2168176"/>
                    <a:pt x="1353789" y="2143125"/>
                  </a:cubicBezTo>
                  <a:cubicBezTo>
                    <a:pt x="1353789" y="2117979"/>
                    <a:pt x="1363885" y="2093499"/>
                    <a:pt x="1381697" y="2075783"/>
                  </a:cubicBezTo>
                  <a:cubicBezTo>
                    <a:pt x="1399413" y="2058067"/>
                    <a:pt x="1423893" y="2047875"/>
                    <a:pt x="1449039" y="2047875"/>
                  </a:cubicBezTo>
                  <a:close/>
                  <a:moveTo>
                    <a:pt x="4552950" y="1786614"/>
                  </a:moveTo>
                  <a:cubicBezTo>
                    <a:pt x="4605547" y="1786614"/>
                    <a:pt x="4648200" y="1829257"/>
                    <a:pt x="4648200" y="1881864"/>
                  </a:cubicBezTo>
                  <a:lnTo>
                    <a:pt x="4648200" y="1977114"/>
                  </a:lnTo>
                  <a:cubicBezTo>
                    <a:pt x="4648200" y="2029720"/>
                    <a:pt x="4605547" y="2072364"/>
                    <a:pt x="4552950" y="2072364"/>
                  </a:cubicBezTo>
                  <a:cubicBezTo>
                    <a:pt x="4500353" y="2072364"/>
                    <a:pt x="4457700" y="2029720"/>
                    <a:pt x="4457700" y="1977114"/>
                  </a:cubicBezTo>
                  <a:lnTo>
                    <a:pt x="4457700" y="1881864"/>
                  </a:lnTo>
                  <a:cubicBezTo>
                    <a:pt x="4457700" y="1829257"/>
                    <a:pt x="4500353" y="1786614"/>
                    <a:pt x="4552950" y="1786614"/>
                  </a:cubicBezTo>
                  <a:close/>
                  <a:moveTo>
                    <a:pt x="323850" y="1786614"/>
                  </a:moveTo>
                  <a:cubicBezTo>
                    <a:pt x="376447" y="1786614"/>
                    <a:pt x="419100" y="1829257"/>
                    <a:pt x="419100" y="1881864"/>
                  </a:cubicBezTo>
                  <a:lnTo>
                    <a:pt x="419100" y="1977114"/>
                  </a:lnTo>
                  <a:cubicBezTo>
                    <a:pt x="419100" y="2029720"/>
                    <a:pt x="376447" y="2072364"/>
                    <a:pt x="323850" y="2072364"/>
                  </a:cubicBezTo>
                  <a:cubicBezTo>
                    <a:pt x="271253" y="2072364"/>
                    <a:pt x="228600" y="2029720"/>
                    <a:pt x="228600" y="1977114"/>
                  </a:cubicBezTo>
                  <a:lnTo>
                    <a:pt x="228600" y="1881864"/>
                  </a:lnTo>
                  <a:cubicBezTo>
                    <a:pt x="228600" y="1829257"/>
                    <a:pt x="271253" y="1786614"/>
                    <a:pt x="323850" y="1786614"/>
                  </a:cubicBezTo>
                  <a:close/>
                  <a:moveTo>
                    <a:pt x="2438391" y="1624670"/>
                  </a:moveTo>
                  <a:cubicBezTo>
                    <a:pt x="2887094" y="1624670"/>
                    <a:pt x="3252131" y="1989715"/>
                    <a:pt x="3252131" y="2438410"/>
                  </a:cubicBezTo>
                  <a:cubicBezTo>
                    <a:pt x="3252131" y="2741238"/>
                    <a:pt x="3085605" y="3017187"/>
                    <a:pt x="2817533" y="3158576"/>
                  </a:cubicBezTo>
                  <a:cubicBezTo>
                    <a:pt x="2803370" y="3166053"/>
                    <a:pt x="2788158" y="3169596"/>
                    <a:pt x="2773185" y="3169596"/>
                  </a:cubicBezTo>
                  <a:cubicBezTo>
                    <a:pt x="2738971" y="3169596"/>
                    <a:pt x="2705910" y="3151118"/>
                    <a:pt x="2688851" y="3118761"/>
                  </a:cubicBezTo>
                  <a:cubicBezTo>
                    <a:pt x="2664305" y="3072232"/>
                    <a:pt x="2682135" y="3014615"/>
                    <a:pt x="2728665" y="2990079"/>
                  </a:cubicBezTo>
                  <a:cubicBezTo>
                    <a:pt x="2934043" y="2881751"/>
                    <a:pt x="3061631" y="2670362"/>
                    <a:pt x="3061631" y="2438410"/>
                  </a:cubicBezTo>
                  <a:cubicBezTo>
                    <a:pt x="3061631" y="2094757"/>
                    <a:pt x="2782043" y="1815170"/>
                    <a:pt x="2438391" y="1815170"/>
                  </a:cubicBezTo>
                  <a:cubicBezTo>
                    <a:pt x="2385794" y="1815170"/>
                    <a:pt x="2343141" y="1772526"/>
                    <a:pt x="2343141" y="1719920"/>
                  </a:cubicBezTo>
                  <a:cubicBezTo>
                    <a:pt x="2343141" y="1667313"/>
                    <a:pt x="2385794" y="1624670"/>
                    <a:pt x="2438391" y="1624670"/>
                  </a:cubicBezTo>
                  <a:close/>
                  <a:moveTo>
                    <a:pt x="4552950" y="1310364"/>
                  </a:moveTo>
                  <a:cubicBezTo>
                    <a:pt x="4605547" y="1310364"/>
                    <a:pt x="4648200" y="1353007"/>
                    <a:pt x="4648200" y="1405614"/>
                  </a:cubicBezTo>
                  <a:lnTo>
                    <a:pt x="4648200" y="1500864"/>
                  </a:lnTo>
                  <a:cubicBezTo>
                    <a:pt x="4648200" y="1553470"/>
                    <a:pt x="4605547" y="1596114"/>
                    <a:pt x="4552950" y="1596114"/>
                  </a:cubicBezTo>
                  <a:cubicBezTo>
                    <a:pt x="4500353" y="1596114"/>
                    <a:pt x="4457700" y="1553470"/>
                    <a:pt x="4457700" y="1500864"/>
                  </a:cubicBezTo>
                  <a:lnTo>
                    <a:pt x="4457700" y="1405614"/>
                  </a:lnTo>
                  <a:cubicBezTo>
                    <a:pt x="4457700" y="1353007"/>
                    <a:pt x="4500353" y="1310364"/>
                    <a:pt x="4552950" y="1310364"/>
                  </a:cubicBezTo>
                  <a:close/>
                  <a:moveTo>
                    <a:pt x="323850" y="1310364"/>
                  </a:moveTo>
                  <a:cubicBezTo>
                    <a:pt x="376447" y="1310364"/>
                    <a:pt x="419100" y="1353007"/>
                    <a:pt x="419100" y="1405614"/>
                  </a:cubicBezTo>
                  <a:lnTo>
                    <a:pt x="419100" y="1500864"/>
                  </a:lnTo>
                  <a:cubicBezTo>
                    <a:pt x="419100" y="1553470"/>
                    <a:pt x="376447" y="1596114"/>
                    <a:pt x="323850" y="1596114"/>
                  </a:cubicBezTo>
                  <a:cubicBezTo>
                    <a:pt x="271253" y="1596114"/>
                    <a:pt x="228600" y="1553470"/>
                    <a:pt x="228600" y="1500864"/>
                  </a:cubicBezTo>
                  <a:lnTo>
                    <a:pt x="228600" y="1405614"/>
                  </a:lnTo>
                  <a:cubicBezTo>
                    <a:pt x="228600" y="1353007"/>
                    <a:pt x="271253" y="1310364"/>
                    <a:pt x="323850" y="1310364"/>
                  </a:cubicBezTo>
                  <a:close/>
                  <a:moveTo>
                    <a:pt x="4552950" y="914638"/>
                  </a:moveTo>
                  <a:cubicBezTo>
                    <a:pt x="4605547" y="914638"/>
                    <a:pt x="4648200" y="957281"/>
                    <a:pt x="4648200" y="1009888"/>
                  </a:cubicBezTo>
                  <a:lnTo>
                    <a:pt x="4648200" y="1024613"/>
                  </a:lnTo>
                  <a:cubicBezTo>
                    <a:pt x="4648200" y="1077220"/>
                    <a:pt x="4605547" y="1119863"/>
                    <a:pt x="4552950" y="1119863"/>
                  </a:cubicBezTo>
                  <a:cubicBezTo>
                    <a:pt x="4500353" y="1119863"/>
                    <a:pt x="4457700" y="1077220"/>
                    <a:pt x="4457700" y="1024613"/>
                  </a:cubicBezTo>
                  <a:lnTo>
                    <a:pt x="4457700" y="1009888"/>
                  </a:lnTo>
                  <a:cubicBezTo>
                    <a:pt x="4457700" y="957281"/>
                    <a:pt x="4500353" y="914638"/>
                    <a:pt x="4552950" y="914638"/>
                  </a:cubicBezTo>
                  <a:close/>
                  <a:moveTo>
                    <a:pt x="323850" y="914638"/>
                  </a:moveTo>
                  <a:cubicBezTo>
                    <a:pt x="376447" y="914638"/>
                    <a:pt x="419100" y="957281"/>
                    <a:pt x="419100" y="1009888"/>
                  </a:cubicBezTo>
                  <a:lnTo>
                    <a:pt x="419100" y="1024613"/>
                  </a:lnTo>
                  <a:cubicBezTo>
                    <a:pt x="419100" y="1077220"/>
                    <a:pt x="376447" y="1119863"/>
                    <a:pt x="323850" y="1119863"/>
                  </a:cubicBezTo>
                  <a:cubicBezTo>
                    <a:pt x="271253" y="1119863"/>
                    <a:pt x="228600" y="1077220"/>
                    <a:pt x="228600" y="1024613"/>
                  </a:cubicBezTo>
                  <a:lnTo>
                    <a:pt x="228600" y="1009888"/>
                  </a:lnTo>
                  <a:cubicBezTo>
                    <a:pt x="228600" y="957281"/>
                    <a:pt x="271253" y="914638"/>
                    <a:pt x="323850" y="914638"/>
                  </a:cubicBezTo>
                  <a:close/>
                  <a:moveTo>
                    <a:pt x="1557870" y="811225"/>
                  </a:moveTo>
                  <a:cubicBezTo>
                    <a:pt x="1550365" y="811225"/>
                    <a:pt x="1544259" y="817330"/>
                    <a:pt x="1544259" y="824836"/>
                  </a:cubicBezTo>
                  <a:lnTo>
                    <a:pt x="1544259" y="1208551"/>
                  </a:lnTo>
                  <a:lnTo>
                    <a:pt x="1544259" y="1208560"/>
                  </a:lnTo>
                  <a:lnTo>
                    <a:pt x="1963369" y="1208560"/>
                  </a:lnTo>
                  <a:lnTo>
                    <a:pt x="1963369" y="824836"/>
                  </a:lnTo>
                  <a:cubicBezTo>
                    <a:pt x="1963369" y="817330"/>
                    <a:pt x="1957263" y="811225"/>
                    <a:pt x="1949758" y="811225"/>
                  </a:cubicBezTo>
                  <a:close/>
                  <a:moveTo>
                    <a:pt x="2438400" y="666693"/>
                  </a:moveTo>
                  <a:lnTo>
                    <a:pt x="2736542" y="666693"/>
                  </a:lnTo>
                  <a:cubicBezTo>
                    <a:pt x="2783367" y="666693"/>
                    <a:pt x="2823248" y="700726"/>
                    <a:pt x="2830611" y="746960"/>
                  </a:cubicBezTo>
                  <a:lnTo>
                    <a:pt x="2868253" y="983409"/>
                  </a:lnTo>
                  <a:lnTo>
                    <a:pt x="3162290" y="1105071"/>
                  </a:lnTo>
                  <a:lnTo>
                    <a:pt x="3356000" y="964359"/>
                  </a:lnTo>
                  <a:cubicBezTo>
                    <a:pt x="3393862" y="936831"/>
                    <a:pt x="3446164" y="940927"/>
                    <a:pt x="3479301" y="974045"/>
                  </a:cubicBezTo>
                  <a:lnTo>
                    <a:pt x="3901973" y="1396422"/>
                  </a:lnTo>
                  <a:cubicBezTo>
                    <a:pt x="3935101" y="1429531"/>
                    <a:pt x="3939254" y="1481814"/>
                    <a:pt x="3911746" y="1519723"/>
                  </a:cubicBezTo>
                  <a:lnTo>
                    <a:pt x="3771109" y="1713614"/>
                  </a:lnTo>
                  <a:lnTo>
                    <a:pt x="3892944" y="2007432"/>
                  </a:lnTo>
                  <a:lnTo>
                    <a:pt x="4129516" y="2044913"/>
                  </a:lnTo>
                  <a:cubicBezTo>
                    <a:pt x="4175779" y="2052237"/>
                    <a:pt x="4209850" y="2092119"/>
                    <a:pt x="4209888" y="2138953"/>
                  </a:cubicBezTo>
                  <a:lnTo>
                    <a:pt x="4210136" y="2736494"/>
                  </a:lnTo>
                  <a:cubicBezTo>
                    <a:pt x="4210154" y="2783329"/>
                    <a:pt x="4176112" y="2823239"/>
                    <a:pt x="4129859" y="2830601"/>
                  </a:cubicBezTo>
                  <a:lnTo>
                    <a:pt x="3893420" y="2868244"/>
                  </a:lnTo>
                  <a:lnTo>
                    <a:pt x="3771747" y="3162281"/>
                  </a:lnTo>
                  <a:lnTo>
                    <a:pt x="3912470" y="3355991"/>
                  </a:lnTo>
                  <a:cubicBezTo>
                    <a:pt x="3939988" y="3393872"/>
                    <a:pt x="3935892" y="3446154"/>
                    <a:pt x="3902773" y="3479292"/>
                  </a:cubicBezTo>
                  <a:lnTo>
                    <a:pt x="3480397" y="3901954"/>
                  </a:lnTo>
                  <a:cubicBezTo>
                    <a:pt x="3447297" y="3935092"/>
                    <a:pt x="3395005" y="3939226"/>
                    <a:pt x="3357105" y="3911727"/>
                  </a:cubicBezTo>
                  <a:lnTo>
                    <a:pt x="3163214" y="3771090"/>
                  </a:lnTo>
                  <a:lnTo>
                    <a:pt x="2869387" y="3892925"/>
                  </a:lnTo>
                  <a:lnTo>
                    <a:pt x="2831897" y="4129630"/>
                  </a:lnTo>
                  <a:cubicBezTo>
                    <a:pt x="2824562" y="4175912"/>
                    <a:pt x="2784672" y="4209983"/>
                    <a:pt x="2737818" y="4209983"/>
                  </a:cubicBezTo>
                  <a:lnTo>
                    <a:pt x="2438400" y="4209983"/>
                  </a:lnTo>
                  <a:cubicBezTo>
                    <a:pt x="2385803" y="4209983"/>
                    <a:pt x="2343150" y="4167331"/>
                    <a:pt x="2343150" y="4114733"/>
                  </a:cubicBezTo>
                  <a:cubicBezTo>
                    <a:pt x="2343150" y="4062136"/>
                    <a:pt x="2385803" y="4019483"/>
                    <a:pt x="2438400" y="4019483"/>
                  </a:cubicBezTo>
                  <a:lnTo>
                    <a:pt x="2656465" y="4019483"/>
                  </a:lnTo>
                  <a:lnTo>
                    <a:pt x="2689574" y="3810476"/>
                  </a:lnTo>
                  <a:cubicBezTo>
                    <a:pt x="2694756" y="3777758"/>
                    <a:pt x="2716568" y="3750078"/>
                    <a:pt x="2747172" y="3737391"/>
                  </a:cubicBezTo>
                  <a:lnTo>
                    <a:pt x="3139488" y="3574713"/>
                  </a:lnTo>
                  <a:cubicBezTo>
                    <a:pt x="3170082" y="3562026"/>
                    <a:pt x="3205077" y="3566150"/>
                    <a:pt x="3231889" y="3585601"/>
                  </a:cubicBezTo>
                  <a:lnTo>
                    <a:pt x="3403130" y="3709788"/>
                  </a:lnTo>
                  <a:lnTo>
                    <a:pt x="3710540" y="3402159"/>
                  </a:lnTo>
                  <a:lnTo>
                    <a:pt x="3586277" y="3231109"/>
                  </a:lnTo>
                  <a:cubicBezTo>
                    <a:pt x="3566807" y="3204315"/>
                    <a:pt x="3562664" y="3169320"/>
                    <a:pt x="3575332" y="3138716"/>
                  </a:cubicBezTo>
                  <a:lnTo>
                    <a:pt x="3737772" y="2746153"/>
                  </a:lnTo>
                  <a:cubicBezTo>
                    <a:pt x="3750440" y="2715539"/>
                    <a:pt x="3778091" y="2693708"/>
                    <a:pt x="3810809" y="2688498"/>
                  </a:cubicBezTo>
                  <a:lnTo>
                    <a:pt x="4019597" y="2655256"/>
                  </a:lnTo>
                  <a:lnTo>
                    <a:pt x="4019416" y="2220344"/>
                  </a:lnTo>
                  <a:lnTo>
                    <a:pt x="3810495" y="2187245"/>
                  </a:lnTo>
                  <a:cubicBezTo>
                    <a:pt x="3777767" y="2182063"/>
                    <a:pt x="3750097" y="2160251"/>
                    <a:pt x="3737410" y="2129657"/>
                  </a:cubicBezTo>
                  <a:lnTo>
                    <a:pt x="3574723" y="1737341"/>
                  </a:lnTo>
                  <a:cubicBezTo>
                    <a:pt x="3562036" y="1706737"/>
                    <a:pt x="3566160" y="1671742"/>
                    <a:pt x="3585610" y="1644929"/>
                  </a:cubicBezTo>
                  <a:lnTo>
                    <a:pt x="3709806" y="1473698"/>
                  </a:lnTo>
                  <a:lnTo>
                    <a:pt x="3402177" y="1166279"/>
                  </a:lnTo>
                  <a:lnTo>
                    <a:pt x="3231118" y="1290533"/>
                  </a:lnTo>
                  <a:cubicBezTo>
                    <a:pt x="3204334" y="1310002"/>
                    <a:pt x="3169339" y="1314145"/>
                    <a:pt x="3138725" y="1301486"/>
                  </a:cubicBezTo>
                  <a:lnTo>
                    <a:pt x="2746162" y="1139057"/>
                  </a:lnTo>
                  <a:cubicBezTo>
                    <a:pt x="2715549" y="1126388"/>
                    <a:pt x="2693717" y="1098737"/>
                    <a:pt x="2688507" y="1066019"/>
                  </a:cubicBezTo>
                  <a:lnTo>
                    <a:pt x="2655265" y="857193"/>
                  </a:lnTo>
                  <a:lnTo>
                    <a:pt x="2438400" y="857193"/>
                  </a:lnTo>
                  <a:cubicBezTo>
                    <a:pt x="2385803" y="857193"/>
                    <a:pt x="2343150" y="814549"/>
                    <a:pt x="2343150" y="761943"/>
                  </a:cubicBezTo>
                  <a:cubicBezTo>
                    <a:pt x="2343150" y="709336"/>
                    <a:pt x="2385803" y="666693"/>
                    <a:pt x="2438400" y="666693"/>
                  </a:cubicBezTo>
                  <a:close/>
                  <a:moveTo>
                    <a:pt x="1557861" y="620725"/>
                  </a:moveTo>
                  <a:lnTo>
                    <a:pt x="1949748" y="620725"/>
                  </a:lnTo>
                  <a:cubicBezTo>
                    <a:pt x="2062295" y="620725"/>
                    <a:pt x="2153859" y="712289"/>
                    <a:pt x="2153850" y="824836"/>
                  </a:cubicBezTo>
                  <a:lnTo>
                    <a:pt x="2153850" y="3418056"/>
                  </a:lnTo>
                  <a:cubicBezTo>
                    <a:pt x="2153850" y="3431200"/>
                    <a:pt x="2151135" y="3444192"/>
                    <a:pt x="2145858" y="3456232"/>
                  </a:cubicBezTo>
                  <a:lnTo>
                    <a:pt x="1841058" y="4152919"/>
                  </a:lnTo>
                  <a:cubicBezTo>
                    <a:pt x="1825894" y="4187590"/>
                    <a:pt x="1791643" y="4209992"/>
                    <a:pt x="1753800" y="4209992"/>
                  </a:cubicBezTo>
                  <a:cubicBezTo>
                    <a:pt x="1715957" y="4209992"/>
                    <a:pt x="1681705" y="4187599"/>
                    <a:pt x="1666541" y="4152919"/>
                  </a:cubicBezTo>
                  <a:lnTo>
                    <a:pt x="1361741" y="3456232"/>
                  </a:lnTo>
                  <a:cubicBezTo>
                    <a:pt x="1356464" y="3444192"/>
                    <a:pt x="1353750" y="3431200"/>
                    <a:pt x="1353750" y="3418056"/>
                  </a:cubicBezTo>
                  <a:lnTo>
                    <a:pt x="1353750" y="2514600"/>
                  </a:lnTo>
                  <a:cubicBezTo>
                    <a:pt x="1353750" y="2462003"/>
                    <a:pt x="1396403" y="2419350"/>
                    <a:pt x="1449000" y="2419350"/>
                  </a:cubicBezTo>
                  <a:cubicBezTo>
                    <a:pt x="1501597" y="2419350"/>
                    <a:pt x="1544250" y="2462003"/>
                    <a:pt x="1544250" y="2514600"/>
                  </a:cubicBezTo>
                  <a:lnTo>
                    <a:pt x="1544250" y="3322806"/>
                  </a:lnTo>
                  <a:lnTo>
                    <a:pt x="1963350" y="3322806"/>
                  </a:lnTo>
                  <a:lnTo>
                    <a:pt x="1963350" y="1399060"/>
                  </a:lnTo>
                  <a:lnTo>
                    <a:pt x="1544250" y="1399060"/>
                  </a:lnTo>
                  <a:lnTo>
                    <a:pt x="1544250" y="1812931"/>
                  </a:lnTo>
                  <a:cubicBezTo>
                    <a:pt x="1544250" y="1865537"/>
                    <a:pt x="1501597" y="1908181"/>
                    <a:pt x="1449000" y="1908181"/>
                  </a:cubicBezTo>
                  <a:cubicBezTo>
                    <a:pt x="1396403" y="1908181"/>
                    <a:pt x="1353750" y="1865537"/>
                    <a:pt x="1353750" y="1812931"/>
                  </a:cubicBezTo>
                  <a:lnTo>
                    <a:pt x="1353750" y="824836"/>
                  </a:lnTo>
                  <a:cubicBezTo>
                    <a:pt x="1353750" y="712289"/>
                    <a:pt x="1445323" y="620725"/>
                    <a:pt x="1557861" y="620725"/>
                  </a:cubicBezTo>
                  <a:close/>
                  <a:moveTo>
                    <a:pt x="3859797" y="236201"/>
                  </a:moveTo>
                  <a:lnTo>
                    <a:pt x="3874513" y="236201"/>
                  </a:lnTo>
                  <a:cubicBezTo>
                    <a:pt x="3927110" y="236201"/>
                    <a:pt x="3969763" y="278844"/>
                    <a:pt x="3969763" y="331451"/>
                  </a:cubicBezTo>
                  <a:cubicBezTo>
                    <a:pt x="3969763" y="384057"/>
                    <a:pt x="3927110" y="426701"/>
                    <a:pt x="3874513" y="426701"/>
                  </a:cubicBezTo>
                  <a:lnTo>
                    <a:pt x="3859797" y="426701"/>
                  </a:lnTo>
                  <a:cubicBezTo>
                    <a:pt x="3807190" y="426701"/>
                    <a:pt x="3764547" y="384057"/>
                    <a:pt x="3764547" y="331451"/>
                  </a:cubicBezTo>
                  <a:cubicBezTo>
                    <a:pt x="3764547" y="278844"/>
                    <a:pt x="3807200" y="236201"/>
                    <a:pt x="3859797" y="236201"/>
                  </a:cubicBezTo>
                  <a:close/>
                  <a:moveTo>
                    <a:pt x="3383547" y="236201"/>
                  </a:moveTo>
                  <a:lnTo>
                    <a:pt x="3478797" y="236201"/>
                  </a:lnTo>
                  <a:cubicBezTo>
                    <a:pt x="3531394" y="236201"/>
                    <a:pt x="3574047" y="278844"/>
                    <a:pt x="3574047" y="331451"/>
                  </a:cubicBezTo>
                  <a:cubicBezTo>
                    <a:pt x="3574047" y="384057"/>
                    <a:pt x="3531394" y="426701"/>
                    <a:pt x="3478797" y="426701"/>
                  </a:cubicBezTo>
                  <a:lnTo>
                    <a:pt x="3383547" y="426701"/>
                  </a:lnTo>
                  <a:cubicBezTo>
                    <a:pt x="3330940" y="426701"/>
                    <a:pt x="3288297" y="384057"/>
                    <a:pt x="3288297" y="331451"/>
                  </a:cubicBezTo>
                  <a:cubicBezTo>
                    <a:pt x="3288297" y="278844"/>
                    <a:pt x="3330950" y="236201"/>
                    <a:pt x="3383547" y="236201"/>
                  </a:cubicBezTo>
                  <a:close/>
                  <a:moveTo>
                    <a:pt x="2907297" y="236201"/>
                  </a:moveTo>
                  <a:lnTo>
                    <a:pt x="3002547" y="236201"/>
                  </a:lnTo>
                  <a:cubicBezTo>
                    <a:pt x="3055144" y="236201"/>
                    <a:pt x="3097797" y="278844"/>
                    <a:pt x="3097797" y="331451"/>
                  </a:cubicBezTo>
                  <a:cubicBezTo>
                    <a:pt x="3097797" y="384057"/>
                    <a:pt x="3055144" y="426701"/>
                    <a:pt x="3002547" y="426701"/>
                  </a:cubicBezTo>
                  <a:lnTo>
                    <a:pt x="2907297" y="426701"/>
                  </a:lnTo>
                  <a:cubicBezTo>
                    <a:pt x="2854690" y="426701"/>
                    <a:pt x="2812047" y="384057"/>
                    <a:pt x="2812047" y="331451"/>
                  </a:cubicBezTo>
                  <a:cubicBezTo>
                    <a:pt x="2812047" y="278844"/>
                    <a:pt x="2854700" y="236201"/>
                    <a:pt x="2907297" y="236201"/>
                  </a:cubicBezTo>
                  <a:close/>
                  <a:moveTo>
                    <a:pt x="2431047" y="236201"/>
                  </a:moveTo>
                  <a:lnTo>
                    <a:pt x="2526297" y="236201"/>
                  </a:lnTo>
                  <a:cubicBezTo>
                    <a:pt x="2578894" y="236201"/>
                    <a:pt x="2621547" y="278844"/>
                    <a:pt x="2621547" y="331451"/>
                  </a:cubicBezTo>
                  <a:cubicBezTo>
                    <a:pt x="2621547" y="384057"/>
                    <a:pt x="2578894" y="426701"/>
                    <a:pt x="2526297" y="426701"/>
                  </a:cubicBezTo>
                  <a:lnTo>
                    <a:pt x="2431047" y="426701"/>
                  </a:lnTo>
                  <a:cubicBezTo>
                    <a:pt x="2378440" y="426701"/>
                    <a:pt x="2335797" y="384057"/>
                    <a:pt x="2335797" y="331451"/>
                  </a:cubicBezTo>
                  <a:cubicBezTo>
                    <a:pt x="2335797" y="278844"/>
                    <a:pt x="2378450" y="236201"/>
                    <a:pt x="2431047" y="236201"/>
                  </a:cubicBezTo>
                  <a:close/>
                  <a:moveTo>
                    <a:pt x="1954797" y="236201"/>
                  </a:moveTo>
                  <a:lnTo>
                    <a:pt x="2050047" y="236201"/>
                  </a:lnTo>
                  <a:cubicBezTo>
                    <a:pt x="2102644" y="236201"/>
                    <a:pt x="2145297" y="278844"/>
                    <a:pt x="2145297" y="331451"/>
                  </a:cubicBezTo>
                  <a:cubicBezTo>
                    <a:pt x="2145297" y="384057"/>
                    <a:pt x="2102644" y="426701"/>
                    <a:pt x="2050047" y="426701"/>
                  </a:cubicBezTo>
                  <a:lnTo>
                    <a:pt x="1954797" y="426701"/>
                  </a:lnTo>
                  <a:cubicBezTo>
                    <a:pt x="1902190" y="426701"/>
                    <a:pt x="1859547" y="384057"/>
                    <a:pt x="1859547" y="331451"/>
                  </a:cubicBezTo>
                  <a:cubicBezTo>
                    <a:pt x="1859547" y="278844"/>
                    <a:pt x="1902200" y="236201"/>
                    <a:pt x="1954797" y="236201"/>
                  </a:cubicBezTo>
                  <a:close/>
                  <a:moveTo>
                    <a:pt x="1478547" y="236201"/>
                  </a:moveTo>
                  <a:lnTo>
                    <a:pt x="1573797" y="236201"/>
                  </a:lnTo>
                  <a:cubicBezTo>
                    <a:pt x="1626394" y="236201"/>
                    <a:pt x="1669047" y="278844"/>
                    <a:pt x="1669047" y="331451"/>
                  </a:cubicBezTo>
                  <a:cubicBezTo>
                    <a:pt x="1669047" y="384057"/>
                    <a:pt x="1626394" y="426701"/>
                    <a:pt x="1573797" y="426701"/>
                  </a:cubicBezTo>
                  <a:lnTo>
                    <a:pt x="1478547" y="426701"/>
                  </a:lnTo>
                  <a:cubicBezTo>
                    <a:pt x="1425940" y="426701"/>
                    <a:pt x="1383297" y="384057"/>
                    <a:pt x="1383297" y="331451"/>
                  </a:cubicBezTo>
                  <a:cubicBezTo>
                    <a:pt x="1383297" y="278844"/>
                    <a:pt x="1425950" y="236201"/>
                    <a:pt x="1478547" y="236201"/>
                  </a:cubicBezTo>
                  <a:close/>
                  <a:moveTo>
                    <a:pt x="1002297" y="236201"/>
                  </a:moveTo>
                  <a:lnTo>
                    <a:pt x="1097547" y="236201"/>
                  </a:lnTo>
                  <a:cubicBezTo>
                    <a:pt x="1150144" y="236201"/>
                    <a:pt x="1192797" y="278844"/>
                    <a:pt x="1192797" y="331451"/>
                  </a:cubicBezTo>
                  <a:cubicBezTo>
                    <a:pt x="1192797" y="384057"/>
                    <a:pt x="1150144" y="426701"/>
                    <a:pt x="1097547" y="426701"/>
                  </a:cubicBezTo>
                  <a:lnTo>
                    <a:pt x="1002297" y="426701"/>
                  </a:lnTo>
                  <a:cubicBezTo>
                    <a:pt x="949700" y="426701"/>
                    <a:pt x="907047" y="384057"/>
                    <a:pt x="907047" y="331451"/>
                  </a:cubicBezTo>
                  <a:cubicBezTo>
                    <a:pt x="907047" y="278844"/>
                    <a:pt x="949700" y="236201"/>
                    <a:pt x="1002297" y="236201"/>
                  </a:cubicBezTo>
                  <a:close/>
                  <a:moveTo>
                    <a:pt x="4419600" y="190500"/>
                  </a:moveTo>
                  <a:lnTo>
                    <a:pt x="4419600" y="457200"/>
                  </a:lnTo>
                  <a:lnTo>
                    <a:pt x="4686300" y="457200"/>
                  </a:lnTo>
                  <a:lnTo>
                    <a:pt x="4686300" y="190500"/>
                  </a:lnTo>
                  <a:close/>
                  <a:moveTo>
                    <a:pt x="190500" y="190500"/>
                  </a:moveTo>
                  <a:lnTo>
                    <a:pt x="190500" y="457200"/>
                  </a:lnTo>
                  <a:lnTo>
                    <a:pt x="457200" y="457200"/>
                  </a:lnTo>
                  <a:lnTo>
                    <a:pt x="457200" y="190500"/>
                  </a:lnTo>
                  <a:close/>
                  <a:moveTo>
                    <a:pt x="4324350" y="0"/>
                  </a:moveTo>
                  <a:lnTo>
                    <a:pt x="4781550" y="0"/>
                  </a:lnTo>
                  <a:cubicBezTo>
                    <a:pt x="4834147" y="0"/>
                    <a:pt x="4876800" y="42643"/>
                    <a:pt x="4876800" y="95250"/>
                  </a:cubicBezTo>
                  <a:lnTo>
                    <a:pt x="4876800" y="552450"/>
                  </a:lnTo>
                  <a:cubicBezTo>
                    <a:pt x="4876800" y="605056"/>
                    <a:pt x="4834147" y="647700"/>
                    <a:pt x="4781550" y="647700"/>
                  </a:cubicBezTo>
                  <a:lnTo>
                    <a:pt x="4324350" y="647700"/>
                  </a:lnTo>
                  <a:cubicBezTo>
                    <a:pt x="4271753" y="647700"/>
                    <a:pt x="4229100" y="605056"/>
                    <a:pt x="4229100" y="552450"/>
                  </a:cubicBezTo>
                  <a:lnTo>
                    <a:pt x="4229100" y="95250"/>
                  </a:lnTo>
                  <a:cubicBezTo>
                    <a:pt x="4229100" y="42643"/>
                    <a:pt x="4271753" y="0"/>
                    <a:pt x="4324350" y="0"/>
                  </a:cubicBezTo>
                  <a:close/>
                  <a:moveTo>
                    <a:pt x="95250" y="0"/>
                  </a:moveTo>
                  <a:lnTo>
                    <a:pt x="552450" y="0"/>
                  </a:lnTo>
                  <a:cubicBezTo>
                    <a:pt x="605047" y="0"/>
                    <a:pt x="647700" y="42643"/>
                    <a:pt x="647700" y="95250"/>
                  </a:cubicBezTo>
                  <a:lnTo>
                    <a:pt x="647700" y="552450"/>
                  </a:lnTo>
                  <a:cubicBezTo>
                    <a:pt x="647700" y="605056"/>
                    <a:pt x="605047" y="647700"/>
                    <a:pt x="552450" y="647700"/>
                  </a:cubicBezTo>
                  <a:lnTo>
                    <a:pt x="95250" y="647700"/>
                  </a:lnTo>
                  <a:cubicBezTo>
                    <a:pt x="42653" y="647700"/>
                    <a:pt x="0" y="605056"/>
                    <a:pt x="0" y="552450"/>
                  </a:cubicBezTo>
                  <a:lnTo>
                    <a:pt x="0" y="95250"/>
                  </a:lnTo>
                  <a:cubicBezTo>
                    <a:pt x="0" y="42643"/>
                    <a:pt x="42653" y="0"/>
                    <a:pt x="95250" y="0"/>
                  </a:cubicBezTo>
                  <a:close/>
                </a:path>
              </a:pathLst>
            </a:custGeom>
            <a:solidFill>
              <a:schemeClr val="bg1"/>
            </a:solidFill>
            <a:ln>
              <a:noFill/>
            </a:ln>
          </p:spPr>
          <p:style>
            <a:lnRef idx="1">
              <a:schemeClr val="accent2"/>
            </a:lnRef>
            <a:fillRef idx="3">
              <a:schemeClr val="accent2"/>
            </a:fillRef>
            <a:effectRef idx="2">
              <a:schemeClr val="accent2"/>
            </a:effectRef>
            <a:fontRef idx="minor">
              <a:schemeClr val="lt1"/>
            </a:fontRef>
          </p:style>
          <p:txBody>
            <a:bodyPr rtlCol="0" anchor="ctr"/>
            <a:lstStyle/>
            <a:p>
              <a:endParaRPr lang="en-US" sz="1200" dirty="0"/>
            </a:p>
          </p:txBody>
        </p:sp>
        <p:sp>
          <p:nvSpPr>
            <p:cNvPr id="12" name="Freeform: Shape 84">
              <a:extLst>
                <a:ext uri="{FF2B5EF4-FFF2-40B4-BE49-F238E27FC236}">
                  <a16:creationId xmlns:a16="http://schemas.microsoft.com/office/drawing/2014/main" id="{CB67355D-075E-C96F-B4CB-979AAEBAEDB1}"/>
                </a:ext>
              </a:extLst>
            </p:cNvPr>
            <p:cNvSpPr>
              <a:spLocks noChangeAspect="1"/>
            </p:cNvSpPr>
            <p:nvPr/>
          </p:nvSpPr>
          <p:spPr>
            <a:xfrm>
              <a:off x="4246664" y="2313630"/>
              <a:ext cx="246099" cy="252000"/>
            </a:xfrm>
            <a:custGeom>
              <a:avLst/>
              <a:gdLst>
                <a:gd name="connsiteX0" fmla="*/ 2381326 w 4762649"/>
                <a:gd name="connsiteY0" fmla="*/ 3238431 h 4876797"/>
                <a:gd name="connsiteX1" fmla="*/ 2476576 w 4762649"/>
                <a:gd name="connsiteY1" fmla="*/ 3333681 h 4876797"/>
                <a:gd name="connsiteX2" fmla="*/ 2381326 w 4762649"/>
                <a:gd name="connsiteY2" fmla="*/ 3428931 h 4876797"/>
                <a:gd name="connsiteX3" fmla="*/ 2286076 w 4762649"/>
                <a:gd name="connsiteY3" fmla="*/ 3333681 h 4876797"/>
                <a:gd name="connsiteX4" fmla="*/ 2381326 w 4762649"/>
                <a:gd name="connsiteY4" fmla="*/ 3238431 h 4876797"/>
                <a:gd name="connsiteX5" fmla="*/ 2381326 w 4762649"/>
                <a:gd name="connsiteY5" fmla="*/ 2920924 h 4876797"/>
                <a:gd name="connsiteX6" fmla="*/ 1885997 w 4762649"/>
                <a:gd name="connsiteY6" fmla="*/ 3581349 h 4876797"/>
                <a:gd name="connsiteX7" fmla="*/ 1771116 w 4762649"/>
                <a:gd name="connsiteY7" fmla="*/ 3611239 h 4876797"/>
                <a:gd name="connsiteX8" fmla="*/ 762019 w 4762649"/>
                <a:gd name="connsiteY8" fmla="*/ 3162745 h 4876797"/>
                <a:gd name="connsiteX9" fmla="*/ 762019 w 4762649"/>
                <a:gd name="connsiteY9" fmla="*/ 3957606 h 4876797"/>
                <a:gd name="connsiteX10" fmla="*/ 2286076 w 4762649"/>
                <a:gd name="connsiteY10" fmla="*/ 4634957 h 4876797"/>
                <a:gd name="connsiteX11" fmla="*/ 2286076 w 4762649"/>
                <a:gd name="connsiteY11" fmla="*/ 3714699 h 4876797"/>
                <a:gd name="connsiteX12" fmla="*/ 2381326 w 4762649"/>
                <a:gd name="connsiteY12" fmla="*/ 3619449 h 4876797"/>
                <a:gd name="connsiteX13" fmla="*/ 2476576 w 4762649"/>
                <a:gd name="connsiteY13" fmla="*/ 3714699 h 4876797"/>
                <a:gd name="connsiteX14" fmla="*/ 2476576 w 4762649"/>
                <a:gd name="connsiteY14" fmla="*/ 4634957 h 4876797"/>
                <a:gd name="connsiteX15" fmla="*/ 4000623 w 4762649"/>
                <a:gd name="connsiteY15" fmla="*/ 3957606 h 4876797"/>
                <a:gd name="connsiteX16" fmla="*/ 4000623 w 4762649"/>
                <a:gd name="connsiteY16" fmla="*/ 3162745 h 4876797"/>
                <a:gd name="connsiteX17" fmla="*/ 2991526 w 4762649"/>
                <a:gd name="connsiteY17" fmla="*/ 3611229 h 4876797"/>
                <a:gd name="connsiteX18" fmla="*/ 2952883 w 4762649"/>
                <a:gd name="connsiteY18" fmla="*/ 3619449 h 4876797"/>
                <a:gd name="connsiteX19" fmla="*/ 2876645 w 4762649"/>
                <a:gd name="connsiteY19" fmla="*/ 3581340 h 4876797"/>
                <a:gd name="connsiteX20" fmla="*/ 697439 w 4762649"/>
                <a:gd name="connsiteY20" fmla="*/ 2118014 h 4876797"/>
                <a:gd name="connsiteX21" fmla="*/ 243192 w 4762649"/>
                <a:gd name="connsiteY21" fmla="*/ 2723699 h 4876797"/>
                <a:gd name="connsiteX22" fmla="*/ 1779146 w 4762649"/>
                <a:gd name="connsiteY22" fmla="*/ 3406337 h 4876797"/>
                <a:gd name="connsiteX23" fmla="*/ 2233393 w 4762649"/>
                <a:gd name="connsiteY23" fmla="*/ 2800661 h 4876797"/>
                <a:gd name="connsiteX24" fmla="*/ 4065222 w 4762649"/>
                <a:gd name="connsiteY24" fmla="*/ 2118005 h 4876797"/>
                <a:gd name="connsiteX25" fmla="*/ 2529268 w 4762649"/>
                <a:gd name="connsiteY25" fmla="*/ 2800652 h 4876797"/>
                <a:gd name="connsiteX26" fmla="*/ 2983515 w 4762649"/>
                <a:gd name="connsiteY26" fmla="*/ 3406327 h 4876797"/>
                <a:gd name="connsiteX27" fmla="*/ 4519469 w 4762649"/>
                <a:gd name="connsiteY27" fmla="*/ 2723680 h 4876797"/>
                <a:gd name="connsiteX28" fmla="*/ 2571826 w 4762649"/>
                <a:gd name="connsiteY28" fmla="*/ 2000142 h 4876797"/>
                <a:gd name="connsiteX29" fmla="*/ 2571825 w 4762649"/>
                <a:gd name="connsiteY29" fmla="*/ 2000152 h 4876797"/>
                <a:gd name="connsiteX30" fmla="*/ 2190816 w 4762649"/>
                <a:gd name="connsiteY30" fmla="*/ 2000152 h 4876797"/>
                <a:gd name="connsiteX31" fmla="*/ 2246642 w 4762649"/>
                <a:gd name="connsiteY31" fmla="*/ 2134826 h 4876797"/>
                <a:gd name="connsiteX32" fmla="*/ 2381316 w 4762649"/>
                <a:gd name="connsiteY32" fmla="*/ 2190652 h 4876797"/>
                <a:gd name="connsiteX33" fmla="*/ 2567949 w 4762649"/>
                <a:gd name="connsiteY33" fmla="*/ 2038486 h 4876797"/>
                <a:gd name="connsiteX34" fmla="*/ 2571825 w 4762649"/>
                <a:gd name="connsiteY34" fmla="*/ 2000152 h 4876797"/>
                <a:gd name="connsiteX35" fmla="*/ 2571826 w 4762649"/>
                <a:gd name="connsiteY35" fmla="*/ 2000152 h 4876797"/>
                <a:gd name="connsiteX36" fmla="*/ 2095566 w 4762649"/>
                <a:gd name="connsiteY36" fmla="*/ 1619142 h 4876797"/>
                <a:gd name="connsiteX37" fmla="*/ 2095566 w 4762649"/>
                <a:gd name="connsiteY37" fmla="*/ 1714392 h 4876797"/>
                <a:gd name="connsiteX38" fmla="*/ 2149554 w 4762649"/>
                <a:gd name="connsiteY38" fmla="*/ 1800317 h 4876797"/>
                <a:gd name="connsiteX39" fmla="*/ 2190816 w 4762649"/>
                <a:gd name="connsiteY39" fmla="*/ 1809642 h 4876797"/>
                <a:gd name="connsiteX40" fmla="*/ 2571835 w 4762649"/>
                <a:gd name="connsiteY40" fmla="*/ 1809642 h 4876797"/>
                <a:gd name="connsiteX41" fmla="*/ 2608831 w 4762649"/>
                <a:gd name="connsiteY41" fmla="*/ 1802213 h 4876797"/>
                <a:gd name="connsiteX42" fmla="*/ 2667085 w 4762649"/>
                <a:gd name="connsiteY42" fmla="*/ 1714392 h 4876797"/>
                <a:gd name="connsiteX43" fmla="*/ 2667085 w 4762649"/>
                <a:gd name="connsiteY43" fmla="*/ 1619142 h 4876797"/>
                <a:gd name="connsiteX44" fmla="*/ 2875769 w 4762649"/>
                <a:gd name="connsiteY44" fmla="*/ 1562106 h 4876797"/>
                <a:gd name="connsiteX45" fmla="*/ 2867358 w 4762649"/>
                <a:gd name="connsiteY45" fmla="*/ 1575565 h 4876797"/>
                <a:gd name="connsiteX46" fmla="*/ 2857576 w 4762649"/>
                <a:gd name="connsiteY46" fmla="*/ 1617513 h 4876797"/>
                <a:gd name="connsiteX47" fmla="*/ 2857576 w 4762649"/>
                <a:gd name="connsiteY47" fmla="*/ 1714383 h 4876797"/>
                <a:gd name="connsiteX48" fmla="*/ 2762326 w 4762649"/>
                <a:gd name="connsiteY48" fmla="*/ 1927257 h 4876797"/>
                <a:gd name="connsiteX49" fmla="*/ 2762326 w 4762649"/>
                <a:gd name="connsiteY49" fmla="*/ 2000142 h 4876797"/>
                <a:gd name="connsiteX50" fmla="*/ 2381316 w 4762649"/>
                <a:gd name="connsiteY50" fmla="*/ 2381152 h 4876797"/>
                <a:gd name="connsiteX51" fmla="*/ 2111930 w 4762649"/>
                <a:gd name="connsiteY51" fmla="*/ 2269528 h 4876797"/>
                <a:gd name="connsiteX52" fmla="*/ 2000307 w 4762649"/>
                <a:gd name="connsiteY52" fmla="*/ 2000142 h 4876797"/>
                <a:gd name="connsiteX53" fmla="*/ 2000307 w 4762649"/>
                <a:gd name="connsiteY53" fmla="*/ 1927219 h 4876797"/>
                <a:gd name="connsiteX54" fmla="*/ 1905057 w 4762649"/>
                <a:gd name="connsiteY54" fmla="*/ 1714383 h 4876797"/>
                <a:gd name="connsiteX55" fmla="*/ 1905057 w 4762649"/>
                <a:gd name="connsiteY55" fmla="*/ 1617513 h 4876797"/>
                <a:gd name="connsiteX56" fmla="*/ 1895208 w 4762649"/>
                <a:gd name="connsiteY56" fmla="*/ 1575622 h 4876797"/>
                <a:gd name="connsiteX57" fmla="*/ 1886797 w 4762649"/>
                <a:gd name="connsiteY57" fmla="*/ 1562135 h 4876797"/>
                <a:gd name="connsiteX58" fmla="*/ 901303 w 4762649"/>
                <a:gd name="connsiteY58" fmla="*/ 2000142 h 4876797"/>
                <a:gd name="connsiteX59" fmla="*/ 2381326 w 4762649"/>
                <a:gd name="connsiteY59" fmla="*/ 2657929 h 4876797"/>
                <a:gd name="connsiteX60" fmla="*/ 3861330 w 4762649"/>
                <a:gd name="connsiteY60" fmla="*/ 2000142 h 4876797"/>
                <a:gd name="connsiteX61" fmla="*/ 3497753 w 4762649"/>
                <a:gd name="connsiteY61" fmla="*/ 1012853 h 4876797"/>
                <a:gd name="connsiteX62" fmla="*/ 3534670 w 4762649"/>
                <a:gd name="connsiteY62" fmla="*/ 1021058 h 4876797"/>
                <a:gd name="connsiteX63" fmla="*/ 3944064 w 4762649"/>
                <a:gd name="connsiteY63" fmla="*/ 1203005 h 4876797"/>
                <a:gd name="connsiteX64" fmla="*/ 3992422 w 4762649"/>
                <a:gd name="connsiteY64" fmla="*/ 1328735 h 4876797"/>
                <a:gd name="connsiteX65" fmla="*/ 3905326 w 4762649"/>
                <a:gd name="connsiteY65" fmla="*/ 1385323 h 4876797"/>
                <a:gd name="connsiteX66" fmla="*/ 3866692 w 4762649"/>
                <a:gd name="connsiteY66" fmla="*/ 1377093 h 4876797"/>
                <a:gd name="connsiteX67" fmla="*/ 3457298 w 4762649"/>
                <a:gd name="connsiteY67" fmla="*/ 1195147 h 4876797"/>
                <a:gd name="connsiteX68" fmla="*/ 3408949 w 4762649"/>
                <a:gd name="connsiteY68" fmla="*/ 1069417 h 4876797"/>
                <a:gd name="connsiteX69" fmla="*/ 3497753 w 4762649"/>
                <a:gd name="connsiteY69" fmla="*/ 1012853 h 4876797"/>
                <a:gd name="connsiteX70" fmla="*/ 1264905 w 4762649"/>
                <a:gd name="connsiteY70" fmla="*/ 1012839 h 4876797"/>
                <a:gd name="connsiteX71" fmla="*/ 1353722 w 4762649"/>
                <a:gd name="connsiteY71" fmla="*/ 1069407 h 4876797"/>
                <a:gd name="connsiteX72" fmla="*/ 1305363 w 4762649"/>
                <a:gd name="connsiteY72" fmla="*/ 1195137 h 4876797"/>
                <a:gd name="connsiteX73" fmla="*/ 895969 w 4762649"/>
                <a:gd name="connsiteY73" fmla="*/ 1377083 h 4876797"/>
                <a:gd name="connsiteX74" fmla="*/ 857336 w 4762649"/>
                <a:gd name="connsiteY74" fmla="*/ 1385313 h 4876797"/>
                <a:gd name="connsiteX75" fmla="*/ 770249 w 4762649"/>
                <a:gd name="connsiteY75" fmla="*/ 1328725 h 4876797"/>
                <a:gd name="connsiteX76" fmla="*/ 818607 w 4762649"/>
                <a:gd name="connsiteY76" fmla="*/ 1202995 h 4876797"/>
                <a:gd name="connsiteX77" fmla="*/ 1228001 w 4762649"/>
                <a:gd name="connsiteY77" fmla="*/ 1021048 h 4876797"/>
                <a:gd name="connsiteX78" fmla="*/ 1264905 w 4762649"/>
                <a:gd name="connsiteY78" fmla="*/ 1012839 h 4876797"/>
                <a:gd name="connsiteX79" fmla="*/ 859047 w 4762649"/>
                <a:gd name="connsiteY79" fmla="*/ 203200 h 4876797"/>
                <a:gd name="connsiteX80" fmla="*/ 895969 w 4762649"/>
                <a:gd name="connsiteY80" fmla="*/ 211404 h 4876797"/>
                <a:gd name="connsiteX81" fmla="*/ 1305363 w 4762649"/>
                <a:gd name="connsiteY81" fmla="*/ 393350 h 4876797"/>
                <a:gd name="connsiteX82" fmla="*/ 1353721 w 4762649"/>
                <a:gd name="connsiteY82" fmla="*/ 519081 h 4876797"/>
                <a:gd name="connsiteX83" fmla="*/ 1266625 w 4762649"/>
                <a:gd name="connsiteY83" fmla="*/ 575669 h 4876797"/>
                <a:gd name="connsiteX84" fmla="*/ 1227991 w 4762649"/>
                <a:gd name="connsiteY84" fmla="*/ 567439 h 4876797"/>
                <a:gd name="connsiteX85" fmla="*/ 818597 w 4762649"/>
                <a:gd name="connsiteY85" fmla="*/ 385492 h 4876797"/>
                <a:gd name="connsiteX86" fmla="*/ 770248 w 4762649"/>
                <a:gd name="connsiteY86" fmla="*/ 259762 h 4876797"/>
                <a:gd name="connsiteX87" fmla="*/ 859047 w 4762649"/>
                <a:gd name="connsiteY87" fmla="*/ 203200 h 4876797"/>
                <a:gd name="connsiteX88" fmla="*/ 3903618 w 4762649"/>
                <a:gd name="connsiteY88" fmla="*/ 203181 h 4876797"/>
                <a:gd name="connsiteX89" fmla="*/ 3992423 w 4762649"/>
                <a:gd name="connsiteY89" fmla="*/ 259753 h 4876797"/>
                <a:gd name="connsiteX90" fmla="*/ 3944064 w 4762649"/>
                <a:gd name="connsiteY90" fmla="*/ 385483 h 4876797"/>
                <a:gd name="connsiteX91" fmla="*/ 3534670 w 4762649"/>
                <a:gd name="connsiteY91" fmla="*/ 567430 h 4876797"/>
                <a:gd name="connsiteX92" fmla="*/ 3496037 w 4762649"/>
                <a:gd name="connsiteY92" fmla="*/ 575659 h 4876797"/>
                <a:gd name="connsiteX93" fmla="*/ 3408950 w 4762649"/>
                <a:gd name="connsiteY93" fmla="*/ 519071 h 4876797"/>
                <a:gd name="connsiteX94" fmla="*/ 3457308 w 4762649"/>
                <a:gd name="connsiteY94" fmla="*/ 393341 h 4876797"/>
                <a:gd name="connsiteX95" fmla="*/ 3866702 w 4762649"/>
                <a:gd name="connsiteY95" fmla="*/ 211395 h 4876797"/>
                <a:gd name="connsiteX96" fmla="*/ 3903618 w 4762649"/>
                <a:gd name="connsiteY96" fmla="*/ 203181 h 4876797"/>
                <a:gd name="connsiteX97" fmla="*/ 2447508 w 4762649"/>
                <a:gd name="connsiteY97" fmla="*/ 193432 h 4876797"/>
                <a:gd name="connsiteX98" fmla="*/ 2304850 w 4762649"/>
                <a:gd name="connsiteY98" fmla="*/ 194612 h 4876797"/>
                <a:gd name="connsiteX99" fmla="*/ 1722939 w 4762649"/>
                <a:gd name="connsiteY99" fmla="*/ 749538 h 4876797"/>
                <a:gd name="connsiteX100" fmla="*/ 1963702 w 4762649"/>
                <a:gd name="connsiteY100" fmla="*/ 1376007 h 4876797"/>
                <a:gd name="connsiteX101" fmla="*/ 1981590 w 4762649"/>
                <a:gd name="connsiteY101" fmla="*/ 1389980 h 4876797"/>
                <a:gd name="connsiteX102" fmla="*/ 2023491 w 4762649"/>
                <a:gd name="connsiteY102" fmla="*/ 1428623 h 4876797"/>
                <a:gd name="connsiteX103" fmla="*/ 2286066 w 4762649"/>
                <a:gd name="connsiteY103" fmla="*/ 1428623 h 4876797"/>
                <a:gd name="connsiteX104" fmla="*/ 2286066 w 4762649"/>
                <a:gd name="connsiteY104" fmla="*/ 1087076 h 4876797"/>
                <a:gd name="connsiteX105" fmla="*/ 2123455 w 4762649"/>
                <a:gd name="connsiteY105" fmla="*/ 924465 h 4876797"/>
                <a:gd name="connsiteX106" fmla="*/ 2123455 w 4762649"/>
                <a:gd name="connsiteY106" fmla="*/ 789753 h 4876797"/>
                <a:gd name="connsiteX107" fmla="*/ 2258168 w 4762649"/>
                <a:gd name="connsiteY107" fmla="*/ 789753 h 4876797"/>
                <a:gd name="connsiteX108" fmla="*/ 2381326 w 4762649"/>
                <a:gd name="connsiteY108" fmla="*/ 912911 h 4876797"/>
                <a:gd name="connsiteX109" fmla="*/ 2504484 w 4762649"/>
                <a:gd name="connsiteY109" fmla="*/ 789762 h 4876797"/>
                <a:gd name="connsiteX110" fmla="*/ 2639196 w 4762649"/>
                <a:gd name="connsiteY110" fmla="*/ 789762 h 4876797"/>
                <a:gd name="connsiteX111" fmla="*/ 2639196 w 4762649"/>
                <a:gd name="connsiteY111" fmla="*/ 924474 h 4876797"/>
                <a:gd name="connsiteX112" fmla="*/ 2476585 w 4762649"/>
                <a:gd name="connsiteY112" fmla="*/ 1087085 h 4876797"/>
                <a:gd name="connsiteX113" fmla="*/ 2476585 w 4762649"/>
                <a:gd name="connsiteY113" fmla="*/ 1428633 h 4876797"/>
                <a:gd name="connsiteX114" fmla="*/ 2739018 w 4762649"/>
                <a:gd name="connsiteY114" fmla="*/ 1428633 h 4876797"/>
                <a:gd name="connsiteX115" fmla="*/ 2780490 w 4762649"/>
                <a:gd name="connsiteY115" fmla="*/ 1390418 h 4876797"/>
                <a:gd name="connsiteX116" fmla="*/ 2798721 w 4762649"/>
                <a:gd name="connsiteY116" fmla="*/ 1376207 h 4876797"/>
                <a:gd name="connsiteX117" fmla="*/ 3048104 w 4762649"/>
                <a:gd name="connsiteY117" fmla="*/ 857113 h 4876797"/>
                <a:gd name="connsiteX118" fmla="*/ 2825896 w 4762649"/>
                <a:gd name="connsiteY118" fmla="*/ 360166 h 4876797"/>
                <a:gd name="connsiteX119" fmla="*/ 2447508 w 4762649"/>
                <a:gd name="connsiteY119" fmla="*/ 193432 h 4876797"/>
                <a:gd name="connsiteX120" fmla="*/ 2375213 w 4762649"/>
                <a:gd name="connsiteY120" fmla="*/ 10 h 4876797"/>
                <a:gd name="connsiteX121" fmla="*/ 2952959 w 4762649"/>
                <a:gd name="connsiteY121" fmla="*/ 218243 h 4876797"/>
                <a:gd name="connsiteX122" fmla="*/ 3238595 w 4762649"/>
                <a:gd name="connsiteY122" fmla="*/ 857123 h 4876797"/>
                <a:gd name="connsiteX123" fmla="*/ 3026683 w 4762649"/>
                <a:gd name="connsiteY123" fmla="*/ 1420717 h 4876797"/>
                <a:gd name="connsiteX124" fmla="*/ 4134555 w 4762649"/>
                <a:gd name="connsiteY124" fmla="*/ 1913122 h 4876797"/>
                <a:gd name="connsiteX125" fmla="*/ 4134793 w 4762649"/>
                <a:gd name="connsiteY125" fmla="*/ 1913245 h 4876797"/>
                <a:gd name="connsiteX126" fmla="*/ 4145984 w 4762649"/>
                <a:gd name="connsiteY126" fmla="*/ 1919237 h 4876797"/>
                <a:gd name="connsiteX127" fmla="*/ 4147985 w 4762649"/>
                <a:gd name="connsiteY127" fmla="*/ 1920532 h 4876797"/>
                <a:gd name="connsiteX128" fmla="*/ 4156976 w 4762649"/>
                <a:gd name="connsiteY128" fmla="*/ 1927180 h 4876797"/>
                <a:gd name="connsiteX129" fmla="*/ 4158205 w 4762649"/>
                <a:gd name="connsiteY129" fmla="*/ 1928171 h 4876797"/>
                <a:gd name="connsiteX130" fmla="*/ 4166863 w 4762649"/>
                <a:gd name="connsiteY130" fmla="*/ 1936753 h 4876797"/>
                <a:gd name="connsiteX131" fmla="*/ 4168797 w 4762649"/>
                <a:gd name="connsiteY131" fmla="*/ 1939068 h 4876797"/>
                <a:gd name="connsiteX132" fmla="*/ 4172073 w 4762649"/>
                <a:gd name="connsiteY132" fmla="*/ 1943002 h 4876797"/>
                <a:gd name="connsiteX133" fmla="*/ 4743592 w 4762649"/>
                <a:gd name="connsiteY133" fmla="*/ 2705021 h 4876797"/>
                <a:gd name="connsiteX134" fmla="*/ 4759585 w 4762649"/>
                <a:gd name="connsiteY134" fmla="*/ 2786155 h 4876797"/>
                <a:gd name="connsiteX135" fmla="*/ 4706093 w 4762649"/>
                <a:gd name="connsiteY135" fmla="*/ 2849210 h 4876797"/>
                <a:gd name="connsiteX136" fmla="*/ 4191133 w 4762649"/>
                <a:gd name="connsiteY136" fmla="*/ 3078077 h 4876797"/>
                <a:gd name="connsiteX137" fmla="*/ 4191133 w 4762649"/>
                <a:gd name="connsiteY137" fmla="*/ 4019509 h 4876797"/>
                <a:gd name="connsiteX138" fmla="*/ 4134573 w 4762649"/>
                <a:gd name="connsiteY138" fmla="*/ 4106548 h 4876797"/>
                <a:gd name="connsiteX139" fmla="*/ 2420016 w 4762649"/>
                <a:gd name="connsiteY139" fmla="*/ 4868577 h 4876797"/>
                <a:gd name="connsiteX140" fmla="*/ 2419530 w 4762649"/>
                <a:gd name="connsiteY140" fmla="*/ 4868758 h 4876797"/>
                <a:gd name="connsiteX141" fmla="*/ 2411825 w 4762649"/>
                <a:gd name="connsiteY141" fmla="*/ 4871711 h 4876797"/>
                <a:gd name="connsiteX142" fmla="*/ 2410425 w 4762649"/>
                <a:gd name="connsiteY142" fmla="*/ 4872225 h 4876797"/>
                <a:gd name="connsiteX143" fmla="*/ 2401490 w 4762649"/>
                <a:gd name="connsiteY143" fmla="*/ 4874606 h 4876797"/>
                <a:gd name="connsiteX144" fmla="*/ 2400947 w 4762649"/>
                <a:gd name="connsiteY144" fmla="*/ 4874749 h 4876797"/>
                <a:gd name="connsiteX145" fmla="*/ 2381326 w 4762649"/>
                <a:gd name="connsiteY145" fmla="*/ 4876797 h 4876797"/>
                <a:gd name="connsiteX146" fmla="*/ 2361704 w 4762649"/>
                <a:gd name="connsiteY146" fmla="*/ 4874749 h 4876797"/>
                <a:gd name="connsiteX147" fmla="*/ 2361161 w 4762649"/>
                <a:gd name="connsiteY147" fmla="*/ 4874606 h 4876797"/>
                <a:gd name="connsiteX148" fmla="*/ 2352227 w 4762649"/>
                <a:gd name="connsiteY148" fmla="*/ 4872225 h 4876797"/>
                <a:gd name="connsiteX149" fmla="*/ 2350827 w 4762649"/>
                <a:gd name="connsiteY149" fmla="*/ 4871711 h 4876797"/>
                <a:gd name="connsiteX150" fmla="*/ 2343121 w 4762649"/>
                <a:gd name="connsiteY150" fmla="*/ 4868758 h 4876797"/>
                <a:gd name="connsiteX151" fmla="*/ 2342635 w 4762649"/>
                <a:gd name="connsiteY151" fmla="*/ 4868577 h 4876797"/>
                <a:gd name="connsiteX152" fmla="*/ 628078 w 4762649"/>
                <a:gd name="connsiteY152" fmla="*/ 4106548 h 4876797"/>
                <a:gd name="connsiteX153" fmla="*/ 571519 w 4762649"/>
                <a:gd name="connsiteY153" fmla="*/ 4019509 h 4876797"/>
                <a:gd name="connsiteX154" fmla="*/ 571519 w 4762649"/>
                <a:gd name="connsiteY154" fmla="*/ 3078077 h 4876797"/>
                <a:gd name="connsiteX155" fmla="*/ 56559 w 4762649"/>
                <a:gd name="connsiteY155" fmla="*/ 2849210 h 4876797"/>
                <a:gd name="connsiteX156" fmla="*/ 3067 w 4762649"/>
                <a:gd name="connsiteY156" fmla="*/ 2786155 h 4876797"/>
                <a:gd name="connsiteX157" fmla="*/ 19049 w 4762649"/>
                <a:gd name="connsiteY157" fmla="*/ 2705021 h 4876797"/>
                <a:gd name="connsiteX158" fmla="*/ 590559 w 4762649"/>
                <a:gd name="connsiteY158" fmla="*/ 1943002 h 4876797"/>
                <a:gd name="connsiteX159" fmla="*/ 593826 w 4762649"/>
                <a:gd name="connsiteY159" fmla="*/ 1939077 h 4876797"/>
                <a:gd name="connsiteX160" fmla="*/ 595769 w 4762649"/>
                <a:gd name="connsiteY160" fmla="*/ 1936744 h 4876797"/>
                <a:gd name="connsiteX161" fmla="*/ 604418 w 4762649"/>
                <a:gd name="connsiteY161" fmla="*/ 1928181 h 4876797"/>
                <a:gd name="connsiteX162" fmla="*/ 605685 w 4762649"/>
                <a:gd name="connsiteY162" fmla="*/ 1927171 h 4876797"/>
                <a:gd name="connsiteX163" fmla="*/ 614638 w 4762649"/>
                <a:gd name="connsiteY163" fmla="*/ 1920551 h 4876797"/>
                <a:gd name="connsiteX164" fmla="*/ 616658 w 4762649"/>
                <a:gd name="connsiteY164" fmla="*/ 1919237 h 4876797"/>
                <a:gd name="connsiteX165" fmla="*/ 627840 w 4762649"/>
                <a:gd name="connsiteY165" fmla="*/ 1913255 h 4876797"/>
                <a:gd name="connsiteX166" fmla="*/ 628078 w 4762649"/>
                <a:gd name="connsiteY166" fmla="*/ 1913122 h 4876797"/>
                <a:gd name="connsiteX167" fmla="*/ 1735835 w 4762649"/>
                <a:gd name="connsiteY167" fmla="*/ 1420784 h 4876797"/>
                <a:gd name="connsiteX168" fmla="*/ 1534696 w 4762649"/>
                <a:gd name="connsiteY168" fmla="*/ 720277 h 4876797"/>
                <a:gd name="connsiteX169" fmla="*/ 1789680 w 4762649"/>
                <a:gd name="connsiteY169" fmla="*/ 237503 h 4876797"/>
                <a:gd name="connsiteX170" fmla="*/ 2283885 w 4762649"/>
                <a:gd name="connsiteY170" fmla="*/ 5283 h 4876797"/>
                <a:gd name="connsiteX171" fmla="*/ 2375213 w 4762649"/>
                <a:gd name="connsiteY171" fmla="*/ 10 h 487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4762649" h="4876797">
                  <a:moveTo>
                    <a:pt x="2381326" y="3238431"/>
                  </a:moveTo>
                  <a:cubicBezTo>
                    <a:pt x="2433904" y="3238431"/>
                    <a:pt x="2476576" y="3281103"/>
                    <a:pt x="2476576" y="3333681"/>
                  </a:cubicBezTo>
                  <a:cubicBezTo>
                    <a:pt x="2476576" y="3386259"/>
                    <a:pt x="2433904" y="3428931"/>
                    <a:pt x="2381326" y="3428931"/>
                  </a:cubicBezTo>
                  <a:cubicBezTo>
                    <a:pt x="2328748" y="3428931"/>
                    <a:pt x="2286076" y="3386259"/>
                    <a:pt x="2286076" y="3333681"/>
                  </a:cubicBezTo>
                  <a:cubicBezTo>
                    <a:pt x="2286076" y="3281103"/>
                    <a:pt x="2328748" y="3238431"/>
                    <a:pt x="2381326" y="3238431"/>
                  </a:cubicBezTo>
                  <a:close/>
                  <a:moveTo>
                    <a:pt x="2381326" y="2920924"/>
                  </a:moveTo>
                  <a:lnTo>
                    <a:pt x="1885997" y="3581349"/>
                  </a:lnTo>
                  <a:cubicBezTo>
                    <a:pt x="1859356" y="3616887"/>
                    <a:pt x="1811683" y="3629289"/>
                    <a:pt x="1771116" y="3611239"/>
                  </a:cubicBezTo>
                  <a:lnTo>
                    <a:pt x="762019" y="3162745"/>
                  </a:lnTo>
                  <a:lnTo>
                    <a:pt x="762019" y="3957606"/>
                  </a:lnTo>
                  <a:lnTo>
                    <a:pt x="2286076" y="4634957"/>
                  </a:lnTo>
                  <a:lnTo>
                    <a:pt x="2286076" y="3714699"/>
                  </a:lnTo>
                  <a:cubicBezTo>
                    <a:pt x="2286076" y="3662102"/>
                    <a:pt x="2328719" y="3619449"/>
                    <a:pt x="2381326" y="3619449"/>
                  </a:cubicBezTo>
                  <a:cubicBezTo>
                    <a:pt x="2433932" y="3619449"/>
                    <a:pt x="2476576" y="3662102"/>
                    <a:pt x="2476576" y="3714699"/>
                  </a:cubicBezTo>
                  <a:lnTo>
                    <a:pt x="2476576" y="4634957"/>
                  </a:lnTo>
                  <a:lnTo>
                    <a:pt x="4000623" y="3957606"/>
                  </a:lnTo>
                  <a:lnTo>
                    <a:pt x="4000623" y="3162745"/>
                  </a:lnTo>
                  <a:lnTo>
                    <a:pt x="2991526" y="3611229"/>
                  </a:lnTo>
                  <a:cubicBezTo>
                    <a:pt x="2979048" y="3616782"/>
                    <a:pt x="2965885" y="3619449"/>
                    <a:pt x="2952883" y="3619449"/>
                  </a:cubicBezTo>
                  <a:cubicBezTo>
                    <a:pt x="2923613" y="3619449"/>
                    <a:pt x="2895095" y="3605933"/>
                    <a:pt x="2876645" y="3581340"/>
                  </a:cubicBezTo>
                  <a:close/>
                  <a:moveTo>
                    <a:pt x="697439" y="2118014"/>
                  </a:moveTo>
                  <a:lnTo>
                    <a:pt x="243192" y="2723699"/>
                  </a:lnTo>
                  <a:lnTo>
                    <a:pt x="1779146" y="3406337"/>
                  </a:lnTo>
                  <a:lnTo>
                    <a:pt x="2233393" y="2800661"/>
                  </a:lnTo>
                  <a:close/>
                  <a:moveTo>
                    <a:pt x="4065222" y="2118005"/>
                  </a:moveTo>
                  <a:lnTo>
                    <a:pt x="2529268" y="2800652"/>
                  </a:lnTo>
                  <a:lnTo>
                    <a:pt x="2983515" y="3406327"/>
                  </a:lnTo>
                  <a:lnTo>
                    <a:pt x="4519469" y="2723680"/>
                  </a:lnTo>
                  <a:close/>
                  <a:moveTo>
                    <a:pt x="2571826" y="2000142"/>
                  </a:moveTo>
                  <a:lnTo>
                    <a:pt x="2571825" y="2000152"/>
                  </a:lnTo>
                  <a:lnTo>
                    <a:pt x="2190816" y="2000152"/>
                  </a:lnTo>
                  <a:cubicBezTo>
                    <a:pt x="2190816" y="2050996"/>
                    <a:pt x="2210647" y="2098831"/>
                    <a:pt x="2246642" y="2134826"/>
                  </a:cubicBezTo>
                  <a:cubicBezTo>
                    <a:pt x="2282647" y="2170821"/>
                    <a:pt x="2330472" y="2190652"/>
                    <a:pt x="2381316" y="2190652"/>
                  </a:cubicBezTo>
                  <a:cubicBezTo>
                    <a:pt x="2473237" y="2190652"/>
                    <a:pt x="2550155" y="2125215"/>
                    <a:pt x="2567949" y="2038486"/>
                  </a:cubicBezTo>
                  <a:lnTo>
                    <a:pt x="2571825" y="2000152"/>
                  </a:lnTo>
                  <a:lnTo>
                    <a:pt x="2571826" y="2000152"/>
                  </a:lnTo>
                  <a:close/>
                  <a:moveTo>
                    <a:pt x="2095566" y="1619142"/>
                  </a:moveTo>
                  <a:lnTo>
                    <a:pt x="2095566" y="1714392"/>
                  </a:lnTo>
                  <a:cubicBezTo>
                    <a:pt x="2095566" y="1751359"/>
                    <a:pt x="2116255" y="1784277"/>
                    <a:pt x="2149554" y="1800317"/>
                  </a:cubicBezTo>
                  <a:cubicBezTo>
                    <a:pt x="2162422" y="1806499"/>
                    <a:pt x="2176319" y="1809642"/>
                    <a:pt x="2190816" y="1809642"/>
                  </a:cubicBezTo>
                  <a:lnTo>
                    <a:pt x="2571835" y="1809642"/>
                  </a:lnTo>
                  <a:cubicBezTo>
                    <a:pt x="2584723" y="1809642"/>
                    <a:pt x="2597172" y="1807147"/>
                    <a:pt x="2608831" y="1802213"/>
                  </a:cubicBezTo>
                  <a:cubicBezTo>
                    <a:pt x="2644225" y="1787239"/>
                    <a:pt x="2667085" y="1752778"/>
                    <a:pt x="2667085" y="1714392"/>
                  </a:cubicBezTo>
                  <a:lnTo>
                    <a:pt x="2667085" y="1619142"/>
                  </a:lnTo>
                  <a:close/>
                  <a:moveTo>
                    <a:pt x="2875769" y="1562106"/>
                  </a:moveTo>
                  <a:cubicBezTo>
                    <a:pt x="2872616" y="1566374"/>
                    <a:pt x="2869711" y="1570822"/>
                    <a:pt x="2867358" y="1575565"/>
                  </a:cubicBezTo>
                  <a:cubicBezTo>
                    <a:pt x="2860938" y="1588462"/>
                    <a:pt x="2857576" y="1602931"/>
                    <a:pt x="2857576" y="1617513"/>
                  </a:cubicBezTo>
                  <a:lnTo>
                    <a:pt x="2857576" y="1714383"/>
                  </a:lnTo>
                  <a:cubicBezTo>
                    <a:pt x="2857576" y="1797326"/>
                    <a:pt x="2821876" y="1874022"/>
                    <a:pt x="2762326" y="1927257"/>
                  </a:cubicBezTo>
                  <a:lnTo>
                    <a:pt x="2762326" y="2000142"/>
                  </a:lnTo>
                  <a:cubicBezTo>
                    <a:pt x="2762326" y="2210225"/>
                    <a:pt x="2591409" y="2381152"/>
                    <a:pt x="2381316" y="2381152"/>
                  </a:cubicBezTo>
                  <a:cubicBezTo>
                    <a:pt x="2279589" y="2381152"/>
                    <a:pt x="2183920" y="2341509"/>
                    <a:pt x="2111930" y="2269528"/>
                  </a:cubicBezTo>
                  <a:cubicBezTo>
                    <a:pt x="2039950" y="2197557"/>
                    <a:pt x="2000307" y="2101879"/>
                    <a:pt x="2000307" y="2000142"/>
                  </a:cubicBezTo>
                  <a:lnTo>
                    <a:pt x="2000307" y="1927219"/>
                  </a:lnTo>
                  <a:cubicBezTo>
                    <a:pt x="1940852" y="1873679"/>
                    <a:pt x="1905057" y="1796297"/>
                    <a:pt x="1905057" y="1714383"/>
                  </a:cubicBezTo>
                  <a:lnTo>
                    <a:pt x="1905057" y="1617513"/>
                  </a:lnTo>
                  <a:cubicBezTo>
                    <a:pt x="1905057" y="1602797"/>
                    <a:pt x="1901742" y="1588700"/>
                    <a:pt x="1895208" y="1575622"/>
                  </a:cubicBezTo>
                  <a:cubicBezTo>
                    <a:pt x="1892808" y="1570812"/>
                    <a:pt x="1889921" y="1566383"/>
                    <a:pt x="1886797" y="1562135"/>
                  </a:cubicBezTo>
                  <a:lnTo>
                    <a:pt x="901303" y="2000142"/>
                  </a:lnTo>
                  <a:lnTo>
                    <a:pt x="2381326" y="2657929"/>
                  </a:lnTo>
                  <a:lnTo>
                    <a:pt x="3861330" y="2000142"/>
                  </a:lnTo>
                  <a:close/>
                  <a:moveTo>
                    <a:pt x="3497753" y="1012853"/>
                  </a:moveTo>
                  <a:cubicBezTo>
                    <a:pt x="3510123" y="1013075"/>
                    <a:pt x="3522654" y="1015724"/>
                    <a:pt x="3534670" y="1021058"/>
                  </a:cubicBezTo>
                  <a:lnTo>
                    <a:pt x="3944064" y="1203005"/>
                  </a:lnTo>
                  <a:cubicBezTo>
                    <a:pt x="3992137" y="1224370"/>
                    <a:pt x="4013787" y="1280662"/>
                    <a:pt x="3992422" y="1328735"/>
                  </a:cubicBezTo>
                  <a:cubicBezTo>
                    <a:pt x="3976639" y="1364225"/>
                    <a:pt x="3941816" y="1385323"/>
                    <a:pt x="3905326" y="1385323"/>
                  </a:cubicBezTo>
                  <a:cubicBezTo>
                    <a:pt x="3892400" y="1385323"/>
                    <a:pt x="3879265" y="1382675"/>
                    <a:pt x="3866692" y="1377093"/>
                  </a:cubicBezTo>
                  <a:lnTo>
                    <a:pt x="3457298" y="1195147"/>
                  </a:lnTo>
                  <a:cubicBezTo>
                    <a:pt x="3409225" y="1173773"/>
                    <a:pt x="3387575" y="1117480"/>
                    <a:pt x="3408949" y="1069417"/>
                  </a:cubicBezTo>
                  <a:cubicBezTo>
                    <a:pt x="3424965" y="1033362"/>
                    <a:pt x="3460640" y="1012186"/>
                    <a:pt x="3497753" y="1012853"/>
                  </a:cubicBezTo>
                  <a:close/>
                  <a:moveTo>
                    <a:pt x="1264905" y="1012839"/>
                  </a:moveTo>
                  <a:cubicBezTo>
                    <a:pt x="1302012" y="1012171"/>
                    <a:pt x="1337698" y="1033352"/>
                    <a:pt x="1353722" y="1069407"/>
                  </a:cubicBezTo>
                  <a:cubicBezTo>
                    <a:pt x="1375086" y="1117480"/>
                    <a:pt x="1353436" y="1173782"/>
                    <a:pt x="1305363" y="1195137"/>
                  </a:cubicBezTo>
                  <a:lnTo>
                    <a:pt x="895969" y="1377083"/>
                  </a:lnTo>
                  <a:cubicBezTo>
                    <a:pt x="883396" y="1382665"/>
                    <a:pt x="870261" y="1385313"/>
                    <a:pt x="857336" y="1385313"/>
                  </a:cubicBezTo>
                  <a:cubicBezTo>
                    <a:pt x="820836" y="1385313"/>
                    <a:pt x="786012" y="1364225"/>
                    <a:pt x="770249" y="1328725"/>
                  </a:cubicBezTo>
                  <a:cubicBezTo>
                    <a:pt x="748884" y="1280652"/>
                    <a:pt x="770534" y="1224360"/>
                    <a:pt x="818607" y="1202995"/>
                  </a:cubicBezTo>
                  <a:lnTo>
                    <a:pt x="1228001" y="1021048"/>
                  </a:lnTo>
                  <a:cubicBezTo>
                    <a:pt x="1240010" y="1015712"/>
                    <a:pt x="1252536" y="1013061"/>
                    <a:pt x="1264905" y="1012839"/>
                  </a:cubicBezTo>
                  <a:close/>
                  <a:moveTo>
                    <a:pt x="859047" y="203200"/>
                  </a:moveTo>
                  <a:cubicBezTo>
                    <a:pt x="871419" y="203421"/>
                    <a:pt x="883951" y="206070"/>
                    <a:pt x="895969" y="211404"/>
                  </a:cubicBezTo>
                  <a:lnTo>
                    <a:pt x="1305363" y="393350"/>
                  </a:lnTo>
                  <a:cubicBezTo>
                    <a:pt x="1353436" y="414715"/>
                    <a:pt x="1375086" y="471008"/>
                    <a:pt x="1353721" y="519081"/>
                  </a:cubicBezTo>
                  <a:cubicBezTo>
                    <a:pt x="1337938" y="554571"/>
                    <a:pt x="1303115" y="575669"/>
                    <a:pt x="1266625" y="575669"/>
                  </a:cubicBezTo>
                  <a:cubicBezTo>
                    <a:pt x="1253699" y="575669"/>
                    <a:pt x="1240564" y="573021"/>
                    <a:pt x="1227991" y="567439"/>
                  </a:cubicBezTo>
                  <a:lnTo>
                    <a:pt x="818597" y="385492"/>
                  </a:lnTo>
                  <a:cubicBezTo>
                    <a:pt x="770525" y="364118"/>
                    <a:pt x="748874" y="307826"/>
                    <a:pt x="770248" y="259762"/>
                  </a:cubicBezTo>
                  <a:cubicBezTo>
                    <a:pt x="786264" y="223715"/>
                    <a:pt x="821933" y="202535"/>
                    <a:pt x="859047" y="203200"/>
                  </a:cubicBezTo>
                  <a:close/>
                  <a:moveTo>
                    <a:pt x="3903618" y="203181"/>
                  </a:moveTo>
                  <a:cubicBezTo>
                    <a:pt x="3940728" y="202511"/>
                    <a:pt x="3976399" y="223698"/>
                    <a:pt x="3992423" y="259753"/>
                  </a:cubicBezTo>
                  <a:cubicBezTo>
                    <a:pt x="4013787" y="307835"/>
                    <a:pt x="3992137" y="364128"/>
                    <a:pt x="3944064" y="385483"/>
                  </a:cubicBezTo>
                  <a:lnTo>
                    <a:pt x="3534670" y="567430"/>
                  </a:lnTo>
                  <a:cubicBezTo>
                    <a:pt x="3522097" y="573011"/>
                    <a:pt x="3508962" y="575659"/>
                    <a:pt x="3496037" y="575659"/>
                  </a:cubicBezTo>
                  <a:cubicBezTo>
                    <a:pt x="3459537" y="575659"/>
                    <a:pt x="3424713" y="554571"/>
                    <a:pt x="3408950" y="519071"/>
                  </a:cubicBezTo>
                  <a:cubicBezTo>
                    <a:pt x="3387585" y="470998"/>
                    <a:pt x="3409235" y="414706"/>
                    <a:pt x="3457308" y="393341"/>
                  </a:cubicBezTo>
                  <a:lnTo>
                    <a:pt x="3866702" y="211395"/>
                  </a:lnTo>
                  <a:cubicBezTo>
                    <a:pt x="3878718" y="206056"/>
                    <a:pt x="3891248" y="203404"/>
                    <a:pt x="3903618" y="203181"/>
                  </a:cubicBezTo>
                  <a:close/>
                  <a:moveTo>
                    <a:pt x="2447508" y="193432"/>
                  </a:moveTo>
                  <a:cubicBezTo>
                    <a:pt x="2400801" y="188925"/>
                    <a:pt x="2353070" y="189261"/>
                    <a:pt x="2304850" y="194612"/>
                  </a:cubicBezTo>
                  <a:cubicBezTo>
                    <a:pt x="2012670" y="226930"/>
                    <a:pt x="1767944" y="460321"/>
                    <a:pt x="1722939" y="749538"/>
                  </a:cubicBezTo>
                  <a:cubicBezTo>
                    <a:pt x="1685439" y="990425"/>
                    <a:pt x="1775450" y="1224617"/>
                    <a:pt x="1963702" y="1376007"/>
                  </a:cubicBezTo>
                  <a:cubicBezTo>
                    <a:pt x="1969665" y="1380817"/>
                    <a:pt x="1975542" y="1385484"/>
                    <a:pt x="1981590" y="1389980"/>
                  </a:cubicBezTo>
                  <a:cubicBezTo>
                    <a:pt x="1996859" y="1401410"/>
                    <a:pt x="2010841" y="1414431"/>
                    <a:pt x="2023491" y="1428623"/>
                  </a:cubicBezTo>
                  <a:lnTo>
                    <a:pt x="2286066" y="1428623"/>
                  </a:lnTo>
                  <a:lnTo>
                    <a:pt x="2286066" y="1087076"/>
                  </a:lnTo>
                  <a:lnTo>
                    <a:pt x="2123455" y="924465"/>
                  </a:lnTo>
                  <a:cubicBezTo>
                    <a:pt x="2086260" y="887260"/>
                    <a:pt x="2086260" y="826948"/>
                    <a:pt x="2123455" y="789753"/>
                  </a:cubicBezTo>
                  <a:cubicBezTo>
                    <a:pt x="2160660" y="752567"/>
                    <a:pt x="2220972" y="752567"/>
                    <a:pt x="2258168" y="789753"/>
                  </a:cubicBezTo>
                  <a:lnTo>
                    <a:pt x="2381326" y="912911"/>
                  </a:lnTo>
                  <a:lnTo>
                    <a:pt x="2504484" y="789762"/>
                  </a:lnTo>
                  <a:cubicBezTo>
                    <a:pt x="2541689" y="752577"/>
                    <a:pt x="2602001" y="752577"/>
                    <a:pt x="2639196" y="789762"/>
                  </a:cubicBezTo>
                  <a:cubicBezTo>
                    <a:pt x="2676391" y="826967"/>
                    <a:pt x="2676391" y="887279"/>
                    <a:pt x="2639196" y="924474"/>
                  </a:cubicBezTo>
                  <a:lnTo>
                    <a:pt x="2476585" y="1087085"/>
                  </a:lnTo>
                  <a:lnTo>
                    <a:pt x="2476585" y="1428633"/>
                  </a:lnTo>
                  <a:lnTo>
                    <a:pt x="2739018" y="1428633"/>
                  </a:lnTo>
                  <a:cubicBezTo>
                    <a:pt x="2751553" y="1414583"/>
                    <a:pt x="2765402" y="1401686"/>
                    <a:pt x="2780490" y="1390418"/>
                  </a:cubicBezTo>
                  <a:cubicBezTo>
                    <a:pt x="2786681" y="1385808"/>
                    <a:pt x="2792739" y="1381055"/>
                    <a:pt x="2798721" y="1376207"/>
                  </a:cubicBezTo>
                  <a:cubicBezTo>
                    <a:pt x="2957303" y="1248715"/>
                    <a:pt x="3048104" y="1059596"/>
                    <a:pt x="3048104" y="857113"/>
                  </a:cubicBezTo>
                  <a:cubicBezTo>
                    <a:pt x="3048104" y="667718"/>
                    <a:pt x="2967113" y="486581"/>
                    <a:pt x="2825896" y="360166"/>
                  </a:cubicBezTo>
                  <a:cubicBezTo>
                    <a:pt x="2718554" y="264068"/>
                    <a:pt x="2587632" y="206954"/>
                    <a:pt x="2447508" y="193432"/>
                  </a:cubicBezTo>
                  <a:close/>
                  <a:moveTo>
                    <a:pt x="2375213" y="10"/>
                  </a:moveTo>
                  <a:cubicBezTo>
                    <a:pt x="2587741" y="-1027"/>
                    <a:pt x="2794281" y="76167"/>
                    <a:pt x="2952959" y="218243"/>
                  </a:cubicBezTo>
                  <a:cubicBezTo>
                    <a:pt x="3134487" y="380759"/>
                    <a:pt x="3238595" y="613626"/>
                    <a:pt x="3238595" y="857123"/>
                  </a:cubicBezTo>
                  <a:cubicBezTo>
                    <a:pt x="3238595" y="1067083"/>
                    <a:pt x="3162690" y="1265822"/>
                    <a:pt x="3026683" y="1420717"/>
                  </a:cubicBezTo>
                  <a:lnTo>
                    <a:pt x="4134555" y="1913122"/>
                  </a:lnTo>
                  <a:cubicBezTo>
                    <a:pt x="4134640" y="1913150"/>
                    <a:pt x="4134707" y="1913207"/>
                    <a:pt x="4134793" y="1913245"/>
                  </a:cubicBezTo>
                  <a:cubicBezTo>
                    <a:pt x="4138641" y="1914969"/>
                    <a:pt x="4142365" y="1916998"/>
                    <a:pt x="4145984" y="1919237"/>
                  </a:cubicBezTo>
                  <a:cubicBezTo>
                    <a:pt x="4146670" y="1919656"/>
                    <a:pt x="4147318" y="1920094"/>
                    <a:pt x="4147985" y="1920532"/>
                  </a:cubicBezTo>
                  <a:cubicBezTo>
                    <a:pt x="4151090" y="1922561"/>
                    <a:pt x="4154090" y="1924761"/>
                    <a:pt x="4156976" y="1927180"/>
                  </a:cubicBezTo>
                  <a:cubicBezTo>
                    <a:pt x="4157376" y="1927523"/>
                    <a:pt x="4157805" y="1927828"/>
                    <a:pt x="4158205" y="1928171"/>
                  </a:cubicBezTo>
                  <a:cubicBezTo>
                    <a:pt x="4161244" y="1930810"/>
                    <a:pt x="4164129" y="1933686"/>
                    <a:pt x="4166863" y="1936753"/>
                  </a:cubicBezTo>
                  <a:cubicBezTo>
                    <a:pt x="4167539" y="1937506"/>
                    <a:pt x="4168149" y="1938296"/>
                    <a:pt x="4168797" y="1939068"/>
                  </a:cubicBezTo>
                  <a:cubicBezTo>
                    <a:pt x="4169892" y="1940373"/>
                    <a:pt x="4171035" y="1941620"/>
                    <a:pt x="4172073" y="1943002"/>
                  </a:cubicBezTo>
                  <a:lnTo>
                    <a:pt x="4743592" y="2705021"/>
                  </a:lnTo>
                  <a:cubicBezTo>
                    <a:pt x="4760995" y="2728224"/>
                    <a:pt x="4766881" y="2758094"/>
                    <a:pt x="4759585" y="2786155"/>
                  </a:cubicBezTo>
                  <a:cubicBezTo>
                    <a:pt x="4752279" y="2814215"/>
                    <a:pt x="4732591" y="2837437"/>
                    <a:pt x="4706093" y="2849210"/>
                  </a:cubicBezTo>
                  <a:lnTo>
                    <a:pt x="4191133" y="3078077"/>
                  </a:lnTo>
                  <a:lnTo>
                    <a:pt x="4191133" y="4019509"/>
                  </a:lnTo>
                  <a:cubicBezTo>
                    <a:pt x="4191133" y="4057152"/>
                    <a:pt x="4168968" y="4091270"/>
                    <a:pt x="4134573" y="4106548"/>
                  </a:cubicBezTo>
                  <a:lnTo>
                    <a:pt x="2420016" y="4868577"/>
                  </a:lnTo>
                  <a:cubicBezTo>
                    <a:pt x="2419855" y="4868644"/>
                    <a:pt x="2419693" y="4868691"/>
                    <a:pt x="2419530" y="4868758"/>
                  </a:cubicBezTo>
                  <a:cubicBezTo>
                    <a:pt x="2417025" y="4869863"/>
                    <a:pt x="2414444" y="4870825"/>
                    <a:pt x="2411825" y="4871711"/>
                  </a:cubicBezTo>
                  <a:cubicBezTo>
                    <a:pt x="2411358" y="4871873"/>
                    <a:pt x="2410901" y="4872073"/>
                    <a:pt x="2410425" y="4872225"/>
                  </a:cubicBezTo>
                  <a:cubicBezTo>
                    <a:pt x="2407500" y="4873159"/>
                    <a:pt x="2404519" y="4873949"/>
                    <a:pt x="2401490" y="4874606"/>
                  </a:cubicBezTo>
                  <a:cubicBezTo>
                    <a:pt x="2401309" y="4874654"/>
                    <a:pt x="2401128" y="4874711"/>
                    <a:pt x="2400947" y="4874749"/>
                  </a:cubicBezTo>
                  <a:cubicBezTo>
                    <a:pt x="2394613" y="4876083"/>
                    <a:pt x="2388050" y="4876797"/>
                    <a:pt x="2381326" y="4876797"/>
                  </a:cubicBezTo>
                  <a:cubicBezTo>
                    <a:pt x="2374601" y="4876797"/>
                    <a:pt x="2368038" y="4876073"/>
                    <a:pt x="2361704" y="4874749"/>
                  </a:cubicBezTo>
                  <a:cubicBezTo>
                    <a:pt x="2361523" y="4874701"/>
                    <a:pt x="2361342" y="4874644"/>
                    <a:pt x="2361161" y="4874606"/>
                  </a:cubicBezTo>
                  <a:cubicBezTo>
                    <a:pt x="2358123" y="4873949"/>
                    <a:pt x="2355142" y="4873159"/>
                    <a:pt x="2352227" y="4872225"/>
                  </a:cubicBezTo>
                  <a:cubicBezTo>
                    <a:pt x="2351751" y="4872073"/>
                    <a:pt x="2351293" y="4871873"/>
                    <a:pt x="2350827" y="4871711"/>
                  </a:cubicBezTo>
                  <a:cubicBezTo>
                    <a:pt x="2348207" y="4870825"/>
                    <a:pt x="2345636" y="4869863"/>
                    <a:pt x="2343121" y="4868758"/>
                  </a:cubicBezTo>
                  <a:cubicBezTo>
                    <a:pt x="2342959" y="4868691"/>
                    <a:pt x="2342797" y="4868644"/>
                    <a:pt x="2342635" y="4868577"/>
                  </a:cubicBezTo>
                  <a:lnTo>
                    <a:pt x="628078" y="4106548"/>
                  </a:lnTo>
                  <a:cubicBezTo>
                    <a:pt x="593683" y="4091261"/>
                    <a:pt x="571519" y="4057152"/>
                    <a:pt x="571519" y="4019509"/>
                  </a:cubicBezTo>
                  <a:lnTo>
                    <a:pt x="571519" y="3078077"/>
                  </a:lnTo>
                  <a:lnTo>
                    <a:pt x="56559" y="2849210"/>
                  </a:lnTo>
                  <a:cubicBezTo>
                    <a:pt x="30051" y="2837437"/>
                    <a:pt x="10363" y="2814225"/>
                    <a:pt x="3067" y="2786155"/>
                  </a:cubicBezTo>
                  <a:cubicBezTo>
                    <a:pt x="-4230" y="2758084"/>
                    <a:pt x="1647" y="2728224"/>
                    <a:pt x="19049" y="2705021"/>
                  </a:cubicBezTo>
                  <a:lnTo>
                    <a:pt x="590559" y="1943002"/>
                  </a:lnTo>
                  <a:cubicBezTo>
                    <a:pt x="591597" y="1941630"/>
                    <a:pt x="592731" y="1940382"/>
                    <a:pt x="593826" y="1939077"/>
                  </a:cubicBezTo>
                  <a:cubicBezTo>
                    <a:pt x="594483" y="1938296"/>
                    <a:pt x="595093" y="1937496"/>
                    <a:pt x="595769" y="1936744"/>
                  </a:cubicBezTo>
                  <a:cubicBezTo>
                    <a:pt x="598503" y="1933686"/>
                    <a:pt x="601379" y="1930819"/>
                    <a:pt x="604418" y="1928181"/>
                  </a:cubicBezTo>
                  <a:cubicBezTo>
                    <a:pt x="604827" y="1927828"/>
                    <a:pt x="605275" y="1927514"/>
                    <a:pt x="605685" y="1927171"/>
                  </a:cubicBezTo>
                  <a:cubicBezTo>
                    <a:pt x="608552" y="1924771"/>
                    <a:pt x="611543" y="1922570"/>
                    <a:pt x="614638" y="1920551"/>
                  </a:cubicBezTo>
                  <a:cubicBezTo>
                    <a:pt x="615315" y="1920113"/>
                    <a:pt x="615972" y="1919665"/>
                    <a:pt x="616658" y="1919237"/>
                  </a:cubicBezTo>
                  <a:cubicBezTo>
                    <a:pt x="620277" y="1916998"/>
                    <a:pt x="623992" y="1914969"/>
                    <a:pt x="627840" y="1913255"/>
                  </a:cubicBezTo>
                  <a:cubicBezTo>
                    <a:pt x="627926" y="1913217"/>
                    <a:pt x="627992" y="1913160"/>
                    <a:pt x="628078" y="1913122"/>
                  </a:cubicBezTo>
                  <a:lnTo>
                    <a:pt x="1735835" y="1420784"/>
                  </a:lnTo>
                  <a:cubicBezTo>
                    <a:pt x="1568910" y="1231227"/>
                    <a:pt x="1494472" y="978691"/>
                    <a:pt x="1534696" y="720277"/>
                  </a:cubicBezTo>
                  <a:cubicBezTo>
                    <a:pt x="1562947" y="538731"/>
                    <a:pt x="1653511" y="367281"/>
                    <a:pt x="1789680" y="237503"/>
                  </a:cubicBezTo>
                  <a:cubicBezTo>
                    <a:pt x="1925602" y="107972"/>
                    <a:pt x="2101110" y="25505"/>
                    <a:pt x="2283885" y="5283"/>
                  </a:cubicBezTo>
                  <a:cubicBezTo>
                    <a:pt x="2314369" y="1903"/>
                    <a:pt x="2344852" y="158"/>
                    <a:pt x="2375213" y="10"/>
                  </a:cubicBezTo>
                  <a:close/>
                </a:path>
              </a:pathLst>
            </a:custGeom>
            <a:solidFill>
              <a:schemeClr val="bg1"/>
            </a:solidFill>
            <a:ln>
              <a:noFill/>
            </a:ln>
          </p:spPr>
          <p:style>
            <a:lnRef idx="1">
              <a:schemeClr val="accent3"/>
            </a:lnRef>
            <a:fillRef idx="3">
              <a:schemeClr val="accent3"/>
            </a:fillRef>
            <a:effectRef idx="2">
              <a:schemeClr val="accent3"/>
            </a:effectRef>
            <a:fontRef idx="minor">
              <a:schemeClr val="lt1"/>
            </a:fontRef>
          </p:style>
          <p:txBody>
            <a:bodyPr rtlCol="0" anchor="ctr"/>
            <a:lstStyle/>
            <a:p>
              <a:endParaRPr lang="en-US" sz="1200"/>
            </a:p>
          </p:txBody>
        </p:sp>
        <p:sp>
          <p:nvSpPr>
            <p:cNvPr id="13" name="Freeform: Shape 76">
              <a:extLst>
                <a:ext uri="{FF2B5EF4-FFF2-40B4-BE49-F238E27FC236}">
                  <a16:creationId xmlns:a16="http://schemas.microsoft.com/office/drawing/2014/main" id="{85D98406-F5DD-27C0-51B9-640043B2DB6B}"/>
                </a:ext>
              </a:extLst>
            </p:cNvPr>
            <p:cNvSpPr>
              <a:spLocks noChangeAspect="1"/>
            </p:cNvSpPr>
            <p:nvPr/>
          </p:nvSpPr>
          <p:spPr>
            <a:xfrm>
              <a:off x="5303526" y="3457005"/>
              <a:ext cx="253477" cy="252000"/>
            </a:xfrm>
            <a:custGeom>
              <a:avLst/>
              <a:gdLst>
                <a:gd name="connsiteX0" fmla="*/ 95821 w 4876773"/>
                <a:gd name="connsiteY0" fmla="*/ 4656712 h 4848355"/>
                <a:gd name="connsiteX1" fmla="*/ 191643 w 4876773"/>
                <a:gd name="connsiteY1" fmla="*/ 4752533 h 4848355"/>
                <a:gd name="connsiteX2" fmla="*/ 95821 w 4876773"/>
                <a:gd name="connsiteY2" fmla="*/ 4848355 h 4848355"/>
                <a:gd name="connsiteX3" fmla="*/ 0 w 4876773"/>
                <a:gd name="connsiteY3" fmla="*/ 4752533 h 4848355"/>
                <a:gd name="connsiteX4" fmla="*/ 95821 w 4876773"/>
                <a:gd name="connsiteY4" fmla="*/ 4656712 h 4848355"/>
                <a:gd name="connsiteX5" fmla="*/ 862291 w 4876773"/>
                <a:gd name="connsiteY5" fmla="*/ 3611335 h 4848355"/>
                <a:gd name="connsiteX6" fmla="*/ 953844 w 4876773"/>
                <a:gd name="connsiteY6" fmla="*/ 3664178 h 4848355"/>
                <a:gd name="connsiteX7" fmla="*/ 910867 w 4876773"/>
                <a:gd name="connsiteY7" fmla="*/ 3792404 h 4848355"/>
                <a:gd name="connsiteX8" fmla="*/ 682133 w 4876773"/>
                <a:gd name="connsiteY8" fmla="*/ 3906304 h 4848355"/>
                <a:gd name="connsiteX9" fmla="*/ 508597 w 4876773"/>
                <a:gd name="connsiteY9" fmla="*/ 4166298 h 4848355"/>
                <a:gd name="connsiteX10" fmla="*/ 499530 w 4876773"/>
                <a:gd name="connsiteY10" fmla="*/ 4298762 h 4848355"/>
                <a:gd name="connsiteX11" fmla="*/ 515998 w 4876773"/>
                <a:gd name="connsiteY11" fmla="*/ 4342701 h 4848355"/>
                <a:gd name="connsiteX12" fmla="*/ 559928 w 4876773"/>
                <a:gd name="connsiteY12" fmla="*/ 4359170 h 4848355"/>
                <a:gd name="connsiteX13" fmla="*/ 692401 w 4876773"/>
                <a:gd name="connsiteY13" fmla="*/ 4350102 h 4848355"/>
                <a:gd name="connsiteX14" fmla="*/ 952396 w 4876773"/>
                <a:gd name="connsiteY14" fmla="*/ 4176566 h 4848355"/>
                <a:gd name="connsiteX15" fmla="*/ 1066296 w 4876773"/>
                <a:gd name="connsiteY15" fmla="*/ 3947823 h 4848355"/>
                <a:gd name="connsiteX16" fmla="*/ 1194521 w 4876773"/>
                <a:gd name="connsiteY16" fmla="*/ 3904847 h 4848355"/>
                <a:gd name="connsiteX17" fmla="*/ 1237488 w 4876773"/>
                <a:gd name="connsiteY17" fmla="*/ 4033072 h 4848355"/>
                <a:gd name="connsiteX18" fmla="*/ 1123589 w 4876773"/>
                <a:gd name="connsiteY18" fmla="*/ 4261805 h 4848355"/>
                <a:gd name="connsiteX19" fmla="*/ 705460 w 4876773"/>
                <a:gd name="connsiteY19" fmla="*/ 4540907 h 4848355"/>
                <a:gd name="connsiteX20" fmla="*/ 572986 w 4876773"/>
                <a:gd name="connsiteY20" fmla="*/ 4549975 h 4848355"/>
                <a:gd name="connsiteX21" fmla="*/ 556032 w 4876773"/>
                <a:gd name="connsiteY21" fmla="*/ 4550556 h 4848355"/>
                <a:gd name="connsiteX22" fmla="*/ 380743 w 4876773"/>
                <a:gd name="connsiteY22" fmla="*/ 4477937 h 4848355"/>
                <a:gd name="connsiteX23" fmla="*/ 308715 w 4876773"/>
                <a:gd name="connsiteY23" fmla="*/ 4285694 h 4848355"/>
                <a:gd name="connsiteX24" fmla="*/ 317783 w 4876773"/>
                <a:gd name="connsiteY24" fmla="*/ 4153230 h 4848355"/>
                <a:gd name="connsiteX25" fmla="*/ 596885 w 4876773"/>
                <a:gd name="connsiteY25" fmla="*/ 3735101 h 4848355"/>
                <a:gd name="connsiteX26" fmla="*/ 825618 w 4876773"/>
                <a:gd name="connsiteY26" fmla="*/ 3621201 h 4848355"/>
                <a:gd name="connsiteX27" fmla="*/ 862291 w 4876773"/>
                <a:gd name="connsiteY27" fmla="*/ 3611335 h 4848355"/>
                <a:gd name="connsiteX28" fmla="*/ 1391803 w 4876773"/>
                <a:gd name="connsiteY28" fmla="*/ 2999590 h 4848355"/>
                <a:gd name="connsiteX29" fmla="*/ 1185339 w 4876773"/>
                <a:gd name="connsiteY29" fmla="*/ 3244697 h 4848355"/>
                <a:gd name="connsiteX30" fmla="*/ 1363809 w 4876773"/>
                <a:gd name="connsiteY30" fmla="*/ 3485299 h 4848355"/>
                <a:gd name="connsiteX31" fmla="*/ 1611383 w 4876773"/>
                <a:gd name="connsiteY31" fmla="*/ 3670350 h 4848355"/>
                <a:gd name="connsiteX32" fmla="*/ 1759973 w 4876773"/>
                <a:gd name="connsiteY32" fmla="*/ 3546935 h 4848355"/>
                <a:gd name="connsiteX33" fmla="*/ 1859976 w 4876773"/>
                <a:gd name="connsiteY33" fmla="*/ 3463629 h 4848355"/>
                <a:gd name="connsiteX34" fmla="*/ 1596695 w 4876773"/>
                <a:gd name="connsiteY34" fmla="*/ 3237306 h 4848355"/>
                <a:gd name="connsiteX35" fmla="*/ 1596609 w 4876773"/>
                <a:gd name="connsiteY35" fmla="*/ 3237229 h 4848355"/>
                <a:gd name="connsiteX36" fmla="*/ 1596552 w 4876773"/>
                <a:gd name="connsiteY36" fmla="*/ 3237163 h 4848355"/>
                <a:gd name="connsiteX37" fmla="*/ 1596381 w 4876773"/>
                <a:gd name="connsiteY37" fmla="*/ 3237001 h 4848355"/>
                <a:gd name="connsiteX38" fmla="*/ 1391803 w 4876773"/>
                <a:gd name="connsiteY38" fmla="*/ 2999590 h 4848355"/>
                <a:gd name="connsiteX39" fmla="*/ 3351600 w 4876773"/>
                <a:gd name="connsiteY39" fmla="*/ 2731461 h 4848355"/>
                <a:gd name="connsiteX40" fmla="*/ 2463785 w 4876773"/>
                <a:gd name="connsiteY40" fmla="*/ 3420405 h 4848355"/>
                <a:gd name="connsiteX41" fmla="*/ 2520954 w 4876773"/>
                <a:gd name="connsiteY41" fmla="*/ 4532848 h 4848355"/>
                <a:gd name="connsiteX42" fmla="*/ 2930643 w 4876773"/>
                <a:gd name="connsiteY42" fmla="*/ 4123159 h 4848355"/>
                <a:gd name="connsiteX43" fmla="*/ 3351610 w 4876773"/>
                <a:gd name="connsiteY43" fmla="*/ 3106861 h 4848355"/>
                <a:gd name="connsiteX44" fmla="*/ 3351600 w 4876773"/>
                <a:gd name="connsiteY44" fmla="*/ 3106861 h 4848355"/>
                <a:gd name="connsiteX45" fmla="*/ 2543223 w 4876773"/>
                <a:gd name="connsiteY45" fmla="*/ 2226713 h 4848355"/>
                <a:gd name="connsiteX46" fmla="*/ 2638854 w 4876773"/>
                <a:gd name="connsiteY46" fmla="*/ 2322344 h 4848355"/>
                <a:gd name="connsiteX47" fmla="*/ 2543223 w 4876773"/>
                <a:gd name="connsiteY47" fmla="*/ 2417975 h 4848355"/>
                <a:gd name="connsiteX48" fmla="*/ 2447592 w 4876773"/>
                <a:gd name="connsiteY48" fmla="*/ 2322344 h 4848355"/>
                <a:gd name="connsiteX49" fmla="*/ 2543223 w 4876773"/>
                <a:gd name="connsiteY49" fmla="*/ 2226713 h 4848355"/>
                <a:gd name="connsiteX50" fmla="*/ 1740104 w 4876773"/>
                <a:gd name="connsiteY50" fmla="*/ 1496583 h 4848355"/>
                <a:gd name="connsiteX51" fmla="*/ 725186 w 4876773"/>
                <a:gd name="connsiteY51" fmla="*/ 1917550 h 4848355"/>
                <a:gd name="connsiteX52" fmla="*/ 315497 w 4876773"/>
                <a:gd name="connsiteY52" fmla="*/ 2327239 h 4848355"/>
                <a:gd name="connsiteX53" fmla="*/ 1429350 w 4876773"/>
                <a:gd name="connsiteY53" fmla="*/ 2384466 h 4848355"/>
                <a:gd name="connsiteX54" fmla="*/ 2140963 w 4876773"/>
                <a:gd name="connsiteY54" fmla="*/ 1508356 h 4848355"/>
                <a:gd name="connsiteX55" fmla="*/ 3507705 w 4876773"/>
                <a:gd name="connsiteY55" fmla="*/ 1182068 h 4848355"/>
                <a:gd name="connsiteX56" fmla="*/ 3355134 w 4876773"/>
                <a:gd name="connsiteY56" fmla="*/ 1245266 h 4848355"/>
                <a:gd name="connsiteX57" fmla="*/ 3355134 w 4876773"/>
                <a:gd name="connsiteY57" fmla="*/ 1550419 h 4848355"/>
                <a:gd name="connsiteX58" fmla="*/ 3660286 w 4876773"/>
                <a:gd name="connsiteY58" fmla="*/ 1550419 h 4848355"/>
                <a:gd name="connsiteX59" fmla="*/ 3660277 w 4876773"/>
                <a:gd name="connsiteY59" fmla="*/ 1245266 h 4848355"/>
                <a:gd name="connsiteX60" fmla="*/ 3507705 w 4876773"/>
                <a:gd name="connsiteY60" fmla="*/ 1182068 h 4848355"/>
                <a:gd name="connsiteX61" fmla="*/ 3507705 w 4876773"/>
                <a:gd name="connsiteY61" fmla="*/ 990825 h 4848355"/>
                <a:gd name="connsiteX62" fmla="*/ 3795513 w 4876773"/>
                <a:gd name="connsiteY62" fmla="*/ 1110040 h 4848355"/>
                <a:gd name="connsiteX63" fmla="*/ 3795513 w 4876773"/>
                <a:gd name="connsiteY63" fmla="*/ 1685664 h 4848355"/>
                <a:gd name="connsiteX64" fmla="*/ 3507705 w 4876773"/>
                <a:gd name="connsiteY64" fmla="*/ 1804679 h 4848355"/>
                <a:gd name="connsiteX65" fmla="*/ 3219898 w 4876773"/>
                <a:gd name="connsiteY65" fmla="*/ 1685664 h 4848355"/>
                <a:gd name="connsiteX66" fmla="*/ 3219898 w 4876773"/>
                <a:gd name="connsiteY66" fmla="*/ 1110040 h 4848355"/>
                <a:gd name="connsiteX67" fmla="*/ 3507705 w 4876773"/>
                <a:gd name="connsiteY67" fmla="*/ 990825 h 4848355"/>
                <a:gd name="connsiteX68" fmla="*/ 4653487 w 4876773"/>
                <a:gd name="connsiteY68" fmla="*/ 191344 h 4848355"/>
                <a:gd name="connsiteX69" fmla="*/ 4564447 w 4876773"/>
                <a:gd name="connsiteY69" fmla="*/ 197021 h 4848355"/>
                <a:gd name="connsiteX70" fmla="*/ 2650808 w 4876773"/>
                <a:gd name="connsiteY70" fmla="*/ 1184030 h 4848355"/>
                <a:gd name="connsiteX71" fmla="*/ 1421073 w 4876773"/>
                <a:gd name="connsiteY71" fmla="*/ 2698019 h 4848355"/>
                <a:gd name="connsiteX72" fmla="*/ 1666247 w 4876773"/>
                <a:gd name="connsiteY72" fmla="*/ 3032385 h 4848355"/>
                <a:gd name="connsiteX73" fmla="*/ 2171415 w 4876773"/>
                <a:gd name="connsiteY73" fmla="*/ 2527217 h 4848355"/>
                <a:gd name="connsiteX74" fmla="*/ 2306660 w 4876773"/>
                <a:gd name="connsiteY74" fmla="*/ 2527217 h 4848355"/>
                <a:gd name="connsiteX75" fmla="*/ 2306660 w 4876773"/>
                <a:gd name="connsiteY75" fmla="*/ 2662462 h 4848355"/>
                <a:gd name="connsiteX76" fmla="*/ 1801016 w 4876773"/>
                <a:gd name="connsiteY76" fmla="*/ 3168106 h 4848355"/>
                <a:gd name="connsiteX77" fmla="*/ 2147421 w 4876773"/>
                <a:gd name="connsiteY77" fmla="*/ 3423814 h 4848355"/>
                <a:gd name="connsiteX78" fmla="*/ 3647228 w 4876773"/>
                <a:gd name="connsiteY78" fmla="*/ 2259964 h 4848355"/>
                <a:gd name="connsiteX79" fmla="*/ 4683234 w 4876773"/>
                <a:gd name="connsiteY79" fmla="*/ 269430 h 4848355"/>
                <a:gd name="connsiteX80" fmla="*/ 4685520 w 4876773"/>
                <a:gd name="connsiteY80" fmla="*/ 222900 h 4848355"/>
                <a:gd name="connsiteX81" fmla="*/ 4676566 w 4876773"/>
                <a:gd name="connsiteY81" fmla="*/ 199954 h 4848355"/>
                <a:gd name="connsiteX82" fmla="*/ 4653487 w 4876773"/>
                <a:gd name="connsiteY82" fmla="*/ 191344 h 4848355"/>
                <a:gd name="connsiteX83" fmla="*/ 4641314 w 4876773"/>
                <a:gd name="connsiteY83" fmla="*/ 463 h 4848355"/>
                <a:gd name="connsiteX84" fmla="*/ 4810792 w 4876773"/>
                <a:gd name="connsiteY84" fmla="*/ 63699 h 4848355"/>
                <a:gd name="connsiteX85" fmla="*/ 4876505 w 4876773"/>
                <a:gd name="connsiteY85" fmla="*/ 232235 h 4848355"/>
                <a:gd name="connsiteX86" fmla="*/ 4874229 w 4876773"/>
                <a:gd name="connsiteY86" fmla="*/ 278774 h 4848355"/>
                <a:gd name="connsiteX87" fmla="*/ 3764452 w 4876773"/>
                <a:gd name="connsiteY87" fmla="*/ 2411059 h 4848355"/>
                <a:gd name="connsiteX88" fmla="*/ 3542834 w 4876773"/>
                <a:gd name="connsiteY88" fmla="*/ 2583033 h 4848355"/>
                <a:gd name="connsiteX89" fmla="*/ 3542834 w 4876773"/>
                <a:gd name="connsiteY89" fmla="*/ 3106861 h 4848355"/>
                <a:gd name="connsiteX90" fmla="*/ 3065860 w 4876773"/>
                <a:gd name="connsiteY90" fmla="*/ 4258395 h 4848355"/>
                <a:gd name="connsiteX91" fmla="*/ 2504085 w 4876773"/>
                <a:gd name="connsiteY91" fmla="*/ 4820170 h 4848355"/>
                <a:gd name="connsiteX92" fmla="*/ 2436448 w 4876773"/>
                <a:gd name="connsiteY92" fmla="*/ 4848193 h 4848355"/>
                <a:gd name="connsiteX93" fmla="*/ 2402158 w 4876773"/>
                <a:gd name="connsiteY93" fmla="*/ 4841811 h 4848355"/>
                <a:gd name="connsiteX94" fmla="*/ 2340979 w 4876773"/>
                <a:gd name="connsiteY94" fmla="*/ 4757458 h 4848355"/>
                <a:gd name="connsiteX95" fmla="*/ 2279619 w 4876773"/>
                <a:gd name="connsiteY95" fmla="*/ 3563308 h 4848355"/>
                <a:gd name="connsiteX96" fmla="*/ 2214439 w 4876773"/>
                <a:gd name="connsiteY96" fmla="*/ 3613886 h 4848355"/>
                <a:gd name="connsiteX97" fmla="*/ 2155803 w 4876773"/>
                <a:gd name="connsiteY97" fmla="*/ 3633964 h 4848355"/>
                <a:gd name="connsiteX98" fmla="*/ 2110121 w 4876773"/>
                <a:gd name="connsiteY98" fmla="*/ 3622335 h 4848355"/>
                <a:gd name="connsiteX99" fmla="*/ 2026349 w 4876773"/>
                <a:gd name="connsiteY99" fmla="*/ 3574271 h 4848355"/>
                <a:gd name="connsiteX100" fmla="*/ 1882502 w 4876773"/>
                <a:gd name="connsiteY100" fmla="*/ 3693781 h 4848355"/>
                <a:gd name="connsiteX101" fmla="*/ 1683973 w 4876773"/>
                <a:gd name="connsiteY101" fmla="*/ 3858040 h 4848355"/>
                <a:gd name="connsiteX102" fmla="*/ 1623708 w 4876773"/>
                <a:gd name="connsiteY102" fmla="*/ 3879405 h 4848355"/>
                <a:gd name="connsiteX103" fmla="*/ 1582817 w 4876773"/>
                <a:gd name="connsiteY103" fmla="*/ 3870213 h 4848355"/>
                <a:gd name="connsiteX104" fmla="*/ 1228020 w 4876773"/>
                <a:gd name="connsiteY104" fmla="*/ 3619982 h 4848355"/>
                <a:gd name="connsiteX105" fmla="*/ 985000 w 4876773"/>
                <a:gd name="connsiteY105" fmla="*/ 3272386 h 4848355"/>
                <a:gd name="connsiteX106" fmla="*/ 998306 w 4876773"/>
                <a:gd name="connsiteY106" fmla="*/ 3169868 h 4848355"/>
                <a:gd name="connsiteX107" fmla="*/ 1280303 w 4876773"/>
                <a:gd name="connsiteY107" fmla="*/ 2835093 h 4848355"/>
                <a:gd name="connsiteX108" fmla="*/ 1221782 w 4876773"/>
                <a:gd name="connsiteY108" fmla="*/ 2733966 h 4848355"/>
                <a:gd name="connsiteX109" fmla="*/ 1231554 w 4876773"/>
                <a:gd name="connsiteY109" fmla="*/ 2627982 h 4848355"/>
                <a:gd name="connsiteX110" fmla="*/ 1280036 w 4876773"/>
                <a:gd name="connsiteY110" fmla="*/ 2568289 h 4848355"/>
                <a:gd name="connsiteX111" fmla="*/ 90897 w 4876773"/>
                <a:gd name="connsiteY111" fmla="*/ 2507195 h 4848355"/>
                <a:gd name="connsiteX112" fmla="*/ 6544 w 4876773"/>
                <a:gd name="connsiteY112" fmla="*/ 2446016 h 4848355"/>
                <a:gd name="connsiteX113" fmla="*/ 28185 w 4876773"/>
                <a:gd name="connsiteY113" fmla="*/ 2344080 h 4848355"/>
                <a:gd name="connsiteX114" fmla="*/ 589950 w 4876773"/>
                <a:gd name="connsiteY114" fmla="*/ 1782304 h 4848355"/>
                <a:gd name="connsiteX115" fmla="*/ 1741485 w 4876773"/>
                <a:gd name="connsiteY115" fmla="*/ 1305331 h 4848355"/>
                <a:gd name="connsiteX116" fmla="*/ 1744285 w 4876773"/>
                <a:gd name="connsiteY116" fmla="*/ 1305369 h 4848355"/>
                <a:gd name="connsiteX117" fmla="*/ 2292763 w 4876773"/>
                <a:gd name="connsiteY117" fmla="*/ 1321475 h 4848355"/>
                <a:gd name="connsiteX118" fmla="*/ 2502351 w 4876773"/>
                <a:gd name="connsiteY118" fmla="*/ 1063453 h 4848355"/>
                <a:gd name="connsiteX119" fmla="*/ 4552274 w 4876773"/>
                <a:gd name="connsiteY119" fmla="*/ 6140 h 484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876773" h="4848355">
                  <a:moveTo>
                    <a:pt x="95821" y="4656712"/>
                  </a:moveTo>
                  <a:cubicBezTo>
                    <a:pt x="148742" y="4656712"/>
                    <a:pt x="191643" y="4699613"/>
                    <a:pt x="191643" y="4752533"/>
                  </a:cubicBezTo>
                  <a:cubicBezTo>
                    <a:pt x="191643" y="4805454"/>
                    <a:pt x="148742" y="4848355"/>
                    <a:pt x="95821" y="4848355"/>
                  </a:cubicBezTo>
                  <a:cubicBezTo>
                    <a:pt x="42901" y="4848355"/>
                    <a:pt x="0" y="4805454"/>
                    <a:pt x="0" y="4752533"/>
                  </a:cubicBezTo>
                  <a:cubicBezTo>
                    <a:pt x="0" y="4699612"/>
                    <a:pt x="42901" y="4656712"/>
                    <a:pt x="95821" y="4656712"/>
                  </a:cubicBezTo>
                  <a:close/>
                  <a:moveTo>
                    <a:pt x="862291" y="3611335"/>
                  </a:moveTo>
                  <a:cubicBezTo>
                    <a:pt x="899487" y="3609032"/>
                    <a:pt x="936192" y="3628724"/>
                    <a:pt x="953844" y="3664178"/>
                  </a:cubicBezTo>
                  <a:cubicBezTo>
                    <a:pt x="977389" y="3711451"/>
                    <a:pt x="958149" y="3768858"/>
                    <a:pt x="910867" y="3792404"/>
                  </a:cubicBezTo>
                  <a:lnTo>
                    <a:pt x="682133" y="3906304"/>
                  </a:lnTo>
                  <a:cubicBezTo>
                    <a:pt x="582692" y="3955834"/>
                    <a:pt x="516189" y="4055456"/>
                    <a:pt x="508597" y="4166298"/>
                  </a:cubicBezTo>
                  <a:lnTo>
                    <a:pt x="499530" y="4298762"/>
                  </a:lnTo>
                  <a:cubicBezTo>
                    <a:pt x="498006" y="4321137"/>
                    <a:pt x="509188" y="4335891"/>
                    <a:pt x="515998" y="4342701"/>
                  </a:cubicBezTo>
                  <a:cubicBezTo>
                    <a:pt x="522809" y="4349512"/>
                    <a:pt x="537534" y="4360665"/>
                    <a:pt x="559928" y="4359170"/>
                  </a:cubicBezTo>
                  <a:lnTo>
                    <a:pt x="692401" y="4350102"/>
                  </a:lnTo>
                  <a:cubicBezTo>
                    <a:pt x="803253" y="4342520"/>
                    <a:pt x="902866" y="4276017"/>
                    <a:pt x="952396" y="4176566"/>
                  </a:cubicBezTo>
                  <a:lnTo>
                    <a:pt x="1066296" y="3947823"/>
                  </a:lnTo>
                  <a:cubicBezTo>
                    <a:pt x="1089841" y="3900551"/>
                    <a:pt x="1147239" y="3881301"/>
                    <a:pt x="1194521" y="3904847"/>
                  </a:cubicBezTo>
                  <a:cubicBezTo>
                    <a:pt x="1241794" y="3928392"/>
                    <a:pt x="1261034" y="3985790"/>
                    <a:pt x="1237488" y="4033072"/>
                  </a:cubicBezTo>
                  <a:lnTo>
                    <a:pt x="1123589" y="4261805"/>
                  </a:lnTo>
                  <a:cubicBezTo>
                    <a:pt x="1043940" y="4421768"/>
                    <a:pt x="883730" y="4528705"/>
                    <a:pt x="705460" y="4540907"/>
                  </a:cubicBezTo>
                  <a:lnTo>
                    <a:pt x="572986" y="4549975"/>
                  </a:lnTo>
                  <a:cubicBezTo>
                    <a:pt x="567329" y="4550365"/>
                    <a:pt x="561661" y="4550556"/>
                    <a:pt x="556032" y="4550556"/>
                  </a:cubicBezTo>
                  <a:cubicBezTo>
                    <a:pt x="490500" y="4550556"/>
                    <a:pt x="427397" y="4524591"/>
                    <a:pt x="380743" y="4477937"/>
                  </a:cubicBezTo>
                  <a:cubicBezTo>
                    <a:pt x="330070" y="4427264"/>
                    <a:pt x="303819" y="4357198"/>
                    <a:pt x="308715" y="4285694"/>
                  </a:cubicBezTo>
                  <a:lnTo>
                    <a:pt x="317783" y="4153230"/>
                  </a:lnTo>
                  <a:cubicBezTo>
                    <a:pt x="329994" y="3974960"/>
                    <a:pt x="436941" y="3814750"/>
                    <a:pt x="596885" y="3735101"/>
                  </a:cubicBezTo>
                  <a:lnTo>
                    <a:pt x="825618" y="3621201"/>
                  </a:lnTo>
                  <a:cubicBezTo>
                    <a:pt x="837439" y="3615315"/>
                    <a:pt x="849892" y="3612103"/>
                    <a:pt x="862291" y="3611335"/>
                  </a:cubicBezTo>
                  <a:close/>
                  <a:moveTo>
                    <a:pt x="1391803" y="2999590"/>
                  </a:moveTo>
                  <a:lnTo>
                    <a:pt x="1185339" y="3244697"/>
                  </a:lnTo>
                  <a:cubicBezTo>
                    <a:pt x="1233612" y="3333641"/>
                    <a:pt x="1293476" y="3414385"/>
                    <a:pt x="1363809" y="3485299"/>
                  </a:cubicBezTo>
                  <a:cubicBezTo>
                    <a:pt x="1436428" y="3558527"/>
                    <a:pt x="1519524" y="3620601"/>
                    <a:pt x="1611383" y="3670350"/>
                  </a:cubicBezTo>
                  <a:cubicBezTo>
                    <a:pt x="1658874" y="3631288"/>
                    <a:pt x="1710052" y="3588578"/>
                    <a:pt x="1759973" y="3546935"/>
                  </a:cubicBezTo>
                  <a:cubicBezTo>
                    <a:pt x="1793215" y="3519198"/>
                    <a:pt x="1827000" y="3491004"/>
                    <a:pt x="1859976" y="3463629"/>
                  </a:cubicBezTo>
                  <a:cubicBezTo>
                    <a:pt x="1766583" y="3395268"/>
                    <a:pt x="1678544" y="3319678"/>
                    <a:pt x="1596695" y="3237306"/>
                  </a:cubicBezTo>
                  <a:cubicBezTo>
                    <a:pt x="1596667" y="3237277"/>
                    <a:pt x="1596638" y="3237258"/>
                    <a:pt x="1596609" y="3237229"/>
                  </a:cubicBezTo>
                  <a:cubicBezTo>
                    <a:pt x="1596590" y="3237210"/>
                    <a:pt x="1596571" y="3237182"/>
                    <a:pt x="1596552" y="3237163"/>
                  </a:cubicBezTo>
                  <a:cubicBezTo>
                    <a:pt x="1596495" y="3237106"/>
                    <a:pt x="1596438" y="3237058"/>
                    <a:pt x="1596381" y="3237001"/>
                  </a:cubicBezTo>
                  <a:cubicBezTo>
                    <a:pt x="1522562" y="3162677"/>
                    <a:pt x="1454230" y="3083343"/>
                    <a:pt x="1391803" y="2999590"/>
                  </a:cubicBezTo>
                  <a:close/>
                  <a:moveTo>
                    <a:pt x="3351600" y="2731461"/>
                  </a:moveTo>
                  <a:lnTo>
                    <a:pt x="2463785" y="3420405"/>
                  </a:lnTo>
                  <a:lnTo>
                    <a:pt x="2520954" y="4532848"/>
                  </a:lnTo>
                  <a:lnTo>
                    <a:pt x="2930643" y="4123159"/>
                  </a:lnTo>
                  <a:cubicBezTo>
                    <a:pt x="3202115" y="3851687"/>
                    <a:pt x="3351610" y="3490766"/>
                    <a:pt x="3351610" y="3106861"/>
                  </a:cubicBezTo>
                  <a:lnTo>
                    <a:pt x="3351600" y="3106861"/>
                  </a:lnTo>
                  <a:close/>
                  <a:moveTo>
                    <a:pt x="2543223" y="2226713"/>
                  </a:moveTo>
                  <a:cubicBezTo>
                    <a:pt x="2596038" y="2226713"/>
                    <a:pt x="2638854" y="2269528"/>
                    <a:pt x="2638854" y="2322344"/>
                  </a:cubicBezTo>
                  <a:cubicBezTo>
                    <a:pt x="2638854" y="2375159"/>
                    <a:pt x="2596038" y="2417975"/>
                    <a:pt x="2543223" y="2417975"/>
                  </a:cubicBezTo>
                  <a:cubicBezTo>
                    <a:pt x="2490407" y="2417975"/>
                    <a:pt x="2447592" y="2375159"/>
                    <a:pt x="2447592" y="2322344"/>
                  </a:cubicBezTo>
                  <a:cubicBezTo>
                    <a:pt x="2447592" y="2269528"/>
                    <a:pt x="2490407" y="2226713"/>
                    <a:pt x="2543223" y="2226713"/>
                  </a:cubicBezTo>
                  <a:close/>
                  <a:moveTo>
                    <a:pt x="1740104" y="1496583"/>
                  </a:moveTo>
                  <a:cubicBezTo>
                    <a:pt x="1356722" y="1496955"/>
                    <a:pt x="996315" y="1646421"/>
                    <a:pt x="725186" y="1917550"/>
                  </a:cubicBezTo>
                  <a:lnTo>
                    <a:pt x="315497" y="2327239"/>
                  </a:lnTo>
                  <a:lnTo>
                    <a:pt x="1429350" y="2384466"/>
                  </a:lnTo>
                  <a:lnTo>
                    <a:pt x="2140963" y="1508356"/>
                  </a:lnTo>
                  <a:close/>
                  <a:moveTo>
                    <a:pt x="3507705" y="1182068"/>
                  </a:moveTo>
                  <a:cubicBezTo>
                    <a:pt x="3450070" y="1182068"/>
                    <a:pt x="3395891" y="1204509"/>
                    <a:pt x="3355134" y="1245266"/>
                  </a:cubicBezTo>
                  <a:cubicBezTo>
                    <a:pt x="3270999" y="1329400"/>
                    <a:pt x="3270999" y="1466294"/>
                    <a:pt x="3355134" y="1550419"/>
                  </a:cubicBezTo>
                  <a:cubicBezTo>
                    <a:pt x="3439249" y="1634543"/>
                    <a:pt x="3576152" y="1634543"/>
                    <a:pt x="3660286" y="1550419"/>
                  </a:cubicBezTo>
                  <a:cubicBezTo>
                    <a:pt x="3744411" y="1466294"/>
                    <a:pt x="3744411" y="1329400"/>
                    <a:pt x="3660277" y="1245266"/>
                  </a:cubicBezTo>
                  <a:cubicBezTo>
                    <a:pt x="3619519" y="1204509"/>
                    <a:pt x="3565341" y="1182068"/>
                    <a:pt x="3507705" y="1182068"/>
                  </a:cubicBezTo>
                  <a:close/>
                  <a:moveTo>
                    <a:pt x="3507705" y="990825"/>
                  </a:moveTo>
                  <a:cubicBezTo>
                    <a:pt x="3616424" y="990825"/>
                    <a:pt x="3718636" y="1033154"/>
                    <a:pt x="3795513" y="1110040"/>
                  </a:cubicBezTo>
                  <a:cubicBezTo>
                    <a:pt x="3954209" y="1268736"/>
                    <a:pt x="3954209" y="1526958"/>
                    <a:pt x="3795513" y="1685664"/>
                  </a:cubicBezTo>
                  <a:cubicBezTo>
                    <a:pt x="3716169" y="1764998"/>
                    <a:pt x="3611918" y="1804679"/>
                    <a:pt x="3507705" y="1804679"/>
                  </a:cubicBezTo>
                  <a:cubicBezTo>
                    <a:pt x="3403464" y="1804679"/>
                    <a:pt x="3299260" y="1765017"/>
                    <a:pt x="3219898" y="1685664"/>
                  </a:cubicBezTo>
                  <a:cubicBezTo>
                    <a:pt x="3061202" y="1526968"/>
                    <a:pt x="3061202" y="1268745"/>
                    <a:pt x="3219898" y="1110040"/>
                  </a:cubicBezTo>
                  <a:cubicBezTo>
                    <a:pt x="3296765" y="1033173"/>
                    <a:pt x="3398987" y="990825"/>
                    <a:pt x="3507705" y="990825"/>
                  </a:cubicBezTo>
                  <a:close/>
                  <a:moveTo>
                    <a:pt x="4653487" y="191344"/>
                  </a:moveTo>
                  <a:lnTo>
                    <a:pt x="4564447" y="197021"/>
                  </a:lnTo>
                  <a:cubicBezTo>
                    <a:pt x="3819144" y="244588"/>
                    <a:pt x="3121648" y="604348"/>
                    <a:pt x="2650808" y="1184030"/>
                  </a:cubicBezTo>
                  <a:lnTo>
                    <a:pt x="1421073" y="2698019"/>
                  </a:lnTo>
                  <a:cubicBezTo>
                    <a:pt x="1491111" y="2817682"/>
                    <a:pt x="1573368" y="2929562"/>
                    <a:pt x="1666247" y="3032385"/>
                  </a:cubicBezTo>
                  <a:lnTo>
                    <a:pt x="2171415" y="2527217"/>
                  </a:lnTo>
                  <a:cubicBezTo>
                    <a:pt x="2208762" y="2489869"/>
                    <a:pt x="2269313" y="2489869"/>
                    <a:pt x="2306660" y="2527217"/>
                  </a:cubicBezTo>
                  <a:cubicBezTo>
                    <a:pt x="2343998" y="2564564"/>
                    <a:pt x="2343998" y="2625124"/>
                    <a:pt x="2306660" y="2662462"/>
                  </a:cubicBezTo>
                  <a:lnTo>
                    <a:pt x="1801016" y="3168106"/>
                  </a:lnTo>
                  <a:cubicBezTo>
                    <a:pt x="1907115" y="3265328"/>
                    <a:pt x="2023044" y="3351139"/>
                    <a:pt x="2147421" y="3423814"/>
                  </a:cubicBezTo>
                  <a:lnTo>
                    <a:pt x="3647228" y="2259964"/>
                  </a:lnTo>
                  <a:cubicBezTo>
                    <a:pt x="4267248" y="1778828"/>
                    <a:pt x="4644857" y="1053309"/>
                    <a:pt x="4683234" y="269430"/>
                  </a:cubicBezTo>
                  <a:lnTo>
                    <a:pt x="4685520" y="222900"/>
                  </a:lnTo>
                  <a:cubicBezTo>
                    <a:pt x="4686091" y="211175"/>
                    <a:pt x="4680157" y="203488"/>
                    <a:pt x="4676566" y="199954"/>
                  </a:cubicBezTo>
                  <a:cubicBezTo>
                    <a:pt x="4672966" y="196411"/>
                    <a:pt x="4665155" y="190620"/>
                    <a:pt x="4653487" y="191344"/>
                  </a:cubicBezTo>
                  <a:close/>
                  <a:moveTo>
                    <a:pt x="4641314" y="463"/>
                  </a:moveTo>
                  <a:cubicBezTo>
                    <a:pt x="4704103" y="-3624"/>
                    <a:pt x="4765920" y="19494"/>
                    <a:pt x="4810792" y="63699"/>
                  </a:cubicBezTo>
                  <a:cubicBezTo>
                    <a:pt x="4855645" y="107914"/>
                    <a:pt x="4879610" y="169331"/>
                    <a:pt x="4876505" y="232235"/>
                  </a:cubicBezTo>
                  <a:lnTo>
                    <a:pt x="4874229" y="278774"/>
                  </a:lnTo>
                  <a:cubicBezTo>
                    <a:pt x="4833119" y="1118479"/>
                    <a:pt x="4428621" y="1895661"/>
                    <a:pt x="3764452" y="2411059"/>
                  </a:cubicBezTo>
                  <a:lnTo>
                    <a:pt x="3542834" y="2583033"/>
                  </a:lnTo>
                  <a:lnTo>
                    <a:pt x="3542834" y="3106861"/>
                  </a:lnTo>
                  <a:cubicBezTo>
                    <a:pt x="3542834" y="3541858"/>
                    <a:pt x="3373451" y="3950804"/>
                    <a:pt x="3065860" y="4258395"/>
                  </a:cubicBezTo>
                  <a:lnTo>
                    <a:pt x="2504085" y="4820170"/>
                  </a:lnTo>
                  <a:cubicBezTo>
                    <a:pt x="2485816" y="4838449"/>
                    <a:pt x="2461356" y="4848193"/>
                    <a:pt x="2436448" y="4848193"/>
                  </a:cubicBezTo>
                  <a:cubicBezTo>
                    <a:pt x="2424923" y="4848193"/>
                    <a:pt x="2413321" y="4846097"/>
                    <a:pt x="2402158" y="4841811"/>
                  </a:cubicBezTo>
                  <a:cubicBezTo>
                    <a:pt x="2366896" y="4828247"/>
                    <a:pt x="2342922" y="4795195"/>
                    <a:pt x="2340979" y="4757458"/>
                  </a:cubicBezTo>
                  <a:lnTo>
                    <a:pt x="2279619" y="3563308"/>
                  </a:lnTo>
                  <a:lnTo>
                    <a:pt x="2214439" y="3613886"/>
                  </a:lnTo>
                  <a:cubicBezTo>
                    <a:pt x="2197313" y="3627183"/>
                    <a:pt x="2176625" y="3633964"/>
                    <a:pt x="2155803" y="3633964"/>
                  </a:cubicBezTo>
                  <a:cubicBezTo>
                    <a:pt x="2140154" y="3633964"/>
                    <a:pt x="2124447" y="3630126"/>
                    <a:pt x="2110121" y="3622335"/>
                  </a:cubicBezTo>
                  <a:cubicBezTo>
                    <a:pt x="2081803" y="3606933"/>
                    <a:pt x="2053905" y="3590854"/>
                    <a:pt x="2026349" y="3574271"/>
                  </a:cubicBezTo>
                  <a:cubicBezTo>
                    <a:pt x="1980181" y="3612276"/>
                    <a:pt x="1930785" y="3653491"/>
                    <a:pt x="1882502" y="3693781"/>
                  </a:cubicBezTo>
                  <a:cubicBezTo>
                    <a:pt x="1814761" y="3750303"/>
                    <a:pt x="1744723" y="3808758"/>
                    <a:pt x="1683973" y="3858040"/>
                  </a:cubicBezTo>
                  <a:cubicBezTo>
                    <a:pt x="1666599" y="3872128"/>
                    <a:pt x="1645244" y="3879405"/>
                    <a:pt x="1623708" y="3879405"/>
                  </a:cubicBezTo>
                  <a:cubicBezTo>
                    <a:pt x="1609821" y="3879405"/>
                    <a:pt x="1595847" y="3876385"/>
                    <a:pt x="1582817" y="3870213"/>
                  </a:cubicBezTo>
                  <a:cubicBezTo>
                    <a:pt x="1449486" y="3807110"/>
                    <a:pt x="1330109" y="3722928"/>
                    <a:pt x="1228020" y="3619982"/>
                  </a:cubicBezTo>
                  <a:cubicBezTo>
                    <a:pt x="1128351" y="3519493"/>
                    <a:pt x="1046598" y="3402545"/>
                    <a:pt x="985000" y="3272386"/>
                  </a:cubicBezTo>
                  <a:cubicBezTo>
                    <a:pt x="969007" y="3238553"/>
                    <a:pt x="974198" y="3198491"/>
                    <a:pt x="998306" y="3169868"/>
                  </a:cubicBezTo>
                  <a:lnTo>
                    <a:pt x="1280303" y="2835093"/>
                  </a:lnTo>
                  <a:cubicBezTo>
                    <a:pt x="1259939" y="2801927"/>
                    <a:pt x="1240413" y="2768218"/>
                    <a:pt x="1221782" y="2733966"/>
                  </a:cubicBezTo>
                  <a:cubicBezTo>
                    <a:pt x="1203255" y="2699924"/>
                    <a:pt x="1207123" y="2658071"/>
                    <a:pt x="1231554" y="2627982"/>
                  </a:cubicBezTo>
                  <a:lnTo>
                    <a:pt x="1280036" y="2568289"/>
                  </a:lnTo>
                  <a:lnTo>
                    <a:pt x="90897" y="2507195"/>
                  </a:lnTo>
                  <a:cubicBezTo>
                    <a:pt x="53159" y="2505271"/>
                    <a:pt x="20108" y="2481287"/>
                    <a:pt x="6544" y="2446016"/>
                  </a:cubicBezTo>
                  <a:cubicBezTo>
                    <a:pt x="-7020" y="2410755"/>
                    <a:pt x="1467" y="2370797"/>
                    <a:pt x="28185" y="2344080"/>
                  </a:cubicBezTo>
                  <a:lnTo>
                    <a:pt x="589950" y="1782304"/>
                  </a:lnTo>
                  <a:cubicBezTo>
                    <a:pt x="897541" y="1474723"/>
                    <a:pt x="1306497" y="1305331"/>
                    <a:pt x="1741485" y="1305331"/>
                  </a:cubicBezTo>
                  <a:cubicBezTo>
                    <a:pt x="1742409" y="1305331"/>
                    <a:pt x="1743352" y="1305340"/>
                    <a:pt x="1744285" y="1305369"/>
                  </a:cubicBezTo>
                  <a:lnTo>
                    <a:pt x="2292763" y="1321475"/>
                  </a:lnTo>
                  <a:lnTo>
                    <a:pt x="2502351" y="1063453"/>
                  </a:lnTo>
                  <a:cubicBezTo>
                    <a:pt x="3006729" y="442480"/>
                    <a:pt x="3753898" y="57108"/>
                    <a:pt x="4552274" y="6140"/>
                  </a:cubicBezTo>
                  <a:close/>
                </a:path>
              </a:pathLst>
            </a:custGeom>
            <a:solidFill>
              <a:schemeClr val="bg1"/>
            </a:solidFill>
            <a:ln>
              <a:noFill/>
            </a:ln>
          </p:spPr>
          <p:style>
            <a:lnRef idx="1">
              <a:schemeClr val="accent4"/>
            </a:lnRef>
            <a:fillRef idx="3">
              <a:schemeClr val="accent4"/>
            </a:fillRef>
            <a:effectRef idx="2">
              <a:schemeClr val="accent4"/>
            </a:effectRef>
            <a:fontRef idx="minor">
              <a:schemeClr val="lt1"/>
            </a:fontRef>
          </p:style>
          <p:txBody>
            <a:bodyPr rtlCol="0" anchor="ctr"/>
            <a:lstStyle/>
            <a:p>
              <a:endParaRPr lang="en-US" sz="1200"/>
            </a:p>
          </p:txBody>
        </p:sp>
      </p:grpSp>
      <p:sp>
        <p:nvSpPr>
          <p:cNvPr id="20" name="TextBox 19">
            <a:extLst>
              <a:ext uri="{FF2B5EF4-FFF2-40B4-BE49-F238E27FC236}">
                <a16:creationId xmlns:a16="http://schemas.microsoft.com/office/drawing/2014/main" id="{AB466538-FD87-0F3F-C0E6-A63ED51E72AC}"/>
              </a:ext>
            </a:extLst>
          </p:cNvPr>
          <p:cNvSpPr txBox="1"/>
          <p:nvPr/>
        </p:nvSpPr>
        <p:spPr>
          <a:xfrm>
            <a:off x="6317112" y="729749"/>
            <a:ext cx="4285613" cy="430887"/>
          </a:xfrm>
          <a:prstGeom prst="rect">
            <a:avLst/>
          </a:prstGeom>
          <a:noFill/>
        </p:spPr>
        <p:txBody>
          <a:bodyPr wrap="square">
            <a:spAutoFit/>
          </a:bodyPr>
          <a:lstStyle/>
          <a:p>
            <a:pPr eaLnBrk="1" fontAlgn="auto" hangingPunct="1">
              <a:lnSpc>
                <a:spcPct val="150000"/>
              </a:lnSpc>
              <a:spcBef>
                <a:spcPts val="0"/>
              </a:spcBef>
              <a:spcAft>
                <a:spcPts val="0"/>
              </a:spcAft>
              <a:defRPr/>
            </a:pPr>
            <a:r>
              <a:rPr lang="en-US" sz="1600" b="1" dirty="0">
                <a:latin typeface="+mj-lt"/>
              </a:rPr>
              <a:t>Description</a:t>
            </a:r>
          </a:p>
        </p:txBody>
      </p:sp>
      <p:sp>
        <p:nvSpPr>
          <p:cNvPr id="21" name="Rectangle 20">
            <a:extLst>
              <a:ext uri="{FF2B5EF4-FFF2-40B4-BE49-F238E27FC236}">
                <a16:creationId xmlns:a16="http://schemas.microsoft.com/office/drawing/2014/main" id="{90AC0F21-B751-99EC-9683-FC5EC1E6A17A}"/>
              </a:ext>
            </a:extLst>
          </p:cNvPr>
          <p:cNvSpPr/>
          <p:nvPr/>
        </p:nvSpPr>
        <p:spPr>
          <a:xfrm>
            <a:off x="6297911" y="1215083"/>
            <a:ext cx="2795832" cy="4895571"/>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r>
              <a:rPr lang="en-US" sz="1100" dirty="0" err="1">
                <a:solidFill>
                  <a:schemeClr val="tx1">
                    <a:lumMod val="65000"/>
                    <a:lumOff val="35000"/>
                  </a:schemeClr>
                </a:solidFill>
              </a:rPr>
              <a:t>Excepteur</a:t>
            </a:r>
            <a:r>
              <a:rPr lang="en-US" sz="1100" dirty="0">
                <a:solidFill>
                  <a:schemeClr val="tx1">
                    <a:lumMod val="65000"/>
                    <a:lumOff val="35000"/>
                  </a:schemeClr>
                </a:solidFill>
              </a:rPr>
              <a:t> </a:t>
            </a:r>
            <a:r>
              <a:rPr lang="en-US" sz="1100" dirty="0" err="1">
                <a:solidFill>
                  <a:schemeClr val="tx1">
                    <a:lumMod val="65000"/>
                    <a:lumOff val="35000"/>
                  </a:schemeClr>
                </a:solidFill>
              </a:rPr>
              <a:t>sint</a:t>
            </a:r>
            <a:r>
              <a:rPr lang="en-US" sz="1100" dirty="0">
                <a:solidFill>
                  <a:schemeClr val="tx1">
                    <a:lumMod val="65000"/>
                    <a:lumOff val="35000"/>
                  </a:schemeClr>
                </a:solidFill>
              </a:rPr>
              <a:t> </a:t>
            </a:r>
            <a:r>
              <a:rPr lang="en-US" sz="1100" dirty="0" err="1">
                <a:solidFill>
                  <a:schemeClr val="tx1">
                    <a:lumMod val="65000"/>
                    <a:lumOff val="35000"/>
                  </a:schemeClr>
                </a:solidFill>
              </a:rPr>
              <a:t>occaecat</a:t>
            </a:r>
            <a:r>
              <a:rPr lang="en-US" sz="1100" dirty="0">
                <a:solidFill>
                  <a:schemeClr val="tx1">
                    <a:lumMod val="65000"/>
                    <a:lumOff val="35000"/>
                  </a:schemeClr>
                </a:solidFill>
              </a:rPr>
              <a:t> </a:t>
            </a:r>
            <a:r>
              <a:rPr lang="en-US" sz="1100" dirty="0" err="1">
                <a:solidFill>
                  <a:schemeClr val="tx1">
                    <a:lumMod val="65000"/>
                    <a:lumOff val="35000"/>
                  </a:schemeClr>
                </a:solidFill>
              </a:rPr>
              <a:t>cupidatat</a:t>
            </a:r>
            <a:r>
              <a:rPr lang="en-US" sz="1100" dirty="0">
                <a:solidFill>
                  <a:schemeClr val="tx1">
                    <a:lumMod val="65000"/>
                    <a:lumOff val="35000"/>
                  </a:schemeClr>
                </a:solidFill>
              </a:rPr>
              <a:t> non </a:t>
            </a:r>
            <a:r>
              <a:rPr lang="en-US" sz="1100" dirty="0" err="1">
                <a:solidFill>
                  <a:schemeClr val="tx1">
                    <a:lumMod val="65000"/>
                    <a:lumOff val="35000"/>
                  </a:schemeClr>
                </a:solidFill>
              </a:rPr>
              <a:t>proident</a:t>
            </a:r>
            <a:r>
              <a:rPr lang="en-US" sz="1100" dirty="0">
                <a:solidFill>
                  <a:schemeClr val="tx1">
                    <a:lumMod val="65000"/>
                    <a:lumOff val="35000"/>
                  </a:schemeClr>
                </a:solidFill>
              </a:rPr>
              <a:t>, </a:t>
            </a:r>
            <a:r>
              <a:rPr lang="en-US" sz="1100" dirty="0" err="1">
                <a:solidFill>
                  <a:schemeClr val="tx1">
                    <a:lumMod val="65000"/>
                    <a:lumOff val="35000"/>
                  </a:schemeClr>
                </a:solidFill>
              </a:rPr>
              <a:t>sunt</a:t>
            </a:r>
            <a:r>
              <a:rPr lang="en-US" sz="1100" dirty="0">
                <a:solidFill>
                  <a:schemeClr val="tx1">
                    <a:lumMod val="65000"/>
                    <a:lumOff val="35000"/>
                  </a:schemeClr>
                </a:solidFill>
              </a:rPr>
              <a:t> in culpa qui </a:t>
            </a:r>
            <a:r>
              <a:rPr lang="en-US" sz="1100" dirty="0" err="1">
                <a:solidFill>
                  <a:schemeClr val="tx1">
                    <a:lumMod val="65000"/>
                    <a:lumOff val="35000"/>
                  </a:schemeClr>
                </a:solidFill>
              </a:rPr>
              <a:t>officia</a:t>
            </a:r>
            <a:r>
              <a:rPr lang="en-US" sz="1100" dirty="0">
                <a:solidFill>
                  <a:schemeClr val="tx1">
                    <a:lumMod val="65000"/>
                    <a:lumOff val="35000"/>
                  </a:schemeClr>
                </a:solidFill>
              </a:rPr>
              <a:t> </a:t>
            </a:r>
            <a:r>
              <a:rPr lang="en-US" sz="1100" dirty="0" err="1">
                <a:solidFill>
                  <a:schemeClr val="tx1">
                    <a:lumMod val="65000"/>
                    <a:lumOff val="35000"/>
                  </a:schemeClr>
                </a:solidFill>
              </a:rPr>
              <a:t>deserunt</a:t>
            </a:r>
            <a:r>
              <a:rPr lang="en-US" sz="1100" dirty="0">
                <a:solidFill>
                  <a:schemeClr val="tx1">
                    <a:lumMod val="65000"/>
                    <a:lumOff val="35000"/>
                  </a:schemeClr>
                </a:solidFill>
              </a:rPr>
              <a:t> </a:t>
            </a:r>
            <a:r>
              <a:rPr lang="en-US" sz="1100" dirty="0" err="1">
                <a:solidFill>
                  <a:schemeClr val="tx1">
                    <a:lumMod val="65000"/>
                    <a:lumOff val="35000"/>
                  </a:schemeClr>
                </a:solidFill>
              </a:rPr>
              <a:t>mollit</a:t>
            </a:r>
            <a:r>
              <a:rPr lang="en-US" sz="1100" dirty="0">
                <a:solidFill>
                  <a:schemeClr val="tx1">
                    <a:lumMod val="65000"/>
                    <a:lumOff val="35000"/>
                  </a:schemeClr>
                </a:solidFill>
              </a:rPr>
              <a:t> </a:t>
            </a:r>
            <a:r>
              <a:rPr lang="en-US" sz="1100" dirty="0" err="1">
                <a:solidFill>
                  <a:schemeClr val="tx1">
                    <a:lumMod val="65000"/>
                    <a:lumOff val="35000"/>
                  </a:schemeClr>
                </a:solidFill>
              </a:rPr>
              <a:t>anim</a:t>
            </a:r>
            <a:r>
              <a:rPr lang="en-US" sz="1100" dirty="0">
                <a:solidFill>
                  <a:schemeClr val="tx1">
                    <a:lumMod val="65000"/>
                    <a:lumOff val="35000"/>
                  </a:schemeClr>
                </a:solidFill>
              </a:rPr>
              <a:t> id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laborum</a:t>
            </a:r>
            <a:r>
              <a:rPr lang="en-US" sz="1100" dirty="0">
                <a:solidFill>
                  <a:schemeClr val="tx1">
                    <a:lumMod val="65000"/>
                    <a:lumOff val="35000"/>
                  </a:schemeClr>
                </a:solidFill>
              </a:rPr>
              <a:t>. Vestibulum fermentum </a:t>
            </a:r>
            <a:r>
              <a:rPr lang="en-US" sz="1100" dirty="0" err="1">
                <a:solidFill>
                  <a:schemeClr val="tx1">
                    <a:lumMod val="65000"/>
                    <a:lumOff val="35000"/>
                  </a:schemeClr>
                </a:solidFill>
              </a:rPr>
              <a:t>tortor</a:t>
            </a:r>
            <a:r>
              <a:rPr lang="en-US" sz="1100" dirty="0">
                <a:solidFill>
                  <a:schemeClr val="tx1">
                    <a:lumMod val="65000"/>
                    <a:lumOff val="35000"/>
                  </a:schemeClr>
                </a:solidFill>
              </a:rPr>
              <a:t> id mi. </a:t>
            </a:r>
          </a:p>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fermentum ipsum. </a:t>
            </a:r>
            <a:r>
              <a:rPr lang="en-US" sz="1100" dirty="0" err="1">
                <a:solidFill>
                  <a:schemeClr val="tx1">
                    <a:lumMod val="65000"/>
                    <a:lumOff val="35000"/>
                  </a:schemeClr>
                </a:solidFill>
              </a:rPr>
              <a:t>Aliquam</a:t>
            </a:r>
            <a:r>
              <a:rPr lang="en-US" sz="1100" dirty="0">
                <a:solidFill>
                  <a:schemeClr val="tx1">
                    <a:lumMod val="65000"/>
                    <a:lumOff val="35000"/>
                  </a:schemeClr>
                </a:solidFill>
              </a:rPr>
              <a:t> </a:t>
            </a:r>
            <a:r>
              <a:rPr lang="en-US" sz="1100" dirty="0" err="1">
                <a:solidFill>
                  <a:schemeClr val="tx1">
                    <a:lumMod val="65000"/>
                    <a:lumOff val="35000"/>
                  </a:schemeClr>
                </a:solidFill>
              </a:rPr>
              <a:t>erat</a:t>
            </a:r>
            <a:r>
              <a:rPr lang="en-US" sz="1100" dirty="0">
                <a:solidFill>
                  <a:schemeClr val="tx1">
                    <a:lumMod val="65000"/>
                    <a:lumOff val="35000"/>
                  </a:schemeClr>
                </a:solidFill>
              </a:rPr>
              <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r>
              <a:rPr lang="en-US" sz="1100" dirty="0" err="1">
                <a:solidFill>
                  <a:schemeClr val="tx1">
                    <a:lumMod val="65000"/>
                    <a:lumOff val="35000"/>
                  </a:schemeClr>
                </a:solidFill>
              </a:rPr>
              <a:t>Excepteur</a:t>
            </a:r>
            <a:r>
              <a:rPr lang="en-US" sz="1100" dirty="0">
                <a:solidFill>
                  <a:schemeClr val="tx1">
                    <a:lumMod val="65000"/>
                    <a:lumOff val="35000"/>
                  </a:schemeClr>
                </a:solidFill>
              </a:rPr>
              <a:t> </a:t>
            </a:r>
            <a:r>
              <a:rPr lang="en-US" sz="1100" dirty="0" err="1">
                <a:solidFill>
                  <a:schemeClr val="tx1">
                    <a:lumMod val="65000"/>
                    <a:lumOff val="35000"/>
                  </a:schemeClr>
                </a:solidFill>
              </a:rPr>
              <a:t>sint</a:t>
            </a:r>
            <a:r>
              <a:rPr lang="en-US" sz="1100" dirty="0">
                <a:solidFill>
                  <a:schemeClr val="tx1">
                    <a:lumMod val="65000"/>
                    <a:lumOff val="35000"/>
                  </a:schemeClr>
                </a:solidFill>
              </a:rPr>
              <a:t> </a:t>
            </a:r>
            <a:r>
              <a:rPr lang="en-US" sz="1100" dirty="0" err="1">
                <a:solidFill>
                  <a:schemeClr val="tx1">
                    <a:lumMod val="65000"/>
                    <a:lumOff val="35000"/>
                  </a:schemeClr>
                </a:solidFill>
              </a:rPr>
              <a:t>occaecat</a:t>
            </a:r>
            <a:r>
              <a:rPr lang="en-US" sz="1100" dirty="0">
                <a:solidFill>
                  <a:schemeClr val="tx1">
                    <a:lumMod val="65000"/>
                    <a:lumOff val="35000"/>
                  </a:schemeClr>
                </a:solidFill>
              </a:rPr>
              <a:t> </a:t>
            </a:r>
            <a:r>
              <a:rPr lang="en-US" sz="1100" dirty="0" err="1">
                <a:solidFill>
                  <a:schemeClr val="tx1">
                    <a:lumMod val="65000"/>
                    <a:lumOff val="35000"/>
                  </a:schemeClr>
                </a:solidFill>
              </a:rPr>
              <a:t>cupidatat</a:t>
            </a:r>
            <a:r>
              <a:rPr lang="en-US" sz="1100" dirty="0">
                <a:solidFill>
                  <a:schemeClr val="tx1">
                    <a:lumMod val="65000"/>
                    <a:lumOff val="35000"/>
                  </a:schemeClr>
                </a:solidFill>
              </a:rPr>
              <a:t> non </a:t>
            </a:r>
            <a:r>
              <a:rPr lang="en-US" sz="1100" dirty="0" err="1">
                <a:solidFill>
                  <a:schemeClr val="tx1">
                    <a:lumMod val="65000"/>
                    <a:lumOff val="35000"/>
                  </a:schemeClr>
                </a:solidFill>
              </a:rPr>
              <a:t>proident</a:t>
            </a:r>
            <a:r>
              <a:rPr lang="en-US" sz="1100" dirty="0">
                <a:solidFill>
                  <a:schemeClr val="tx1">
                    <a:lumMod val="65000"/>
                    <a:lumOff val="35000"/>
                  </a:schemeClr>
                </a:solidFill>
              </a:rPr>
              <a:t>, sunt in culpa qui </a:t>
            </a:r>
            <a:r>
              <a:rPr lang="en-US" sz="1100" dirty="0" err="1">
                <a:solidFill>
                  <a:schemeClr val="tx1">
                    <a:lumMod val="65000"/>
                    <a:lumOff val="35000"/>
                  </a:schemeClr>
                </a:solidFill>
              </a:rPr>
              <a:t>officia</a:t>
            </a:r>
            <a:r>
              <a:rPr lang="en-US" sz="1100" dirty="0">
                <a:solidFill>
                  <a:schemeClr val="tx1">
                    <a:lumMod val="65000"/>
                    <a:lumOff val="35000"/>
                  </a:schemeClr>
                </a:solidFill>
              </a:rPr>
              <a:t> </a:t>
            </a:r>
            <a:r>
              <a:rPr lang="en-US" sz="1100" dirty="0" err="1">
                <a:solidFill>
                  <a:schemeClr val="tx1">
                    <a:lumMod val="65000"/>
                    <a:lumOff val="35000"/>
                  </a:schemeClr>
                </a:solidFill>
              </a:rPr>
              <a:t>deserunt</a:t>
            </a:r>
            <a:r>
              <a:rPr lang="en-US" sz="1100" dirty="0">
                <a:solidFill>
                  <a:schemeClr val="tx1">
                    <a:lumMod val="65000"/>
                    <a:lumOff val="35000"/>
                  </a:schemeClr>
                </a:solidFill>
              </a:rPr>
              <a:t> </a:t>
            </a:r>
            <a:r>
              <a:rPr lang="en-US" sz="1100" dirty="0" err="1">
                <a:solidFill>
                  <a:schemeClr val="tx1">
                    <a:lumMod val="65000"/>
                    <a:lumOff val="35000"/>
                  </a:schemeClr>
                </a:solidFill>
              </a:rPr>
              <a:t>mollit</a:t>
            </a:r>
            <a:r>
              <a:rPr lang="en-US" sz="1100" dirty="0">
                <a:solidFill>
                  <a:schemeClr val="tx1">
                    <a:lumMod val="65000"/>
                    <a:lumOff val="35000"/>
                  </a:schemeClr>
                </a:solidFill>
              </a:rPr>
              <a:t> </a:t>
            </a:r>
            <a:r>
              <a:rPr lang="en-US" sz="1100" dirty="0" err="1">
                <a:solidFill>
                  <a:schemeClr val="tx1">
                    <a:lumMod val="65000"/>
                    <a:lumOff val="35000"/>
                  </a:schemeClr>
                </a:solidFill>
              </a:rPr>
              <a:t>anim</a:t>
            </a:r>
            <a:r>
              <a:rPr lang="en-US" sz="1100" dirty="0">
                <a:solidFill>
                  <a:schemeClr val="tx1">
                    <a:lumMod val="65000"/>
                    <a:lumOff val="35000"/>
                  </a:schemeClr>
                </a:solidFill>
              </a:rPr>
              <a:t> id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laborum</a:t>
            </a:r>
            <a:r>
              <a:rPr lang="en-US" sz="1100" dirty="0">
                <a:solidFill>
                  <a:schemeClr val="tx1">
                    <a:lumMod val="65000"/>
                    <a:lumOff val="35000"/>
                  </a:schemeClr>
                </a:solidFill>
              </a:rPr>
              <a:t>. Vestibulum fermentum </a:t>
            </a:r>
            <a:r>
              <a:rPr lang="en-US" sz="1100" dirty="0" err="1">
                <a:solidFill>
                  <a:schemeClr val="tx1">
                    <a:lumMod val="65000"/>
                    <a:lumOff val="35000"/>
                  </a:schemeClr>
                </a:solidFill>
              </a:rPr>
              <a:t>tortor</a:t>
            </a:r>
            <a:r>
              <a:rPr lang="en-US" sz="1100" dirty="0">
                <a:solidFill>
                  <a:schemeClr val="tx1">
                    <a:lumMod val="65000"/>
                    <a:lumOff val="35000"/>
                  </a:schemeClr>
                </a:solidFill>
              </a:rPr>
              <a:t> id mi. </a:t>
            </a:r>
          </a:p>
          <a:p>
            <a:pPr algn="just">
              <a:lnSpc>
                <a:spcPct val="150000"/>
              </a:lnSpc>
            </a:pPr>
            <a:endParaRPr lang="en-US" sz="1100" dirty="0">
              <a:solidFill>
                <a:schemeClr val="tx1">
                  <a:lumMod val="65000"/>
                  <a:lumOff val="35000"/>
                </a:schemeClr>
              </a:solidFill>
            </a:endParaRPr>
          </a:p>
        </p:txBody>
      </p:sp>
      <p:sp>
        <p:nvSpPr>
          <p:cNvPr id="22" name="TextBox 21">
            <a:extLst>
              <a:ext uri="{FF2B5EF4-FFF2-40B4-BE49-F238E27FC236}">
                <a16:creationId xmlns:a16="http://schemas.microsoft.com/office/drawing/2014/main" id="{C2674855-BFB3-8720-FCC8-35A1809F61D9}"/>
              </a:ext>
            </a:extLst>
          </p:cNvPr>
          <p:cNvSpPr txBox="1"/>
          <p:nvPr/>
        </p:nvSpPr>
        <p:spPr>
          <a:xfrm>
            <a:off x="709706" y="551151"/>
            <a:ext cx="7531141" cy="769441"/>
          </a:xfrm>
          <a:prstGeom prst="rect">
            <a:avLst/>
          </a:prstGeom>
          <a:noFill/>
        </p:spPr>
        <p:txBody>
          <a:bodyPr wrap="square" rtlCol="0">
            <a:spAutoFit/>
          </a:bodyPr>
          <a:lstStyle/>
          <a:p>
            <a:r>
              <a:rPr lang="en-US" sz="4400" dirty="0">
                <a:solidFill>
                  <a:schemeClr val="tx1">
                    <a:lumMod val="75000"/>
                    <a:lumOff val="25000"/>
                  </a:schemeClr>
                </a:solidFill>
                <a:latin typeface="+mj-lt"/>
              </a:rPr>
              <a:t>INFOGRAPHICS</a:t>
            </a:r>
          </a:p>
        </p:txBody>
      </p:sp>
      <p:grpSp>
        <p:nvGrpSpPr>
          <p:cNvPr id="23" name="Group 22">
            <a:extLst>
              <a:ext uri="{FF2B5EF4-FFF2-40B4-BE49-F238E27FC236}">
                <a16:creationId xmlns:a16="http://schemas.microsoft.com/office/drawing/2014/main" id="{9154521A-C645-8C2C-8B02-259D49D3B3D5}"/>
              </a:ext>
            </a:extLst>
          </p:cNvPr>
          <p:cNvGrpSpPr/>
          <p:nvPr/>
        </p:nvGrpSpPr>
        <p:grpSpPr>
          <a:xfrm>
            <a:off x="9218540" y="2519676"/>
            <a:ext cx="2408094" cy="811504"/>
            <a:chOff x="8918425" y="2032230"/>
            <a:chExt cx="2408094" cy="811504"/>
          </a:xfrm>
        </p:grpSpPr>
        <p:grpSp>
          <p:nvGrpSpPr>
            <p:cNvPr id="24" name="Group 23">
              <a:extLst>
                <a:ext uri="{FF2B5EF4-FFF2-40B4-BE49-F238E27FC236}">
                  <a16:creationId xmlns:a16="http://schemas.microsoft.com/office/drawing/2014/main" id="{E30411F5-D205-8C78-4183-17329F2D685E}"/>
                </a:ext>
              </a:extLst>
            </p:cNvPr>
            <p:cNvGrpSpPr>
              <a:grpSpLocks noChangeAspect="1"/>
            </p:cNvGrpSpPr>
            <p:nvPr/>
          </p:nvGrpSpPr>
          <p:grpSpPr>
            <a:xfrm>
              <a:off x="8918425" y="2208193"/>
              <a:ext cx="468001" cy="468000"/>
              <a:chOff x="5659835" y="3635563"/>
              <a:chExt cx="844932" cy="844931"/>
            </a:xfrm>
          </p:grpSpPr>
          <p:sp>
            <p:nvSpPr>
              <p:cNvPr id="27" name="Oval 26">
                <a:extLst>
                  <a:ext uri="{FF2B5EF4-FFF2-40B4-BE49-F238E27FC236}">
                    <a16:creationId xmlns:a16="http://schemas.microsoft.com/office/drawing/2014/main" id="{5919DE39-D01E-E5E6-CE92-44D49C21F2C7}"/>
                  </a:ext>
                </a:extLst>
              </p:cNvPr>
              <p:cNvSpPr/>
              <p:nvPr/>
            </p:nvSpPr>
            <p:spPr>
              <a:xfrm>
                <a:off x="5659835" y="3635563"/>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800" dirty="0">
                  <a:solidFill>
                    <a:srgbClr val="FFFFFF"/>
                  </a:solidFill>
                  <a:ea typeface="linea-basic-10" charset="0"/>
                  <a:cs typeface="linea-basic-10" charset="0"/>
                </a:endParaRPr>
              </a:p>
            </p:txBody>
          </p:sp>
          <p:sp>
            <p:nvSpPr>
              <p:cNvPr id="28" name="Oval 27">
                <a:extLst>
                  <a:ext uri="{FF2B5EF4-FFF2-40B4-BE49-F238E27FC236}">
                    <a16:creationId xmlns:a16="http://schemas.microsoft.com/office/drawing/2014/main" id="{DD4D014A-D0AC-ACE9-EEB4-8BF1943D466D}"/>
                  </a:ext>
                </a:extLst>
              </p:cNvPr>
              <p:cNvSpPr/>
              <p:nvPr/>
            </p:nvSpPr>
            <p:spPr>
              <a:xfrm>
                <a:off x="5728071" y="370559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800" dirty="0">
                  <a:solidFill>
                    <a:srgbClr val="FFFFFF"/>
                  </a:solidFill>
                  <a:ea typeface="linea-basic-10" charset="0"/>
                  <a:cs typeface="linea-basic-10" charset="0"/>
                </a:endParaRPr>
              </a:p>
            </p:txBody>
          </p:sp>
        </p:grpSp>
        <p:sp>
          <p:nvSpPr>
            <p:cNvPr id="25" name="Rectangle 24">
              <a:extLst>
                <a:ext uri="{FF2B5EF4-FFF2-40B4-BE49-F238E27FC236}">
                  <a16:creationId xmlns:a16="http://schemas.microsoft.com/office/drawing/2014/main" id="{09A7B371-1C7D-B7FB-AE1C-3AF93FC5EB7A}"/>
                </a:ext>
              </a:extLst>
            </p:cNvPr>
            <p:cNvSpPr/>
            <p:nvPr/>
          </p:nvSpPr>
          <p:spPr>
            <a:xfrm>
              <a:off x="9474630" y="2032230"/>
              <a:ext cx="1851889" cy="811504"/>
            </a:xfrm>
            <a:prstGeom prst="rect">
              <a:avLst/>
            </a:prstGeom>
          </p:spPr>
          <p:txBody>
            <a:bodyPr wrap="square">
              <a:spAutoFit/>
            </a:bodyPr>
            <a:lstStyle/>
            <a:p>
              <a:pPr>
                <a:lnSpc>
                  <a:spcPct val="150000"/>
                </a:lnSpc>
              </a:pPr>
              <a:r>
                <a:rPr lang="en-US" sz="800" b="1" dirty="0">
                  <a:solidFill>
                    <a:schemeClr val="tx2"/>
                  </a:solidFill>
                  <a:ea typeface="Source Sans Pro Black" panose="020B0503030403020204" pitchFamily="34" charset="0"/>
                </a:rPr>
                <a:t>Synth chartreuse XOXO, tacos </a:t>
              </a:r>
              <a:r>
                <a:rPr lang="en-US" sz="800" b="1" dirty="0" err="1">
                  <a:solidFill>
                    <a:schemeClr val="tx2"/>
                  </a:solidFill>
                  <a:ea typeface="Source Sans Pro Black" panose="020B0503030403020204" pitchFamily="34" charset="0"/>
                </a:rPr>
                <a:t>brooklyn</a:t>
              </a:r>
              <a:r>
                <a:rPr lang="en-US" sz="800" b="1" dirty="0">
                  <a:solidFill>
                    <a:schemeClr val="tx2"/>
                  </a:solidFill>
                  <a:ea typeface="Source Sans Pro Black" panose="020B0503030403020204" pitchFamily="34" charset="0"/>
                </a:rPr>
                <a:t> VHS plaid.</a:t>
              </a:r>
              <a:endParaRPr lang="en-US" sz="800" b="1" dirty="0">
                <a:solidFill>
                  <a:schemeClr val="tx2"/>
                </a:solidFill>
                <a:ea typeface="Source Sans Pro Black" panose="020B0503030403020204" pitchFamily="34" charset="0"/>
                <a:cs typeface="Roboto Light" panose="02000000000000000000" pitchFamily="2" charset="0"/>
              </a:endParaRPr>
            </a:p>
            <a:p>
              <a:pPr>
                <a:lnSpc>
                  <a:spcPct val="150000"/>
                </a:lnSpc>
              </a:pPr>
              <a:r>
                <a:rPr lang="en-US" sz="800" dirty="0">
                  <a:solidFill>
                    <a:schemeClr val="tx2"/>
                  </a:solidFill>
                  <a:ea typeface="Roboto Light" panose="02000000000000000000" pitchFamily="2" charset="0"/>
                  <a:cs typeface="Roboto Light" panose="02000000000000000000" pitchFamily="2" charset="0"/>
                </a:rPr>
                <a:t>Hashtag fashion axe </a:t>
              </a:r>
              <a:r>
                <a:rPr lang="en-US" sz="800" dirty="0" err="1">
                  <a:solidFill>
                    <a:schemeClr val="tx2"/>
                  </a:solidFill>
                  <a:ea typeface="Roboto Light" panose="02000000000000000000" pitchFamily="2" charset="0"/>
                  <a:cs typeface="Roboto Light" panose="02000000000000000000" pitchFamily="2" charset="0"/>
                </a:rPr>
                <a:t>fingerstache</a:t>
              </a:r>
              <a:r>
                <a:rPr lang="en-US" sz="800" dirty="0">
                  <a:solidFill>
                    <a:schemeClr val="tx2"/>
                  </a:solidFill>
                  <a:ea typeface="Roboto Light" panose="02000000000000000000" pitchFamily="2" charset="0"/>
                  <a:cs typeface="Roboto Light" panose="02000000000000000000" pitchFamily="2" charset="0"/>
                </a:rPr>
                <a:t> </a:t>
              </a:r>
              <a:r>
                <a:rPr lang="en-US" sz="800" dirty="0" err="1">
                  <a:solidFill>
                    <a:schemeClr val="tx2"/>
                  </a:solidFill>
                  <a:ea typeface="Roboto Light" panose="02000000000000000000" pitchFamily="2" charset="0"/>
                  <a:cs typeface="Roboto Light" panose="02000000000000000000" pitchFamily="2" charset="0"/>
                </a:rPr>
                <a:t>brooklyn</a:t>
              </a:r>
              <a:r>
                <a:rPr lang="en-US" sz="800" dirty="0">
                  <a:solidFill>
                    <a:schemeClr val="tx2"/>
                  </a:solidFill>
                  <a:ea typeface="Roboto Light" panose="02000000000000000000" pitchFamily="2" charset="0"/>
                  <a:cs typeface="Roboto Light" panose="02000000000000000000" pitchFamily="2" charset="0"/>
                </a:rPr>
                <a:t> YOLO.</a:t>
              </a:r>
            </a:p>
          </p:txBody>
        </p:sp>
        <p:sp>
          <p:nvSpPr>
            <p:cNvPr id="26" name="Freeform: Shape 68">
              <a:extLst>
                <a:ext uri="{FF2B5EF4-FFF2-40B4-BE49-F238E27FC236}">
                  <a16:creationId xmlns:a16="http://schemas.microsoft.com/office/drawing/2014/main" id="{100CE7CC-304A-9765-58A9-2719DEE1F70B}"/>
                </a:ext>
              </a:extLst>
            </p:cNvPr>
            <p:cNvSpPr>
              <a:spLocks noChangeAspect="1"/>
            </p:cNvSpPr>
            <p:nvPr/>
          </p:nvSpPr>
          <p:spPr>
            <a:xfrm>
              <a:off x="9044424" y="2341631"/>
              <a:ext cx="216000" cy="216000"/>
            </a:xfrm>
            <a:custGeom>
              <a:avLst/>
              <a:gdLst>
                <a:gd name="connsiteX0" fmla="*/ 3859787 w 4876800"/>
                <a:gd name="connsiteY0" fmla="*/ 4465301 h 4876800"/>
                <a:gd name="connsiteX1" fmla="*/ 3874503 w 4876800"/>
                <a:gd name="connsiteY1" fmla="*/ 4465301 h 4876800"/>
                <a:gd name="connsiteX2" fmla="*/ 3969753 w 4876800"/>
                <a:gd name="connsiteY2" fmla="*/ 4560551 h 4876800"/>
                <a:gd name="connsiteX3" fmla="*/ 3874503 w 4876800"/>
                <a:gd name="connsiteY3" fmla="*/ 4655801 h 4876800"/>
                <a:gd name="connsiteX4" fmla="*/ 3859787 w 4876800"/>
                <a:gd name="connsiteY4" fmla="*/ 4655801 h 4876800"/>
                <a:gd name="connsiteX5" fmla="*/ 3764537 w 4876800"/>
                <a:gd name="connsiteY5" fmla="*/ 4560551 h 4876800"/>
                <a:gd name="connsiteX6" fmla="*/ 3859787 w 4876800"/>
                <a:gd name="connsiteY6" fmla="*/ 4465301 h 4876800"/>
                <a:gd name="connsiteX7" fmla="*/ 3383547 w 4876800"/>
                <a:gd name="connsiteY7" fmla="*/ 4465301 h 4876800"/>
                <a:gd name="connsiteX8" fmla="*/ 3478797 w 4876800"/>
                <a:gd name="connsiteY8" fmla="*/ 4465301 h 4876800"/>
                <a:gd name="connsiteX9" fmla="*/ 3574047 w 4876800"/>
                <a:gd name="connsiteY9" fmla="*/ 4560551 h 4876800"/>
                <a:gd name="connsiteX10" fmla="*/ 3478797 w 4876800"/>
                <a:gd name="connsiteY10" fmla="*/ 4655801 h 4876800"/>
                <a:gd name="connsiteX11" fmla="*/ 3383547 w 4876800"/>
                <a:gd name="connsiteY11" fmla="*/ 4655801 h 4876800"/>
                <a:gd name="connsiteX12" fmla="*/ 3288297 w 4876800"/>
                <a:gd name="connsiteY12" fmla="*/ 4560551 h 4876800"/>
                <a:gd name="connsiteX13" fmla="*/ 3383547 w 4876800"/>
                <a:gd name="connsiteY13" fmla="*/ 4465301 h 4876800"/>
                <a:gd name="connsiteX14" fmla="*/ 2907297 w 4876800"/>
                <a:gd name="connsiteY14" fmla="*/ 4465301 h 4876800"/>
                <a:gd name="connsiteX15" fmla="*/ 3002547 w 4876800"/>
                <a:gd name="connsiteY15" fmla="*/ 4465301 h 4876800"/>
                <a:gd name="connsiteX16" fmla="*/ 3097797 w 4876800"/>
                <a:gd name="connsiteY16" fmla="*/ 4560551 h 4876800"/>
                <a:gd name="connsiteX17" fmla="*/ 3002547 w 4876800"/>
                <a:gd name="connsiteY17" fmla="*/ 4655801 h 4876800"/>
                <a:gd name="connsiteX18" fmla="*/ 2907297 w 4876800"/>
                <a:gd name="connsiteY18" fmla="*/ 4655801 h 4876800"/>
                <a:gd name="connsiteX19" fmla="*/ 2812047 w 4876800"/>
                <a:gd name="connsiteY19" fmla="*/ 4560551 h 4876800"/>
                <a:gd name="connsiteX20" fmla="*/ 2907297 w 4876800"/>
                <a:gd name="connsiteY20" fmla="*/ 4465301 h 4876800"/>
                <a:gd name="connsiteX21" fmla="*/ 2431047 w 4876800"/>
                <a:gd name="connsiteY21" fmla="*/ 4465301 h 4876800"/>
                <a:gd name="connsiteX22" fmla="*/ 2526297 w 4876800"/>
                <a:gd name="connsiteY22" fmla="*/ 4465301 h 4876800"/>
                <a:gd name="connsiteX23" fmla="*/ 2621547 w 4876800"/>
                <a:gd name="connsiteY23" fmla="*/ 4560551 h 4876800"/>
                <a:gd name="connsiteX24" fmla="*/ 2526297 w 4876800"/>
                <a:gd name="connsiteY24" fmla="*/ 4655801 h 4876800"/>
                <a:gd name="connsiteX25" fmla="*/ 2431047 w 4876800"/>
                <a:gd name="connsiteY25" fmla="*/ 4655801 h 4876800"/>
                <a:gd name="connsiteX26" fmla="*/ 2335797 w 4876800"/>
                <a:gd name="connsiteY26" fmla="*/ 4560551 h 4876800"/>
                <a:gd name="connsiteX27" fmla="*/ 2431047 w 4876800"/>
                <a:gd name="connsiteY27" fmla="*/ 4465301 h 4876800"/>
                <a:gd name="connsiteX28" fmla="*/ 1954797 w 4876800"/>
                <a:gd name="connsiteY28" fmla="*/ 4465301 h 4876800"/>
                <a:gd name="connsiteX29" fmla="*/ 2050047 w 4876800"/>
                <a:gd name="connsiteY29" fmla="*/ 4465301 h 4876800"/>
                <a:gd name="connsiteX30" fmla="*/ 2145297 w 4876800"/>
                <a:gd name="connsiteY30" fmla="*/ 4560551 h 4876800"/>
                <a:gd name="connsiteX31" fmla="*/ 2050047 w 4876800"/>
                <a:gd name="connsiteY31" fmla="*/ 4655801 h 4876800"/>
                <a:gd name="connsiteX32" fmla="*/ 1954797 w 4876800"/>
                <a:gd name="connsiteY32" fmla="*/ 4655801 h 4876800"/>
                <a:gd name="connsiteX33" fmla="*/ 1859547 w 4876800"/>
                <a:gd name="connsiteY33" fmla="*/ 4560551 h 4876800"/>
                <a:gd name="connsiteX34" fmla="*/ 1954797 w 4876800"/>
                <a:gd name="connsiteY34" fmla="*/ 4465301 h 4876800"/>
                <a:gd name="connsiteX35" fmla="*/ 1478547 w 4876800"/>
                <a:gd name="connsiteY35" fmla="*/ 4465301 h 4876800"/>
                <a:gd name="connsiteX36" fmla="*/ 1573797 w 4876800"/>
                <a:gd name="connsiteY36" fmla="*/ 4465301 h 4876800"/>
                <a:gd name="connsiteX37" fmla="*/ 1669047 w 4876800"/>
                <a:gd name="connsiteY37" fmla="*/ 4560551 h 4876800"/>
                <a:gd name="connsiteX38" fmla="*/ 1573797 w 4876800"/>
                <a:gd name="connsiteY38" fmla="*/ 4655801 h 4876800"/>
                <a:gd name="connsiteX39" fmla="*/ 1478547 w 4876800"/>
                <a:gd name="connsiteY39" fmla="*/ 4655801 h 4876800"/>
                <a:gd name="connsiteX40" fmla="*/ 1383297 w 4876800"/>
                <a:gd name="connsiteY40" fmla="*/ 4560551 h 4876800"/>
                <a:gd name="connsiteX41" fmla="*/ 1478547 w 4876800"/>
                <a:gd name="connsiteY41" fmla="*/ 4465301 h 4876800"/>
                <a:gd name="connsiteX42" fmla="*/ 1002297 w 4876800"/>
                <a:gd name="connsiteY42" fmla="*/ 4465301 h 4876800"/>
                <a:gd name="connsiteX43" fmla="*/ 1097547 w 4876800"/>
                <a:gd name="connsiteY43" fmla="*/ 4465301 h 4876800"/>
                <a:gd name="connsiteX44" fmla="*/ 1192797 w 4876800"/>
                <a:gd name="connsiteY44" fmla="*/ 4560551 h 4876800"/>
                <a:gd name="connsiteX45" fmla="*/ 1097547 w 4876800"/>
                <a:gd name="connsiteY45" fmla="*/ 4655801 h 4876800"/>
                <a:gd name="connsiteX46" fmla="*/ 1002297 w 4876800"/>
                <a:gd name="connsiteY46" fmla="*/ 4655801 h 4876800"/>
                <a:gd name="connsiteX47" fmla="*/ 907047 w 4876800"/>
                <a:gd name="connsiteY47" fmla="*/ 4560551 h 4876800"/>
                <a:gd name="connsiteX48" fmla="*/ 1002297 w 4876800"/>
                <a:gd name="connsiteY48" fmla="*/ 4465301 h 4876800"/>
                <a:gd name="connsiteX49" fmla="*/ 4419600 w 4876800"/>
                <a:gd name="connsiteY49" fmla="*/ 4419600 h 4876800"/>
                <a:gd name="connsiteX50" fmla="*/ 4419600 w 4876800"/>
                <a:gd name="connsiteY50" fmla="*/ 4686300 h 4876800"/>
                <a:gd name="connsiteX51" fmla="*/ 4686300 w 4876800"/>
                <a:gd name="connsiteY51" fmla="*/ 4686300 h 4876800"/>
                <a:gd name="connsiteX52" fmla="*/ 4686300 w 4876800"/>
                <a:gd name="connsiteY52" fmla="*/ 4419600 h 4876800"/>
                <a:gd name="connsiteX53" fmla="*/ 190500 w 4876800"/>
                <a:gd name="connsiteY53" fmla="*/ 4419600 h 4876800"/>
                <a:gd name="connsiteX54" fmla="*/ 190500 w 4876800"/>
                <a:gd name="connsiteY54" fmla="*/ 4686300 h 4876800"/>
                <a:gd name="connsiteX55" fmla="*/ 457200 w 4876800"/>
                <a:gd name="connsiteY55" fmla="*/ 4686300 h 4876800"/>
                <a:gd name="connsiteX56" fmla="*/ 457200 w 4876800"/>
                <a:gd name="connsiteY56" fmla="*/ 4419600 h 4876800"/>
                <a:gd name="connsiteX57" fmla="*/ 4324350 w 4876800"/>
                <a:gd name="connsiteY57" fmla="*/ 4229100 h 4876800"/>
                <a:gd name="connsiteX58" fmla="*/ 4781550 w 4876800"/>
                <a:gd name="connsiteY58" fmla="*/ 4229100 h 4876800"/>
                <a:gd name="connsiteX59" fmla="*/ 4876800 w 4876800"/>
                <a:gd name="connsiteY59" fmla="*/ 4324350 h 4876800"/>
                <a:gd name="connsiteX60" fmla="*/ 4876800 w 4876800"/>
                <a:gd name="connsiteY60" fmla="*/ 4781550 h 4876800"/>
                <a:gd name="connsiteX61" fmla="*/ 4781550 w 4876800"/>
                <a:gd name="connsiteY61" fmla="*/ 4876800 h 4876800"/>
                <a:gd name="connsiteX62" fmla="*/ 4324350 w 4876800"/>
                <a:gd name="connsiteY62" fmla="*/ 4876800 h 4876800"/>
                <a:gd name="connsiteX63" fmla="*/ 4229100 w 4876800"/>
                <a:gd name="connsiteY63" fmla="*/ 4781550 h 4876800"/>
                <a:gd name="connsiteX64" fmla="*/ 4229100 w 4876800"/>
                <a:gd name="connsiteY64" fmla="*/ 4324350 h 4876800"/>
                <a:gd name="connsiteX65" fmla="*/ 4324350 w 4876800"/>
                <a:gd name="connsiteY65" fmla="*/ 4229100 h 4876800"/>
                <a:gd name="connsiteX66" fmla="*/ 95250 w 4876800"/>
                <a:gd name="connsiteY66" fmla="*/ 4229100 h 4876800"/>
                <a:gd name="connsiteX67" fmla="*/ 552450 w 4876800"/>
                <a:gd name="connsiteY67" fmla="*/ 4229100 h 4876800"/>
                <a:gd name="connsiteX68" fmla="*/ 647700 w 4876800"/>
                <a:gd name="connsiteY68" fmla="*/ 4324350 h 4876800"/>
                <a:gd name="connsiteX69" fmla="*/ 647700 w 4876800"/>
                <a:gd name="connsiteY69" fmla="*/ 4781550 h 4876800"/>
                <a:gd name="connsiteX70" fmla="*/ 552450 w 4876800"/>
                <a:gd name="connsiteY70" fmla="*/ 4876800 h 4876800"/>
                <a:gd name="connsiteX71" fmla="*/ 95250 w 4876800"/>
                <a:gd name="connsiteY71" fmla="*/ 4876800 h 4876800"/>
                <a:gd name="connsiteX72" fmla="*/ 0 w 4876800"/>
                <a:gd name="connsiteY72" fmla="*/ 4781550 h 4876800"/>
                <a:gd name="connsiteX73" fmla="*/ 0 w 4876800"/>
                <a:gd name="connsiteY73" fmla="*/ 4324350 h 4876800"/>
                <a:gd name="connsiteX74" fmla="*/ 95250 w 4876800"/>
                <a:gd name="connsiteY74" fmla="*/ 4229100 h 4876800"/>
                <a:gd name="connsiteX75" fmla="*/ 4552950 w 4876800"/>
                <a:gd name="connsiteY75" fmla="*/ 3691614 h 4876800"/>
                <a:gd name="connsiteX76" fmla="*/ 4648200 w 4876800"/>
                <a:gd name="connsiteY76" fmla="*/ 3786864 h 4876800"/>
                <a:gd name="connsiteX77" fmla="*/ 4648200 w 4876800"/>
                <a:gd name="connsiteY77" fmla="*/ 3882114 h 4876800"/>
                <a:gd name="connsiteX78" fmla="*/ 4552950 w 4876800"/>
                <a:gd name="connsiteY78" fmla="*/ 3977364 h 4876800"/>
                <a:gd name="connsiteX79" fmla="*/ 4457700 w 4876800"/>
                <a:gd name="connsiteY79" fmla="*/ 3882114 h 4876800"/>
                <a:gd name="connsiteX80" fmla="*/ 4457700 w 4876800"/>
                <a:gd name="connsiteY80" fmla="*/ 3786864 h 4876800"/>
                <a:gd name="connsiteX81" fmla="*/ 4552950 w 4876800"/>
                <a:gd name="connsiteY81" fmla="*/ 3691614 h 4876800"/>
                <a:gd name="connsiteX82" fmla="*/ 323850 w 4876800"/>
                <a:gd name="connsiteY82" fmla="*/ 3691614 h 4876800"/>
                <a:gd name="connsiteX83" fmla="*/ 419100 w 4876800"/>
                <a:gd name="connsiteY83" fmla="*/ 3786864 h 4876800"/>
                <a:gd name="connsiteX84" fmla="*/ 419100 w 4876800"/>
                <a:gd name="connsiteY84" fmla="*/ 3882114 h 4876800"/>
                <a:gd name="connsiteX85" fmla="*/ 323850 w 4876800"/>
                <a:gd name="connsiteY85" fmla="*/ 3977364 h 4876800"/>
                <a:gd name="connsiteX86" fmla="*/ 228600 w 4876800"/>
                <a:gd name="connsiteY86" fmla="*/ 3882114 h 4876800"/>
                <a:gd name="connsiteX87" fmla="*/ 228600 w 4876800"/>
                <a:gd name="connsiteY87" fmla="*/ 3786864 h 4876800"/>
                <a:gd name="connsiteX88" fmla="*/ 323850 w 4876800"/>
                <a:gd name="connsiteY88" fmla="*/ 3691614 h 4876800"/>
                <a:gd name="connsiteX89" fmla="*/ 1594647 w 4876800"/>
                <a:gd name="connsiteY89" fmla="*/ 3513306 h 4876800"/>
                <a:gd name="connsiteX90" fmla="*/ 1753809 w 4876800"/>
                <a:gd name="connsiteY90" fmla="*/ 3877094 h 4876800"/>
                <a:gd name="connsiteX91" fmla="*/ 1912962 w 4876800"/>
                <a:gd name="connsiteY91" fmla="*/ 3513306 h 4876800"/>
                <a:gd name="connsiteX92" fmla="*/ 4552950 w 4876800"/>
                <a:gd name="connsiteY92" fmla="*/ 3215364 h 4876800"/>
                <a:gd name="connsiteX93" fmla="*/ 4648200 w 4876800"/>
                <a:gd name="connsiteY93" fmla="*/ 3310614 h 4876800"/>
                <a:gd name="connsiteX94" fmla="*/ 4648200 w 4876800"/>
                <a:gd name="connsiteY94" fmla="*/ 3405864 h 4876800"/>
                <a:gd name="connsiteX95" fmla="*/ 4552950 w 4876800"/>
                <a:gd name="connsiteY95" fmla="*/ 3501114 h 4876800"/>
                <a:gd name="connsiteX96" fmla="*/ 4457700 w 4876800"/>
                <a:gd name="connsiteY96" fmla="*/ 3405864 h 4876800"/>
                <a:gd name="connsiteX97" fmla="*/ 4457700 w 4876800"/>
                <a:gd name="connsiteY97" fmla="*/ 3310614 h 4876800"/>
                <a:gd name="connsiteX98" fmla="*/ 4552950 w 4876800"/>
                <a:gd name="connsiteY98" fmla="*/ 3215364 h 4876800"/>
                <a:gd name="connsiteX99" fmla="*/ 323850 w 4876800"/>
                <a:gd name="connsiteY99" fmla="*/ 3215364 h 4876800"/>
                <a:gd name="connsiteX100" fmla="*/ 419100 w 4876800"/>
                <a:gd name="connsiteY100" fmla="*/ 3310614 h 4876800"/>
                <a:gd name="connsiteX101" fmla="*/ 419100 w 4876800"/>
                <a:gd name="connsiteY101" fmla="*/ 3405864 h 4876800"/>
                <a:gd name="connsiteX102" fmla="*/ 323850 w 4876800"/>
                <a:gd name="connsiteY102" fmla="*/ 3501114 h 4876800"/>
                <a:gd name="connsiteX103" fmla="*/ 228600 w 4876800"/>
                <a:gd name="connsiteY103" fmla="*/ 3405864 h 4876800"/>
                <a:gd name="connsiteX104" fmla="*/ 228600 w 4876800"/>
                <a:gd name="connsiteY104" fmla="*/ 3310614 h 4876800"/>
                <a:gd name="connsiteX105" fmla="*/ 323850 w 4876800"/>
                <a:gd name="connsiteY105" fmla="*/ 3215364 h 4876800"/>
                <a:gd name="connsiteX106" fmla="*/ 2437524 w 4876800"/>
                <a:gd name="connsiteY106" fmla="*/ 3061639 h 4876800"/>
                <a:gd name="connsiteX107" fmla="*/ 2534308 w 4876800"/>
                <a:gd name="connsiteY107" fmla="*/ 3153213 h 4876800"/>
                <a:gd name="connsiteX108" fmla="*/ 2442801 w 4876800"/>
                <a:gd name="connsiteY108" fmla="*/ 3252054 h 4876800"/>
                <a:gd name="connsiteX109" fmla="*/ 2438391 w 4876800"/>
                <a:gd name="connsiteY109" fmla="*/ 3252139 h 4876800"/>
                <a:gd name="connsiteX110" fmla="*/ 2343141 w 4876800"/>
                <a:gd name="connsiteY110" fmla="*/ 3156889 h 4876800"/>
                <a:gd name="connsiteX111" fmla="*/ 2437524 w 4876800"/>
                <a:gd name="connsiteY111" fmla="*/ 3061639 h 4876800"/>
                <a:gd name="connsiteX112" fmla="*/ 4552950 w 4876800"/>
                <a:gd name="connsiteY112" fmla="*/ 2739114 h 4876800"/>
                <a:gd name="connsiteX113" fmla="*/ 4648200 w 4876800"/>
                <a:gd name="connsiteY113" fmla="*/ 2834364 h 4876800"/>
                <a:gd name="connsiteX114" fmla="*/ 4648200 w 4876800"/>
                <a:gd name="connsiteY114" fmla="*/ 2929614 h 4876800"/>
                <a:gd name="connsiteX115" fmla="*/ 4552950 w 4876800"/>
                <a:gd name="connsiteY115" fmla="*/ 3024864 h 4876800"/>
                <a:gd name="connsiteX116" fmla="*/ 4457700 w 4876800"/>
                <a:gd name="connsiteY116" fmla="*/ 2929614 h 4876800"/>
                <a:gd name="connsiteX117" fmla="*/ 4457700 w 4876800"/>
                <a:gd name="connsiteY117" fmla="*/ 2834364 h 4876800"/>
                <a:gd name="connsiteX118" fmla="*/ 4552950 w 4876800"/>
                <a:gd name="connsiteY118" fmla="*/ 2739114 h 4876800"/>
                <a:gd name="connsiteX119" fmla="*/ 323850 w 4876800"/>
                <a:gd name="connsiteY119" fmla="*/ 2739114 h 4876800"/>
                <a:gd name="connsiteX120" fmla="*/ 419100 w 4876800"/>
                <a:gd name="connsiteY120" fmla="*/ 2834364 h 4876800"/>
                <a:gd name="connsiteX121" fmla="*/ 419100 w 4876800"/>
                <a:gd name="connsiteY121" fmla="*/ 2929614 h 4876800"/>
                <a:gd name="connsiteX122" fmla="*/ 323850 w 4876800"/>
                <a:gd name="connsiteY122" fmla="*/ 3024864 h 4876800"/>
                <a:gd name="connsiteX123" fmla="*/ 228600 w 4876800"/>
                <a:gd name="connsiteY123" fmla="*/ 2929614 h 4876800"/>
                <a:gd name="connsiteX124" fmla="*/ 228600 w 4876800"/>
                <a:gd name="connsiteY124" fmla="*/ 2834364 h 4876800"/>
                <a:gd name="connsiteX125" fmla="*/ 323850 w 4876800"/>
                <a:gd name="connsiteY125" fmla="*/ 2739114 h 4876800"/>
                <a:gd name="connsiteX126" fmla="*/ 4552950 w 4876800"/>
                <a:gd name="connsiteY126" fmla="*/ 2262864 h 4876800"/>
                <a:gd name="connsiteX127" fmla="*/ 4648200 w 4876800"/>
                <a:gd name="connsiteY127" fmla="*/ 2358114 h 4876800"/>
                <a:gd name="connsiteX128" fmla="*/ 4648200 w 4876800"/>
                <a:gd name="connsiteY128" fmla="*/ 2453364 h 4876800"/>
                <a:gd name="connsiteX129" fmla="*/ 4552950 w 4876800"/>
                <a:gd name="connsiteY129" fmla="*/ 2548614 h 4876800"/>
                <a:gd name="connsiteX130" fmla="*/ 4457700 w 4876800"/>
                <a:gd name="connsiteY130" fmla="*/ 2453364 h 4876800"/>
                <a:gd name="connsiteX131" fmla="*/ 4457700 w 4876800"/>
                <a:gd name="connsiteY131" fmla="*/ 2358114 h 4876800"/>
                <a:gd name="connsiteX132" fmla="*/ 4552950 w 4876800"/>
                <a:gd name="connsiteY132" fmla="*/ 2262864 h 4876800"/>
                <a:gd name="connsiteX133" fmla="*/ 323850 w 4876800"/>
                <a:gd name="connsiteY133" fmla="*/ 2262864 h 4876800"/>
                <a:gd name="connsiteX134" fmla="*/ 419100 w 4876800"/>
                <a:gd name="connsiteY134" fmla="*/ 2358114 h 4876800"/>
                <a:gd name="connsiteX135" fmla="*/ 419100 w 4876800"/>
                <a:gd name="connsiteY135" fmla="*/ 2453364 h 4876800"/>
                <a:gd name="connsiteX136" fmla="*/ 323850 w 4876800"/>
                <a:gd name="connsiteY136" fmla="*/ 2548614 h 4876800"/>
                <a:gd name="connsiteX137" fmla="*/ 228600 w 4876800"/>
                <a:gd name="connsiteY137" fmla="*/ 2453364 h 4876800"/>
                <a:gd name="connsiteX138" fmla="*/ 228600 w 4876800"/>
                <a:gd name="connsiteY138" fmla="*/ 2358114 h 4876800"/>
                <a:gd name="connsiteX139" fmla="*/ 323850 w 4876800"/>
                <a:gd name="connsiteY139" fmla="*/ 2262864 h 4876800"/>
                <a:gd name="connsiteX140" fmla="*/ 1449039 w 4876800"/>
                <a:gd name="connsiteY140" fmla="*/ 2047875 h 4876800"/>
                <a:gd name="connsiteX141" fmla="*/ 1516380 w 4876800"/>
                <a:gd name="connsiteY141" fmla="*/ 2075783 h 4876800"/>
                <a:gd name="connsiteX142" fmla="*/ 1544289 w 4876800"/>
                <a:gd name="connsiteY142" fmla="*/ 2143125 h 4876800"/>
                <a:gd name="connsiteX143" fmla="*/ 1516380 w 4876800"/>
                <a:gd name="connsiteY143" fmla="*/ 2210467 h 4876800"/>
                <a:gd name="connsiteX144" fmla="*/ 1449039 w 4876800"/>
                <a:gd name="connsiteY144" fmla="*/ 2238375 h 4876800"/>
                <a:gd name="connsiteX145" fmla="*/ 1381697 w 4876800"/>
                <a:gd name="connsiteY145" fmla="*/ 2210467 h 4876800"/>
                <a:gd name="connsiteX146" fmla="*/ 1353789 w 4876800"/>
                <a:gd name="connsiteY146" fmla="*/ 2143125 h 4876800"/>
                <a:gd name="connsiteX147" fmla="*/ 1381697 w 4876800"/>
                <a:gd name="connsiteY147" fmla="*/ 2075783 h 4876800"/>
                <a:gd name="connsiteX148" fmla="*/ 1449039 w 4876800"/>
                <a:gd name="connsiteY148" fmla="*/ 2047875 h 4876800"/>
                <a:gd name="connsiteX149" fmla="*/ 4552950 w 4876800"/>
                <a:gd name="connsiteY149" fmla="*/ 1786614 h 4876800"/>
                <a:gd name="connsiteX150" fmla="*/ 4648200 w 4876800"/>
                <a:gd name="connsiteY150" fmla="*/ 1881864 h 4876800"/>
                <a:gd name="connsiteX151" fmla="*/ 4648200 w 4876800"/>
                <a:gd name="connsiteY151" fmla="*/ 1977114 h 4876800"/>
                <a:gd name="connsiteX152" fmla="*/ 4552950 w 4876800"/>
                <a:gd name="connsiteY152" fmla="*/ 2072364 h 4876800"/>
                <a:gd name="connsiteX153" fmla="*/ 4457700 w 4876800"/>
                <a:gd name="connsiteY153" fmla="*/ 1977114 h 4876800"/>
                <a:gd name="connsiteX154" fmla="*/ 4457700 w 4876800"/>
                <a:gd name="connsiteY154" fmla="*/ 1881864 h 4876800"/>
                <a:gd name="connsiteX155" fmla="*/ 4552950 w 4876800"/>
                <a:gd name="connsiteY155" fmla="*/ 1786614 h 4876800"/>
                <a:gd name="connsiteX156" fmla="*/ 323850 w 4876800"/>
                <a:gd name="connsiteY156" fmla="*/ 1786614 h 4876800"/>
                <a:gd name="connsiteX157" fmla="*/ 419100 w 4876800"/>
                <a:gd name="connsiteY157" fmla="*/ 1881864 h 4876800"/>
                <a:gd name="connsiteX158" fmla="*/ 419100 w 4876800"/>
                <a:gd name="connsiteY158" fmla="*/ 1977114 h 4876800"/>
                <a:gd name="connsiteX159" fmla="*/ 323850 w 4876800"/>
                <a:gd name="connsiteY159" fmla="*/ 2072364 h 4876800"/>
                <a:gd name="connsiteX160" fmla="*/ 228600 w 4876800"/>
                <a:gd name="connsiteY160" fmla="*/ 1977114 h 4876800"/>
                <a:gd name="connsiteX161" fmla="*/ 228600 w 4876800"/>
                <a:gd name="connsiteY161" fmla="*/ 1881864 h 4876800"/>
                <a:gd name="connsiteX162" fmla="*/ 323850 w 4876800"/>
                <a:gd name="connsiteY162" fmla="*/ 1786614 h 4876800"/>
                <a:gd name="connsiteX163" fmla="*/ 2438391 w 4876800"/>
                <a:gd name="connsiteY163" fmla="*/ 1624670 h 4876800"/>
                <a:gd name="connsiteX164" fmla="*/ 3252131 w 4876800"/>
                <a:gd name="connsiteY164" fmla="*/ 2438410 h 4876800"/>
                <a:gd name="connsiteX165" fmla="*/ 2817533 w 4876800"/>
                <a:gd name="connsiteY165" fmla="*/ 3158576 h 4876800"/>
                <a:gd name="connsiteX166" fmla="*/ 2773185 w 4876800"/>
                <a:gd name="connsiteY166" fmla="*/ 3169596 h 4876800"/>
                <a:gd name="connsiteX167" fmla="*/ 2688851 w 4876800"/>
                <a:gd name="connsiteY167" fmla="*/ 3118761 h 4876800"/>
                <a:gd name="connsiteX168" fmla="*/ 2728665 w 4876800"/>
                <a:gd name="connsiteY168" fmla="*/ 2990079 h 4876800"/>
                <a:gd name="connsiteX169" fmla="*/ 3061631 w 4876800"/>
                <a:gd name="connsiteY169" fmla="*/ 2438410 h 4876800"/>
                <a:gd name="connsiteX170" fmla="*/ 2438391 w 4876800"/>
                <a:gd name="connsiteY170" fmla="*/ 1815170 h 4876800"/>
                <a:gd name="connsiteX171" fmla="*/ 2343141 w 4876800"/>
                <a:gd name="connsiteY171" fmla="*/ 1719920 h 4876800"/>
                <a:gd name="connsiteX172" fmla="*/ 2438391 w 4876800"/>
                <a:gd name="connsiteY172" fmla="*/ 1624670 h 4876800"/>
                <a:gd name="connsiteX173" fmla="*/ 4552950 w 4876800"/>
                <a:gd name="connsiteY173" fmla="*/ 1310364 h 4876800"/>
                <a:gd name="connsiteX174" fmla="*/ 4648200 w 4876800"/>
                <a:gd name="connsiteY174" fmla="*/ 1405614 h 4876800"/>
                <a:gd name="connsiteX175" fmla="*/ 4648200 w 4876800"/>
                <a:gd name="connsiteY175" fmla="*/ 1500864 h 4876800"/>
                <a:gd name="connsiteX176" fmla="*/ 4552950 w 4876800"/>
                <a:gd name="connsiteY176" fmla="*/ 1596114 h 4876800"/>
                <a:gd name="connsiteX177" fmla="*/ 4457700 w 4876800"/>
                <a:gd name="connsiteY177" fmla="*/ 1500864 h 4876800"/>
                <a:gd name="connsiteX178" fmla="*/ 4457700 w 4876800"/>
                <a:gd name="connsiteY178" fmla="*/ 1405614 h 4876800"/>
                <a:gd name="connsiteX179" fmla="*/ 4552950 w 4876800"/>
                <a:gd name="connsiteY179" fmla="*/ 1310364 h 4876800"/>
                <a:gd name="connsiteX180" fmla="*/ 323850 w 4876800"/>
                <a:gd name="connsiteY180" fmla="*/ 1310364 h 4876800"/>
                <a:gd name="connsiteX181" fmla="*/ 419100 w 4876800"/>
                <a:gd name="connsiteY181" fmla="*/ 1405614 h 4876800"/>
                <a:gd name="connsiteX182" fmla="*/ 419100 w 4876800"/>
                <a:gd name="connsiteY182" fmla="*/ 1500864 h 4876800"/>
                <a:gd name="connsiteX183" fmla="*/ 323850 w 4876800"/>
                <a:gd name="connsiteY183" fmla="*/ 1596114 h 4876800"/>
                <a:gd name="connsiteX184" fmla="*/ 228600 w 4876800"/>
                <a:gd name="connsiteY184" fmla="*/ 1500864 h 4876800"/>
                <a:gd name="connsiteX185" fmla="*/ 228600 w 4876800"/>
                <a:gd name="connsiteY185" fmla="*/ 1405614 h 4876800"/>
                <a:gd name="connsiteX186" fmla="*/ 323850 w 4876800"/>
                <a:gd name="connsiteY186" fmla="*/ 1310364 h 4876800"/>
                <a:gd name="connsiteX187" fmla="*/ 4552950 w 4876800"/>
                <a:gd name="connsiteY187" fmla="*/ 914638 h 4876800"/>
                <a:gd name="connsiteX188" fmla="*/ 4648200 w 4876800"/>
                <a:gd name="connsiteY188" fmla="*/ 1009888 h 4876800"/>
                <a:gd name="connsiteX189" fmla="*/ 4648200 w 4876800"/>
                <a:gd name="connsiteY189" fmla="*/ 1024613 h 4876800"/>
                <a:gd name="connsiteX190" fmla="*/ 4552950 w 4876800"/>
                <a:gd name="connsiteY190" fmla="*/ 1119863 h 4876800"/>
                <a:gd name="connsiteX191" fmla="*/ 4457700 w 4876800"/>
                <a:gd name="connsiteY191" fmla="*/ 1024613 h 4876800"/>
                <a:gd name="connsiteX192" fmla="*/ 4457700 w 4876800"/>
                <a:gd name="connsiteY192" fmla="*/ 1009888 h 4876800"/>
                <a:gd name="connsiteX193" fmla="*/ 4552950 w 4876800"/>
                <a:gd name="connsiteY193" fmla="*/ 914638 h 4876800"/>
                <a:gd name="connsiteX194" fmla="*/ 323850 w 4876800"/>
                <a:gd name="connsiteY194" fmla="*/ 914638 h 4876800"/>
                <a:gd name="connsiteX195" fmla="*/ 419100 w 4876800"/>
                <a:gd name="connsiteY195" fmla="*/ 1009888 h 4876800"/>
                <a:gd name="connsiteX196" fmla="*/ 419100 w 4876800"/>
                <a:gd name="connsiteY196" fmla="*/ 1024613 h 4876800"/>
                <a:gd name="connsiteX197" fmla="*/ 323850 w 4876800"/>
                <a:gd name="connsiteY197" fmla="*/ 1119863 h 4876800"/>
                <a:gd name="connsiteX198" fmla="*/ 228600 w 4876800"/>
                <a:gd name="connsiteY198" fmla="*/ 1024613 h 4876800"/>
                <a:gd name="connsiteX199" fmla="*/ 228600 w 4876800"/>
                <a:gd name="connsiteY199" fmla="*/ 1009888 h 4876800"/>
                <a:gd name="connsiteX200" fmla="*/ 323850 w 4876800"/>
                <a:gd name="connsiteY200" fmla="*/ 914638 h 4876800"/>
                <a:gd name="connsiteX201" fmla="*/ 1557870 w 4876800"/>
                <a:gd name="connsiteY201" fmla="*/ 811225 h 4876800"/>
                <a:gd name="connsiteX202" fmla="*/ 1544259 w 4876800"/>
                <a:gd name="connsiteY202" fmla="*/ 824836 h 4876800"/>
                <a:gd name="connsiteX203" fmla="*/ 1544259 w 4876800"/>
                <a:gd name="connsiteY203" fmla="*/ 1208551 h 4876800"/>
                <a:gd name="connsiteX204" fmla="*/ 1544259 w 4876800"/>
                <a:gd name="connsiteY204" fmla="*/ 1208560 h 4876800"/>
                <a:gd name="connsiteX205" fmla="*/ 1963369 w 4876800"/>
                <a:gd name="connsiteY205" fmla="*/ 1208560 h 4876800"/>
                <a:gd name="connsiteX206" fmla="*/ 1963369 w 4876800"/>
                <a:gd name="connsiteY206" fmla="*/ 824836 h 4876800"/>
                <a:gd name="connsiteX207" fmla="*/ 1949758 w 4876800"/>
                <a:gd name="connsiteY207" fmla="*/ 811225 h 4876800"/>
                <a:gd name="connsiteX208" fmla="*/ 2438400 w 4876800"/>
                <a:gd name="connsiteY208" fmla="*/ 666693 h 4876800"/>
                <a:gd name="connsiteX209" fmla="*/ 2736542 w 4876800"/>
                <a:gd name="connsiteY209" fmla="*/ 666693 h 4876800"/>
                <a:gd name="connsiteX210" fmla="*/ 2830611 w 4876800"/>
                <a:gd name="connsiteY210" fmla="*/ 746960 h 4876800"/>
                <a:gd name="connsiteX211" fmla="*/ 2868253 w 4876800"/>
                <a:gd name="connsiteY211" fmla="*/ 983409 h 4876800"/>
                <a:gd name="connsiteX212" fmla="*/ 3162290 w 4876800"/>
                <a:gd name="connsiteY212" fmla="*/ 1105071 h 4876800"/>
                <a:gd name="connsiteX213" fmla="*/ 3356000 w 4876800"/>
                <a:gd name="connsiteY213" fmla="*/ 964359 h 4876800"/>
                <a:gd name="connsiteX214" fmla="*/ 3479301 w 4876800"/>
                <a:gd name="connsiteY214" fmla="*/ 974045 h 4876800"/>
                <a:gd name="connsiteX215" fmla="*/ 3901973 w 4876800"/>
                <a:gd name="connsiteY215" fmla="*/ 1396422 h 4876800"/>
                <a:gd name="connsiteX216" fmla="*/ 3911746 w 4876800"/>
                <a:gd name="connsiteY216" fmla="*/ 1519723 h 4876800"/>
                <a:gd name="connsiteX217" fmla="*/ 3771109 w 4876800"/>
                <a:gd name="connsiteY217" fmla="*/ 1713614 h 4876800"/>
                <a:gd name="connsiteX218" fmla="*/ 3892944 w 4876800"/>
                <a:gd name="connsiteY218" fmla="*/ 2007432 h 4876800"/>
                <a:gd name="connsiteX219" fmla="*/ 4129516 w 4876800"/>
                <a:gd name="connsiteY219" fmla="*/ 2044913 h 4876800"/>
                <a:gd name="connsiteX220" fmla="*/ 4209888 w 4876800"/>
                <a:gd name="connsiteY220" fmla="*/ 2138953 h 4876800"/>
                <a:gd name="connsiteX221" fmla="*/ 4210136 w 4876800"/>
                <a:gd name="connsiteY221" fmla="*/ 2736494 h 4876800"/>
                <a:gd name="connsiteX222" fmla="*/ 4129859 w 4876800"/>
                <a:gd name="connsiteY222" fmla="*/ 2830601 h 4876800"/>
                <a:gd name="connsiteX223" fmla="*/ 3893420 w 4876800"/>
                <a:gd name="connsiteY223" fmla="*/ 2868244 h 4876800"/>
                <a:gd name="connsiteX224" fmla="*/ 3771747 w 4876800"/>
                <a:gd name="connsiteY224" fmla="*/ 3162281 h 4876800"/>
                <a:gd name="connsiteX225" fmla="*/ 3912470 w 4876800"/>
                <a:gd name="connsiteY225" fmla="*/ 3355991 h 4876800"/>
                <a:gd name="connsiteX226" fmla="*/ 3902773 w 4876800"/>
                <a:gd name="connsiteY226" fmla="*/ 3479292 h 4876800"/>
                <a:gd name="connsiteX227" fmla="*/ 3480397 w 4876800"/>
                <a:gd name="connsiteY227" fmla="*/ 3901954 h 4876800"/>
                <a:gd name="connsiteX228" fmla="*/ 3357105 w 4876800"/>
                <a:gd name="connsiteY228" fmla="*/ 3911727 h 4876800"/>
                <a:gd name="connsiteX229" fmla="*/ 3163214 w 4876800"/>
                <a:gd name="connsiteY229" fmla="*/ 3771090 h 4876800"/>
                <a:gd name="connsiteX230" fmla="*/ 2869387 w 4876800"/>
                <a:gd name="connsiteY230" fmla="*/ 3892925 h 4876800"/>
                <a:gd name="connsiteX231" fmla="*/ 2831897 w 4876800"/>
                <a:gd name="connsiteY231" fmla="*/ 4129630 h 4876800"/>
                <a:gd name="connsiteX232" fmla="*/ 2737818 w 4876800"/>
                <a:gd name="connsiteY232" fmla="*/ 4209983 h 4876800"/>
                <a:gd name="connsiteX233" fmla="*/ 2438400 w 4876800"/>
                <a:gd name="connsiteY233" fmla="*/ 4209983 h 4876800"/>
                <a:gd name="connsiteX234" fmla="*/ 2343150 w 4876800"/>
                <a:gd name="connsiteY234" fmla="*/ 4114733 h 4876800"/>
                <a:gd name="connsiteX235" fmla="*/ 2438400 w 4876800"/>
                <a:gd name="connsiteY235" fmla="*/ 4019483 h 4876800"/>
                <a:gd name="connsiteX236" fmla="*/ 2656465 w 4876800"/>
                <a:gd name="connsiteY236" fmla="*/ 4019483 h 4876800"/>
                <a:gd name="connsiteX237" fmla="*/ 2689574 w 4876800"/>
                <a:gd name="connsiteY237" fmla="*/ 3810476 h 4876800"/>
                <a:gd name="connsiteX238" fmla="*/ 2747172 w 4876800"/>
                <a:gd name="connsiteY238" fmla="*/ 3737391 h 4876800"/>
                <a:gd name="connsiteX239" fmla="*/ 3139488 w 4876800"/>
                <a:gd name="connsiteY239" fmla="*/ 3574713 h 4876800"/>
                <a:gd name="connsiteX240" fmla="*/ 3231889 w 4876800"/>
                <a:gd name="connsiteY240" fmla="*/ 3585601 h 4876800"/>
                <a:gd name="connsiteX241" fmla="*/ 3403130 w 4876800"/>
                <a:gd name="connsiteY241" fmla="*/ 3709788 h 4876800"/>
                <a:gd name="connsiteX242" fmla="*/ 3710540 w 4876800"/>
                <a:gd name="connsiteY242" fmla="*/ 3402159 h 4876800"/>
                <a:gd name="connsiteX243" fmla="*/ 3586277 w 4876800"/>
                <a:gd name="connsiteY243" fmla="*/ 3231109 h 4876800"/>
                <a:gd name="connsiteX244" fmla="*/ 3575332 w 4876800"/>
                <a:gd name="connsiteY244" fmla="*/ 3138716 h 4876800"/>
                <a:gd name="connsiteX245" fmla="*/ 3737772 w 4876800"/>
                <a:gd name="connsiteY245" fmla="*/ 2746153 h 4876800"/>
                <a:gd name="connsiteX246" fmla="*/ 3810809 w 4876800"/>
                <a:gd name="connsiteY246" fmla="*/ 2688498 h 4876800"/>
                <a:gd name="connsiteX247" fmla="*/ 4019597 w 4876800"/>
                <a:gd name="connsiteY247" fmla="*/ 2655256 h 4876800"/>
                <a:gd name="connsiteX248" fmla="*/ 4019416 w 4876800"/>
                <a:gd name="connsiteY248" fmla="*/ 2220344 h 4876800"/>
                <a:gd name="connsiteX249" fmla="*/ 3810495 w 4876800"/>
                <a:gd name="connsiteY249" fmla="*/ 2187245 h 4876800"/>
                <a:gd name="connsiteX250" fmla="*/ 3737410 w 4876800"/>
                <a:gd name="connsiteY250" fmla="*/ 2129657 h 4876800"/>
                <a:gd name="connsiteX251" fmla="*/ 3574723 w 4876800"/>
                <a:gd name="connsiteY251" fmla="*/ 1737341 h 4876800"/>
                <a:gd name="connsiteX252" fmla="*/ 3585610 w 4876800"/>
                <a:gd name="connsiteY252" fmla="*/ 1644929 h 4876800"/>
                <a:gd name="connsiteX253" fmla="*/ 3709806 w 4876800"/>
                <a:gd name="connsiteY253" fmla="*/ 1473698 h 4876800"/>
                <a:gd name="connsiteX254" fmla="*/ 3402177 w 4876800"/>
                <a:gd name="connsiteY254" fmla="*/ 1166279 h 4876800"/>
                <a:gd name="connsiteX255" fmla="*/ 3231118 w 4876800"/>
                <a:gd name="connsiteY255" fmla="*/ 1290533 h 4876800"/>
                <a:gd name="connsiteX256" fmla="*/ 3138725 w 4876800"/>
                <a:gd name="connsiteY256" fmla="*/ 1301486 h 4876800"/>
                <a:gd name="connsiteX257" fmla="*/ 2746162 w 4876800"/>
                <a:gd name="connsiteY257" fmla="*/ 1139057 h 4876800"/>
                <a:gd name="connsiteX258" fmla="*/ 2688507 w 4876800"/>
                <a:gd name="connsiteY258" fmla="*/ 1066019 h 4876800"/>
                <a:gd name="connsiteX259" fmla="*/ 2655265 w 4876800"/>
                <a:gd name="connsiteY259" fmla="*/ 857193 h 4876800"/>
                <a:gd name="connsiteX260" fmla="*/ 2438400 w 4876800"/>
                <a:gd name="connsiteY260" fmla="*/ 857193 h 4876800"/>
                <a:gd name="connsiteX261" fmla="*/ 2343150 w 4876800"/>
                <a:gd name="connsiteY261" fmla="*/ 761943 h 4876800"/>
                <a:gd name="connsiteX262" fmla="*/ 2438400 w 4876800"/>
                <a:gd name="connsiteY262" fmla="*/ 666693 h 4876800"/>
                <a:gd name="connsiteX263" fmla="*/ 1557861 w 4876800"/>
                <a:gd name="connsiteY263" fmla="*/ 620725 h 4876800"/>
                <a:gd name="connsiteX264" fmla="*/ 1949748 w 4876800"/>
                <a:gd name="connsiteY264" fmla="*/ 620725 h 4876800"/>
                <a:gd name="connsiteX265" fmla="*/ 2153850 w 4876800"/>
                <a:gd name="connsiteY265" fmla="*/ 824836 h 4876800"/>
                <a:gd name="connsiteX266" fmla="*/ 2153850 w 4876800"/>
                <a:gd name="connsiteY266" fmla="*/ 3418056 h 4876800"/>
                <a:gd name="connsiteX267" fmla="*/ 2145858 w 4876800"/>
                <a:gd name="connsiteY267" fmla="*/ 3456232 h 4876800"/>
                <a:gd name="connsiteX268" fmla="*/ 1841058 w 4876800"/>
                <a:gd name="connsiteY268" fmla="*/ 4152919 h 4876800"/>
                <a:gd name="connsiteX269" fmla="*/ 1753800 w 4876800"/>
                <a:gd name="connsiteY269" fmla="*/ 4209992 h 4876800"/>
                <a:gd name="connsiteX270" fmla="*/ 1666541 w 4876800"/>
                <a:gd name="connsiteY270" fmla="*/ 4152919 h 4876800"/>
                <a:gd name="connsiteX271" fmla="*/ 1361741 w 4876800"/>
                <a:gd name="connsiteY271" fmla="*/ 3456232 h 4876800"/>
                <a:gd name="connsiteX272" fmla="*/ 1353750 w 4876800"/>
                <a:gd name="connsiteY272" fmla="*/ 3418056 h 4876800"/>
                <a:gd name="connsiteX273" fmla="*/ 1353750 w 4876800"/>
                <a:gd name="connsiteY273" fmla="*/ 2514600 h 4876800"/>
                <a:gd name="connsiteX274" fmla="*/ 1449000 w 4876800"/>
                <a:gd name="connsiteY274" fmla="*/ 2419350 h 4876800"/>
                <a:gd name="connsiteX275" fmla="*/ 1544250 w 4876800"/>
                <a:gd name="connsiteY275" fmla="*/ 2514600 h 4876800"/>
                <a:gd name="connsiteX276" fmla="*/ 1544250 w 4876800"/>
                <a:gd name="connsiteY276" fmla="*/ 3322806 h 4876800"/>
                <a:gd name="connsiteX277" fmla="*/ 1963350 w 4876800"/>
                <a:gd name="connsiteY277" fmla="*/ 3322806 h 4876800"/>
                <a:gd name="connsiteX278" fmla="*/ 1963350 w 4876800"/>
                <a:gd name="connsiteY278" fmla="*/ 1399060 h 4876800"/>
                <a:gd name="connsiteX279" fmla="*/ 1544250 w 4876800"/>
                <a:gd name="connsiteY279" fmla="*/ 1399060 h 4876800"/>
                <a:gd name="connsiteX280" fmla="*/ 1544250 w 4876800"/>
                <a:gd name="connsiteY280" fmla="*/ 1812931 h 4876800"/>
                <a:gd name="connsiteX281" fmla="*/ 1449000 w 4876800"/>
                <a:gd name="connsiteY281" fmla="*/ 1908181 h 4876800"/>
                <a:gd name="connsiteX282" fmla="*/ 1353750 w 4876800"/>
                <a:gd name="connsiteY282" fmla="*/ 1812931 h 4876800"/>
                <a:gd name="connsiteX283" fmla="*/ 1353750 w 4876800"/>
                <a:gd name="connsiteY283" fmla="*/ 824836 h 4876800"/>
                <a:gd name="connsiteX284" fmla="*/ 1557861 w 4876800"/>
                <a:gd name="connsiteY284" fmla="*/ 620725 h 4876800"/>
                <a:gd name="connsiteX285" fmla="*/ 3859797 w 4876800"/>
                <a:gd name="connsiteY285" fmla="*/ 236201 h 4876800"/>
                <a:gd name="connsiteX286" fmla="*/ 3874513 w 4876800"/>
                <a:gd name="connsiteY286" fmla="*/ 236201 h 4876800"/>
                <a:gd name="connsiteX287" fmla="*/ 3969763 w 4876800"/>
                <a:gd name="connsiteY287" fmla="*/ 331451 h 4876800"/>
                <a:gd name="connsiteX288" fmla="*/ 3874513 w 4876800"/>
                <a:gd name="connsiteY288" fmla="*/ 426701 h 4876800"/>
                <a:gd name="connsiteX289" fmla="*/ 3859797 w 4876800"/>
                <a:gd name="connsiteY289" fmla="*/ 426701 h 4876800"/>
                <a:gd name="connsiteX290" fmla="*/ 3764547 w 4876800"/>
                <a:gd name="connsiteY290" fmla="*/ 331451 h 4876800"/>
                <a:gd name="connsiteX291" fmla="*/ 3859797 w 4876800"/>
                <a:gd name="connsiteY291" fmla="*/ 236201 h 4876800"/>
                <a:gd name="connsiteX292" fmla="*/ 3383547 w 4876800"/>
                <a:gd name="connsiteY292" fmla="*/ 236201 h 4876800"/>
                <a:gd name="connsiteX293" fmla="*/ 3478797 w 4876800"/>
                <a:gd name="connsiteY293" fmla="*/ 236201 h 4876800"/>
                <a:gd name="connsiteX294" fmla="*/ 3574047 w 4876800"/>
                <a:gd name="connsiteY294" fmla="*/ 331451 h 4876800"/>
                <a:gd name="connsiteX295" fmla="*/ 3478797 w 4876800"/>
                <a:gd name="connsiteY295" fmla="*/ 426701 h 4876800"/>
                <a:gd name="connsiteX296" fmla="*/ 3383547 w 4876800"/>
                <a:gd name="connsiteY296" fmla="*/ 426701 h 4876800"/>
                <a:gd name="connsiteX297" fmla="*/ 3288297 w 4876800"/>
                <a:gd name="connsiteY297" fmla="*/ 331451 h 4876800"/>
                <a:gd name="connsiteX298" fmla="*/ 3383547 w 4876800"/>
                <a:gd name="connsiteY298" fmla="*/ 236201 h 4876800"/>
                <a:gd name="connsiteX299" fmla="*/ 2907297 w 4876800"/>
                <a:gd name="connsiteY299" fmla="*/ 236201 h 4876800"/>
                <a:gd name="connsiteX300" fmla="*/ 3002547 w 4876800"/>
                <a:gd name="connsiteY300" fmla="*/ 236201 h 4876800"/>
                <a:gd name="connsiteX301" fmla="*/ 3097797 w 4876800"/>
                <a:gd name="connsiteY301" fmla="*/ 331451 h 4876800"/>
                <a:gd name="connsiteX302" fmla="*/ 3002547 w 4876800"/>
                <a:gd name="connsiteY302" fmla="*/ 426701 h 4876800"/>
                <a:gd name="connsiteX303" fmla="*/ 2907297 w 4876800"/>
                <a:gd name="connsiteY303" fmla="*/ 426701 h 4876800"/>
                <a:gd name="connsiteX304" fmla="*/ 2812047 w 4876800"/>
                <a:gd name="connsiteY304" fmla="*/ 331451 h 4876800"/>
                <a:gd name="connsiteX305" fmla="*/ 2907297 w 4876800"/>
                <a:gd name="connsiteY305" fmla="*/ 236201 h 4876800"/>
                <a:gd name="connsiteX306" fmla="*/ 2431047 w 4876800"/>
                <a:gd name="connsiteY306" fmla="*/ 236201 h 4876800"/>
                <a:gd name="connsiteX307" fmla="*/ 2526297 w 4876800"/>
                <a:gd name="connsiteY307" fmla="*/ 236201 h 4876800"/>
                <a:gd name="connsiteX308" fmla="*/ 2621547 w 4876800"/>
                <a:gd name="connsiteY308" fmla="*/ 331451 h 4876800"/>
                <a:gd name="connsiteX309" fmla="*/ 2526297 w 4876800"/>
                <a:gd name="connsiteY309" fmla="*/ 426701 h 4876800"/>
                <a:gd name="connsiteX310" fmla="*/ 2431047 w 4876800"/>
                <a:gd name="connsiteY310" fmla="*/ 426701 h 4876800"/>
                <a:gd name="connsiteX311" fmla="*/ 2335797 w 4876800"/>
                <a:gd name="connsiteY311" fmla="*/ 331451 h 4876800"/>
                <a:gd name="connsiteX312" fmla="*/ 2431047 w 4876800"/>
                <a:gd name="connsiteY312" fmla="*/ 236201 h 4876800"/>
                <a:gd name="connsiteX313" fmla="*/ 1954797 w 4876800"/>
                <a:gd name="connsiteY313" fmla="*/ 236201 h 4876800"/>
                <a:gd name="connsiteX314" fmla="*/ 2050047 w 4876800"/>
                <a:gd name="connsiteY314" fmla="*/ 236201 h 4876800"/>
                <a:gd name="connsiteX315" fmla="*/ 2145297 w 4876800"/>
                <a:gd name="connsiteY315" fmla="*/ 331451 h 4876800"/>
                <a:gd name="connsiteX316" fmla="*/ 2050047 w 4876800"/>
                <a:gd name="connsiteY316" fmla="*/ 426701 h 4876800"/>
                <a:gd name="connsiteX317" fmla="*/ 1954797 w 4876800"/>
                <a:gd name="connsiteY317" fmla="*/ 426701 h 4876800"/>
                <a:gd name="connsiteX318" fmla="*/ 1859547 w 4876800"/>
                <a:gd name="connsiteY318" fmla="*/ 331451 h 4876800"/>
                <a:gd name="connsiteX319" fmla="*/ 1954797 w 4876800"/>
                <a:gd name="connsiteY319" fmla="*/ 236201 h 4876800"/>
                <a:gd name="connsiteX320" fmla="*/ 1478547 w 4876800"/>
                <a:gd name="connsiteY320" fmla="*/ 236201 h 4876800"/>
                <a:gd name="connsiteX321" fmla="*/ 1573797 w 4876800"/>
                <a:gd name="connsiteY321" fmla="*/ 236201 h 4876800"/>
                <a:gd name="connsiteX322" fmla="*/ 1669047 w 4876800"/>
                <a:gd name="connsiteY322" fmla="*/ 331451 h 4876800"/>
                <a:gd name="connsiteX323" fmla="*/ 1573797 w 4876800"/>
                <a:gd name="connsiteY323" fmla="*/ 426701 h 4876800"/>
                <a:gd name="connsiteX324" fmla="*/ 1478547 w 4876800"/>
                <a:gd name="connsiteY324" fmla="*/ 426701 h 4876800"/>
                <a:gd name="connsiteX325" fmla="*/ 1383297 w 4876800"/>
                <a:gd name="connsiteY325" fmla="*/ 331451 h 4876800"/>
                <a:gd name="connsiteX326" fmla="*/ 1478547 w 4876800"/>
                <a:gd name="connsiteY326" fmla="*/ 236201 h 4876800"/>
                <a:gd name="connsiteX327" fmla="*/ 1002297 w 4876800"/>
                <a:gd name="connsiteY327" fmla="*/ 236201 h 4876800"/>
                <a:gd name="connsiteX328" fmla="*/ 1097547 w 4876800"/>
                <a:gd name="connsiteY328" fmla="*/ 236201 h 4876800"/>
                <a:gd name="connsiteX329" fmla="*/ 1192797 w 4876800"/>
                <a:gd name="connsiteY329" fmla="*/ 331451 h 4876800"/>
                <a:gd name="connsiteX330" fmla="*/ 1097547 w 4876800"/>
                <a:gd name="connsiteY330" fmla="*/ 426701 h 4876800"/>
                <a:gd name="connsiteX331" fmla="*/ 1002297 w 4876800"/>
                <a:gd name="connsiteY331" fmla="*/ 426701 h 4876800"/>
                <a:gd name="connsiteX332" fmla="*/ 907047 w 4876800"/>
                <a:gd name="connsiteY332" fmla="*/ 331451 h 4876800"/>
                <a:gd name="connsiteX333" fmla="*/ 1002297 w 4876800"/>
                <a:gd name="connsiteY333" fmla="*/ 236201 h 4876800"/>
                <a:gd name="connsiteX334" fmla="*/ 4419600 w 4876800"/>
                <a:gd name="connsiteY334" fmla="*/ 190500 h 4876800"/>
                <a:gd name="connsiteX335" fmla="*/ 4419600 w 4876800"/>
                <a:gd name="connsiteY335" fmla="*/ 457200 h 4876800"/>
                <a:gd name="connsiteX336" fmla="*/ 4686300 w 4876800"/>
                <a:gd name="connsiteY336" fmla="*/ 457200 h 4876800"/>
                <a:gd name="connsiteX337" fmla="*/ 4686300 w 4876800"/>
                <a:gd name="connsiteY337" fmla="*/ 190500 h 4876800"/>
                <a:gd name="connsiteX338" fmla="*/ 190500 w 4876800"/>
                <a:gd name="connsiteY338" fmla="*/ 190500 h 4876800"/>
                <a:gd name="connsiteX339" fmla="*/ 190500 w 4876800"/>
                <a:gd name="connsiteY339" fmla="*/ 457200 h 4876800"/>
                <a:gd name="connsiteX340" fmla="*/ 457200 w 4876800"/>
                <a:gd name="connsiteY340" fmla="*/ 457200 h 4876800"/>
                <a:gd name="connsiteX341" fmla="*/ 457200 w 4876800"/>
                <a:gd name="connsiteY341" fmla="*/ 190500 h 4876800"/>
                <a:gd name="connsiteX342" fmla="*/ 4324350 w 4876800"/>
                <a:gd name="connsiteY342" fmla="*/ 0 h 4876800"/>
                <a:gd name="connsiteX343" fmla="*/ 4781550 w 4876800"/>
                <a:gd name="connsiteY343" fmla="*/ 0 h 4876800"/>
                <a:gd name="connsiteX344" fmla="*/ 4876800 w 4876800"/>
                <a:gd name="connsiteY344" fmla="*/ 95250 h 4876800"/>
                <a:gd name="connsiteX345" fmla="*/ 4876800 w 4876800"/>
                <a:gd name="connsiteY345" fmla="*/ 552450 h 4876800"/>
                <a:gd name="connsiteX346" fmla="*/ 4781550 w 4876800"/>
                <a:gd name="connsiteY346" fmla="*/ 647700 h 4876800"/>
                <a:gd name="connsiteX347" fmla="*/ 4324350 w 4876800"/>
                <a:gd name="connsiteY347" fmla="*/ 647700 h 4876800"/>
                <a:gd name="connsiteX348" fmla="*/ 4229100 w 4876800"/>
                <a:gd name="connsiteY348" fmla="*/ 552450 h 4876800"/>
                <a:gd name="connsiteX349" fmla="*/ 4229100 w 4876800"/>
                <a:gd name="connsiteY349" fmla="*/ 95250 h 4876800"/>
                <a:gd name="connsiteX350" fmla="*/ 4324350 w 4876800"/>
                <a:gd name="connsiteY350" fmla="*/ 0 h 4876800"/>
                <a:gd name="connsiteX351" fmla="*/ 95250 w 4876800"/>
                <a:gd name="connsiteY351" fmla="*/ 0 h 4876800"/>
                <a:gd name="connsiteX352" fmla="*/ 552450 w 4876800"/>
                <a:gd name="connsiteY352" fmla="*/ 0 h 4876800"/>
                <a:gd name="connsiteX353" fmla="*/ 647700 w 4876800"/>
                <a:gd name="connsiteY353" fmla="*/ 95250 h 4876800"/>
                <a:gd name="connsiteX354" fmla="*/ 647700 w 4876800"/>
                <a:gd name="connsiteY354" fmla="*/ 552450 h 4876800"/>
                <a:gd name="connsiteX355" fmla="*/ 552450 w 4876800"/>
                <a:gd name="connsiteY355" fmla="*/ 647700 h 4876800"/>
                <a:gd name="connsiteX356" fmla="*/ 95250 w 4876800"/>
                <a:gd name="connsiteY356" fmla="*/ 647700 h 4876800"/>
                <a:gd name="connsiteX357" fmla="*/ 0 w 4876800"/>
                <a:gd name="connsiteY357" fmla="*/ 552450 h 4876800"/>
                <a:gd name="connsiteX358" fmla="*/ 0 w 4876800"/>
                <a:gd name="connsiteY358" fmla="*/ 95250 h 4876800"/>
                <a:gd name="connsiteX359" fmla="*/ 95250 w 4876800"/>
                <a:gd name="connsiteY359"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Lst>
              <a:rect l="l" t="t" r="r" b="b"/>
              <a:pathLst>
                <a:path w="4876800" h="4876800">
                  <a:moveTo>
                    <a:pt x="3859787" y="4465301"/>
                  </a:moveTo>
                  <a:lnTo>
                    <a:pt x="3874503" y="4465301"/>
                  </a:lnTo>
                  <a:cubicBezTo>
                    <a:pt x="3927110" y="4465301"/>
                    <a:pt x="3969753" y="4507954"/>
                    <a:pt x="3969753" y="4560551"/>
                  </a:cubicBezTo>
                  <a:cubicBezTo>
                    <a:pt x="3969753" y="4613148"/>
                    <a:pt x="3927100" y="4655801"/>
                    <a:pt x="3874503" y="4655801"/>
                  </a:cubicBezTo>
                  <a:lnTo>
                    <a:pt x="3859787" y="4655801"/>
                  </a:lnTo>
                  <a:cubicBezTo>
                    <a:pt x="3807190" y="4655801"/>
                    <a:pt x="3764537" y="4613148"/>
                    <a:pt x="3764537" y="4560551"/>
                  </a:cubicBezTo>
                  <a:cubicBezTo>
                    <a:pt x="3764537" y="4507954"/>
                    <a:pt x="3807190" y="4465301"/>
                    <a:pt x="3859787" y="4465301"/>
                  </a:cubicBezTo>
                  <a:close/>
                  <a:moveTo>
                    <a:pt x="3383547" y="4465301"/>
                  </a:moveTo>
                  <a:lnTo>
                    <a:pt x="3478797" y="4465301"/>
                  </a:lnTo>
                  <a:cubicBezTo>
                    <a:pt x="3531394" y="4465301"/>
                    <a:pt x="3574047" y="4507954"/>
                    <a:pt x="3574047" y="4560551"/>
                  </a:cubicBezTo>
                  <a:cubicBezTo>
                    <a:pt x="3574047" y="4613148"/>
                    <a:pt x="3531394" y="4655801"/>
                    <a:pt x="3478797" y="4655801"/>
                  </a:cubicBezTo>
                  <a:lnTo>
                    <a:pt x="3383547" y="4655801"/>
                  </a:lnTo>
                  <a:cubicBezTo>
                    <a:pt x="3330950" y="4655801"/>
                    <a:pt x="3288297" y="4613148"/>
                    <a:pt x="3288297" y="4560551"/>
                  </a:cubicBezTo>
                  <a:cubicBezTo>
                    <a:pt x="3288297" y="4507954"/>
                    <a:pt x="3330950" y="4465301"/>
                    <a:pt x="3383547" y="4465301"/>
                  </a:cubicBezTo>
                  <a:close/>
                  <a:moveTo>
                    <a:pt x="2907297" y="4465301"/>
                  </a:moveTo>
                  <a:lnTo>
                    <a:pt x="3002547" y="4465301"/>
                  </a:lnTo>
                  <a:cubicBezTo>
                    <a:pt x="3055144" y="4465301"/>
                    <a:pt x="3097797" y="4507954"/>
                    <a:pt x="3097797" y="4560551"/>
                  </a:cubicBezTo>
                  <a:cubicBezTo>
                    <a:pt x="3097797" y="4613148"/>
                    <a:pt x="3055144" y="4655801"/>
                    <a:pt x="3002547" y="4655801"/>
                  </a:cubicBezTo>
                  <a:lnTo>
                    <a:pt x="2907297" y="4655801"/>
                  </a:lnTo>
                  <a:cubicBezTo>
                    <a:pt x="2854700" y="4655801"/>
                    <a:pt x="2812047" y="4613148"/>
                    <a:pt x="2812047" y="4560551"/>
                  </a:cubicBezTo>
                  <a:cubicBezTo>
                    <a:pt x="2812047" y="4507954"/>
                    <a:pt x="2854700" y="4465301"/>
                    <a:pt x="2907297" y="4465301"/>
                  </a:cubicBezTo>
                  <a:close/>
                  <a:moveTo>
                    <a:pt x="2431047" y="4465301"/>
                  </a:moveTo>
                  <a:lnTo>
                    <a:pt x="2526297" y="4465301"/>
                  </a:lnTo>
                  <a:cubicBezTo>
                    <a:pt x="2578894" y="4465301"/>
                    <a:pt x="2621547" y="4507954"/>
                    <a:pt x="2621547" y="4560551"/>
                  </a:cubicBezTo>
                  <a:cubicBezTo>
                    <a:pt x="2621547" y="4613148"/>
                    <a:pt x="2578894" y="4655801"/>
                    <a:pt x="2526297" y="4655801"/>
                  </a:cubicBezTo>
                  <a:lnTo>
                    <a:pt x="2431047" y="4655801"/>
                  </a:lnTo>
                  <a:cubicBezTo>
                    <a:pt x="2378450" y="4655801"/>
                    <a:pt x="2335797" y="4613148"/>
                    <a:pt x="2335797" y="4560551"/>
                  </a:cubicBezTo>
                  <a:cubicBezTo>
                    <a:pt x="2335797" y="4507954"/>
                    <a:pt x="2378450" y="4465301"/>
                    <a:pt x="2431047" y="4465301"/>
                  </a:cubicBezTo>
                  <a:close/>
                  <a:moveTo>
                    <a:pt x="1954797" y="4465301"/>
                  </a:moveTo>
                  <a:lnTo>
                    <a:pt x="2050047" y="4465301"/>
                  </a:lnTo>
                  <a:cubicBezTo>
                    <a:pt x="2102644" y="4465301"/>
                    <a:pt x="2145297" y="4507954"/>
                    <a:pt x="2145297" y="4560551"/>
                  </a:cubicBezTo>
                  <a:cubicBezTo>
                    <a:pt x="2145297" y="4613148"/>
                    <a:pt x="2102644" y="4655801"/>
                    <a:pt x="2050047" y="4655801"/>
                  </a:cubicBezTo>
                  <a:lnTo>
                    <a:pt x="1954797" y="4655801"/>
                  </a:lnTo>
                  <a:cubicBezTo>
                    <a:pt x="1902200" y="4655801"/>
                    <a:pt x="1859547" y="4613148"/>
                    <a:pt x="1859547" y="4560551"/>
                  </a:cubicBezTo>
                  <a:cubicBezTo>
                    <a:pt x="1859547" y="4507954"/>
                    <a:pt x="1902200" y="4465301"/>
                    <a:pt x="1954797" y="4465301"/>
                  </a:cubicBezTo>
                  <a:close/>
                  <a:moveTo>
                    <a:pt x="1478547" y="4465301"/>
                  </a:moveTo>
                  <a:lnTo>
                    <a:pt x="1573797" y="4465301"/>
                  </a:lnTo>
                  <a:cubicBezTo>
                    <a:pt x="1626394" y="4465301"/>
                    <a:pt x="1669047" y="4507954"/>
                    <a:pt x="1669047" y="4560551"/>
                  </a:cubicBezTo>
                  <a:cubicBezTo>
                    <a:pt x="1669047" y="4613148"/>
                    <a:pt x="1626394" y="4655801"/>
                    <a:pt x="1573797" y="4655801"/>
                  </a:cubicBezTo>
                  <a:lnTo>
                    <a:pt x="1478547" y="4655801"/>
                  </a:lnTo>
                  <a:cubicBezTo>
                    <a:pt x="1425950" y="4655801"/>
                    <a:pt x="1383297" y="4613148"/>
                    <a:pt x="1383297" y="4560551"/>
                  </a:cubicBezTo>
                  <a:cubicBezTo>
                    <a:pt x="1383297" y="4507954"/>
                    <a:pt x="1425950" y="4465301"/>
                    <a:pt x="1478547" y="4465301"/>
                  </a:cubicBezTo>
                  <a:close/>
                  <a:moveTo>
                    <a:pt x="1002297" y="4465301"/>
                  </a:moveTo>
                  <a:lnTo>
                    <a:pt x="1097547" y="4465301"/>
                  </a:lnTo>
                  <a:cubicBezTo>
                    <a:pt x="1150144" y="4465301"/>
                    <a:pt x="1192797" y="4507954"/>
                    <a:pt x="1192797" y="4560551"/>
                  </a:cubicBezTo>
                  <a:cubicBezTo>
                    <a:pt x="1192797" y="4613148"/>
                    <a:pt x="1150144" y="4655801"/>
                    <a:pt x="1097547" y="4655801"/>
                  </a:cubicBezTo>
                  <a:lnTo>
                    <a:pt x="1002297" y="4655801"/>
                  </a:lnTo>
                  <a:cubicBezTo>
                    <a:pt x="949700" y="4655801"/>
                    <a:pt x="907047" y="4613148"/>
                    <a:pt x="907047" y="4560551"/>
                  </a:cubicBezTo>
                  <a:cubicBezTo>
                    <a:pt x="907047" y="4507954"/>
                    <a:pt x="949700" y="4465301"/>
                    <a:pt x="1002297" y="4465301"/>
                  </a:cubicBezTo>
                  <a:close/>
                  <a:moveTo>
                    <a:pt x="4419600" y="4419600"/>
                  </a:moveTo>
                  <a:lnTo>
                    <a:pt x="4419600" y="4686300"/>
                  </a:lnTo>
                  <a:lnTo>
                    <a:pt x="4686300" y="4686300"/>
                  </a:lnTo>
                  <a:lnTo>
                    <a:pt x="4686300" y="4419600"/>
                  </a:lnTo>
                  <a:close/>
                  <a:moveTo>
                    <a:pt x="190500" y="4419600"/>
                  </a:moveTo>
                  <a:lnTo>
                    <a:pt x="190500" y="4686300"/>
                  </a:lnTo>
                  <a:lnTo>
                    <a:pt x="457200" y="4686300"/>
                  </a:lnTo>
                  <a:lnTo>
                    <a:pt x="457200" y="4419600"/>
                  </a:lnTo>
                  <a:close/>
                  <a:moveTo>
                    <a:pt x="4324350" y="4229100"/>
                  </a:moveTo>
                  <a:lnTo>
                    <a:pt x="4781550" y="4229100"/>
                  </a:lnTo>
                  <a:cubicBezTo>
                    <a:pt x="4834147" y="4229100"/>
                    <a:pt x="4876800" y="4271753"/>
                    <a:pt x="4876800" y="4324350"/>
                  </a:cubicBezTo>
                  <a:lnTo>
                    <a:pt x="4876800" y="4781550"/>
                  </a:lnTo>
                  <a:cubicBezTo>
                    <a:pt x="4876800" y="4834147"/>
                    <a:pt x="4834147" y="4876800"/>
                    <a:pt x="4781550" y="4876800"/>
                  </a:cubicBezTo>
                  <a:lnTo>
                    <a:pt x="4324350" y="4876800"/>
                  </a:lnTo>
                  <a:cubicBezTo>
                    <a:pt x="4271753" y="4876800"/>
                    <a:pt x="4229100" y="4834147"/>
                    <a:pt x="4229100" y="4781550"/>
                  </a:cubicBezTo>
                  <a:lnTo>
                    <a:pt x="4229100" y="4324350"/>
                  </a:lnTo>
                  <a:cubicBezTo>
                    <a:pt x="4229100" y="4271753"/>
                    <a:pt x="4271753" y="4229100"/>
                    <a:pt x="4324350" y="4229100"/>
                  </a:cubicBezTo>
                  <a:close/>
                  <a:moveTo>
                    <a:pt x="95250" y="4229100"/>
                  </a:moveTo>
                  <a:lnTo>
                    <a:pt x="552450" y="4229100"/>
                  </a:lnTo>
                  <a:cubicBezTo>
                    <a:pt x="605047" y="4229100"/>
                    <a:pt x="647700" y="4271753"/>
                    <a:pt x="647700" y="4324350"/>
                  </a:cubicBezTo>
                  <a:lnTo>
                    <a:pt x="647700" y="4781550"/>
                  </a:lnTo>
                  <a:cubicBezTo>
                    <a:pt x="647700" y="4834147"/>
                    <a:pt x="605047" y="4876800"/>
                    <a:pt x="552450" y="4876800"/>
                  </a:cubicBezTo>
                  <a:lnTo>
                    <a:pt x="95250" y="4876800"/>
                  </a:lnTo>
                  <a:cubicBezTo>
                    <a:pt x="42653" y="4876800"/>
                    <a:pt x="0" y="4834147"/>
                    <a:pt x="0" y="4781550"/>
                  </a:cubicBezTo>
                  <a:lnTo>
                    <a:pt x="0" y="4324350"/>
                  </a:lnTo>
                  <a:cubicBezTo>
                    <a:pt x="0" y="4271753"/>
                    <a:pt x="42653" y="4229100"/>
                    <a:pt x="95250" y="4229100"/>
                  </a:cubicBezTo>
                  <a:close/>
                  <a:moveTo>
                    <a:pt x="4552950" y="3691614"/>
                  </a:moveTo>
                  <a:cubicBezTo>
                    <a:pt x="4605547" y="3691614"/>
                    <a:pt x="4648200" y="3734267"/>
                    <a:pt x="4648200" y="3786864"/>
                  </a:cubicBezTo>
                  <a:lnTo>
                    <a:pt x="4648200" y="3882114"/>
                  </a:lnTo>
                  <a:cubicBezTo>
                    <a:pt x="4648200" y="3934711"/>
                    <a:pt x="4605547" y="3977364"/>
                    <a:pt x="4552950" y="3977364"/>
                  </a:cubicBezTo>
                  <a:cubicBezTo>
                    <a:pt x="4500353" y="3977364"/>
                    <a:pt x="4457700" y="3934711"/>
                    <a:pt x="4457700" y="3882114"/>
                  </a:cubicBezTo>
                  <a:lnTo>
                    <a:pt x="4457700" y="3786864"/>
                  </a:lnTo>
                  <a:cubicBezTo>
                    <a:pt x="4457700" y="3734267"/>
                    <a:pt x="4500353" y="3691614"/>
                    <a:pt x="4552950" y="3691614"/>
                  </a:cubicBezTo>
                  <a:close/>
                  <a:moveTo>
                    <a:pt x="323850" y="3691614"/>
                  </a:moveTo>
                  <a:cubicBezTo>
                    <a:pt x="376447" y="3691614"/>
                    <a:pt x="419100" y="3734267"/>
                    <a:pt x="419100" y="3786864"/>
                  </a:cubicBezTo>
                  <a:lnTo>
                    <a:pt x="419100" y="3882114"/>
                  </a:lnTo>
                  <a:cubicBezTo>
                    <a:pt x="419100" y="3934711"/>
                    <a:pt x="376447" y="3977364"/>
                    <a:pt x="323850" y="3977364"/>
                  </a:cubicBezTo>
                  <a:cubicBezTo>
                    <a:pt x="271253" y="3977364"/>
                    <a:pt x="228600" y="3934711"/>
                    <a:pt x="228600" y="3882114"/>
                  </a:cubicBezTo>
                  <a:lnTo>
                    <a:pt x="228600" y="3786864"/>
                  </a:lnTo>
                  <a:cubicBezTo>
                    <a:pt x="228600" y="3734267"/>
                    <a:pt x="271253" y="3691614"/>
                    <a:pt x="323850" y="3691614"/>
                  </a:cubicBezTo>
                  <a:close/>
                  <a:moveTo>
                    <a:pt x="1594647" y="3513306"/>
                  </a:moveTo>
                  <a:lnTo>
                    <a:pt x="1753809" y="3877094"/>
                  </a:lnTo>
                  <a:lnTo>
                    <a:pt x="1912962" y="3513306"/>
                  </a:lnTo>
                  <a:close/>
                  <a:moveTo>
                    <a:pt x="4552950" y="3215364"/>
                  </a:moveTo>
                  <a:cubicBezTo>
                    <a:pt x="4605547" y="3215364"/>
                    <a:pt x="4648200" y="3258017"/>
                    <a:pt x="4648200" y="3310614"/>
                  </a:cubicBezTo>
                  <a:lnTo>
                    <a:pt x="4648200" y="3405864"/>
                  </a:lnTo>
                  <a:cubicBezTo>
                    <a:pt x="4648200" y="3458461"/>
                    <a:pt x="4605547" y="3501114"/>
                    <a:pt x="4552950" y="3501114"/>
                  </a:cubicBezTo>
                  <a:cubicBezTo>
                    <a:pt x="4500353" y="3501114"/>
                    <a:pt x="4457700" y="3458461"/>
                    <a:pt x="4457700" y="3405864"/>
                  </a:cubicBezTo>
                  <a:lnTo>
                    <a:pt x="4457700" y="3310614"/>
                  </a:lnTo>
                  <a:cubicBezTo>
                    <a:pt x="4457700" y="3258017"/>
                    <a:pt x="4500353" y="3215364"/>
                    <a:pt x="4552950" y="3215364"/>
                  </a:cubicBezTo>
                  <a:close/>
                  <a:moveTo>
                    <a:pt x="323850" y="3215364"/>
                  </a:moveTo>
                  <a:cubicBezTo>
                    <a:pt x="376447" y="3215364"/>
                    <a:pt x="419100" y="3258017"/>
                    <a:pt x="419100" y="3310614"/>
                  </a:cubicBezTo>
                  <a:lnTo>
                    <a:pt x="419100" y="3405864"/>
                  </a:lnTo>
                  <a:cubicBezTo>
                    <a:pt x="419100" y="3458461"/>
                    <a:pt x="376447" y="3501114"/>
                    <a:pt x="323850" y="3501114"/>
                  </a:cubicBezTo>
                  <a:cubicBezTo>
                    <a:pt x="271253" y="3501114"/>
                    <a:pt x="228600" y="3458461"/>
                    <a:pt x="228600" y="3405864"/>
                  </a:cubicBezTo>
                  <a:lnTo>
                    <a:pt x="228600" y="3310614"/>
                  </a:lnTo>
                  <a:cubicBezTo>
                    <a:pt x="228600" y="3258017"/>
                    <a:pt x="271253" y="3215364"/>
                    <a:pt x="323850" y="3215364"/>
                  </a:cubicBezTo>
                  <a:close/>
                  <a:moveTo>
                    <a:pt x="2437524" y="3061639"/>
                  </a:moveTo>
                  <a:cubicBezTo>
                    <a:pt x="2489054" y="3061039"/>
                    <a:pt x="2532317" y="3101340"/>
                    <a:pt x="2534308" y="3153213"/>
                  </a:cubicBezTo>
                  <a:cubicBezTo>
                    <a:pt x="2536337" y="3205791"/>
                    <a:pt x="2495369" y="3250034"/>
                    <a:pt x="2442801" y="3252054"/>
                  </a:cubicBezTo>
                  <a:cubicBezTo>
                    <a:pt x="2441572" y="3252101"/>
                    <a:pt x="2439610" y="3252139"/>
                    <a:pt x="2438391" y="3252139"/>
                  </a:cubicBezTo>
                  <a:cubicBezTo>
                    <a:pt x="2385794" y="3252139"/>
                    <a:pt x="2343141" y="3209486"/>
                    <a:pt x="2343141" y="3156889"/>
                  </a:cubicBezTo>
                  <a:cubicBezTo>
                    <a:pt x="2343141" y="3104568"/>
                    <a:pt x="2385318" y="3062097"/>
                    <a:pt x="2437524" y="3061639"/>
                  </a:cubicBezTo>
                  <a:close/>
                  <a:moveTo>
                    <a:pt x="4552950" y="2739114"/>
                  </a:moveTo>
                  <a:cubicBezTo>
                    <a:pt x="4605547" y="2739114"/>
                    <a:pt x="4648200" y="2781767"/>
                    <a:pt x="4648200" y="2834364"/>
                  </a:cubicBezTo>
                  <a:lnTo>
                    <a:pt x="4648200" y="2929614"/>
                  </a:lnTo>
                  <a:cubicBezTo>
                    <a:pt x="4648200" y="2982211"/>
                    <a:pt x="4605547" y="3024864"/>
                    <a:pt x="4552950" y="3024864"/>
                  </a:cubicBezTo>
                  <a:cubicBezTo>
                    <a:pt x="4500353" y="3024864"/>
                    <a:pt x="4457700" y="2982211"/>
                    <a:pt x="4457700" y="2929614"/>
                  </a:cubicBezTo>
                  <a:lnTo>
                    <a:pt x="4457700" y="2834364"/>
                  </a:lnTo>
                  <a:cubicBezTo>
                    <a:pt x="4457700" y="2781767"/>
                    <a:pt x="4500353" y="2739114"/>
                    <a:pt x="4552950" y="2739114"/>
                  </a:cubicBezTo>
                  <a:close/>
                  <a:moveTo>
                    <a:pt x="323850" y="2739114"/>
                  </a:moveTo>
                  <a:cubicBezTo>
                    <a:pt x="376447" y="2739114"/>
                    <a:pt x="419100" y="2781767"/>
                    <a:pt x="419100" y="2834364"/>
                  </a:cubicBezTo>
                  <a:lnTo>
                    <a:pt x="419100" y="2929614"/>
                  </a:lnTo>
                  <a:cubicBezTo>
                    <a:pt x="419100" y="2982211"/>
                    <a:pt x="376447" y="3024864"/>
                    <a:pt x="323850" y="3024864"/>
                  </a:cubicBezTo>
                  <a:cubicBezTo>
                    <a:pt x="271253" y="3024864"/>
                    <a:pt x="228600" y="2982211"/>
                    <a:pt x="228600" y="2929614"/>
                  </a:cubicBezTo>
                  <a:lnTo>
                    <a:pt x="228600" y="2834364"/>
                  </a:lnTo>
                  <a:cubicBezTo>
                    <a:pt x="228600" y="2781767"/>
                    <a:pt x="271253" y="2739114"/>
                    <a:pt x="323850" y="2739114"/>
                  </a:cubicBezTo>
                  <a:close/>
                  <a:moveTo>
                    <a:pt x="4552950" y="2262864"/>
                  </a:moveTo>
                  <a:cubicBezTo>
                    <a:pt x="4605547" y="2262864"/>
                    <a:pt x="4648200" y="2305507"/>
                    <a:pt x="4648200" y="2358114"/>
                  </a:cubicBezTo>
                  <a:lnTo>
                    <a:pt x="4648200" y="2453364"/>
                  </a:lnTo>
                  <a:cubicBezTo>
                    <a:pt x="4648200" y="2505961"/>
                    <a:pt x="4605547" y="2548614"/>
                    <a:pt x="4552950" y="2548614"/>
                  </a:cubicBezTo>
                  <a:cubicBezTo>
                    <a:pt x="4500353" y="2548614"/>
                    <a:pt x="4457700" y="2505961"/>
                    <a:pt x="4457700" y="2453364"/>
                  </a:cubicBezTo>
                  <a:lnTo>
                    <a:pt x="4457700" y="2358114"/>
                  </a:lnTo>
                  <a:cubicBezTo>
                    <a:pt x="4457700" y="2305507"/>
                    <a:pt x="4500353" y="2262864"/>
                    <a:pt x="4552950" y="2262864"/>
                  </a:cubicBezTo>
                  <a:close/>
                  <a:moveTo>
                    <a:pt x="323850" y="2262864"/>
                  </a:moveTo>
                  <a:cubicBezTo>
                    <a:pt x="376447" y="2262864"/>
                    <a:pt x="419100" y="2305507"/>
                    <a:pt x="419100" y="2358114"/>
                  </a:cubicBezTo>
                  <a:lnTo>
                    <a:pt x="419100" y="2453364"/>
                  </a:lnTo>
                  <a:cubicBezTo>
                    <a:pt x="419100" y="2505961"/>
                    <a:pt x="376447" y="2548614"/>
                    <a:pt x="323850" y="2548614"/>
                  </a:cubicBezTo>
                  <a:cubicBezTo>
                    <a:pt x="271253" y="2548614"/>
                    <a:pt x="228600" y="2505961"/>
                    <a:pt x="228600" y="2453364"/>
                  </a:cubicBezTo>
                  <a:lnTo>
                    <a:pt x="228600" y="2358114"/>
                  </a:lnTo>
                  <a:cubicBezTo>
                    <a:pt x="228600" y="2305507"/>
                    <a:pt x="271253" y="2262864"/>
                    <a:pt x="323850" y="2262864"/>
                  </a:cubicBezTo>
                  <a:close/>
                  <a:moveTo>
                    <a:pt x="1449039" y="2047875"/>
                  </a:moveTo>
                  <a:cubicBezTo>
                    <a:pt x="1474089" y="2047875"/>
                    <a:pt x="1498664" y="2058067"/>
                    <a:pt x="1516380" y="2075783"/>
                  </a:cubicBezTo>
                  <a:cubicBezTo>
                    <a:pt x="1534097" y="2093499"/>
                    <a:pt x="1544289" y="2118074"/>
                    <a:pt x="1544289" y="2143125"/>
                  </a:cubicBezTo>
                  <a:cubicBezTo>
                    <a:pt x="1544289" y="2168176"/>
                    <a:pt x="1534087" y="2192750"/>
                    <a:pt x="1516380" y="2210467"/>
                  </a:cubicBezTo>
                  <a:cubicBezTo>
                    <a:pt x="1498664" y="2228183"/>
                    <a:pt x="1474089" y="2238375"/>
                    <a:pt x="1449039" y="2238375"/>
                  </a:cubicBezTo>
                  <a:cubicBezTo>
                    <a:pt x="1423893" y="2238375"/>
                    <a:pt x="1399413" y="2228183"/>
                    <a:pt x="1381697" y="2210467"/>
                  </a:cubicBezTo>
                  <a:cubicBezTo>
                    <a:pt x="1363885" y="2192750"/>
                    <a:pt x="1353789" y="2168176"/>
                    <a:pt x="1353789" y="2143125"/>
                  </a:cubicBezTo>
                  <a:cubicBezTo>
                    <a:pt x="1353789" y="2117979"/>
                    <a:pt x="1363885" y="2093499"/>
                    <a:pt x="1381697" y="2075783"/>
                  </a:cubicBezTo>
                  <a:cubicBezTo>
                    <a:pt x="1399413" y="2058067"/>
                    <a:pt x="1423893" y="2047875"/>
                    <a:pt x="1449039" y="2047875"/>
                  </a:cubicBezTo>
                  <a:close/>
                  <a:moveTo>
                    <a:pt x="4552950" y="1786614"/>
                  </a:moveTo>
                  <a:cubicBezTo>
                    <a:pt x="4605547" y="1786614"/>
                    <a:pt x="4648200" y="1829257"/>
                    <a:pt x="4648200" y="1881864"/>
                  </a:cubicBezTo>
                  <a:lnTo>
                    <a:pt x="4648200" y="1977114"/>
                  </a:lnTo>
                  <a:cubicBezTo>
                    <a:pt x="4648200" y="2029720"/>
                    <a:pt x="4605547" y="2072364"/>
                    <a:pt x="4552950" y="2072364"/>
                  </a:cubicBezTo>
                  <a:cubicBezTo>
                    <a:pt x="4500353" y="2072364"/>
                    <a:pt x="4457700" y="2029720"/>
                    <a:pt x="4457700" y="1977114"/>
                  </a:cubicBezTo>
                  <a:lnTo>
                    <a:pt x="4457700" y="1881864"/>
                  </a:lnTo>
                  <a:cubicBezTo>
                    <a:pt x="4457700" y="1829257"/>
                    <a:pt x="4500353" y="1786614"/>
                    <a:pt x="4552950" y="1786614"/>
                  </a:cubicBezTo>
                  <a:close/>
                  <a:moveTo>
                    <a:pt x="323850" y="1786614"/>
                  </a:moveTo>
                  <a:cubicBezTo>
                    <a:pt x="376447" y="1786614"/>
                    <a:pt x="419100" y="1829257"/>
                    <a:pt x="419100" y="1881864"/>
                  </a:cubicBezTo>
                  <a:lnTo>
                    <a:pt x="419100" y="1977114"/>
                  </a:lnTo>
                  <a:cubicBezTo>
                    <a:pt x="419100" y="2029720"/>
                    <a:pt x="376447" y="2072364"/>
                    <a:pt x="323850" y="2072364"/>
                  </a:cubicBezTo>
                  <a:cubicBezTo>
                    <a:pt x="271253" y="2072364"/>
                    <a:pt x="228600" y="2029720"/>
                    <a:pt x="228600" y="1977114"/>
                  </a:cubicBezTo>
                  <a:lnTo>
                    <a:pt x="228600" y="1881864"/>
                  </a:lnTo>
                  <a:cubicBezTo>
                    <a:pt x="228600" y="1829257"/>
                    <a:pt x="271253" y="1786614"/>
                    <a:pt x="323850" y="1786614"/>
                  </a:cubicBezTo>
                  <a:close/>
                  <a:moveTo>
                    <a:pt x="2438391" y="1624670"/>
                  </a:moveTo>
                  <a:cubicBezTo>
                    <a:pt x="2887094" y="1624670"/>
                    <a:pt x="3252131" y="1989715"/>
                    <a:pt x="3252131" y="2438410"/>
                  </a:cubicBezTo>
                  <a:cubicBezTo>
                    <a:pt x="3252131" y="2741238"/>
                    <a:pt x="3085605" y="3017187"/>
                    <a:pt x="2817533" y="3158576"/>
                  </a:cubicBezTo>
                  <a:cubicBezTo>
                    <a:pt x="2803370" y="3166053"/>
                    <a:pt x="2788158" y="3169596"/>
                    <a:pt x="2773185" y="3169596"/>
                  </a:cubicBezTo>
                  <a:cubicBezTo>
                    <a:pt x="2738971" y="3169596"/>
                    <a:pt x="2705910" y="3151118"/>
                    <a:pt x="2688851" y="3118761"/>
                  </a:cubicBezTo>
                  <a:cubicBezTo>
                    <a:pt x="2664305" y="3072232"/>
                    <a:pt x="2682135" y="3014615"/>
                    <a:pt x="2728665" y="2990079"/>
                  </a:cubicBezTo>
                  <a:cubicBezTo>
                    <a:pt x="2934043" y="2881751"/>
                    <a:pt x="3061631" y="2670362"/>
                    <a:pt x="3061631" y="2438410"/>
                  </a:cubicBezTo>
                  <a:cubicBezTo>
                    <a:pt x="3061631" y="2094757"/>
                    <a:pt x="2782043" y="1815170"/>
                    <a:pt x="2438391" y="1815170"/>
                  </a:cubicBezTo>
                  <a:cubicBezTo>
                    <a:pt x="2385794" y="1815170"/>
                    <a:pt x="2343141" y="1772526"/>
                    <a:pt x="2343141" y="1719920"/>
                  </a:cubicBezTo>
                  <a:cubicBezTo>
                    <a:pt x="2343141" y="1667313"/>
                    <a:pt x="2385794" y="1624670"/>
                    <a:pt x="2438391" y="1624670"/>
                  </a:cubicBezTo>
                  <a:close/>
                  <a:moveTo>
                    <a:pt x="4552950" y="1310364"/>
                  </a:moveTo>
                  <a:cubicBezTo>
                    <a:pt x="4605547" y="1310364"/>
                    <a:pt x="4648200" y="1353007"/>
                    <a:pt x="4648200" y="1405614"/>
                  </a:cubicBezTo>
                  <a:lnTo>
                    <a:pt x="4648200" y="1500864"/>
                  </a:lnTo>
                  <a:cubicBezTo>
                    <a:pt x="4648200" y="1553470"/>
                    <a:pt x="4605547" y="1596114"/>
                    <a:pt x="4552950" y="1596114"/>
                  </a:cubicBezTo>
                  <a:cubicBezTo>
                    <a:pt x="4500353" y="1596114"/>
                    <a:pt x="4457700" y="1553470"/>
                    <a:pt x="4457700" y="1500864"/>
                  </a:cubicBezTo>
                  <a:lnTo>
                    <a:pt x="4457700" y="1405614"/>
                  </a:lnTo>
                  <a:cubicBezTo>
                    <a:pt x="4457700" y="1353007"/>
                    <a:pt x="4500353" y="1310364"/>
                    <a:pt x="4552950" y="1310364"/>
                  </a:cubicBezTo>
                  <a:close/>
                  <a:moveTo>
                    <a:pt x="323850" y="1310364"/>
                  </a:moveTo>
                  <a:cubicBezTo>
                    <a:pt x="376447" y="1310364"/>
                    <a:pt x="419100" y="1353007"/>
                    <a:pt x="419100" y="1405614"/>
                  </a:cubicBezTo>
                  <a:lnTo>
                    <a:pt x="419100" y="1500864"/>
                  </a:lnTo>
                  <a:cubicBezTo>
                    <a:pt x="419100" y="1553470"/>
                    <a:pt x="376447" y="1596114"/>
                    <a:pt x="323850" y="1596114"/>
                  </a:cubicBezTo>
                  <a:cubicBezTo>
                    <a:pt x="271253" y="1596114"/>
                    <a:pt x="228600" y="1553470"/>
                    <a:pt x="228600" y="1500864"/>
                  </a:cubicBezTo>
                  <a:lnTo>
                    <a:pt x="228600" y="1405614"/>
                  </a:lnTo>
                  <a:cubicBezTo>
                    <a:pt x="228600" y="1353007"/>
                    <a:pt x="271253" y="1310364"/>
                    <a:pt x="323850" y="1310364"/>
                  </a:cubicBezTo>
                  <a:close/>
                  <a:moveTo>
                    <a:pt x="4552950" y="914638"/>
                  </a:moveTo>
                  <a:cubicBezTo>
                    <a:pt x="4605547" y="914638"/>
                    <a:pt x="4648200" y="957281"/>
                    <a:pt x="4648200" y="1009888"/>
                  </a:cubicBezTo>
                  <a:lnTo>
                    <a:pt x="4648200" y="1024613"/>
                  </a:lnTo>
                  <a:cubicBezTo>
                    <a:pt x="4648200" y="1077220"/>
                    <a:pt x="4605547" y="1119863"/>
                    <a:pt x="4552950" y="1119863"/>
                  </a:cubicBezTo>
                  <a:cubicBezTo>
                    <a:pt x="4500353" y="1119863"/>
                    <a:pt x="4457700" y="1077220"/>
                    <a:pt x="4457700" y="1024613"/>
                  </a:cubicBezTo>
                  <a:lnTo>
                    <a:pt x="4457700" y="1009888"/>
                  </a:lnTo>
                  <a:cubicBezTo>
                    <a:pt x="4457700" y="957281"/>
                    <a:pt x="4500353" y="914638"/>
                    <a:pt x="4552950" y="914638"/>
                  </a:cubicBezTo>
                  <a:close/>
                  <a:moveTo>
                    <a:pt x="323850" y="914638"/>
                  </a:moveTo>
                  <a:cubicBezTo>
                    <a:pt x="376447" y="914638"/>
                    <a:pt x="419100" y="957281"/>
                    <a:pt x="419100" y="1009888"/>
                  </a:cubicBezTo>
                  <a:lnTo>
                    <a:pt x="419100" y="1024613"/>
                  </a:lnTo>
                  <a:cubicBezTo>
                    <a:pt x="419100" y="1077220"/>
                    <a:pt x="376447" y="1119863"/>
                    <a:pt x="323850" y="1119863"/>
                  </a:cubicBezTo>
                  <a:cubicBezTo>
                    <a:pt x="271253" y="1119863"/>
                    <a:pt x="228600" y="1077220"/>
                    <a:pt x="228600" y="1024613"/>
                  </a:cubicBezTo>
                  <a:lnTo>
                    <a:pt x="228600" y="1009888"/>
                  </a:lnTo>
                  <a:cubicBezTo>
                    <a:pt x="228600" y="957281"/>
                    <a:pt x="271253" y="914638"/>
                    <a:pt x="323850" y="914638"/>
                  </a:cubicBezTo>
                  <a:close/>
                  <a:moveTo>
                    <a:pt x="1557870" y="811225"/>
                  </a:moveTo>
                  <a:cubicBezTo>
                    <a:pt x="1550365" y="811225"/>
                    <a:pt x="1544259" y="817330"/>
                    <a:pt x="1544259" y="824836"/>
                  </a:cubicBezTo>
                  <a:lnTo>
                    <a:pt x="1544259" y="1208551"/>
                  </a:lnTo>
                  <a:lnTo>
                    <a:pt x="1544259" y="1208560"/>
                  </a:lnTo>
                  <a:lnTo>
                    <a:pt x="1963369" y="1208560"/>
                  </a:lnTo>
                  <a:lnTo>
                    <a:pt x="1963369" y="824836"/>
                  </a:lnTo>
                  <a:cubicBezTo>
                    <a:pt x="1963369" y="817330"/>
                    <a:pt x="1957263" y="811225"/>
                    <a:pt x="1949758" y="811225"/>
                  </a:cubicBezTo>
                  <a:close/>
                  <a:moveTo>
                    <a:pt x="2438400" y="666693"/>
                  </a:moveTo>
                  <a:lnTo>
                    <a:pt x="2736542" y="666693"/>
                  </a:lnTo>
                  <a:cubicBezTo>
                    <a:pt x="2783367" y="666693"/>
                    <a:pt x="2823248" y="700726"/>
                    <a:pt x="2830611" y="746960"/>
                  </a:cubicBezTo>
                  <a:lnTo>
                    <a:pt x="2868253" y="983409"/>
                  </a:lnTo>
                  <a:lnTo>
                    <a:pt x="3162290" y="1105071"/>
                  </a:lnTo>
                  <a:lnTo>
                    <a:pt x="3356000" y="964359"/>
                  </a:lnTo>
                  <a:cubicBezTo>
                    <a:pt x="3393862" y="936831"/>
                    <a:pt x="3446164" y="940927"/>
                    <a:pt x="3479301" y="974045"/>
                  </a:cubicBezTo>
                  <a:lnTo>
                    <a:pt x="3901973" y="1396422"/>
                  </a:lnTo>
                  <a:cubicBezTo>
                    <a:pt x="3935101" y="1429531"/>
                    <a:pt x="3939254" y="1481814"/>
                    <a:pt x="3911746" y="1519723"/>
                  </a:cubicBezTo>
                  <a:lnTo>
                    <a:pt x="3771109" y="1713614"/>
                  </a:lnTo>
                  <a:lnTo>
                    <a:pt x="3892944" y="2007432"/>
                  </a:lnTo>
                  <a:lnTo>
                    <a:pt x="4129516" y="2044913"/>
                  </a:lnTo>
                  <a:cubicBezTo>
                    <a:pt x="4175779" y="2052237"/>
                    <a:pt x="4209850" y="2092119"/>
                    <a:pt x="4209888" y="2138953"/>
                  </a:cubicBezTo>
                  <a:lnTo>
                    <a:pt x="4210136" y="2736494"/>
                  </a:lnTo>
                  <a:cubicBezTo>
                    <a:pt x="4210154" y="2783329"/>
                    <a:pt x="4176112" y="2823239"/>
                    <a:pt x="4129859" y="2830601"/>
                  </a:cubicBezTo>
                  <a:lnTo>
                    <a:pt x="3893420" y="2868244"/>
                  </a:lnTo>
                  <a:lnTo>
                    <a:pt x="3771747" y="3162281"/>
                  </a:lnTo>
                  <a:lnTo>
                    <a:pt x="3912470" y="3355991"/>
                  </a:lnTo>
                  <a:cubicBezTo>
                    <a:pt x="3939988" y="3393872"/>
                    <a:pt x="3935892" y="3446154"/>
                    <a:pt x="3902773" y="3479292"/>
                  </a:cubicBezTo>
                  <a:lnTo>
                    <a:pt x="3480397" y="3901954"/>
                  </a:lnTo>
                  <a:cubicBezTo>
                    <a:pt x="3447297" y="3935092"/>
                    <a:pt x="3395005" y="3939226"/>
                    <a:pt x="3357105" y="3911727"/>
                  </a:cubicBezTo>
                  <a:lnTo>
                    <a:pt x="3163214" y="3771090"/>
                  </a:lnTo>
                  <a:lnTo>
                    <a:pt x="2869387" y="3892925"/>
                  </a:lnTo>
                  <a:lnTo>
                    <a:pt x="2831897" y="4129630"/>
                  </a:lnTo>
                  <a:cubicBezTo>
                    <a:pt x="2824562" y="4175912"/>
                    <a:pt x="2784672" y="4209983"/>
                    <a:pt x="2737818" y="4209983"/>
                  </a:cubicBezTo>
                  <a:lnTo>
                    <a:pt x="2438400" y="4209983"/>
                  </a:lnTo>
                  <a:cubicBezTo>
                    <a:pt x="2385803" y="4209983"/>
                    <a:pt x="2343150" y="4167331"/>
                    <a:pt x="2343150" y="4114733"/>
                  </a:cubicBezTo>
                  <a:cubicBezTo>
                    <a:pt x="2343150" y="4062136"/>
                    <a:pt x="2385803" y="4019483"/>
                    <a:pt x="2438400" y="4019483"/>
                  </a:cubicBezTo>
                  <a:lnTo>
                    <a:pt x="2656465" y="4019483"/>
                  </a:lnTo>
                  <a:lnTo>
                    <a:pt x="2689574" y="3810476"/>
                  </a:lnTo>
                  <a:cubicBezTo>
                    <a:pt x="2694756" y="3777758"/>
                    <a:pt x="2716568" y="3750078"/>
                    <a:pt x="2747172" y="3737391"/>
                  </a:cubicBezTo>
                  <a:lnTo>
                    <a:pt x="3139488" y="3574713"/>
                  </a:lnTo>
                  <a:cubicBezTo>
                    <a:pt x="3170082" y="3562026"/>
                    <a:pt x="3205077" y="3566150"/>
                    <a:pt x="3231889" y="3585601"/>
                  </a:cubicBezTo>
                  <a:lnTo>
                    <a:pt x="3403130" y="3709788"/>
                  </a:lnTo>
                  <a:lnTo>
                    <a:pt x="3710540" y="3402159"/>
                  </a:lnTo>
                  <a:lnTo>
                    <a:pt x="3586277" y="3231109"/>
                  </a:lnTo>
                  <a:cubicBezTo>
                    <a:pt x="3566807" y="3204315"/>
                    <a:pt x="3562664" y="3169320"/>
                    <a:pt x="3575332" y="3138716"/>
                  </a:cubicBezTo>
                  <a:lnTo>
                    <a:pt x="3737772" y="2746153"/>
                  </a:lnTo>
                  <a:cubicBezTo>
                    <a:pt x="3750440" y="2715539"/>
                    <a:pt x="3778091" y="2693708"/>
                    <a:pt x="3810809" y="2688498"/>
                  </a:cubicBezTo>
                  <a:lnTo>
                    <a:pt x="4019597" y="2655256"/>
                  </a:lnTo>
                  <a:lnTo>
                    <a:pt x="4019416" y="2220344"/>
                  </a:lnTo>
                  <a:lnTo>
                    <a:pt x="3810495" y="2187245"/>
                  </a:lnTo>
                  <a:cubicBezTo>
                    <a:pt x="3777767" y="2182063"/>
                    <a:pt x="3750097" y="2160251"/>
                    <a:pt x="3737410" y="2129657"/>
                  </a:cubicBezTo>
                  <a:lnTo>
                    <a:pt x="3574723" y="1737341"/>
                  </a:lnTo>
                  <a:cubicBezTo>
                    <a:pt x="3562036" y="1706737"/>
                    <a:pt x="3566160" y="1671742"/>
                    <a:pt x="3585610" y="1644929"/>
                  </a:cubicBezTo>
                  <a:lnTo>
                    <a:pt x="3709806" y="1473698"/>
                  </a:lnTo>
                  <a:lnTo>
                    <a:pt x="3402177" y="1166279"/>
                  </a:lnTo>
                  <a:lnTo>
                    <a:pt x="3231118" y="1290533"/>
                  </a:lnTo>
                  <a:cubicBezTo>
                    <a:pt x="3204334" y="1310002"/>
                    <a:pt x="3169339" y="1314145"/>
                    <a:pt x="3138725" y="1301486"/>
                  </a:cubicBezTo>
                  <a:lnTo>
                    <a:pt x="2746162" y="1139057"/>
                  </a:lnTo>
                  <a:cubicBezTo>
                    <a:pt x="2715549" y="1126388"/>
                    <a:pt x="2693717" y="1098737"/>
                    <a:pt x="2688507" y="1066019"/>
                  </a:cubicBezTo>
                  <a:lnTo>
                    <a:pt x="2655265" y="857193"/>
                  </a:lnTo>
                  <a:lnTo>
                    <a:pt x="2438400" y="857193"/>
                  </a:lnTo>
                  <a:cubicBezTo>
                    <a:pt x="2385803" y="857193"/>
                    <a:pt x="2343150" y="814549"/>
                    <a:pt x="2343150" y="761943"/>
                  </a:cubicBezTo>
                  <a:cubicBezTo>
                    <a:pt x="2343150" y="709336"/>
                    <a:pt x="2385803" y="666693"/>
                    <a:pt x="2438400" y="666693"/>
                  </a:cubicBezTo>
                  <a:close/>
                  <a:moveTo>
                    <a:pt x="1557861" y="620725"/>
                  </a:moveTo>
                  <a:lnTo>
                    <a:pt x="1949748" y="620725"/>
                  </a:lnTo>
                  <a:cubicBezTo>
                    <a:pt x="2062295" y="620725"/>
                    <a:pt x="2153859" y="712289"/>
                    <a:pt x="2153850" y="824836"/>
                  </a:cubicBezTo>
                  <a:lnTo>
                    <a:pt x="2153850" y="3418056"/>
                  </a:lnTo>
                  <a:cubicBezTo>
                    <a:pt x="2153850" y="3431200"/>
                    <a:pt x="2151135" y="3444192"/>
                    <a:pt x="2145858" y="3456232"/>
                  </a:cubicBezTo>
                  <a:lnTo>
                    <a:pt x="1841058" y="4152919"/>
                  </a:lnTo>
                  <a:cubicBezTo>
                    <a:pt x="1825894" y="4187590"/>
                    <a:pt x="1791643" y="4209992"/>
                    <a:pt x="1753800" y="4209992"/>
                  </a:cubicBezTo>
                  <a:cubicBezTo>
                    <a:pt x="1715957" y="4209992"/>
                    <a:pt x="1681705" y="4187599"/>
                    <a:pt x="1666541" y="4152919"/>
                  </a:cubicBezTo>
                  <a:lnTo>
                    <a:pt x="1361741" y="3456232"/>
                  </a:lnTo>
                  <a:cubicBezTo>
                    <a:pt x="1356464" y="3444192"/>
                    <a:pt x="1353750" y="3431200"/>
                    <a:pt x="1353750" y="3418056"/>
                  </a:cubicBezTo>
                  <a:lnTo>
                    <a:pt x="1353750" y="2514600"/>
                  </a:lnTo>
                  <a:cubicBezTo>
                    <a:pt x="1353750" y="2462003"/>
                    <a:pt x="1396403" y="2419350"/>
                    <a:pt x="1449000" y="2419350"/>
                  </a:cubicBezTo>
                  <a:cubicBezTo>
                    <a:pt x="1501597" y="2419350"/>
                    <a:pt x="1544250" y="2462003"/>
                    <a:pt x="1544250" y="2514600"/>
                  </a:cubicBezTo>
                  <a:lnTo>
                    <a:pt x="1544250" y="3322806"/>
                  </a:lnTo>
                  <a:lnTo>
                    <a:pt x="1963350" y="3322806"/>
                  </a:lnTo>
                  <a:lnTo>
                    <a:pt x="1963350" y="1399060"/>
                  </a:lnTo>
                  <a:lnTo>
                    <a:pt x="1544250" y="1399060"/>
                  </a:lnTo>
                  <a:lnTo>
                    <a:pt x="1544250" y="1812931"/>
                  </a:lnTo>
                  <a:cubicBezTo>
                    <a:pt x="1544250" y="1865537"/>
                    <a:pt x="1501597" y="1908181"/>
                    <a:pt x="1449000" y="1908181"/>
                  </a:cubicBezTo>
                  <a:cubicBezTo>
                    <a:pt x="1396403" y="1908181"/>
                    <a:pt x="1353750" y="1865537"/>
                    <a:pt x="1353750" y="1812931"/>
                  </a:cubicBezTo>
                  <a:lnTo>
                    <a:pt x="1353750" y="824836"/>
                  </a:lnTo>
                  <a:cubicBezTo>
                    <a:pt x="1353750" y="712289"/>
                    <a:pt x="1445323" y="620725"/>
                    <a:pt x="1557861" y="620725"/>
                  </a:cubicBezTo>
                  <a:close/>
                  <a:moveTo>
                    <a:pt x="3859797" y="236201"/>
                  </a:moveTo>
                  <a:lnTo>
                    <a:pt x="3874513" y="236201"/>
                  </a:lnTo>
                  <a:cubicBezTo>
                    <a:pt x="3927110" y="236201"/>
                    <a:pt x="3969763" y="278844"/>
                    <a:pt x="3969763" y="331451"/>
                  </a:cubicBezTo>
                  <a:cubicBezTo>
                    <a:pt x="3969763" y="384057"/>
                    <a:pt x="3927110" y="426701"/>
                    <a:pt x="3874513" y="426701"/>
                  </a:cubicBezTo>
                  <a:lnTo>
                    <a:pt x="3859797" y="426701"/>
                  </a:lnTo>
                  <a:cubicBezTo>
                    <a:pt x="3807190" y="426701"/>
                    <a:pt x="3764547" y="384057"/>
                    <a:pt x="3764547" y="331451"/>
                  </a:cubicBezTo>
                  <a:cubicBezTo>
                    <a:pt x="3764547" y="278844"/>
                    <a:pt x="3807200" y="236201"/>
                    <a:pt x="3859797" y="236201"/>
                  </a:cubicBezTo>
                  <a:close/>
                  <a:moveTo>
                    <a:pt x="3383547" y="236201"/>
                  </a:moveTo>
                  <a:lnTo>
                    <a:pt x="3478797" y="236201"/>
                  </a:lnTo>
                  <a:cubicBezTo>
                    <a:pt x="3531394" y="236201"/>
                    <a:pt x="3574047" y="278844"/>
                    <a:pt x="3574047" y="331451"/>
                  </a:cubicBezTo>
                  <a:cubicBezTo>
                    <a:pt x="3574047" y="384057"/>
                    <a:pt x="3531394" y="426701"/>
                    <a:pt x="3478797" y="426701"/>
                  </a:cubicBezTo>
                  <a:lnTo>
                    <a:pt x="3383547" y="426701"/>
                  </a:lnTo>
                  <a:cubicBezTo>
                    <a:pt x="3330940" y="426701"/>
                    <a:pt x="3288297" y="384057"/>
                    <a:pt x="3288297" y="331451"/>
                  </a:cubicBezTo>
                  <a:cubicBezTo>
                    <a:pt x="3288297" y="278844"/>
                    <a:pt x="3330950" y="236201"/>
                    <a:pt x="3383547" y="236201"/>
                  </a:cubicBezTo>
                  <a:close/>
                  <a:moveTo>
                    <a:pt x="2907297" y="236201"/>
                  </a:moveTo>
                  <a:lnTo>
                    <a:pt x="3002547" y="236201"/>
                  </a:lnTo>
                  <a:cubicBezTo>
                    <a:pt x="3055144" y="236201"/>
                    <a:pt x="3097797" y="278844"/>
                    <a:pt x="3097797" y="331451"/>
                  </a:cubicBezTo>
                  <a:cubicBezTo>
                    <a:pt x="3097797" y="384057"/>
                    <a:pt x="3055144" y="426701"/>
                    <a:pt x="3002547" y="426701"/>
                  </a:cubicBezTo>
                  <a:lnTo>
                    <a:pt x="2907297" y="426701"/>
                  </a:lnTo>
                  <a:cubicBezTo>
                    <a:pt x="2854690" y="426701"/>
                    <a:pt x="2812047" y="384057"/>
                    <a:pt x="2812047" y="331451"/>
                  </a:cubicBezTo>
                  <a:cubicBezTo>
                    <a:pt x="2812047" y="278844"/>
                    <a:pt x="2854700" y="236201"/>
                    <a:pt x="2907297" y="236201"/>
                  </a:cubicBezTo>
                  <a:close/>
                  <a:moveTo>
                    <a:pt x="2431047" y="236201"/>
                  </a:moveTo>
                  <a:lnTo>
                    <a:pt x="2526297" y="236201"/>
                  </a:lnTo>
                  <a:cubicBezTo>
                    <a:pt x="2578894" y="236201"/>
                    <a:pt x="2621547" y="278844"/>
                    <a:pt x="2621547" y="331451"/>
                  </a:cubicBezTo>
                  <a:cubicBezTo>
                    <a:pt x="2621547" y="384057"/>
                    <a:pt x="2578894" y="426701"/>
                    <a:pt x="2526297" y="426701"/>
                  </a:cubicBezTo>
                  <a:lnTo>
                    <a:pt x="2431047" y="426701"/>
                  </a:lnTo>
                  <a:cubicBezTo>
                    <a:pt x="2378440" y="426701"/>
                    <a:pt x="2335797" y="384057"/>
                    <a:pt x="2335797" y="331451"/>
                  </a:cubicBezTo>
                  <a:cubicBezTo>
                    <a:pt x="2335797" y="278844"/>
                    <a:pt x="2378450" y="236201"/>
                    <a:pt x="2431047" y="236201"/>
                  </a:cubicBezTo>
                  <a:close/>
                  <a:moveTo>
                    <a:pt x="1954797" y="236201"/>
                  </a:moveTo>
                  <a:lnTo>
                    <a:pt x="2050047" y="236201"/>
                  </a:lnTo>
                  <a:cubicBezTo>
                    <a:pt x="2102644" y="236201"/>
                    <a:pt x="2145297" y="278844"/>
                    <a:pt x="2145297" y="331451"/>
                  </a:cubicBezTo>
                  <a:cubicBezTo>
                    <a:pt x="2145297" y="384057"/>
                    <a:pt x="2102644" y="426701"/>
                    <a:pt x="2050047" y="426701"/>
                  </a:cubicBezTo>
                  <a:lnTo>
                    <a:pt x="1954797" y="426701"/>
                  </a:lnTo>
                  <a:cubicBezTo>
                    <a:pt x="1902190" y="426701"/>
                    <a:pt x="1859547" y="384057"/>
                    <a:pt x="1859547" y="331451"/>
                  </a:cubicBezTo>
                  <a:cubicBezTo>
                    <a:pt x="1859547" y="278844"/>
                    <a:pt x="1902200" y="236201"/>
                    <a:pt x="1954797" y="236201"/>
                  </a:cubicBezTo>
                  <a:close/>
                  <a:moveTo>
                    <a:pt x="1478547" y="236201"/>
                  </a:moveTo>
                  <a:lnTo>
                    <a:pt x="1573797" y="236201"/>
                  </a:lnTo>
                  <a:cubicBezTo>
                    <a:pt x="1626394" y="236201"/>
                    <a:pt x="1669047" y="278844"/>
                    <a:pt x="1669047" y="331451"/>
                  </a:cubicBezTo>
                  <a:cubicBezTo>
                    <a:pt x="1669047" y="384057"/>
                    <a:pt x="1626394" y="426701"/>
                    <a:pt x="1573797" y="426701"/>
                  </a:cubicBezTo>
                  <a:lnTo>
                    <a:pt x="1478547" y="426701"/>
                  </a:lnTo>
                  <a:cubicBezTo>
                    <a:pt x="1425940" y="426701"/>
                    <a:pt x="1383297" y="384057"/>
                    <a:pt x="1383297" y="331451"/>
                  </a:cubicBezTo>
                  <a:cubicBezTo>
                    <a:pt x="1383297" y="278844"/>
                    <a:pt x="1425950" y="236201"/>
                    <a:pt x="1478547" y="236201"/>
                  </a:cubicBezTo>
                  <a:close/>
                  <a:moveTo>
                    <a:pt x="1002297" y="236201"/>
                  </a:moveTo>
                  <a:lnTo>
                    <a:pt x="1097547" y="236201"/>
                  </a:lnTo>
                  <a:cubicBezTo>
                    <a:pt x="1150144" y="236201"/>
                    <a:pt x="1192797" y="278844"/>
                    <a:pt x="1192797" y="331451"/>
                  </a:cubicBezTo>
                  <a:cubicBezTo>
                    <a:pt x="1192797" y="384057"/>
                    <a:pt x="1150144" y="426701"/>
                    <a:pt x="1097547" y="426701"/>
                  </a:cubicBezTo>
                  <a:lnTo>
                    <a:pt x="1002297" y="426701"/>
                  </a:lnTo>
                  <a:cubicBezTo>
                    <a:pt x="949700" y="426701"/>
                    <a:pt x="907047" y="384057"/>
                    <a:pt x="907047" y="331451"/>
                  </a:cubicBezTo>
                  <a:cubicBezTo>
                    <a:pt x="907047" y="278844"/>
                    <a:pt x="949700" y="236201"/>
                    <a:pt x="1002297" y="236201"/>
                  </a:cubicBezTo>
                  <a:close/>
                  <a:moveTo>
                    <a:pt x="4419600" y="190500"/>
                  </a:moveTo>
                  <a:lnTo>
                    <a:pt x="4419600" y="457200"/>
                  </a:lnTo>
                  <a:lnTo>
                    <a:pt x="4686300" y="457200"/>
                  </a:lnTo>
                  <a:lnTo>
                    <a:pt x="4686300" y="190500"/>
                  </a:lnTo>
                  <a:close/>
                  <a:moveTo>
                    <a:pt x="190500" y="190500"/>
                  </a:moveTo>
                  <a:lnTo>
                    <a:pt x="190500" y="457200"/>
                  </a:lnTo>
                  <a:lnTo>
                    <a:pt x="457200" y="457200"/>
                  </a:lnTo>
                  <a:lnTo>
                    <a:pt x="457200" y="190500"/>
                  </a:lnTo>
                  <a:close/>
                  <a:moveTo>
                    <a:pt x="4324350" y="0"/>
                  </a:moveTo>
                  <a:lnTo>
                    <a:pt x="4781550" y="0"/>
                  </a:lnTo>
                  <a:cubicBezTo>
                    <a:pt x="4834147" y="0"/>
                    <a:pt x="4876800" y="42643"/>
                    <a:pt x="4876800" y="95250"/>
                  </a:cubicBezTo>
                  <a:lnTo>
                    <a:pt x="4876800" y="552450"/>
                  </a:lnTo>
                  <a:cubicBezTo>
                    <a:pt x="4876800" y="605056"/>
                    <a:pt x="4834147" y="647700"/>
                    <a:pt x="4781550" y="647700"/>
                  </a:cubicBezTo>
                  <a:lnTo>
                    <a:pt x="4324350" y="647700"/>
                  </a:lnTo>
                  <a:cubicBezTo>
                    <a:pt x="4271753" y="647700"/>
                    <a:pt x="4229100" y="605056"/>
                    <a:pt x="4229100" y="552450"/>
                  </a:cubicBezTo>
                  <a:lnTo>
                    <a:pt x="4229100" y="95250"/>
                  </a:lnTo>
                  <a:cubicBezTo>
                    <a:pt x="4229100" y="42643"/>
                    <a:pt x="4271753" y="0"/>
                    <a:pt x="4324350" y="0"/>
                  </a:cubicBezTo>
                  <a:close/>
                  <a:moveTo>
                    <a:pt x="95250" y="0"/>
                  </a:moveTo>
                  <a:lnTo>
                    <a:pt x="552450" y="0"/>
                  </a:lnTo>
                  <a:cubicBezTo>
                    <a:pt x="605047" y="0"/>
                    <a:pt x="647700" y="42643"/>
                    <a:pt x="647700" y="95250"/>
                  </a:cubicBezTo>
                  <a:lnTo>
                    <a:pt x="647700" y="552450"/>
                  </a:lnTo>
                  <a:cubicBezTo>
                    <a:pt x="647700" y="605056"/>
                    <a:pt x="605047" y="647700"/>
                    <a:pt x="552450" y="647700"/>
                  </a:cubicBezTo>
                  <a:lnTo>
                    <a:pt x="95250" y="647700"/>
                  </a:lnTo>
                  <a:cubicBezTo>
                    <a:pt x="42653" y="647700"/>
                    <a:pt x="0" y="605056"/>
                    <a:pt x="0" y="552450"/>
                  </a:cubicBezTo>
                  <a:lnTo>
                    <a:pt x="0" y="95250"/>
                  </a:lnTo>
                  <a:cubicBezTo>
                    <a:pt x="0" y="42643"/>
                    <a:pt x="42653" y="0"/>
                    <a:pt x="95250" y="0"/>
                  </a:cubicBezTo>
                  <a:close/>
                </a:path>
              </a:pathLst>
            </a:custGeom>
            <a:ln>
              <a:noFill/>
            </a:ln>
          </p:spPr>
          <p:style>
            <a:lnRef idx="1">
              <a:schemeClr val="accent2"/>
            </a:lnRef>
            <a:fillRef idx="3">
              <a:schemeClr val="accent2"/>
            </a:fillRef>
            <a:effectRef idx="2">
              <a:schemeClr val="accent2"/>
            </a:effectRef>
            <a:fontRef idx="minor">
              <a:schemeClr val="lt1"/>
            </a:fontRef>
          </p:style>
          <p:txBody>
            <a:bodyPr rtlCol="0" anchor="ctr"/>
            <a:lstStyle/>
            <a:p>
              <a:endParaRPr lang="en-US" sz="800" dirty="0"/>
            </a:p>
          </p:txBody>
        </p:sp>
      </p:grpSp>
      <p:grpSp>
        <p:nvGrpSpPr>
          <p:cNvPr id="29" name="Group 28">
            <a:extLst>
              <a:ext uri="{FF2B5EF4-FFF2-40B4-BE49-F238E27FC236}">
                <a16:creationId xmlns:a16="http://schemas.microsoft.com/office/drawing/2014/main" id="{69191C9E-3B71-8A78-88A1-DED42FB12FE3}"/>
              </a:ext>
            </a:extLst>
          </p:cNvPr>
          <p:cNvGrpSpPr/>
          <p:nvPr/>
        </p:nvGrpSpPr>
        <p:grpSpPr>
          <a:xfrm>
            <a:off x="9218540" y="1400085"/>
            <a:ext cx="2328441" cy="811504"/>
            <a:chOff x="6371277" y="2036441"/>
            <a:chExt cx="2328441" cy="811504"/>
          </a:xfrm>
        </p:grpSpPr>
        <p:grpSp>
          <p:nvGrpSpPr>
            <p:cNvPr id="30" name="Group 29">
              <a:extLst>
                <a:ext uri="{FF2B5EF4-FFF2-40B4-BE49-F238E27FC236}">
                  <a16:creationId xmlns:a16="http://schemas.microsoft.com/office/drawing/2014/main" id="{2C96CFC5-57DE-18D2-9D5C-5BE7FE20990D}"/>
                </a:ext>
              </a:extLst>
            </p:cNvPr>
            <p:cNvGrpSpPr>
              <a:grpSpLocks noChangeAspect="1"/>
            </p:cNvGrpSpPr>
            <p:nvPr/>
          </p:nvGrpSpPr>
          <p:grpSpPr>
            <a:xfrm>
              <a:off x="6371277" y="2237591"/>
              <a:ext cx="468001" cy="468000"/>
              <a:chOff x="5659835" y="3635563"/>
              <a:chExt cx="844932" cy="844931"/>
            </a:xfrm>
          </p:grpSpPr>
          <p:sp>
            <p:nvSpPr>
              <p:cNvPr id="33" name="Oval 32">
                <a:extLst>
                  <a:ext uri="{FF2B5EF4-FFF2-40B4-BE49-F238E27FC236}">
                    <a16:creationId xmlns:a16="http://schemas.microsoft.com/office/drawing/2014/main" id="{A9987FF2-5BE0-70F0-809E-0DC6C9B1E8D2}"/>
                  </a:ext>
                </a:extLst>
              </p:cNvPr>
              <p:cNvSpPr/>
              <p:nvPr/>
            </p:nvSpPr>
            <p:spPr>
              <a:xfrm>
                <a:off x="5659835" y="3635563"/>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800" dirty="0">
                  <a:solidFill>
                    <a:srgbClr val="FFFFFF"/>
                  </a:solidFill>
                  <a:ea typeface="linea-basic-10" charset="0"/>
                  <a:cs typeface="linea-basic-10" charset="0"/>
                </a:endParaRPr>
              </a:p>
            </p:txBody>
          </p:sp>
          <p:sp>
            <p:nvSpPr>
              <p:cNvPr id="34" name="Oval 33">
                <a:extLst>
                  <a:ext uri="{FF2B5EF4-FFF2-40B4-BE49-F238E27FC236}">
                    <a16:creationId xmlns:a16="http://schemas.microsoft.com/office/drawing/2014/main" id="{C873E8E5-827A-F3AE-E69C-FC0357202D98}"/>
                  </a:ext>
                </a:extLst>
              </p:cNvPr>
              <p:cNvSpPr/>
              <p:nvPr/>
            </p:nvSpPr>
            <p:spPr>
              <a:xfrm>
                <a:off x="5728071" y="370559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800" dirty="0">
                  <a:solidFill>
                    <a:srgbClr val="FFFFFF"/>
                  </a:solidFill>
                  <a:ea typeface="linea-basic-10" charset="0"/>
                  <a:cs typeface="linea-basic-10" charset="0"/>
                </a:endParaRPr>
              </a:p>
            </p:txBody>
          </p:sp>
        </p:grpSp>
        <p:sp>
          <p:nvSpPr>
            <p:cNvPr id="31" name="Rectangle 30">
              <a:extLst>
                <a:ext uri="{FF2B5EF4-FFF2-40B4-BE49-F238E27FC236}">
                  <a16:creationId xmlns:a16="http://schemas.microsoft.com/office/drawing/2014/main" id="{E426B78B-AEF4-BCB3-7648-0ABC401DD291}"/>
                </a:ext>
              </a:extLst>
            </p:cNvPr>
            <p:cNvSpPr/>
            <p:nvPr/>
          </p:nvSpPr>
          <p:spPr>
            <a:xfrm>
              <a:off x="6890135" y="2036441"/>
              <a:ext cx="1809583" cy="811504"/>
            </a:xfrm>
            <a:prstGeom prst="rect">
              <a:avLst/>
            </a:prstGeom>
          </p:spPr>
          <p:txBody>
            <a:bodyPr wrap="square">
              <a:spAutoFit/>
            </a:bodyPr>
            <a:lstStyle/>
            <a:p>
              <a:pPr>
                <a:lnSpc>
                  <a:spcPct val="150000"/>
                </a:lnSpc>
              </a:pPr>
              <a:r>
                <a:rPr lang="en-US" sz="800" b="1" dirty="0">
                  <a:solidFill>
                    <a:schemeClr val="tx2"/>
                  </a:solidFill>
                  <a:ea typeface="Source Sans Pro Black" panose="020B0503030403020204" pitchFamily="34" charset="0"/>
                </a:rPr>
                <a:t>Synth chartreuse XOXO, tacos </a:t>
              </a:r>
              <a:r>
                <a:rPr lang="en-US" sz="800" b="1" dirty="0" err="1">
                  <a:solidFill>
                    <a:schemeClr val="tx2"/>
                  </a:solidFill>
                  <a:ea typeface="Source Sans Pro Black" panose="020B0503030403020204" pitchFamily="34" charset="0"/>
                </a:rPr>
                <a:t>brooklyn</a:t>
              </a:r>
              <a:r>
                <a:rPr lang="en-US" sz="800" b="1" dirty="0">
                  <a:solidFill>
                    <a:schemeClr val="tx2"/>
                  </a:solidFill>
                  <a:ea typeface="Source Sans Pro Black" panose="020B0503030403020204" pitchFamily="34" charset="0"/>
                </a:rPr>
                <a:t> VHS plaid.</a:t>
              </a:r>
              <a:endParaRPr lang="en-US" sz="800" b="1" dirty="0">
                <a:solidFill>
                  <a:schemeClr val="tx2"/>
                </a:solidFill>
                <a:ea typeface="Source Sans Pro Black" panose="020B0503030403020204" pitchFamily="34" charset="0"/>
                <a:cs typeface="Roboto Light" panose="02000000000000000000" pitchFamily="2" charset="0"/>
              </a:endParaRPr>
            </a:p>
            <a:p>
              <a:pPr>
                <a:lnSpc>
                  <a:spcPct val="150000"/>
                </a:lnSpc>
              </a:pPr>
              <a:r>
                <a:rPr lang="en-US" sz="800" dirty="0">
                  <a:solidFill>
                    <a:schemeClr val="tx2"/>
                  </a:solidFill>
                  <a:ea typeface="Roboto Light" panose="02000000000000000000" pitchFamily="2" charset="0"/>
                  <a:cs typeface="Roboto Light" panose="02000000000000000000" pitchFamily="2" charset="0"/>
                </a:rPr>
                <a:t>Hashtag fashion axe </a:t>
              </a:r>
              <a:r>
                <a:rPr lang="en-US" sz="800" dirty="0" err="1">
                  <a:solidFill>
                    <a:schemeClr val="tx2"/>
                  </a:solidFill>
                  <a:ea typeface="Roboto Light" panose="02000000000000000000" pitchFamily="2" charset="0"/>
                  <a:cs typeface="Roboto Light" panose="02000000000000000000" pitchFamily="2" charset="0"/>
                </a:rPr>
                <a:t>fingerstache</a:t>
              </a:r>
              <a:r>
                <a:rPr lang="en-US" sz="800" dirty="0">
                  <a:solidFill>
                    <a:schemeClr val="tx2"/>
                  </a:solidFill>
                  <a:ea typeface="Roboto Light" panose="02000000000000000000" pitchFamily="2" charset="0"/>
                  <a:cs typeface="Roboto Light" panose="02000000000000000000" pitchFamily="2" charset="0"/>
                </a:rPr>
                <a:t> </a:t>
              </a:r>
              <a:r>
                <a:rPr lang="en-US" sz="800" dirty="0" err="1">
                  <a:solidFill>
                    <a:schemeClr val="tx2"/>
                  </a:solidFill>
                  <a:ea typeface="Roboto Light" panose="02000000000000000000" pitchFamily="2" charset="0"/>
                  <a:cs typeface="Roboto Light" panose="02000000000000000000" pitchFamily="2" charset="0"/>
                </a:rPr>
                <a:t>brooklyn</a:t>
              </a:r>
              <a:r>
                <a:rPr lang="en-US" sz="800" dirty="0">
                  <a:solidFill>
                    <a:schemeClr val="tx2"/>
                  </a:solidFill>
                  <a:ea typeface="Roboto Light" panose="02000000000000000000" pitchFamily="2" charset="0"/>
                  <a:cs typeface="Roboto Light" panose="02000000000000000000" pitchFamily="2" charset="0"/>
                </a:rPr>
                <a:t> YOLO.</a:t>
              </a:r>
            </a:p>
          </p:txBody>
        </p:sp>
        <p:sp>
          <p:nvSpPr>
            <p:cNvPr id="32" name="Freeform: Shape 30">
              <a:extLst>
                <a:ext uri="{FF2B5EF4-FFF2-40B4-BE49-F238E27FC236}">
                  <a16:creationId xmlns:a16="http://schemas.microsoft.com/office/drawing/2014/main" id="{06B540AD-9BB5-3222-1A90-0301983CD432}"/>
                </a:ext>
              </a:extLst>
            </p:cNvPr>
            <p:cNvSpPr>
              <a:spLocks noChangeAspect="1"/>
            </p:cNvSpPr>
            <p:nvPr/>
          </p:nvSpPr>
          <p:spPr>
            <a:xfrm>
              <a:off x="6515045" y="2359455"/>
              <a:ext cx="182868" cy="216000"/>
            </a:xfrm>
            <a:custGeom>
              <a:avLst/>
              <a:gdLst>
                <a:gd name="connsiteX0" fmla="*/ 3591916 w 3998519"/>
                <a:gd name="connsiteY0" fmla="*/ 630326 h 4722952"/>
                <a:gd name="connsiteX1" fmla="*/ 3998366 w 3998519"/>
                <a:gd name="connsiteY1" fmla="*/ 1751837 h 4722952"/>
                <a:gd name="connsiteX2" fmla="*/ 3998519 w 3998519"/>
                <a:gd name="connsiteY2" fmla="*/ 2029815 h 4722952"/>
                <a:gd name="connsiteX3" fmla="*/ 3161462 w 3998519"/>
                <a:gd name="connsiteY3" fmla="*/ 3661105 h 4722952"/>
                <a:gd name="connsiteX4" fmla="*/ 3161462 w 3998519"/>
                <a:gd name="connsiteY4" fmla="*/ 4722952 h 4722952"/>
                <a:gd name="connsiteX5" fmla="*/ 3009062 w 3998519"/>
                <a:gd name="connsiteY5" fmla="*/ 4722952 h 4722952"/>
                <a:gd name="connsiteX6" fmla="*/ 3009062 w 3998519"/>
                <a:gd name="connsiteY6" fmla="*/ 3581476 h 4722952"/>
                <a:gd name="connsiteX7" fmla="*/ 3042056 w 3998519"/>
                <a:gd name="connsiteY7" fmla="*/ 3558768 h 4722952"/>
                <a:gd name="connsiteX8" fmla="*/ 3846119 w 3998519"/>
                <a:gd name="connsiteY8" fmla="*/ 2029967 h 4722952"/>
                <a:gd name="connsiteX9" fmla="*/ 3845966 w 3998519"/>
                <a:gd name="connsiteY9" fmla="*/ 1827809 h 4722952"/>
                <a:gd name="connsiteX10" fmla="*/ 3613937 w 3998519"/>
                <a:gd name="connsiteY10" fmla="*/ 1827428 h 4722952"/>
                <a:gd name="connsiteX11" fmla="*/ 2407158 w 3998519"/>
                <a:gd name="connsiteY11" fmla="*/ 3112465 h 4722952"/>
                <a:gd name="connsiteX12" fmla="*/ 2389479 w 3998519"/>
                <a:gd name="connsiteY12" fmla="*/ 2961132 h 4722952"/>
                <a:gd name="connsiteX13" fmla="*/ 3465119 w 3998519"/>
                <a:gd name="connsiteY13" fmla="*/ 1751152 h 4722952"/>
                <a:gd name="connsiteX14" fmla="*/ 3393033 w 3998519"/>
                <a:gd name="connsiteY14" fmla="*/ 1339062 h 4722952"/>
                <a:gd name="connsiteX15" fmla="*/ 3118028 w 3998519"/>
                <a:gd name="connsiteY15" fmla="*/ 1476527 h 4722952"/>
                <a:gd name="connsiteX16" fmla="*/ 3160319 w 3998519"/>
                <a:gd name="connsiteY16" fmla="*/ 1751152 h 4722952"/>
                <a:gd name="connsiteX17" fmla="*/ 2999079 w 3998519"/>
                <a:gd name="connsiteY17" fmla="*/ 2269235 h 4722952"/>
                <a:gd name="connsiteX18" fmla="*/ 2873654 w 3998519"/>
                <a:gd name="connsiteY18" fmla="*/ 2182748 h 4722952"/>
                <a:gd name="connsiteX19" fmla="*/ 2951150 w 3998519"/>
                <a:gd name="connsiteY19" fmla="*/ 2039111 h 4722952"/>
                <a:gd name="connsiteX20" fmla="*/ 2668219 w 3998519"/>
                <a:gd name="connsiteY20" fmla="*/ 1925954 h 4722952"/>
                <a:gd name="connsiteX21" fmla="*/ 2245919 w 3998519"/>
                <a:gd name="connsiteY21" fmla="*/ 2208352 h 4722952"/>
                <a:gd name="connsiteX22" fmla="*/ 1827276 w 3998519"/>
                <a:gd name="connsiteY22" fmla="*/ 1934184 h 4722952"/>
                <a:gd name="connsiteX23" fmla="*/ 1966874 w 3998519"/>
                <a:gd name="connsiteY23" fmla="*/ 1872995 h 4722952"/>
                <a:gd name="connsiteX24" fmla="*/ 2245919 w 3998519"/>
                <a:gd name="connsiteY24" fmla="*/ 2055952 h 4722952"/>
                <a:gd name="connsiteX25" fmla="*/ 2550719 w 3998519"/>
                <a:gd name="connsiteY25" fmla="*/ 1751152 h 4722952"/>
                <a:gd name="connsiteX26" fmla="*/ 2245919 w 3998519"/>
                <a:gd name="connsiteY26" fmla="*/ 1446352 h 4722952"/>
                <a:gd name="connsiteX27" fmla="*/ 1966874 w 3998519"/>
                <a:gd name="connsiteY27" fmla="*/ 1629384 h 4722952"/>
                <a:gd name="connsiteX28" fmla="*/ 1827276 w 3998519"/>
                <a:gd name="connsiteY28" fmla="*/ 1568195 h 4722952"/>
                <a:gd name="connsiteX29" fmla="*/ 2245919 w 3998519"/>
                <a:gd name="connsiteY29" fmla="*/ 1293952 h 4722952"/>
                <a:gd name="connsiteX30" fmla="*/ 2703119 w 3998519"/>
                <a:gd name="connsiteY30" fmla="*/ 1751152 h 4722952"/>
                <a:gd name="connsiteX31" fmla="*/ 2701899 w 3998519"/>
                <a:gd name="connsiteY31" fmla="*/ 1775231 h 4722952"/>
                <a:gd name="connsiteX32" fmla="*/ 2994279 w 3998519"/>
                <a:gd name="connsiteY32" fmla="*/ 1892198 h 4722952"/>
                <a:gd name="connsiteX33" fmla="*/ 3007919 w 3998519"/>
                <a:gd name="connsiteY33" fmla="*/ 1751152 h 4722952"/>
                <a:gd name="connsiteX34" fmla="*/ 2245919 w 3998519"/>
                <a:gd name="connsiteY34" fmla="*/ 989152 h 4722952"/>
                <a:gd name="connsiteX35" fmla="*/ 1814322 w 3998519"/>
                <a:gd name="connsiteY35" fmla="*/ 1123416 h 4722952"/>
                <a:gd name="connsiteX36" fmla="*/ 1727835 w 3998519"/>
                <a:gd name="connsiteY36" fmla="*/ 997991 h 4722952"/>
                <a:gd name="connsiteX37" fmla="*/ 2245919 w 3998519"/>
                <a:gd name="connsiteY37" fmla="*/ 836752 h 4722952"/>
                <a:gd name="connsiteX38" fmla="*/ 3059354 w 3998519"/>
                <a:gd name="connsiteY38" fmla="*/ 1335404 h 4722952"/>
                <a:gd name="connsiteX39" fmla="*/ 3331692 w 3998519"/>
                <a:gd name="connsiteY39" fmla="*/ 1199235 h 4722952"/>
                <a:gd name="connsiteX40" fmla="*/ 3202762 w 3998519"/>
                <a:gd name="connsiteY40" fmla="*/ 997153 h 4722952"/>
                <a:gd name="connsiteX41" fmla="*/ 3322396 w 3998519"/>
                <a:gd name="connsiteY41" fmla="*/ 902817 h 4722952"/>
                <a:gd name="connsiteX42" fmla="*/ 3614394 w 3998519"/>
                <a:gd name="connsiteY42" fmla="*/ 1675104 h 4722952"/>
                <a:gd name="connsiteX43" fmla="*/ 3842614 w 3998519"/>
                <a:gd name="connsiteY43" fmla="*/ 1675485 h 4722952"/>
                <a:gd name="connsiteX44" fmla="*/ 3474949 w 3998519"/>
                <a:gd name="connsiteY44" fmla="*/ 727938 h 4722952"/>
                <a:gd name="connsiteX45" fmla="*/ 2247214 w 3998519"/>
                <a:gd name="connsiteY45" fmla="*/ 0 h 4722952"/>
                <a:gd name="connsiteX46" fmla="*/ 2269388 w 3998519"/>
                <a:gd name="connsiteY46" fmla="*/ 152 h 4722952"/>
                <a:gd name="connsiteX47" fmla="*/ 3366668 w 3998519"/>
                <a:gd name="connsiteY47" fmla="*/ 405003 h 4722952"/>
                <a:gd name="connsiteX48" fmla="*/ 3269209 w 3998519"/>
                <a:gd name="connsiteY48" fmla="*/ 522122 h 4722952"/>
                <a:gd name="connsiteX49" fmla="*/ 2322119 w 3998519"/>
                <a:gd name="connsiteY49" fmla="*/ 155600 h 4722952"/>
                <a:gd name="connsiteX50" fmla="*/ 2322119 w 3998519"/>
                <a:gd name="connsiteY50" fmla="*/ 382676 h 4722952"/>
                <a:gd name="connsiteX51" fmla="*/ 3094253 w 3998519"/>
                <a:gd name="connsiteY51" fmla="*/ 674675 h 4722952"/>
                <a:gd name="connsiteX52" fmla="*/ 2999918 w 3998519"/>
                <a:gd name="connsiteY52" fmla="*/ 794309 h 4722952"/>
                <a:gd name="connsiteX53" fmla="*/ 2245919 w 3998519"/>
                <a:gd name="connsiteY53" fmla="*/ 531952 h 4722952"/>
                <a:gd name="connsiteX54" fmla="*/ 1026719 w 3998519"/>
                <a:gd name="connsiteY54" fmla="*/ 1751152 h 4722952"/>
                <a:gd name="connsiteX55" fmla="*/ 1723720 w 3998519"/>
                <a:gd name="connsiteY55" fmla="*/ 2851328 h 4722952"/>
                <a:gd name="connsiteX56" fmla="*/ 1837106 w 3998519"/>
                <a:gd name="connsiteY56" fmla="*/ 2567940 h 4722952"/>
                <a:gd name="connsiteX57" fmla="*/ 1331519 w 3998519"/>
                <a:gd name="connsiteY57" fmla="*/ 1751152 h 4722952"/>
                <a:gd name="connsiteX58" fmla="*/ 1492758 w 3998519"/>
                <a:gd name="connsiteY58" fmla="*/ 1232992 h 4722952"/>
                <a:gd name="connsiteX59" fmla="*/ 1618259 w 3998519"/>
                <a:gd name="connsiteY59" fmla="*/ 1319479 h 4722952"/>
                <a:gd name="connsiteX60" fmla="*/ 1483919 w 3998519"/>
                <a:gd name="connsiteY60" fmla="*/ 1751152 h 4722952"/>
                <a:gd name="connsiteX61" fmla="*/ 2245919 w 3998519"/>
                <a:gd name="connsiteY61" fmla="*/ 2513152 h 4722952"/>
                <a:gd name="connsiteX62" fmla="*/ 2677516 w 3998519"/>
                <a:gd name="connsiteY62" fmla="*/ 2378888 h 4722952"/>
                <a:gd name="connsiteX63" fmla="*/ 2764002 w 3998519"/>
                <a:gd name="connsiteY63" fmla="*/ 2504313 h 4722952"/>
                <a:gd name="connsiteX64" fmla="*/ 2245919 w 3998519"/>
                <a:gd name="connsiteY64" fmla="*/ 2665552 h 4722952"/>
                <a:gd name="connsiteX65" fmla="*/ 1978228 w 3998519"/>
                <a:gd name="connsiteY65" fmla="*/ 2625471 h 4722952"/>
                <a:gd name="connsiteX66" fmla="*/ 1865071 w 3998519"/>
                <a:gd name="connsiteY66" fmla="*/ 2908401 h 4722952"/>
                <a:gd name="connsiteX67" fmla="*/ 2102358 w 3998519"/>
                <a:gd name="connsiteY67" fmla="*/ 2961132 h 4722952"/>
                <a:gd name="connsiteX68" fmla="*/ 2084679 w 3998519"/>
                <a:gd name="connsiteY68" fmla="*/ 3112465 h 4722952"/>
                <a:gd name="connsiteX69" fmla="*/ 874319 w 3998519"/>
                <a:gd name="connsiteY69" fmla="*/ 1751152 h 4722952"/>
                <a:gd name="connsiteX70" fmla="*/ 2169719 w 3998519"/>
                <a:gd name="connsiteY70" fmla="*/ 383438 h 4722952"/>
                <a:gd name="connsiteX71" fmla="*/ 2169719 w 3998519"/>
                <a:gd name="connsiteY71" fmla="*/ 155829 h 4722952"/>
                <a:gd name="connsiteX72" fmla="*/ 680390 w 3998519"/>
                <a:gd name="connsiteY72" fmla="*/ 1433627 h 4722952"/>
                <a:gd name="connsiteX73" fmla="*/ 669874 w 3998519"/>
                <a:gd name="connsiteY73" fmla="*/ 2020748 h 4722952"/>
                <a:gd name="connsiteX74" fmla="*/ 674370 w 3998519"/>
                <a:gd name="connsiteY74" fmla="*/ 2047265 h 4722952"/>
                <a:gd name="connsiteX75" fmla="*/ 227000 w 3998519"/>
                <a:gd name="connsiteY75" fmla="*/ 2847365 h 4722952"/>
                <a:gd name="connsiteX76" fmla="*/ 721842 w 3998519"/>
                <a:gd name="connsiteY76" fmla="*/ 2989097 h 4722952"/>
                <a:gd name="connsiteX77" fmla="*/ 723062 w 3998519"/>
                <a:gd name="connsiteY77" fmla="*/ 3884752 h 4722952"/>
                <a:gd name="connsiteX78" fmla="*/ 1485138 w 3998519"/>
                <a:gd name="connsiteY78" fmla="*/ 3884752 h 4722952"/>
                <a:gd name="connsiteX79" fmla="*/ 1485138 w 3998519"/>
                <a:gd name="connsiteY79" fmla="*/ 4722952 h 4722952"/>
                <a:gd name="connsiteX80" fmla="*/ 1332738 w 3998519"/>
                <a:gd name="connsiteY80" fmla="*/ 4722952 h 4722952"/>
                <a:gd name="connsiteX81" fmla="*/ 1332738 w 3998519"/>
                <a:gd name="connsiteY81" fmla="*/ 4037152 h 4722952"/>
                <a:gd name="connsiteX82" fmla="*/ 570814 w 3998519"/>
                <a:gd name="connsiteY82" fmla="*/ 4037152 h 4722952"/>
                <a:gd name="connsiteX83" fmla="*/ 569595 w 3998519"/>
                <a:gd name="connsiteY83" fmla="*/ 3104007 h 4722952"/>
                <a:gd name="connsiteX84" fmla="*/ 0 w 3998519"/>
                <a:gd name="connsiteY84" fmla="*/ 2940939 h 4722952"/>
                <a:gd name="connsiteX85" fmla="*/ 515264 w 3998519"/>
                <a:gd name="connsiteY85" fmla="*/ 2019452 h 4722952"/>
                <a:gd name="connsiteX86" fmla="*/ 531266 w 3998519"/>
                <a:gd name="connsiteY86" fmla="*/ 1401927 h 4722952"/>
                <a:gd name="connsiteX87" fmla="*/ 2247214 w 3998519"/>
                <a:gd name="connsiteY87" fmla="*/ 0 h 4722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998519" h="4722952">
                  <a:moveTo>
                    <a:pt x="3591916" y="630326"/>
                  </a:moveTo>
                  <a:cubicBezTo>
                    <a:pt x="3854043" y="944422"/>
                    <a:pt x="3998366" y="1342796"/>
                    <a:pt x="3998366" y="1751837"/>
                  </a:cubicBezTo>
                  <a:lnTo>
                    <a:pt x="3998519" y="2029815"/>
                  </a:lnTo>
                  <a:cubicBezTo>
                    <a:pt x="3998976" y="2677058"/>
                    <a:pt x="3686861" y="3283762"/>
                    <a:pt x="3161462" y="3661105"/>
                  </a:cubicBezTo>
                  <a:lnTo>
                    <a:pt x="3161462" y="4722952"/>
                  </a:lnTo>
                  <a:lnTo>
                    <a:pt x="3009062" y="4722952"/>
                  </a:lnTo>
                  <a:lnTo>
                    <a:pt x="3009062" y="3581476"/>
                  </a:lnTo>
                  <a:lnTo>
                    <a:pt x="3042056" y="3558768"/>
                  </a:lnTo>
                  <a:cubicBezTo>
                    <a:pt x="3545967" y="3211906"/>
                    <a:pt x="3846576" y="2640405"/>
                    <a:pt x="3846119" y="2029967"/>
                  </a:cubicBezTo>
                  <a:lnTo>
                    <a:pt x="3845966" y="1827809"/>
                  </a:lnTo>
                  <a:lnTo>
                    <a:pt x="3613937" y="1827428"/>
                  </a:lnTo>
                  <a:cubicBezTo>
                    <a:pt x="3577361" y="2488539"/>
                    <a:pt x="3071698" y="3034512"/>
                    <a:pt x="2407158" y="3112465"/>
                  </a:cubicBezTo>
                  <a:lnTo>
                    <a:pt x="2389479" y="2961132"/>
                  </a:lnTo>
                  <a:cubicBezTo>
                    <a:pt x="3002737" y="2889199"/>
                    <a:pt x="3465119" y="2368905"/>
                    <a:pt x="3465119" y="1751152"/>
                  </a:cubicBezTo>
                  <a:cubicBezTo>
                    <a:pt x="3465119" y="1608429"/>
                    <a:pt x="3440277" y="1469821"/>
                    <a:pt x="3393033" y="1339062"/>
                  </a:cubicBezTo>
                  <a:lnTo>
                    <a:pt x="3118028" y="1476527"/>
                  </a:lnTo>
                  <a:cubicBezTo>
                    <a:pt x="3145383" y="1563242"/>
                    <a:pt x="3160319" y="1655444"/>
                    <a:pt x="3160319" y="1751152"/>
                  </a:cubicBezTo>
                  <a:cubicBezTo>
                    <a:pt x="3160319" y="1936927"/>
                    <a:pt x="3104616" y="2116150"/>
                    <a:pt x="2999079" y="2269235"/>
                  </a:cubicBezTo>
                  <a:lnTo>
                    <a:pt x="2873654" y="2182748"/>
                  </a:lnTo>
                  <a:cubicBezTo>
                    <a:pt x="2904896" y="2137409"/>
                    <a:pt x="2930576" y="2089251"/>
                    <a:pt x="2951150" y="2039111"/>
                  </a:cubicBezTo>
                  <a:lnTo>
                    <a:pt x="2668219" y="1925954"/>
                  </a:lnTo>
                  <a:cubicBezTo>
                    <a:pt x="2599410" y="2091537"/>
                    <a:pt x="2436114" y="2208352"/>
                    <a:pt x="2245919" y="2208352"/>
                  </a:cubicBezTo>
                  <a:cubicBezTo>
                    <a:pt x="2064486" y="2208352"/>
                    <a:pt x="1900199" y="2100681"/>
                    <a:pt x="1827276" y="1934184"/>
                  </a:cubicBezTo>
                  <a:lnTo>
                    <a:pt x="1966874" y="1872995"/>
                  </a:lnTo>
                  <a:cubicBezTo>
                    <a:pt x="2015566" y="1984171"/>
                    <a:pt x="2125065" y="2055952"/>
                    <a:pt x="2245919" y="2055952"/>
                  </a:cubicBezTo>
                  <a:cubicBezTo>
                    <a:pt x="2414016" y="2055952"/>
                    <a:pt x="2550719" y="1919249"/>
                    <a:pt x="2550719" y="1751152"/>
                  </a:cubicBezTo>
                  <a:cubicBezTo>
                    <a:pt x="2550719" y="1583054"/>
                    <a:pt x="2414016" y="1446352"/>
                    <a:pt x="2245919" y="1446352"/>
                  </a:cubicBezTo>
                  <a:cubicBezTo>
                    <a:pt x="2125065" y="1446352"/>
                    <a:pt x="2015566" y="1518132"/>
                    <a:pt x="1966874" y="1629384"/>
                  </a:cubicBezTo>
                  <a:lnTo>
                    <a:pt x="1827276" y="1568195"/>
                  </a:lnTo>
                  <a:cubicBezTo>
                    <a:pt x="1900199" y="1401622"/>
                    <a:pt x="2064486" y="1293952"/>
                    <a:pt x="2245919" y="1293952"/>
                  </a:cubicBezTo>
                  <a:cubicBezTo>
                    <a:pt x="2498065" y="1293952"/>
                    <a:pt x="2703119" y="1499006"/>
                    <a:pt x="2703119" y="1751152"/>
                  </a:cubicBezTo>
                  <a:cubicBezTo>
                    <a:pt x="2703119" y="1759305"/>
                    <a:pt x="2702357" y="1767230"/>
                    <a:pt x="2701899" y="1775231"/>
                  </a:cubicBezTo>
                  <a:lnTo>
                    <a:pt x="2994279" y="1892198"/>
                  </a:lnTo>
                  <a:cubicBezTo>
                    <a:pt x="3002966" y="1846021"/>
                    <a:pt x="3007919" y="1798929"/>
                    <a:pt x="3007919" y="1751152"/>
                  </a:cubicBezTo>
                  <a:cubicBezTo>
                    <a:pt x="3007919" y="1330985"/>
                    <a:pt x="2666085" y="989152"/>
                    <a:pt x="2245919" y="989152"/>
                  </a:cubicBezTo>
                  <a:cubicBezTo>
                    <a:pt x="2091080" y="989152"/>
                    <a:pt x="1941881" y="1035557"/>
                    <a:pt x="1814322" y="1123416"/>
                  </a:cubicBezTo>
                  <a:lnTo>
                    <a:pt x="1727835" y="997991"/>
                  </a:lnTo>
                  <a:cubicBezTo>
                    <a:pt x="1880921" y="892454"/>
                    <a:pt x="2060143" y="836752"/>
                    <a:pt x="2245919" y="836752"/>
                  </a:cubicBezTo>
                  <a:cubicBezTo>
                    <a:pt x="2600401" y="836752"/>
                    <a:pt x="2907640" y="1039825"/>
                    <a:pt x="3059354" y="1335404"/>
                  </a:cubicBezTo>
                  <a:lnTo>
                    <a:pt x="3331692" y="1199235"/>
                  </a:lnTo>
                  <a:cubicBezTo>
                    <a:pt x="3295574" y="1128750"/>
                    <a:pt x="3253054" y="1060932"/>
                    <a:pt x="3202762" y="997153"/>
                  </a:cubicBezTo>
                  <a:lnTo>
                    <a:pt x="3322396" y="902817"/>
                  </a:lnTo>
                  <a:cubicBezTo>
                    <a:pt x="3499637" y="1127378"/>
                    <a:pt x="3599078" y="1393088"/>
                    <a:pt x="3614394" y="1675104"/>
                  </a:cubicBezTo>
                  <a:lnTo>
                    <a:pt x="3842614" y="1675485"/>
                  </a:lnTo>
                  <a:cubicBezTo>
                    <a:pt x="3825926" y="1329080"/>
                    <a:pt x="3697833" y="995095"/>
                    <a:pt x="3474949" y="727938"/>
                  </a:cubicBezTo>
                  <a:close/>
                  <a:moveTo>
                    <a:pt x="2247214" y="0"/>
                  </a:moveTo>
                  <a:cubicBezTo>
                    <a:pt x="2254606" y="0"/>
                    <a:pt x="2261921" y="76"/>
                    <a:pt x="2269388" y="152"/>
                  </a:cubicBezTo>
                  <a:cubicBezTo>
                    <a:pt x="2669667" y="5258"/>
                    <a:pt x="3059354" y="149123"/>
                    <a:pt x="3366668" y="405003"/>
                  </a:cubicBezTo>
                  <a:lnTo>
                    <a:pt x="3269209" y="522122"/>
                  </a:lnTo>
                  <a:cubicBezTo>
                    <a:pt x="3002661" y="300228"/>
                    <a:pt x="2668143" y="172059"/>
                    <a:pt x="2322119" y="155600"/>
                  </a:cubicBezTo>
                  <a:lnTo>
                    <a:pt x="2322119" y="382676"/>
                  </a:lnTo>
                  <a:cubicBezTo>
                    <a:pt x="2604059" y="398069"/>
                    <a:pt x="2869768" y="497510"/>
                    <a:pt x="3094253" y="674675"/>
                  </a:cubicBezTo>
                  <a:lnTo>
                    <a:pt x="2999918" y="794309"/>
                  </a:lnTo>
                  <a:cubicBezTo>
                    <a:pt x="2782367" y="622630"/>
                    <a:pt x="2521610" y="531952"/>
                    <a:pt x="2245919" y="531952"/>
                  </a:cubicBezTo>
                  <a:cubicBezTo>
                    <a:pt x="1573682" y="531952"/>
                    <a:pt x="1026719" y="1078916"/>
                    <a:pt x="1026719" y="1751152"/>
                  </a:cubicBezTo>
                  <a:cubicBezTo>
                    <a:pt x="1026719" y="2233117"/>
                    <a:pt x="1308811" y="2654655"/>
                    <a:pt x="1723720" y="2851328"/>
                  </a:cubicBezTo>
                  <a:lnTo>
                    <a:pt x="1837106" y="2567940"/>
                  </a:lnTo>
                  <a:cubicBezTo>
                    <a:pt x="1537868" y="2417521"/>
                    <a:pt x="1331519" y="2108378"/>
                    <a:pt x="1331519" y="1751152"/>
                  </a:cubicBezTo>
                  <a:cubicBezTo>
                    <a:pt x="1331519" y="1565376"/>
                    <a:pt x="1387221" y="1386154"/>
                    <a:pt x="1492758" y="1232992"/>
                  </a:cubicBezTo>
                  <a:lnTo>
                    <a:pt x="1618259" y="1319479"/>
                  </a:lnTo>
                  <a:cubicBezTo>
                    <a:pt x="1530324" y="1447114"/>
                    <a:pt x="1483919" y="1596390"/>
                    <a:pt x="1483919" y="1751152"/>
                  </a:cubicBezTo>
                  <a:cubicBezTo>
                    <a:pt x="1483919" y="2171319"/>
                    <a:pt x="1825752" y="2513152"/>
                    <a:pt x="2245919" y="2513152"/>
                  </a:cubicBezTo>
                  <a:cubicBezTo>
                    <a:pt x="2400757" y="2513152"/>
                    <a:pt x="2549957" y="2466746"/>
                    <a:pt x="2677516" y="2378888"/>
                  </a:cubicBezTo>
                  <a:lnTo>
                    <a:pt x="2764002" y="2504313"/>
                  </a:lnTo>
                  <a:cubicBezTo>
                    <a:pt x="2610917" y="2609850"/>
                    <a:pt x="2431694" y="2665552"/>
                    <a:pt x="2245919" y="2665552"/>
                  </a:cubicBezTo>
                  <a:cubicBezTo>
                    <a:pt x="2152802" y="2665552"/>
                    <a:pt x="2062962" y="2651379"/>
                    <a:pt x="1978228" y="2625471"/>
                  </a:cubicBezTo>
                  <a:lnTo>
                    <a:pt x="1865071" y="2908401"/>
                  </a:lnTo>
                  <a:cubicBezTo>
                    <a:pt x="1941042" y="2933243"/>
                    <a:pt x="2020214" y="2951531"/>
                    <a:pt x="2102358" y="2961132"/>
                  </a:cubicBezTo>
                  <a:lnTo>
                    <a:pt x="2084679" y="3112465"/>
                  </a:lnTo>
                  <a:cubicBezTo>
                    <a:pt x="1394612" y="3031541"/>
                    <a:pt x="874319" y="2446249"/>
                    <a:pt x="874319" y="1751152"/>
                  </a:cubicBezTo>
                  <a:cubicBezTo>
                    <a:pt x="874319" y="1020623"/>
                    <a:pt x="1448943" y="423291"/>
                    <a:pt x="2169719" y="383438"/>
                  </a:cubicBezTo>
                  <a:lnTo>
                    <a:pt x="2169719" y="155829"/>
                  </a:lnTo>
                  <a:cubicBezTo>
                    <a:pt x="1451076" y="191262"/>
                    <a:pt x="833171" y="714070"/>
                    <a:pt x="680390" y="1433627"/>
                  </a:cubicBezTo>
                  <a:cubicBezTo>
                    <a:pt x="639699" y="1624736"/>
                    <a:pt x="636270" y="1822323"/>
                    <a:pt x="669874" y="2020748"/>
                  </a:cubicBezTo>
                  <a:lnTo>
                    <a:pt x="674370" y="2047265"/>
                  </a:lnTo>
                  <a:lnTo>
                    <a:pt x="227000" y="2847365"/>
                  </a:lnTo>
                  <a:lnTo>
                    <a:pt x="721842" y="2989097"/>
                  </a:lnTo>
                  <a:lnTo>
                    <a:pt x="723062" y="3884752"/>
                  </a:lnTo>
                  <a:lnTo>
                    <a:pt x="1485138" y="3884752"/>
                  </a:lnTo>
                  <a:lnTo>
                    <a:pt x="1485138" y="4722952"/>
                  </a:lnTo>
                  <a:lnTo>
                    <a:pt x="1332738" y="4722952"/>
                  </a:lnTo>
                  <a:lnTo>
                    <a:pt x="1332738" y="4037152"/>
                  </a:lnTo>
                  <a:lnTo>
                    <a:pt x="570814" y="4037152"/>
                  </a:lnTo>
                  <a:lnTo>
                    <a:pt x="569595" y="3104007"/>
                  </a:lnTo>
                  <a:lnTo>
                    <a:pt x="0" y="2940939"/>
                  </a:lnTo>
                  <a:lnTo>
                    <a:pt x="515264" y="2019452"/>
                  </a:lnTo>
                  <a:cubicBezTo>
                    <a:pt x="483184" y="1810893"/>
                    <a:pt x="488518" y="1603324"/>
                    <a:pt x="531266" y="1401927"/>
                  </a:cubicBezTo>
                  <a:cubicBezTo>
                    <a:pt x="704545" y="586359"/>
                    <a:pt x="1424102" y="0"/>
                    <a:pt x="2247214" y="0"/>
                  </a:cubicBezTo>
                  <a:close/>
                </a:path>
              </a:pathLst>
            </a:custGeom>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US" sz="800"/>
            </a:p>
          </p:txBody>
        </p:sp>
      </p:grpSp>
      <p:grpSp>
        <p:nvGrpSpPr>
          <p:cNvPr id="35" name="Group 34">
            <a:extLst>
              <a:ext uri="{FF2B5EF4-FFF2-40B4-BE49-F238E27FC236}">
                <a16:creationId xmlns:a16="http://schemas.microsoft.com/office/drawing/2014/main" id="{241819E9-6997-0D8F-9754-AA414D1B198A}"/>
              </a:ext>
            </a:extLst>
          </p:cNvPr>
          <p:cNvGrpSpPr/>
          <p:nvPr/>
        </p:nvGrpSpPr>
        <p:grpSpPr>
          <a:xfrm>
            <a:off x="9218540" y="3636805"/>
            <a:ext cx="2294593" cy="811504"/>
            <a:chOff x="6371297" y="3181958"/>
            <a:chExt cx="2294593" cy="811504"/>
          </a:xfrm>
        </p:grpSpPr>
        <p:grpSp>
          <p:nvGrpSpPr>
            <p:cNvPr id="36" name="Group 35">
              <a:extLst>
                <a:ext uri="{FF2B5EF4-FFF2-40B4-BE49-F238E27FC236}">
                  <a16:creationId xmlns:a16="http://schemas.microsoft.com/office/drawing/2014/main" id="{3AD09817-8202-60ED-FC61-3E91106B2915}"/>
                </a:ext>
              </a:extLst>
            </p:cNvPr>
            <p:cNvGrpSpPr>
              <a:grpSpLocks noChangeAspect="1"/>
            </p:cNvGrpSpPr>
            <p:nvPr/>
          </p:nvGrpSpPr>
          <p:grpSpPr>
            <a:xfrm>
              <a:off x="6371297" y="3353710"/>
              <a:ext cx="468001" cy="468000"/>
              <a:chOff x="5659835" y="3635563"/>
              <a:chExt cx="844932" cy="844931"/>
            </a:xfrm>
          </p:grpSpPr>
          <p:sp>
            <p:nvSpPr>
              <p:cNvPr id="39" name="Oval 38">
                <a:extLst>
                  <a:ext uri="{FF2B5EF4-FFF2-40B4-BE49-F238E27FC236}">
                    <a16:creationId xmlns:a16="http://schemas.microsoft.com/office/drawing/2014/main" id="{83C26B31-57C7-CF7E-4642-9A7618C9D951}"/>
                  </a:ext>
                </a:extLst>
              </p:cNvPr>
              <p:cNvSpPr/>
              <p:nvPr/>
            </p:nvSpPr>
            <p:spPr>
              <a:xfrm>
                <a:off x="5659835" y="3635563"/>
                <a:ext cx="844932" cy="844931"/>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sz="800" dirty="0">
                  <a:solidFill>
                    <a:srgbClr val="FFFFFF"/>
                  </a:solidFill>
                  <a:ea typeface="linea-basic-10" charset="0"/>
                  <a:cs typeface="linea-basic-10" charset="0"/>
                </a:endParaRPr>
              </a:p>
            </p:txBody>
          </p:sp>
          <p:sp>
            <p:nvSpPr>
              <p:cNvPr id="40" name="Oval 39">
                <a:extLst>
                  <a:ext uri="{FF2B5EF4-FFF2-40B4-BE49-F238E27FC236}">
                    <a16:creationId xmlns:a16="http://schemas.microsoft.com/office/drawing/2014/main" id="{BF0529CD-B036-634C-78C4-1B32A3D665B1}"/>
                  </a:ext>
                </a:extLst>
              </p:cNvPr>
              <p:cNvSpPr>
                <a:spLocks noChangeAspect="1"/>
              </p:cNvSpPr>
              <p:nvPr/>
            </p:nvSpPr>
            <p:spPr>
              <a:xfrm>
                <a:off x="5728072" y="3705595"/>
                <a:ext cx="708443" cy="708442"/>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800" dirty="0">
                  <a:solidFill>
                    <a:srgbClr val="FFFFFF"/>
                  </a:solidFill>
                  <a:ea typeface="linea-basic-10" charset="0"/>
                  <a:cs typeface="linea-basic-10" charset="0"/>
                </a:endParaRPr>
              </a:p>
            </p:txBody>
          </p:sp>
        </p:grpSp>
        <p:sp>
          <p:nvSpPr>
            <p:cNvPr id="37" name="Rectangle 36">
              <a:extLst>
                <a:ext uri="{FF2B5EF4-FFF2-40B4-BE49-F238E27FC236}">
                  <a16:creationId xmlns:a16="http://schemas.microsoft.com/office/drawing/2014/main" id="{61C60DBE-CAB6-92DB-863A-89425CD49C40}"/>
                </a:ext>
              </a:extLst>
            </p:cNvPr>
            <p:cNvSpPr/>
            <p:nvPr/>
          </p:nvSpPr>
          <p:spPr>
            <a:xfrm>
              <a:off x="6888433" y="3181958"/>
              <a:ext cx="1777457" cy="811504"/>
            </a:xfrm>
            <a:prstGeom prst="rect">
              <a:avLst/>
            </a:prstGeom>
          </p:spPr>
          <p:txBody>
            <a:bodyPr wrap="square">
              <a:spAutoFit/>
            </a:bodyPr>
            <a:lstStyle/>
            <a:p>
              <a:pPr>
                <a:lnSpc>
                  <a:spcPct val="150000"/>
                </a:lnSpc>
              </a:pPr>
              <a:r>
                <a:rPr lang="en-US" sz="800" b="1" dirty="0">
                  <a:solidFill>
                    <a:schemeClr val="tx2"/>
                  </a:solidFill>
                  <a:ea typeface="Source Sans Pro Black" panose="020B0503030403020204" pitchFamily="34" charset="0"/>
                </a:rPr>
                <a:t>Synth chartreuse XOXO, tacos </a:t>
              </a:r>
              <a:r>
                <a:rPr lang="en-US" sz="800" b="1" dirty="0" err="1">
                  <a:solidFill>
                    <a:schemeClr val="tx2"/>
                  </a:solidFill>
                  <a:ea typeface="Source Sans Pro Black" panose="020B0503030403020204" pitchFamily="34" charset="0"/>
                </a:rPr>
                <a:t>brooklyn</a:t>
              </a:r>
              <a:r>
                <a:rPr lang="en-US" sz="800" b="1" dirty="0">
                  <a:solidFill>
                    <a:schemeClr val="tx2"/>
                  </a:solidFill>
                  <a:ea typeface="Source Sans Pro Black" panose="020B0503030403020204" pitchFamily="34" charset="0"/>
                </a:rPr>
                <a:t> VHS plaid.</a:t>
              </a:r>
              <a:endParaRPr lang="en-US" sz="800" b="1" dirty="0">
                <a:solidFill>
                  <a:schemeClr val="tx2"/>
                </a:solidFill>
                <a:ea typeface="Source Sans Pro Black" panose="020B0503030403020204" pitchFamily="34" charset="0"/>
                <a:cs typeface="Roboto Light" panose="02000000000000000000" pitchFamily="2" charset="0"/>
              </a:endParaRPr>
            </a:p>
            <a:p>
              <a:pPr>
                <a:lnSpc>
                  <a:spcPct val="150000"/>
                </a:lnSpc>
              </a:pPr>
              <a:r>
                <a:rPr lang="en-US" sz="800" dirty="0">
                  <a:solidFill>
                    <a:schemeClr val="tx2"/>
                  </a:solidFill>
                  <a:ea typeface="Roboto Light" panose="02000000000000000000" pitchFamily="2" charset="0"/>
                  <a:cs typeface="Roboto Light" panose="02000000000000000000" pitchFamily="2" charset="0"/>
                </a:rPr>
                <a:t>Hashtag fashion axe </a:t>
              </a:r>
              <a:r>
                <a:rPr lang="en-US" sz="800" dirty="0" err="1">
                  <a:solidFill>
                    <a:schemeClr val="tx2"/>
                  </a:solidFill>
                  <a:ea typeface="Roboto Light" panose="02000000000000000000" pitchFamily="2" charset="0"/>
                  <a:cs typeface="Roboto Light" panose="02000000000000000000" pitchFamily="2" charset="0"/>
                </a:rPr>
                <a:t>fingerstache</a:t>
              </a:r>
              <a:r>
                <a:rPr lang="en-US" sz="800" dirty="0">
                  <a:solidFill>
                    <a:schemeClr val="tx2"/>
                  </a:solidFill>
                  <a:ea typeface="Roboto Light" panose="02000000000000000000" pitchFamily="2" charset="0"/>
                  <a:cs typeface="Roboto Light" panose="02000000000000000000" pitchFamily="2" charset="0"/>
                </a:rPr>
                <a:t> </a:t>
              </a:r>
              <a:r>
                <a:rPr lang="en-US" sz="800" dirty="0" err="1">
                  <a:solidFill>
                    <a:schemeClr val="tx2"/>
                  </a:solidFill>
                  <a:ea typeface="Roboto Light" panose="02000000000000000000" pitchFamily="2" charset="0"/>
                  <a:cs typeface="Roboto Light" panose="02000000000000000000" pitchFamily="2" charset="0"/>
                </a:rPr>
                <a:t>brooklyn</a:t>
              </a:r>
              <a:r>
                <a:rPr lang="en-US" sz="800" dirty="0">
                  <a:solidFill>
                    <a:schemeClr val="tx2"/>
                  </a:solidFill>
                  <a:ea typeface="Roboto Light" panose="02000000000000000000" pitchFamily="2" charset="0"/>
                  <a:cs typeface="Roboto Light" panose="02000000000000000000" pitchFamily="2" charset="0"/>
                </a:rPr>
                <a:t> YOLO.</a:t>
              </a:r>
            </a:p>
          </p:txBody>
        </p:sp>
        <p:sp>
          <p:nvSpPr>
            <p:cNvPr id="38" name="Freeform: Shape 84">
              <a:extLst>
                <a:ext uri="{FF2B5EF4-FFF2-40B4-BE49-F238E27FC236}">
                  <a16:creationId xmlns:a16="http://schemas.microsoft.com/office/drawing/2014/main" id="{405F0CDD-9BC8-499A-8FA4-89FBF1E8EFFA}"/>
                </a:ext>
              </a:extLst>
            </p:cNvPr>
            <p:cNvSpPr>
              <a:spLocks noChangeAspect="1"/>
            </p:cNvSpPr>
            <p:nvPr/>
          </p:nvSpPr>
          <p:spPr>
            <a:xfrm>
              <a:off x="6499806" y="3479880"/>
              <a:ext cx="210942" cy="216000"/>
            </a:xfrm>
            <a:custGeom>
              <a:avLst/>
              <a:gdLst>
                <a:gd name="connsiteX0" fmla="*/ 2381326 w 4762649"/>
                <a:gd name="connsiteY0" fmla="*/ 3238431 h 4876797"/>
                <a:gd name="connsiteX1" fmla="*/ 2476576 w 4762649"/>
                <a:gd name="connsiteY1" fmla="*/ 3333681 h 4876797"/>
                <a:gd name="connsiteX2" fmla="*/ 2381326 w 4762649"/>
                <a:gd name="connsiteY2" fmla="*/ 3428931 h 4876797"/>
                <a:gd name="connsiteX3" fmla="*/ 2286076 w 4762649"/>
                <a:gd name="connsiteY3" fmla="*/ 3333681 h 4876797"/>
                <a:gd name="connsiteX4" fmla="*/ 2381326 w 4762649"/>
                <a:gd name="connsiteY4" fmla="*/ 3238431 h 4876797"/>
                <a:gd name="connsiteX5" fmla="*/ 2381326 w 4762649"/>
                <a:gd name="connsiteY5" fmla="*/ 2920924 h 4876797"/>
                <a:gd name="connsiteX6" fmla="*/ 1885997 w 4762649"/>
                <a:gd name="connsiteY6" fmla="*/ 3581349 h 4876797"/>
                <a:gd name="connsiteX7" fmla="*/ 1771116 w 4762649"/>
                <a:gd name="connsiteY7" fmla="*/ 3611239 h 4876797"/>
                <a:gd name="connsiteX8" fmla="*/ 762019 w 4762649"/>
                <a:gd name="connsiteY8" fmla="*/ 3162745 h 4876797"/>
                <a:gd name="connsiteX9" fmla="*/ 762019 w 4762649"/>
                <a:gd name="connsiteY9" fmla="*/ 3957606 h 4876797"/>
                <a:gd name="connsiteX10" fmla="*/ 2286076 w 4762649"/>
                <a:gd name="connsiteY10" fmla="*/ 4634957 h 4876797"/>
                <a:gd name="connsiteX11" fmla="*/ 2286076 w 4762649"/>
                <a:gd name="connsiteY11" fmla="*/ 3714699 h 4876797"/>
                <a:gd name="connsiteX12" fmla="*/ 2381326 w 4762649"/>
                <a:gd name="connsiteY12" fmla="*/ 3619449 h 4876797"/>
                <a:gd name="connsiteX13" fmla="*/ 2476576 w 4762649"/>
                <a:gd name="connsiteY13" fmla="*/ 3714699 h 4876797"/>
                <a:gd name="connsiteX14" fmla="*/ 2476576 w 4762649"/>
                <a:gd name="connsiteY14" fmla="*/ 4634957 h 4876797"/>
                <a:gd name="connsiteX15" fmla="*/ 4000623 w 4762649"/>
                <a:gd name="connsiteY15" fmla="*/ 3957606 h 4876797"/>
                <a:gd name="connsiteX16" fmla="*/ 4000623 w 4762649"/>
                <a:gd name="connsiteY16" fmla="*/ 3162745 h 4876797"/>
                <a:gd name="connsiteX17" fmla="*/ 2991526 w 4762649"/>
                <a:gd name="connsiteY17" fmla="*/ 3611229 h 4876797"/>
                <a:gd name="connsiteX18" fmla="*/ 2952883 w 4762649"/>
                <a:gd name="connsiteY18" fmla="*/ 3619449 h 4876797"/>
                <a:gd name="connsiteX19" fmla="*/ 2876645 w 4762649"/>
                <a:gd name="connsiteY19" fmla="*/ 3581340 h 4876797"/>
                <a:gd name="connsiteX20" fmla="*/ 697439 w 4762649"/>
                <a:gd name="connsiteY20" fmla="*/ 2118014 h 4876797"/>
                <a:gd name="connsiteX21" fmla="*/ 243192 w 4762649"/>
                <a:gd name="connsiteY21" fmla="*/ 2723699 h 4876797"/>
                <a:gd name="connsiteX22" fmla="*/ 1779146 w 4762649"/>
                <a:gd name="connsiteY22" fmla="*/ 3406337 h 4876797"/>
                <a:gd name="connsiteX23" fmla="*/ 2233393 w 4762649"/>
                <a:gd name="connsiteY23" fmla="*/ 2800661 h 4876797"/>
                <a:gd name="connsiteX24" fmla="*/ 4065222 w 4762649"/>
                <a:gd name="connsiteY24" fmla="*/ 2118005 h 4876797"/>
                <a:gd name="connsiteX25" fmla="*/ 2529268 w 4762649"/>
                <a:gd name="connsiteY25" fmla="*/ 2800652 h 4876797"/>
                <a:gd name="connsiteX26" fmla="*/ 2983515 w 4762649"/>
                <a:gd name="connsiteY26" fmla="*/ 3406327 h 4876797"/>
                <a:gd name="connsiteX27" fmla="*/ 4519469 w 4762649"/>
                <a:gd name="connsiteY27" fmla="*/ 2723680 h 4876797"/>
                <a:gd name="connsiteX28" fmla="*/ 2571826 w 4762649"/>
                <a:gd name="connsiteY28" fmla="*/ 2000142 h 4876797"/>
                <a:gd name="connsiteX29" fmla="*/ 2571825 w 4762649"/>
                <a:gd name="connsiteY29" fmla="*/ 2000152 h 4876797"/>
                <a:gd name="connsiteX30" fmla="*/ 2190816 w 4762649"/>
                <a:gd name="connsiteY30" fmla="*/ 2000152 h 4876797"/>
                <a:gd name="connsiteX31" fmla="*/ 2246642 w 4762649"/>
                <a:gd name="connsiteY31" fmla="*/ 2134826 h 4876797"/>
                <a:gd name="connsiteX32" fmla="*/ 2381316 w 4762649"/>
                <a:gd name="connsiteY32" fmla="*/ 2190652 h 4876797"/>
                <a:gd name="connsiteX33" fmla="*/ 2567949 w 4762649"/>
                <a:gd name="connsiteY33" fmla="*/ 2038486 h 4876797"/>
                <a:gd name="connsiteX34" fmla="*/ 2571825 w 4762649"/>
                <a:gd name="connsiteY34" fmla="*/ 2000152 h 4876797"/>
                <a:gd name="connsiteX35" fmla="*/ 2571826 w 4762649"/>
                <a:gd name="connsiteY35" fmla="*/ 2000152 h 4876797"/>
                <a:gd name="connsiteX36" fmla="*/ 2095566 w 4762649"/>
                <a:gd name="connsiteY36" fmla="*/ 1619142 h 4876797"/>
                <a:gd name="connsiteX37" fmla="*/ 2095566 w 4762649"/>
                <a:gd name="connsiteY37" fmla="*/ 1714392 h 4876797"/>
                <a:gd name="connsiteX38" fmla="*/ 2149554 w 4762649"/>
                <a:gd name="connsiteY38" fmla="*/ 1800317 h 4876797"/>
                <a:gd name="connsiteX39" fmla="*/ 2190816 w 4762649"/>
                <a:gd name="connsiteY39" fmla="*/ 1809642 h 4876797"/>
                <a:gd name="connsiteX40" fmla="*/ 2571835 w 4762649"/>
                <a:gd name="connsiteY40" fmla="*/ 1809642 h 4876797"/>
                <a:gd name="connsiteX41" fmla="*/ 2608831 w 4762649"/>
                <a:gd name="connsiteY41" fmla="*/ 1802213 h 4876797"/>
                <a:gd name="connsiteX42" fmla="*/ 2667085 w 4762649"/>
                <a:gd name="connsiteY42" fmla="*/ 1714392 h 4876797"/>
                <a:gd name="connsiteX43" fmla="*/ 2667085 w 4762649"/>
                <a:gd name="connsiteY43" fmla="*/ 1619142 h 4876797"/>
                <a:gd name="connsiteX44" fmla="*/ 2875769 w 4762649"/>
                <a:gd name="connsiteY44" fmla="*/ 1562106 h 4876797"/>
                <a:gd name="connsiteX45" fmla="*/ 2867358 w 4762649"/>
                <a:gd name="connsiteY45" fmla="*/ 1575565 h 4876797"/>
                <a:gd name="connsiteX46" fmla="*/ 2857576 w 4762649"/>
                <a:gd name="connsiteY46" fmla="*/ 1617513 h 4876797"/>
                <a:gd name="connsiteX47" fmla="*/ 2857576 w 4762649"/>
                <a:gd name="connsiteY47" fmla="*/ 1714383 h 4876797"/>
                <a:gd name="connsiteX48" fmla="*/ 2762326 w 4762649"/>
                <a:gd name="connsiteY48" fmla="*/ 1927257 h 4876797"/>
                <a:gd name="connsiteX49" fmla="*/ 2762326 w 4762649"/>
                <a:gd name="connsiteY49" fmla="*/ 2000142 h 4876797"/>
                <a:gd name="connsiteX50" fmla="*/ 2381316 w 4762649"/>
                <a:gd name="connsiteY50" fmla="*/ 2381152 h 4876797"/>
                <a:gd name="connsiteX51" fmla="*/ 2111930 w 4762649"/>
                <a:gd name="connsiteY51" fmla="*/ 2269528 h 4876797"/>
                <a:gd name="connsiteX52" fmla="*/ 2000307 w 4762649"/>
                <a:gd name="connsiteY52" fmla="*/ 2000142 h 4876797"/>
                <a:gd name="connsiteX53" fmla="*/ 2000307 w 4762649"/>
                <a:gd name="connsiteY53" fmla="*/ 1927219 h 4876797"/>
                <a:gd name="connsiteX54" fmla="*/ 1905057 w 4762649"/>
                <a:gd name="connsiteY54" fmla="*/ 1714383 h 4876797"/>
                <a:gd name="connsiteX55" fmla="*/ 1905057 w 4762649"/>
                <a:gd name="connsiteY55" fmla="*/ 1617513 h 4876797"/>
                <a:gd name="connsiteX56" fmla="*/ 1895208 w 4762649"/>
                <a:gd name="connsiteY56" fmla="*/ 1575622 h 4876797"/>
                <a:gd name="connsiteX57" fmla="*/ 1886797 w 4762649"/>
                <a:gd name="connsiteY57" fmla="*/ 1562135 h 4876797"/>
                <a:gd name="connsiteX58" fmla="*/ 901303 w 4762649"/>
                <a:gd name="connsiteY58" fmla="*/ 2000142 h 4876797"/>
                <a:gd name="connsiteX59" fmla="*/ 2381326 w 4762649"/>
                <a:gd name="connsiteY59" fmla="*/ 2657929 h 4876797"/>
                <a:gd name="connsiteX60" fmla="*/ 3861330 w 4762649"/>
                <a:gd name="connsiteY60" fmla="*/ 2000142 h 4876797"/>
                <a:gd name="connsiteX61" fmla="*/ 3497753 w 4762649"/>
                <a:gd name="connsiteY61" fmla="*/ 1012853 h 4876797"/>
                <a:gd name="connsiteX62" fmla="*/ 3534670 w 4762649"/>
                <a:gd name="connsiteY62" fmla="*/ 1021058 h 4876797"/>
                <a:gd name="connsiteX63" fmla="*/ 3944064 w 4762649"/>
                <a:gd name="connsiteY63" fmla="*/ 1203005 h 4876797"/>
                <a:gd name="connsiteX64" fmla="*/ 3992422 w 4762649"/>
                <a:gd name="connsiteY64" fmla="*/ 1328735 h 4876797"/>
                <a:gd name="connsiteX65" fmla="*/ 3905326 w 4762649"/>
                <a:gd name="connsiteY65" fmla="*/ 1385323 h 4876797"/>
                <a:gd name="connsiteX66" fmla="*/ 3866692 w 4762649"/>
                <a:gd name="connsiteY66" fmla="*/ 1377093 h 4876797"/>
                <a:gd name="connsiteX67" fmla="*/ 3457298 w 4762649"/>
                <a:gd name="connsiteY67" fmla="*/ 1195147 h 4876797"/>
                <a:gd name="connsiteX68" fmla="*/ 3408949 w 4762649"/>
                <a:gd name="connsiteY68" fmla="*/ 1069417 h 4876797"/>
                <a:gd name="connsiteX69" fmla="*/ 3497753 w 4762649"/>
                <a:gd name="connsiteY69" fmla="*/ 1012853 h 4876797"/>
                <a:gd name="connsiteX70" fmla="*/ 1264905 w 4762649"/>
                <a:gd name="connsiteY70" fmla="*/ 1012839 h 4876797"/>
                <a:gd name="connsiteX71" fmla="*/ 1353722 w 4762649"/>
                <a:gd name="connsiteY71" fmla="*/ 1069407 h 4876797"/>
                <a:gd name="connsiteX72" fmla="*/ 1305363 w 4762649"/>
                <a:gd name="connsiteY72" fmla="*/ 1195137 h 4876797"/>
                <a:gd name="connsiteX73" fmla="*/ 895969 w 4762649"/>
                <a:gd name="connsiteY73" fmla="*/ 1377083 h 4876797"/>
                <a:gd name="connsiteX74" fmla="*/ 857336 w 4762649"/>
                <a:gd name="connsiteY74" fmla="*/ 1385313 h 4876797"/>
                <a:gd name="connsiteX75" fmla="*/ 770249 w 4762649"/>
                <a:gd name="connsiteY75" fmla="*/ 1328725 h 4876797"/>
                <a:gd name="connsiteX76" fmla="*/ 818607 w 4762649"/>
                <a:gd name="connsiteY76" fmla="*/ 1202995 h 4876797"/>
                <a:gd name="connsiteX77" fmla="*/ 1228001 w 4762649"/>
                <a:gd name="connsiteY77" fmla="*/ 1021048 h 4876797"/>
                <a:gd name="connsiteX78" fmla="*/ 1264905 w 4762649"/>
                <a:gd name="connsiteY78" fmla="*/ 1012839 h 4876797"/>
                <a:gd name="connsiteX79" fmla="*/ 859047 w 4762649"/>
                <a:gd name="connsiteY79" fmla="*/ 203200 h 4876797"/>
                <a:gd name="connsiteX80" fmla="*/ 895969 w 4762649"/>
                <a:gd name="connsiteY80" fmla="*/ 211404 h 4876797"/>
                <a:gd name="connsiteX81" fmla="*/ 1305363 w 4762649"/>
                <a:gd name="connsiteY81" fmla="*/ 393350 h 4876797"/>
                <a:gd name="connsiteX82" fmla="*/ 1353721 w 4762649"/>
                <a:gd name="connsiteY82" fmla="*/ 519081 h 4876797"/>
                <a:gd name="connsiteX83" fmla="*/ 1266625 w 4762649"/>
                <a:gd name="connsiteY83" fmla="*/ 575669 h 4876797"/>
                <a:gd name="connsiteX84" fmla="*/ 1227991 w 4762649"/>
                <a:gd name="connsiteY84" fmla="*/ 567439 h 4876797"/>
                <a:gd name="connsiteX85" fmla="*/ 818597 w 4762649"/>
                <a:gd name="connsiteY85" fmla="*/ 385492 h 4876797"/>
                <a:gd name="connsiteX86" fmla="*/ 770248 w 4762649"/>
                <a:gd name="connsiteY86" fmla="*/ 259762 h 4876797"/>
                <a:gd name="connsiteX87" fmla="*/ 859047 w 4762649"/>
                <a:gd name="connsiteY87" fmla="*/ 203200 h 4876797"/>
                <a:gd name="connsiteX88" fmla="*/ 3903618 w 4762649"/>
                <a:gd name="connsiteY88" fmla="*/ 203181 h 4876797"/>
                <a:gd name="connsiteX89" fmla="*/ 3992423 w 4762649"/>
                <a:gd name="connsiteY89" fmla="*/ 259753 h 4876797"/>
                <a:gd name="connsiteX90" fmla="*/ 3944064 w 4762649"/>
                <a:gd name="connsiteY90" fmla="*/ 385483 h 4876797"/>
                <a:gd name="connsiteX91" fmla="*/ 3534670 w 4762649"/>
                <a:gd name="connsiteY91" fmla="*/ 567430 h 4876797"/>
                <a:gd name="connsiteX92" fmla="*/ 3496037 w 4762649"/>
                <a:gd name="connsiteY92" fmla="*/ 575659 h 4876797"/>
                <a:gd name="connsiteX93" fmla="*/ 3408950 w 4762649"/>
                <a:gd name="connsiteY93" fmla="*/ 519071 h 4876797"/>
                <a:gd name="connsiteX94" fmla="*/ 3457308 w 4762649"/>
                <a:gd name="connsiteY94" fmla="*/ 393341 h 4876797"/>
                <a:gd name="connsiteX95" fmla="*/ 3866702 w 4762649"/>
                <a:gd name="connsiteY95" fmla="*/ 211395 h 4876797"/>
                <a:gd name="connsiteX96" fmla="*/ 3903618 w 4762649"/>
                <a:gd name="connsiteY96" fmla="*/ 203181 h 4876797"/>
                <a:gd name="connsiteX97" fmla="*/ 2447508 w 4762649"/>
                <a:gd name="connsiteY97" fmla="*/ 193432 h 4876797"/>
                <a:gd name="connsiteX98" fmla="*/ 2304850 w 4762649"/>
                <a:gd name="connsiteY98" fmla="*/ 194612 h 4876797"/>
                <a:gd name="connsiteX99" fmla="*/ 1722939 w 4762649"/>
                <a:gd name="connsiteY99" fmla="*/ 749538 h 4876797"/>
                <a:gd name="connsiteX100" fmla="*/ 1963702 w 4762649"/>
                <a:gd name="connsiteY100" fmla="*/ 1376007 h 4876797"/>
                <a:gd name="connsiteX101" fmla="*/ 1981590 w 4762649"/>
                <a:gd name="connsiteY101" fmla="*/ 1389980 h 4876797"/>
                <a:gd name="connsiteX102" fmla="*/ 2023491 w 4762649"/>
                <a:gd name="connsiteY102" fmla="*/ 1428623 h 4876797"/>
                <a:gd name="connsiteX103" fmla="*/ 2286066 w 4762649"/>
                <a:gd name="connsiteY103" fmla="*/ 1428623 h 4876797"/>
                <a:gd name="connsiteX104" fmla="*/ 2286066 w 4762649"/>
                <a:gd name="connsiteY104" fmla="*/ 1087076 h 4876797"/>
                <a:gd name="connsiteX105" fmla="*/ 2123455 w 4762649"/>
                <a:gd name="connsiteY105" fmla="*/ 924465 h 4876797"/>
                <a:gd name="connsiteX106" fmla="*/ 2123455 w 4762649"/>
                <a:gd name="connsiteY106" fmla="*/ 789753 h 4876797"/>
                <a:gd name="connsiteX107" fmla="*/ 2258168 w 4762649"/>
                <a:gd name="connsiteY107" fmla="*/ 789753 h 4876797"/>
                <a:gd name="connsiteX108" fmla="*/ 2381326 w 4762649"/>
                <a:gd name="connsiteY108" fmla="*/ 912911 h 4876797"/>
                <a:gd name="connsiteX109" fmla="*/ 2504484 w 4762649"/>
                <a:gd name="connsiteY109" fmla="*/ 789762 h 4876797"/>
                <a:gd name="connsiteX110" fmla="*/ 2639196 w 4762649"/>
                <a:gd name="connsiteY110" fmla="*/ 789762 h 4876797"/>
                <a:gd name="connsiteX111" fmla="*/ 2639196 w 4762649"/>
                <a:gd name="connsiteY111" fmla="*/ 924474 h 4876797"/>
                <a:gd name="connsiteX112" fmla="*/ 2476585 w 4762649"/>
                <a:gd name="connsiteY112" fmla="*/ 1087085 h 4876797"/>
                <a:gd name="connsiteX113" fmla="*/ 2476585 w 4762649"/>
                <a:gd name="connsiteY113" fmla="*/ 1428633 h 4876797"/>
                <a:gd name="connsiteX114" fmla="*/ 2739018 w 4762649"/>
                <a:gd name="connsiteY114" fmla="*/ 1428633 h 4876797"/>
                <a:gd name="connsiteX115" fmla="*/ 2780490 w 4762649"/>
                <a:gd name="connsiteY115" fmla="*/ 1390418 h 4876797"/>
                <a:gd name="connsiteX116" fmla="*/ 2798721 w 4762649"/>
                <a:gd name="connsiteY116" fmla="*/ 1376207 h 4876797"/>
                <a:gd name="connsiteX117" fmla="*/ 3048104 w 4762649"/>
                <a:gd name="connsiteY117" fmla="*/ 857113 h 4876797"/>
                <a:gd name="connsiteX118" fmla="*/ 2825896 w 4762649"/>
                <a:gd name="connsiteY118" fmla="*/ 360166 h 4876797"/>
                <a:gd name="connsiteX119" fmla="*/ 2447508 w 4762649"/>
                <a:gd name="connsiteY119" fmla="*/ 193432 h 4876797"/>
                <a:gd name="connsiteX120" fmla="*/ 2375213 w 4762649"/>
                <a:gd name="connsiteY120" fmla="*/ 10 h 4876797"/>
                <a:gd name="connsiteX121" fmla="*/ 2952959 w 4762649"/>
                <a:gd name="connsiteY121" fmla="*/ 218243 h 4876797"/>
                <a:gd name="connsiteX122" fmla="*/ 3238595 w 4762649"/>
                <a:gd name="connsiteY122" fmla="*/ 857123 h 4876797"/>
                <a:gd name="connsiteX123" fmla="*/ 3026683 w 4762649"/>
                <a:gd name="connsiteY123" fmla="*/ 1420717 h 4876797"/>
                <a:gd name="connsiteX124" fmla="*/ 4134555 w 4762649"/>
                <a:gd name="connsiteY124" fmla="*/ 1913122 h 4876797"/>
                <a:gd name="connsiteX125" fmla="*/ 4134793 w 4762649"/>
                <a:gd name="connsiteY125" fmla="*/ 1913245 h 4876797"/>
                <a:gd name="connsiteX126" fmla="*/ 4145984 w 4762649"/>
                <a:gd name="connsiteY126" fmla="*/ 1919237 h 4876797"/>
                <a:gd name="connsiteX127" fmla="*/ 4147985 w 4762649"/>
                <a:gd name="connsiteY127" fmla="*/ 1920532 h 4876797"/>
                <a:gd name="connsiteX128" fmla="*/ 4156976 w 4762649"/>
                <a:gd name="connsiteY128" fmla="*/ 1927180 h 4876797"/>
                <a:gd name="connsiteX129" fmla="*/ 4158205 w 4762649"/>
                <a:gd name="connsiteY129" fmla="*/ 1928171 h 4876797"/>
                <a:gd name="connsiteX130" fmla="*/ 4166863 w 4762649"/>
                <a:gd name="connsiteY130" fmla="*/ 1936753 h 4876797"/>
                <a:gd name="connsiteX131" fmla="*/ 4168797 w 4762649"/>
                <a:gd name="connsiteY131" fmla="*/ 1939068 h 4876797"/>
                <a:gd name="connsiteX132" fmla="*/ 4172073 w 4762649"/>
                <a:gd name="connsiteY132" fmla="*/ 1943002 h 4876797"/>
                <a:gd name="connsiteX133" fmla="*/ 4743592 w 4762649"/>
                <a:gd name="connsiteY133" fmla="*/ 2705021 h 4876797"/>
                <a:gd name="connsiteX134" fmla="*/ 4759585 w 4762649"/>
                <a:gd name="connsiteY134" fmla="*/ 2786155 h 4876797"/>
                <a:gd name="connsiteX135" fmla="*/ 4706093 w 4762649"/>
                <a:gd name="connsiteY135" fmla="*/ 2849210 h 4876797"/>
                <a:gd name="connsiteX136" fmla="*/ 4191133 w 4762649"/>
                <a:gd name="connsiteY136" fmla="*/ 3078077 h 4876797"/>
                <a:gd name="connsiteX137" fmla="*/ 4191133 w 4762649"/>
                <a:gd name="connsiteY137" fmla="*/ 4019509 h 4876797"/>
                <a:gd name="connsiteX138" fmla="*/ 4134573 w 4762649"/>
                <a:gd name="connsiteY138" fmla="*/ 4106548 h 4876797"/>
                <a:gd name="connsiteX139" fmla="*/ 2420016 w 4762649"/>
                <a:gd name="connsiteY139" fmla="*/ 4868577 h 4876797"/>
                <a:gd name="connsiteX140" fmla="*/ 2419530 w 4762649"/>
                <a:gd name="connsiteY140" fmla="*/ 4868758 h 4876797"/>
                <a:gd name="connsiteX141" fmla="*/ 2411825 w 4762649"/>
                <a:gd name="connsiteY141" fmla="*/ 4871711 h 4876797"/>
                <a:gd name="connsiteX142" fmla="*/ 2410425 w 4762649"/>
                <a:gd name="connsiteY142" fmla="*/ 4872225 h 4876797"/>
                <a:gd name="connsiteX143" fmla="*/ 2401490 w 4762649"/>
                <a:gd name="connsiteY143" fmla="*/ 4874606 h 4876797"/>
                <a:gd name="connsiteX144" fmla="*/ 2400947 w 4762649"/>
                <a:gd name="connsiteY144" fmla="*/ 4874749 h 4876797"/>
                <a:gd name="connsiteX145" fmla="*/ 2381326 w 4762649"/>
                <a:gd name="connsiteY145" fmla="*/ 4876797 h 4876797"/>
                <a:gd name="connsiteX146" fmla="*/ 2361704 w 4762649"/>
                <a:gd name="connsiteY146" fmla="*/ 4874749 h 4876797"/>
                <a:gd name="connsiteX147" fmla="*/ 2361161 w 4762649"/>
                <a:gd name="connsiteY147" fmla="*/ 4874606 h 4876797"/>
                <a:gd name="connsiteX148" fmla="*/ 2352227 w 4762649"/>
                <a:gd name="connsiteY148" fmla="*/ 4872225 h 4876797"/>
                <a:gd name="connsiteX149" fmla="*/ 2350827 w 4762649"/>
                <a:gd name="connsiteY149" fmla="*/ 4871711 h 4876797"/>
                <a:gd name="connsiteX150" fmla="*/ 2343121 w 4762649"/>
                <a:gd name="connsiteY150" fmla="*/ 4868758 h 4876797"/>
                <a:gd name="connsiteX151" fmla="*/ 2342635 w 4762649"/>
                <a:gd name="connsiteY151" fmla="*/ 4868577 h 4876797"/>
                <a:gd name="connsiteX152" fmla="*/ 628078 w 4762649"/>
                <a:gd name="connsiteY152" fmla="*/ 4106548 h 4876797"/>
                <a:gd name="connsiteX153" fmla="*/ 571519 w 4762649"/>
                <a:gd name="connsiteY153" fmla="*/ 4019509 h 4876797"/>
                <a:gd name="connsiteX154" fmla="*/ 571519 w 4762649"/>
                <a:gd name="connsiteY154" fmla="*/ 3078077 h 4876797"/>
                <a:gd name="connsiteX155" fmla="*/ 56559 w 4762649"/>
                <a:gd name="connsiteY155" fmla="*/ 2849210 h 4876797"/>
                <a:gd name="connsiteX156" fmla="*/ 3067 w 4762649"/>
                <a:gd name="connsiteY156" fmla="*/ 2786155 h 4876797"/>
                <a:gd name="connsiteX157" fmla="*/ 19049 w 4762649"/>
                <a:gd name="connsiteY157" fmla="*/ 2705021 h 4876797"/>
                <a:gd name="connsiteX158" fmla="*/ 590559 w 4762649"/>
                <a:gd name="connsiteY158" fmla="*/ 1943002 h 4876797"/>
                <a:gd name="connsiteX159" fmla="*/ 593826 w 4762649"/>
                <a:gd name="connsiteY159" fmla="*/ 1939077 h 4876797"/>
                <a:gd name="connsiteX160" fmla="*/ 595769 w 4762649"/>
                <a:gd name="connsiteY160" fmla="*/ 1936744 h 4876797"/>
                <a:gd name="connsiteX161" fmla="*/ 604418 w 4762649"/>
                <a:gd name="connsiteY161" fmla="*/ 1928181 h 4876797"/>
                <a:gd name="connsiteX162" fmla="*/ 605685 w 4762649"/>
                <a:gd name="connsiteY162" fmla="*/ 1927171 h 4876797"/>
                <a:gd name="connsiteX163" fmla="*/ 614638 w 4762649"/>
                <a:gd name="connsiteY163" fmla="*/ 1920551 h 4876797"/>
                <a:gd name="connsiteX164" fmla="*/ 616658 w 4762649"/>
                <a:gd name="connsiteY164" fmla="*/ 1919237 h 4876797"/>
                <a:gd name="connsiteX165" fmla="*/ 627840 w 4762649"/>
                <a:gd name="connsiteY165" fmla="*/ 1913255 h 4876797"/>
                <a:gd name="connsiteX166" fmla="*/ 628078 w 4762649"/>
                <a:gd name="connsiteY166" fmla="*/ 1913122 h 4876797"/>
                <a:gd name="connsiteX167" fmla="*/ 1735835 w 4762649"/>
                <a:gd name="connsiteY167" fmla="*/ 1420784 h 4876797"/>
                <a:gd name="connsiteX168" fmla="*/ 1534696 w 4762649"/>
                <a:gd name="connsiteY168" fmla="*/ 720277 h 4876797"/>
                <a:gd name="connsiteX169" fmla="*/ 1789680 w 4762649"/>
                <a:gd name="connsiteY169" fmla="*/ 237503 h 4876797"/>
                <a:gd name="connsiteX170" fmla="*/ 2283885 w 4762649"/>
                <a:gd name="connsiteY170" fmla="*/ 5283 h 4876797"/>
                <a:gd name="connsiteX171" fmla="*/ 2375213 w 4762649"/>
                <a:gd name="connsiteY171" fmla="*/ 10 h 487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4762649" h="4876797">
                  <a:moveTo>
                    <a:pt x="2381326" y="3238431"/>
                  </a:moveTo>
                  <a:cubicBezTo>
                    <a:pt x="2433904" y="3238431"/>
                    <a:pt x="2476576" y="3281103"/>
                    <a:pt x="2476576" y="3333681"/>
                  </a:cubicBezTo>
                  <a:cubicBezTo>
                    <a:pt x="2476576" y="3386259"/>
                    <a:pt x="2433904" y="3428931"/>
                    <a:pt x="2381326" y="3428931"/>
                  </a:cubicBezTo>
                  <a:cubicBezTo>
                    <a:pt x="2328748" y="3428931"/>
                    <a:pt x="2286076" y="3386259"/>
                    <a:pt x="2286076" y="3333681"/>
                  </a:cubicBezTo>
                  <a:cubicBezTo>
                    <a:pt x="2286076" y="3281103"/>
                    <a:pt x="2328748" y="3238431"/>
                    <a:pt x="2381326" y="3238431"/>
                  </a:cubicBezTo>
                  <a:close/>
                  <a:moveTo>
                    <a:pt x="2381326" y="2920924"/>
                  </a:moveTo>
                  <a:lnTo>
                    <a:pt x="1885997" y="3581349"/>
                  </a:lnTo>
                  <a:cubicBezTo>
                    <a:pt x="1859356" y="3616887"/>
                    <a:pt x="1811683" y="3629289"/>
                    <a:pt x="1771116" y="3611239"/>
                  </a:cubicBezTo>
                  <a:lnTo>
                    <a:pt x="762019" y="3162745"/>
                  </a:lnTo>
                  <a:lnTo>
                    <a:pt x="762019" y="3957606"/>
                  </a:lnTo>
                  <a:lnTo>
                    <a:pt x="2286076" y="4634957"/>
                  </a:lnTo>
                  <a:lnTo>
                    <a:pt x="2286076" y="3714699"/>
                  </a:lnTo>
                  <a:cubicBezTo>
                    <a:pt x="2286076" y="3662102"/>
                    <a:pt x="2328719" y="3619449"/>
                    <a:pt x="2381326" y="3619449"/>
                  </a:cubicBezTo>
                  <a:cubicBezTo>
                    <a:pt x="2433932" y="3619449"/>
                    <a:pt x="2476576" y="3662102"/>
                    <a:pt x="2476576" y="3714699"/>
                  </a:cubicBezTo>
                  <a:lnTo>
                    <a:pt x="2476576" y="4634957"/>
                  </a:lnTo>
                  <a:lnTo>
                    <a:pt x="4000623" y="3957606"/>
                  </a:lnTo>
                  <a:lnTo>
                    <a:pt x="4000623" y="3162745"/>
                  </a:lnTo>
                  <a:lnTo>
                    <a:pt x="2991526" y="3611229"/>
                  </a:lnTo>
                  <a:cubicBezTo>
                    <a:pt x="2979048" y="3616782"/>
                    <a:pt x="2965885" y="3619449"/>
                    <a:pt x="2952883" y="3619449"/>
                  </a:cubicBezTo>
                  <a:cubicBezTo>
                    <a:pt x="2923613" y="3619449"/>
                    <a:pt x="2895095" y="3605933"/>
                    <a:pt x="2876645" y="3581340"/>
                  </a:cubicBezTo>
                  <a:close/>
                  <a:moveTo>
                    <a:pt x="697439" y="2118014"/>
                  </a:moveTo>
                  <a:lnTo>
                    <a:pt x="243192" y="2723699"/>
                  </a:lnTo>
                  <a:lnTo>
                    <a:pt x="1779146" y="3406337"/>
                  </a:lnTo>
                  <a:lnTo>
                    <a:pt x="2233393" y="2800661"/>
                  </a:lnTo>
                  <a:close/>
                  <a:moveTo>
                    <a:pt x="4065222" y="2118005"/>
                  </a:moveTo>
                  <a:lnTo>
                    <a:pt x="2529268" y="2800652"/>
                  </a:lnTo>
                  <a:lnTo>
                    <a:pt x="2983515" y="3406327"/>
                  </a:lnTo>
                  <a:lnTo>
                    <a:pt x="4519469" y="2723680"/>
                  </a:lnTo>
                  <a:close/>
                  <a:moveTo>
                    <a:pt x="2571826" y="2000142"/>
                  </a:moveTo>
                  <a:lnTo>
                    <a:pt x="2571825" y="2000152"/>
                  </a:lnTo>
                  <a:lnTo>
                    <a:pt x="2190816" y="2000152"/>
                  </a:lnTo>
                  <a:cubicBezTo>
                    <a:pt x="2190816" y="2050996"/>
                    <a:pt x="2210647" y="2098831"/>
                    <a:pt x="2246642" y="2134826"/>
                  </a:cubicBezTo>
                  <a:cubicBezTo>
                    <a:pt x="2282647" y="2170821"/>
                    <a:pt x="2330472" y="2190652"/>
                    <a:pt x="2381316" y="2190652"/>
                  </a:cubicBezTo>
                  <a:cubicBezTo>
                    <a:pt x="2473237" y="2190652"/>
                    <a:pt x="2550155" y="2125215"/>
                    <a:pt x="2567949" y="2038486"/>
                  </a:cubicBezTo>
                  <a:lnTo>
                    <a:pt x="2571825" y="2000152"/>
                  </a:lnTo>
                  <a:lnTo>
                    <a:pt x="2571826" y="2000152"/>
                  </a:lnTo>
                  <a:close/>
                  <a:moveTo>
                    <a:pt x="2095566" y="1619142"/>
                  </a:moveTo>
                  <a:lnTo>
                    <a:pt x="2095566" y="1714392"/>
                  </a:lnTo>
                  <a:cubicBezTo>
                    <a:pt x="2095566" y="1751359"/>
                    <a:pt x="2116255" y="1784277"/>
                    <a:pt x="2149554" y="1800317"/>
                  </a:cubicBezTo>
                  <a:cubicBezTo>
                    <a:pt x="2162422" y="1806499"/>
                    <a:pt x="2176319" y="1809642"/>
                    <a:pt x="2190816" y="1809642"/>
                  </a:cubicBezTo>
                  <a:lnTo>
                    <a:pt x="2571835" y="1809642"/>
                  </a:lnTo>
                  <a:cubicBezTo>
                    <a:pt x="2584723" y="1809642"/>
                    <a:pt x="2597172" y="1807147"/>
                    <a:pt x="2608831" y="1802213"/>
                  </a:cubicBezTo>
                  <a:cubicBezTo>
                    <a:pt x="2644225" y="1787239"/>
                    <a:pt x="2667085" y="1752778"/>
                    <a:pt x="2667085" y="1714392"/>
                  </a:cubicBezTo>
                  <a:lnTo>
                    <a:pt x="2667085" y="1619142"/>
                  </a:lnTo>
                  <a:close/>
                  <a:moveTo>
                    <a:pt x="2875769" y="1562106"/>
                  </a:moveTo>
                  <a:cubicBezTo>
                    <a:pt x="2872616" y="1566374"/>
                    <a:pt x="2869711" y="1570822"/>
                    <a:pt x="2867358" y="1575565"/>
                  </a:cubicBezTo>
                  <a:cubicBezTo>
                    <a:pt x="2860938" y="1588462"/>
                    <a:pt x="2857576" y="1602931"/>
                    <a:pt x="2857576" y="1617513"/>
                  </a:cubicBezTo>
                  <a:lnTo>
                    <a:pt x="2857576" y="1714383"/>
                  </a:lnTo>
                  <a:cubicBezTo>
                    <a:pt x="2857576" y="1797326"/>
                    <a:pt x="2821876" y="1874022"/>
                    <a:pt x="2762326" y="1927257"/>
                  </a:cubicBezTo>
                  <a:lnTo>
                    <a:pt x="2762326" y="2000142"/>
                  </a:lnTo>
                  <a:cubicBezTo>
                    <a:pt x="2762326" y="2210225"/>
                    <a:pt x="2591409" y="2381152"/>
                    <a:pt x="2381316" y="2381152"/>
                  </a:cubicBezTo>
                  <a:cubicBezTo>
                    <a:pt x="2279589" y="2381152"/>
                    <a:pt x="2183920" y="2341509"/>
                    <a:pt x="2111930" y="2269528"/>
                  </a:cubicBezTo>
                  <a:cubicBezTo>
                    <a:pt x="2039950" y="2197557"/>
                    <a:pt x="2000307" y="2101879"/>
                    <a:pt x="2000307" y="2000142"/>
                  </a:cubicBezTo>
                  <a:lnTo>
                    <a:pt x="2000307" y="1927219"/>
                  </a:lnTo>
                  <a:cubicBezTo>
                    <a:pt x="1940852" y="1873679"/>
                    <a:pt x="1905057" y="1796297"/>
                    <a:pt x="1905057" y="1714383"/>
                  </a:cubicBezTo>
                  <a:lnTo>
                    <a:pt x="1905057" y="1617513"/>
                  </a:lnTo>
                  <a:cubicBezTo>
                    <a:pt x="1905057" y="1602797"/>
                    <a:pt x="1901742" y="1588700"/>
                    <a:pt x="1895208" y="1575622"/>
                  </a:cubicBezTo>
                  <a:cubicBezTo>
                    <a:pt x="1892808" y="1570812"/>
                    <a:pt x="1889921" y="1566383"/>
                    <a:pt x="1886797" y="1562135"/>
                  </a:cubicBezTo>
                  <a:lnTo>
                    <a:pt x="901303" y="2000142"/>
                  </a:lnTo>
                  <a:lnTo>
                    <a:pt x="2381326" y="2657929"/>
                  </a:lnTo>
                  <a:lnTo>
                    <a:pt x="3861330" y="2000142"/>
                  </a:lnTo>
                  <a:close/>
                  <a:moveTo>
                    <a:pt x="3497753" y="1012853"/>
                  </a:moveTo>
                  <a:cubicBezTo>
                    <a:pt x="3510123" y="1013075"/>
                    <a:pt x="3522654" y="1015724"/>
                    <a:pt x="3534670" y="1021058"/>
                  </a:cubicBezTo>
                  <a:lnTo>
                    <a:pt x="3944064" y="1203005"/>
                  </a:lnTo>
                  <a:cubicBezTo>
                    <a:pt x="3992137" y="1224370"/>
                    <a:pt x="4013787" y="1280662"/>
                    <a:pt x="3992422" y="1328735"/>
                  </a:cubicBezTo>
                  <a:cubicBezTo>
                    <a:pt x="3976639" y="1364225"/>
                    <a:pt x="3941816" y="1385323"/>
                    <a:pt x="3905326" y="1385323"/>
                  </a:cubicBezTo>
                  <a:cubicBezTo>
                    <a:pt x="3892400" y="1385323"/>
                    <a:pt x="3879265" y="1382675"/>
                    <a:pt x="3866692" y="1377093"/>
                  </a:cubicBezTo>
                  <a:lnTo>
                    <a:pt x="3457298" y="1195147"/>
                  </a:lnTo>
                  <a:cubicBezTo>
                    <a:pt x="3409225" y="1173773"/>
                    <a:pt x="3387575" y="1117480"/>
                    <a:pt x="3408949" y="1069417"/>
                  </a:cubicBezTo>
                  <a:cubicBezTo>
                    <a:pt x="3424965" y="1033362"/>
                    <a:pt x="3460640" y="1012186"/>
                    <a:pt x="3497753" y="1012853"/>
                  </a:cubicBezTo>
                  <a:close/>
                  <a:moveTo>
                    <a:pt x="1264905" y="1012839"/>
                  </a:moveTo>
                  <a:cubicBezTo>
                    <a:pt x="1302012" y="1012171"/>
                    <a:pt x="1337698" y="1033352"/>
                    <a:pt x="1353722" y="1069407"/>
                  </a:cubicBezTo>
                  <a:cubicBezTo>
                    <a:pt x="1375086" y="1117480"/>
                    <a:pt x="1353436" y="1173782"/>
                    <a:pt x="1305363" y="1195137"/>
                  </a:cubicBezTo>
                  <a:lnTo>
                    <a:pt x="895969" y="1377083"/>
                  </a:lnTo>
                  <a:cubicBezTo>
                    <a:pt x="883396" y="1382665"/>
                    <a:pt x="870261" y="1385313"/>
                    <a:pt x="857336" y="1385313"/>
                  </a:cubicBezTo>
                  <a:cubicBezTo>
                    <a:pt x="820836" y="1385313"/>
                    <a:pt x="786012" y="1364225"/>
                    <a:pt x="770249" y="1328725"/>
                  </a:cubicBezTo>
                  <a:cubicBezTo>
                    <a:pt x="748884" y="1280652"/>
                    <a:pt x="770534" y="1224360"/>
                    <a:pt x="818607" y="1202995"/>
                  </a:cubicBezTo>
                  <a:lnTo>
                    <a:pt x="1228001" y="1021048"/>
                  </a:lnTo>
                  <a:cubicBezTo>
                    <a:pt x="1240010" y="1015712"/>
                    <a:pt x="1252536" y="1013061"/>
                    <a:pt x="1264905" y="1012839"/>
                  </a:cubicBezTo>
                  <a:close/>
                  <a:moveTo>
                    <a:pt x="859047" y="203200"/>
                  </a:moveTo>
                  <a:cubicBezTo>
                    <a:pt x="871419" y="203421"/>
                    <a:pt x="883951" y="206070"/>
                    <a:pt x="895969" y="211404"/>
                  </a:cubicBezTo>
                  <a:lnTo>
                    <a:pt x="1305363" y="393350"/>
                  </a:lnTo>
                  <a:cubicBezTo>
                    <a:pt x="1353436" y="414715"/>
                    <a:pt x="1375086" y="471008"/>
                    <a:pt x="1353721" y="519081"/>
                  </a:cubicBezTo>
                  <a:cubicBezTo>
                    <a:pt x="1337938" y="554571"/>
                    <a:pt x="1303115" y="575669"/>
                    <a:pt x="1266625" y="575669"/>
                  </a:cubicBezTo>
                  <a:cubicBezTo>
                    <a:pt x="1253699" y="575669"/>
                    <a:pt x="1240564" y="573021"/>
                    <a:pt x="1227991" y="567439"/>
                  </a:cubicBezTo>
                  <a:lnTo>
                    <a:pt x="818597" y="385492"/>
                  </a:lnTo>
                  <a:cubicBezTo>
                    <a:pt x="770525" y="364118"/>
                    <a:pt x="748874" y="307826"/>
                    <a:pt x="770248" y="259762"/>
                  </a:cubicBezTo>
                  <a:cubicBezTo>
                    <a:pt x="786264" y="223715"/>
                    <a:pt x="821933" y="202535"/>
                    <a:pt x="859047" y="203200"/>
                  </a:cubicBezTo>
                  <a:close/>
                  <a:moveTo>
                    <a:pt x="3903618" y="203181"/>
                  </a:moveTo>
                  <a:cubicBezTo>
                    <a:pt x="3940728" y="202511"/>
                    <a:pt x="3976399" y="223698"/>
                    <a:pt x="3992423" y="259753"/>
                  </a:cubicBezTo>
                  <a:cubicBezTo>
                    <a:pt x="4013787" y="307835"/>
                    <a:pt x="3992137" y="364128"/>
                    <a:pt x="3944064" y="385483"/>
                  </a:cubicBezTo>
                  <a:lnTo>
                    <a:pt x="3534670" y="567430"/>
                  </a:lnTo>
                  <a:cubicBezTo>
                    <a:pt x="3522097" y="573011"/>
                    <a:pt x="3508962" y="575659"/>
                    <a:pt x="3496037" y="575659"/>
                  </a:cubicBezTo>
                  <a:cubicBezTo>
                    <a:pt x="3459537" y="575659"/>
                    <a:pt x="3424713" y="554571"/>
                    <a:pt x="3408950" y="519071"/>
                  </a:cubicBezTo>
                  <a:cubicBezTo>
                    <a:pt x="3387585" y="470998"/>
                    <a:pt x="3409235" y="414706"/>
                    <a:pt x="3457308" y="393341"/>
                  </a:cubicBezTo>
                  <a:lnTo>
                    <a:pt x="3866702" y="211395"/>
                  </a:lnTo>
                  <a:cubicBezTo>
                    <a:pt x="3878718" y="206056"/>
                    <a:pt x="3891248" y="203404"/>
                    <a:pt x="3903618" y="203181"/>
                  </a:cubicBezTo>
                  <a:close/>
                  <a:moveTo>
                    <a:pt x="2447508" y="193432"/>
                  </a:moveTo>
                  <a:cubicBezTo>
                    <a:pt x="2400801" y="188925"/>
                    <a:pt x="2353070" y="189261"/>
                    <a:pt x="2304850" y="194612"/>
                  </a:cubicBezTo>
                  <a:cubicBezTo>
                    <a:pt x="2012670" y="226930"/>
                    <a:pt x="1767944" y="460321"/>
                    <a:pt x="1722939" y="749538"/>
                  </a:cubicBezTo>
                  <a:cubicBezTo>
                    <a:pt x="1685439" y="990425"/>
                    <a:pt x="1775450" y="1224617"/>
                    <a:pt x="1963702" y="1376007"/>
                  </a:cubicBezTo>
                  <a:cubicBezTo>
                    <a:pt x="1969665" y="1380817"/>
                    <a:pt x="1975542" y="1385484"/>
                    <a:pt x="1981590" y="1389980"/>
                  </a:cubicBezTo>
                  <a:cubicBezTo>
                    <a:pt x="1996859" y="1401410"/>
                    <a:pt x="2010841" y="1414431"/>
                    <a:pt x="2023491" y="1428623"/>
                  </a:cubicBezTo>
                  <a:lnTo>
                    <a:pt x="2286066" y="1428623"/>
                  </a:lnTo>
                  <a:lnTo>
                    <a:pt x="2286066" y="1087076"/>
                  </a:lnTo>
                  <a:lnTo>
                    <a:pt x="2123455" y="924465"/>
                  </a:lnTo>
                  <a:cubicBezTo>
                    <a:pt x="2086260" y="887260"/>
                    <a:pt x="2086260" y="826948"/>
                    <a:pt x="2123455" y="789753"/>
                  </a:cubicBezTo>
                  <a:cubicBezTo>
                    <a:pt x="2160660" y="752567"/>
                    <a:pt x="2220972" y="752567"/>
                    <a:pt x="2258168" y="789753"/>
                  </a:cubicBezTo>
                  <a:lnTo>
                    <a:pt x="2381326" y="912911"/>
                  </a:lnTo>
                  <a:lnTo>
                    <a:pt x="2504484" y="789762"/>
                  </a:lnTo>
                  <a:cubicBezTo>
                    <a:pt x="2541689" y="752577"/>
                    <a:pt x="2602001" y="752577"/>
                    <a:pt x="2639196" y="789762"/>
                  </a:cubicBezTo>
                  <a:cubicBezTo>
                    <a:pt x="2676391" y="826967"/>
                    <a:pt x="2676391" y="887279"/>
                    <a:pt x="2639196" y="924474"/>
                  </a:cubicBezTo>
                  <a:lnTo>
                    <a:pt x="2476585" y="1087085"/>
                  </a:lnTo>
                  <a:lnTo>
                    <a:pt x="2476585" y="1428633"/>
                  </a:lnTo>
                  <a:lnTo>
                    <a:pt x="2739018" y="1428633"/>
                  </a:lnTo>
                  <a:cubicBezTo>
                    <a:pt x="2751553" y="1414583"/>
                    <a:pt x="2765402" y="1401686"/>
                    <a:pt x="2780490" y="1390418"/>
                  </a:cubicBezTo>
                  <a:cubicBezTo>
                    <a:pt x="2786681" y="1385808"/>
                    <a:pt x="2792739" y="1381055"/>
                    <a:pt x="2798721" y="1376207"/>
                  </a:cubicBezTo>
                  <a:cubicBezTo>
                    <a:pt x="2957303" y="1248715"/>
                    <a:pt x="3048104" y="1059596"/>
                    <a:pt x="3048104" y="857113"/>
                  </a:cubicBezTo>
                  <a:cubicBezTo>
                    <a:pt x="3048104" y="667718"/>
                    <a:pt x="2967113" y="486581"/>
                    <a:pt x="2825896" y="360166"/>
                  </a:cubicBezTo>
                  <a:cubicBezTo>
                    <a:pt x="2718554" y="264068"/>
                    <a:pt x="2587632" y="206954"/>
                    <a:pt x="2447508" y="193432"/>
                  </a:cubicBezTo>
                  <a:close/>
                  <a:moveTo>
                    <a:pt x="2375213" y="10"/>
                  </a:moveTo>
                  <a:cubicBezTo>
                    <a:pt x="2587741" y="-1027"/>
                    <a:pt x="2794281" y="76167"/>
                    <a:pt x="2952959" y="218243"/>
                  </a:cubicBezTo>
                  <a:cubicBezTo>
                    <a:pt x="3134487" y="380759"/>
                    <a:pt x="3238595" y="613626"/>
                    <a:pt x="3238595" y="857123"/>
                  </a:cubicBezTo>
                  <a:cubicBezTo>
                    <a:pt x="3238595" y="1067083"/>
                    <a:pt x="3162690" y="1265822"/>
                    <a:pt x="3026683" y="1420717"/>
                  </a:cubicBezTo>
                  <a:lnTo>
                    <a:pt x="4134555" y="1913122"/>
                  </a:lnTo>
                  <a:cubicBezTo>
                    <a:pt x="4134640" y="1913150"/>
                    <a:pt x="4134707" y="1913207"/>
                    <a:pt x="4134793" y="1913245"/>
                  </a:cubicBezTo>
                  <a:cubicBezTo>
                    <a:pt x="4138641" y="1914969"/>
                    <a:pt x="4142365" y="1916998"/>
                    <a:pt x="4145984" y="1919237"/>
                  </a:cubicBezTo>
                  <a:cubicBezTo>
                    <a:pt x="4146670" y="1919656"/>
                    <a:pt x="4147318" y="1920094"/>
                    <a:pt x="4147985" y="1920532"/>
                  </a:cubicBezTo>
                  <a:cubicBezTo>
                    <a:pt x="4151090" y="1922561"/>
                    <a:pt x="4154090" y="1924761"/>
                    <a:pt x="4156976" y="1927180"/>
                  </a:cubicBezTo>
                  <a:cubicBezTo>
                    <a:pt x="4157376" y="1927523"/>
                    <a:pt x="4157805" y="1927828"/>
                    <a:pt x="4158205" y="1928171"/>
                  </a:cubicBezTo>
                  <a:cubicBezTo>
                    <a:pt x="4161244" y="1930810"/>
                    <a:pt x="4164129" y="1933686"/>
                    <a:pt x="4166863" y="1936753"/>
                  </a:cubicBezTo>
                  <a:cubicBezTo>
                    <a:pt x="4167539" y="1937506"/>
                    <a:pt x="4168149" y="1938296"/>
                    <a:pt x="4168797" y="1939068"/>
                  </a:cubicBezTo>
                  <a:cubicBezTo>
                    <a:pt x="4169892" y="1940373"/>
                    <a:pt x="4171035" y="1941620"/>
                    <a:pt x="4172073" y="1943002"/>
                  </a:cubicBezTo>
                  <a:lnTo>
                    <a:pt x="4743592" y="2705021"/>
                  </a:lnTo>
                  <a:cubicBezTo>
                    <a:pt x="4760995" y="2728224"/>
                    <a:pt x="4766881" y="2758094"/>
                    <a:pt x="4759585" y="2786155"/>
                  </a:cubicBezTo>
                  <a:cubicBezTo>
                    <a:pt x="4752279" y="2814215"/>
                    <a:pt x="4732591" y="2837437"/>
                    <a:pt x="4706093" y="2849210"/>
                  </a:cubicBezTo>
                  <a:lnTo>
                    <a:pt x="4191133" y="3078077"/>
                  </a:lnTo>
                  <a:lnTo>
                    <a:pt x="4191133" y="4019509"/>
                  </a:lnTo>
                  <a:cubicBezTo>
                    <a:pt x="4191133" y="4057152"/>
                    <a:pt x="4168968" y="4091270"/>
                    <a:pt x="4134573" y="4106548"/>
                  </a:cubicBezTo>
                  <a:lnTo>
                    <a:pt x="2420016" y="4868577"/>
                  </a:lnTo>
                  <a:cubicBezTo>
                    <a:pt x="2419855" y="4868644"/>
                    <a:pt x="2419693" y="4868691"/>
                    <a:pt x="2419530" y="4868758"/>
                  </a:cubicBezTo>
                  <a:cubicBezTo>
                    <a:pt x="2417025" y="4869863"/>
                    <a:pt x="2414444" y="4870825"/>
                    <a:pt x="2411825" y="4871711"/>
                  </a:cubicBezTo>
                  <a:cubicBezTo>
                    <a:pt x="2411358" y="4871873"/>
                    <a:pt x="2410901" y="4872073"/>
                    <a:pt x="2410425" y="4872225"/>
                  </a:cubicBezTo>
                  <a:cubicBezTo>
                    <a:pt x="2407500" y="4873159"/>
                    <a:pt x="2404519" y="4873949"/>
                    <a:pt x="2401490" y="4874606"/>
                  </a:cubicBezTo>
                  <a:cubicBezTo>
                    <a:pt x="2401309" y="4874654"/>
                    <a:pt x="2401128" y="4874711"/>
                    <a:pt x="2400947" y="4874749"/>
                  </a:cubicBezTo>
                  <a:cubicBezTo>
                    <a:pt x="2394613" y="4876083"/>
                    <a:pt x="2388050" y="4876797"/>
                    <a:pt x="2381326" y="4876797"/>
                  </a:cubicBezTo>
                  <a:cubicBezTo>
                    <a:pt x="2374601" y="4876797"/>
                    <a:pt x="2368038" y="4876073"/>
                    <a:pt x="2361704" y="4874749"/>
                  </a:cubicBezTo>
                  <a:cubicBezTo>
                    <a:pt x="2361523" y="4874701"/>
                    <a:pt x="2361342" y="4874644"/>
                    <a:pt x="2361161" y="4874606"/>
                  </a:cubicBezTo>
                  <a:cubicBezTo>
                    <a:pt x="2358123" y="4873949"/>
                    <a:pt x="2355142" y="4873159"/>
                    <a:pt x="2352227" y="4872225"/>
                  </a:cubicBezTo>
                  <a:cubicBezTo>
                    <a:pt x="2351751" y="4872073"/>
                    <a:pt x="2351293" y="4871873"/>
                    <a:pt x="2350827" y="4871711"/>
                  </a:cubicBezTo>
                  <a:cubicBezTo>
                    <a:pt x="2348207" y="4870825"/>
                    <a:pt x="2345636" y="4869863"/>
                    <a:pt x="2343121" y="4868758"/>
                  </a:cubicBezTo>
                  <a:cubicBezTo>
                    <a:pt x="2342959" y="4868691"/>
                    <a:pt x="2342797" y="4868644"/>
                    <a:pt x="2342635" y="4868577"/>
                  </a:cubicBezTo>
                  <a:lnTo>
                    <a:pt x="628078" y="4106548"/>
                  </a:lnTo>
                  <a:cubicBezTo>
                    <a:pt x="593683" y="4091261"/>
                    <a:pt x="571519" y="4057152"/>
                    <a:pt x="571519" y="4019509"/>
                  </a:cubicBezTo>
                  <a:lnTo>
                    <a:pt x="571519" y="3078077"/>
                  </a:lnTo>
                  <a:lnTo>
                    <a:pt x="56559" y="2849210"/>
                  </a:lnTo>
                  <a:cubicBezTo>
                    <a:pt x="30051" y="2837437"/>
                    <a:pt x="10363" y="2814225"/>
                    <a:pt x="3067" y="2786155"/>
                  </a:cubicBezTo>
                  <a:cubicBezTo>
                    <a:pt x="-4230" y="2758084"/>
                    <a:pt x="1647" y="2728224"/>
                    <a:pt x="19049" y="2705021"/>
                  </a:cubicBezTo>
                  <a:lnTo>
                    <a:pt x="590559" y="1943002"/>
                  </a:lnTo>
                  <a:cubicBezTo>
                    <a:pt x="591597" y="1941630"/>
                    <a:pt x="592731" y="1940382"/>
                    <a:pt x="593826" y="1939077"/>
                  </a:cubicBezTo>
                  <a:cubicBezTo>
                    <a:pt x="594483" y="1938296"/>
                    <a:pt x="595093" y="1937496"/>
                    <a:pt x="595769" y="1936744"/>
                  </a:cubicBezTo>
                  <a:cubicBezTo>
                    <a:pt x="598503" y="1933686"/>
                    <a:pt x="601379" y="1930819"/>
                    <a:pt x="604418" y="1928181"/>
                  </a:cubicBezTo>
                  <a:cubicBezTo>
                    <a:pt x="604827" y="1927828"/>
                    <a:pt x="605275" y="1927514"/>
                    <a:pt x="605685" y="1927171"/>
                  </a:cubicBezTo>
                  <a:cubicBezTo>
                    <a:pt x="608552" y="1924771"/>
                    <a:pt x="611543" y="1922570"/>
                    <a:pt x="614638" y="1920551"/>
                  </a:cubicBezTo>
                  <a:cubicBezTo>
                    <a:pt x="615315" y="1920113"/>
                    <a:pt x="615972" y="1919665"/>
                    <a:pt x="616658" y="1919237"/>
                  </a:cubicBezTo>
                  <a:cubicBezTo>
                    <a:pt x="620277" y="1916998"/>
                    <a:pt x="623992" y="1914969"/>
                    <a:pt x="627840" y="1913255"/>
                  </a:cubicBezTo>
                  <a:cubicBezTo>
                    <a:pt x="627926" y="1913217"/>
                    <a:pt x="627992" y="1913160"/>
                    <a:pt x="628078" y="1913122"/>
                  </a:cubicBezTo>
                  <a:lnTo>
                    <a:pt x="1735835" y="1420784"/>
                  </a:lnTo>
                  <a:cubicBezTo>
                    <a:pt x="1568910" y="1231227"/>
                    <a:pt x="1494472" y="978691"/>
                    <a:pt x="1534696" y="720277"/>
                  </a:cubicBezTo>
                  <a:cubicBezTo>
                    <a:pt x="1562947" y="538731"/>
                    <a:pt x="1653511" y="367281"/>
                    <a:pt x="1789680" y="237503"/>
                  </a:cubicBezTo>
                  <a:cubicBezTo>
                    <a:pt x="1925602" y="107972"/>
                    <a:pt x="2101110" y="25505"/>
                    <a:pt x="2283885" y="5283"/>
                  </a:cubicBezTo>
                  <a:cubicBezTo>
                    <a:pt x="2314369" y="1903"/>
                    <a:pt x="2344852" y="158"/>
                    <a:pt x="2375213" y="10"/>
                  </a:cubicBezTo>
                  <a:close/>
                </a:path>
              </a:pathLst>
            </a:custGeom>
            <a:ln>
              <a:noFill/>
            </a:ln>
          </p:spPr>
          <p:style>
            <a:lnRef idx="1">
              <a:schemeClr val="accent3"/>
            </a:lnRef>
            <a:fillRef idx="3">
              <a:schemeClr val="accent3"/>
            </a:fillRef>
            <a:effectRef idx="2">
              <a:schemeClr val="accent3"/>
            </a:effectRef>
            <a:fontRef idx="minor">
              <a:schemeClr val="lt1"/>
            </a:fontRef>
          </p:style>
          <p:txBody>
            <a:bodyPr rtlCol="0" anchor="ctr"/>
            <a:lstStyle/>
            <a:p>
              <a:endParaRPr lang="en-US" sz="800"/>
            </a:p>
          </p:txBody>
        </p:sp>
      </p:grpSp>
      <p:grpSp>
        <p:nvGrpSpPr>
          <p:cNvPr id="41" name="Group 40">
            <a:extLst>
              <a:ext uri="{FF2B5EF4-FFF2-40B4-BE49-F238E27FC236}">
                <a16:creationId xmlns:a16="http://schemas.microsoft.com/office/drawing/2014/main" id="{FECF5671-394E-9791-379A-1C804B5CB580}"/>
              </a:ext>
            </a:extLst>
          </p:cNvPr>
          <p:cNvGrpSpPr/>
          <p:nvPr/>
        </p:nvGrpSpPr>
        <p:grpSpPr>
          <a:xfrm>
            <a:off x="9218539" y="4753934"/>
            <a:ext cx="2408095" cy="811504"/>
            <a:chOff x="8918424" y="3154074"/>
            <a:chExt cx="2408095" cy="811504"/>
          </a:xfrm>
        </p:grpSpPr>
        <p:grpSp>
          <p:nvGrpSpPr>
            <p:cNvPr id="42" name="Group 41">
              <a:extLst>
                <a:ext uri="{FF2B5EF4-FFF2-40B4-BE49-F238E27FC236}">
                  <a16:creationId xmlns:a16="http://schemas.microsoft.com/office/drawing/2014/main" id="{ADA67E94-723C-29FD-767F-F2C21AF5D2CD}"/>
                </a:ext>
              </a:extLst>
            </p:cNvPr>
            <p:cNvGrpSpPr>
              <a:grpSpLocks noChangeAspect="1"/>
            </p:cNvGrpSpPr>
            <p:nvPr/>
          </p:nvGrpSpPr>
          <p:grpSpPr>
            <a:xfrm>
              <a:off x="8918424" y="3325826"/>
              <a:ext cx="468001" cy="468000"/>
              <a:chOff x="5659835" y="3635563"/>
              <a:chExt cx="844932" cy="844931"/>
            </a:xfrm>
          </p:grpSpPr>
          <p:sp>
            <p:nvSpPr>
              <p:cNvPr id="45" name="Oval 44">
                <a:extLst>
                  <a:ext uri="{FF2B5EF4-FFF2-40B4-BE49-F238E27FC236}">
                    <a16:creationId xmlns:a16="http://schemas.microsoft.com/office/drawing/2014/main" id="{5CFAF97A-CFF2-4DAF-03E3-D549CC24B34A}"/>
                  </a:ext>
                </a:extLst>
              </p:cNvPr>
              <p:cNvSpPr/>
              <p:nvPr/>
            </p:nvSpPr>
            <p:spPr>
              <a:xfrm>
                <a:off x="5659835" y="3635563"/>
                <a:ext cx="844932" cy="844931"/>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800" dirty="0">
                  <a:solidFill>
                    <a:srgbClr val="FFFFFF"/>
                  </a:solidFill>
                  <a:ea typeface="linea-basic-10" charset="0"/>
                  <a:cs typeface="linea-basic-10" charset="0"/>
                </a:endParaRPr>
              </a:p>
            </p:txBody>
          </p:sp>
          <p:sp>
            <p:nvSpPr>
              <p:cNvPr id="46" name="Oval 45">
                <a:extLst>
                  <a:ext uri="{FF2B5EF4-FFF2-40B4-BE49-F238E27FC236}">
                    <a16:creationId xmlns:a16="http://schemas.microsoft.com/office/drawing/2014/main" id="{F17848BB-7BEA-89E6-7492-EF5D46B7F5FC}"/>
                  </a:ext>
                </a:extLst>
              </p:cNvPr>
              <p:cNvSpPr/>
              <p:nvPr/>
            </p:nvSpPr>
            <p:spPr>
              <a:xfrm>
                <a:off x="5728071" y="370559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800" dirty="0">
                  <a:solidFill>
                    <a:srgbClr val="FFFFFF"/>
                  </a:solidFill>
                  <a:ea typeface="linea-basic-10" charset="0"/>
                  <a:cs typeface="linea-basic-10" charset="0"/>
                </a:endParaRPr>
              </a:p>
            </p:txBody>
          </p:sp>
        </p:grpSp>
        <p:sp>
          <p:nvSpPr>
            <p:cNvPr id="43" name="Rectangle 42">
              <a:extLst>
                <a:ext uri="{FF2B5EF4-FFF2-40B4-BE49-F238E27FC236}">
                  <a16:creationId xmlns:a16="http://schemas.microsoft.com/office/drawing/2014/main" id="{8344A318-60FD-CD40-3EFC-F4FE58B10202}"/>
                </a:ext>
              </a:extLst>
            </p:cNvPr>
            <p:cNvSpPr/>
            <p:nvPr/>
          </p:nvSpPr>
          <p:spPr>
            <a:xfrm>
              <a:off x="9474630" y="3154074"/>
              <a:ext cx="1851889" cy="811504"/>
            </a:xfrm>
            <a:prstGeom prst="rect">
              <a:avLst/>
            </a:prstGeom>
          </p:spPr>
          <p:txBody>
            <a:bodyPr wrap="square">
              <a:spAutoFit/>
            </a:bodyPr>
            <a:lstStyle/>
            <a:p>
              <a:pPr>
                <a:lnSpc>
                  <a:spcPct val="150000"/>
                </a:lnSpc>
              </a:pPr>
              <a:r>
                <a:rPr lang="en-US" sz="800" b="1" dirty="0">
                  <a:solidFill>
                    <a:schemeClr val="tx2"/>
                  </a:solidFill>
                  <a:ea typeface="Source Sans Pro Black" panose="020B0503030403020204" pitchFamily="34" charset="0"/>
                </a:rPr>
                <a:t>Synth chartreuse XOXO, tacos </a:t>
              </a:r>
              <a:r>
                <a:rPr lang="en-US" sz="800" b="1" dirty="0" err="1">
                  <a:solidFill>
                    <a:schemeClr val="tx2"/>
                  </a:solidFill>
                  <a:ea typeface="Source Sans Pro Black" panose="020B0503030403020204" pitchFamily="34" charset="0"/>
                </a:rPr>
                <a:t>brooklyn</a:t>
              </a:r>
              <a:r>
                <a:rPr lang="en-US" sz="800" b="1" dirty="0">
                  <a:solidFill>
                    <a:schemeClr val="tx2"/>
                  </a:solidFill>
                  <a:ea typeface="Source Sans Pro Black" panose="020B0503030403020204" pitchFamily="34" charset="0"/>
                </a:rPr>
                <a:t> VHS plaid.</a:t>
              </a:r>
              <a:endParaRPr lang="en-US" sz="800" b="1" dirty="0">
                <a:solidFill>
                  <a:schemeClr val="tx2"/>
                </a:solidFill>
                <a:ea typeface="Source Sans Pro Black" panose="020B0503030403020204" pitchFamily="34" charset="0"/>
                <a:cs typeface="Roboto Light" panose="02000000000000000000" pitchFamily="2" charset="0"/>
              </a:endParaRPr>
            </a:p>
            <a:p>
              <a:pPr>
                <a:lnSpc>
                  <a:spcPct val="150000"/>
                </a:lnSpc>
              </a:pPr>
              <a:r>
                <a:rPr lang="en-US" sz="800" dirty="0">
                  <a:solidFill>
                    <a:schemeClr val="tx2"/>
                  </a:solidFill>
                  <a:ea typeface="Roboto Light" panose="02000000000000000000" pitchFamily="2" charset="0"/>
                  <a:cs typeface="Roboto Light" panose="02000000000000000000" pitchFamily="2" charset="0"/>
                </a:rPr>
                <a:t>Hashtag fashion axe </a:t>
              </a:r>
              <a:r>
                <a:rPr lang="en-US" sz="800" dirty="0" err="1">
                  <a:solidFill>
                    <a:schemeClr val="tx2"/>
                  </a:solidFill>
                  <a:ea typeface="Roboto Light" panose="02000000000000000000" pitchFamily="2" charset="0"/>
                  <a:cs typeface="Roboto Light" panose="02000000000000000000" pitchFamily="2" charset="0"/>
                </a:rPr>
                <a:t>fingerstache</a:t>
              </a:r>
              <a:r>
                <a:rPr lang="en-US" sz="800" dirty="0">
                  <a:solidFill>
                    <a:schemeClr val="tx2"/>
                  </a:solidFill>
                  <a:ea typeface="Roboto Light" panose="02000000000000000000" pitchFamily="2" charset="0"/>
                  <a:cs typeface="Roboto Light" panose="02000000000000000000" pitchFamily="2" charset="0"/>
                </a:rPr>
                <a:t> </a:t>
              </a:r>
              <a:r>
                <a:rPr lang="en-US" sz="800" dirty="0" err="1">
                  <a:solidFill>
                    <a:schemeClr val="tx2"/>
                  </a:solidFill>
                  <a:ea typeface="Roboto Light" panose="02000000000000000000" pitchFamily="2" charset="0"/>
                  <a:cs typeface="Roboto Light" panose="02000000000000000000" pitchFamily="2" charset="0"/>
                </a:rPr>
                <a:t>brooklyn</a:t>
              </a:r>
              <a:r>
                <a:rPr lang="en-US" sz="800" dirty="0">
                  <a:solidFill>
                    <a:schemeClr val="tx2"/>
                  </a:solidFill>
                  <a:ea typeface="Roboto Light" panose="02000000000000000000" pitchFamily="2" charset="0"/>
                  <a:cs typeface="Roboto Light" panose="02000000000000000000" pitchFamily="2" charset="0"/>
                </a:rPr>
                <a:t> YOLO.</a:t>
              </a:r>
            </a:p>
          </p:txBody>
        </p:sp>
        <p:sp>
          <p:nvSpPr>
            <p:cNvPr id="44" name="Freeform: Shape 76">
              <a:extLst>
                <a:ext uri="{FF2B5EF4-FFF2-40B4-BE49-F238E27FC236}">
                  <a16:creationId xmlns:a16="http://schemas.microsoft.com/office/drawing/2014/main" id="{2B59EB3B-3005-56C2-C7C1-085E0B0CA58C}"/>
                </a:ext>
              </a:extLst>
            </p:cNvPr>
            <p:cNvSpPr>
              <a:spLocks noChangeAspect="1"/>
            </p:cNvSpPr>
            <p:nvPr/>
          </p:nvSpPr>
          <p:spPr>
            <a:xfrm>
              <a:off x="9043158" y="3453229"/>
              <a:ext cx="217266" cy="216000"/>
            </a:xfrm>
            <a:custGeom>
              <a:avLst/>
              <a:gdLst>
                <a:gd name="connsiteX0" fmla="*/ 95821 w 4876773"/>
                <a:gd name="connsiteY0" fmla="*/ 4656712 h 4848355"/>
                <a:gd name="connsiteX1" fmla="*/ 191643 w 4876773"/>
                <a:gd name="connsiteY1" fmla="*/ 4752533 h 4848355"/>
                <a:gd name="connsiteX2" fmla="*/ 95821 w 4876773"/>
                <a:gd name="connsiteY2" fmla="*/ 4848355 h 4848355"/>
                <a:gd name="connsiteX3" fmla="*/ 0 w 4876773"/>
                <a:gd name="connsiteY3" fmla="*/ 4752533 h 4848355"/>
                <a:gd name="connsiteX4" fmla="*/ 95821 w 4876773"/>
                <a:gd name="connsiteY4" fmla="*/ 4656712 h 4848355"/>
                <a:gd name="connsiteX5" fmla="*/ 862291 w 4876773"/>
                <a:gd name="connsiteY5" fmla="*/ 3611335 h 4848355"/>
                <a:gd name="connsiteX6" fmla="*/ 953844 w 4876773"/>
                <a:gd name="connsiteY6" fmla="*/ 3664178 h 4848355"/>
                <a:gd name="connsiteX7" fmla="*/ 910867 w 4876773"/>
                <a:gd name="connsiteY7" fmla="*/ 3792404 h 4848355"/>
                <a:gd name="connsiteX8" fmla="*/ 682133 w 4876773"/>
                <a:gd name="connsiteY8" fmla="*/ 3906304 h 4848355"/>
                <a:gd name="connsiteX9" fmla="*/ 508597 w 4876773"/>
                <a:gd name="connsiteY9" fmla="*/ 4166298 h 4848355"/>
                <a:gd name="connsiteX10" fmla="*/ 499530 w 4876773"/>
                <a:gd name="connsiteY10" fmla="*/ 4298762 h 4848355"/>
                <a:gd name="connsiteX11" fmla="*/ 515998 w 4876773"/>
                <a:gd name="connsiteY11" fmla="*/ 4342701 h 4848355"/>
                <a:gd name="connsiteX12" fmla="*/ 559928 w 4876773"/>
                <a:gd name="connsiteY12" fmla="*/ 4359170 h 4848355"/>
                <a:gd name="connsiteX13" fmla="*/ 692401 w 4876773"/>
                <a:gd name="connsiteY13" fmla="*/ 4350102 h 4848355"/>
                <a:gd name="connsiteX14" fmla="*/ 952396 w 4876773"/>
                <a:gd name="connsiteY14" fmla="*/ 4176566 h 4848355"/>
                <a:gd name="connsiteX15" fmla="*/ 1066296 w 4876773"/>
                <a:gd name="connsiteY15" fmla="*/ 3947823 h 4848355"/>
                <a:gd name="connsiteX16" fmla="*/ 1194521 w 4876773"/>
                <a:gd name="connsiteY16" fmla="*/ 3904847 h 4848355"/>
                <a:gd name="connsiteX17" fmla="*/ 1237488 w 4876773"/>
                <a:gd name="connsiteY17" fmla="*/ 4033072 h 4848355"/>
                <a:gd name="connsiteX18" fmla="*/ 1123589 w 4876773"/>
                <a:gd name="connsiteY18" fmla="*/ 4261805 h 4848355"/>
                <a:gd name="connsiteX19" fmla="*/ 705460 w 4876773"/>
                <a:gd name="connsiteY19" fmla="*/ 4540907 h 4848355"/>
                <a:gd name="connsiteX20" fmla="*/ 572986 w 4876773"/>
                <a:gd name="connsiteY20" fmla="*/ 4549975 h 4848355"/>
                <a:gd name="connsiteX21" fmla="*/ 556032 w 4876773"/>
                <a:gd name="connsiteY21" fmla="*/ 4550556 h 4848355"/>
                <a:gd name="connsiteX22" fmla="*/ 380743 w 4876773"/>
                <a:gd name="connsiteY22" fmla="*/ 4477937 h 4848355"/>
                <a:gd name="connsiteX23" fmla="*/ 308715 w 4876773"/>
                <a:gd name="connsiteY23" fmla="*/ 4285694 h 4848355"/>
                <a:gd name="connsiteX24" fmla="*/ 317783 w 4876773"/>
                <a:gd name="connsiteY24" fmla="*/ 4153230 h 4848355"/>
                <a:gd name="connsiteX25" fmla="*/ 596885 w 4876773"/>
                <a:gd name="connsiteY25" fmla="*/ 3735101 h 4848355"/>
                <a:gd name="connsiteX26" fmla="*/ 825618 w 4876773"/>
                <a:gd name="connsiteY26" fmla="*/ 3621201 h 4848355"/>
                <a:gd name="connsiteX27" fmla="*/ 862291 w 4876773"/>
                <a:gd name="connsiteY27" fmla="*/ 3611335 h 4848355"/>
                <a:gd name="connsiteX28" fmla="*/ 1391803 w 4876773"/>
                <a:gd name="connsiteY28" fmla="*/ 2999590 h 4848355"/>
                <a:gd name="connsiteX29" fmla="*/ 1185339 w 4876773"/>
                <a:gd name="connsiteY29" fmla="*/ 3244697 h 4848355"/>
                <a:gd name="connsiteX30" fmla="*/ 1363809 w 4876773"/>
                <a:gd name="connsiteY30" fmla="*/ 3485299 h 4848355"/>
                <a:gd name="connsiteX31" fmla="*/ 1611383 w 4876773"/>
                <a:gd name="connsiteY31" fmla="*/ 3670350 h 4848355"/>
                <a:gd name="connsiteX32" fmla="*/ 1759973 w 4876773"/>
                <a:gd name="connsiteY32" fmla="*/ 3546935 h 4848355"/>
                <a:gd name="connsiteX33" fmla="*/ 1859976 w 4876773"/>
                <a:gd name="connsiteY33" fmla="*/ 3463629 h 4848355"/>
                <a:gd name="connsiteX34" fmla="*/ 1596695 w 4876773"/>
                <a:gd name="connsiteY34" fmla="*/ 3237306 h 4848355"/>
                <a:gd name="connsiteX35" fmla="*/ 1596609 w 4876773"/>
                <a:gd name="connsiteY35" fmla="*/ 3237229 h 4848355"/>
                <a:gd name="connsiteX36" fmla="*/ 1596552 w 4876773"/>
                <a:gd name="connsiteY36" fmla="*/ 3237163 h 4848355"/>
                <a:gd name="connsiteX37" fmla="*/ 1596381 w 4876773"/>
                <a:gd name="connsiteY37" fmla="*/ 3237001 h 4848355"/>
                <a:gd name="connsiteX38" fmla="*/ 1391803 w 4876773"/>
                <a:gd name="connsiteY38" fmla="*/ 2999590 h 4848355"/>
                <a:gd name="connsiteX39" fmla="*/ 3351600 w 4876773"/>
                <a:gd name="connsiteY39" fmla="*/ 2731461 h 4848355"/>
                <a:gd name="connsiteX40" fmla="*/ 2463785 w 4876773"/>
                <a:gd name="connsiteY40" fmla="*/ 3420405 h 4848355"/>
                <a:gd name="connsiteX41" fmla="*/ 2520954 w 4876773"/>
                <a:gd name="connsiteY41" fmla="*/ 4532848 h 4848355"/>
                <a:gd name="connsiteX42" fmla="*/ 2930643 w 4876773"/>
                <a:gd name="connsiteY42" fmla="*/ 4123159 h 4848355"/>
                <a:gd name="connsiteX43" fmla="*/ 3351610 w 4876773"/>
                <a:gd name="connsiteY43" fmla="*/ 3106861 h 4848355"/>
                <a:gd name="connsiteX44" fmla="*/ 3351600 w 4876773"/>
                <a:gd name="connsiteY44" fmla="*/ 3106861 h 4848355"/>
                <a:gd name="connsiteX45" fmla="*/ 2543223 w 4876773"/>
                <a:gd name="connsiteY45" fmla="*/ 2226713 h 4848355"/>
                <a:gd name="connsiteX46" fmla="*/ 2638854 w 4876773"/>
                <a:gd name="connsiteY46" fmla="*/ 2322344 h 4848355"/>
                <a:gd name="connsiteX47" fmla="*/ 2543223 w 4876773"/>
                <a:gd name="connsiteY47" fmla="*/ 2417975 h 4848355"/>
                <a:gd name="connsiteX48" fmla="*/ 2447592 w 4876773"/>
                <a:gd name="connsiteY48" fmla="*/ 2322344 h 4848355"/>
                <a:gd name="connsiteX49" fmla="*/ 2543223 w 4876773"/>
                <a:gd name="connsiteY49" fmla="*/ 2226713 h 4848355"/>
                <a:gd name="connsiteX50" fmla="*/ 1740104 w 4876773"/>
                <a:gd name="connsiteY50" fmla="*/ 1496583 h 4848355"/>
                <a:gd name="connsiteX51" fmla="*/ 725186 w 4876773"/>
                <a:gd name="connsiteY51" fmla="*/ 1917550 h 4848355"/>
                <a:gd name="connsiteX52" fmla="*/ 315497 w 4876773"/>
                <a:gd name="connsiteY52" fmla="*/ 2327239 h 4848355"/>
                <a:gd name="connsiteX53" fmla="*/ 1429350 w 4876773"/>
                <a:gd name="connsiteY53" fmla="*/ 2384466 h 4848355"/>
                <a:gd name="connsiteX54" fmla="*/ 2140963 w 4876773"/>
                <a:gd name="connsiteY54" fmla="*/ 1508356 h 4848355"/>
                <a:gd name="connsiteX55" fmla="*/ 3507705 w 4876773"/>
                <a:gd name="connsiteY55" fmla="*/ 1182068 h 4848355"/>
                <a:gd name="connsiteX56" fmla="*/ 3355134 w 4876773"/>
                <a:gd name="connsiteY56" fmla="*/ 1245266 h 4848355"/>
                <a:gd name="connsiteX57" fmla="*/ 3355134 w 4876773"/>
                <a:gd name="connsiteY57" fmla="*/ 1550419 h 4848355"/>
                <a:gd name="connsiteX58" fmla="*/ 3660286 w 4876773"/>
                <a:gd name="connsiteY58" fmla="*/ 1550419 h 4848355"/>
                <a:gd name="connsiteX59" fmla="*/ 3660277 w 4876773"/>
                <a:gd name="connsiteY59" fmla="*/ 1245266 h 4848355"/>
                <a:gd name="connsiteX60" fmla="*/ 3507705 w 4876773"/>
                <a:gd name="connsiteY60" fmla="*/ 1182068 h 4848355"/>
                <a:gd name="connsiteX61" fmla="*/ 3507705 w 4876773"/>
                <a:gd name="connsiteY61" fmla="*/ 990825 h 4848355"/>
                <a:gd name="connsiteX62" fmla="*/ 3795513 w 4876773"/>
                <a:gd name="connsiteY62" fmla="*/ 1110040 h 4848355"/>
                <a:gd name="connsiteX63" fmla="*/ 3795513 w 4876773"/>
                <a:gd name="connsiteY63" fmla="*/ 1685664 h 4848355"/>
                <a:gd name="connsiteX64" fmla="*/ 3507705 w 4876773"/>
                <a:gd name="connsiteY64" fmla="*/ 1804679 h 4848355"/>
                <a:gd name="connsiteX65" fmla="*/ 3219898 w 4876773"/>
                <a:gd name="connsiteY65" fmla="*/ 1685664 h 4848355"/>
                <a:gd name="connsiteX66" fmla="*/ 3219898 w 4876773"/>
                <a:gd name="connsiteY66" fmla="*/ 1110040 h 4848355"/>
                <a:gd name="connsiteX67" fmla="*/ 3507705 w 4876773"/>
                <a:gd name="connsiteY67" fmla="*/ 990825 h 4848355"/>
                <a:gd name="connsiteX68" fmla="*/ 4653487 w 4876773"/>
                <a:gd name="connsiteY68" fmla="*/ 191344 h 4848355"/>
                <a:gd name="connsiteX69" fmla="*/ 4564447 w 4876773"/>
                <a:gd name="connsiteY69" fmla="*/ 197021 h 4848355"/>
                <a:gd name="connsiteX70" fmla="*/ 2650808 w 4876773"/>
                <a:gd name="connsiteY70" fmla="*/ 1184030 h 4848355"/>
                <a:gd name="connsiteX71" fmla="*/ 1421073 w 4876773"/>
                <a:gd name="connsiteY71" fmla="*/ 2698019 h 4848355"/>
                <a:gd name="connsiteX72" fmla="*/ 1666247 w 4876773"/>
                <a:gd name="connsiteY72" fmla="*/ 3032385 h 4848355"/>
                <a:gd name="connsiteX73" fmla="*/ 2171415 w 4876773"/>
                <a:gd name="connsiteY73" fmla="*/ 2527217 h 4848355"/>
                <a:gd name="connsiteX74" fmla="*/ 2306660 w 4876773"/>
                <a:gd name="connsiteY74" fmla="*/ 2527217 h 4848355"/>
                <a:gd name="connsiteX75" fmla="*/ 2306660 w 4876773"/>
                <a:gd name="connsiteY75" fmla="*/ 2662462 h 4848355"/>
                <a:gd name="connsiteX76" fmla="*/ 1801016 w 4876773"/>
                <a:gd name="connsiteY76" fmla="*/ 3168106 h 4848355"/>
                <a:gd name="connsiteX77" fmla="*/ 2147421 w 4876773"/>
                <a:gd name="connsiteY77" fmla="*/ 3423814 h 4848355"/>
                <a:gd name="connsiteX78" fmla="*/ 3647228 w 4876773"/>
                <a:gd name="connsiteY78" fmla="*/ 2259964 h 4848355"/>
                <a:gd name="connsiteX79" fmla="*/ 4683234 w 4876773"/>
                <a:gd name="connsiteY79" fmla="*/ 269430 h 4848355"/>
                <a:gd name="connsiteX80" fmla="*/ 4685520 w 4876773"/>
                <a:gd name="connsiteY80" fmla="*/ 222900 h 4848355"/>
                <a:gd name="connsiteX81" fmla="*/ 4676566 w 4876773"/>
                <a:gd name="connsiteY81" fmla="*/ 199954 h 4848355"/>
                <a:gd name="connsiteX82" fmla="*/ 4653487 w 4876773"/>
                <a:gd name="connsiteY82" fmla="*/ 191344 h 4848355"/>
                <a:gd name="connsiteX83" fmla="*/ 4641314 w 4876773"/>
                <a:gd name="connsiteY83" fmla="*/ 463 h 4848355"/>
                <a:gd name="connsiteX84" fmla="*/ 4810792 w 4876773"/>
                <a:gd name="connsiteY84" fmla="*/ 63699 h 4848355"/>
                <a:gd name="connsiteX85" fmla="*/ 4876505 w 4876773"/>
                <a:gd name="connsiteY85" fmla="*/ 232235 h 4848355"/>
                <a:gd name="connsiteX86" fmla="*/ 4874229 w 4876773"/>
                <a:gd name="connsiteY86" fmla="*/ 278774 h 4848355"/>
                <a:gd name="connsiteX87" fmla="*/ 3764452 w 4876773"/>
                <a:gd name="connsiteY87" fmla="*/ 2411059 h 4848355"/>
                <a:gd name="connsiteX88" fmla="*/ 3542834 w 4876773"/>
                <a:gd name="connsiteY88" fmla="*/ 2583033 h 4848355"/>
                <a:gd name="connsiteX89" fmla="*/ 3542834 w 4876773"/>
                <a:gd name="connsiteY89" fmla="*/ 3106861 h 4848355"/>
                <a:gd name="connsiteX90" fmla="*/ 3065860 w 4876773"/>
                <a:gd name="connsiteY90" fmla="*/ 4258395 h 4848355"/>
                <a:gd name="connsiteX91" fmla="*/ 2504085 w 4876773"/>
                <a:gd name="connsiteY91" fmla="*/ 4820170 h 4848355"/>
                <a:gd name="connsiteX92" fmla="*/ 2436448 w 4876773"/>
                <a:gd name="connsiteY92" fmla="*/ 4848193 h 4848355"/>
                <a:gd name="connsiteX93" fmla="*/ 2402158 w 4876773"/>
                <a:gd name="connsiteY93" fmla="*/ 4841811 h 4848355"/>
                <a:gd name="connsiteX94" fmla="*/ 2340979 w 4876773"/>
                <a:gd name="connsiteY94" fmla="*/ 4757458 h 4848355"/>
                <a:gd name="connsiteX95" fmla="*/ 2279619 w 4876773"/>
                <a:gd name="connsiteY95" fmla="*/ 3563308 h 4848355"/>
                <a:gd name="connsiteX96" fmla="*/ 2214439 w 4876773"/>
                <a:gd name="connsiteY96" fmla="*/ 3613886 h 4848355"/>
                <a:gd name="connsiteX97" fmla="*/ 2155803 w 4876773"/>
                <a:gd name="connsiteY97" fmla="*/ 3633964 h 4848355"/>
                <a:gd name="connsiteX98" fmla="*/ 2110121 w 4876773"/>
                <a:gd name="connsiteY98" fmla="*/ 3622335 h 4848355"/>
                <a:gd name="connsiteX99" fmla="*/ 2026349 w 4876773"/>
                <a:gd name="connsiteY99" fmla="*/ 3574271 h 4848355"/>
                <a:gd name="connsiteX100" fmla="*/ 1882502 w 4876773"/>
                <a:gd name="connsiteY100" fmla="*/ 3693781 h 4848355"/>
                <a:gd name="connsiteX101" fmla="*/ 1683973 w 4876773"/>
                <a:gd name="connsiteY101" fmla="*/ 3858040 h 4848355"/>
                <a:gd name="connsiteX102" fmla="*/ 1623708 w 4876773"/>
                <a:gd name="connsiteY102" fmla="*/ 3879405 h 4848355"/>
                <a:gd name="connsiteX103" fmla="*/ 1582817 w 4876773"/>
                <a:gd name="connsiteY103" fmla="*/ 3870213 h 4848355"/>
                <a:gd name="connsiteX104" fmla="*/ 1228020 w 4876773"/>
                <a:gd name="connsiteY104" fmla="*/ 3619982 h 4848355"/>
                <a:gd name="connsiteX105" fmla="*/ 985000 w 4876773"/>
                <a:gd name="connsiteY105" fmla="*/ 3272386 h 4848355"/>
                <a:gd name="connsiteX106" fmla="*/ 998306 w 4876773"/>
                <a:gd name="connsiteY106" fmla="*/ 3169868 h 4848355"/>
                <a:gd name="connsiteX107" fmla="*/ 1280303 w 4876773"/>
                <a:gd name="connsiteY107" fmla="*/ 2835093 h 4848355"/>
                <a:gd name="connsiteX108" fmla="*/ 1221782 w 4876773"/>
                <a:gd name="connsiteY108" fmla="*/ 2733966 h 4848355"/>
                <a:gd name="connsiteX109" fmla="*/ 1231554 w 4876773"/>
                <a:gd name="connsiteY109" fmla="*/ 2627982 h 4848355"/>
                <a:gd name="connsiteX110" fmla="*/ 1280036 w 4876773"/>
                <a:gd name="connsiteY110" fmla="*/ 2568289 h 4848355"/>
                <a:gd name="connsiteX111" fmla="*/ 90897 w 4876773"/>
                <a:gd name="connsiteY111" fmla="*/ 2507195 h 4848355"/>
                <a:gd name="connsiteX112" fmla="*/ 6544 w 4876773"/>
                <a:gd name="connsiteY112" fmla="*/ 2446016 h 4848355"/>
                <a:gd name="connsiteX113" fmla="*/ 28185 w 4876773"/>
                <a:gd name="connsiteY113" fmla="*/ 2344080 h 4848355"/>
                <a:gd name="connsiteX114" fmla="*/ 589950 w 4876773"/>
                <a:gd name="connsiteY114" fmla="*/ 1782304 h 4848355"/>
                <a:gd name="connsiteX115" fmla="*/ 1741485 w 4876773"/>
                <a:gd name="connsiteY115" fmla="*/ 1305331 h 4848355"/>
                <a:gd name="connsiteX116" fmla="*/ 1744285 w 4876773"/>
                <a:gd name="connsiteY116" fmla="*/ 1305369 h 4848355"/>
                <a:gd name="connsiteX117" fmla="*/ 2292763 w 4876773"/>
                <a:gd name="connsiteY117" fmla="*/ 1321475 h 4848355"/>
                <a:gd name="connsiteX118" fmla="*/ 2502351 w 4876773"/>
                <a:gd name="connsiteY118" fmla="*/ 1063453 h 4848355"/>
                <a:gd name="connsiteX119" fmla="*/ 4552274 w 4876773"/>
                <a:gd name="connsiteY119" fmla="*/ 6140 h 484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876773" h="4848355">
                  <a:moveTo>
                    <a:pt x="95821" y="4656712"/>
                  </a:moveTo>
                  <a:cubicBezTo>
                    <a:pt x="148742" y="4656712"/>
                    <a:pt x="191643" y="4699613"/>
                    <a:pt x="191643" y="4752533"/>
                  </a:cubicBezTo>
                  <a:cubicBezTo>
                    <a:pt x="191643" y="4805454"/>
                    <a:pt x="148742" y="4848355"/>
                    <a:pt x="95821" y="4848355"/>
                  </a:cubicBezTo>
                  <a:cubicBezTo>
                    <a:pt x="42901" y="4848355"/>
                    <a:pt x="0" y="4805454"/>
                    <a:pt x="0" y="4752533"/>
                  </a:cubicBezTo>
                  <a:cubicBezTo>
                    <a:pt x="0" y="4699612"/>
                    <a:pt x="42901" y="4656712"/>
                    <a:pt x="95821" y="4656712"/>
                  </a:cubicBezTo>
                  <a:close/>
                  <a:moveTo>
                    <a:pt x="862291" y="3611335"/>
                  </a:moveTo>
                  <a:cubicBezTo>
                    <a:pt x="899487" y="3609032"/>
                    <a:pt x="936192" y="3628724"/>
                    <a:pt x="953844" y="3664178"/>
                  </a:cubicBezTo>
                  <a:cubicBezTo>
                    <a:pt x="977389" y="3711451"/>
                    <a:pt x="958149" y="3768858"/>
                    <a:pt x="910867" y="3792404"/>
                  </a:cubicBezTo>
                  <a:lnTo>
                    <a:pt x="682133" y="3906304"/>
                  </a:lnTo>
                  <a:cubicBezTo>
                    <a:pt x="582692" y="3955834"/>
                    <a:pt x="516189" y="4055456"/>
                    <a:pt x="508597" y="4166298"/>
                  </a:cubicBezTo>
                  <a:lnTo>
                    <a:pt x="499530" y="4298762"/>
                  </a:lnTo>
                  <a:cubicBezTo>
                    <a:pt x="498006" y="4321137"/>
                    <a:pt x="509188" y="4335891"/>
                    <a:pt x="515998" y="4342701"/>
                  </a:cubicBezTo>
                  <a:cubicBezTo>
                    <a:pt x="522809" y="4349512"/>
                    <a:pt x="537534" y="4360665"/>
                    <a:pt x="559928" y="4359170"/>
                  </a:cubicBezTo>
                  <a:lnTo>
                    <a:pt x="692401" y="4350102"/>
                  </a:lnTo>
                  <a:cubicBezTo>
                    <a:pt x="803253" y="4342520"/>
                    <a:pt x="902866" y="4276017"/>
                    <a:pt x="952396" y="4176566"/>
                  </a:cubicBezTo>
                  <a:lnTo>
                    <a:pt x="1066296" y="3947823"/>
                  </a:lnTo>
                  <a:cubicBezTo>
                    <a:pt x="1089841" y="3900551"/>
                    <a:pt x="1147239" y="3881301"/>
                    <a:pt x="1194521" y="3904847"/>
                  </a:cubicBezTo>
                  <a:cubicBezTo>
                    <a:pt x="1241794" y="3928392"/>
                    <a:pt x="1261034" y="3985790"/>
                    <a:pt x="1237488" y="4033072"/>
                  </a:cubicBezTo>
                  <a:lnTo>
                    <a:pt x="1123589" y="4261805"/>
                  </a:lnTo>
                  <a:cubicBezTo>
                    <a:pt x="1043940" y="4421768"/>
                    <a:pt x="883730" y="4528705"/>
                    <a:pt x="705460" y="4540907"/>
                  </a:cubicBezTo>
                  <a:lnTo>
                    <a:pt x="572986" y="4549975"/>
                  </a:lnTo>
                  <a:cubicBezTo>
                    <a:pt x="567329" y="4550365"/>
                    <a:pt x="561661" y="4550556"/>
                    <a:pt x="556032" y="4550556"/>
                  </a:cubicBezTo>
                  <a:cubicBezTo>
                    <a:pt x="490500" y="4550556"/>
                    <a:pt x="427397" y="4524591"/>
                    <a:pt x="380743" y="4477937"/>
                  </a:cubicBezTo>
                  <a:cubicBezTo>
                    <a:pt x="330070" y="4427264"/>
                    <a:pt x="303819" y="4357198"/>
                    <a:pt x="308715" y="4285694"/>
                  </a:cubicBezTo>
                  <a:lnTo>
                    <a:pt x="317783" y="4153230"/>
                  </a:lnTo>
                  <a:cubicBezTo>
                    <a:pt x="329994" y="3974960"/>
                    <a:pt x="436941" y="3814750"/>
                    <a:pt x="596885" y="3735101"/>
                  </a:cubicBezTo>
                  <a:lnTo>
                    <a:pt x="825618" y="3621201"/>
                  </a:lnTo>
                  <a:cubicBezTo>
                    <a:pt x="837439" y="3615315"/>
                    <a:pt x="849892" y="3612103"/>
                    <a:pt x="862291" y="3611335"/>
                  </a:cubicBezTo>
                  <a:close/>
                  <a:moveTo>
                    <a:pt x="1391803" y="2999590"/>
                  </a:moveTo>
                  <a:lnTo>
                    <a:pt x="1185339" y="3244697"/>
                  </a:lnTo>
                  <a:cubicBezTo>
                    <a:pt x="1233612" y="3333641"/>
                    <a:pt x="1293476" y="3414385"/>
                    <a:pt x="1363809" y="3485299"/>
                  </a:cubicBezTo>
                  <a:cubicBezTo>
                    <a:pt x="1436428" y="3558527"/>
                    <a:pt x="1519524" y="3620601"/>
                    <a:pt x="1611383" y="3670350"/>
                  </a:cubicBezTo>
                  <a:cubicBezTo>
                    <a:pt x="1658874" y="3631288"/>
                    <a:pt x="1710052" y="3588578"/>
                    <a:pt x="1759973" y="3546935"/>
                  </a:cubicBezTo>
                  <a:cubicBezTo>
                    <a:pt x="1793215" y="3519198"/>
                    <a:pt x="1827000" y="3491004"/>
                    <a:pt x="1859976" y="3463629"/>
                  </a:cubicBezTo>
                  <a:cubicBezTo>
                    <a:pt x="1766583" y="3395268"/>
                    <a:pt x="1678544" y="3319678"/>
                    <a:pt x="1596695" y="3237306"/>
                  </a:cubicBezTo>
                  <a:cubicBezTo>
                    <a:pt x="1596667" y="3237277"/>
                    <a:pt x="1596638" y="3237258"/>
                    <a:pt x="1596609" y="3237229"/>
                  </a:cubicBezTo>
                  <a:cubicBezTo>
                    <a:pt x="1596590" y="3237210"/>
                    <a:pt x="1596571" y="3237182"/>
                    <a:pt x="1596552" y="3237163"/>
                  </a:cubicBezTo>
                  <a:cubicBezTo>
                    <a:pt x="1596495" y="3237106"/>
                    <a:pt x="1596438" y="3237058"/>
                    <a:pt x="1596381" y="3237001"/>
                  </a:cubicBezTo>
                  <a:cubicBezTo>
                    <a:pt x="1522562" y="3162677"/>
                    <a:pt x="1454230" y="3083343"/>
                    <a:pt x="1391803" y="2999590"/>
                  </a:cubicBezTo>
                  <a:close/>
                  <a:moveTo>
                    <a:pt x="3351600" y="2731461"/>
                  </a:moveTo>
                  <a:lnTo>
                    <a:pt x="2463785" y="3420405"/>
                  </a:lnTo>
                  <a:lnTo>
                    <a:pt x="2520954" y="4532848"/>
                  </a:lnTo>
                  <a:lnTo>
                    <a:pt x="2930643" y="4123159"/>
                  </a:lnTo>
                  <a:cubicBezTo>
                    <a:pt x="3202115" y="3851687"/>
                    <a:pt x="3351610" y="3490766"/>
                    <a:pt x="3351610" y="3106861"/>
                  </a:cubicBezTo>
                  <a:lnTo>
                    <a:pt x="3351600" y="3106861"/>
                  </a:lnTo>
                  <a:close/>
                  <a:moveTo>
                    <a:pt x="2543223" y="2226713"/>
                  </a:moveTo>
                  <a:cubicBezTo>
                    <a:pt x="2596038" y="2226713"/>
                    <a:pt x="2638854" y="2269528"/>
                    <a:pt x="2638854" y="2322344"/>
                  </a:cubicBezTo>
                  <a:cubicBezTo>
                    <a:pt x="2638854" y="2375159"/>
                    <a:pt x="2596038" y="2417975"/>
                    <a:pt x="2543223" y="2417975"/>
                  </a:cubicBezTo>
                  <a:cubicBezTo>
                    <a:pt x="2490407" y="2417975"/>
                    <a:pt x="2447592" y="2375159"/>
                    <a:pt x="2447592" y="2322344"/>
                  </a:cubicBezTo>
                  <a:cubicBezTo>
                    <a:pt x="2447592" y="2269528"/>
                    <a:pt x="2490407" y="2226713"/>
                    <a:pt x="2543223" y="2226713"/>
                  </a:cubicBezTo>
                  <a:close/>
                  <a:moveTo>
                    <a:pt x="1740104" y="1496583"/>
                  </a:moveTo>
                  <a:cubicBezTo>
                    <a:pt x="1356722" y="1496955"/>
                    <a:pt x="996315" y="1646421"/>
                    <a:pt x="725186" y="1917550"/>
                  </a:cubicBezTo>
                  <a:lnTo>
                    <a:pt x="315497" y="2327239"/>
                  </a:lnTo>
                  <a:lnTo>
                    <a:pt x="1429350" y="2384466"/>
                  </a:lnTo>
                  <a:lnTo>
                    <a:pt x="2140963" y="1508356"/>
                  </a:lnTo>
                  <a:close/>
                  <a:moveTo>
                    <a:pt x="3507705" y="1182068"/>
                  </a:moveTo>
                  <a:cubicBezTo>
                    <a:pt x="3450070" y="1182068"/>
                    <a:pt x="3395891" y="1204509"/>
                    <a:pt x="3355134" y="1245266"/>
                  </a:cubicBezTo>
                  <a:cubicBezTo>
                    <a:pt x="3270999" y="1329400"/>
                    <a:pt x="3270999" y="1466294"/>
                    <a:pt x="3355134" y="1550419"/>
                  </a:cubicBezTo>
                  <a:cubicBezTo>
                    <a:pt x="3439249" y="1634543"/>
                    <a:pt x="3576152" y="1634543"/>
                    <a:pt x="3660286" y="1550419"/>
                  </a:cubicBezTo>
                  <a:cubicBezTo>
                    <a:pt x="3744411" y="1466294"/>
                    <a:pt x="3744411" y="1329400"/>
                    <a:pt x="3660277" y="1245266"/>
                  </a:cubicBezTo>
                  <a:cubicBezTo>
                    <a:pt x="3619519" y="1204509"/>
                    <a:pt x="3565341" y="1182068"/>
                    <a:pt x="3507705" y="1182068"/>
                  </a:cubicBezTo>
                  <a:close/>
                  <a:moveTo>
                    <a:pt x="3507705" y="990825"/>
                  </a:moveTo>
                  <a:cubicBezTo>
                    <a:pt x="3616424" y="990825"/>
                    <a:pt x="3718636" y="1033154"/>
                    <a:pt x="3795513" y="1110040"/>
                  </a:cubicBezTo>
                  <a:cubicBezTo>
                    <a:pt x="3954209" y="1268736"/>
                    <a:pt x="3954209" y="1526958"/>
                    <a:pt x="3795513" y="1685664"/>
                  </a:cubicBezTo>
                  <a:cubicBezTo>
                    <a:pt x="3716169" y="1764998"/>
                    <a:pt x="3611918" y="1804679"/>
                    <a:pt x="3507705" y="1804679"/>
                  </a:cubicBezTo>
                  <a:cubicBezTo>
                    <a:pt x="3403464" y="1804679"/>
                    <a:pt x="3299260" y="1765017"/>
                    <a:pt x="3219898" y="1685664"/>
                  </a:cubicBezTo>
                  <a:cubicBezTo>
                    <a:pt x="3061202" y="1526968"/>
                    <a:pt x="3061202" y="1268745"/>
                    <a:pt x="3219898" y="1110040"/>
                  </a:cubicBezTo>
                  <a:cubicBezTo>
                    <a:pt x="3296765" y="1033173"/>
                    <a:pt x="3398987" y="990825"/>
                    <a:pt x="3507705" y="990825"/>
                  </a:cubicBezTo>
                  <a:close/>
                  <a:moveTo>
                    <a:pt x="4653487" y="191344"/>
                  </a:moveTo>
                  <a:lnTo>
                    <a:pt x="4564447" y="197021"/>
                  </a:lnTo>
                  <a:cubicBezTo>
                    <a:pt x="3819144" y="244588"/>
                    <a:pt x="3121648" y="604348"/>
                    <a:pt x="2650808" y="1184030"/>
                  </a:cubicBezTo>
                  <a:lnTo>
                    <a:pt x="1421073" y="2698019"/>
                  </a:lnTo>
                  <a:cubicBezTo>
                    <a:pt x="1491111" y="2817682"/>
                    <a:pt x="1573368" y="2929562"/>
                    <a:pt x="1666247" y="3032385"/>
                  </a:cubicBezTo>
                  <a:lnTo>
                    <a:pt x="2171415" y="2527217"/>
                  </a:lnTo>
                  <a:cubicBezTo>
                    <a:pt x="2208762" y="2489869"/>
                    <a:pt x="2269313" y="2489869"/>
                    <a:pt x="2306660" y="2527217"/>
                  </a:cubicBezTo>
                  <a:cubicBezTo>
                    <a:pt x="2343998" y="2564564"/>
                    <a:pt x="2343998" y="2625124"/>
                    <a:pt x="2306660" y="2662462"/>
                  </a:cubicBezTo>
                  <a:lnTo>
                    <a:pt x="1801016" y="3168106"/>
                  </a:lnTo>
                  <a:cubicBezTo>
                    <a:pt x="1907115" y="3265328"/>
                    <a:pt x="2023044" y="3351139"/>
                    <a:pt x="2147421" y="3423814"/>
                  </a:cubicBezTo>
                  <a:lnTo>
                    <a:pt x="3647228" y="2259964"/>
                  </a:lnTo>
                  <a:cubicBezTo>
                    <a:pt x="4267248" y="1778828"/>
                    <a:pt x="4644857" y="1053309"/>
                    <a:pt x="4683234" y="269430"/>
                  </a:cubicBezTo>
                  <a:lnTo>
                    <a:pt x="4685520" y="222900"/>
                  </a:lnTo>
                  <a:cubicBezTo>
                    <a:pt x="4686091" y="211175"/>
                    <a:pt x="4680157" y="203488"/>
                    <a:pt x="4676566" y="199954"/>
                  </a:cubicBezTo>
                  <a:cubicBezTo>
                    <a:pt x="4672966" y="196411"/>
                    <a:pt x="4665155" y="190620"/>
                    <a:pt x="4653487" y="191344"/>
                  </a:cubicBezTo>
                  <a:close/>
                  <a:moveTo>
                    <a:pt x="4641314" y="463"/>
                  </a:moveTo>
                  <a:cubicBezTo>
                    <a:pt x="4704103" y="-3624"/>
                    <a:pt x="4765920" y="19494"/>
                    <a:pt x="4810792" y="63699"/>
                  </a:cubicBezTo>
                  <a:cubicBezTo>
                    <a:pt x="4855645" y="107914"/>
                    <a:pt x="4879610" y="169331"/>
                    <a:pt x="4876505" y="232235"/>
                  </a:cubicBezTo>
                  <a:lnTo>
                    <a:pt x="4874229" y="278774"/>
                  </a:lnTo>
                  <a:cubicBezTo>
                    <a:pt x="4833119" y="1118479"/>
                    <a:pt x="4428621" y="1895661"/>
                    <a:pt x="3764452" y="2411059"/>
                  </a:cubicBezTo>
                  <a:lnTo>
                    <a:pt x="3542834" y="2583033"/>
                  </a:lnTo>
                  <a:lnTo>
                    <a:pt x="3542834" y="3106861"/>
                  </a:lnTo>
                  <a:cubicBezTo>
                    <a:pt x="3542834" y="3541858"/>
                    <a:pt x="3373451" y="3950804"/>
                    <a:pt x="3065860" y="4258395"/>
                  </a:cubicBezTo>
                  <a:lnTo>
                    <a:pt x="2504085" y="4820170"/>
                  </a:lnTo>
                  <a:cubicBezTo>
                    <a:pt x="2485816" y="4838449"/>
                    <a:pt x="2461356" y="4848193"/>
                    <a:pt x="2436448" y="4848193"/>
                  </a:cubicBezTo>
                  <a:cubicBezTo>
                    <a:pt x="2424923" y="4848193"/>
                    <a:pt x="2413321" y="4846097"/>
                    <a:pt x="2402158" y="4841811"/>
                  </a:cubicBezTo>
                  <a:cubicBezTo>
                    <a:pt x="2366896" y="4828247"/>
                    <a:pt x="2342922" y="4795195"/>
                    <a:pt x="2340979" y="4757458"/>
                  </a:cubicBezTo>
                  <a:lnTo>
                    <a:pt x="2279619" y="3563308"/>
                  </a:lnTo>
                  <a:lnTo>
                    <a:pt x="2214439" y="3613886"/>
                  </a:lnTo>
                  <a:cubicBezTo>
                    <a:pt x="2197313" y="3627183"/>
                    <a:pt x="2176625" y="3633964"/>
                    <a:pt x="2155803" y="3633964"/>
                  </a:cubicBezTo>
                  <a:cubicBezTo>
                    <a:pt x="2140154" y="3633964"/>
                    <a:pt x="2124447" y="3630126"/>
                    <a:pt x="2110121" y="3622335"/>
                  </a:cubicBezTo>
                  <a:cubicBezTo>
                    <a:pt x="2081803" y="3606933"/>
                    <a:pt x="2053905" y="3590854"/>
                    <a:pt x="2026349" y="3574271"/>
                  </a:cubicBezTo>
                  <a:cubicBezTo>
                    <a:pt x="1980181" y="3612276"/>
                    <a:pt x="1930785" y="3653491"/>
                    <a:pt x="1882502" y="3693781"/>
                  </a:cubicBezTo>
                  <a:cubicBezTo>
                    <a:pt x="1814761" y="3750303"/>
                    <a:pt x="1744723" y="3808758"/>
                    <a:pt x="1683973" y="3858040"/>
                  </a:cubicBezTo>
                  <a:cubicBezTo>
                    <a:pt x="1666599" y="3872128"/>
                    <a:pt x="1645244" y="3879405"/>
                    <a:pt x="1623708" y="3879405"/>
                  </a:cubicBezTo>
                  <a:cubicBezTo>
                    <a:pt x="1609821" y="3879405"/>
                    <a:pt x="1595847" y="3876385"/>
                    <a:pt x="1582817" y="3870213"/>
                  </a:cubicBezTo>
                  <a:cubicBezTo>
                    <a:pt x="1449486" y="3807110"/>
                    <a:pt x="1330109" y="3722928"/>
                    <a:pt x="1228020" y="3619982"/>
                  </a:cubicBezTo>
                  <a:cubicBezTo>
                    <a:pt x="1128351" y="3519493"/>
                    <a:pt x="1046598" y="3402545"/>
                    <a:pt x="985000" y="3272386"/>
                  </a:cubicBezTo>
                  <a:cubicBezTo>
                    <a:pt x="969007" y="3238553"/>
                    <a:pt x="974198" y="3198491"/>
                    <a:pt x="998306" y="3169868"/>
                  </a:cubicBezTo>
                  <a:lnTo>
                    <a:pt x="1280303" y="2835093"/>
                  </a:lnTo>
                  <a:cubicBezTo>
                    <a:pt x="1259939" y="2801927"/>
                    <a:pt x="1240413" y="2768218"/>
                    <a:pt x="1221782" y="2733966"/>
                  </a:cubicBezTo>
                  <a:cubicBezTo>
                    <a:pt x="1203255" y="2699924"/>
                    <a:pt x="1207123" y="2658071"/>
                    <a:pt x="1231554" y="2627982"/>
                  </a:cubicBezTo>
                  <a:lnTo>
                    <a:pt x="1280036" y="2568289"/>
                  </a:lnTo>
                  <a:lnTo>
                    <a:pt x="90897" y="2507195"/>
                  </a:lnTo>
                  <a:cubicBezTo>
                    <a:pt x="53159" y="2505271"/>
                    <a:pt x="20108" y="2481287"/>
                    <a:pt x="6544" y="2446016"/>
                  </a:cubicBezTo>
                  <a:cubicBezTo>
                    <a:pt x="-7020" y="2410755"/>
                    <a:pt x="1467" y="2370797"/>
                    <a:pt x="28185" y="2344080"/>
                  </a:cubicBezTo>
                  <a:lnTo>
                    <a:pt x="589950" y="1782304"/>
                  </a:lnTo>
                  <a:cubicBezTo>
                    <a:pt x="897541" y="1474723"/>
                    <a:pt x="1306497" y="1305331"/>
                    <a:pt x="1741485" y="1305331"/>
                  </a:cubicBezTo>
                  <a:cubicBezTo>
                    <a:pt x="1742409" y="1305331"/>
                    <a:pt x="1743352" y="1305340"/>
                    <a:pt x="1744285" y="1305369"/>
                  </a:cubicBezTo>
                  <a:lnTo>
                    <a:pt x="2292763" y="1321475"/>
                  </a:lnTo>
                  <a:lnTo>
                    <a:pt x="2502351" y="1063453"/>
                  </a:lnTo>
                  <a:cubicBezTo>
                    <a:pt x="3006729" y="442480"/>
                    <a:pt x="3753898" y="57108"/>
                    <a:pt x="4552274" y="6140"/>
                  </a:cubicBezTo>
                  <a:close/>
                </a:path>
              </a:pathLst>
            </a:custGeom>
            <a:ln>
              <a:noFill/>
            </a:ln>
          </p:spPr>
          <p:style>
            <a:lnRef idx="1">
              <a:schemeClr val="accent4"/>
            </a:lnRef>
            <a:fillRef idx="3">
              <a:schemeClr val="accent4"/>
            </a:fillRef>
            <a:effectRef idx="2">
              <a:schemeClr val="accent4"/>
            </a:effectRef>
            <a:fontRef idx="minor">
              <a:schemeClr val="lt1"/>
            </a:fontRef>
          </p:style>
          <p:txBody>
            <a:bodyPr rtlCol="0" anchor="ctr"/>
            <a:lstStyle/>
            <a:p>
              <a:endParaRPr lang="en-US" sz="800"/>
            </a:p>
          </p:txBody>
        </p:sp>
      </p:grpSp>
      <p:sp>
        <p:nvSpPr>
          <p:cNvPr id="47" name="Slide Number Placeholder 1">
            <a:extLst>
              <a:ext uri="{FF2B5EF4-FFF2-40B4-BE49-F238E27FC236}">
                <a16:creationId xmlns:a16="http://schemas.microsoft.com/office/drawing/2014/main" id="{BB53DBAB-AFD3-B405-3957-3AB420A4E124}"/>
              </a:ext>
            </a:extLst>
          </p:cNvPr>
          <p:cNvSpPr txBox="1">
            <a:spLocks/>
          </p:cNvSpPr>
          <p:nvPr/>
        </p:nvSpPr>
        <p:spPr>
          <a:xfrm>
            <a:off x="4718816" y="6433021"/>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737D3DD-0AB3-4F16-99FA-6262B2B4036D}" type="slidenum">
              <a:rPr lang="en-MY" sz="1400" smtClean="0"/>
              <a:pPr algn="ctr"/>
              <a:t>17</a:t>
            </a:fld>
            <a:endParaRPr lang="en-MY" sz="1400" dirty="0"/>
          </a:p>
        </p:txBody>
      </p:sp>
    </p:spTree>
    <p:extLst>
      <p:ext uri="{BB962C8B-B14F-4D97-AF65-F5344CB8AC3E}">
        <p14:creationId xmlns:p14="http://schemas.microsoft.com/office/powerpoint/2010/main" val="960437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Scale>
                                      <p:cBhvr>
                                        <p:cTn id="7"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
                                        </p:tgtEl>
                                        <p:attrNameLst>
                                          <p:attrName>ppt_x</p:attrName>
                                          <p:attrName>ppt_y</p:attrName>
                                        </p:attrNameLst>
                                      </p:cBhvr>
                                    </p:animMotion>
                                    <p:animEffect transition="in" filter="fade">
                                      <p:cBhvr>
                                        <p:cTn id="9" dur="1000"/>
                                        <p:tgtEl>
                                          <p:spTgt spid="2"/>
                                        </p:tgtEl>
                                      </p:cBhvr>
                                    </p:animEffect>
                                  </p:childTnLst>
                                </p:cTn>
                              </p:par>
                              <p:par>
                                <p:cTn id="10" presetID="22" presetClass="entr" presetSubtype="8"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par>
                          <p:cTn id="13" fill="hold">
                            <p:stCondLst>
                              <p:cond delay="1000"/>
                            </p:stCondLst>
                            <p:childTnLst>
                              <p:par>
                                <p:cTn id="14" presetID="2" presetClass="entr" presetSubtype="4" accel="50000" decel="50000" fill="hold" nodeType="afterEffect">
                                  <p:stCondLst>
                                    <p:cond delay="0"/>
                                  </p:stCondLst>
                                  <p:childTnLst>
                                    <p:set>
                                      <p:cBhvr>
                                        <p:cTn id="15" dur="1" fill="hold">
                                          <p:stCondLst>
                                            <p:cond delay="0"/>
                                          </p:stCondLst>
                                        </p:cTn>
                                        <p:tgtEl>
                                          <p:spTgt spid="29"/>
                                        </p:tgtEl>
                                        <p:attrNameLst>
                                          <p:attrName>style.visibility</p:attrName>
                                        </p:attrNameLst>
                                      </p:cBhvr>
                                      <p:to>
                                        <p:strVal val="visible"/>
                                      </p:to>
                                    </p:set>
                                    <p:anim calcmode="lin" valueType="num">
                                      <p:cBhvr additive="base">
                                        <p:cTn id="16" dur="500" fill="hold"/>
                                        <p:tgtEl>
                                          <p:spTgt spid="29"/>
                                        </p:tgtEl>
                                        <p:attrNameLst>
                                          <p:attrName>ppt_x</p:attrName>
                                        </p:attrNameLst>
                                      </p:cBhvr>
                                      <p:tavLst>
                                        <p:tav tm="0">
                                          <p:val>
                                            <p:strVal val="#ppt_x"/>
                                          </p:val>
                                        </p:tav>
                                        <p:tav tm="100000">
                                          <p:val>
                                            <p:strVal val="#ppt_x"/>
                                          </p:val>
                                        </p:tav>
                                      </p:tavLst>
                                    </p:anim>
                                    <p:anim calcmode="lin" valueType="num">
                                      <p:cBhvr additive="base">
                                        <p:cTn id="17" dur="500" fill="hold"/>
                                        <p:tgtEl>
                                          <p:spTgt spid="29"/>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accel="50000" decel="50000" fill="hold" nodeType="after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fill="hold"/>
                                        <p:tgtEl>
                                          <p:spTgt spid="23"/>
                                        </p:tgtEl>
                                        <p:attrNameLst>
                                          <p:attrName>ppt_x</p:attrName>
                                        </p:attrNameLst>
                                      </p:cBhvr>
                                      <p:tavLst>
                                        <p:tav tm="0">
                                          <p:val>
                                            <p:strVal val="#ppt_x"/>
                                          </p:val>
                                        </p:tav>
                                        <p:tav tm="100000">
                                          <p:val>
                                            <p:strVal val="#ppt_x"/>
                                          </p:val>
                                        </p:tav>
                                      </p:tavLst>
                                    </p:anim>
                                    <p:anim calcmode="lin" valueType="num">
                                      <p:cBhvr additive="base">
                                        <p:cTn id="22" dur="500" fill="hold"/>
                                        <p:tgtEl>
                                          <p:spTgt spid="23"/>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accel="50000" decel="50000" fill="hold" nodeType="afterEffect">
                                  <p:stCondLst>
                                    <p:cond delay="0"/>
                                  </p:stCondLst>
                                  <p:childTnLst>
                                    <p:set>
                                      <p:cBhvr>
                                        <p:cTn id="25" dur="1" fill="hold">
                                          <p:stCondLst>
                                            <p:cond delay="0"/>
                                          </p:stCondLst>
                                        </p:cTn>
                                        <p:tgtEl>
                                          <p:spTgt spid="35"/>
                                        </p:tgtEl>
                                        <p:attrNameLst>
                                          <p:attrName>style.visibility</p:attrName>
                                        </p:attrNameLst>
                                      </p:cBhvr>
                                      <p:to>
                                        <p:strVal val="visible"/>
                                      </p:to>
                                    </p:set>
                                    <p:anim calcmode="lin" valueType="num">
                                      <p:cBhvr additive="base">
                                        <p:cTn id="26" dur="500" fill="hold"/>
                                        <p:tgtEl>
                                          <p:spTgt spid="35"/>
                                        </p:tgtEl>
                                        <p:attrNameLst>
                                          <p:attrName>ppt_x</p:attrName>
                                        </p:attrNameLst>
                                      </p:cBhvr>
                                      <p:tavLst>
                                        <p:tav tm="0">
                                          <p:val>
                                            <p:strVal val="#ppt_x"/>
                                          </p:val>
                                        </p:tav>
                                        <p:tav tm="100000">
                                          <p:val>
                                            <p:strVal val="#ppt_x"/>
                                          </p:val>
                                        </p:tav>
                                      </p:tavLst>
                                    </p:anim>
                                    <p:anim calcmode="lin" valueType="num">
                                      <p:cBhvr additive="base">
                                        <p:cTn id="27" dur="500" fill="hold"/>
                                        <p:tgtEl>
                                          <p:spTgt spid="35"/>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accel="50000" decel="50000" fill="hold" nodeType="afterEffect">
                                  <p:stCondLst>
                                    <p:cond delay="0"/>
                                  </p:stCondLst>
                                  <p:childTnLst>
                                    <p:set>
                                      <p:cBhvr>
                                        <p:cTn id="30" dur="1" fill="hold">
                                          <p:stCondLst>
                                            <p:cond delay="0"/>
                                          </p:stCondLst>
                                        </p:cTn>
                                        <p:tgtEl>
                                          <p:spTgt spid="41"/>
                                        </p:tgtEl>
                                        <p:attrNameLst>
                                          <p:attrName>style.visibility</p:attrName>
                                        </p:attrNameLst>
                                      </p:cBhvr>
                                      <p:to>
                                        <p:strVal val="visible"/>
                                      </p:to>
                                    </p:set>
                                    <p:anim calcmode="lin" valueType="num">
                                      <p:cBhvr additive="base">
                                        <p:cTn id="31" dur="500" fill="hold"/>
                                        <p:tgtEl>
                                          <p:spTgt spid="41"/>
                                        </p:tgtEl>
                                        <p:attrNameLst>
                                          <p:attrName>ppt_x</p:attrName>
                                        </p:attrNameLst>
                                      </p:cBhvr>
                                      <p:tavLst>
                                        <p:tav tm="0">
                                          <p:val>
                                            <p:strVal val="#ppt_x"/>
                                          </p:val>
                                        </p:tav>
                                        <p:tav tm="100000">
                                          <p:val>
                                            <p:strVal val="#ppt_x"/>
                                          </p:val>
                                        </p:tav>
                                      </p:tavLst>
                                    </p:anim>
                                    <p:anim calcmode="lin" valueType="num">
                                      <p:cBhvr additive="base">
                                        <p:cTn id="32"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02B2060-0819-4585-B748-5593096457D7}"/>
              </a:ext>
            </a:extLst>
          </p:cNvPr>
          <p:cNvGrpSpPr/>
          <p:nvPr/>
        </p:nvGrpSpPr>
        <p:grpSpPr>
          <a:xfrm>
            <a:off x="5838444" y="1401583"/>
            <a:ext cx="6353556" cy="4657648"/>
            <a:chOff x="213312" y="2256562"/>
            <a:chExt cx="5225338" cy="3830577"/>
          </a:xfrm>
        </p:grpSpPr>
        <p:grpSp>
          <p:nvGrpSpPr>
            <p:cNvPr id="11" name="Group 10">
              <a:extLst>
                <a:ext uri="{FF2B5EF4-FFF2-40B4-BE49-F238E27FC236}">
                  <a16:creationId xmlns:a16="http://schemas.microsoft.com/office/drawing/2014/main" id="{0AF1F9C3-987B-483A-9870-2A0ABD4AA381}"/>
                </a:ext>
              </a:extLst>
            </p:cNvPr>
            <p:cNvGrpSpPr/>
            <p:nvPr/>
          </p:nvGrpSpPr>
          <p:grpSpPr>
            <a:xfrm>
              <a:off x="1460945" y="2723959"/>
              <a:ext cx="3365055" cy="3363180"/>
              <a:chOff x="1460945" y="2723959"/>
              <a:chExt cx="3365055" cy="3363180"/>
            </a:xfrm>
          </p:grpSpPr>
          <p:grpSp>
            <p:nvGrpSpPr>
              <p:cNvPr id="16" name="Group 15">
                <a:extLst>
                  <a:ext uri="{FF2B5EF4-FFF2-40B4-BE49-F238E27FC236}">
                    <a16:creationId xmlns:a16="http://schemas.microsoft.com/office/drawing/2014/main" id="{CC75FDD0-8793-403C-98DE-C6E4B5E3BF3F}"/>
                  </a:ext>
                </a:extLst>
              </p:cNvPr>
              <p:cNvGrpSpPr/>
              <p:nvPr/>
            </p:nvGrpSpPr>
            <p:grpSpPr>
              <a:xfrm>
                <a:off x="1460945" y="2723959"/>
                <a:ext cx="3365055" cy="3363180"/>
                <a:chOff x="800099" y="1905000"/>
                <a:chExt cx="2855913" cy="2854325"/>
              </a:xfrm>
            </p:grpSpPr>
            <p:sp>
              <p:nvSpPr>
                <p:cNvPr id="24" name="Oval 23">
                  <a:extLst>
                    <a:ext uri="{FF2B5EF4-FFF2-40B4-BE49-F238E27FC236}">
                      <a16:creationId xmlns:a16="http://schemas.microsoft.com/office/drawing/2014/main" id="{2A324214-21B6-4085-B683-B0C659905160}"/>
                    </a:ext>
                  </a:extLst>
                </p:cNvPr>
                <p:cNvSpPr>
                  <a:spLocks noChangeArrowheads="1"/>
                </p:cNvSpPr>
                <p:nvPr/>
              </p:nvSpPr>
              <p:spPr bwMode="auto">
                <a:xfrm>
                  <a:off x="1158874" y="2263775"/>
                  <a:ext cx="2138363" cy="2139950"/>
                </a:xfrm>
                <a:prstGeom prst="ellipse">
                  <a:avLst/>
                </a:prstGeom>
                <a:solidFill>
                  <a:srgbClr val="E6E7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1013" dirty="0"/>
                </a:p>
              </p:txBody>
            </p:sp>
            <p:sp>
              <p:nvSpPr>
                <p:cNvPr id="25" name="Freeform 6">
                  <a:extLst>
                    <a:ext uri="{FF2B5EF4-FFF2-40B4-BE49-F238E27FC236}">
                      <a16:creationId xmlns:a16="http://schemas.microsoft.com/office/drawing/2014/main" id="{51C8822B-658B-448D-BE13-3FA9E5FDFAF0}"/>
                    </a:ext>
                  </a:extLst>
                </p:cNvPr>
                <p:cNvSpPr>
                  <a:spLocks/>
                </p:cNvSpPr>
                <p:nvPr/>
              </p:nvSpPr>
              <p:spPr bwMode="auto">
                <a:xfrm>
                  <a:off x="1417637" y="1905000"/>
                  <a:ext cx="2238375" cy="2854325"/>
                </a:xfrm>
                <a:custGeom>
                  <a:avLst/>
                  <a:gdLst>
                    <a:gd name="T0" fmla="*/ 334 w 922"/>
                    <a:gd name="T1" fmla="*/ 0 h 1176"/>
                    <a:gd name="T2" fmla="*/ 334 w 922"/>
                    <a:gd name="T3" fmla="*/ 148 h 1176"/>
                    <a:gd name="T4" fmla="*/ 774 w 922"/>
                    <a:gd name="T5" fmla="*/ 588 h 1176"/>
                    <a:gd name="T6" fmla="*/ 334 w 922"/>
                    <a:gd name="T7" fmla="*/ 1029 h 1176"/>
                    <a:gd name="T8" fmla="*/ 84 w 922"/>
                    <a:gd name="T9" fmla="*/ 951 h 1176"/>
                    <a:gd name="T10" fmla="*/ 0 w 922"/>
                    <a:gd name="T11" fmla="*/ 1072 h 1176"/>
                    <a:gd name="T12" fmla="*/ 334 w 922"/>
                    <a:gd name="T13" fmla="*/ 1176 h 1176"/>
                    <a:gd name="T14" fmla="*/ 922 w 922"/>
                    <a:gd name="T15" fmla="*/ 588 h 1176"/>
                    <a:gd name="T16" fmla="*/ 334 w 922"/>
                    <a:gd name="T17" fmla="*/ 0 h 1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2" h="1176">
                      <a:moveTo>
                        <a:pt x="334" y="0"/>
                      </a:moveTo>
                      <a:cubicBezTo>
                        <a:pt x="334" y="148"/>
                        <a:pt x="334" y="148"/>
                        <a:pt x="334" y="148"/>
                      </a:cubicBezTo>
                      <a:cubicBezTo>
                        <a:pt x="577" y="148"/>
                        <a:pt x="774" y="345"/>
                        <a:pt x="774" y="588"/>
                      </a:cubicBezTo>
                      <a:cubicBezTo>
                        <a:pt x="774" y="831"/>
                        <a:pt x="577" y="1029"/>
                        <a:pt x="334" y="1029"/>
                      </a:cubicBezTo>
                      <a:cubicBezTo>
                        <a:pt x="241" y="1029"/>
                        <a:pt x="155" y="1000"/>
                        <a:pt x="84" y="951"/>
                      </a:cubicBezTo>
                      <a:cubicBezTo>
                        <a:pt x="0" y="1072"/>
                        <a:pt x="0" y="1072"/>
                        <a:pt x="0" y="1072"/>
                      </a:cubicBezTo>
                      <a:cubicBezTo>
                        <a:pt x="95" y="1137"/>
                        <a:pt x="210" y="1176"/>
                        <a:pt x="334" y="1176"/>
                      </a:cubicBezTo>
                      <a:cubicBezTo>
                        <a:pt x="658" y="1176"/>
                        <a:pt x="922" y="913"/>
                        <a:pt x="922" y="588"/>
                      </a:cubicBezTo>
                      <a:cubicBezTo>
                        <a:pt x="922" y="264"/>
                        <a:pt x="658" y="0"/>
                        <a:pt x="334"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1013" dirty="0"/>
                </a:p>
              </p:txBody>
            </p:sp>
            <p:sp>
              <p:nvSpPr>
                <p:cNvPr id="26" name="Freeform 7">
                  <a:extLst>
                    <a:ext uri="{FF2B5EF4-FFF2-40B4-BE49-F238E27FC236}">
                      <a16:creationId xmlns:a16="http://schemas.microsoft.com/office/drawing/2014/main" id="{E907FB7F-D03D-4C5C-9AE0-F44A08785AB5}"/>
                    </a:ext>
                  </a:extLst>
                </p:cNvPr>
                <p:cNvSpPr>
                  <a:spLocks/>
                </p:cNvSpPr>
                <p:nvPr/>
              </p:nvSpPr>
              <p:spPr bwMode="auto">
                <a:xfrm>
                  <a:off x="800099" y="2919413"/>
                  <a:ext cx="820738" cy="1587500"/>
                </a:xfrm>
                <a:custGeom>
                  <a:avLst/>
                  <a:gdLst>
                    <a:gd name="T0" fmla="*/ 148 w 338"/>
                    <a:gd name="T1" fmla="*/ 170 h 654"/>
                    <a:gd name="T2" fmla="*/ 166 w 338"/>
                    <a:gd name="T3" fmla="*/ 43 h 654"/>
                    <a:gd name="T4" fmla="*/ 25 w 338"/>
                    <a:gd name="T5" fmla="*/ 0 h 654"/>
                    <a:gd name="T6" fmla="*/ 0 w 338"/>
                    <a:gd name="T7" fmla="*/ 170 h 654"/>
                    <a:gd name="T8" fmla="*/ 254 w 338"/>
                    <a:gd name="T9" fmla="*/ 654 h 654"/>
                    <a:gd name="T10" fmla="*/ 338 w 338"/>
                    <a:gd name="T11" fmla="*/ 533 h 654"/>
                    <a:gd name="T12" fmla="*/ 148 w 338"/>
                    <a:gd name="T13" fmla="*/ 170 h 654"/>
                  </a:gdLst>
                  <a:ahLst/>
                  <a:cxnLst>
                    <a:cxn ang="0">
                      <a:pos x="T0" y="T1"/>
                    </a:cxn>
                    <a:cxn ang="0">
                      <a:pos x="T2" y="T3"/>
                    </a:cxn>
                    <a:cxn ang="0">
                      <a:pos x="T4" y="T5"/>
                    </a:cxn>
                    <a:cxn ang="0">
                      <a:pos x="T6" y="T7"/>
                    </a:cxn>
                    <a:cxn ang="0">
                      <a:pos x="T8" y="T9"/>
                    </a:cxn>
                    <a:cxn ang="0">
                      <a:pos x="T10" y="T11"/>
                    </a:cxn>
                    <a:cxn ang="0">
                      <a:pos x="T12" y="T13"/>
                    </a:cxn>
                  </a:cxnLst>
                  <a:rect l="0" t="0" r="r" b="b"/>
                  <a:pathLst>
                    <a:path w="338" h="654">
                      <a:moveTo>
                        <a:pt x="148" y="170"/>
                      </a:moveTo>
                      <a:cubicBezTo>
                        <a:pt x="148" y="126"/>
                        <a:pt x="154" y="83"/>
                        <a:pt x="166" y="43"/>
                      </a:cubicBezTo>
                      <a:cubicBezTo>
                        <a:pt x="25" y="0"/>
                        <a:pt x="25" y="0"/>
                        <a:pt x="25" y="0"/>
                      </a:cubicBezTo>
                      <a:cubicBezTo>
                        <a:pt x="9" y="54"/>
                        <a:pt x="0" y="111"/>
                        <a:pt x="0" y="170"/>
                      </a:cubicBezTo>
                      <a:cubicBezTo>
                        <a:pt x="0" y="371"/>
                        <a:pt x="101" y="548"/>
                        <a:pt x="254" y="654"/>
                      </a:cubicBezTo>
                      <a:cubicBezTo>
                        <a:pt x="338" y="533"/>
                        <a:pt x="338" y="533"/>
                        <a:pt x="338" y="533"/>
                      </a:cubicBezTo>
                      <a:cubicBezTo>
                        <a:pt x="223" y="453"/>
                        <a:pt x="148" y="320"/>
                        <a:pt x="148" y="17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1013" dirty="0"/>
                </a:p>
              </p:txBody>
            </p:sp>
            <p:sp>
              <p:nvSpPr>
                <p:cNvPr id="27" name="Freeform 8">
                  <a:extLst>
                    <a:ext uri="{FF2B5EF4-FFF2-40B4-BE49-F238E27FC236}">
                      <a16:creationId xmlns:a16="http://schemas.microsoft.com/office/drawing/2014/main" id="{B0CC04E8-94AF-47EF-87A5-1B4FC649310D}"/>
                    </a:ext>
                  </a:extLst>
                </p:cNvPr>
                <p:cNvSpPr>
                  <a:spLocks/>
                </p:cNvSpPr>
                <p:nvPr/>
              </p:nvSpPr>
              <p:spPr bwMode="auto">
                <a:xfrm>
                  <a:off x="1543049" y="1905000"/>
                  <a:ext cx="685800" cy="490538"/>
                </a:xfrm>
                <a:custGeom>
                  <a:avLst/>
                  <a:gdLst>
                    <a:gd name="T0" fmla="*/ 282 w 282"/>
                    <a:gd name="T1" fmla="*/ 148 h 202"/>
                    <a:gd name="T2" fmla="*/ 282 w 282"/>
                    <a:gd name="T3" fmla="*/ 148 h 202"/>
                    <a:gd name="T4" fmla="*/ 282 w 282"/>
                    <a:gd name="T5" fmla="*/ 0 h 202"/>
                    <a:gd name="T6" fmla="*/ 0 w 282"/>
                    <a:gd name="T7" fmla="*/ 73 h 202"/>
                    <a:gd name="T8" fmla="*/ 71 w 282"/>
                    <a:gd name="T9" fmla="*/ 202 h 202"/>
                    <a:gd name="T10" fmla="*/ 282 w 282"/>
                    <a:gd name="T11" fmla="*/ 148 h 202"/>
                  </a:gdLst>
                  <a:ahLst/>
                  <a:cxnLst>
                    <a:cxn ang="0">
                      <a:pos x="T0" y="T1"/>
                    </a:cxn>
                    <a:cxn ang="0">
                      <a:pos x="T2" y="T3"/>
                    </a:cxn>
                    <a:cxn ang="0">
                      <a:pos x="T4" y="T5"/>
                    </a:cxn>
                    <a:cxn ang="0">
                      <a:pos x="T6" y="T7"/>
                    </a:cxn>
                    <a:cxn ang="0">
                      <a:pos x="T8" y="T9"/>
                    </a:cxn>
                    <a:cxn ang="0">
                      <a:pos x="T10" y="T11"/>
                    </a:cxn>
                  </a:cxnLst>
                  <a:rect l="0" t="0" r="r" b="b"/>
                  <a:pathLst>
                    <a:path w="282" h="202">
                      <a:moveTo>
                        <a:pt x="282" y="148"/>
                      </a:moveTo>
                      <a:cubicBezTo>
                        <a:pt x="282" y="148"/>
                        <a:pt x="282" y="148"/>
                        <a:pt x="282" y="148"/>
                      </a:cubicBezTo>
                      <a:cubicBezTo>
                        <a:pt x="282" y="0"/>
                        <a:pt x="282" y="0"/>
                        <a:pt x="282" y="0"/>
                      </a:cubicBezTo>
                      <a:cubicBezTo>
                        <a:pt x="180" y="0"/>
                        <a:pt x="84" y="27"/>
                        <a:pt x="0" y="73"/>
                      </a:cubicBezTo>
                      <a:cubicBezTo>
                        <a:pt x="71" y="202"/>
                        <a:pt x="71" y="202"/>
                        <a:pt x="71" y="202"/>
                      </a:cubicBezTo>
                      <a:cubicBezTo>
                        <a:pt x="133" y="167"/>
                        <a:pt x="205" y="148"/>
                        <a:pt x="282" y="148"/>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1013" dirty="0"/>
                </a:p>
              </p:txBody>
            </p:sp>
            <p:sp>
              <p:nvSpPr>
                <p:cNvPr id="28" name="Freeform 9">
                  <a:extLst>
                    <a:ext uri="{FF2B5EF4-FFF2-40B4-BE49-F238E27FC236}">
                      <a16:creationId xmlns:a16="http://schemas.microsoft.com/office/drawing/2014/main" id="{A885A22E-E3B2-409B-9344-6B966D7FA9F9}"/>
                    </a:ext>
                  </a:extLst>
                </p:cNvPr>
                <p:cNvSpPr>
                  <a:spLocks/>
                </p:cNvSpPr>
                <p:nvPr/>
              </p:nvSpPr>
              <p:spPr bwMode="auto">
                <a:xfrm>
                  <a:off x="860424" y="2081213"/>
                  <a:ext cx="855663" cy="942975"/>
                </a:xfrm>
                <a:custGeom>
                  <a:avLst/>
                  <a:gdLst>
                    <a:gd name="T0" fmla="*/ 352 w 352"/>
                    <a:gd name="T1" fmla="*/ 129 h 388"/>
                    <a:gd name="T2" fmla="*/ 281 w 352"/>
                    <a:gd name="T3" fmla="*/ 0 h 388"/>
                    <a:gd name="T4" fmla="*/ 0 w 352"/>
                    <a:gd name="T5" fmla="*/ 345 h 388"/>
                    <a:gd name="T6" fmla="*/ 141 w 352"/>
                    <a:gd name="T7" fmla="*/ 388 h 388"/>
                    <a:gd name="T8" fmla="*/ 352 w 352"/>
                    <a:gd name="T9" fmla="*/ 129 h 388"/>
                  </a:gdLst>
                  <a:ahLst/>
                  <a:cxnLst>
                    <a:cxn ang="0">
                      <a:pos x="T0" y="T1"/>
                    </a:cxn>
                    <a:cxn ang="0">
                      <a:pos x="T2" y="T3"/>
                    </a:cxn>
                    <a:cxn ang="0">
                      <a:pos x="T4" y="T5"/>
                    </a:cxn>
                    <a:cxn ang="0">
                      <a:pos x="T6" y="T7"/>
                    </a:cxn>
                    <a:cxn ang="0">
                      <a:pos x="T8" y="T9"/>
                    </a:cxn>
                  </a:cxnLst>
                  <a:rect l="0" t="0" r="r" b="b"/>
                  <a:pathLst>
                    <a:path w="352" h="388">
                      <a:moveTo>
                        <a:pt x="352" y="129"/>
                      </a:moveTo>
                      <a:cubicBezTo>
                        <a:pt x="281" y="0"/>
                        <a:pt x="281" y="0"/>
                        <a:pt x="281" y="0"/>
                      </a:cubicBezTo>
                      <a:cubicBezTo>
                        <a:pt x="147" y="73"/>
                        <a:pt x="45" y="197"/>
                        <a:pt x="0" y="345"/>
                      </a:cubicBezTo>
                      <a:cubicBezTo>
                        <a:pt x="141" y="388"/>
                        <a:pt x="141" y="388"/>
                        <a:pt x="141" y="388"/>
                      </a:cubicBezTo>
                      <a:cubicBezTo>
                        <a:pt x="175" y="276"/>
                        <a:pt x="251" y="184"/>
                        <a:pt x="352" y="129"/>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1013" dirty="0"/>
                </a:p>
              </p:txBody>
            </p:sp>
          </p:grpSp>
          <p:grpSp>
            <p:nvGrpSpPr>
              <p:cNvPr id="17" name="Group 16">
                <a:extLst>
                  <a:ext uri="{FF2B5EF4-FFF2-40B4-BE49-F238E27FC236}">
                    <a16:creationId xmlns:a16="http://schemas.microsoft.com/office/drawing/2014/main" id="{0CA750A1-AB7C-4B5C-96E2-A3B41A9E9E9C}"/>
                  </a:ext>
                </a:extLst>
              </p:cNvPr>
              <p:cNvGrpSpPr/>
              <p:nvPr/>
            </p:nvGrpSpPr>
            <p:grpSpPr>
              <a:xfrm>
                <a:off x="2413394" y="3728669"/>
                <a:ext cx="1460194" cy="1353762"/>
                <a:chOff x="1549401" y="3063876"/>
                <a:chExt cx="174625" cy="161925"/>
              </a:xfrm>
              <a:solidFill>
                <a:schemeClr val="accent6"/>
              </a:solidFill>
            </p:grpSpPr>
            <p:sp>
              <p:nvSpPr>
                <p:cNvPr id="18" name="Freeform 336">
                  <a:extLst>
                    <a:ext uri="{FF2B5EF4-FFF2-40B4-BE49-F238E27FC236}">
                      <a16:creationId xmlns:a16="http://schemas.microsoft.com/office/drawing/2014/main" id="{692E0779-A7C7-4553-9021-8EEFA1A28752}"/>
                    </a:ext>
                  </a:extLst>
                </p:cNvPr>
                <p:cNvSpPr>
                  <a:spLocks noEditPoints="1"/>
                </p:cNvSpPr>
                <p:nvPr/>
              </p:nvSpPr>
              <p:spPr bwMode="auto">
                <a:xfrm>
                  <a:off x="1562101" y="3063876"/>
                  <a:ext cx="46038" cy="46038"/>
                </a:xfrm>
                <a:custGeom>
                  <a:avLst/>
                  <a:gdLst>
                    <a:gd name="T0" fmla="*/ 24 w 47"/>
                    <a:gd name="T1" fmla="*/ 47 h 47"/>
                    <a:gd name="T2" fmla="*/ 40 w 47"/>
                    <a:gd name="T3" fmla="*/ 41 h 47"/>
                    <a:gd name="T4" fmla="*/ 47 w 47"/>
                    <a:gd name="T5" fmla="*/ 24 h 47"/>
                    <a:gd name="T6" fmla="*/ 40 w 47"/>
                    <a:gd name="T7" fmla="*/ 7 h 47"/>
                    <a:gd name="T8" fmla="*/ 24 w 47"/>
                    <a:gd name="T9" fmla="*/ 0 h 47"/>
                    <a:gd name="T10" fmla="*/ 7 w 47"/>
                    <a:gd name="T11" fmla="*/ 7 h 47"/>
                    <a:gd name="T12" fmla="*/ 0 w 47"/>
                    <a:gd name="T13" fmla="*/ 24 h 47"/>
                    <a:gd name="T14" fmla="*/ 7 w 47"/>
                    <a:gd name="T15" fmla="*/ 41 h 47"/>
                    <a:gd name="T16" fmla="*/ 24 w 47"/>
                    <a:gd name="T17" fmla="*/ 47 h 47"/>
                    <a:gd name="T18" fmla="*/ 24 w 47"/>
                    <a:gd name="T19" fmla="*/ 47 h 47"/>
                    <a:gd name="T20" fmla="*/ 24 w 47"/>
                    <a:gd name="T21"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 h="47">
                      <a:moveTo>
                        <a:pt x="24" y="47"/>
                      </a:moveTo>
                      <a:cubicBezTo>
                        <a:pt x="30" y="47"/>
                        <a:pt x="36" y="45"/>
                        <a:pt x="40" y="41"/>
                      </a:cubicBezTo>
                      <a:cubicBezTo>
                        <a:pt x="45" y="36"/>
                        <a:pt x="47" y="30"/>
                        <a:pt x="47" y="24"/>
                      </a:cubicBezTo>
                      <a:cubicBezTo>
                        <a:pt x="47" y="17"/>
                        <a:pt x="45" y="12"/>
                        <a:pt x="40" y="7"/>
                      </a:cubicBezTo>
                      <a:cubicBezTo>
                        <a:pt x="36" y="3"/>
                        <a:pt x="30" y="0"/>
                        <a:pt x="24" y="0"/>
                      </a:cubicBezTo>
                      <a:cubicBezTo>
                        <a:pt x="17" y="0"/>
                        <a:pt x="12" y="3"/>
                        <a:pt x="7" y="7"/>
                      </a:cubicBezTo>
                      <a:cubicBezTo>
                        <a:pt x="2" y="12"/>
                        <a:pt x="0" y="17"/>
                        <a:pt x="0" y="24"/>
                      </a:cubicBezTo>
                      <a:cubicBezTo>
                        <a:pt x="0" y="30"/>
                        <a:pt x="2" y="36"/>
                        <a:pt x="7" y="41"/>
                      </a:cubicBezTo>
                      <a:cubicBezTo>
                        <a:pt x="12" y="45"/>
                        <a:pt x="17" y="47"/>
                        <a:pt x="24" y="47"/>
                      </a:cubicBezTo>
                      <a:close/>
                      <a:moveTo>
                        <a:pt x="24" y="47"/>
                      </a:moveTo>
                      <a:cubicBezTo>
                        <a:pt x="24" y="47"/>
                        <a:pt x="24" y="47"/>
                        <a:pt x="24" y="47"/>
                      </a:cubicBezTo>
                    </a:path>
                  </a:pathLst>
                </a:custGeom>
                <a:solidFill>
                  <a:schemeClr val="bg1">
                    <a:lumMod val="50000"/>
                  </a:schemeClr>
                </a:solidFill>
                <a:ln>
                  <a:noFill/>
                </a:ln>
                <a:extLst>
                  <a:ext uri="{91240B29-F687-4f45-9708-019B960494DF}">
                    <a14:hiddenLine xmlns:a14="http://schemas.microsoft.com/office/drawing/2010/main" xmlns="" xmlns:lc="http://schemas.openxmlformats.org/drawingml/2006/lockedCanvas"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1799" dirty="0"/>
                </a:p>
              </p:txBody>
            </p:sp>
            <p:sp>
              <p:nvSpPr>
                <p:cNvPr id="19" name="Freeform 337">
                  <a:extLst>
                    <a:ext uri="{FF2B5EF4-FFF2-40B4-BE49-F238E27FC236}">
                      <a16:creationId xmlns:a16="http://schemas.microsoft.com/office/drawing/2014/main" id="{4480EEF1-E560-4C67-B471-037F43292E5B}"/>
                    </a:ext>
                  </a:extLst>
                </p:cNvPr>
                <p:cNvSpPr>
                  <a:spLocks noEditPoints="1"/>
                </p:cNvSpPr>
                <p:nvPr/>
              </p:nvSpPr>
              <p:spPr bwMode="auto">
                <a:xfrm>
                  <a:off x="1601788" y="3087688"/>
                  <a:ext cx="69850" cy="68263"/>
                </a:xfrm>
                <a:custGeom>
                  <a:avLst/>
                  <a:gdLst>
                    <a:gd name="T0" fmla="*/ 11 w 71"/>
                    <a:gd name="T1" fmla="*/ 60 h 70"/>
                    <a:gd name="T2" fmla="*/ 36 w 71"/>
                    <a:gd name="T3" fmla="*/ 70 h 70"/>
                    <a:gd name="T4" fmla="*/ 60 w 71"/>
                    <a:gd name="T5" fmla="*/ 60 h 70"/>
                    <a:gd name="T6" fmla="*/ 71 w 71"/>
                    <a:gd name="T7" fmla="*/ 35 h 70"/>
                    <a:gd name="T8" fmla="*/ 60 w 71"/>
                    <a:gd name="T9" fmla="*/ 10 h 70"/>
                    <a:gd name="T10" fmla="*/ 36 w 71"/>
                    <a:gd name="T11" fmla="*/ 0 h 70"/>
                    <a:gd name="T12" fmla="*/ 11 w 71"/>
                    <a:gd name="T13" fmla="*/ 10 h 70"/>
                    <a:gd name="T14" fmla="*/ 0 w 71"/>
                    <a:gd name="T15" fmla="*/ 35 h 70"/>
                    <a:gd name="T16" fmla="*/ 11 w 71"/>
                    <a:gd name="T17" fmla="*/ 60 h 70"/>
                    <a:gd name="T18" fmla="*/ 11 w 71"/>
                    <a:gd name="T19" fmla="*/ 60 h 70"/>
                    <a:gd name="T20" fmla="*/ 11 w 71"/>
                    <a:gd name="T21" fmla="*/ 6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 h="70">
                      <a:moveTo>
                        <a:pt x="11" y="60"/>
                      </a:moveTo>
                      <a:cubicBezTo>
                        <a:pt x="17" y="67"/>
                        <a:pt x="26" y="70"/>
                        <a:pt x="36" y="70"/>
                      </a:cubicBezTo>
                      <a:cubicBezTo>
                        <a:pt x="45" y="70"/>
                        <a:pt x="54" y="67"/>
                        <a:pt x="60" y="60"/>
                      </a:cubicBezTo>
                      <a:cubicBezTo>
                        <a:pt x="67" y="53"/>
                        <a:pt x="71" y="45"/>
                        <a:pt x="71" y="35"/>
                      </a:cubicBezTo>
                      <a:cubicBezTo>
                        <a:pt x="71" y="25"/>
                        <a:pt x="67" y="17"/>
                        <a:pt x="60" y="10"/>
                      </a:cubicBezTo>
                      <a:cubicBezTo>
                        <a:pt x="54" y="3"/>
                        <a:pt x="45" y="0"/>
                        <a:pt x="36" y="0"/>
                      </a:cubicBezTo>
                      <a:cubicBezTo>
                        <a:pt x="26" y="0"/>
                        <a:pt x="17" y="3"/>
                        <a:pt x="11" y="10"/>
                      </a:cubicBezTo>
                      <a:cubicBezTo>
                        <a:pt x="4" y="17"/>
                        <a:pt x="0" y="25"/>
                        <a:pt x="0" y="35"/>
                      </a:cubicBezTo>
                      <a:cubicBezTo>
                        <a:pt x="0" y="45"/>
                        <a:pt x="4" y="53"/>
                        <a:pt x="11" y="60"/>
                      </a:cubicBezTo>
                      <a:close/>
                      <a:moveTo>
                        <a:pt x="11" y="60"/>
                      </a:moveTo>
                      <a:cubicBezTo>
                        <a:pt x="11" y="60"/>
                        <a:pt x="11" y="60"/>
                        <a:pt x="11" y="60"/>
                      </a:cubicBezTo>
                    </a:path>
                  </a:pathLst>
                </a:custGeom>
                <a:solidFill>
                  <a:schemeClr val="bg1">
                    <a:lumMod val="50000"/>
                  </a:schemeClr>
                </a:solidFill>
                <a:ln>
                  <a:noFill/>
                </a:ln>
                <a:extLst>
                  <a:ext uri="{91240B29-F687-4f45-9708-019B960494DF}">
                    <a14:hiddenLine xmlns:a14="http://schemas.microsoft.com/office/drawing/2010/main" xmlns="" xmlns:lc="http://schemas.openxmlformats.org/drawingml/2006/lockedCanvas"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1799" dirty="0"/>
                </a:p>
              </p:txBody>
            </p:sp>
            <p:sp>
              <p:nvSpPr>
                <p:cNvPr id="20" name="Freeform 338">
                  <a:extLst>
                    <a:ext uri="{FF2B5EF4-FFF2-40B4-BE49-F238E27FC236}">
                      <a16:creationId xmlns:a16="http://schemas.microsoft.com/office/drawing/2014/main" id="{A6E9FB65-241F-4C60-80C9-9A53019E027F}"/>
                    </a:ext>
                  </a:extLst>
                </p:cNvPr>
                <p:cNvSpPr>
                  <a:spLocks noEditPoints="1"/>
                </p:cNvSpPr>
                <p:nvPr/>
              </p:nvSpPr>
              <p:spPr bwMode="auto">
                <a:xfrm>
                  <a:off x="1665288" y="3063876"/>
                  <a:ext cx="47625" cy="46038"/>
                </a:xfrm>
                <a:custGeom>
                  <a:avLst/>
                  <a:gdLst>
                    <a:gd name="T0" fmla="*/ 23 w 47"/>
                    <a:gd name="T1" fmla="*/ 47 h 47"/>
                    <a:gd name="T2" fmla="*/ 40 w 47"/>
                    <a:gd name="T3" fmla="*/ 41 h 47"/>
                    <a:gd name="T4" fmla="*/ 47 w 47"/>
                    <a:gd name="T5" fmla="*/ 24 h 47"/>
                    <a:gd name="T6" fmla="*/ 40 w 47"/>
                    <a:gd name="T7" fmla="*/ 7 h 47"/>
                    <a:gd name="T8" fmla="*/ 23 w 47"/>
                    <a:gd name="T9" fmla="*/ 0 h 47"/>
                    <a:gd name="T10" fmla="*/ 7 w 47"/>
                    <a:gd name="T11" fmla="*/ 7 h 47"/>
                    <a:gd name="T12" fmla="*/ 0 w 47"/>
                    <a:gd name="T13" fmla="*/ 24 h 47"/>
                    <a:gd name="T14" fmla="*/ 7 w 47"/>
                    <a:gd name="T15" fmla="*/ 41 h 47"/>
                    <a:gd name="T16" fmla="*/ 23 w 47"/>
                    <a:gd name="T17" fmla="*/ 47 h 47"/>
                    <a:gd name="T18" fmla="*/ 23 w 47"/>
                    <a:gd name="T19" fmla="*/ 47 h 47"/>
                    <a:gd name="T20" fmla="*/ 23 w 47"/>
                    <a:gd name="T21" fmla="*/ 4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 h="47">
                      <a:moveTo>
                        <a:pt x="23" y="47"/>
                      </a:moveTo>
                      <a:cubicBezTo>
                        <a:pt x="30" y="47"/>
                        <a:pt x="35" y="45"/>
                        <a:pt x="40" y="41"/>
                      </a:cubicBezTo>
                      <a:cubicBezTo>
                        <a:pt x="45" y="36"/>
                        <a:pt x="47" y="30"/>
                        <a:pt x="47" y="24"/>
                      </a:cubicBezTo>
                      <a:cubicBezTo>
                        <a:pt x="47" y="17"/>
                        <a:pt x="45" y="12"/>
                        <a:pt x="40" y="7"/>
                      </a:cubicBezTo>
                      <a:cubicBezTo>
                        <a:pt x="35" y="3"/>
                        <a:pt x="30" y="0"/>
                        <a:pt x="23" y="0"/>
                      </a:cubicBezTo>
                      <a:cubicBezTo>
                        <a:pt x="17" y="0"/>
                        <a:pt x="11" y="3"/>
                        <a:pt x="7" y="7"/>
                      </a:cubicBezTo>
                      <a:cubicBezTo>
                        <a:pt x="2" y="12"/>
                        <a:pt x="0" y="17"/>
                        <a:pt x="0" y="24"/>
                      </a:cubicBezTo>
                      <a:cubicBezTo>
                        <a:pt x="0" y="30"/>
                        <a:pt x="2" y="36"/>
                        <a:pt x="7" y="41"/>
                      </a:cubicBezTo>
                      <a:cubicBezTo>
                        <a:pt x="11" y="45"/>
                        <a:pt x="17" y="47"/>
                        <a:pt x="23" y="47"/>
                      </a:cubicBezTo>
                      <a:close/>
                      <a:moveTo>
                        <a:pt x="23" y="47"/>
                      </a:moveTo>
                      <a:cubicBezTo>
                        <a:pt x="23" y="47"/>
                        <a:pt x="23" y="47"/>
                        <a:pt x="23" y="47"/>
                      </a:cubicBezTo>
                    </a:path>
                  </a:pathLst>
                </a:custGeom>
                <a:solidFill>
                  <a:schemeClr val="bg1">
                    <a:lumMod val="50000"/>
                  </a:schemeClr>
                </a:solidFill>
                <a:ln>
                  <a:noFill/>
                </a:ln>
                <a:extLst>
                  <a:ext uri="{91240B29-F687-4f45-9708-019B960494DF}">
                    <a14:hiddenLine xmlns:a14="http://schemas.microsoft.com/office/drawing/2010/main" xmlns="" xmlns:lc="http://schemas.openxmlformats.org/drawingml/2006/lockedCanvas"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1799" dirty="0"/>
                </a:p>
              </p:txBody>
            </p:sp>
            <p:sp>
              <p:nvSpPr>
                <p:cNvPr id="21" name="Freeform 339">
                  <a:extLst>
                    <a:ext uri="{FF2B5EF4-FFF2-40B4-BE49-F238E27FC236}">
                      <a16:creationId xmlns:a16="http://schemas.microsoft.com/office/drawing/2014/main" id="{FFABA4BD-2069-494E-B254-1DDF9F8999D2}"/>
                    </a:ext>
                  </a:extLst>
                </p:cNvPr>
                <p:cNvSpPr>
                  <a:spLocks noEditPoints="1"/>
                </p:cNvSpPr>
                <p:nvPr/>
              </p:nvSpPr>
              <p:spPr bwMode="auto">
                <a:xfrm>
                  <a:off x="1670051" y="3109913"/>
                  <a:ext cx="53975" cy="46038"/>
                </a:xfrm>
                <a:custGeom>
                  <a:avLst/>
                  <a:gdLst>
                    <a:gd name="T0" fmla="*/ 43 w 55"/>
                    <a:gd name="T1" fmla="*/ 0 h 47"/>
                    <a:gd name="T2" fmla="*/ 39 w 55"/>
                    <a:gd name="T3" fmla="*/ 2 h 47"/>
                    <a:gd name="T4" fmla="*/ 30 w 55"/>
                    <a:gd name="T5" fmla="*/ 6 h 47"/>
                    <a:gd name="T6" fmla="*/ 19 w 55"/>
                    <a:gd name="T7" fmla="*/ 8 h 47"/>
                    <a:gd name="T8" fmla="*/ 7 w 55"/>
                    <a:gd name="T9" fmla="*/ 6 h 47"/>
                    <a:gd name="T10" fmla="*/ 8 w 55"/>
                    <a:gd name="T11" fmla="*/ 12 h 47"/>
                    <a:gd name="T12" fmla="*/ 0 w 55"/>
                    <a:gd name="T13" fmla="*/ 36 h 47"/>
                    <a:gd name="T14" fmla="*/ 25 w 55"/>
                    <a:gd name="T15" fmla="*/ 47 h 47"/>
                    <a:gd name="T16" fmla="*/ 37 w 55"/>
                    <a:gd name="T17" fmla="*/ 47 h 47"/>
                    <a:gd name="T18" fmla="*/ 50 w 55"/>
                    <a:gd name="T19" fmla="*/ 44 h 47"/>
                    <a:gd name="T20" fmla="*/ 55 w 55"/>
                    <a:gd name="T21" fmla="*/ 33 h 47"/>
                    <a:gd name="T22" fmla="*/ 43 w 55"/>
                    <a:gd name="T23" fmla="*/ 0 h 47"/>
                    <a:gd name="T24" fmla="*/ 43 w 55"/>
                    <a:gd name="T25" fmla="*/ 0 h 47"/>
                    <a:gd name="T26" fmla="*/ 43 w 55"/>
                    <a:gd name="T27"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 h="47">
                      <a:moveTo>
                        <a:pt x="43" y="0"/>
                      </a:moveTo>
                      <a:cubicBezTo>
                        <a:pt x="43" y="0"/>
                        <a:pt x="42" y="1"/>
                        <a:pt x="39" y="2"/>
                      </a:cubicBezTo>
                      <a:cubicBezTo>
                        <a:pt x="37" y="4"/>
                        <a:pt x="34" y="5"/>
                        <a:pt x="30" y="6"/>
                      </a:cubicBezTo>
                      <a:cubicBezTo>
                        <a:pt x="27" y="8"/>
                        <a:pt x="23" y="8"/>
                        <a:pt x="19" y="8"/>
                      </a:cubicBezTo>
                      <a:cubicBezTo>
                        <a:pt x="15" y="8"/>
                        <a:pt x="11" y="8"/>
                        <a:pt x="7" y="6"/>
                      </a:cubicBezTo>
                      <a:cubicBezTo>
                        <a:pt x="7" y="8"/>
                        <a:pt x="8" y="10"/>
                        <a:pt x="8" y="12"/>
                      </a:cubicBezTo>
                      <a:cubicBezTo>
                        <a:pt x="8" y="21"/>
                        <a:pt x="5" y="29"/>
                        <a:pt x="0" y="36"/>
                      </a:cubicBezTo>
                      <a:cubicBezTo>
                        <a:pt x="10" y="36"/>
                        <a:pt x="18" y="40"/>
                        <a:pt x="25" y="47"/>
                      </a:cubicBezTo>
                      <a:cubicBezTo>
                        <a:pt x="37" y="47"/>
                        <a:pt x="37" y="47"/>
                        <a:pt x="37" y="47"/>
                      </a:cubicBezTo>
                      <a:cubicBezTo>
                        <a:pt x="42" y="47"/>
                        <a:pt x="46" y="46"/>
                        <a:pt x="50" y="44"/>
                      </a:cubicBezTo>
                      <a:cubicBezTo>
                        <a:pt x="53" y="41"/>
                        <a:pt x="55" y="38"/>
                        <a:pt x="55" y="33"/>
                      </a:cubicBezTo>
                      <a:cubicBezTo>
                        <a:pt x="55" y="11"/>
                        <a:pt x="51" y="0"/>
                        <a:pt x="43" y="0"/>
                      </a:cubicBezTo>
                      <a:close/>
                      <a:moveTo>
                        <a:pt x="43" y="0"/>
                      </a:moveTo>
                      <a:cubicBezTo>
                        <a:pt x="43" y="0"/>
                        <a:pt x="43" y="0"/>
                        <a:pt x="43" y="0"/>
                      </a:cubicBezTo>
                    </a:path>
                  </a:pathLst>
                </a:custGeom>
                <a:solidFill>
                  <a:schemeClr val="bg1">
                    <a:lumMod val="50000"/>
                  </a:schemeClr>
                </a:solidFill>
                <a:ln>
                  <a:noFill/>
                </a:ln>
                <a:extLst>
                  <a:ext uri="{91240B29-F687-4f45-9708-019B960494DF}">
                    <a14:hiddenLine xmlns:a14="http://schemas.microsoft.com/office/drawing/2010/main" xmlns="" xmlns:lc="http://schemas.openxmlformats.org/drawingml/2006/lockedCanvas"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1799" dirty="0"/>
                </a:p>
              </p:txBody>
            </p:sp>
            <p:sp>
              <p:nvSpPr>
                <p:cNvPr id="22" name="Freeform 340">
                  <a:extLst>
                    <a:ext uri="{FF2B5EF4-FFF2-40B4-BE49-F238E27FC236}">
                      <a16:creationId xmlns:a16="http://schemas.microsoft.com/office/drawing/2014/main" id="{9A7F906D-30EF-45AF-96B9-06ACECE1DB19}"/>
                    </a:ext>
                  </a:extLst>
                </p:cNvPr>
                <p:cNvSpPr>
                  <a:spLocks noEditPoints="1"/>
                </p:cNvSpPr>
                <p:nvPr/>
              </p:nvSpPr>
              <p:spPr bwMode="auto">
                <a:xfrm>
                  <a:off x="1573213" y="3151188"/>
                  <a:ext cx="127000" cy="74613"/>
                </a:xfrm>
                <a:custGeom>
                  <a:avLst/>
                  <a:gdLst>
                    <a:gd name="T0" fmla="*/ 128 w 129"/>
                    <a:gd name="T1" fmla="*/ 33 h 76"/>
                    <a:gd name="T2" fmla="*/ 125 w 129"/>
                    <a:gd name="T3" fmla="*/ 23 h 76"/>
                    <a:gd name="T4" fmla="*/ 121 w 129"/>
                    <a:gd name="T5" fmla="*/ 14 h 76"/>
                    <a:gd name="T6" fmla="*/ 115 w 129"/>
                    <a:gd name="T7" fmla="*/ 6 h 76"/>
                    <a:gd name="T8" fmla="*/ 108 w 129"/>
                    <a:gd name="T9" fmla="*/ 1 h 76"/>
                    <a:gd name="T10" fmla="*/ 97 w 129"/>
                    <a:gd name="T11" fmla="*/ 0 h 76"/>
                    <a:gd name="T12" fmla="*/ 93 w 129"/>
                    <a:gd name="T13" fmla="*/ 2 h 76"/>
                    <a:gd name="T14" fmla="*/ 87 w 129"/>
                    <a:gd name="T15" fmla="*/ 6 h 76"/>
                    <a:gd name="T16" fmla="*/ 77 w 129"/>
                    <a:gd name="T17" fmla="*/ 10 h 76"/>
                    <a:gd name="T18" fmla="*/ 65 w 129"/>
                    <a:gd name="T19" fmla="*/ 12 h 76"/>
                    <a:gd name="T20" fmla="*/ 52 w 129"/>
                    <a:gd name="T21" fmla="*/ 10 h 76"/>
                    <a:gd name="T22" fmla="*/ 42 w 129"/>
                    <a:gd name="T23" fmla="*/ 6 h 76"/>
                    <a:gd name="T24" fmla="*/ 36 w 129"/>
                    <a:gd name="T25" fmla="*/ 2 h 76"/>
                    <a:gd name="T26" fmla="*/ 32 w 129"/>
                    <a:gd name="T27" fmla="*/ 0 h 76"/>
                    <a:gd name="T28" fmla="*/ 21 w 129"/>
                    <a:gd name="T29" fmla="*/ 1 h 76"/>
                    <a:gd name="T30" fmla="*/ 14 w 129"/>
                    <a:gd name="T31" fmla="*/ 6 h 76"/>
                    <a:gd name="T32" fmla="*/ 8 w 129"/>
                    <a:gd name="T33" fmla="*/ 14 h 76"/>
                    <a:gd name="T34" fmla="*/ 4 w 129"/>
                    <a:gd name="T35" fmla="*/ 23 h 76"/>
                    <a:gd name="T36" fmla="*/ 1 w 129"/>
                    <a:gd name="T37" fmla="*/ 33 h 76"/>
                    <a:gd name="T38" fmla="*/ 0 w 129"/>
                    <a:gd name="T39" fmla="*/ 43 h 76"/>
                    <a:gd name="T40" fmla="*/ 0 w 129"/>
                    <a:gd name="T41" fmla="*/ 52 h 76"/>
                    <a:gd name="T42" fmla="*/ 7 w 129"/>
                    <a:gd name="T43" fmla="*/ 70 h 76"/>
                    <a:gd name="T44" fmla="*/ 24 w 129"/>
                    <a:gd name="T45" fmla="*/ 76 h 76"/>
                    <a:gd name="T46" fmla="*/ 105 w 129"/>
                    <a:gd name="T47" fmla="*/ 76 h 76"/>
                    <a:gd name="T48" fmla="*/ 122 w 129"/>
                    <a:gd name="T49" fmla="*/ 70 h 76"/>
                    <a:gd name="T50" fmla="*/ 129 w 129"/>
                    <a:gd name="T51" fmla="*/ 52 h 76"/>
                    <a:gd name="T52" fmla="*/ 129 w 129"/>
                    <a:gd name="T53" fmla="*/ 43 h 76"/>
                    <a:gd name="T54" fmla="*/ 128 w 129"/>
                    <a:gd name="T55" fmla="*/ 33 h 76"/>
                    <a:gd name="T56" fmla="*/ 128 w 129"/>
                    <a:gd name="T57" fmla="*/ 33 h 76"/>
                    <a:gd name="T58" fmla="*/ 128 w 129"/>
                    <a:gd name="T59" fmla="*/ 33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9" h="76">
                      <a:moveTo>
                        <a:pt x="128" y="33"/>
                      </a:moveTo>
                      <a:cubicBezTo>
                        <a:pt x="127" y="29"/>
                        <a:pt x="126" y="26"/>
                        <a:pt x="125" y="23"/>
                      </a:cubicBezTo>
                      <a:cubicBezTo>
                        <a:pt x="124" y="20"/>
                        <a:pt x="123" y="17"/>
                        <a:pt x="121" y="14"/>
                      </a:cubicBezTo>
                      <a:cubicBezTo>
                        <a:pt x="120" y="11"/>
                        <a:pt x="118" y="8"/>
                        <a:pt x="115" y="6"/>
                      </a:cubicBezTo>
                      <a:cubicBezTo>
                        <a:pt x="113" y="4"/>
                        <a:pt x="111" y="3"/>
                        <a:pt x="108" y="1"/>
                      </a:cubicBezTo>
                      <a:cubicBezTo>
                        <a:pt x="105" y="0"/>
                        <a:pt x="101" y="0"/>
                        <a:pt x="97" y="0"/>
                      </a:cubicBezTo>
                      <a:cubicBezTo>
                        <a:pt x="97" y="0"/>
                        <a:pt x="95" y="0"/>
                        <a:pt x="93" y="2"/>
                      </a:cubicBezTo>
                      <a:cubicBezTo>
                        <a:pt x="91" y="3"/>
                        <a:pt x="89" y="4"/>
                        <a:pt x="87" y="6"/>
                      </a:cubicBezTo>
                      <a:cubicBezTo>
                        <a:pt x="84" y="8"/>
                        <a:pt x="81" y="9"/>
                        <a:pt x="77" y="10"/>
                      </a:cubicBezTo>
                      <a:cubicBezTo>
                        <a:pt x="73" y="12"/>
                        <a:pt x="69" y="12"/>
                        <a:pt x="65" y="12"/>
                      </a:cubicBezTo>
                      <a:cubicBezTo>
                        <a:pt x="60" y="12"/>
                        <a:pt x="56" y="12"/>
                        <a:pt x="52" y="10"/>
                      </a:cubicBezTo>
                      <a:cubicBezTo>
                        <a:pt x="48" y="9"/>
                        <a:pt x="45" y="8"/>
                        <a:pt x="42" y="6"/>
                      </a:cubicBezTo>
                      <a:cubicBezTo>
                        <a:pt x="40" y="4"/>
                        <a:pt x="38" y="3"/>
                        <a:pt x="36" y="2"/>
                      </a:cubicBezTo>
                      <a:cubicBezTo>
                        <a:pt x="34" y="0"/>
                        <a:pt x="32" y="0"/>
                        <a:pt x="32" y="0"/>
                      </a:cubicBezTo>
                      <a:cubicBezTo>
                        <a:pt x="28" y="0"/>
                        <a:pt x="24" y="0"/>
                        <a:pt x="21" y="1"/>
                      </a:cubicBezTo>
                      <a:cubicBezTo>
                        <a:pt x="18" y="3"/>
                        <a:pt x="16" y="4"/>
                        <a:pt x="14" y="6"/>
                      </a:cubicBezTo>
                      <a:cubicBezTo>
                        <a:pt x="11" y="8"/>
                        <a:pt x="10" y="11"/>
                        <a:pt x="8" y="14"/>
                      </a:cubicBezTo>
                      <a:cubicBezTo>
                        <a:pt x="6" y="17"/>
                        <a:pt x="5" y="20"/>
                        <a:pt x="4" y="23"/>
                      </a:cubicBezTo>
                      <a:cubicBezTo>
                        <a:pt x="3" y="26"/>
                        <a:pt x="2" y="29"/>
                        <a:pt x="1" y="33"/>
                      </a:cubicBezTo>
                      <a:cubicBezTo>
                        <a:pt x="1" y="36"/>
                        <a:pt x="0" y="40"/>
                        <a:pt x="0" y="43"/>
                      </a:cubicBezTo>
                      <a:cubicBezTo>
                        <a:pt x="0" y="46"/>
                        <a:pt x="0" y="49"/>
                        <a:pt x="0" y="52"/>
                      </a:cubicBezTo>
                      <a:cubicBezTo>
                        <a:pt x="0" y="60"/>
                        <a:pt x="2" y="65"/>
                        <a:pt x="7" y="70"/>
                      </a:cubicBezTo>
                      <a:cubicBezTo>
                        <a:pt x="11" y="74"/>
                        <a:pt x="17" y="76"/>
                        <a:pt x="24" y="76"/>
                      </a:cubicBezTo>
                      <a:cubicBezTo>
                        <a:pt x="105" y="76"/>
                        <a:pt x="105" y="76"/>
                        <a:pt x="105" y="76"/>
                      </a:cubicBezTo>
                      <a:cubicBezTo>
                        <a:pt x="112" y="76"/>
                        <a:pt x="118" y="74"/>
                        <a:pt x="122" y="70"/>
                      </a:cubicBezTo>
                      <a:cubicBezTo>
                        <a:pt x="127" y="65"/>
                        <a:pt x="129" y="60"/>
                        <a:pt x="129" y="52"/>
                      </a:cubicBezTo>
                      <a:cubicBezTo>
                        <a:pt x="129" y="49"/>
                        <a:pt x="129" y="46"/>
                        <a:pt x="129" y="43"/>
                      </a:cubicBezTo>
                      <a:cubicBezTo>
                        <a:pt x="129" y="40"/>
                        <a:pt x="128" y="36"/>
                        <a:pt x="128" y="33"/>
                      </a:cubicBezTo>
                      <a:close/>
                      <a:moveTo>
                        <a:pt x="128" y="33"/>
                      </a:moveTo>
                      <a:cubicBezTo>
                        <a:pt x="128" y="33"/>
                        <a:pt x="128" y="33"/>
                        <a:pt x="128" y="33"/>
                      </a:cubicBezTo>
                    </a:path>
                  </a:pathLst>
                </a:custGeom>
                <a:solidFill>
                  <a:schemeClr val="bg1">
                    <a:lumMod val="50000"/>
                  </a:schemeClr>
                </a:solidFill>
                <a:ln>
                  <a:noFill/>
                </a:ln>
                <a:extLst>
                  <a:ext uri="{91240B29-F687-4f45-9708-019B960494DF}">
                    <a14:hiddenLine xmlns:a14="http://schemas.microsoft.com/office/drawing/2010/main" xmlns="" xmlns:lc="http://schemas.openxmlformats.org/drawingml/2006/lockedCanvas"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1799" dirty="0"/>
                </a:p>
              </p:txBody>
            </p:sp>
            <p:sp>
              <p:nvSpPr>
                <p:cNvPr id="23" name="Freeform 341">
                  <a:extLst>
                    <a:ext uri="{FF2B5EF4-FFF2-40B4-BE49-F238E27FC236}">
                      <a16:creationId xmlns:a16="http://schemas.microsoft.com/office/drawing/2014/main" id="{D2E9A691-99FF-45D6-9F32-42B66091C17E}"/>
                    </a:ext>
                  </a:extLst>
                </p:cNvPr>
                <p:cNvSpPr>
                  <a:spLocks noEditPoints="1"/>
                </p:cNvSpPr>
                <p:nvPr/>
              </p:nvSpPr>
              <p:spPr bwMode="auto">
                <a:xfrm>
                  <a:off x="1549401" y="3109913"/>
                  <a:ext cx="53975" cy="46038"/>
                </a:xfrm>
                <a:custGeom>
                  <a:avLst/>
                  <a:gdLst>
                    <a:gd name="T0" fmla="*/ 55 w 55"/>
                    <a:gd name="T1" fmla="*/ 36 h 47"/>
                    <a:gd name="T2" fmla="*/ 47 w 55"/>
                    <a:gd name="T3" fmla="*/ 12 h 47"/>
                    <a:gd name="T4" fmla="*/ 48 w 55"/>
                    <a:gd name="T5" fmla="*/ 6 h 47"/>
                    <a:gd name="T6" fmla="*/ 36 w 55"/>
                    <a:gd name="T7" fmla="*/ 8 h 47"/>
                    <a:gd name="T8" fmla="*/ 25 w 55"/>
                    <a:gd name="T9" fmla="*/ 6 h 47"/>
                    <a:gd name="T10" fmla="*/ 16 w 55"/>
                    <a:gd name="T11" fmla="*/ 2 h 47"/>
                    <a:gd name="T12" fmla="*/ 12 w 55"/>
                    <a:gd name="T13" fmla="*/ 0 h 47"/>
                    <a:gd name="T14" fmla="*/ 0 w 55"/>
                    <a:gd name="T15" fmla="*/ 33 h 47"/>
                    <a:gd name="T16" fmla="*/ 6 w 55"/>
                    <a:gd name="T17" fmla="*/ 44 h 47"/>
                    <a:gd name="T18" fmla="*/ 18 w 55"/>
                    <a:gd name="T19" fmla="*/ 47 h 47"/>
                    <a:gd name="T20" fmla="*/ 30 w 55"/>
                    <a:gd name="T21" fmla="*/ 47 h 47"/>
                    <a:gd name="T22" fmla="*/ 55 w 55"/>
                    <a:gd name="T23" fmla="*/ 36 h 47"/>
                    <a:gd name="T24" fmla="*/ 55 w 55"/>
                    <a:gd name="T25" fmla="*/ 36 h 47"/>
                    <a:gd name="T26" fmla="*/ 55 w 55"/>
                    <a:gd name="T27" fmla="*/ 3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 h="47">
                      <a:moveTo>
                        <a:pt x="55" y="36"/>
                      </a:moveTo>
                      <a:cubicBezTo>
                        <a:pt x="50" y="29"/>
                        <a:pt x="47" y="21"/>
                        <a:pt x="47" y="12"/>
                      </a:cubicBezTo>
                      <a:cubicBezTo>
                        <a:pt x="47" y="10"/>
                        <a:pt x="48" y="8"/>
                        <a:pt x="48" y="6"/>
                      </a:cubicBezTo>
                      <a:cubicBezTo>
                        <a:pt x="44" y="8"/>
                        <a:pt x="40" y="8"/>
                        <a:pt x="36" y="8"/>
                      </a:cubicBezTo>
                      <a:cubicBezTo>
                        <a:pt x="32" y="8"/>
                        <a:pt x="28" y="8"/>
                        <a:pt x="25" y="6"/>
                      </a:cubicBezTo>
                      <a:cubicBezTo>
                        <a:pt x="21" y="5"/>
                        <a:pt x="18" y="4"/>
                        <a:pt x="16" y="2"/>
                      </a:cubicBezTo>
                      <a:cubicBezTo>
                        <a:pt x="13" y="1"/>
                        <a:pt x="12" y="0"/>
                        <a:pt x="12" y="0"/>
                      </a:cubicBezTo>
                      <a:cubicBezTo>
                        <a:pt x="4" y="0"/>
                        <a:pt x="0" y="11"/>
                        <a:pt x="0" y="33"/>
                      </a:cubicBezTo>
                      <a:cubicBezTo>
                        <a:pt x="0" y="38"/>
                        <a:pt x="2" y="41"/>
                        <a:pt x="6" y="44"/>
                      </a:cubicBezTo>
                      <a:cubicBezTo>
                        <a:pt x="9" y="46"/>
                        <a:pt x="13" y="47"/>
                        <a:pt x="18" y="47"/>
                      </a:cubicBezTo>
                      <a:cubicBezTo>
                        <a:pt x="30" y="47"/>
                        <a:pt x="30" y="47"/>
                        <a:pt x="30" y="47"/>
                      </a:cubicBezTo>
                      <a:cubicBezTo>
                        <a:pt x="37" y="40"/>
                        <a:pt x="45" y="36"/>
                        <a:pt x="55" y="36"/>
                      </a:cubicBezTo>
                      <a:close/>
                      <a:moveTo>
                        <a:pt x="55" y="36"/>
                      </a:moveTo>
                      <a:cubicBezTo>
                        <a:pt x="55" y="36"/>
                        <a:pt x="55" y="36"/>
                        <a:pt x="55" y="36"/>
                      </a:cubicBezTo>
                    </a:path>
                  </a:pathLst>
                </a:custGeom>
                <a:solidFill>
                  <a:schemeClr val="bg1">
                    <a:lumMod val="50000"/>
                  </a:schemeClr>
                </a:solidFill>
                <a:ln>
                  <a:noFill/>
                </a:ln>
                <a:extLst>
                  <a:ext uri="{91240B29-F687-4f45-9708-019B960494DF}">
                    <a14:hiddenLine xmlns:a14="http://schemas.microsoft.com/office/drawing/2010/main" xmlns="" xmlns:lc="http://schemas.openxmlformats.org/drawingml/2006/lockedCanvas" w="9525">
                      <a:solidFill>
                        <a:srgbClr val="000000"/>
                      </a:solidFill>
                      <a:round/>
                      <a:headEnd/>
                      <a:tailEnd/>
                    </a14:hiddenLine>
                  </a:ext>
                </a:extLst>
              </p:spPr>
              <p:txBody>
                <a:bodyPr vert="horz" wrap="square" lIns="91412" tIns="45706" rIns="91412" bIns="45706"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1799" dirty="0"/>
                </a:p>
              </p:txBody>
            </p:sp>
          </p:grpSp>
        </p:grpSp>
        <p:sp>
          <p:nvSpPr>
            <p:cNvPr id="12" name="TextBox 53">
              <a:extLst>
                <a:ext uri="{FF2B5EF4-FFF2-40B4-BE49-F238E27FC236}">
                  <a16:creationId xmlns:a16="http://schemas.microsoft.com/office/drawing/2014/main" id="{F4CC6125-33BE-44D2-9300-BA4588523F19}"/>
                </a:ext>
              </a:extLst>
            </p:cNvPr>
            <p:cNvSpPr txBox="1"/>
            <p:nvPr/>
          </p:nvSpPr>
          <p:spPr>
            <a:xfrm>
              <a:off x="4410243" y="2863367"/>
              <a:ext cx="1028407" cy="49244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200" b="1" dirty="0">
                  <a:solidFill>
                    <a:schemeClr val="tx1">
                      <a:lumMod val="85000"/>
                      <a:lumOff val="15000"/>
                    </a:schemeClr>
                  </a:solidFill>
                </a:rPr>
                <a:t>95%</a:t>
              </a:r>
            </a:p>
          </p:txBody>
        </p:sp>
        <p:sp>
          <p:nvSpPr>
            <p:cNvPr id="13" name="TextBox 54">
              <a:extLst>
                <a:ext uri="{FF2B5EF4-FFF2-40B4-BE49-F238E27FC236}">
                  <a16:creationId xmlns:a16="http://schemas.microsoft.com/office/drawing/2014/main" id="{89378829-B004-4922-9934-0707EB1CF1D3}"/>
                </a:ext>
              </a:extLst>
            </p:cNvPr>
            <p:cNvSpPr txBox="1"/>
            <p:nvPr/>
          </p:nvSpPr>
          <p:spPr>
            <a:xfrm>
              <a:off x="1954761" y="2256562"/>
              <a:ext cx="1189973" cy="49244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3200" b="1" dirty="0">
                  <a:solidFill>
                    <a:schemeClr val="tx1">
                      <a:lumMod val="85000"/>
                      <a:lumOff val="15000"/>
                    </a:schemeClr>
                  </a:solidFill>
                </a:rPr>
                <a:t>35%</a:t>
              </a:r>
            </a:p>
          </p:txBody>
        </p:sp>
        <p:sp>
          <p:nvSpPr>
            <p:cNvPr id="14" name="TextBox 55">
              <a:extLst>
                <a:ext uri="{FF2B5EF4-FFF2-40B4-BE49-F238E27FC236}">
                  <a16:creationId xmlns:a16="http://schemas.microsoft.com/office/drawing/2014/main" id="{ACD3C0A2-1EB4-4CDC-95A3-EB2D998117EA}"/>
                </a:ext>
              </a:extLst>
            </p:cNvPr>
            <p:cNvSpPr txBox="1"/>
            <p:nvPr/>
          </p:nvSpPr>
          <p:spPr>
            <a:xfrm>
              <a:off x="739383" y="3071115"/>
              <a:ext cx="995035" cy="49244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3200" b="1" dirty="0">
                  <a:solidFill>
                    <a:schemeClr val="tx1">
                      <a:lumMod val="85000"/>
                      <a:lumOff val="15000"/>
                    </a:schemeClr>
                  </a:solidFill>
                </a:rPr>
                <a:t>50%</a:t>
              </a:r>
            </a:p>
          </p:txBody>
        </p:sp>
        <p:sp>
          <p:nvSpPr>
            <p:cNvPr id="15" name="TextBox 56">
              <a:extLst>
                <a:ext uri="{FF2B5EF4-FFF2-40B4-BE49-F238E27FC236}">
                  <a16:creationId xmlns:a16="http://schemas.microsoft.com/office/drawing/2014/main" id="{7359F678-5134-49E3-9F16-48DE0F3689F2}"/>
                </a:ext>
              </a:extLst>
            </p:cNvPr>
            <p:cNvSpPr txBox="1"/>
            <p:nvPr/>
          </p:nvSpPr>
          <p:spPr>
            <a:xfrm>
              <a:off x="213312" y="4889964"/>
              <a:ext cx="1306554" cy="492443"/>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3200" b="1" dirty="0">
                  <a:solidFill>
                    <a:schemeClr val="tx1">
                      <a:lumMod val="85000"/>
                      <a:lumOff val="15000"/>
                    </a:schemeClr>
                  </a:solidFill>
                </a:rPr>
                <a:t>65%</a:t>
              </a:r>
            </a:p>
          </p:txBody>
        </p:sp>
      </p:grpSp>
      <p:grpSp>
        <p:nvGrpSpPr>
          <p:cNvPr id="29" name="Group 28">
            <a:extLst>
              <a:ext uri="{FF2B5EF4-FFF2-40B4-BE49-F238E27FC236}">
                <a16:creationId xmlns:a16="http://schemas.microsoft.com/office/drawing/2014/main" id="{DCF1EB44-8114-4EB2-87B4-272B6186AA46}"/>
              </a:ext>
            </a:extLst>
          </p:cNvPr>
          <p:cNvGrpSpPr/>
          <p:nvPr/>
        </p:nvGrpSpPr>
        <p:grpSpPr>
          <a:xfrm>
            <a:off x="619441" y="5395241"/>
            <a:ext cx="1881311" cy="912742"/>
            <a:chOff x="1372226" y="5011404"/>
            <a:chExt cx="1881311" cy="912742"/>
          </a:xfrm>
        </p:grpSpPr>
        <p:sp>
          <p:nvSpPr>
            <p:cNvPr id="42" name="Rectangle: Rounded Corners 41">
              <a:extLst>
                <a:ext uri="{FF2B5EF4-FFF2-40B4-BE49-F238E27FC236}">
                  <a16:creationId xmlns:a16="http://schemas.microsoft.com/office/drawing/2014/main" id="{4DB297F3-F1FC-495D-BD90-044DD0968B6A}"/>
                </a:ext>
              </a:extLst>
            </p:cNvPr>
            <p:cNvSpPr/>
            <p:nvPr/>
          </p:nvSpPr>
          <p:spPr>
            <a:xfrm>
              <a:off x="1372226" y="5011404"/>
              <a:ext cx="1881311" cy="912742"/>
            </a:xfrm>
            <a:prstGeom prst="roundRect">
              <a:avLst>
                <a:gd name="adj" fmla="val 1598"/>
              </a:avLst>
            </a:prstGeom>
            <a:solidFill>
              <a:schemeClr val="bg1"/>
            </a:solidFill>
            <a:ln>
              <a:noFill/>
            </a:ln>
            <a:effectLst>
              <a:outerShdw blurRad="1270000" dist="266700" dir="5400000" sx="93000" sy="93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43" name="Rectangle 42">
              <a:extLst>
                <a:ext uri="{FF2B5EF4-FFF2-40B4-BE49-F238E27FC236}">
                  <a16:creationId xmlns:a16="http://schemas.microsoft.com/office/drawing/2014/main" id="{57CA9AC1-FE23-4E63-8E0E-2245BD46A917}"/>
                </a:ext>
              </a:extLst>
            </p:cNvPr>
            <p:cNvSpPr/>
            <p:nvPr/>
          </p:nvSpPr>
          <p:spPr>
            <a:xfrm>
              <a:off x="1462046" y="5507543"/>
              <a:ext cx="1701670" cy="29533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1200" dirty="0">
                  <a:solidFill>
                    <a:schemeClr val="tx1">
                      <a:lumMod val="50000"/>
                      <a:lumOff val="50000"/>
                    </a:schemeClr>
                  </a:solidFill>
                  <a:cs typeface="Segoe UI" panose="020B0502040204020203" pitchFamily="34" charset="0"/>
                </a:rPr>
                <a:t>Enter Point</a:t>
              </a:r>
            </a:p>
          </p:txBody>
        </p:sp>
        <p:sp>
          <p:nvSpPr>
            <p:cNvPr id="44" name="Rectangle 43">
              <a:extLst>
                <a:ext uri="{FF2B5EF4-FFF2-40B4-BE49-F238E27FC236}">
                  <a16:creationId xmlns:a16="http://schemas.microsoft.com/office/drawing/2014/main" id="{266C63E6-3ADB-448A-967A-D1E7FF9B6EA3}"/>
                </a:ext>
              </a:extLst>
            </p:cNvPr>
            <p:cNvSpPr/>
            <p:nvPr/>
          </p:nvSpPr>
          <p:spPr>
            <a:xfrm>
              <a:off x="1543844" y="5060265"/>
              <a:ext cx="1538075" cy="60939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2800" b="1" dirty="0">
                  <a:solidFill>
                    <a:schemeClr val="accent3"/>
                  </a:solidFill>
                  <a:latin typeface="+mj-lt"/>
                  <a:cs typeface="Segoe UI" panose="020B0502040204020203" pitchFamily="34" charset="0"/>
                </a:rPr>
                <a:t>50%</a:t>
              </a:r>
            </a:p>
          </p:txBody>
        </p:sp>
      </p:grpSp>
      <p:grpSp>
        <p:nvGrpSpPr>
          <p:cNvPr id="30" name="Group 29">
            <a:extLst>
              <a:ext uri="{FF2B5EF4-FFF2-40B4-BE49-F238E27FC236}">
                <a16:creationId xmlns:a16="http://schemas.microsoft.com/office/drawing/2014/main" id="{C63F8923-6858-46D3-BDBA-1E7F4ACB10CD}"/>
              </a:ext>
            </a:extLst>
          </p:cNvPr>
          <p:cNvGrpSpPr/>
          <p:nvPr/>
        </p:nvGrpSpPr>
        <p:grpSpPr>
          <a:xfrm>
            <a:off x="2636686" y="5395241"/>
            <a:ext cx="1881311" cy="912742"/>
            <a:chOff x="3389471" y="5011404"/>
            <a:chExt cx="1881311" cy="912742"/>
          </a:xfrm>
        </p:grpSpPr>
        <p:sp>
          <p:nvSpPr>
            <p:cNvPr id="39" name="Rectangle: Rounded Corners 38">
              <a:extLst>
                <a:ext uri="{FF2B5EF4-FFF2-40B4-BE49-F238E27FC236}">
                  <a16:creationId xmlns:a16="http://schemas.microsoft.com/office/drawing/2014/main" id="{E6978363-2032-4AA7-B807-88651758E6C3}"/>
                </a:ext>
              </a:extLst>
            </p:cNvPr>
            <p:cNvSpPr/>
            <p:nvPr/>
          </p:nvSpPr>
          <p:spPr>
            <a:xfrm>
              <a:off x="3389471" y="5011404"/>
              <a:ext cx="1881311" cy="912742"/>
            </a:xfrm>
            <a:prstGeom prst="roundRect">
              <a:avLst>
                <a:gd name="adj" fmla="val 1598"/>
              </a:avLst>
            </a:prstGeom>
            <a:solidFill>
              <a:schemeClr val="bg1"/>
            </a:solidFill>
            <a:ln>
              <a:noFill/>
            </a:ln>
            <a:effectLst>
              <a:outerShdw blurRad="1270000" dist="266700" dir="5400000" sx="93000" sy="93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40" name="Rectangle 39">
              <a:extLst>
                <a:ext uri="{FF2B5EF4-FFF2-40B4-BE49-F238E27FC236}">
                  <a16:creationId xmlns:a16="http://schemas.microsoft.com/office/drawing/2014/main" id="{CDFFF9DC-5F77-4B89-84B6-0A6BC997D34E}"/>
                </a:ext>
              </a:extLst>
            </p:cNvPr>
            <p:cNvSpPr/>
            <p:nvPr/>
          </p:nvSpPr>
          <p:spPr>
            <a:xfrm>
              <a:off x="3479291" y="5507543"/>
              <a:ext cx="1701670" cy="29533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1200" dirty="0">
                  <a:solidFill>
                    <a:schemeClr val="tx1">
                      <a:lumMod val="50000"/>
                      <a:lumOff val="50000"/>
                    </a:schemeClr>
                  </a:solidFill>
                  <a:cs typeface="Segoe UI" panose="020B0502040204020203" pitchFamily="34" charset="0"/>
                </a:rPr>
                <a:t>Enter Point</a:t>
              </a:r>
            </a:p>
          </p:txBody>
        </p:sp>
        <p:sp>
          <p:nvSpPr>
            <p:cNvPr id="41" name="Rectangle 40">
              <a:extLst>
                <a:ext uri="{FF2B5EF4-FFF2-40B4-BE49-F238E27FC236}">
                  <a16:creationId xmlns:a16="http://schemas.microsoft.com/office/drawing/2014/main" id="{4EC157BA-E467-43B6-B655-43BECFCAA8DA}"/>
                </a:ext>
              </a:extLst>
            </p:cNvPr>
            <p:cNvSpPr/>
            <p:nvPr/>
          </p:nvSpPr>
          <p:spPr>
            <a:xfrm>
              <a:off x="3561089" y="5060265"/>
              <a:ext cx="1538075" cy="60939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2800" b="1" dirty="0">
                  <a:solidFill>
                    <a:schemeClr val="accent4"/>
                  </a:solidFill>
                  <a:latin typeface="+mj-lt"/>
                  <a:cs typeface="Segoe UI" panose="020B0502040204020203" pitchFamily="34" charset="0"/>
                </a:rPr>
                <a:t>35%</a:t>
              </a:r>
            </a:p>
          </p:txBody>
        </p:sp>
      </p:grpSp>
      <p:grpSp>
        <p:nvGrpSpPr>
          <p:cNvPr id="31" name="Group 30">
            <a:extLst>
              <a:ext uri="{FF2B5EF4-FFF2-40B4-BE49-F238E27FC236}">
                <a16:creationId xmlns:a16="http://schemas.microsoft.com/office/drawing/2014/main" id="{75B31BF7-1E6E-4720-BA13-0E19CF0C042A}"/>
              </a:ext>
            </a:extLst>
          </p:cNvPr>
          <p:cNvGrpSpPr/>
          <p:nvPr/>
        </p:nvGrpSpPr>
        <p:grpSpPr>
          <a:xfrm>
            <a:off x="619441" y="4297978"/>
            <a:ext cx="1881311" cy="912742"/>
            <a:chOff x="1372226" y="3914141"/>
            <a:chExt cx="1881311" cy="912742"/>
          </a:xfrm>
        </p:grpSpPr>
        <p:sp>
          <p:nvSpPr>
            <p:cNvPr id="36" name="Rectangle: Rounded Corners 35">
              <a:extLst>
                <a:ext uri="{FF2B5EF4-FFF2-40B4-BE49-F238E27FC236}">
                  <a16:creationId xmlns:a16="http://schemas.microsoft.com/office/drawing/2014/main" id="{0BEECBA9-9384-4C85-96E2-C31EB9B6E1AF}"/>
                </a:ext>
              </a:extLst>
            </p:cNvPr>
            <p:cNvSpPr/>
            <p:nvPr/>
          </p:nvSpPr>
          <p:spPr>
            <a:xfrm>
              <a:off x="1372226" y="3914141"/>
              <a:ext cx="1881311" cy="912742"/>
            </a:xfrm>
            <a:prstGeom prst="roundRect">
              <a:avLst>
                <a:gd name="adj" fmla="val 1598"/>
              </a:avLst>
            </a:prstGeom>
            <a:solidFill>
              <a:schemeClr val="bg1"/>
            </a:solidFill>
            <a:ln>
              <a:noFill/>
            </a:ln>
            <a:effectLst>
              <a:outerShdw blurRad="1270000" dist="266700" dir="5400000" sx="93000" sy="93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37" name="Rectangle 36">
              <a:extLst>
                <a:ext uri="{FF2B5EF4-FFF2-40B4-BE49-F238E27FC236}">
                  <a16:creationId xmlns:a16="http://schemas.microsoft.com/office/drawing/2014/main" id="{891DCF9A-309E-4334-BD9B-259B75054B31}"/>
                </a:ext>
              </a:extLst>
            </p:cNvPr>
            <p:cNvSpPr/>
            <p:nvPr/>
          </p:nvSpPr>
          <p:spPr>
            <a:xfrm>
              <a:off x="1462046" y="4403447"/>
              <a:ext cx="1701670" cy="29533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1200" dirty="0">
                  <a:solidFill>
                    <a:schemeClr val="tx1">
                      <a:lumMod val="50000"/>
                      <a:lumOff val="50000"/>
                    </a:schemeClr>
                  </a:solidFill>
                  <a:cs typeface="Segoe UI" panose="020B0502040204020203" pitchFamily="34" charset="0"/>
                </a:rPr>
                <a:t>Enter Point</a:t>
              </a:r>
            </a:p>
          </p:txBody>
        </p:sp>
        <p:sp>
          <p:nvSpPr>
            <p:cNvPr id="38" name="Rectangle 37">
              <a:extLst>
                <a:ext uri="{FF2B5EF4-FFF2-40B4-BE49-F238E27FC236}">
                  <a16:creationId xmlns:a16="http://schemas.microsoft.com/office/drawing/2014/main" id="{3450F33E-37BA-480F-A24E-A57FEB2B071E}"/>
                </a:ext>
              </a:extLst>
            </p:cNvPr>
            <p:cNvSpPr/>
            <p:nvPr/>
          </p:nvSpPr>
          <p:spPr>
            <a:xfrm>
              <a:off x="1543844" y="3956169"/>
              <a:ext cx="1538075" cy="60939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2800" b="1" dirty="0">
                  <a:solidFill>
                    <a:schemeClr val="accent1"/>
                  </a:solidFill>
                  <a:latin typeface="+mj-lt"/>
                  <a:cs typeface="Segoe UI" panose="020B0502040204020203" pitchFamily="34" charset="0"/>
                </a:rPr>
                <a:t>95%</a:t>
              </a:r>
            </a:p>
          </p:txBody>
        </p:sp>
      </p:grpSp>
      <p:grpSp>
        <p:nvGrpSpPr>
          <p:cNvPr id="32" name="Group 31">
            <a:extLst>
              <a:ext uri="{FF2B5EF4-FFF2-40B4-BE49-F238E27FC236}">
                <a16:creationId xmlns:a16="http://schemas.microsoft.com/office/drawing/2014/main" id="{E5428CF8-9E21-41E2-A795-E926D393F320}"/>
              </a:ext>
            </a:extLst>
          </p:cNvPr>
          <p:cNvGrpSpPr/>
          <p:nvPr/>
        </p:nvGrpSpPr>
        <p:grpSpPr>
          <a:xfrm>
            <a:off x="2636686" y="4297978"/>
            <a:ext cx="1881311" cy="912742"/>
            <a:chOff x="3389471" y="3914141"/>
            <a:chExt cx="1881311" cy="912742"/>
          </a:xfrm>
        </p:grpSpPr>
        <p:sp>
          <p:nvSpPr>
            <p:cNvPr id="33" name="Rectangle: Rounded Corners 32">
              <a:extLst>
                <a:ext uri="{FF2B5EF4-FFF2-40B4-BE49-F238E27FC236}">
                  <a16:creationId xmlns:a16="http://schemas.microsoft.com/office/drawing/2014/main" id="{B7AA9BA3-BF0E-44D3-84A0-42A585066445}"/>
                </a:ext>
              </a:extLst>
            </p:cNvPr>
            <p:cNvSpPr/>
            <p:nvPr/>
          </p:nvSpPr>
          <p:spPr>
            <a:xfrm>
              <a:off x="3389471" y="3914141"/>
              <a:ext cx="1881311" cy="912742"/>
            </a:xfrm>
            <a:prstGeom prst="roundRect">
              <a:avLst>
                <a:gd name="adj" fmla="val 1598"/>
              </a:avLst>
            </a:prstGeom>
            <a:solidFill>
              <a:schemeClr val="bg1"/>
            </a:solidFill>
            <a:ln>
              <a:noFill/>
            </a:ln>
            <a:effectLst>
              <a:outerShdw blurRad="1270000" dist="266700" dir="5400000" sx="93000" sy="93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34" name="Rectangle 33">
              <a:extLst>
                <a:ext uri="{FF2B5EF4-FFF2-40B4-BE49-F238E27FC236}">
                  <a16:creationId xmlns:a16="http://schemas.microsoft.com/office/drawing/2014/main" id="{588100A2-AE2D-485F-ABE1-866540AF7572}"/>
                </a:ext>
              </a:extLst>
            </p:cNvPr>
            <p:cNvSpPr/>
            <p:nvPr/>
          </p:nvSpPr>
          <p:spPr>
            <a:xfrm>
              <a:off x="3479291" y="4403447"/>
              <a:ext cx="1701670" cy="29533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1200" dirty="0">
                  <a:solidFill>
                    <a:schemeClr val="tx1">
                      <a:lumMod val="50000"/>
                      <a:lumOff val="50000"/>
                    </a:schemeClr>
                  </a:solidFill>
                  <a:cs typeface="Segoe UI" panose="020B0502040204020203" pitchFamily="34" charset="0"/>
                </a:rPr>
                <a:t>Enter Point</a:t>
              </a:r>
            </a:p>
          </p:txBody>
        </p:sp>
        <p:sp>
          <p:nvSpPr>
            <p:cNvPr id="35" name="Rectangle 34">
              <a:extLst>
                <a:ext uri="{FF2B5EF4-FFF2-40B4-BE49-F238E27FC236}">
                  <a16:creationId xmlns:a16="http://schemas.microsoft.com/office/drawing/2014/main" id="{D2760DEE-4B34-4840-AA89-4C76FBDAA9E1}"/>
                </a:ext>
              </a:extLst>
            </p:cNvPr>
            <p:cNvSpPr/>
            <p:nvPr/>
          </p:nvSpPr>
          <p:spPr>
            <a:xfrm>
              <a:off x="3561089" y="3956169"/>
              <a:ext cx="1538075" cy="60939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sz="2800" b="1" dirty="0">
                  <a:solidFill>
                    <a:schemeClr val="accent2"/>
                  </a:solidFill>
                  <a:latin typeface="+mj-lt"/>
                  <a:cs typeface="Segoe UI" panose="020B0502040204020203" pitchFamily="34" charset="0"/>
                </a:rPr>
                <a:t>65%</a:t>
              </a:r>
            </a:p>
          </p:txBody>
        </p:sp>
      </p:grpSp>
      <p:sp>
        <p:nvSpPr>
          <p:cNvPr id="46" name="Rectangle 45">
            <a:extLst>
              <a:ext uri="{FF2B5EF4-FFF2-40B4-BE49-F238E27FC236}">
                <a16:creationId xmlns:a16="http://schemas.microsoft.com/office/drawing/2014/main" id="{75EEE832-6D69-B95F-B4E8-02ED2B10B8DF}"/>
              </a:ext>
            </a:extLst>
          </p:cNvPr>
          <p:cNvSpPr/>
          <p:nvPr/>
        </p:nvSpPr>
        <p:spPr>
          <a:xfrm>
            <a:off x="579680" y="2362692"/>
            <a:ext cx="5516320" cy="1340752"/>
          </a:xfrm>
          <a:prstGeom prst="rect">
            <a:avLst/>
          </a:prstGeom>
        </p:spPr>
        <p:txBody>
          <a:bodyPr wrap="square">
            <a:spAutoFit/>
          </a:bodyPr>
          <a:lstStyle/>
          <a:p>
            <a:pPr algn="just">
              <a:lnSpc>
                <a:spcPct val="150000"/>
              </a:lnSpc>
            </a:pP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diam. </a:t>
            </a:r>
            <a:r>
              <a:rPr lang="en-US" sz="1100" dirty="0" err="1">
                <a:solidFill>
                  <a:schemeClr val="tx1">
                    <a:lumMod val="65000"/>
                    <a:lumOff val="35000"/>
                  </a:schemeClr>
                </a:solidFill>
              </a:rPr>
              <a:t>Pellentesque</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id dolor. </a:t>
            </a:r>
            <a:r>
              <a:rPr lang="en-US" sz="1100" dirty="0" err="1">
                <a:solidFill>
                  <a:schemeClr val="tx1">
                    <a:lumMod val="65000"/>
                    <a:lumOff val="35000"/>
                  </a:schemeClr>
                </a:solidFill>
              </a:rPr>
              <a:t>Vivamus</a:t>
            </a:r>
            <a:r>
              <a:rPr lang="en-US" sz="1100" dirty="0">
                <a:solidFill>
                  <a:schemeClr val="tx1">
                    <a:lumMod val="65000"/>
                    <a:lumOff val="35000"/>
                  </a:schemeClr>
                </a:solidFill>
              </a:rPr>
              <a:t> </a:t>
            </a:r>
            <a:r>
              <a:rPr lang="en-US" sz="1100" dirty="0" err="1">
                <a:solidFill>
                  <a:schemeClr val="tx1">
                    <a:lumMod val="65000"/>
                    <a:lumOff val="35000"/>
                  </a:schemeClr>
                </a:solidFill>
              </a:rPr>
              <a:t>luctus</a:t>
            </a:r>
            <a:r>
              <a:rPr lang="en-US" sz="1100" dirty="0">
                <a:solidFill>
                  <a:schemeClr val="tx1">
                    <a:lumMod val="65000"/>
                    <a:lumOff val="35000"/>
                  </a:schemeClr>
                </a:solidFill>
              </a:rPr>
              <a:t> </a:t>
            </a:r>
            <a:r>
              <a:rPr lang="en-US" sz="1100" dirty="0" err="1">
                <a:solidFill>
                  <a:schemeClr val="tx1">
                    <a:lumMod val="65000"/>
                    <a:lumOff val="35000"/>
                  </a:schemeClr>
                </a:solidFill>
              </a:rPr>
              <a:t>egestas</a:t>
            </a:r>
            <a:r>
              <a:rPr lang="en-US" sz="1100" dirty="0">
                <a:solidFill>
                  <a:schemeClr val="tx1">
                    <a:lumMod val="65000"/>
                    <a:lumOff val="35000"/>
                  </a:schemeClr>
                </a:solidFill>
              </a:rPr>
              <a:t> </a:t>
            </a:r>
            <a:r>
              <a:rPr lang="en-US" sz="1100" dirty="0" err="1">
                <a:solidFill>
                  <a:schemeClr val="tx1">
                    <a:lumMod val="65000"/>
                    <a:lumOff val="35000"/>
                  </a:schemeClr>
                </a:solidFill>
              </a:rPr>
              <a:t>leo</a:t>
            </a:r>
            <a:r>
              <a:rPr lang="en-US" sz="1100" dirty="0">
                <a:solidFill>
                  <a:schemeClr val="tx1">
                    <a:lumMod val="65000"/>
                    <a:lumOff val="35000"/>
                  </a:schemeClr>
                </a:solidFill>
              </a:rPr>
              <a:t>. </a:t>
            </a:r>
            <a:r>
              <a:rPr lang="en-US" sz="1100" dirty="0" err="1">
                <a:solidFill>
                  <a:schemeClr val="tx1">
                    <a:lumMod val="65000"/>
                    <a:lumOff val="35000"/>
                  </a:schemeClr>
                </a:solidFill>
              </a:rPr>
              <a:t>Etiam</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quam. </a:t>
            </a:r>
            <a:r>
              <a:rPr lang="en-US" sz="1100" dirty="0" err="1">
                <a:solidFill>
                  <a:schemeClr val="tx1">
                    <a:lumMod val="65000"/>
                    <a:lumOff val="35000"/>
                  </a:schemeClr>
                </a:solidFill>
              </a:rPr>
              <a:t>Curabitur</a:t>
            </a:r>
            <a:r>
              <a:rPr lang="en-US" sz="1100" dirty="0">
                <a:solidFill>
                  <a:schemeClr val="tx1">
                    <a:lumMod val="65000"/>
                    <a:lumOff val="35000"/>
                  </a:schemeClr>
                </a:solidFill>
              </a:rPr>
              <a:t> </a:t>
            </a:r>
            <a:r>
              <a:rPr lang="en-US" sz="1100" dirty="0" err="1">
                <a:solidFill>
                  <a:schemeClr val="tx1">
                    <a:lumMod val="65000"/>
                    <a:lumOff val="35000"/>
                  </a:schemeClr>
                </a:solidFill>
              </a:rPr>
              <a:t>bibendum</a:t>
            </a:r>
            <a:r>
              <a:rPr lang="en-US" sz="1100" dirty="0">
                <a:solidFill>
                  <a:schemeClr val="tx1">
                    <a:lumMod val="65000"/>
                    <a:lumOff val="35000"/>
                  </a:schemeClr>
                </a:solidFill>
              </a:rPr>
              <a:t> </a:t>
            </a:r>
            <a:r>
              <a:rPr lang="en-US" sz="1100" dirty="0" err="1">
                <a:solidFill>
                  <a:schemeClr val="tx1">
                    <a:lumMod val="65000"/>
                    <a:lumOff val="35000"/>
                  </a:schemeClr>
                </a:solidFill>
              </a:rPr>
              <a:t>justo</a:t>
            </a:r>
            <a:r>
              <a:rPr lang="en-US" sz="1100" dirty="0">
                <a:solidFill>
                  <a:schemeClr val="tx1">
                    <a:lumMod val="65000"/>
                    <a:lumOff val="35000"/>
                  </a:schemeClr>
                </a:solidFill>
              </a:rPr>
              <a:t> non </a:t>
            </a:r>
            <a:r>
              <a:rPr lang="en-US" sz="1100" dirty="0" err="1">
                <a:solidFill>
                  <a:schemeClr val="tx1">
                    <a:lumMod val="65000"/>
                    <a:lumOff val="35000"/>
                  </a:schemeClr>
                </a:solidFill>
              </a:rPr>
              <a:t>orci</a:t>
            </a:r>
            <a:r>
              <a:rPr lang="en-US" sz="1100" dirty="0">
                <a:solidFill>
                  <a:schemeClr val="tx1">
                    <a:lumMod val="65000"/>
                    <a:lumOff val="35000"/>
                  </a:schemeClr>
                </a:solidFill>
              </a:rPr>
              <a:t>. Duis </a:t>
            </a:r>
            <a:r>
              <a:rPr lang="en-US" sz="1100" dirty="0" err="1">
                <a:solidFill>
                  <a:schemeClr val="tx1">
                    <a:lumMod val="65000"/>
                    <a:lumOff val="35000"/>
                  </a:schemeClr>
                </a:solidFill>
              </a:rPr>
              <a:t>aute</a:t>
            </a:r>
            <a:r>
              <a:rPr lang="en-US" sz="1100" dirty="0">
                <a:solidFill>
                  <a:schemeClr val="tx1">
                    <a:lumMod val="65000"/>
                    <a:lumOff val="35000"/>
                  </a:schemeClr>
                </a:solidFill>
              </a:rPr>
              <a:t> </a:t>
            </a:r>
            <a:r>
              <a:rPr lang="en-US" sz="1100" dirty="0" err="1">
                <a:solidFill>
                  <a:schemeClr val="tx1">
                    <a:lumMod val="65000"/>
                    <a:lumOff val="35000"/>
                  </a:schemeClr>
                </a:solidFill>
              </a:rPr>
              <a:t>irure</a:t>
            </a:r>
            <a:r>
              <a:rPr lang="en-US" sz="1100" dirty="0">
                <a:solidFill>
                  <a:schemeClr val="tx1">
                    <a:lumMod val="65000"/>
                    <a:lumOff val="35000"/>
                  </a:schemeClr>
                </a:solidFill>
              </a:rPr>
              <a:t> dolor in </a:t>
            </a:r>
            <a:r>
              <a:rPr lang="en-US" sz="1100" dirty="0" err="1">
                <a:solidFill>
                  <a:schemeClr val="tx1">
                    <a:lumMod val="65000"/>
                    <a:lumOff val="35000"/>
                  </a:schemeClr>
                </a:solidFill>
              </a:rPr>
              <a:t>reprehenderit</a:t>
            </a:r>
            <a:r>
              <a:rPr lang="en-US" sz="1100" dirty="0">
                <a:solidFill>
                  <a:schemeClr val="tx1">
                    <a:lumMod val="65000"/>
                    <a:lumOff val="35000"/>
                  </a:schemeClr>
                </a:solidFill>
              </a:rPr>
              <a:t> in </a:t>
            </a:r>
            <a:r>
              <a:rPr lang="en-US" sz="1100" dirty="0" err="1">
                <a:solidFill>
                  <a:schemeClr val="tx1">
                    <a:lumMod val="65000"/>
                    <a:lumOff val="35000"/>
                  </a:schemeClr>
                </a:solidFill>
              </a:rPr>
              <a:t>voluptate</a:t>
            </a:r>
            <a:r>
              <a:rPr lang="en-US" sz="1100" dirty="0">
                <a:solidFill>
                  <a:schemeClr val="tx1">
                    <a:lumMod val="65000"/>
                    <a:lumOff val="35000"/>
                  </a:schemeClr>
                </a:solidFill>
              </a:rPr>
              <a:t> </a:t>
            </a:r>
            <a:r>
              <a:rPr lang="en-US" sz="1100" dirty="0" err="1">
                <a:solidFill>
                  <a:schemeClr val="tx1">
                    <a:lumMod val="65000"/>
                    <a:lumOff val="35000"/>
                  </a:schemeClr>
                </a:solidFill>
              </a:rPr>
              <a:t>velit</a:t>
            </a:r>
            <a:r>
              <a:rPr lang="en-US" sz="1100" dirty="0">
                <a:solidFill>
                  <a:schemeClr val="tx1">
                    <a:lumMod val="65000"/>
                    <a:lumOff val="35000"/>
                  </a:schemeClr>
                </a:solidFill>
              </a:rPr>
              <a:t> </a:t>
            </a:r>
            <a:r>
              <a:rPr lang="en-US" sz="1100" dirty="0" err="1">
                <a:solidFill>
                  <a:schemeClr val="tx1">
                    <a:lumMod val="65000"/>
                    <a:lumOff val="35000"/>
                  </a:schemeClr>
                </a:solidFill>
              </a:rPr>
              <a:t>esse</a:t>
            </a:r>
            <a:r>
              <a:rPr lang="en-US" sz="1100" dirty="0">
                <a:solidFill>
                  <a:schemeClr val="tx1">
                    <a:lumMod val="65000"/>
                    <a:lumOff val="35000"/>
                  </a:schemeClr>
                </a:solidFill>
              </a:rPr>
              <a:t> </a:t>
            </a:r>
            <a:r>
              <a:rPr lang="en-US" sz="1100" dirty="0" err="1">
                <a:solidFill>
                  <a:schemeClr val="tx1">
                    <a:lumMod val="65000"/>
                    <a:lumOff val="35000"/>
                  </a:schemeClr>
                </a:solidFill>
              </a:rPr>
              <a:t>cillum</a:t>
            </a:r>
            <a:r>
              <a:rPr lang="en-US" sz="1100" dirty="0">
                <a:solidFill>
                  <a:schemeClr val="tx1">
                    <a:lumMod val="65000"/>
                    <a:lumOff val="35000"/>
                  </a:schemeClr>
                </a:solidFill>
              </a:rPr>
              <a:t> </a:t>
            </a:r>
            <a:r>
              <a:rPr lang="en-US" sz="1100" dirty="0" err="1">
                <a:solidFill>
                  <a:schemeClr val="tx1">
                    <a:lumMod val="65000"/>
                    <a:lumOff val="35000"/>
                  </a:schemeClr>
                </a:solidFill>
              </a:rPr>
              <a:t>dolore</a:t>
            </a:r>
            <a:r>
              <a:rPr lang="en-US" sz="1100" dirty="0">
                <a:solidFill>
                  <a:schemeClr val="tx1">
                    <a:lumMod val="65000"/>
                    <a:lumOff val="35000"/>
                  </a:schemeClr>
                </a:solidFill>
              </a:rPr>
              <a:t> </a:t>
            </a:r>
            <a:r>
              <a:rPr lang="en-US" sz="1100" dirty="0" err="1">
                <a:solidFill>
                  <a:schemeClr val="tx1">
                    <a:lumMod val="65000"/>
                    <a:lumOff val="35000"/>
                  </a:schemeClr>
                </a:solidFill>
              </a:rPr>
              <a:t>eu</a:t>
            </a:r>
            <a:r>
              <a:rPr lang="en-US" sz="1100" dirty="0">
                <a:solidFill>
                  <a:schemeClr val="tx1">
                    <a:lumMod val="65000"/>
                    <a:lumOff val="35000"/>
                  </a:schemeClr>
                </a:solidFill>
              </a:rPr>
              <a:t> </a:t>
            </a:r>
            <a:r>
              <a:rPr lang="en-US" sz="1100" dirty="0" err="1">
                <a:solidFill>
                  <a:schemeClr val="tx1">
                    <a:lumMod val="65000"/>
                    <a:lumOff val="35000"/>
                  </a:schemeClr>
                </a:solidFill>
              </a:rPr>
              <a:t>fugiat</a:t>
            </a:r>
            <a:r>
              <a:rPr lang="en-US" sz="1100" dirty="0">
                <a:solidFill>
                  <a:schemeClr val="tx1">
                    <a:lumMod val="65000"/>
                    <a:lumOff val="35000"/>
                  </a:schemeClr>
                </a:solidFill>
              </a:rPr>
              <a:t> </a:t>
            </a: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pariatur</a:t>
            </a:r>
            <a:r>
              <a:rPr lang="en-US" sz="1100" dirty="0">
                <a:solidFill>
                  <a:schemeClr val="tx1">
                    <a:lumMod val="65000"/>
                    <a:lumOff val="35000"/>
                  </a:schemeClr>
                </a:solidFill>
              </a:rPr>
              <a:t>. </a:t>
            </a:r>
            <a:r>
              <a:rPr lang="en-US" sz="1100" dirty="0" err="1">
                <a:solidFill>
                  <a:schemeClr val="tx1">
                    <a:lumMod val="65000"/>
                    <a:lumOff val="35000"/>
                  </a:schemeClr>
                </a:solidFill>
              </a:rPr>
              <a:t>Suspendisse</a:t>
            </a:r>
            <a:r>
              <a:rPr lang="en-US" sz="1100" dirty="0">
                <a:solidFill>
                  <a:schemeClr val="tx1">
                    <a:lumMod val="65000"/>
                    <a:lumOff val="35000"/>
                  </a:schemeClr>
                </a:solidFill>
              </a:rPr>
              <a:t> </a:t>
            </a:r>
            <a:r>
              <a:rPr lang="en-US" sz="1100" dirty="0" err="1">
                <a:solidFill>
                  <a:schemeClr val="tx1">
                    <a:lumMod val="65000"/>
                    <a:lumOff val="35000"/>
                  </a:schemeClr>
                </a:solidFill>
              </a:rPr>
              <a:t>nisl</a:t>
            </a:r>
            <a:r>
              <a:rPr lang="en-US" sz="1100" dirty="0">
                <a:solidFill>
                  <a:schemeClr val="tx1">
                    <a:lumMod val="65000"/>
                    <a:lumOff val="35000"/>
                  </a:schemeClr>
                </a:solidFill>
              </a:rPr>
              <a:t>. Duis ante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molestie</a:t>
            </a:r>
            <a:r>
              <a:rPr lang="en-US" sz="1100" dirty="0">
                <a:solidFill>
                  <a:schemeClr val="tx1">
                    <a:lumMod val="65000"/>
                    <a:lumOff val="35000"/>
                  </a:schemeClr>
                </a:solidFill>
              </a:rPr>
              <a:t> vitae </a:t>
            </a:r>
            <a:r>
              <a:rPr lang="en-US" sz="1100" dirty="0" err="1">
                <a:solidFill>
                  <a:schemeClr val="tx1">
                    <a:lumMod val="65000"/>
                    <a:lumOff val="35000"/>
                  </a:schemeClr>
                </a:solidFill>
              </a:rPr>
              <a:t>vehicula</a:t>
            </a:r>
            <a:r>
              <a:rPr lang="en-US" sz="1100" dirty="0">
                <a:solidFill>
                  <a:schemeClr val="tx1">
                    <a:lumMod val="65000"/>
                    <a:lumOff val="35000"/>
                  </a:schemeClr>
                </a:solidFill>
              </a:rPr>
              <a:t> </a:t>
            </a:r>
            <a:r>
              <a:rPr lang="en-US" sz="1100" dirty="0" err="1">
                <a:solidFill>
                  <a:schemeClr val="tx1">
                    <a:lumMod val="65000"/>
                    <a:lumOff val="35000"/>
                  </a:schemeClr>
                </a:solidFill>
              </a:rPr>
              <a:t>venenatis</a:t>
            </a:r>
            <a:r>
              <a:rPr lang="en-US" sz="1100" dirty="0">
                <a:solidFill>
                  <a:schemeClr val="tx1">
                    <a:lumMod val="65000"/>
                    <a:lumOff val="35000"/>
                  </a:schemeClr>
                </a:solidFill>
              </a:rPr>
              <a:t>, </a:t>
            </a:r>
            <a:endParaRPr lang="id-ID" sz="1100" dirty="0">
              <a:solidFill>
                <a:schemeClr val="tx1">
                  <a:lumMod val="65000"/>
                  <a:lumOff val="35000"/>
                </a:schemeClr>
              </a:solidFill>
            </a:endParaRPr>
          </a:p>
        </p:txBody>
      </p:sp>
      <p:sp>
        <p:nvSpPr>
          <p:cNvPr id="2" name="Slide Number Placeholder 1">
            <a:extLst>
              <a:ext uri="{FF2B5EF4-FFF2-40B4-BE49-F238E27FC236}">
                <a16:creationId xmlns:a16="http://schemas.microsoft.com/office/drawing/2014/main" id="{0F88C565-52ED-6460-32EE-018C6625A98F}"/>
              </a:ext>
            </a:extLst>
          </p:cNvPr>
          <p:cNvSpPr>
            <a:spLocks noGrp="1"/>
          </p:cNvSpPr>
          <p:nvPr>
            <p:ph type="sldNum" sz="quarter" idx="11"/>
          </p:nvPr>
        </p:nvSpPr>
        <p:spPr/>
        <p:txBody>
          <a:bodyPr/>
          <a:lstStyle/>
          <a:p>
            <a:fld id="{7737D3DD-0AB3-4F16-99FA-6262B2B4036D}" type="slidenum">
              <a:rPr lang="en-MY" smtClean="0"/>
              <a:t>18</a:t>
            </a:fld>
            <a:endParaRPr lang="en-MY"/>
          </a:p>
        </p:txBody>
      </p:sp>
      <p:sp>
        <p:nvSpPr>
          <p:cNvPr id="45" name="TextBox 44">
            <a:extLst>
              <a:ext uri="{FF2B5EF4-FFF2-40B4-BE49-F238E27FC236}">
                <a16:creationId xmlns:a16="http://schemas.microsoft.com/office/drawing/2014/main" id="{0EFB5B8A-A5B5-4388-D963-139A47EC31FF}"/>
              </a:ext>
            </a:extLst>
          </p:cNvPr>
          <p:cNvSpPr txBox="1"/>
          <p:nvPr/>
        </p:nvSpPr>
        <p:spPr>
          <a:xfrm>
            <a:off x="5407640" y="208679"/>
            <a:ext cx="6470073" cy="923330"/>
          </a:xfrm>
          <a:prstGeom prst="rect">
            <a:avLst/>
          </a:prstGeom>
          <a:noFill/>
        </p:spPr>
        <p:txBody>
          <a:bodyPr wrap="square" rtlCol="0">
            <a:spAutoFit/>
          </a:bodyPr>
          <a:lstStyle/>
          <a:p>
            <a:pPr algn="r"/>
            <a:r>
              <a:rPr lang="en-US" sz="5400" b="1" dirty="0">
                <a:solidFill>
                  <a:schemeClr val="tx1">
                    <a:lumMod val="75000"/>
                    <a:lumOff val="25000"/>
                  </a:schemeClr>
                </a:solidFill>
              </a:rPr>
              <a:t>GRAFT</a:t>
            </a:r>
          </a:p>
        </p:txBody>
      </p:sp>
      <p:sp>
        <p:nvSpPr>
          <p:cNvPr id="47" name="TextBox 46">
            <a:extLst>
              <a:ext uri="{FF2B5EF4-FFF2-40B4-BE49-F238E27FC236}">
                <a16:creationId xmlns:a16="http://schemas.microsoft.com/office/drawing/2014/main" id="{91E65E0F-24B9-58FA-B020-59FA10EC639B}"/>
              </a:ext>
            </a:extLst>
          </p:cNvPr>
          <p:cNvSpPr txBox="1"/>
          <p:nvPr/>
        </p:nvSpPr>
        <p:spPr>
          <a:xfrm>
            <a:off x="579680" y="1445769"/>
            <a:ext cx="7162845" cy="769441"/>
          </a:xfrm>
          <a:prstGeom prst="rect">
            <a:avLst/>
          </a:prstGeom>
          <a:noFill/>
        </p:spPr>
        <p:txBody>
          <a:bodyPr wrap="square" rtlCol="0">
            <a:spAutoFit/>
          </a:bodyPr>
          <a:lstStyle/>
          <a:p>
            <a:r>
              <a:rPr lang="en-US" sz="4400" dirty="0">
                <a:solidFill>
                  <a:schemeClr val="tx1">
                    <a:lumMod val="75000"/>
                    <a:lumOff val="25000"/>
                  </a:schemeClr>
                </a:solidFill>
                <a:latin typeface="+mj-lt"/>
              </a:rPr>
              <a:t>ADD YOUR TITLE HERE</a:t>
            </a:r>
          </a:p>
        </p:txBody>
      </p:sp>
    </p:spTree>
    <p:extLst>
      <p:ext uri="{BB962C8B-B14F-4D97-AF65-F5344CB8AC3E}">
        <p14:creationId xmlns:p14="http://schemas.microsoft.com/office/powerpoint/2010/main" val="747977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Freeform 32">
            <a:extLst>
              <a:ext uri="{FF2B5EF4-FFF2-40B4-BE49-F238E27FC236}">
                <a16:creationId xmlns:a16="http://schemas.microsoft.com/office/drawing/2014/main" id="{B7D968BA-4103-1BCD-6386-A76782597E96}"/>
              </a:ext>
            </a:extLst>
          </p:cNvPr>
          <p:cNvSpPr>
            <a:spLocks/>
          </p:cNvSpPr>
          <p:nvPr/>
        </p:nvSpPr>
        <p:spPr bwMode="auto">
          <a:xfrm>
            <a:off x="5048388" y="1907462"/>
            <a:ext cx="1910159" cy="1089632"/>
          </a:xfrm>
          <a:custGeom>
            <a:avLst/>
            <a:gdLst>
              <a:gd name="T0" fmla="*/ 89 w 757"/>
              <a:gd name="T1" fmla="*/ 332 h 432"/>
              <a:gd name="T2" fmla="*/ 122 w 757"/>
              <a:gd name="T3" fmla="*/ 432 h 432"/>
              <a:gd name="T4" fmla="*/ 384 w 757"/>
              <a:gd name="T5" fmla="*/ 344 h 432"/>
              <a:gd name="T6" fmla="*/ 614 w 757"/>
              <a:gd name="T7" fmla="*/ 410 h 432"/>
              <a:gd name="T8" fmla="*/ 699 w 757"/>
              <a:gd name="T9" fmla="*/ 347 h 432"/>
              <a:gd name="T10" fmla="*/ 757 w 757"/>
              <a:gd name="T11" fmla="*/ 68 h 432"/>
              <a:gd name="T12" fmla="*/ 0 w 757"/>
              <a:gd name="T13" fmla="*/ 278 h 432"/>
              <a:gd name="T14" fmla="*/ 89 w 757"/>
              <a:gd name="T15" fmla="*/ 332 h 4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7" h="432">
                <a:moveTo>
                  <a:pt x="89" y="332"/>
                </a:moveTo>
                <a:cubicBezTo>
                  <a:pt x="122" y="432"/>
                  <a:pt x="122" y="432"/>
                  <a:pt x="122" y="432"/>
                </a:cubicBezTo>
                <a:cubicBezTo>
                  <a:pt x="195" y="377"/>
                  <a:pt x="286" y="344"/>
                  <a:pt x="384" y="344"/>
                </a:cubicBezTo>
                <a:cubicBezTo>
                  <a:pt x="469" y="344"/>
                  <a:pt x="547" y="368"/>
                  <a:pt x="614" y="410"/>
                </a:cubicBezTo>
                <a:cubicBezTo>
                  <a:pt x="699" y="347"/>
                  <a:pt x="699" y="347"/>
                  <a:pt x="699" y="347"/>
                </a:cubicBezTo>
                <a:cubicBezTo>
                  <a:pt x="757" y="68"/>
                  <a:pt x="757" y="68"/>
                  <a:pt x="757" y="68"/>
                </a:cubicBezTo>
                <a:cubicBezTo>
                  <a:pt x="467" y="0"/>
                  <a:pt x="200" y="105"/>
                  <a:pt x="0" y="278"/>
                </a:cubicBezTo>
                <a:lnTo>
                  <a:pt x="89" y="332"/>
                </a:lnTo>
                <a:close/>
              </a:path>
            </a:pathLst>
          </a:custGeom>
          <a:gradFill>
            <a:gsLst>
              <a:gs pos="0">
                <a:schemeClr val="accent1"/>
              </a:gs>
              <a:gs pos="100000">
                <a:schemeClr val="accent1">
                  <a:lumMod val="75000"/>
                </a:schemeClr>
              </a:gs>
            </a:gsLst>
            <a:lin ang="48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81" name="Oval 35">
            <a:extLst>
              <a:ext uri="{FF2B5EF4-FFF2-40B4-BE49-F238E27FC236}">
                <a16:creationId xmlns:a16="http://schemas.microsoft.com/office/drawing/2014/main" id="{C0ADBF57-3B40-A68F-5173-846A67188153}"/>
              </a:ext>
            </a:extLst>
          </p:cNvPr>
          <p:cNvSpPr>
            <a:spLocks noChangeArrowheads="1"/>
          </p:cNvSpPr>
          <p:nvPr/>
        </p:nvSpPr>
        <p:spPr bwMode="auto">
          <a:xfrm>
            <a:off x="5820760" y="1741280"/>
            <a:ext cx="895122" cy="89323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2" name="Freeform 36">
            <a:extLst>
              <a:ext uri="{FF2B5EF4-FFF2-40B4-BE49-F238E27FC236}">
                <a16:creationId xmlns:a16="http://schemas.microsoft.com/office/drawing/2014/main" id="{1F462448-E5F0-27AB-B6BE-C8B665B65150}"/>
              </a:ext>
            </a:extLst>
          </p:cNvPr>
          <p:cNvSpPr>
            <a:spLocks/>
          </p:cNvSpPr>
          <p:nvPr/>
        </p:nvSpPr>
        <p:spPr bwMode="auto">
          <a:xfrm>
            <a:off x="6647898" y="2560863"/>
            <a:ext cx="1370065" cy="1733590"/>
          </a:xfrm>
          <a:custGeom>
            <a:avLst/>
            <a:gdLst>
              <a:gd name="T0" fmla="*/ 85 w 543"/>
              <a:gd name="T1" fmla="*/ 102 h 687"/>
              <a:gd name="T2" fmla="*/ 0 w 543"/>
              <a:gd name="T3" fmla="*/ 164 h 687"/>
              <a:gd name="T4" fmla="*/ 165 w 543"/>
              <a:gd name="T5" fmla="*/ 387 h 687"/>
              <a:gd name="T6" fmla="*/ 173 w 543"/>
              <a:gd name="T7" fmla="*/ 625 h 687"/>
              <a:gd name="T8" fmla="*/ 259 w 543"/>
              <a:gd name="T9" fmla="*/ 687 h 687"/>
              <a:gd name="T10" fmla="*/ 543 w 543"/>
              <a:gd name="T11" fmla="*/ 655 h 687"/>
              <a:gd name="T12" fmla="*/ 109 w 543"/>
              <a:gd name="T13" fmla="*/ 0 h 687"/>
              <a:gd name="T14" fmla="*/ 85 w 543"/>
              <a:gd name="T15" fmla="*/ 102 h 6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3" h="687">
                <a:moveTo>
                  <a:pt x="85" y="102"/>
                </a:moveTo>
                <a:cubicBezTo>
                  <a:pt x="0" y="164"/>
                  <a:pt x="0" y="164"/>
                  <a:pt x="0" y="164"/>
                </a:cubicBezTo>
                <a:cubicBezTo>
                  <a:pt x="75" y="217"/>
                  <a:pt x="134" y="293"/>
                  <a:pt x="165" y="387"/>
                </a:cubicBezTo>
                <a:cubicBezTo>
                  <a:pt x="191" y="467"/>
                  <a:pt x="192" y="549"/>
                  <a:pt x="173" y="625"/>
                </a:cubicBezTo>
                <a:cubicBezTo>
                  <a:pt x="259" y="687"/>
                  <a:pt x="259" y="687"/>
                  <a:pt x="259" y="687"/>
                </a:cubicBezTo>
                <a:cubicBezTo>
                  <a:pt x="543" y="655"/>
                  <a:pt x="543" y="655"/>
                  <a:pt x="543" y="655"/>
                </a:cubicBezTo>
                <a:cubicBezTo>
                  <a:pt x="518" y="358"/>
                  <a:pt x="336" y="137"/>
                  <a:pt x="109" y="0"/>
                </a:cubicBezTo>
                <a:lnTo>
                  <a:pt x="85" y="102"/>
                </a:lnTo>
                <a:close/>
              </a:path>
            </a:pathLst>
          </a:custGeom>
          <a:gradFill>
            <a:gsLst>
              <a:gs pos="0">
                <a:schemeClr val="accent2"/>
              </a:gs>
              <a:gs pos="100000">
                <a:schemeClr val="accent2">
                  <a:lumMod val="75000"/>
                </a:schemeClr>
              </a:gs>
            </a:gsLst>
            <a:lin ang="48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83" name="Freeform 38">
            <a:extLst>
              <a:ext uri="{FF2B5EF4-FFF2-40B4-BE49-F238E27FC236}">
                <a16:creationId xmlns:a16="http://schemas.microsoft.com/office/drawing/2014/main" id="{B5C298CC-9A12-0089-E5BA-7EAF3142AB1C}"/>
              </a:ext>
            </a:extLst>
          </p:cNvPr>
          <p:cNvSpPr>
            <a:spLocks/>
          </p:cNvSpPr>
          <p:nvPr/>
        </p:nvSpPr>
        <p:spPr bwMode="auto">
          <a:xfrm>
            <a:off x="7089793" y="2980098"/>
            <a:ext cx="1226543" cy="1226544"/>
          </a:xfrm>
          <a:custGeom>
            <a:avLst/>
            <a:gdLst>
              <a:gd name="T0" fmla="*/ 310 w 486"/>
              <a:gd name="T1" fmla="*/ 449 h 486"/>
              <a:gd name="T2" fmla="*/ 37 w 486"/>
              <a:gd name="T3" fmla="*/ 310 h 486"/>
              <a:gd name="T4" fmla="*/ 176 w 486"/>
              <a:gd name="T5" fmla="*/ 37 h 486"/>
              <a:gd name="T6" fmla="*/ 449 w 486"/>
              <a:gd name="T7" fmla="*/ 176 h 486"/>
              <a:gd name="T8" fmla="*/ 310 w 486"/>
              <a:gd name="T9" fmla="*/ 449 h 486"/>
            </a:gdLst>
            <a:ahLst/>
            <a:cxnLst>
              <a:cxn ang="0">
                <a:pos x="T0" y="T1"/>
              </a:cxn>
              <a:cxn ang="0">
                <a:pos x="T2" y="T3"/>
              </a:cxn>
              <a:cxn ang="0">
                <a:pos x="T4" y="T5"/>
              </a:cxn>
              <a:cxn ang="0">
                <a:pos x="T6" y="T7"/>
              </a:cxn>
              <a:cxn ang="0">
                <a:pos x="T8" y="T9"/>
              </a:cxn>
            </a:cxnLst>
            <a:rect l="0" t="0" r="r" b="b"/>
            <a:pathLst>
              <a:path w="486" h="486">
                <a:moveTo>
                  <a:pt x="310" y="449"/>
                </a:moveTo>
                <a:cubicBezTo>
                  <a:pt x="196" y="486"/>
                  <a:pt x="74" y="423"/>
                  <a:pt x="37" y="310"/>
                </a:cubicBezTo>
                <a:cubicBezTo>
                  <a:pt x="0" y="196"/>
                  <a:pt x="62" y="74"/>
                  <a:pt x="176" y="37"/>
                </a:cubicBezTo>
                <a:cubicBezTo>
                  <a:pt x="290" y="0"/>
                  <a:pt x="412" y="62"/>
                  <a:pt x="449" y="176"/>
                </a:cubicBezTo>
                <a:cubicBezTo>
                  <a:pt x="486" y="290"/>
                  <a:pt x="423" y="412"/>
                  <a:pt x="310" y="449"/>
                </a:cubicBezTo>
                <a:close/>
              </a:path>
            </a:pathLst>
          </a:custGeom>
          <a:gradFill>
            <a:gsLst>
              <a:gs pos="0">
                <a:schemeClr val="accent2"/>
              </a:gs>
              <a:gs pos="100000">
                <a:schemeClr val="accent2">
                  <a:lumMod val="75000"/>
                </a:schemeClr>
              </a:gs>
            </a:gsLst>
            <a:lin ang="4800000" scaled="0"/>
          </a:gradFill>
          <a:ln>
            <a:noFill/>
          </a:ln>
          <a:effectLst>
            <a:outerShdw blurRad="127000" dist="38100" dir="10800000" algn="r"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484" name="Freeform 39">
            <a:extLst>
              <a:ext uri="{FF2B5EF4-FFF2-40B4-BE49-F238E27FC236}">
                <a16:creationId xmlns:a16="http://schemas.microsoft.com/office/drawing/2014/main" id="{4424B24E-683F-ADDF-6F45-55FF348C6861}"/>
              </a:ext>
            </a:extLst>
          </p:cNvPr>
          <p:cNvSpPr>
            <a:spLocks/>
          </p:cNvSpPr>
          <p:nvPr/>
        </p:nvSpPr>
        <p:spPr bwMode="auto">
          <a:xfrm>
            <a:off x="7200267" y="3090571"/>
            <a:ext cx="1001818" cy="1001819"/>
          </a:xfrm>
          <a:custGeom>
            <a:avLst/>
            <a:gdLst>
              <a:gd name="T0" fmla="*/ 30 w 397"/>
              <a:gd name="T1" fmla="*/ 253 h 397"/>
              <a:gd name="T2" fmla="*/ 144 w 397"/>
              <a:gd name="T3" fmla="*/ 30 h 397"/>
              <a:gd name="T4" fmla="*/ 367 w 397"/>
              <a:gd name="T5" fmla="*/ 144 h 397"/>
              <a:gd name="T6" fmla="*/ 253 w 397"/>
              <a:gd name="T7" fmla="*/ 367 h 397"/>
              <a:gd name="T8" fmla="*/ 30 w 397"/>
              <a:gd name="T9" fmla="*/ 253 h 397"/>
            </a:gdLst>
            <a:ahLst/>
            <a:cxnLst>
              <a:cxn ang="0">
                <a:pos x="T0" y="T1"/>
              </a:cxn>
              <a:cxn ang="0">
                <a:pos x="T2" y="T3"/>
              </a:cxn>
              <a:cxn ang="0">
                <a:pos x="T4" y="T5"/>
              </a:cxn>
              <a:cxn ang="0">
                <a:pos x="T6" y="T7"/>
              </a:cxn>
              <a:cxn ang="0">
                <a:pos x="T8" y="T9"/>
              </a:cxn>
            </a:cxnLst>
            <a:rect l="0" t="0" r="r" b="b"/>
            <a:pathLst>
              <a:path w="397" h="397">
                <a:moveTo>
                  <a:pt x="30" y="253"/>
                </a:moveTo>
                <a:cubicBezTo>
                  <a:pt x="0" y="161"/>
                  <a:pt x="51" y="60"/>
                  <a:pt x="144" y="30"/>
                </a:cubicBezTo>
                <a:cubicBezTo>
                  <a:pt x="237" y="0"/>
                  <a:pt x="337" y="51"/>
                  <a:pt x="367" y="144"/>
                </a:cubicBezTo>
                <a:cubicBezTo>
                  <a:pt x="397" y="237"/>
                  <a:pt x="346" y="337"/>
                  <a:pt x="253" y="367"/>
                </a:cubicBezTo>
                <a:cubicBezTo>
                  <a:pt x="161" y="397"/>
                  <a:pt x="60" y="346"/>
                  <a:pt x="30" y="25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5" name="Freeform 40">
            <a:extLst>
              <a:ext uri="{FF2B5EF4-FFF2-40B4-BE49-F238E27FC236}">
                <a16:creationId xmlns:a16="http://schemas.microsoft.com/office/drawing/2014/main" id="{B9FDF6E1-DF91-AA36-D50A-BD6F569BB83F}"/>
              </a:ext>
            </a:extLst>
          </p:cNvPr>
          <p:cNvSpPr>
            <a:spLocks/>
          </p:cNvSpPr>
          <p:nvPr/>
        </p:nvSpPr>
        <p:spPr bwMode="auto">
          <a:xfrm>
            <a:off x="6017158" y="4199088"/>
            <a:ext cx="1531526" cy="1685435"/>
          </a:xfrm>
          <a:custGeom>
            <a:avLst/>
            <a:gdLst>
              <a:gd name="T0" fmla="*/ 503 w 607"/>
              <a:gd name="T1" fmla="*/ 61 h 668"/>
              <a:gd name="T2" fmla="*/ 417 w 607"/>
              <a:gd name="T3" fmla="*/ 0 h 668"/>
              <a:gd name="T4" fmla="*/ 257 w 607"/>
              <a:gd name="T5" fmla="*/ 225 h 668"/>
              <a:gd name="T6" fmla="*/ 32 w 607"/>
              <a:gd name="T7" fmla="*/ 307 h 668"/>
              <a:gd name="T8" fmla="*/ 0 w 607"/>
              <a:gd name="T9" fmla="*/ 408 h 668"/>
              <a:gd name="T10" fmla="*/ 118 w 607"/>
              <a:gd name="T11" fmla="*/ 668 h 668"/>
              <a:gd name="T12" fmla="*/ 607 w 607"/>
              <a:gd name="T13" fmla="*/ 53 h 668"/>
              <a:gd name="T14" fmla="*/ 503 w 607"/>
              <a:gd name="T15" fmla="*/ 61 h 6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7" h="668">
                <a:moveTo>
                  <a:pt x="503" y="61"/>
                </a:moveTo>
                <a:cubicBezTo>
                  <a:pt x="417" y="0"/>
                  <a:pt x="417" y="0"/>
                  <a:pt x="417" y="0"/>
                </a:cubicBezTo>
                <a:cubicBezTo>
                  <a:pt x="390" y="87"/>
                  <a:pt x="336" y="167"/>
                  <a:pt x="257" y="225"/>
                </a:cubicBezTo>
                <a:cubicBezTo>
                  <a:pt x="188" y="274"/>
                  <a:pt x="111" y="301"/>
                  <a:pt x="32" y="307"/>
                </a:cubicBezTo>
                <a:cubicBezTo>
                  <a:pt x="0" y="408"/>
                  <a:pt x="0" y="408"/>
                  <a:pt x="0" y="408"/>
                </a:cubicBezTo>
                <a:cubicBezTo>
                  <a:pt x="118" y="668"/>
                  <a:pt x="118" y="668"/>
                  <a:pt x="118" y="668"/>
                </a:cubicBezTo>
                <a:cubicBezTo>
                  <a:pt x="392" y="552"/>
                  <a:pt x="547" y="311"/>
                  <a:pt x="607" y="53"/>
                </a:cubicBezTo>
                <a:lnTo>
                  <a:pt x="503" y="61"/>
                </a:lnTo>
                <a:close/>
              </a:path>
            </a:pathLst>
          </a:custGeom>
          <a:gradFill>
            <a:gsLst>
              <a:gs pos="0">
                <a:schemeClr val="accent3"/>
              </a:gs>
              <a:gs pos="100000">
                <a:schemeClr val="accent3">
                  <a:lumMod val="75000"/>
                </a:schemeClr>
              </a:gs>
            </a:gsLst>
            <a:lin ang="36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86" name="Freeform 42">
            <a:extLst>
              <a:ext uri="{FF2B5EF4-FFF2-40B4-BE49-F238E27FC236}">
                <a16:creationId xmlns:a16="http://schemas.microsoft.com/office/drawing/2014/main" id="{9E40B84D-0BF4-C33D-613A-41EC718C7F42}"/>
              </a:ext>
            </a:extLst>
          </p:cNvPr>
          <p:cNvSpPr>
            <a:spLocks/>
          </p:cNvSpPr>
          <p:nvPr/>
        </p:nvSpPr>
        <p:spPr bwMode="auto">
          <a:xfrm>
            <a:off x="6189006" y="4369844"/>
            <a:ext cx="1238818" cy="1238818"/>
          </a:xfrm>
          <a:custGeom>
            <a:avLst/>
            <a:gdLst>
              <a:gd name="T0" fmla="*/ 70 w 491"/>
              <a:gd name="T1" fmla="*/ 372 h 491"/>
              <a:gd name="T2" fmla="*/ 118 w 491"/>
              <a:gd name="T3" fmla="*/ 70 h 491"/>
              <a:gd name="T4" fmla="*/ 421 w 491"/>
              <a:gd name="T5" fmla="*/ 118 h 491"/>
              <a:gd name="T6" fmla="*/ 373 w 491"/>
              <a:gd name="T7" fmla="*/ 420 h 491"/>
              <a:gd name="T8" fmla="*/ 70 w 491"/>
              <a:gd name="T9" fmla="*/ 372 h 491"/>
            </a:gdLst>
            <a:ahLst/>
            <a:cxnLst>
              <a:cxn ang="0">
                <a:pos x="T0" y="T1"/>
              </a:cxn>
              <a:cxn ang="0">
                <a:pos x="T2" y="T3"/>
              </a:cxn>
              <a:cxn ang="0">
                <a:pos x="T4" y="T5"/>
              </a:cxn>
              <a:cxn ang="0">
                <a:pos x="T6" y="T7"/>
              </a:cxn>
              <a:cxn ang="0">
                <a:pos x="T8" y="T9"/>
              </a:cxn>
            </a:cxnLst>
            <a:rect l="0" t="0" r="r" b="b"/>
            <a:pathLst>
              <a:path w="491" h="491">
                <a:moveTo>
                  <a:pt x="70" y="372"/>
                </a:moveTo>
                <a:cubicBezTo>
                  <a:pt x="0" y="276"/>
                  <a:pt x="21" y="140"/>
                  <a:pt x="118" y="70"/>
                </a:cubicBezTo>
                <a:cubicBezTo>
                  <a:pt x="215" y="0"/>
                  <a:pt x="351" y="21"/>
                  <a:pt x="421" y="118"/>
                </a:cubicBezTo>
                <a:cubicBezTo>
                  <a:pt x="491" y="215"/>
                  <a:pt x="470" y="350"/>
                  <a:pt x="373" y="420"/>
                </a:cubicBezTo>
                <a:cubicBezTo>
                  <a:pt x="276" y="491"/>
                  <a:pt x="141" y="469"/>
                  <a:pt x="70" y="372"/>
                </a:cubicBezTo>
                <a:close/>
              </a:path>
            </a:pathLst>
          </a:custGeom>
          <a:gradFill>
            <a:gsLst>
              <a:gs pos="0">
                <a:schemeClr val="accent3"/>
              </a:gs>
              <a:gs pos="100000">
                <a:schemeClr val="accent3">
                  <a:lumMod val="75000"/>
                </a:schemeClr>
              </a:gs>
            </a:gsLst>
            <a:lin ang="3600000" scaled="0"/>
          </a:gradFill>
          <a:ln>
            <a:noFill/>
          </a:ln>
          <a:effectLst>
            <a:outerShdw blurRad="127000" dist="38100" dir="16200000"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487" name="Freeform 43">
            <a:extLst>
              <a:ext uri="{FF2B5EF4-FFF2-40B4-BE49-F238E27FC236}">
                <a16:creationId xmlns:a16="http://schemas.microsoft.com/office/drawing/2014/main" id="{3290DEA8-20F8-DCEE-3BDA-48BB9890C06A}"/>
              </a:ext>
            </a:extLst>
          </p:cNvPr>
          <p:cNvSpPr>
            <a:spLocks/>
          </p:cNvSpPr>
          <p:nvPr/>
        </p:nvSpPr>
        <p:spPr bwMode="auto">
          <a:xfrm>
            <a:off x="6302312" y="4882704"/>
            <a:ext cx="1012205" cy="1014094"/>
          </a:xfrm>
          <a:custGeom>
            <a:avLst/>
            <a:gdLst>
              <a:gd name="T0" fmla="*/ 96 w 401"/>
              <a:gd name="T1" fmla="*/ 58 h 402"/>
              <a:gd name="T2" fmla="*/ 344 w 401"/>
              <a:gd name="T3" fmla="*/ 97 h 402"/>
              <a:gd name="T4" fmla="*/ 305 w 401"/>
              <a:gd name="T5" fmla="*/ 344 h 402"/>
              <a:gd name="T6" fmla="*/ 57 w 401"/>
              <a:gd name="T7" fmla="*/ 305 h 402"/>
              <a:gd name="T8" fmla="*/ 96 w 401"/>
              <a:gd name="T9" fmla="*/ 58 h 402"/>
            </a:gdLst>
            <a:ahLst/>
            <a:cxnLst>
              <a:cxn ang="0">
                <a:pos x="T0" y="T1"/>
              </a:cxn>
              <a:cxn ang="0">
                <a:pos x="T2" y="T3"/>
              </a:cxn>
              <a:cxn ang="0">
                <a:pos x="T4" y="T5"/>
              </a:cxn>
              <a:cxn ang="0">
                <a:pos x="T6" y="T7"/>
              </a:cxn>
              <a:cxn ang="0">
                <a:pos x="T8" y="T9"/>
              </a:cxn>
            </a:cxnLst>
            <a:rect l="0" t="0" r="r" b="b"/>
            <a:pathLst>
              <a:path w="401" h="402">
                <a:moveTo>
                  <a:pt x="96" y="58"/>
                </a:moveTo>
                <a:cubicBezTo>
                  <a:pt x="176" y="0"/>
                  <a:pt x="286" y="18"/>
                  <a:pt x="344" y="97"/>
                </a:cubicBezTo>
                <a:cubicBezTo>
                  <a:pt x="401" y="176"/>
                  <a:pt x="384" y="287"/>
                  <a:pt x="305" y="344"/>
                </a:cubicBezTo>
                <a:cubicBezTo>
                  <a:pt x="226" y="402"/>
                  <a:pt x="115" y="384"/>
                  <a:pt x="57" y="305"/>
                </a:cubicBezTo>
                <a:cubicBezTo>
                  <a:pt x="0" y="226"/>
                  <a:pt x="17" y="115"/>
                  <a:pt x="96" y="5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8" name="Freeform 44">
            <a:extLst>
              <a:ext uri="{FF2B5EF4-FFF2-40B4-BE49-F238E27FC236}">
                <a16:creationId xmlns:a16="http://schemas.microsoft.com/office/drawing/2014/main" id="{F36AD650-ACC0-A049-96AB-0DDDC68DDDC8}"/>
              </a:ext>
            </a:extLst>
          </p:cNvPr>
          <p:cNvSpPr>
            <a:spLocks/>
          </p:cNvSpPr>
          <p:nvPr/>
        </p:nvSpPr>
        <p:spPr bwMode="auto">
          <a:xfrm>
            <a:off x="4201421" y="4291621"/>
            <a:ext cx="1856338" cy="1236930"/>
          </a:xfrm>
          <a:custGeom>
            <a:avLst/>
            <a:gdLst>
              <a:gd name="T0" fmla="*/ 696 w 736"/>
              <a:gd name="T1" fmla="*/ 372 h 490"/>
              <a:gd name="T2" fmla="*/ 728 w 736"/>
              <a:gd name="T3" fmla="*/ 271 h 490"/>
              <a:gd name="T4" fmla="*/ 464 w 736"/>
              <a:gd name="T5" fmla="*/ 188 h 490"/>
              <a:gd name="T6" fmla="*/ 317 w 736"/>
              <a:gd name="T7" fmla="*/ 0 h 490"/>
              <a:gd name="T8" fmla="*/ 211 w 736"/>
              <a:gd name="T9" fmla="*/ 1 h 490"/>
              <a:gd name="T10" fmla="*/ 0 w 736"/>
              <a:gd name="T11" fmla="*/ 193 h 490"/>
              <a:gd name="T12" fmla="*/ 736 w 736"/>
              <a:gd name="T13" fmla="*/ 468 h 490"/>
              <a:gd name="T14" fmla="*/ 696 w 736"/>
              <a:gd name="T15" fmla="*/ 372 h 4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6" h="490">
                <a:moveTo>
                  <a:pt x="696" y="372"/>
                </a:moveTo>
                <a:cubicBezTo>
                  <a:pt x="728" y="271"/>
                  <a:pt x="728" y="271"/>
                  <a:pt x="728" y="271"/>
                </a:cubicBezTo>
                <a:cubicBezTo>
                  <a:pt x="636" y="272"/>
                  <a:pt x="544" y="246"/>
                  <a:pt x="464" y="188"/>
                </a:cubicBezTo>
                <a:cubicBezTo>
                  <a:pt x="396" y="138"/>
                  <a:pt x="346" y="73"/>
                  <a:pt x="317" y="0"/>
                </a:cubicBezTo>
                <a:cubicBezTo>
                  <a:pt x="211" y="1"/>
                  <a:pt x="211" y="1"/>
                  <a:pt x="211" y="1"/>
                </a:cubicBezTo>
                <a:cubicBezTo>
                  <a:pt x="0" y="193"/>
                  <a:pt x="0" y="193"/>
                  <a:pt x="0" y="193"/>
                </a:cubicBezTo>
                <a:cubicBezTo>
                  <a:pt x="195" y="418"/>
                  <a:pt x="472" y="490"/>
                  <a:pt x="736" y="468"/>
                </a:cubicBezTo>
                <a:lnTo>
                  <a:pt x="696" y="372"/>
                </a:lnTo>
                <a:close/>
              </a:path>
            </a:pathLst>
          </a:custGeom>
          <a:gradFill>
            <a:gsLst>
              <a:gs pos="0">
                <a:schemeClr val="accent4"/>
              </a:gs>
              <a:gs pos="100000">
                <a:schemeClr val="accent4">
                  <a:lumMod val="75000"/>
                </a:schemeClr>
              </a:gs>
            </a:gsLst>
            <a:lin ang="60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89" name="Freeform 46">
            <a:extLst>
              <a:ext uri="{FF2B5EF4-FFF2-40B4-BE49-F238E27FC236}">
                <a16:creationId xmlns:a16="http://schemas.microsoft.com/office/drawing/2014/main" id="{A3522B8A-6AD0-1307-35FC-5246C9091EC4}"/>
              </a:ext>
            </a:extLst>
          </p:cNvPr>
          <p:cNvSpPr>
            <a:spLocks/>
          </p:cNvSpPr>
          <p:nvPr/>
        </p:nvSpPr>
        <p:spPr bwMode="auto">
          <a:xfrm>
            <a:off x="4203310" y="4476689"/>
            <a:ext cx="1238818" cy="1238818"/>
          </a:xfrm>
          <a:custGeom>
            <a:avLst/>
            <a:gdLst>
              <a:gd name="T0" fmla="*/ 70 w 491"/>
              <a:gd name="T1" fmla="*/ 118 h 491"/>
              <a:gd name="T2" fmla="*/ 373 w 491"/>
              <a:gd name="T3" fmla="*/ 70 h 491"/>
              <a:gd name="T4" fmla="*/ 421 w 491"/>
              <a:gd name="T5" fmla="*/ 373 h 491"/>
              <a:gd name="T6" fmla="*/ 118 w 491"/>
              <a:gd name="T7" fmla="*/ 421 h 491"/>
              <a:gd name="T8" fmla="*/ 70 w 491"/>
              <a:gd name="T9" fmla="*/ 118 h 491"/>
            </a:gdLst>
            <a:ahLst/>
            <a:cxnLst>
              <a:cxn ang="0">
                <a:pos x="T0" y="T1"/>
              </a:cxn>
              <a:cxn ang="0">
                <a:pos x="T2" y="T3"/>
              </a:cxn>
              <a:cxn ang="0">
                <a:pos x="T4" y="T5"/>
              </a:cxn>
              <a:cxn ang="0">
                <a:pos x="T6" y="T7"/>
              </a:cxn>
              <a:cxn ang="0">
                <a:pos x="T8" y="T9"/>
              </a:cxn>
            </a:cxnLst>
            <a:rect l="0" t="0" r="r" b="b"/>
            <a:pathLst>
              <a:path w="491" h="491">
                <a:moveTo>
                  <a:pt x="70" y="118"/>
                </a:moveTo>
                <a:cubicBezTo>
                  <a:pt x="141" y="21"/>
                  <a:pt x="276" y="0"/>
                  <a:pt x="373" y="70"/>
                </a:cubicBezTo>
                <a:cubicBezTo>
                  <a:pt x="470" y="141"/>
                  <a:pt x="491" y="276"/>
                  <a:pt x="421" y="373"/>
                </a:cubicBezTo>
                <a:cubicBezTo>
                  <a:pt x="351" y="470"/>
                  <a:pt x="215" y="491"/>
                  <a:pt x="118" y="421"/>
                </a:cubicBezTo>
                <a:cubicBezTo>
                  <a:pt x="21" y="350"/>
                  <a:pt x="0" y="215"/>
                  <a:pt x="70" y="118"/>
                </a:cubicBezTo>
                <a:close/>
              </a:path>
            </a:pathLst>
          </a:custGeom>
          <a:gradFill>
            <a:gsLst>
              <a:gs pos="0">
                <a:schemeClr val="accent4"/>
              </a:gs>
              <a:gs pos="100000">
                <a:schemeClr val="accent4">
                  <a:lumMod val="75000"/>
                </a:schemeClr>
              </a:gs>
            </a:gsLst>
            <a:lin ang="6000000" scaled="0"/>
          </a:gradFill>
          <a:ln>
            <a:noFill/>
          </a:ln>
          <a:effectLst>
            <a:outerShdw blurRad="127000" dist="38100" dir="18900000" algn="bl"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490" name="Freeform 47">
            <a:extLst>
              <a:ext uri="{FF2B5EF4-FFF2-40B4-BE49-F238E27FC236}">
                <a16:creationId xmlns:a16="http://schemas.microsoft.com/office/drawing/2014/main" id="{0866C2E3-1761-E119-17F3-B8FF2279E316}"/>
              </a:ext>
            </a:extLst>
          </p:cNvPr>
          <p:cNvSpPr>
            <a:spLocks/>
          </p:cNvSpPr>
          <p:nvPr/>
        </p:nvSpPr>
        <p:spPr bwMode="auto">
          <a:xfrm>
            <a:off x="4316616" y="4589995"/>
            <a:ext cx="1012205" cy="1012205"/>
          </a:xfrm>
          <a:custGeom>
            <a:avLst/>
            <a:gdLst>
              <a:gd name="T0" fmla="*/ 305 w 401"/>
              <a:gd name="T1" fmla="*/ 57 h 401"/>
              <a:gd name="T2" fmla="*/ 344 w 401"/>
              <a:gd name="T3" fmla="*/ 305 h 401"/>
              <a:gd name="T4" fmla="*/ 96 w 401"/>
              <a:gd name="T5" fmla="*/ 344 h 401"/>
              <a:gd name="T6" fmla="*/ 57 w 401"/>
              <a:gd name="T7" fmla="*/ 96 h 401"/>
              <a:gd name="T8" fmla="*/ 305 w 401"/>
              <a:gd name="T9" fmla="*/ 57 h 401"/>
            </a:gdLst>
            <a:ahLst/>
            <a:cxnLst>
              <a:cxn ang="0">
                <a:pos x="T0" y="T1"/>
              </a:cxn>
              <a:cxn ang="0">
                <a:pos x="T2" y="T3"/>
              </a:cxn>
              <a:cxn ang="0">
                <a:pos x="T4" y="T5"/>
              </a:cxn>
              <a:cxn ang="0">
                <a:pos x="T6" y="T7"/>
              </a:cxn>
              <a:cxn ang="0">
                <a:pos x="T8" y="T9"/>
              </a:cxn>
            </a:cxnLst>
            <a:rect l="0" t="0" r="r" b="b"/>
            <a:pathLst>
              <a:path w="401" h="401">
                <a:moveTo>
                  <a:pt x="305" y="57"/>
                </a:moveTo>
                <a:cubicBezTo>
                  <a:pt x="384" y="115"/>
                  <a:pt x="401" y="226"/>
                  <a:pt x="344" y="305"/>
                </a:cubicBezTo>
                <a:cubicBezTo>
                  <a:pt x="286" y="384"/>
                  <a:pt x="175" y="401"/>
                  <a:pt x="96" y="344"/>
                </a:cubicBezTo>
                <a:cubicBezTo>
                  <a:pt x="17" y="286"/>
                  <a:pt x="0" y="175"/>
                  <a:pt x="57" y="96"/>
                </a:cubicBezTo>
                <a:cubicBezTo>
                  <a:pt x="115" y="17"/>
                  <a:pt x="226" y="0"/>
                  <a:pt x="305" y="5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1" name="Freeform 48">
            <a:extLst>
              <a:ext uri="{FF2B5EF4-FFF2-40B4-BE49-F238E27FC236}">
                <a16:creationId xmlns:a16="http://schemas.microsoft.com/office/drawing/2014/main" id="{8778A8AC-F58B-0982-220A-A683A1C261BF}"/>
              </a:ext>
            </a:extLst>
          </p:cNvPr>
          <p:cNvSpPr>
            <a:spLocks/>
          </p:cNvSpPr>
          <p:nvPr/>
        </p:nvSpPr>
        <p:spPr bwMode="auto">
          <a:xfrm>
            <a:off x="4210863" y="2426784"/>
            <a:ext cx="1098129" cy="1980976"/>
          </a:xfrm>
          <a:custGeom>
            <a:avLst/>
            <a:gdLst>
              <a:gd name="T0" fmla="*/ 199 w 435"/>
              <a:gd name="T1" fmla="*/ 717 h 785"/>
              <a:gd name="T2" fmla="*/ 304 w 435"/>
              <a:gd name="T3" fmla="*/ 716 h 785"/>
              <a:gd name="T4" fmla="*/ 302 w 435"/>
              <a:gd name="T5" fmla="*/ 440 h 785"/>
              <a:gd name="T6" fmla="*/ 435 w 435"/>
              <a:gd name="T7" fmla="*/ 241 h 785"/>
              <a:gd name="T8" fmla="*/ 402 w 435"/>
              <a:gd name="T9" fmla="*/ 141 h 785"/>
              <a:gd name="T10" fmla="*/ 154 w 435"/>
              <a:gd name="T11" fmla="*/ 0 h 785"/>
              <a:gd name="T12" fmla="*/ 120 w 435"/>
              <a:gd name="T13" fmla="*/ 785 h 785"/>
              <a:gd name="T14" fmla="*/ 199 w 435"/>
              <a:gd name="T15" fmla="*/ 717 h 7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5" h="785">
                <a:moveTo>
                  <a:pt x="199" y="717"/>
                </a:moveTo>
                <a:cubicBezTo>
                  <a:pt x="304" y="716"/>
                  <a:pt x="304" y="716"/>
                  <a:pt x="304" y="716"/>
                </a:cubicBezTo>
                <a:cubicBezTo>
                  <a:pt x="275" y="629"/>
                  <a:pt x="271" y="533"/>
                  <a:pt x="302" y="440"/>
                </a:cubicBezTo>
                <a:cubicBezTo>
                  <a:pt x="328" y="359"/>
                  <a:pt x="375" y="292"/>
                  <a:pt x="435" y="241"/>
                </a:cubicBezTo>
                <a:cubicBezTo>
                  <a:pt x="402" y="141"/>
                  <a:pt x="402" y="141"/>
                  <a:pt x="402" y="141"/>
                </a:cubicBezTo>
                <a:cubicBezTo>
                  <a:pt x="154" y="0"/>
                  <a:pt x="154" y="0"/>
                  <a:pt x="154" y="0"/>
                </a:cubicBezTo>
                <a:cubicBezTo>
                  <a:pt x="0" y="255"/>
                  <a:pt x="17" y="541"/>
                  <a:pt x="120" y="785"/>
                </a:cubicBezTo>
                <a:lnTo>
                  <a:pt x="199" y="717"/>
                </a:lnTo>
                <a:close/>
              </a:path>
            </a:pathLst>
          </a:custGeom>
          <a:gradFill>
            <a:gsLst>
              <a:gs pos="0">
                <a:schemeClr val="accent5"/>
              </a:gs>
              <a:gs pos="100000">
                <a:schemeClr val="accent5">
                  <a:lumMod val="75000"/>
                </a:schemeClr>
              </a:gs>
            </a:gsLst>
            <a:lin ang="18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92" name="Freeform 50">
            <a:extLst>
              <a:ext uri="{FF2B5EF4-FFF2-40B4-BE49-F238E27FC236}">
                <a16:creationId xmlns:a16="http://schemas.microsoft.com/office/drawing/2014/main" id="{C12DA54F-4FAF-C667-757D-410E82F42872}"/>
              </a:ext>
            </a:extLst>
          </p:cNvPr>
          <p:cNvSpPr>
            <a:spLocks/>
          </p:cNvSpPr>
          <p:nvPr/>
        </p:nvSpPr>
        <p:spPr bwMode="auto">
          <a:xfrm>
            <a:off x="3875665" y="2503266"/>
            <a:ext cx="1225599" cy="1225599"/>
          </a:xfrm>
          <a:custGeom>
            <a:avLst/>
            <a:gdLst>
              <a:gd name="T0" fmla="*/ 310 w 486"/>
              <a:gd name="T1" fmla="*/ 37 h 486"/>
              <a:gd name="T2" fmla="*/ 449 w 486"/>
              <a:gd name="T3" fmla="*/ 310 h 486"/>
              <a:gd name="T4" fmla="*/ 176 w 486"/>
              <a:gd name="T5" fmla="*/ 449 h 486"/>
              <a:gd name="T6" fmla="*/ 37 w 486"/>
              <a:gd name="T7" fmla="*/ 176 h 486"/>
              <a:gd name="T8" fmla="*/ 310 w 486"/>
              <a:gd name="T9" fmla="*/ 37 h 486"/>
            </a:gdLst>
            <a:ahLst/>
            <a:cxnLst>
              <a:cxn ang="0">
                <a:pos x="T0" y="T1"/>
              </a:cxn>
              <a:cxn ang="0">
                <a:pos x="T2" y="T3"/>
              </a:cxn>
              <a:cxn ang="0">
                <a:pos x="T4" y="T5"/>
              </a:cxn>
              <a:cxn ang="0">
                <a:pos x="T6" y="T7"/>
              </a:cxn>
              <a:cxn ang="0">
                <a:pos x="T8" y="T9"/>
              </a:cxn>
            </a:cxnLst>
            <a:rect l="0" t="0" r="r" b="b"/>
            <a:pathLst>
              <a:path w="486" h="486">
                <a:moveTo>
                  <a:pt x="310" y="37"/>
                </a:moveTo>
                <a:cubicBezTo>
                  <a:pt x="424" y="74"/>
                  <a:pt x="486" y="196"/>
                  <a:pt x="449" y="310"/>
                </a:cubicBezTo>
                <a:cubicBezTo>
                  <a:pt x="412" y="424"/>
                  <a:pt x="290" y="486"/>
                  <a:pt x="176" y="449"/>
                </a:cubicBezTo>
                <a:cubicBezTo>
                  <a:pt x="63" y="412"/>
                  <a:pt x="0" y="290"/>
                  <a:pt x="37" y="176"/>
                </a:cubicBezTo>
                <a:cubicBezTo>
                  <a:pt x="74" y="62"/>
                  <a:pt x="196" y="0"/>
                  <a:pt x="310" y="37"/>
                </a:cubicBezTo>
                <a:close/>
              </a:path>
            </a:pathLst>
          </a:custGeom>
          <a:gradFill>
            <a:gsLst>
              <a:gs pos="0">
                <a:schemeClr val="accent5"/>
              </a:gs>
              <a:gs pos="100000">
                <a:schemeClr val="accent5">
                  <a:lumMod val="75000"/>
                </a:schemeClr>
              </a:gs>
            </a:gsLst>
            <a:lin ang="1800000" scaled="0"/>
          </a:gradFill>
          <a:ln>
            <a:noFill/>
          </a:ln>
          <a:effectLst>
            <a:outerShdw blurRad="127000" dist="38100" dir="2700000" algn="tl"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493" name="Freeform 51">
            <a:extLst>
              <a:ext uri="{FF2B5EF4-FFF2-40B4-BE49-F238E27FC236}">
                <a16:creationId xmlns:a16="http://schemas.microsoft.com/office/drawing/2014/main" id="{B50837CF-1A84-E616-1DE4-18C2F306E2DE}"/>
              </a:ext>
            </a:extLst>
          </p:cNvPr>
          <p:cNvSpPr>
            <a:spLocks/>
          </p:cNvSpPr>
          <p:nvPr/>
        </p:nvSpPr>
        <p:spPr bwMode="auto">
          <a:xfrm>
            <a:off x="3988971" y="2613740"/>
            <a:ext cx="1001818" cy="1004652"/>
          </a:xfrm>
          <a:custGeom>
            <a:avLst/>
            <a:gdLst>
              <a:gd name="T0" fmla="*/ 367 w 397"/>
              <a:gd name="T1" fmla="*/ 254 h 398"/>
              <a:gd name="T2" fmla="*/ 144 w 397"/>
              <a:gd name="T3" fmla="*/ 367 h 398"/>
              <a:gd name="T4" fmla="*/ 30 w 397"/>
              <a:gd name="T5" fmla="*/ 144 h 398"/>
              <a:gd name="T6" fmla="*/ 253 w 397"/>
              <a:gd name="T7" fmla="*/ 31 h 398"/>
              <a:gd name="T8" fmla="*/ 367 w 397"/>
              <a:gd name="T9" fmla="*/ 254 h 398"/>
            </a:gdLst>
            <a:ahLst/>
            <a:cxnLst>
              <a:cxn ang="0">
                <a:pos x="T0" y="T1"/>
              </a:cxn>
              <a:cxn ang="0">
                <a:pos x="T2" y="T3"/>
              </a:cxn>
              <a:cxn ang="0">
                <a:pos x="T4" y="T5"/>
              </a:cxn>
              <a:cxn ang="0">
                <a:pos x="T6" y="T7"/>
              </a:cxn>
              <a:cxn ang="0">
                <a:pos x="T8" y="T9"/>
              </a:cxn>
            </a:cxnLst>
            <a:rect l="0" t="0" r="r" b="b"/>
            <a:pathLst>
              <a:path w="397" h="398">
                <a:moveTo>
                  <a:pt x="367" y="254"/>
                </a:moveTo>
                <a:cubicBezTo>
                  <a:pt x="337" y="347"/>
                  <a:pt x="236" y="398"/>
                  <a:pt x="144" y="367"/>
                </a:cubicBezTo>
                <a:cubicBezTo>
                  <a:pt x="51" y="337"/>
                  <a:pt x="0" y="237"/>
                  <a:pt x="30" y="144"/>
                </a:cubicBezTo>
                <a:cubicBezTo>
                  <a:pt x="60" y="51"/>
                  <a:pt x="160" y="0"/>
                  <a:pt x="253" y="31"/>
                </a:cubicBezTo>
                <a:cubicBezTo>
                  <a:pt x="346" y="61"/>
                  <a:pt x="397" y="161"/>
                  <a:pt x="367" y="25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4" name="Oval 493">
            <a:extLst>
              <a:ext uri="{FF2B5EF4-FFF2-40B4-BE49-F238E27FC236}">
                <a16:creationId xmlns:a16="http://schemas.microsoft.com/office/drawing/2014/main" id="{78FB47B2-56A6-B9ED-D1B7-2AF5B8990583}"/>
              </a:ext>
            </a:extLst>
          </p:cNvPr>
          <p:cNvSpPr/>
          <p:nvPr/>
        </p:nvSpPr>
        <p:spPr>
          <a:xfrm>
            <a:off x="4142439" y="2768625"/>
            <a:ext cx="694882" cy="694882"/>
          </a:xfrm>
          <a:prstGeom prst="ellipse">
            <a:avLst/>
          </a:prstGeom>
          <a:gradFill>
            <a:gsLst>
              <a:gs pos="0">
                <a:schemeClr val="accent5"/>
              </a:gs>
              <a:gs pos="100000">
                <a:schemeClr val="accent5">
                  <a:lumMod val="75000"/>
                </a:schemeClr>
              </a:gs>
            </a:gsLst>
            <a:lin ang="1800000" scaled="0"/>
          </a:gradFill>
          <a:ln>
            <a:noFill/>
          </a:ln>
          <a:effectLst>
            <a:outerShdw blurRad="1524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5" name="Oval 494">
            <a:extLst>
              <a:ext uri="{FF2B5EF4-FFF2-40B4-BE49-F238E27FC236}">
                <a16:creationId xmlns:a16="http://schemas.microsoft.com/office/drawing/2014/main" id="{776A1C85-1128-75C8-C1CD-B465504D97BD}"/>
              </a:ext>
            </a:extLst>
          </p:cNvPr>
          <p:cNvSpPr/>
          <p:nvPr/>
        </p:nvSpPr>
        <p:spPr>
          <a:xfrm>
            <a:off x="5920880" y="1840456"/>
            <a:ext cx="694882" cy="694882"/>
          </a:xfrm>
          <a:prstGeom prst="ellipse">
            <a:avLst/>
          </a:prstGeom>
          <a:gradFill>
            <a:gsLst>
              <a:gs pos="0">
                <a:schemeClr val="accent1"/>
              </a:gs>
              <a:gs pos="100000">
                <a:schemeClr val="accent1">
                  <a:lumMod val="75000"/>
                </a:schemeClr>
              </a:gs>
            </a:gsLst>
            <a:lin ang="4800000" scaled="0"/>
          </a:gradFill>
          <a:ln>
            <a:noFill/>
          </a:ln>
          <a:effectLst>
            <a:outerShdw blurRad="1524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6" name="Oval 495">
            <a:extLst>
              <a:ext uri="{FF2B5EF4-FFF2-40B4-BE49-F238E27FC236}">
                <a16:creationId xmlns:a16="http://schemas.microsoft.com/office/drawing/2014/main" id="{99D5CBF4-1FF8-0F93-F327-38B008C4368E}"/>
              </a:ext>
            </a:extLst>
          </p:cNvPr>
          <p:cNvSpPr/>
          <p:nvPr/>
        </p:nvSpPr>
        <p:spPr>
          <a:xfrm>
            <a:off x="7353735" y="3244039"/>
            <a:ext cx="694882" cy="694882"/>
          </a:xfrm>
          <a:prstGeom prst="ellipse">
            <a:avLst/>
          </a:prstGeom>
          <a:gradFill>
            <a:gsLst>
              <a:gs pos="0">
                <a:schemeClr val="accent2"/>
              </a:gs>
              <a:gs pos="100000">
                <a:schemeClr val="accent2">
                  <a:lumMod val="75000"/>
                </a:schemeClr>
              </a:gs>
            </a:gsLst>
            <a:lin ang="4800000" scaled="0"/>
          </a:gradFill>
          <a:ln>
            <a:noFill/>
          </a:ln>
          <a:effectLst>
            <a:outerShdw blurRad="1524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7" name="Oval 496">
            <a:extLst>
              <a:ext uri="{FF2B5EF4-FFF2-40B4-BE49-F238E27FC236}">
                <a16:creationId xmlns:a16="http://schemas.microsoft.com/office/drawing/2014/main" id="{4307A066-F0BB-409E-1C5D-FEEE54390DAD}"/>
              </a:ext>
            </a:extLst>
          </p:cNvPr>
          <p:cNvSpPr/>
          <p:nvPr/>
        </p:nvSpPr>
        <p:spPr>
          <a:xfrm>
            <a:off x="6460973" y="5042310"/>
            <a:ext cx="694882" cy="694882"/>
          </a:xfrm>
          <a:prstGeom prst="ellipse">
            <a:avLst/>
          </a:prstGeom>
          <a:gradFill>
            <a:gsLst>
              <a:gs pos="0">
                <a:schemeClr val="accent3"/>
              </a:gs>
              <a:gs pos="100000">
                <a:schemeClr val="accent3">
                  <a:lumMod val="75000"/>
                </a:schemeClr>
              </a:gs>
            </a:gsLst>
            <a:lin ang="3600000" scaled="0"/>
          </a:gradFill>
          <a:ln>
            <a:noFill/>
          </a:ln>
          <a:effectLst>
            <a:outerShdw blurRad="1524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8" name="Oval 497">
            <a:extLst>
              <a:ext uri="{FF2B5EF4-FFF2-40B4-BE49-F238E27FC236}">
                <a16:creationId xmlns:a16="http://schemas.microsoft.com/office/drawing/2014/main" id="{86896284-709B-CA53-1CA2-0604E85BE7D1}"/>
              </a:ext>
            </a:extLst>
          </p:cNvPr>
          <p:cNvSpPr/>
          <p:nvPr/>
        </p:nvSpPr>
        <p:spPr>
          <a:xfrm>
            <a:off x="4475277" y="4748656"/>
            <a:ext cx="694882" cy="694882"/>
          </a:xfrm>
          <a:prstGeom prst="ellipse">
            <a:avLst/>
          </a:prstGeom>
          <a:gradFill>
            <a:gsLst>
              <a:gs pos="0">
                <a:schemeClr val="accent4"/>
              </a:gs>
              <a:gs pos="100000">
                <a:schemeClr val="accent4">
                  <a:lumMod val="75000"/>
                </a:schemeClr>
              </a:gs>
            </a:gsLst>
            <a:lin ang="6000000" scaled="0"/>
          </a:gradFill>
          <a:ln>
            <a:noFill/>
          </a:ln>
          <a:effectLst>
            <a:outerShdw blurRad="1524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9" name="Freeform 17">
            <a:extLst>
              <a:ext uri="{FF2B5EF4-FFF2-40B4-BE49-F238E27FC236}">
                <a16:creationId xmlns:a16="http://schemas.microsoft.com/office/drawing/2014/main" id="{E80EE03B-623A-111A-C5DA-5734FC7A660F}"/>
              </a:ext>
            </a:extLst>
          </p:cNvPr>
          <p:cNvSpPr>
            <a:spLocks noChangeAspect="1"/>
          </p:cNvSpPr>
          <p:nvPr/>
        </p:nvSpPr>
        <p:spPr bwMode="auto">
          <a:xfrm>
            <a:off x="4977409" y="2839411"/>
            <a:ext cx="2098384" cy="2100435"/>
          </a:xfrm>
          <a:custGeom>
            <a:avLst/>
            <a:gdLst>
              <a:gd name="T0" fmla="*/ 947 w 1152"/>
              <a:gd name="T1" fmla="*/ 948 h 1153"/>
              <a:gd name="T2" fmla="*/ 205 w 1152"/>
              <a:gd name="T3" fmla="*/ 948 h 1153"/>
              <a:gd name="T4" fmla="*/ 205 w 1152"/>
              <a:gd name="T5" fmla="*/ 205 h 1153"/>
              <a:gd name="T6" fmla="*/ 947 w 1152"/>
              <a:gd name="T7" fmla="*/ 205 h 1153"/>
              <a:gd name="T8" fmla="*/ 947 w 1152"/>
              <a:gd name="T9" fmla="*/ 948 h 1153"/>
            </a:gdLst>
            <a:ahLst/>
            <a:cxnLst>
              <a:cxn ang="0">
                <a:pos x="T0" y="T1"/>
              </a:cxn>
              <a:cxn ang="0">
                <a:pos x="T2" y="T3"/>
              </a:cxn>
              <a:cxn ang="0">
                <a:pos x="T4" y="T5"/>
              </a:cxn>
              <a:cxn ang="0">
                <a:pos x="T6" y="T7"/>
              </a:cxn>
              <a:cxn ang="0">
                <a:pos x="T8" y="T9"/>
              </a:cxn>
            </a:cxnLst>
            <a:rect l="0" t="0" r="r" b="b"/>
            <a:pathLst>
              <a:path w="1152" h="1153">
                <a:moveTo>
                  <a:pt x="947" y="948"/>
                </a:moveTo>
                <a:cubicBezTo>
                  <a:pt x="742" y="1153"/>
                  <a:pt x="410" y="1153"/>
                  <a:pt x="205" y="948"/>
                </a:cubicBezTo>
                <a:cubicBezTo>
                  <a:pt x="0" y="743"/>
                  <a:pt x="0" y="410"/>
                  <a:pt x="205" y="205"/>
                </a:cubicBezTo>
                <a:cubicBezTo>
                  <a:pt x="410" y="0"/>
                  <a:pt x="742" y="0"/>
                  <a:pt x="947" y="205"/>
                </a:cubicBezTo>
                <a:cubicBezTo>
                  <a:pt x="1152" y="410"/>
                  <a:pt x="1152" y="743"/>
                  <a:pt x="947" y="948"/>
                </a:cubicBezTo>
                <a:close/>
              </a:path>
            </a:pathLst>
          </a:custGeom>
          <a:solidFill>
            <a:srgbClr val="FFFFFF"/>
          </a:solidFill>
          <a:ln>
            <a:noFill/>
          </a:ln>
          <a:effectLst>
            <a:outerShdw blurRad="190500" dist="38100" dir="5400000" algn="t" rotWithShape="0">
              <a:prstClr val="black">
                <a:alpha val="20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1" name="Inhaltsplatzhalter 4">
            <a:extLst>
              <a:ext uri="{FF2B5EF4-FFF2-40B4-BE49-F238E27FC236}">
                <a16:creationId xmlns:a16="http://schemas.microsoft.com/office/drawing/2014/main" id="{5F35FAD6-D1D6-BEBD-306D-990362F3C311}"/>
              </a:ext>
            </a:extLst>
          </p:cNvPr>
          <p:cNvSpPr txBox="1">
            <a:spLocks/>
          </p:cNvSpPr>
          <p:nvPr/>
        </p:nvSpPr>
        <p:spPr>
          <a:xfrm>
            <a:off x="713115" y="2080612"/>
            <a:ext cx="2687135" cy="136191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50000"/>
              </a:lnSpc>
              <a:spcAft>
                <a:spcPts val="1200"/>
              </a:spcAft>
              <a:buNone/>
            </a:pPr>
            <a:r>
              <a:rPr lang="en-US" sz="1200" b="1" dirty="0">
                <a:solidFill>
                  <a:schemeClr val="accent5"/>
                </a:solidFill>
                <a:latin typeface="+mn-lt"/>
                <a:ea typeface="Open Sans" panose="020B0606030504020204" pitchFamily="34" charset="0"/>
                <a:cs typeface="Open Sans" panose="020B0606030504020204" pitchFamily="34" charset="0"/>
              </a:rPr>
              <a:t>05.Title Goes Here</a:t>
            </a:r>
            <a:br>
              <a:rPr lang="en-US" sz="1200" b="1" dirty="0">
                <a:solidFill>
                  <a:schemeClr val="accent2"/>
                </a:solidFill>
                <a:latin typeface="+mn-lt"/>
                <a:ea typeface="Open Sans" panose="020B0606030504020204" pitchFamily="34" charset="0"/>
                <a:cs typeface="Open Sans" panose="020B0606030504020204" pitchFamily="34" charset="0"/>
              </a:rPr>
            </a:br>
            <a:r>
              <a:rPr lang="en-US" sz="1200" dirty="0">
                <a:solidFill>
                  <a:schemeClr val="tx2">
                    <a:alpha val="70000"/>
                  </a:schemeClr>
                </a:solidFill>
                <a:latin typeface="+mn-lt"/>
                <a:ea typeface="Open Sans" panose="020B0606030504020204" pitchFamily="34" charset="0"/>
                <a:cs typeface="Open Sans" panose="020B0606030504020204" pitchFamily="34" charset="0"/>
              </a:rPr>
              <a:t>This is a sample text. You simply add your own text and description here. This text is fully editable. This is a sample text. </a:t>
            </a:r>
          </a:p>
        </p:txBody>
      </p:sp>
      <p:sp>
        <p:nvSpPr>
          <p:cNvPr id="504" name="Inhaltsplatzhalter 4">
            <a:extLst>
              <a:ext uri="{FF2B5EF4-FFF2-40B4-BE49-F238E27FC236}">
                <a16:creationId xmlns:a16="http://schemas.microsoft.com/office/drawing/2014/main" id="{38E2DF44-177F-C98E-6CEF-450570CEC924}"/>
              </a:ext>
            </a:extLst>
          </p:cNvPr>
          <p:cNvSpPr txBox="1">
            <a:spLocks/>
          </p:cNvSpPr>
          <p:nvPr/>
        </p:nvSpPr>
        <p:spPr>
          <a:xfrm>
            <a:off x="1051084" y="4559530"/>
            <a:ext cx="2687135" cy="136191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50000"/>
              </a:lnSpc>
              <a:spcAft>
                <a:spcPts val="1200"/>
              </a:spcAft>
              <a:buNone/>
            </a:pPr>
            <a:r>
              <a:rPr lang="en-US" sz="1200" b="1" dirty="0">
                <a:solidFill>
                  <a:schemeClr val="accent4"/>
                </a:solidFill>
                <a:latin typeface="+mn-lt"/>
                <a:ea typeface="Open Sans" panose="020B0606030504020204" pitchFamily="34" charset="0"/>
                <a:cs typeface="Open Sans" panose="020B0606030504020204" pitchFamily="34" charset="0"/>
              </a:rPr>
              <a:t>04.Title Goes Here</a:t>
            </a:r>
            <a:br>
              <a:rPr lang="en-US" sz="1200" b="1" dirty="0">
                <a:solidFill>
                  <a:schemeClr val="accent2"/>
                </a:solidFill>
                <a:latin typeface="+mn-lt"/>
                <a:ea typeface="Open Sans" panose="020B0606030504020204" pitchFamily="34" charset="0"/>
                <a:cs typeface="Open Sans" panose="020B0606030504020204" pitchFamily="34" charset="0"/>
              </a:rPr>
            </a:br>
            <a:r>
              <a:rPr lang="en-US" sz="1200" dirty="0">
                <a:solidFill>
                  <a:schemeClr val="tx2">
                    <a:alpha val="70000"/>
                  </a:schemeClr>
                </a:solidFill>
                <a:latin typeface="+mn-lt"/>
                <a:ea typeface="Open Sans" panose="020B0606030504020204" pitchFamily="34" charset="0"/>
                <a:cs typeface="Open Sans" panose="020B0606030504020204" pitchFamily="34" charset="0"/>
              </a:rPr>
              <a:t>This is a sample text. You simply add your own text and description here. This text is fully editable. This is a sample text. </a:t>
            </a:r>
          </a:p>
        </p:txBody>
      </p:sp>
      <p:sp>
        <p:nvSpPr>
          <p:cNvPr id="507" name="Inhaltsplatzhalter 4">
            <a:extLst>
              <a:ext uri="{FF2B5EF4-FFF2-40B4-BE49-F238E27FC236}">
                <a16:creationId xmlns:a16="http://schemas.microsoft.com/office/drawing/2014/main" id="{350437EC-0AA0-339B-A27F-71F6DECCF075}"/>
              </a:ext>
            </a:extLst>
          </p:cNvPr>
          <p:cNvSpPr txBox="1">
            <a:spLocks/>
          </p:cNvSpPr>
          <p:nvPr/>
        </p:nvSpPr>
        <p:spPr>
          <a:xfrm flipH="1">
            <a:off x="7519511" y="1505995"/>
            <a:ext cx="2687135" cy="136191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1200"/>
              </a:spcAft>
              <a:buNone/>
            </a:pPr>
            <a:r>
              <a:rPr lang="en-US" sz="1200" b="1" dirty="0">
                <a:solidFill>
                  <a:schemeClr val="accent1"/>
                </a:solidFill>
                <a:latin typeface="+mn-lt"/>
                <a:ea typeface="Open Sans" panose="020B0606030504020204" pitchFamily="34" charset="0"/>
                <a:cs typeface="Open Sans" panose="020B0606030504020204" pitchFamily="34" charset="0"/>
              </a:rPr>
              <a:t>01.Title Goes Here</a:t>
            </a:r>
            <a:br>
              <a:rPr lang="en-US" sz="1200" b="1" dirty="0">
                <a:solidFill>
                  <a:schemeClr val="accent2"/>
                </a:solidFill>
                <a:latin typeface="+mn-lt"/>
                <a:ea typeface="Open Sans" panose="020B0606030504020204" pitchFamily="34" charset="0"/>
                <a:cs typeface="Open Sans" panose="020B0606030504020204" pitchFamily="34" charset="0"/>
              </a:rPr>
            </a:br>
            <a:r>
              <a:rPr lang="en-US" sz="1200" dirty="0">
                <a:solidFill>
                  <a:schemeClr val="tx2">
                    <a:alpha val="70000"/>
                  </a:schemeClr>
                </a:solidFill>
                <a:latin typeface="+mn-lt"/>
                <a:ea typeface="Open Sans" panose="020B0606030504020204" pitchFamily="34" charset="0"/>
                <a:cs typeface="Open Sans" panose="020B0606030504020204" pitchFamily="34" charset="0"/>
              </a:rPr>
              <a:t>This is a sample text. You simply add your own text and description here. This text is fully editable. This is a sample text. </a:t>
            </a:r>
          </a:p>
        </p:txBody>
      </p:sp>
      <p:sp>
        <p:nvSpPr>
          <p:cNvPr id="510" name="Inhaltsplatzhalter 4">
            <a:extLst>
              <a:ext uri="{FF2B5EF4-FFF2-40B4-BE49-F238E27FC236}">
                <a16:creationId xmlns:a16="http://schemas.microsoft.com/office/drawing/2014/main" id="{108DD3A6-E602-E546-3837-0FC14CB6C20A}"/>
              </a:ext>
            </a:extLst>
          </p:cNvPr>
          <p:cNvSpPr txBox="1">
            <a:spLocks/>
          </p:cNvSpPr>
          <p:nvPr/>
        </p:nvSpPr>
        <p:spPr>
          <a:xfrm flipH="1">
            <a:off x="8697282" y="3208672"/>
            <a:ext cx="2687135" cy="136191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1200"/>
              </a:spcAft>
              <a:buNone/>
            </a:pPr>
            <a:r>
              <a:rPr lang="en-US" sz="1200" b="1" dirty="0">
                <a:solidFill>
                  <a:schemeClr val="accent2"/>
                </a:solidFill>
                <a:latin typeface="+mn-lt"/>
                <a:ea typeface="Open Sans" panose="020B0606030504020204" pitchFamily="34" charset="0"/>
                <a:cs typeface="Open Sans" panose="020B0606030504020204" pitchFamily="34" charset="0"/>
              </a:rPr>
              <a:t>02.Title Goes Here</a:t>
            </a:r>
            <a:br>
              <a:rPr lang="en-US" sz="1200" b="1" dirty="0">
                <a:solidFill>
                  <a:schemeClr val="accent3"/>
                </a:solidFill>
                <a:latin typeface="+mn-lt"/>
                <a:ea typeface="Open Sans" panose="020B0606030504020204" pitchFamily="34" charset="0"/>
                <a:cs typeface="Open Sans" panose="020B0606030504020204" pitchFamily="34" charset="0"/>
              </a:rPr>
            </a:br>
            <a:r>
              <a:rPr lang="en-US" sz="1200" dirty="0">
                <a:solidFill>
                  <a:schemeClr val="tx2">
                    <a:alpha val="70000"/>
                  </a:schemeClr>
                </a:solidFill>
                <a:latin typeface="+mn-lt"/>
                <a:ea typeface="Open Sans" panose="020B0606030504020204" pitchFamily="34" charset="0"/>
                <a:cs typeface="Open Sans" panose="020B0606030504020204" pitchFamily="34" charset="0"/>
              </a:rPr>
              <a:t>This is a sample text. You simply add your own text and description here. This text is fully editable. This is a sample text. </a:t>
            </a:r>
          </a:p>
        </p:txBody>
      </p:sp>
      <p:sp>
        <p:nvSpPr>
          <p:cNvPr id="513" name="Inhaltsplatzhalter 4">
            <a:extLst>
              <a:ext uri="{FF2B5EF4-FFF2-40B4-BE49-F238E27FC236}">
                <a16:creationId xmlns:a16="http://schemas.microsoft.com/office/drawing/2014/main" id="{437355BD-863E-E993-B858-F963C2FF1C41}"/>
              </a:ext>
            </a:extLst>
          </p:cNvPr>
          <p:cNvSpPr txBox="1">
            <a:spLocks/>
          </p:cNvSpPr>
          <p:nvPr/>
        </p:nvSpPr>
        <p:spPr>
          <a:xfrm flipH="1">
            <a:off x="7722708" y="5123008"/>
            <a:ext cx="2687135" cy="1361911"/>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1200"/>
              </a:spcAft>
              <a:buNone/>
            </a:pPr>
            <a:r>
              <a:rPr lang="en-US" sz="1200" b="1" dirty="0">
                <a:solidFill>
                  <a:schemeClr val="accent3"/>
                </a:solidFill>
                <a:latin typeface="+mn-lt"/>
                <a:ea typeface="Open Sans" panose="020B0606030504020204" pitchFamily="34" charset="0"/>
                <a:cs typeface="Open Sans" panose="020B0606030504020204" pitchFamily="34" charset="0"/>
              </a:rPr>
              <a:t>03.Title Goes Here</a:t>
            </a:r>
            <a:br>
              <a:rPr lang="en-US" sz="1200" b="1" dirty="0">
                <a:solidFill>
                  <a:schemeClr val="accent3"/>
                </a:solidFill>
                <a:latin typeface="+mn-lt"/>
                <a:ea typeface="Open Sans" panose="020B0606030504020204" pitchFamily="34" charset="0"/>
                <a:cs typeface="Open Sans" panose="020B0606030504020204" pitchFamily="34" charset="0"/>
              </a:rPr>
            </a:br>
            <a:r>
              <a:rPr lang="en-US" sz="1200" dirty="0">
                <a:solidFill>
                  <a:schemeClr val="tx2">
                    <a:alpha val="70000"/>
                  </a:schemeClr>
                </a:solidFill>
                <a:latin typeface="+mn-lt"/>
                <a:ea typeface="Open Sans" panose="020B0606030504020204" pitchFamily="34" charset="0"/>
                <a:cs typeface="Open Sans" panose="020B0606030504020204" pitchFamily="34" charset="0"/>
              </a:rPr>
              <a:t>This is a sample text. You simply add your own text and description here. This text is fully editable. This is a sample text. </a:t>
            </a:r>
          </a:p>
        </p:txBody>
      </p:sp>
      <p:grpSp>
        <p:nvGrpSpPr>
          <p:cNvPr id="515" name="Graphic 78">
            <a:extLst>
              <a:ext uri="{FF2B5EF4-FFF2-40B4-BE49-F238E27FC236}">
                <a16:creationId xmlns:a16="http://schemas.microsoft.com/office/drawing/2014/main" id="{80DE0593-FF14-9C9E-63EC-3D68A560FC47}"/>
              </a:ext>
            </a:extLst>
          </p:cNvPr>
          <p:cNvGrpSpPr>
            <a:grpSpLocks noChangeAspect="1"/>
          </p:cNvGrpSpPr>
          <p:nvPr/>
        </p:nvGrpSpPr>
        <p:grpSpPr>
          <a:xfrm>
            <a:off x="6083359" y="2040168"/>
            <a:ext cx="390337" cy="266196"/>
            <a:chOff x="6093139" y="2051320"/>
            <a:chExt cx="390337" cy="266196"/>
          </a:xfrm>
          <a:solidFill>
            <a:srgbClr val="FFFFFF"/>
          </a:solidFill>
        </p:grpSpPr>
        <p:sp>
          <p:nvSpPr>
            <p:cNvPr id="516" name="Freeform 88">
              <a:extLst>
                <a:ext uri="{FF2B5EF4-FFF2-40B4-BE49-F238E27FC236}">
                  <a16:creationId xmlns:a16="http://schemas.microsoft.com/office/drawing/2014/main" id="{750B3339-D5EC-5D56-F4C9-1C45F9F7B505}"/>
                </a:ext>
              </a:extLst>
            </p:cNvPr>
            <p:cNvSpPr/>
            <p:nvPr/>
          </p:nvSpPr>
          <p:spPr>
            <a:xfrm>
              <a:off x="6140830" y="2253883"/>
              <a:ext cx="12558" cy="63581"/>
            </a:xfrm>
            <a:custGeom>
              <a:avLst/>
              <a:gdLst>
                <a:gd name="connsiteX0" fmla="*/ 6331 w 12558"/>
                <a:gd name="connsiteY0" fmla="*/ 63581 h 63581"/>
                <a:gd name="connsiteX1" fmla="*/ 53 w 12558"/>
                <a:gd name="connsiteY1" fmla="*/ 57558 h 63581"/>
                <a:gd name="connsiteX2" fmla="*/ 52 w 12558"/>
                <a:gd name="connsiteY2" fmla="*/ 57455 h 63581"/>
                <a:gd name="connsiteX3" fmla="*/ 52 w 12558"/>
                <a:gd name="connsiteY3" fmla="*/ 7024 h 63581"/>
                <a:gd name="connsiteX4" fmla="*/ 5478 w 12558"/>
                <a:gd name="connsiteY4" fmla="*/ 52 h 63581"/>
                <a:gd name="connsiteX5" fmla="*/ 12508 w 12558"/>
                <a:gd name="connsiteY5" fmla="*/ 5432 h 63581"/>
                <a:gd name="connsiteX6" fmla="*/ 12508 w 12558"/>
                <a:gd name="connsiteY6" fmla="*/ 7024 h 63581"/>
                <a:gd name="connsiteX7" fmla="*/ 12508 w 12558"/>
                <a:gd name="connsiteY7" fmla="*/ 57455 h 63581"/>
                <a:gd name="connsiteX8" fmla="*/ 6331 w 12558"/>
                <a:gd name="connsiteY8" fmla="*/ 63581 h 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8" h="63581">
                  <a:moveTo>
                    <a:pt x="6331" y="63581"/>
                  </a:moveTo>
                  <a:cubicBezTo>
                    <a:pt x="2921" y="63637"/>
                    <a:pt x="110" y="60941"/>
                    <a:pt x="53" y="57558"/>
                  </a:cubicBezTo>
                  <a:cubicBezTo>
                    <a:pt x="52" y="57524"/>
                    <a:pt x="52" y="57490"/>
                    <a:pt x="52" y="57455"/>
                  </a:cubicBezTo>
                  <a:lnTo>
                    <a:pt x="52" y="7024"/>
                  </a:lnTo>
                  <a:cubicBezTo>
                    <a:pt x="-391" y="3613"/>
                    <a:pt x="2038" y="491"/>
                    <a:pt x="5478" y="52"/>
                  </a:cubicBezTo>
                  <a:cubicBezTo>
                    <a:pt x="8917" y="-388"/>
                    <a:pt x="12064" y="2021"/>
                    <a:pt x="12508" y="5432"/>
                  </a:cubicBezTo>
                  <a:cubicBezTo>
                    <a:pt x="12576" y="5961"/>
                    <a:pt x="12576" y="6496"/>
                    <a:pt x="12508" y="7024"/>
                  </a:cubicBezTo>
                  <a:lnTo>
                    <a:pt x="12508" y="57455"/>
                  </a:lnTo>
                  <a:cubicBezTo>
                    <a:pt x="12508" y="60838"/>
                    <a:pt x="9742" y="63581"/>
                    <a:pt x="6331" y="63581"/>
                  </a:cubicBezTo>
                  <a:close/>
                </a:path>
              </a:pathLst>
            </a:custGeom>
            <a:grpFill/>
            <a:ln w="10277" cap="flat">
              <a:noFill/>
              <a:prstDash val="solid"/>
              <a:miter/>
            </a:ln>
          </p:spPr>
          <p:txBody>
            <a:bodyPr rtlCol="0" anchor="ctr"/>
            <a:lstStyle/>
            <a:p>
              <a:endParaRPr lang="en-EG"/>
            </a:p>
          </p:txBody>
        </p:sp>
        <p:sp>
          <p:nvSpPr>
            <p:cNvPr id="517" name="Freeform 89">
              <a:extLst>
                <a:ext uri="{FF2B5EF4-FFF2-40B4-BE49-F238E27FC236}">
                  <a16:creationId xmlns:a16="http://schemas.microsoft.com/office/drawing/2014/main" id="{B363AD50-7395-02FE-E033-CF82551562B0}"/>
                </a:ext>
              </a:extLst>
            </p:cNvPr>
            <p:cNvSpPr/>
            <p:nvPr/>
          </p:nvSpPr>
          <p:spPr>
            <a:xfrm>
              <a:off x="6223694" y="2253883"/>
              <a:ext cx="12558" cy="63581"/>
            </a:xfrm>
            <a:custGeom>
              <a:avLst/>
              <a:gdLst>
                <a:gd name="connsiteX0" fmla="*/ 6228 w 12558"/>
                <a:gd name="connsiteY0" fmla="*/ 63581 h 63581"/>
                <a:gd name="connsiteX1" fmla="*/ 52 w 12558"/>
                <a:gd name="connsiteY1" fmla="*/ 57455 h 63581"/>
                <a:gd name="connsiteX2" fmla="*/ 52 w 12558"/>
                <a:gd name="connsiteY2" fmla="*/ 7024 h 63581"/>
                <a:gd name="connsiteX3" fmla="*/ 5478 w 12558"/>
                <a:gd name="connsiteY3" fmla="*/ 52 h 63581"/>
                <a:gd name="connsiteX4" fmla="*/ 12508 w 12558"/>
                <a:gd name="connsiteY4" fmla="*/ 5432 h 63581"/>
                <a:gd name="connsiteX5" fmla="*/ 12508 w 12558"/>
                <a:gd name="connsiteY5" fmla="*/ 7024 h 63581"/>
                <a:gd name="connsiteX6" fmla="*/ 12508 w 12558"/>
                <a:gd name="connsiteY6" fmla="*/ 57455 h 63581"/>
                <a:gd name="connsiteX7" fmla="*/ 6332 w 12558"/>
                <a:gd name="connsiteY7" fmla="*/ 63582 h 63581"/>
                <a:gd name="connsiteX8" fmla="*/ 6228 w 12558"/>
                <a:gd name="connsiteY8" fmla="*/ 63581 h 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8" h="63581">
                  <a:moveTo>
                    <a:pt x="6228" y="63581"/>
                  </a:moveTo>
                  <a:cubicBezTo>
                    <a:pt x="2817" y="63581"/>
                    <a:pt x="52" y="60838"/>
                    <a:pt x="52" y="57455"/>
                  </a:cubicBezTo>
                  <a:lnTo>
                    <a:pt x="52" y="7024"/>
                  </a:lnTo>
                  <a:cubicBezTo>
                    <a:pt x="-391" y="3613"/>
                    <a:pt x="2038" y="491"/>
                    <a:pt x="5478" y="52"/>
                  </a:cubicBezTo>
                  <a:cubicBezTo>
                    <a:pt x="8917" y="-388"/>
                    <a:pt x="12064" y="2021"/>
                    <a:pt x="12508" y="5432"/>
                  </a:cubicBezTo>
                  <a:cubicBezTo>
                    <a:pt x="12576" y="5961"/>
                    <a:pt x="12576" y="6496"/>
                    <a:pt x="12508" y="7024"/>
                  </a:cubicBezTo>
                  <a:lnTo>
                    <a:pt x="12508" y="57455"/>
                  </a:lnTo>
                  <a:cubicBezTo>
                    <a:pt x="12508" y="60838"/>
                    <a:pt x="9743" y="63581"/>
                    <a:pt x="6332" y="63582"/>
                  </a:cubicBezTo>
                  <a:cubicBezTo>
                    <a:pt x="6298" y="63582"/>
                    <a:pt x="6263" y="63581"/>
                    <a:pt x="6228" y="63581"/>
                  </a:cubicBezTo>
                  <a:close/>
                </a:path>
              </a:pathLst>
            </a:custGeom>
            <a:grpFill/>
            <a:ln w="10277" cap="flat">
              <a:noFill/>
              <a:prstDash val="solid"/>
              <a:miter/>
            </a:ln>
          </p:spPr>
          <p:txBody>
            <a:bodyPr rtlCol="0" anchor="ctr"/>
            <a:lstStyle/>
            <a:p>
              <a:endParaRPr lang="en-EG"/>
            </a:p>
          </p:txBody>
        </p:sp>
        <p:sp>
          <p:nvSpPr>
            <p:cNvPr id="518" name="Freeform 90">
              <a:extLst>
                <a:ext uri="{FF2B5EF4-FFF2-40B4-BE49-F238E27FC236}">
                  <a16:creationId xmlns:a16="http://schemas.microsoft.com/office/drawing/2014/main" id="{842DF4A5-197A-4DE6-5142-79F7ED14BE5C}"/>
                </a:ext>
              </a:extLst>
            </p:cNvPr>
            <p:cNvSpPr/>
            <p:nvPr/>
          </p:nvSpPr>
          <p:spPr>
            <a:xfrm>
              <a:off x="6117927" y="2212313"/>
              <a:ext cx="140715" cy="105150"/>
            </a:xfrm>
            <a:custGeom>
              <a:avLst/>
              <a:gdLst>
                <a:gd name="connsiteX0" fmla="*/ 135053 w 140715"/>
                <a:gd name="connsiteY0" fmla="*/ 105151 h 105150"/>
                <a:gd name="connsiteX1" fmla="*/ 6279 w 140715"/>
                <a:gd name="connsiteY1" fmla="*/ 105151 h 105150"/>
                <a:gd name="connsiteX2" fmla="*/ 0 w 140715"/>
                <a:gd name="connsiteY2" fmla="*/ 98924 h 105150"/>
                <a:gd name="connsiteX3" fmla="*/ 0 w 140715"/>
                <a:gd name="connsiteY3" fmla="*/ 32056 h 105150"/>
                <a:gd name="connsiteX4" fmla="*/ 0 w 140715"/>
                <a:gd name="connsiteY4" fmla="*/ 31443 h 105150"/>
                <a:gd name="connsiteX5" fmla="*/ 25837 w 140715"/>
                <a:gd name="connsiteY5" fmla="*/ 4185 h 105150"/>
                <a:gd name="connsiteX6" fmla="*/ 50645 w 140715"/>
                <a:gd name="connsiteY6" fmla="*/ 102 h 105150"/>
                <a:gd name="connsiteX7" fmla="*/ 57835 w 140715"/>
                <a:gd name="connsiteY7" fmla="*/ 5020 h 105150"/>
                <a:gd name="connsiteX8" fmla="*/ 57851 w 140715"/>
                <a:gd name="connsiteY8" fmla="*/ 5104 h 105150"/>
                <a:gd name="connsiteX9" fmla="*/ 52873 w 140715"/>
                <a:gd name="connsiteY9" fmla="*/ 12222 h 105150"/>
                <a:gd name="connsiteX10" fmla="*/ 52704 w 140715"/>
                <a:gd name="connsiteY10" fmla="*/ 12250 h 105150"/>
                <a:gd name="connsiteX11" fmla="*/ 27896 w 140715"/>
                <a:gd name="connsiteY11" fmla="*/ 16436 h 105150"/>
                <a:gd name="connsiteX12" fmla="*/ 12558 w 140715"/>
                <a:gd name="connsiteY12" fmla="*/ 32974 h 105150"/>
                <a:gd name="connsiteX13" fmla="*/ 12558 w 140715"/>
                <a:gd name="connsiteY13" fmla="*/ 93309 h 105150"/>
                <a:gd name="connsiteX14" fmla="*/ 128877 w 140715"/>
                <a:gd name="connsiteY14" fmla="*/ 93309 h 105150"/>
                <a:gd name="connsiteX15" fmla="*/ 128877 w 140715"/>
                <a:gd name="connsiteY15" fmla="*/ 32974 h 105150"/>
                <a:gd name="connsiteX16" fmla="*/ 113436 w 140715"/>
                <a:gd name="connsiteY16" fmla="*/ 16946 h 105150"/>
                <a:gd name="connsiteX17" fmla="*/ 88320 w 140715"/>
                <a:gd name="connsiteY17" fmla="*/ 12557 h 105150"/>
                <a:gd name="connsiteX18" fmla="*/ 83276 w 140715"/>
                <a:gd name="connsiteY18" fmla="*/ 5410 h 105150"/>
                <a:gd name="connsiteX19" fmla="*/ 90481 w 140715"/>
                <a:gd name="connsiteY19" fmla="*/ 408 h 105150"/>
                <a:gd name="connsiteX20" fmla="*/ 115289 w 140715"/>
                <a:gd name="connsiteY20" fmla="*/ 4492 h 105150"/>
                <a:gd name="connsiteX21" fmla="*/ 140715 w 140715"/>
                <a:gd name="connsiteY21" fmla="*/ 31443 h 105150"/>
                <a:gd name="connsiteX22" fmla="*/ 140715 w 140715"/>
                <a:gd name="connsiteY22" fmla="*/ 98924 h 105150"/>
                <a:gd name="connsiteX23" fmla="*/ 134642 w 140715"/>
                <a:gd name="connsiteY23" fmla="*/ 105150 h 105150"/>
                <a:gd name="connsiteX24" fmla="*/ 134538 w 140715"/>
                <a:gd name="connsiteY24" fmla="*/ 105151 h 10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715" h="105150">
                  <a:moveTo>
                    <a:pt x="135053" y="105151"/>
                  </a:moveTo>
                  <a:lnTo>
                    <a:pt x="6279" y="105151"/>
                  </a:lnTo>
                  <a:cubicBezTo>
                    <a:pt x="2811" y="105151"/>
                    <a:pt x="0" y="102363"/>
                    <a:pt x="0" y="98924"/>
                  </a:cubicBezTo>
                  <a:lnTo>
                    <a:pt x="0" y="32056"/>
                  </a:lnTo>
                  <a:cubicBezTo>
                    <a:pt x="0" y="32056"/>
                    <a:pt x="0" y="32056"/>
                    <a:pt x="0" y="31443"/>
                  </a:cubicBezTo>
                  <a:cubicBezTo>
                    <a:pt x="1366" y="17590"/>
                    <a:pt x="11980" y="6393"/>
                    <a:pt x="25837" y="4185"/>
                  </a:cubicBezTo>
                  <a:lnTo>
                    <a:pt x="50645" y="102"/>
                  </a:lnTo>
                  <a:cubicBezTo>
                    <a:pt x="54000" y="-509"/>
                    <a:pt x="57219" y="1692"/>
                    <a:pt x="57835" y="5020"/>
                  </a:cubicBezTo>
                  <a:cubicBezTo>
                    <a:pt x="57841" y="5048"/>
                    <a:pt x="57846" y="5076"/>
                    <a:pt x="57851" y="5104"/>
                  </a:cubicBezTo>
                  <a:cubicBezTo>
                    <a:pt x="58458" y="8433"/>
                    <a:pt x="56229" y="11620"/>
                    <a:pt x="52873" y="12222"/>
                  </a:cubicBezTo>
                  <a:cubicBezTo>
                    <a:pt x="52817" y="12233"/>
                    <a:pt x="52760" y="12242"/>
                    <a:pt x="52704" y="12250"/>
                  </a:cubicBezTo>
                  <a:lnTo>
                    <a:pt x="27896" y="16436"/>
                  </a:lnTo>
                  <a:cubicBezTo>
                    <a:pt x="19585" y="17845"/>
                    <a:pt x="13281" y="24643"/>
                    <a:pt x="12558" y="32974"/>
                  </a:cubicBezTo>
                  <a:lnTo>
                    <a:pt x="12558" y="93309"/>
                  </a:lnTo>
                  <a:lnTo>
                    <a:pt x="128877" y="93309"/>
                  </a:lnTo>
                  <a:lnTo>
                    <a:pt x="128877" y="32974"/>
                  </a:lnTo>
                  <a:cubicBezTo>
                    <a:pt x="127925" y="24808"/>
                    <a:pt x="121619" y="18262"/>
                    <a:pt x="113436" y="16946"/>
                  </a:cubicBezTo>
                  <a:lnTo>
                    <a:pt x="88320" y="12557"/>
                  </a:lnTo>
                  <a:cubicBezTo>
                    <a:pt x="84937" y="11965"/>
                    <a:pt x="82679" y="8765"/>
                    <a:pt x="83276" y="5410"/>
                  </a:cubicBezTo>
                  <a:cubicBezTo>
                    <a:pt x="83873" y="2056"/>
                    <a:pt x="87099" y="-184"/>
                    <a:pt x="90481" y="408"/>
                  </a:cubicBezTo>
                  <a:lnTo>
                    <a:pt x="115289" y="4492"/>
                  </a:lnTo>
                  <a:cubicBezTo>
                    <a:pt x="128884" y="6833"/>
                    <a:pt x="139262" y="17835"/>
                    <a:pt x="140715" y="31443"/>
                  </a:cubicBezTo>
                  <a:lnTo>
                    <a:pt x="140715" y="98924"/>
                  </a:lnTo>
                  <a:cubicBezTo>
                    <a:pt x="140772" y="102306"/>
                    <a:pt x="138053" y="105094"/>
                    <a:pt x="134642" y="105150"/>
                  </a:cubicBezTo>
                  <a:cubicBezTo>
                    <a:pt x="134608" y="105151"/>
                    <a:pt x="134573" y="105151"/>
                    <a:pt x="134538" y="105151"/>
                  </a:cubicBezTo>
                  <a:close/>
                </a:path>
              </a:pathLst>
            </a:custGeom>
            <a:grpFill/>
            <a:ln w="10277" cap="flat">
              <a:noFill/>
              <a:prstDash val="solid"/>
              <a:miter/>
            </a:ln>
          </p:spPr>
          <p:txBody>
            <a:bodyPr rtlCol="0" anchor="ctr"/>
            <a:lstStyle/>
            <a:p>
              <a:endParaRPr lang="en-EG"/>
            </a:p>
          </p:txBody>
        </p:sp>
        <p:sp>
          <p:nvSpPr>
            <p:cNvPr id="519" name="Freeform 91">
              <a:extLst>
                <a:ext uri="{FF2B5EF4-FFF2-40B4-BE49-F238E27FC236}">
                  <a16:creationId xmlns:a16="http://schemas.microsoft.com/office/drawing/2014/main" id="{8A6FD2B0-2CA4-83AD-7367-0331C1A95A8A}"/>
                </a:ext>
              </a:extLst>
            </p:cNvPr>
            <p:cNvSpPr/>
            <p:nvPr/>
          </p:nvSpPr>
          <p:spPr>
            <a:xfrm>
              <a:off x="6332086" y="2253883"/>
              <a:ext cx="12558" cy="63581"/>
            </a:xfrm>
            <a:custGeom>
              <a:avLst/>
              <a:gdLst>
                <a:gd name="connsiteX0" fmla="*/ 6228 w 12558"/>
                <a:gd name="connsiteY0" fmla="*/ 63581 h 63581"/>
                <a:gd name="connsiteX1" fmla="*/ 52 w 12558"/>
                <a:gd name="connsiteY1" fmla="*/ 57455 h 63581"/>
                <a:gd name="connsiteX2" fmla="*/ 52 w 12558"/>
                <a:gd name="connsiteY2" fmla="*/ 7024 h 63581"/>
                <a:gd name="connsiteX3" fmla="*/ 5478 w 12558"/>
                <a:gd name="connsiteY3" fmla="*/ 52 h 63581"/>
                <a:gd name="connsiteX4" fmla="*/ 12508 w 12558"/>
                <a:gd name="connsiteY4" fmla="*/ 5432 h 63581"/>
                <a:gd name="connsiteX5" fmla="*/ 12508 w 12558"/>
                <a:gd name="connsiteY5" fmla="*/ 7024 h 63581"/>
                <a:gd name="connsiteX6" fmla="*/ 12508 w 12558"/>
                <a:gd name="connsiteY6" fmla="*/ 57455 h 63581"/>
                <a:gd name="connsiteX7" fmla="*/ 6332 w 12558"/>
                <a:gd name="connsiteY7" fmla="*/ 63582 h 63581"/>
                <a:gd name="connsiteX8" fmla="*/ 6228 w 12558"/>
                <a:gd name="connsiteY8" fmla="*/ 63581 h 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8" h="63581">
                  <a:moveTo>
                    <a:pt x="6228" y="63581"/>
                  </a:moveTo>
                  <a:cubicBezTo>
                    <a:pt x="2817" y="63581"/>
                    <a:pt x="52" y="60838"/>
                    <a:pt x="52" y="57455"/>
                  </a:cubicBezTo>
                  <a:lnTo>
                    <a:pt x="52" y="7024"/>
                  </a:lnTo>
                  <a:cubicBezTo>
                    <a:pt x="-391" y="3613"/>
                    <a:pt x="2038" y="491"/>
                    <a:pt x="5478" y="52"/>
                  </a:cubicBezTo>
                  <a:cubicBezTo>
                    <a:pt x="8917" y="-388"/>
                    <a:pt x="12064" y="2021"/>
                    <a:pt x="12508" y="5432"/>
                  </a:cubicBezTo>
                  <a:cubicBezTo>
                    <a:pt x="12576" y="5961"/>
                    <a:pt x="12576" y="6496"/>
                    <a:pt x="12508" y="7024"/>
                  </a:cubicBezTo>
                  <a:lnTo>
                    <a:pt x="12508" y="57455"/>
                  </a:lnTo>
                  <a:cubicBezTo>
                    <a:pt x="12508" y="60838"/>
                    <a:pt x="9743" y="63581"/>
                    <a:pt x="6332" y="63582"/>
                  </a:cubicBezTo>
                  <a:cubicBezTo>
                    <a:pt x="6298" y="63582"/>
                    <a:pt x="6263" y="63581"/>
                    <a:pt x="6228" y="63581"/>
                  </a:cubicBezTo>
                  <a:close/>
                </a:path>
              </a:pathLst>
            </a:custGeom>
            <a:grpFill/>
            <a:ln w="10277" cap="flat">
              <a:noFill/>
              <a:prstDash val="solid"/>
              <a:miter/>
            </a:ln>
          </p:spPr>
          <p:txBody>
            <a:bodyPr rtlCol="0" anchor="ctr"/>
            <a:lstStyle/>
            <a:p>
              <a:endParaRPr lang="en-EG"/>
            </a:p>
          </p:txBody>
        </p:sp>
        <p:sp>
          <p:nvSpPr>
            <p:cNvPr id="520" name="Freeform 92">
              <a:extLst>
                <a:ext uri="{FF2B5EF4-FFF2-40B4-BE49-F238E27FC236}">
                  <a16:creationId xmlns:a16="http://schemas.microsoft.com/office/drawing/2014/main" id="{A6617557-6DB4-FD9E-31EB-A728CB330CC4}"/>
                </a:ext>
              </a:extLst>
            </p:cNvPr>
            <p:cNvSpPr/>
            <p:nvPr/>
          </p:nvSpPr>
          <p:spPr>
            <a:xfrm>
              <a:off x="6414950" y="2253883"/>
              <a:ext cx="12559" cy="63581"/>
            </a:xfrm>
            <a:custGeom>
              <a:avLst/>
              <a:gdLst>
                <a:gd name="connsiteX0" fmla="*/ 6228 w 12559"/>
                <a:gd name="connsiteY0" fmla="*/ 63581 h 63581"/>
                <a:gd name="connsiteX1" fmla="*/ 52 w 12559"/>
                <a:gd name="connsiteY1" fmla="*/ 57455 h 63581"/>
                <a:gd name="connsiteX2" fmla="*/ 52 w 12559"/>
                <a:gd name="connsiteY2" fmla="*/ 7024 h 63581"/>
                <a:gd name="connsiteX3" fmla="*/ 5478 w 12559"/>
                <a:gd name="connsiteY3" fmla="*/ 52 h 63581"/>
                <a:gd name="connsiteX4" fmla="*/ 12508 w 12559"/>
                <a:gd name="connsiteY4" fmla="*/ 5432 h 63581"/>
                <a:gd name="connsiteX5" fmla="*/ 12508 w 12559"/>
                <a:gd name="connsiteY5" fmla="*/ 7024 h 63581"/>
                <a:gd name="connsiteX6" fmla="*/ 12508 w 12559"/>
                <a:gd name="connsiteY6" fmla="*/ 57455 h 63581"/>
                <a:gd name="connsiteX7" fmla="*/ 6332 w 12559"/>
                <a:gd name="connsiteY7" fmla="*/ 63582 h 63581"/>
                <a:gd name="connsiteX8" fmla="*/ 6228 w 12559"/>
                <a:gd name="connsiteY8" fmla="*/ 63581 h 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59" h="63581">
                  <a:moveTo>
                    <a:pt x="6228" y="63581"/>
                  </a:moveTo>
                  <a:cubicBezTo>
                    <a:pt x="2817" y="63581"/>
                    <a:pt x="52" y="60838"/>
                    <a:pt x="52" y="57455"/>
                  </a:cubicBezTo>
                  <a:lnTo>
                    <a:pt x="52" y="7024"/>
                  </a:lnTo>
                  <a:cubicBezTo>
                    <a:pt x="-391" y="3613"/>
                    <a:pt x="2038" y="491"/>
                    <a:pt x="5478" y="52"/>
                  </a:cubicBezTo>
                  <a:cubicBezTo>
                    <a:pt x="8917" y="-388"/>
                    <a:pt x="12064" y="2021"/>
                    <a:pt x="12508" y="5432"/>
                  </a:cubicBezTo>
                  <a:cubicBezTo>
                    <a:pt x="12576" y="5961"/>
                    <a:pt x="12576" y="6496"/>
                    <a:pt x="12508" y="7024"/>
                  </a:cubicBezTo>
                  <a:lnTo>
                    <a:pt x="12508" y="57455"/>
                  </a:lnTo>
                  <a:cubicBezTo>
                    <a:pt x="12508" y="60838"/>
                    <a:pt x="9743" y="63581"/>
                    <a:pt x="6332" y="63582"/>
                  </a:cubicBezTo>
                  <a:cubicBezTo>
                    <a:pt x="6298" y="63582"/>
                    <a:pt x="6263" y="63581"/>
                    <a:pt x="6228" y="63581"/>
                  </a:cubicBezTo>
                  <a:close/>
                </a:path>
              </a:pathLst>
            </a:custGeom>
            <a:grpFill/>
            <a:ln w="10277" cap="flat">
              <a:noFill/>
              <a:prstDash val="solid"/>
              <a:miter/>
            </a:ln>
          </p:spPr>
          <p:txBody>
            <a:bodyPr rtlCol="0" anchor="ctr"/>
            <a:lstStyle/>
            <a:p>
              <a:endParaRPr lang="en-EG"/>
            </a:p>
          </p:txBody>
        </p:sp>
        <p:sp>
          <p:nvSpPr>
            <p:cNvPr id="521" name="Freeform 93">
              <a:extLst>
                <a:ext uri="{FF2B5EF4-FFF2-40B4-BE49-F238E27FC236}">
                  <a16:creationId xmlns:a16="http://schemas.microsoft.com/office/drawing/2014/main" id="{DA5C8519-75DF-88A0-208F-03164DBC8758}"/>
                </a:ext>
              </a:extLst>
            </p:cNvPr>
            <p:cNvSpPr/>
            <p:nvPr/>
          </p:nvSpPr>
          <p:spPr>
            <a:xfrm>
              <a:off x="6309147" y="2212313"/>
              <a:ext cx="141164" cy="105171"/>
            </a:xfrm>
            <a:custGeom>
              <a:avLst/>
              <a:gdLst>
                <a:gd name="connsiteX0" fmla="*/ 134780 w 141164"/>
                <a:gd name="connsiteY0" fmla="*/ 105151 h 105171"/>
                <a:gd name="connsiteX1" fmla="*/ 6212 w 141164"/>
                <a:gd name="connsiteY1" fmla="*/ 105151 h 105171"/>
                <a:gd name="connsiteX2" fmla="*/ 35 w 141164"/>
                <a:gd name="connsiteY2" fmla="*/ 99026 h 105171"/>
                <a:gd name="connsiteX3" fmla="*/ 36 w 141164"/>
                <a:gd name="connsiteY3" fmla="*/ 98924 h 105171"/>
                <a:gd name="connsiteX4" fmla="*/ 36 w 141164"/>
                <a:gd name="connsiteY4" fmla="*/ 32056 h 105171"/>
                <a:gd name="connsiteX5" fmla="*/ 36 w 141164"/>
                <a:gd name="connsiteY5" fmla="*/ 31443 h 105171"/>
                <a:gd name="connsiteX6" fmla="*/ 25770 w 141164"/>
                <a:gd name="connsiteY6" fmla="*/ 4185 h 105171"/>
                <a:gd name="connsiteX7" fmla="*/ 50681 w 141164"/>
                <a:gd name="connsiteY7" fmla="*/ 102 h 105171"/>
                <a:gd name="connsiteX8" fmla="*/ 57872 w 141164"/>
                <a:gd name="connsiteY8" fmla="*/ 5020 h 105171"/>
                <a:gd name="connsiteX9" fmla="*/ 57887 w 141164"/>
                <a:gd name="connsiteY9" fmla="*/ 5104 h 105171"/>
                <a:gd name="connsiteX10" fmla="*/ 52740 w 141164"/>
                <a:gd name="connsiteY10" fmla="*/ 12250 h 105171"/>
                <a:gd name="connsiteX11" fmla="*/ 27829 w 141164"/>
                <a:gd name="connsiteY11" fmla="*/ 16436 h 105171"/>
                <a:gd name="connsiteX12" fmla="*/ 12491 w 141164"/>
                <a:gd name="connsiteY12" fmla="*/ 32974 h 105171"/>
                <a:gd name="connsiteX13" fmla="*/ 12491 w 141164"/>
                <a:gd name="connsiteY13" fmla="*/ 93309 h 105171"/>
                <a:gd name="connsiteX14" fmla="*/ 128810 w 141164"/>
                <a:gd name="connsiteY14" fmla="*/ 93309 h 105171"/>
                <a:gd name="connsiteX15" fmla="*/ 128810 w 141164"/>
                <a:gd name="connsiteY15" fmla="*/ 32974 h 105171"/>
                <a:gd name="connsiteX16" fmla="*/ 113370 w 141164"/>
                <a:gd name="connsiteY16" fmla="*/ 16946 h 105171"/>
                <a:gd name="connsiteX17" fmla="*/ 88356 w 141164"/>
                <a:gd name="connsiteY17" fmla="*/ 12557 h 105171"/>
                <a:gd name="connsiteX18" fmla="*/ 83297 w 141164"/>
                <a:gd name="connsiteY18" fmla="*/ 5495 h 105171"/>
                <a:gd name="connsiteX19" fmla="*/ 83312 w 141164"/>
                <a:gd name="connsiteY19" fmla="*/ 5410 h 105171"/>
                <a:gd name="connsiteX20" fmla="*/ 90243 w 141164"/>
                <a:gd name="connsiteY20" fmla="*/ 379 h 105171"/>
                <a:gd name="connsiteX21" fmla="*/ 90415 w 141164"/>
                <a:gd name="connsiteY21" fmla="*/ 408 h 105171"/>
                <a:gd name="connsiteX22" fmla="*/ 115325 w 141164"/>
                <a:gd name="connsiteY22" fmla="*/ 4492 h 105171"/>
                <a:gd name="connsiteX23" fmla="*/ 141163 w 141164"/>
                <a:gd name="connsiteY23" fmla="*/ 31749 h 105171"/>
                <a:gd name="connsiteX24" fmla="*/ 141163 w 141164"/>
                <a:gd name="connsiteY24" fmla="*/ 99230 h 105171"/>
                <a:gd name="connsiteX25" fmla="*/ 139310 w 141164"/>
                <a:gd name="connsiteY25" fmla="*/ 103620 h 105171"/>
                <a:gd name="connsiteX26" fmla="*/ 134780 w 141164"/>
                <a:gd name="connsiteY26" fmla="*/ 105151 h 105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41164" h="105171">
                  <a:moveTo>
                    <a:pt x="134780" y="105151"/>
                  </a:moveTo>
                  <a:lnTo>
                    <a:pt x="6212" y="105151"/>
                  </a:lnTo>
                  <a:cubicBezTo>
                    <a:pt x="2801" y="105151"/>
                    <a:pt x="36" y="102409"/>
                    <a:pt x="35" y="99026"/>
                  </a:cubicBezTo>
                  <a:cubicBezTo>
                    <a:pt x="35" y="98992"/>
                    <a:pt x="36" y="98958"/>
                    <a:pt x="36" y="98924"/>
                  </a:cubicBezTo>
                  <a:lnTo>
                    <a:pt x="36" y="32056"/>
                  </a:lnTo>
                  <a:cubicBezTo>
                    <a:pt x="-12" y="31854"/>
                    <a:pt x="-12" y="31644"/>
                    <a:pt x="36" y="31443"/>
                  </a:cubicBezTo>
                  <a:cubicBezTo>
                    <a:pt x="1391" y="17622"/>
                    <a:pt x="11953" y="6435"/>
                    <a:pt x="25770" y="4185"/>
                  </a:cubicBezTo>
                  <a:lnTo>
                    <a:pt x="50681" y="102"/>
                  </a:lnTo>
                  <a:cubicBezTo>
                    <a:pt x="54036" y="-509"/>
                    <a:pt x="57255" y="1692"/>
                    <a:pt x="57872" y="5020"/>
                  </a:cubicBezTo>
                  <a:cubicBezTo>
                    <a:pt x="57877" y="5048"/>
                    <a:pt x="57882" y="5076"/>
                    <a:pt x="57887" y="5104"/>
                  </a:cubicBezTo>
                  <a:cubicBezTo>
                    <a:pt x="58445" y="8485"/>
                    <a:pt x="56145" y="11678"/>
                    <a:pt x="52740" y="12250"/>
                  </a:cubicBezTo>
                  <a:lnTo>
                    <a:pt x="27829" y="16436"/>
                  </a:lnTo>
                  <a:cubicBezTo>
                    <a:pt x="19536" y="17879"/>
                    <a:pt x="13249" y="24658"/>
                    <a:pt x="12491" y="32974"/>
                  </a:cubicBezTo>
                  <a:lnTo>
                    <a:pt x="12491" y="93309"/>
                  </a:lnTo>
                  <a:lnTo>
                    <a:pt x="128810" y="93309"/>
                  </a:lnTo>
                  <a:lnTo>
                    <a:pt x="128810" y="32974"/>
                  </a:lnTo>
                  <a:cubicBezTo>
                    <a:pt x="127825" y="24823"/>
                    <a:pt x="121535" y="18294"/>
                    <a:pt x="113370" y="16946"/>
                  </a:cubicBezTo>
                  <a:lnTo>
                    <a:pt x="88356" y="12557"/>
                  </a:lnTo>
                  <a:cubicBezTo>
                    <a:pt x="84993" y="11992"/>
                    <a:pt x="82728" y="8831"/>
                    <a:pt x="83297" y="5495"/>
                  </a:cubicBezTo>
                  <a:cubicBezTo>
                    <a:pt x="83302" y="5467"/>
                    <a:pt x="83307" y="5439"/>
                    <a:pt x="83312" y="5410"/>
                  </a:cubicBezTo>
                  <a:cubicBezTo>
                    <a:pt x="83825" y="2123"/>
                    <a:pt x="86928" y="-129"/>
                    <a:pt x="90243" y="379"/>
                  </a:cubicBezTo>
                  <a:cubicBezTo>
                    <a:pt x="90300" y="388"/>
                    <a:pt x="90357" y="398"/>
                    <a:pt x="90415" y="408"/>
                  </a:cubicBezTo>
                  <a:lnTo>
                    <a:pt x="115325" y="4492"/>
                  </a:lnTo>
                  <a:cubicBezTo>
                    <a:pt x="129183" y="6699"/>
                    <a:pt x="139796" y="17896"/>
                    <a:pt x="141163" y="31749"/>
                  </a:cubicBezTo>
                  <a:lnTo>
                    <a:pt x="141163" y="99230"/>
                  </a:lnTo>
                  <a:cubicBezTo>
                    <a:pt x="141204" y="100888"/>
                    <a:pt x="140530" y="102485"/>
                    <a:pt x="139310" y="103620"/>
                  </a:cubicBezTo>
                  <a:cubicBezTo>
                    <a:pt x="138081" y="104734"/>
                    <a:pt x="136439" y="105289"/>
                    <a:pt x="134780" y="105151"/>
                  </a:cubicBezTo>
                  <a:close/>
                </a:path>
              </a:pathLst>
            </a:custGeom>
            <a:grpFill/>
            <a:ln w="10277" cap="flat">
              <a:noFill/>
              <a:prstDash val="solid"/>
              <a:miter/>
            </a:ln>
          </p:spPr>
          <p:txBody>
            <a:bodyPr rtlCol="0" anchor="ctr"/>
            <a:lstStyle/>
            <a:p>
              <a:endParaRPr lang="en-EG"/>
            </a:p>
          </p:txBody>
        </p:sp>
        <p:sp>
          <p:nvSpPr>
            <p:cNvPr id="522" name="Freeform 94">
              <a:extLst>
                <a:ext uri="{FF2B5EF4-FFF2-40B4-BE49-F238E27FC236}">
                  <a16:creationId xmlns:a16="http://schemas.microsoft.com/office/drawing/2014/main" id="{5F8FA59C-F0E2-B3B6-38B2-AFA803EACA70}"/>
                </a:ext>
              </a:extLst>
            </p:cNvPr>
            <p:cNvSpPr/>
            <p:nvPr/>
          </p:nvSpPr>
          <p:spPr>
            <a:xfrm>
              <a:off x="6163255" y="2212478"/>
              <a:ext cx="50169" cy="32819"/>
            </a:xfrm>
            <a:custGeom>
              <a:avLst/>
              <a:gdLst>
                <a:gd name="connsiteX0" fmla="*/ 24669 w 50169"/>
                <a:gd name="connsiteY0" fmla="*/ 32809 h 32819"/>
                <a:gd name="connsiteX1" fmla="*/ 20036 w 50169"/>
                <a:gd name="connsiteY1" fmla="*/ 30665 h 32819"/>
                <a:gd name="connsiteX2" fmla="*/ 1817 w 50169"/>
                <a:gd name="connsiteY2" fmla="*/ 10248 h 32819"/>
                <a:gd name="connsiteX3" fmla="*/ 1801 w 50169"/>
                <a:gd name="connsiteY3" fmla="*/ 1585 h 32819"/>
                <a:gd name="connsiteX4" fmla="*/ 1817 w 50169"/>
                <a:gd name="connsiteY4" fmla="*/ 1570 h 32819"/>
                <a:gd name="connsiteX5" fmla="*/ 10669 w 50169"/>
                <a:gd name="connsiteY5" fmla="*/ 2080 h 32819"/>
                <a:gd name="connsiteX6" fmla="*/ 24360 w 50169"/>
                <a:gd name="connsiteY6" fmla="*/ 17598 h 32819"/>
                <a:gd name="connsiteX7" fmla="*/ 39491 w 50169"/>
                <a:gd name="connsiteY7" fmla="*/ 2183 h 32819"/>
                <a:gd name="connsiteX8" fmla="*/ 48225 w 50169"/>
                <a:gd name="connsiteY8" fmla="*/ 2065 h 32819"/>
                <a:gd name="connsiteX9" fmla="*/ 48344 w 50169"/>
                <a:gd name="connsiteY9" fmla="*/ 2183 h 32819"/>
                <a:gd name="connsiteX10" fmla="*/ 48344 w 50169"/>
                <a:gd name="connsiteY10" fmla="*/ 10962 h 32819"/>
                <a:gd name="connsiteX11" fmla="*/ 28889 w 50169"/>
                <a:gd name="connsiteY11" fmla="*/ 31380 h 32819"/>
                <a:gd name="connsiteX12" fmla="*/ 24669 w 50169"/>
                <a:gd name="connsiteY12" fmla="*/ 32809 h 32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169" h="32819">
                  <a:moveTo>
                    <a:pt x="24669" y="32809"/>
                  </a:moveTo>
                  <a:cubicBezTo>
                    <a:pt x="22891" y="32766"/>
                    <a:pt x="21212" y="31989"/>
                    <a:pt x="20036" y="30665"/>
                  </a:cubicBezTo>
                  <a:lnTo>
                    <a:pt x="1817" y="10248"/>
                  </a:lnTo>
                  <a:cubicBezTo>
                    <a:pt x="-600" y="7860"/>
                    <a:pt x="-606" y="3981"/>
                    <a:pt x="1801" y="1585"/>
                  </a:cubicBezTo>
                  <a:cubicBezTo>
                    <a:pt x="1806" y="1580"/>
                    <a:pt x="1811" y="1575"/>
                    <a:pt x="1817" y="1570"/>
                  </a:cubicBezTo>
                  <a:cubicBezTo>
                    <a:pt x="4405" y="-708"/>
                    <a:pt x="8364" y="-480"/>
                    <a:pt x="10669" y="2080"/>
                  </a:cubicBezTo>
                  <a:lnTo>
                    <a:pt x="24360" y="17598"/>
                  </a:lnTo>
                  <a:lnTo>
                    <a:pt x="39491" y="2183"/>
                  </a:lnTo>
                  <a:cubicBezTo>
                    <a:pt x="41870" y="-242"/>
                    <a:pt x="45781" y="-295"/>
                    <a:pt x="48225" y="2065"/>
                  </a:cubicBezTo>
                  <a:cubicBezTo>
                    <a:pt x="48265" y="2103"/>
                    <a:pt x="48305" y="2143"/>
                    <a:pt x="48344" y="2183"/>
                  </a:cubicBezTo>
                  <a:cubicBezTo>
                    <a:pt x="50778" y="4611"/>
                    <a:pt x="50778" y="8533"/>
                    <a:pt x="48344" y="10962"/>
                  </a:cubicBezTo>
                  <a:lnTo>
                    <a:pt x="28889" y="31380"/>
                  </a:lnTo>
                  <a:cubicBezTo>
                    <a:pt x="27727" y="32389"/>
                    <a:pt x="26210" y="32902"/>
                    <a:pt x="24669" y="32809"/>
                  </a:cubicBezTo>
                  <a:close/>
                </a:path>
              </a:pathLst>
            </a:custGeom>
            <a:grpFill/>
            <a:ln w="10277" cap="flat">
              <a:noFill/>
              <a:prstDash val="solid"/>
              <a:miter/>
            </a:ln>
          </p:spPr>
          <p:txBody>
            <a:bodyPr rtlCol="0" anchor="ctr"/>
            <a:lstStyle/>
            <a:p>
              <a:endParaRPr lang="en-EG"/>
            </a:p>
          </p:txBody>
        </p:sp>
        <p:sp>
          <p:nvSpPr>
            <p:cNvPr id="523" name="Freeform 95">
              <a:extLst>
                <a:ext uri="{FF2B5EF4-FFF2-40B4-BE49-F238E27FC236}">
                  <a16:creationId xmlns:a16="http://schemas.microsoft.com/office/drawing/2014/main" id="{920C1B5E-A51B-0A55-5A2D-5CB1165AE91B}"/>
                </a:ext>
              </a:extLst>
            </p:cNvPr>
            <p:cNvSpPr/>
            <p:nvPr/>
          </p:nvSpPr>
          <p:spPr>
            <a:xfrm>
              <a:off x="6354736" y="2211923"/>
              <a:ext cx="50476" cy="30913"/>
            </a:xfrm>
            <a:custGeom>
              <a:avLst/>
              <a:gdLst>
                <a:gd name="connsiteX0" fmla="*/ 25062 w 50476"/>
                <a:gd name="connsiteY0" fmla="*/ 30914 h 30913"/>
                <a:gd name="connsiteX1" fmla="*/ 20738 w 50476"/>
                <a:gd name="connsiteY1" fmla="*/ 29178 h 30913"/>
                <a:gd name="connsiteX2" fmla="*/ 1901 w 50476"/>
                <a:gd name="connsiteY2" fmla="*/ 11007 h 30913"/>
                <a:gd name="connsiteX3" fmla="*/ 1747 w 50476"/>
                <a:gd name="connsiteY3" fmla="*/ 2278 h 30913"/>
                <a:gd name="connsiteX4" fmla="*/ 10548 w 50476"/>
                <a:gd name="connsiteY4" fmla="*/ 2125 h 30913"/>
                <a:gd name="connsiteX5" fmla="*/ 25062 w 50476"/>
                <a:gd name="connsiteY5" fmla="*/ 16111 h 30913"/>
                <a:gd name="connsiteX6" fmla="*/ 39473 w 50476"/>
                <a:gd name="connsiteY6" fmla="*/ 2125 h 30913"/>
                <a:gd name="connsiteX7" fmla="*/ 48333 w 50476"/>
                <a:gd name="connsiteY7" fmla="*/ 1542 h 30913"/>
                <a:gd name="connsiteX8" fmla="*/ 48921 w 50476"/>
                <a:gd name="connsiteY8" fmla="*/ 10330 h 30913"/>
                <a:gd name="connsiteX9" fmla="*/ 48223 w 50476"/>
                <a:gd name="connsiteY9" fmla="*/ 11007 h 30913"/>
                <a:gd name="connsiteX10" fmla="*/ 29385 w 50476"/>
                <a:gd name="connsiteY10" fmla="*/ 29178 h 30913"/>
                <a:gd name="connsiteX11" fmla="*/ 25062 w 50476"/>
                <a:gd name="connsiteY11" fmla="*/ 30914 h 30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76" h="30913">
                  <a:moveTo>
                    <a:pt x="25062" y="30914"/>
                  </a:moveTo>
                  <a:cubicBezTo>
                    <a:pt x="23449" y="30907"/>
                    <a:pt x="21901" y="30286"/>
                    <a:pt x="20738" y="29178"/>
                  </a:cubicBezTo>
                  <a:lnTo>
                    <a:pt x="1901" y="11007"/>
                  </a:lnTo>
                  <a:cubicBezTo>
                    <a:pt x="-572" y="8639"/>
                    <a:pt x="-641" y="4731"/>
                    <a:pt x="1747" y="2278"/>
                  </a:cubicBezTo>
                  <a:cubicBezTo>
                    <a:pt x="4134" y="-174"/>
                    <a:pt x="8075" y="-243"/>
                    <a:pt x="10548" y="2125"/>
                  </a:cubicBezTo>
                  <a:lnTo>
                    <a:pt x="25062" y="16111"/>
                  </a:lnTo>
                  <a:lnTo>
                    <a:pt x="39473" y="2125"/>
                  </a:lnTo>
                  <a:cubicBezTo>
                    <a:pt x="41757" y="-462"/>
                    <a:pt x="45724" y="-723"/>
                    <a:pt x="48333" y="1542"/>
                  </a:cubicBezTo>
                  <a:cubicBezTo>
                    <a:pt x="50943" y="3808"/>
                    <a:pt x="51206" y="7742"/>
                    <a:pt x="48921" y="10330"/>
                  </a:cubicBezTo>
                  <a:cubicBezTo>
                    <a:pt x="48706" y="10573"/>
                    <a:pt x="48473" y="10799"/>
                    <a:pt x="48223" y="11007"/>
                  </a:cubicBezTo>
                  <a:lnTo>
                    <a:pt x="29385" y="29178"/>
                  </a:lnTo>
                  <a:cubicBezTo>
                    <a:pt x="28211" y="30269"/>
                    <a:pt x="26670" y="30887"/>
                    <a:pt x="25062" y="30914"/>
                  </a:cubicBezTo>
                  <a:close/>
                </a:path>
              </a:pathLst>
            </a:custGeom>
            <a:grpFill/>
            <a:ln w="10277" cap="flat">
              <a:noFill/>
              <a:prstDash val="solid"/>
              <a:miter/>
            </a:ln>
          </p:spPr>
          <p:txBody>
            <a:bodyPr rtlCol="0" anchor="ctr"/>
            <a:lstStyle/>
            <a:p>
              <a:endParaRPr lang="en-EG"/>
            </a:p>
          </p:txBody>
        </p:sp>
        <p:sp>
          <p:nvSpPr>
            <p:cNvPr id="524" name="Freeform 96">
              <a:extLst>
                <a:ext uri="{FF2B5EF4-FFF2-40B4-BE49-F238E27FC236}">
                  <a16:creationId xmlns:a16="http://schemas.microsoft.com/office/drawing/2014/main" id="{A61962AF-23E2-6E9A-4166-2F5FD3D199AB}"/>
                </a:ext>
              </a:extLst>
            </p:cNvPr>
            <p:cNvSpPr/>
            <p:nvPr/>
          </p:nvSpPr>
          <p:spPr>
            <a:xfrm>
              <a:off x="6093139" y="2305060"/>
              <a:ext cx="390337" cy="12455"/>
            </a:xfrm>
            <a:custGeom>
              <a:avLst/>
              <a:gdLst>
                <a:gd name="connsiteX0" fmla="*/ 384860 w 390337"/>
                <a:gd name="connsiteY0" fmla="*/ 12404 h 12455"/>
                <a:gd name="connsiteX1" fmla="*/ 7082 w 390337"/>
                <a:gd name="connsiteY1" fmla="*/ 12404 h 12455"/>
                <a:gd name="connsiteX2" fmla="*/ 52 w 390337"/>
                <a:gd name="connsiteY2" fmla="*/ 7023 h 12455"/>
                <a:gd name="connsiteX3" fmla="*/ 5478 w 390337"/>
                <a:gd name="connsiteY3" fmla="*/ 51 h 12455"/>
                <a:gd name="connsiteX4" fmla="*/ 7082 w 390337"/>
                <a:gd name="connsiteY4" fmla="*/ 51 h 12455"/>
                <a:gd name="connsiteX5" fmla="*/ 384860 w 390337"/>
                <a:gd name="connsiteY5" fmla="*/ 51 h 12455"/>
                <a:gd name="connsiteX6" fmla="*/ 390286 w 390337"/>
                <a:gd name="connsiteY6" fmla="*/ 7023 h 12455"/>
                <a:gd name="connsiteX7" fmla="*/ 384860 w 390337"/>
                <a:gd name="connsiteY7" fmla="*/ 12404 h 1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0337" h="12455">
                  <a:moveTo>
                    <a:pt x="384860" y="12404"/>
                  </a:moveTo>
                  <a:lnTo>
                    <a:pt x="7082" y="12404"/>
                  </a:lnTo>
                  <a:cubicBezTo>
                    <a:pt x="3643" y="12843"/>
                    <a:pt x="495" y="10434"/>
                    <a:pt x="52" y="7023"/>
                  </a:cubicBezTo>
                  <a:cubicBezTo>
                    <a:pt x="-391" y="3612"/>
                    <a:pt x="2038" y="490"/>
                    <a:pt x="5478" y="51"/>
                  </a:cubicBezTo>
                  <a:cubicBezTo>
                    <a:pt x="6010" y="-17"/>
                    <a:pt x="6549" y="-17"/>
                    <a:pt x="7082" y="51"/>
                  </a:cubicBezTo>
                  <a:lnTo>
                    <a:pt x="384860" y="51"/>
                  </a:lnTo>
                  <a:cubicBezTo>
                    <a:pt x="388300" y="491"/>
                    <a:pt x="390729" y="3612"/>
                    <a:pt x="390286" y="7023"/>
                  </a:cubicBezTo>
                  <a:cubicBezTo>
                    <a:pt x="389921" y="9831"/>
                    <a:pt x="387692" y="12042"/>
                    <a:pt x="384860" y="12404"/>
                  </a:cubicBezTo>
                  <a:close/>
                </a:path>
              </a:pathLst>
            </a:custGeom>
            <a:grpFill/>
            <a:ln w="10277" cap="flat">
              <a:noFill/>
              <a:prstDash val="solid"/>
              <a:miter/>
            </a:ln>
          </p:spPr>
          <p:txBody>
            <a:bodyPr rtlCol="0" anchor="ctr"/>
            <a:lstStyle/>
            <a:p>
              <a:endParaRPr lang="en-EG"/>
            </a:p>
          </p:txBody>
        </p:sp>
        <p:sp>
          <p:nvSpPr>
            <p:cNvPr id="525" name="Freeform 97">
              <a:extLst>
                <a:ext uri="{FF2B5EF4-FFF2-40B4-BE49-F238E27FC236}">
                  <a16:creationId xmlns:a16="http://schemas.microsoft.com/office/drawing/2014/main" id="{AA4AA4A7-FA2D-98A2-975E-018914D02166}"/>
                </a:ext>
              </a:extLst>
            </p:cNvPr>
            <p:cNvSpPr/>
            <p:nvPr/>
          </p:nvSpPr>
          <p:spPr>
            <a:xfrm>
              <a:off x="6152616" y="2131459"/>
              <a:ext cx="71849" cy="71257"/>
            </a:xfrm>
            <a:custGeom>
              <a:avLst/>
              <a:gdLst>
                <a:gd name="connsiteX0" fmla="*/ 35925 w 71849"/>
                <a:gd name="connsiteY0" fmla="*/ 71258 h 71257"/>
                <a:gd name="connsiteX1" fmla="*/ 0 w 71849"/>
                <a:gd name="connsiteY1" fmla="*/ 35629 h 71257"/>
                <a:gd name="connsiteX2" fmla="*/ 35925 w 71849"/>
                <a:gd name="connsiteY2" fmla="*/ 0 h 71257"/>
                <a:gd name="connsiteX3" fmla="*/ 71850 w 71849"/>
                <a:gd name="connsiteY3" fmla="*/ 35629 h 71257"/>
                <a:gd name="connsiteX4" fmla="*/ 35925 w 71849"/>
                <a:gd name="connsiteY4" fmla="*/ 71258 h 71257"/>
                <a:gd name="connsiteX5" fmla="*/ 35925 w 71849"/>
                <a:gd name="connsiteY5" fmla="*/ 12353 h 71257"/>
                <a:gd name="connsiteX6" fmla="*/ 12455 w 71849"/>
                <a:gd name="connsiteY6" fmla="*/ 35629 h 71257"/>
                <a:gd name="connsiteX7" fmla="*/ 35925 w 71849"/>
                <a:gd name="connsiteY7" fmla="*/ 58905 h 71257"/>
                <a:gd name="connsiteX8" fmla="*/ 59395 w 71849"/>
                <a:gd name="connsiteY8" fmla="*/ 35629 h 71257"/>
                <a:gd name="connsiteX9" fmla="*/ 35925 w 71849"/>
                <a:gd name="connsiteY9" fmla="*/ 12353 h 71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849" h="71257">
                  <a:moveTo>
                    <a:pt x="35925" y="71258"/>
                  </a:moveTo>
                  <a:cubicBezTo>
                    <a:pt x="16084" y="71258"/>
                    <a:pt x="0" y="55306"/>
                    <a:pt x="0" y="35629"/>
                  </a:cubicBezTo>
                  <a:cubicBezTo>
                    <a:pt x="0" y="15952"/>
                    <a:pt x="16084" y="0"/>
                    <a:pt x="35925" y="0"/>
                  </a:cubicBezTo>
                  <a:cubicBezTo>
                    <a:pt x="55766" y="0"/>
                    <a:pt x="71850" y="15952"/>
                    <a:pt x="71850" y="35629"/>
                  </a:cubicBezTo>
                  <a:cubicBezTo>
                    <a:pt x="71793" y="55283"/>
                    <a:pt x="55742" y="71202"/>
                    <a:pt x="35925" y="71258"/>
                  </a:cubicBezTo>
                  <a:close/>
                  <a:moveTo>
                    <a:pt x="35925" y="12353"/>
                  </a:moveTo>
                  <a:cubicBezTo>
                    <a:pt x="22963" y="12353"/>
                    <a:pt x="12455" y="22774"/>
                    <a:pt x="12455" y="35629"/>
                  </a:cubicBezTo>
                  <a:cubicBezTo>
                    <a:pt x="12455" y="48484"/>
                    <a:pt x="22963" y="58905"/>
                    <a:pt x="35925" y="58905"/>
                  </a:cubicBezTo>
                  <a:cubicBezTo>
                    <a:pt x="48887" y="58905"/>
                    <a:pt x="59395" y="48484"/>
                    <a:pt x="59395" y="35629"/>
                  </a:cubicBezTo>
                  <a:cubicBezTo>
                    <a:pt x="59395" y="22774"/>
                    <a:pt x="48887" y="12353"/>
                    <a:pt x="35925" y="12353"/>
                  </a:cubicBezTo>
                  <a:close/>
                </a:path>
              </a:pathLst>
            </a:custGeom>
            <a:grpFill/>
            <a:ln w="10277" cap="flat">
              <a:noFill/>
              <a:prstDash val="solid"/>
              <a:miter/>
            </a:ln>
          </p:spPr>
          <p:txBody>
            <a:bodyPr rtlCol="0" anchor="ctr"/>
            <a:lstStyle/>
            <a:p>
              <a:endParaRPr lang="en-EG"/>
            </a:p>
          </p:txBody>
        </p:sp>
        <p:sp>
          <p:nvSpPr>
            <p:cNvPr id="526" name="Freeform 98">
              <a:extLst>
                <a:ext uri="{FF2B5EF4-FFF2-40B4-BE49-F238E27FC236}">
                  <a16:creationId xmlns:a16="http://schemas.microsoft.com/office/drawing/2014/main" id="{6D77C17B-5809-C774-C9A6-CCA1A1271D23}"/>
                </a:ext>
              </a:extLst>
            </p:cNvPr>
            <p:cNvSpPr/>
            <p:nvPr/>
          </p:nvSpPr>
          <p:spPr>
            <a:xfrm>
              <a:off x="6343770" y="2131459"/>
              <a:ext cx="71849" cy="71257"/>
            </a:xfrm>
            <a:custGeom>
              <a:avLst/>
              <a:gdLst>
                <a:gd name="connsiteX0" fmla="*/ 36028 w 71849"/>
                <a:gd name="connsiteY0" fmla="*/ 71258 h 71257"/>
                <a:gd name="connsiteX1" fmla="*/ 0 w 71849"/>
                <a:gd name="connsiteY1" fmla="*/ 35731 h 71257"/>
                <a:gd name="connsiteX2" fmla="*/ 35822 w 71849"/>
                <a:gd name="connsiteY2" fmla="*/ 0 h 71257"/>
                <a:gd name="connsiteX3" fmla="*/ 71850 w 71849"/>
                <a:gd name="connsiteY3" fmla="*/ 35527 h 71257"/>
                <a:gd name="connsiteX4" fmla="*/ 71850 w 71849"/>
                <a:gd name="connsiteY4" fmla="*/ 35629 h 71257"/>
                <a:gd name="connsiteX5" fmla="*/ 36028 w 71849"/>
                <a:gd name="connsiteY5" fmla="*/ 71258 h 71257"/>
                <a:gd name="connsiteX6" fmla="*/ 36028 w 71849"/>
                <a:gd name="connsiteY6" fmla="*/ 12353 h 71257"/>
                <a:gd name="connsiteX7" fmla="*/ 12049 w 71849"/>
                <a:gd name="connsiteY7" fmla="*/ 35113 h 71257"/>
                <a:gd name="connsiteX8" fmla="*/ 34999 w 71849"/>
                <a:gd name="connsiteY8" fmla="*/ 58894 h 71257"/>
                <a:gd name="connsiteX9" fmla="*/ 58977 w 71849"/>
                <a:gd name="connsiteY9" fmla="*/ 36134 h 71257"/>
                <a:gd name="connsiteX10" fmla="*/ 58983 w 71849"/>
                <a:gd name="connsiteY10" fmla="*/ 35629 h 71257"/>
                <a:gd name="connsiteX11" fmla="*/ 36028 w 71849"/>
                <a:gd name="connsiteY11" fmla="*/ 12353 h 71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849" h="71257">
                  <a:moveTo>
                    <a:pt x="36028" y="71258"/>
                  </a:moveTo>
                  <a:cubicBezTo>
                    <a:pt x="16187" y="71314"/>
                    <a:pt x="57" y="55408"/>
                    <a:pt x="0" y="35731"/>
                  </a:cubicBezTo>
                  <a:cubicBezTo>
                    <a:pt x="-57" y="16054"/>
                    <a:pt x="15981" y="57"/>
                    <a:pt x="35822" y="0"/>
                  </a:cubicBezTo>
                  <a:cubicBezTo>
                    <a:pt x="55663" y="-56"/>
                    <a:pt x="71793" y="15850"/>
                    <a:pt x="71850" y="35527"/>
                  </a:cubicBezTo>
                  <a:cubicBezTo>
                    <a:pt x="71850" y="35561"/>
                    <a:pt x="71850" y="35595"/>
                    <a:pt x="71850" y="35629"/>
                  </a:cubicBezTo>
                  <a:cubicBezTo>
                    <a:pt x="71850" y="55266"/>
                    <a:pt x="55828" y="71201"/>
                    <a:pt x="36028" y="71258"/>
                  </a:cubicBezTo>
                  <a:close/>
                  <a:moveTo>
                    <a:pt x="36028" y="12353"/>
                  </a:moveTo>
                  <a:cubicBezTo>
                    <a:pt x="23069" y="12071"/>
                    <a:pt x="12333" y="22261"/>
                    <a:pt x="12049" y="35113"/>
                  </a:cubicBezTo>
                  <a:cubicBezTo>
                    <a:pt x="11765" y="47965"/>
                    <a:pt x="22040" y="58612"/>
                    <a:pt x="34999" y="58894"/>
                  </a:cubicBezTo>
                  <a:cubicBezTo>
                    <a:pt x="47957" y="59176"/>
                    <a:pt x="58693" y="48986"/>
                    <a:pt x="58977" y="36134"/>
                  </a:cubicBezTo>
                  <a:cubicBezTo>
                    <a:pt x="58981" y="35965"/>
                    <a:pt x="58983" y="35797"/>
                    <a:pt x="58983" y="35629"/>
                  </a:cubicBezTo>
                  <a:cubicBezTo>
                    <a:pt x="58986" y="22970"/>
                    <a:pt x="48788" y="12630"/>
                    <a:pt x="36028" y="12353"/>
                  </a:cubicBezTo>
                  <a:close/>
                </a:path>
              </a:pathLst>
            </a:custGeom>
            <a:grpFill/>
            <a:ln w="10277" cap="flat">
              <a:noFill/>
              <a:prstDash val="solid"/>
              <a:miter/>
            </a:ln>
          </p:spPr>
          <p:txBody>
            <a:bodyPr rtlCol="0" anchor="ctr"/>
            <a:lstStyle/>
            <a:p>
              <a:endParaRPr lang="en-EG"/>
            </a:p>
          </p:txBody>
        </p:sp>
        <p:sp>
          <p:nvSpPr>
            <p:cNvPr id="527" name="Freeform 99">
              <a:extLst>
                <a:ext uri="{FF2B5EF4-FFF2-40B4-BE49-F238E27FC236}">
                  <a16:creationId xmlns:a16="http://schemas.microsoft.com/office/drawing/2014/main" id="{A3E0483D-A4B3-1A71-89A7-B4B704FAD8A6}"/>
                </a:ext>
              </a:extLst>
            </p:cNvPr>
            <p:cNvSpPr/>
            <p:nvPr/>
          </p:nvSpPr>
          <p:spPr>
            <a:xfrm>
              <a:off x="6218599" y="2078475"/>
              <a:ext cx="99540" cy="70543"/>
            </a:xfrm>
            <a:custGeom>
              <a:avLst/>
              <a:gdLst>
                <a:gd name="connsiteX0" fmla="*/ 16470 w 99540"/>
                <a:gd name="connsiteY0" fmla="*/ 70543 h 70543"/>
                <a:gd name="connsiteX1" fmla="*/ 13691 w 99540"/>
                <a:gd name="connsiteY1" fmla="*/ 69931 h 70543"/>
                <a:gd name="connsiteX2" fmla="*/ 10294 w 99540"/>
                <a:gd name="connsiteY2" fmla="*/ 64724 h 70543"/>
                <a:gd name="connsiteX3" fmla="*/ 10294 w 99540"/>
                <a:gd name="connsiteY3" fmla="*/ 48492 h 70543"/>
                <a:gd name="connsiteX4" fmla="*/ 0 w 99540"/>
                <a:gd name="connsiteY4" fmla="*/ 33485 h 70543"/>
                <a:gd name="connsiteX5" fmla="*/ 0 w 99540"/>
                <a:gd name="connsiteY5" fmla="*/ 16232 h 70543"/>
                <a:gd name="connsiteX6" fmla="*/ 16367 w 99540"/>
                <a:gd name="connsiteY6" fmla="*/ 0 h 70543"/>
                <a:gd name="connsiteX7" fmla="*/ 83276 w 99540"/>
                <a:gd name="connsiteY7" fmla="*/ 0 h 70543"/>
                <a:gd name="connsiteX8" fmla="*/ 99540 w 99540"/>
                <a:gd name="connsiteY8" fmla="*/ 16232 h 70543"/>
                <a:gd name="connsiteX9" fmla="*/ 99540 w 99540"/>
                <a:gd name="connsiteY9" fmla="*/ 33485 h 70543"/>
                <a:gd name="connsiteX10" fmla="*/ 83276 w 99540"/>
                <a:gd name="connsiteY10" fmla="*/ 49615 h 70543"/>
                <a:gd name="connsiteX11" fmla="*/ 45704 w 99540"/>
                <a:gd name="connsiteY11" fmla="*/ 49615 h 70543"/>
                <a:gd name="connsiteX12" fmla="*/ 20279 w 99540"/>
                <a:gd name="connsiteY12" fmla="*/ 69216 h 70543"/>
                <a:gd name="connsiteX13" fmla="*/ 16470 w 99540"/>
                <a:gd name="connsiteY13" fmla="*/ 70543 h 70543"/>
                <a:gd name="connsiteX14" fmla="*/ 16470 w 99540"/>
                <a:gd name="connsiteY14" fmla="*/ 12353 h 70543"/>
                <a:gd name="connsiteX15" fmla="*/ 12660 w 99540"/>
                <a:gd name="connsiteY15" fmla="*/ 16129 h 70543"/>
                <a:gd name="connsiteX16" fmla="*/ 12661 w 99540"/>
                <a:gd name="connsiteY16" fmla="*/ 16232 h 70543"/>
                <a:gd name="connsiteX17" fmla="*/ 12661 w 99540"/>
                <a:gd name="connsiteY17" fmla="*/ 33485 h 70543"/>
                <a:gd name="connsiteX18" fmla="*/ 16470 w 99540"/>
                <a:gd name="connsiteY18" fmla="*/ 37262 h 70543"/>
                <a:gd name="connsiteX19" fmla="*/ 23161 w 99540"/>
                <a:gd name="connsiteY19" fmla="*/ 43490 h 70543"/>
                <a:gd name="connsiteX20" fmla="*/ 23161 w 99540"/>
                <a:gd name="connsiteY20" fmla="*/ 51657 h 70543"/>
                <a:gd name="connsiteX21" fmla="*/ 40043 w 99540"/>
                <a:gd name="connsiteY21" fmla="*/ 38589 h 70543"/>
                <a:gd name="connsiteX22" fmla="*/ 43851 w 99540"/>
                <a:gd name="connsiteY22" fmla="*/ 37262 h 70543"/>
                <a:gd name="connsiteX23" fmla="*/ 83276 w 99540"/>
                <a:gd name="connsiteY23" fmla="*/ 37262 h 70543"/>
                <a:gd name="connsiteX24" fmla="*/ 87085 w 99540"/>
                <a:gd name="connsiteY24" fmla="*/ 33485 h 70543"/>
                <a:gd name="connsiteX25" fmla="*/ 87085 w 99540"/>
                <a:gd name="connsiteY25" fmla="*/ 16232 h 70543"/>
                <a:gd name="connsiteX26" fmla="*/ 83276 w 99540"/>
                <a:gd name="connsiteY26" fmla="*/ 12353 h 7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9540" h="70543">
                  <a:moveTo>
                    <a:pt x="16470" y="70543"/>
                  </a:moveTo>
                  <a:cubicBezTo>
                    <a:pt x="15510" y="70536"/>
                    <a:pt x="14563" y="70327"/>
                    <a:pt x="13691" y="69931"/>
                  </a:cubicBezTo>
                  <a:cubicBezTo>
                    <a:pt x="11734" y="68887"/>
                    <a:pt x="10452" y="66922"/>
                    <a:pt x="10294" y="64724"/>
                  </a:cubicBezTo>
                  <a:lnTo>
                    <a:pt x="10294" y="48492"/>
                  </a:lnTo>
                  <a:cubicBezTo>
                    <a:pt x="4062" y="46084"/>
                    <a:pt x="-30" y="40118"/>
                    <a:pt x="0" y="33485"/>
                  </a:cubicBezTo>
                  <a:lnTo>
                    <a:pt x="0" y="16232"/>
                  </a:lnTo>
                  <a:cubicBezTo>
                    <a:pt x="0" y="7267"/>
                    <a:pt x="7328" y="0"/>
                    <a:pt x="16367" y="0"/>
                  </a:cubicBezTo>
                  <a:lnTo>
                    <a:pt x="83276" y="0"/>
                  </a:lnTo>
                  <a:cubicBezTo>
                    <a:pt x="92275" y="56"/>
                    <a:pt x="99540" y="7307"/>
                    <a:pt x="99540" y="16232"/>
                  </a:cubicBezTo>
                  <a:lnTo>
                    <a:pt x="99540" y="33485"/>
                  </a:lnTo>
                  <a:cubicBezTo>
                    <a:pt x="99540" y="42393"/>
                    <a:pt x="92258" y="49615"/>
                    <a:pt x="83276" y="49615"/>
                  </a:cubicBezTo>
                  <a:lnTo>
                    <a:pt x="45704" y="49615"/>
                  </a:lnTo>
                  <a:lnTo>
                    <a:pt x="20279" y="69216"/>
                  </a:lnTo>
                  <a:cubicBezTo>
                    <a:pt x="19180" y="70043"/>
                    <a:pt x="17848" y="70507"/>
                    <a:pt x="16470" y="70543"/>
                  </a:cubicBezTo>
                  <a:close/>
                  <a:moveTo>
                    <a:pt x="16470" y="12353"/>
                  </a:moveTo>
                  <a:cubicBezTo>
                    <a:pt x="14367" y="12352"/>
                    <a:pt x="12661" y="14042"/>
                    <a:pt x="12660" y="16129"/>
                  </a:cubicBezTo>
                  <a:cubicBezTo>
                    <a:pt x="12660" y="16163"/>
                    <a:pt x="12660" y="16198"/>
                    <a:pt x="12661" y="16232"/>
                  </a:cubicBezTo>
                  <a:lnTo>
                    <a:pt x="12661" y="33485"/>
                  </a:lnTo>
                  <a:cubicBezTo>
                    <a:pt x="12661" y="35571"/>
                    <a:pt x="14367" y="37262"/>
                    <a:pt x="16470" y="37262"/>
                  </a:cubicBezTo>
                  <a:cubicBezTo>
                    <a:pt x="20031" y="37203"/>
                    <a:pt x="22995" y="39961"/>
                    <a:pt x="23161" y="43490"/>
                  </a:cubicBezTo>
                  <a:lnTo>
                    <a:pt x="23161" y="51657"/>
                  </a:lnTo>
                  <a:lnTo>
                    <a:pt x="40043" y="38589"/>
                  </a:lnTo>
                  <a:cubicBezTo>
                    <a:pt x="41122" y="37729"/>
                    <a:pt x="42466" y="37261"/>
                    <a:pt x="43851" y="37262"/>
                  </a:cubicBezTo>
                  <a:lnTo>
                    <a:pt x="83276" y="37262"/>
                  </a:lnTo>
                  <a:cubicBezTo>
                    <a:pt x="85357" y="37209"/>
                    <a:pt x="87031" y="35549"/>
                    <a:pt x="87085" y="33485"/>
                  </a:cubicBezTo>
                  <a:lnTo>
                    <a:pt x="87085" y="16232"/>
                  </a:lnTo>
                  <a:cubicBezTo>
                    <a:pt x="87085" y="14129"/>
                    <a:pt x="85396" y="12408"/>
                    <a:pt x="83276" y="12353"/>
                  </a:cubicBezTo>
                  <a:close/>
                </a:path>
              </a:pathLst>
            </a:custGeom>
            <a:grpFill/>
            <a:ln w="10277" cap="flat">
              <a:noFill/>
              <a:prstDash val="solid"/>
              <a:miter/>
            </a:ln>
          </p:spPr>
          <p:txBody>
            <a:bodyPr rtlCol="0" anchor="ctr"/>
            <a:lstStyle/>
            <a:p>
              <a:endParaRPr lang="en-EG"/>
            </a:p>
          </p:txBody>
        </p:sp>
        <p:sp>
          <p:nvSpPr>
            <p:cNvPr id="528" name="Freeform 100">
              <a:extLst>
                <a:ext uri="{FF2B5EF4-FFF2-40B4-BE49-F238E27FC236}">
                  <a16:creationId xmlns:a16="http://schemas.microsoft.com/office/drawing/2014/main" id="{1E685945-B128-07BA-CA03-A6C912C81ED7}"/>
                </a:ext>
              </a:extLst>
            </p:cNvPr>
            <p:cNvSpPr/>
            <p:nvPr/>
          </p:nvSpPr>
          <p:spPr>
            <a:xfrm>
              <a:off x="6247524" y="2099301"/>
              <a:ext cx="10087" cy="10004"/>
            </a:xfrm>
            <a:custGeom>
              <a:avLst/>
              <a:gdLst>
                <a:gd name="connsiteX0" fmla="*/ 10088 w 10087"/>
                <a:gd name="connsiteY0" fmla="*/ 5002 h 10004"/>
                <a:gd name="connsiteX1" fmla="*/ 5044 w 10087"/>
                <a:gd name="connsiteY1" fmla="*/ 10005 h 10004"/>
                <a:gd name="connsiteX2" fmla="*/ 0 w 10087"/>
                <a:gd name="connsiteY2" fmla="*/ 5002 h 10004"/>
                <a:gd name="connsiteX3" fmla="*/ 5044 w 10087"/>
                <a:gd name="connsiteY3" fmla="*/ 0 h 10004"/>
                <a:gd name="connsiteX4" fmla="*/ 10088 w 10087"/>
                <a:gd name="connsiteY4" fmla="*/ 5002 h 1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7" h="10004">
                  <a:moveTo>
                    <a:pt x="10088" y="5002"/>
                  </a:moveTo>
                  <a:cubicBezTo>
                    <a:pt x="10088" y="7765"/>
                    <a:pt x="7830" y="10005"/>
                    <a:pt x="5044" y="10005"/>
                  </a:cubicBezTo>
                  <a:cubicBezTo>
                    <a:pt x="2258" y="10005"/>
                    <a:pt x="0" y="7765"/>
                    <a:pt x="0" y="5002"/>
                  </a:cubicBezTo>
                  <a:cubicBezTo>
                    <a:pt x="0" y="2240"/>
                    <a:pt x="2258" y="0"/>
                    <a:pt x="5044" y="0"/>
                  </a:cubicBezTo>
                  <a:cubicBezTo>
                    <a:pt x="7830" y="0"/>
                    <a:pt x="10088" y="2240"/>
                    <a:pt x="10088" y="5002"/>
                  </a:cubicBezTo>
                  <a:close/>
                </a:path>
              </a:pathLst>
            </a:custGeom>
            <a:grpFill/>
            <a:ln w="10277" cap="flat">
              <a:noFill/>
              <a:prstDash val="solid"/>
              <a:miter/>
            </a:ln>
          </p:spPr>
          <p:txBody>
            <a:bodyPr rtlCol="0" anchor="ctr"/>
            <a:lstStyle/>
            <a:p>
              <a:endParaRPr lang="en-EG"/>
            </a:p>
          </p:txBody>
        </p:sp>
        <p:sp>
          <p:nvSpPr>
            <p:cNvPr id="529" name="Freeform 101">
              <a:extLst>
                <a:ext uri="{FF2B5EF4-FFF2-40B4-BE49-F238E27FC236}">
                  <a16:creationId xmlns:a16="http://schemas.microsoft.com/office/drawing/2014/main" id="{FE64BA84-F76C-5F0A-F843-BDC6AAA200B5}"/>
                </a:ext>
              </a:extLst>
            </p:cNvPr>
            <p:cNvSpPr/>
            <p:nvPr/>
          </p:nvSpPr>
          <p:spPr>
            <a:xfrm>
              <a:off x="6263171" y="2099301"/>
              <a:ext cx="10087" cy="10004"/>
            </a:xfrm>
            <a:custGeom>
              <a:avLst/>
              <a:gdLst>
                <a:gd name="connsiteX0" fmla="*/ 10088 w 10087"/>
                <a:gd name="connsiteY0" fmla="*/ 5002 h 10004"/>
                <a:gd name="connsiteX1" fmla="*/ 5044 w 10087"/>
                <a:gd name="connsiteY1" fmla="*/ 10005 h 10004"/>
                <a:gd name="connsiteX2" fmla="*/ 0 w 10087"/>
                <a:gd name="connsiteY2" fmla="*/ 5002 h 10004"/>
                <a:gd name="connsiteX3" fmla="*/ 5044 w 10087"/>
                <a:gd name="connsiteY3" fmla="*/ 0 h 10004"/>
                <a:gd name="connsiteX4" fmla="*/ 10088 w 10087"/>
                <a:gd name="connsiteY4" fmla="*/ 5002 h 1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7" h="10004">
                  <a:moveTo>
                    <a:pt x="10088" y="5002"/>
                  </a:moveTo>
                  <a:cubicBezTo>
                    <a:pt x="10088" y="7765"/>
                    <a:pt x="7830" y="10005"/>
                    <a:pt x="5044" y="10005"/>
                  </a:cubicBezTo>
                  <a:cubicBezTo>
                    <a:pt x="2258" y="10005"/>
                    <a:pt x="0" y="7765"/>
                    <a:pt x="0" y="5002"/>
                  </a:cubicBezTo>
                  <a:cubicBezTo>
                    <a:pt x="0" y="2240"/>
                    <a:pt x="2258" y="0"/>
                    <a:pt x="5044" y="0"/>
                  </a:cubicBezTo>
                  <a:cubicBezTo>
                    <a:pt x="7830" y="0"/>
                    <a:pt x="10088" y="2240"/>
                    <a:pt x="10088" y="5002"/>
                  </a:cubicBezTo>
                  <a:close/>
                </a:path>
              </a:pathLst>
            </a:custGeom>
            <a:grpFill/>
            <a:ln w="10277" cap="flat">
              <a:noFill/>
              <a:prstDash val="solid"/>
              <a:miter/>
            </a:ln>
          </p:spPr>
          <p:txBody>
            <a:bodyPr rtlCol="0" anchor="ctr"/>
            <a:lstStyle/>
            <a:p>
              <a:endParaRPr lang="en-EG"/>
            </a:p>
          </p:txBody>
        </p:sp>
        <p:sp>
          <p:nvSpPr>
            <p:cNvPr id="530" name="Freeform 102">
              <a:extLst>
                <a:ext uri="{FF2B5EF4-FFF2-40B4-BE49-F238E27FC236}">
                  <a16:creationId xmlns:a16="http://schemas.microsoft.com/office/drawing/2014/main" id="{1AA8AE22-8E1D-A79D-8618-1494318CB0EE}"/>
                </a:ext>
              </a:extLst>
            </p:cNvPr>
            <p:cNvSpPr/>
            <p:nvPr/>
          </p:nvSpPr>
          <p:spPr>
            <a:xfrm>
              <a:off x="6279230" y="2099300"/>
              <a:ext cx="10293" cy="10208"/>
            </a:xfrm>
            <a:custGeom>
              <a:avLst/>
              <a:gdLst>
                <a:gd name="connsiteX0" fmla="*/ 10293 w 10293"/>
                <a:gd name="connsiteY0" fmla="*/ 5003 h 10208"/>
                <a:gd name="connsiteX1" fmla="*/ 5249 w 10293"/>
                <a:gd name="connsiteY1" fmla="*/ 10208 h 10208"/>
                <a:gd name="connsiteX2" fmla="*/ 1 w 10293"/>
                <a:gd name="connsiteY2" fmla="*/ 5206 h 10208"/>
                <a:gd name="connsiteX3" fmla="*/ 5045 w 10293"/>
                <a:gd name="connsiteY3" fmla="*/ 1 h 10208"/>
                <a:gd name="connsiteX4" fmla="*/ 5249 w 10293"/>
                <a:gd name="connsiteY4" fmla="*/ 1 h 10208"/>
                <a:gd name="connsiteX5" fmla="*/ 10293 w 10293"/>
                <a:gd name="connsiteY5" fmla="*/ 5003 h 10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93" h="10208">
                  <a:moveTo>
                    <a:pt x="10293" y="5003"/>
                  </a:moveTo>
                  <a:cubicBezTo>
                    <a:pt x="10349" y="7822"/>
                    <a:pt x="8091" y="10152"/>
                    <a:pt x="5249" y="10208"/>
                  </a:cubicBezTo>
                  <a:cubicBezTo>
                    <a:pt x="2407" y="10264"/>
                    <a:pt x="57" y="8024"/>
                    <a:pt x="1" y="5206"/>
                  </a:cubicBezTo>
                  <a:cubicBezTo>
                    <a:pt x="-55" y="2387"/>
                    <a:pt x="2203" y="57"/>
                    <a:pt x="5045" y="1"/>
                  </a:cubicBezTo>
                  <a:cubicBezTo>
                    <a:pt x="5113" y="0"/>
                    <a:pt x="5181" y="0"/>
                    <a:pt x="5249" y="1"/>
                  </a:cubicBezTo>
                  <a:cubicBezTo>
                    <a:pt x="8034" y="1"/>
                    <a:pt x="10293" y="2241"/>
                    <a:pt x="10293" y="5003"/>
                  </a:cubicBezTo>
                  <a:close/>
                </a:path>
              </a:pathLst>
            </a:custGeom>
            <a:grpFill/>
            <a:ln w="10277" cap="flat">
              <a:noFill/>
              <a:prstDash val="solid"/>
              <a:miter/>
            </a:ln>
          </p:spPr>
          <p:txBody>
            <a:bodyPr rtlCol="0" anchor="ctr"/>
            <a:lstStyle/>
            <a:p>
              <a:endParaRPr lang="en-EG"/>
            </a:p>
          </p:txBody>
        </p:sp>
        <p:sp>
          <p:nvSpPr>
            <p:cNvPr id="531" name="Freeform 103">
              <a:extLst>
                <a:ext uri="{FF2B5EF4-FFF2-40B4-BE49-F238E27FC236}">
                  <a16:creationId xmlns:a16="http://schemas.microsoft.com/office/drawing/2014/main" id="{B013C9A1-1108-E4E5-A645-C52E888FE3F3}"/>
                </a:ext>
              </a:extLst>
            </p:cNvPr>
            <p:cNvSpPr/>
            <p:nvPr/>
          </p:nvSpPr>
          <p:spPr>
            <a:xfrm>
              <a:off x="6329874" y="2051320"/>
              <a:ext cx="99539" cy="70543"/>
            </a:xfrm>
            <a:custGeom>
              <a:avLst/>
              <a:gdLst>
                <a:gd name="connsiteX0" fmla="*/ 83173 w 99539"/>
                <a:gd name="connsiteY0" fmla="*/ 70543 h 70543"/>
                <a:gd name="connsiteX1" fmla="*/ 79364 w 99539"/>
                <a:gd name="connsiteY1" fmla="*/ 69216 h 70543"/>
                <a:gd name="connsiteX2" fmla="*/ 53836 w 99539"/>
                <a:gd name="connsiteY2" fmla="*/ 49717 h 70543"/>
                <a:gd name="connsiteX3" fmla="*/ 16367 w 99539"/>
                <a:gd name="connsiteY3" fmla="*/ 49717 h 70543"/>
                <a:gd name="connsiteX4" fmla="*/ 0 w 99539"/>
                <a:gd name="connsiteY4" fmla="*/ 33485 h 70543"/>
                <a:gd name="connsiteX5" fmla="*/ 0 w 99539"/>
                <a:gd name="connsiteY5" fmla="*/ 16232 h 70543"/>
                <a:gd name="connsiteX6" fmla="*/ 16367 w 99539"/>
                <a:gd name="connsiteY6" fmla="*/ 0 h 70543"/>
                <a:gd name="connsiteX7" fmla="*/ 83173 w 99539"/>
                <a:gd name="connsiteY7" fmla="*/ 0 h 70543"/>
                <a:gd name="connsiteX8" fmla="*/ 99540 w 99539"/>
                <a:gd name="connsiteY8" fmla="*/ 16232 h 70543"/>
                <a:gd name="connsiteX9" fmla="*/ 99540 w 99539"/>
                <a:gd name="connsiteY9" fmla="*/ 33485 h 70543"/>
                <a:gd name="connsiteX10" fmla="*/ 89246 w 99539"/>
                <a:gd name="connsiteY10" fmla="*/ 48594 h 70543"/>
                <a:gd name="connsiteX11" fmla="*/ 89246 w 99539"/>
                <a:gd name="connsiteY11" fmla="*/ 64316 h 70543"/>
                <a:gd name="connsiteX12" fmla="*/ 85746 w 99539"/>
                <a:gd name="connsiteY12" fmla="*/ 69931 h 70543"/>
                <a:gd name="connsiteX13" fmla="*/ 83173 w 99539"/>
                <a:gd name="connsiteY13" fmla="*/ 70543 h 70543"/>
                <a:gd name="connsiteX14" fmla="*/ 16470 w 99539"/>
                <a:gd name="connsiteY14" fmla="*/ 12353 h 70543"/>
                <a:gd name="connsiteX15" fmla="*/ 12558 w 99539"/>
                <a:gd name="connsiteY15" fmla="*/ 16232 h 70543"/>
                <a:gd name="connsiteX16" fmla="*/ 12558 w 99539"/>
                <a:gd name="connsiteY16" fmla="*/ 33485 h 70543"/>
                <a:gd name="connsiteX17" fmla="*/ 16470 w 99539"/>
                <a:gd name="connsiteY17" fmla="*/ 37364 h 70543"/>
                <a:gd name="connsiteX18" fmla="*/ 56101 w 99539"/>
                <a:gd name="connsiteY18" fmla="*/ 37364 h 70543"/>
                <a:gd name="connsiteX19" fmla="*/ 59909 w 99539"/>
                <a:gd name="connsiteY19" fmla="*/ 38589 h 70543"/>
                <a:gd name="connsiteX20" fmla="*/ 76894 w 99539"/>
                <a:gd name="connsiteY20" fmla="*/ 51759 h 70543"/>
                <a:gd name="connsiteX21" fmla="*/ 76894 w 99539"/>
                <a:gd name="connsiteY21" fmla="*/ 43490 h 70543"/>
                <a:gd name="connsiteX22" fmla="*/ 83069 w 99539"/>
                <a:gd name="connsiteY22" fmla="*/ 37364 h 70543"/>
                <a:gd name="connsiteX23" fmla="*/ 83173 w 99539"/>
                <a:gd name="connsiteY23" fmla="*/ 37364 h 70543"/>
                <a:gd name="connsiteX24" fmla="*/ 87485 w 99539"/>
                <a:gd name="connsiteY24" fmla="*/ 33702 h 70543"/>
                <a:gd name="connsiteX25" fmla="*/ 87496 w 99539"/>
                <a:gd name="connsiteY25" fmla="*/ 33485 h 70543"/>
                <a:gd name="connsiteX26" fmla="*/ 87496 w 99539"/>
                <a:gd name="connsiteY26" fmla="*/ 16232 h 70543"/>
                <a:gd name="connsiteX27" fmla="*/ 83607 w 99539"/>
                <a:gd name="connsiteY27" fmla="*/ 12331 h 70543"/>
                <a:gd name="connsiteX28" fmla="*/ 83173 w 99539"/>
                <a:gd name="connsiteY28" fmla="*/ 12353 h 7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9539" h="70543">
                  <a:moveTo>
                    <a:pt x="83173" y="70543"/>
                  </a:moveTo>
                  <a:cubicBezTo>
                    <a:pt x="81787" y="70553"/>
                    <a:pt x="80440" y="70084"/>
                    <a:pt x="79364" y="69216"/>
                  </a:cubicBezTo>
                  <a:lnTo>
                    <a:pt x="53836" y="49717"/>
                  </a:lnTo>
                  <a:lnTo>
                    <a:pt x="16367" y="49717"/>
                  </a:lnTo>
                  <a:cubicBezTo>
                    <a:pt x="7328" y="49717"/>
                    <a:pt x="0" y="42450"/>
                    <a:pt x="0" y="33485"/>
                  </a:cubicBezTo>
                  <a:lnTo>
                    <a:pt x="0" y="16232"/>
                  </a:lnTo>
                  <a:cubicBezTo>
                    <a:pt x="0" y="7267"/>
                    <a:pt x="7328" y="0"/>
                    <a:pt x="16367" y="0"/>
                  </a:cubicBezTo>
                  <a:lnTo>
                    <a:pt x="83173" y="0"/>
                  </a:lnTo>
                  <a:cubicBezTo>
                    <a:pt x="92212" y="0"/>
                    <a:pt x="99540" y="7267"/>
                    <a:pt x="99540" y="16232"/>
                  </a:cubicBezTo>
                  <a:lnTo>
                    <a:pt x="99540" y="33485"/>
                  </a:lnTo>
                  <a:cubicBezTo>
                    <a:pt x="99526" y="40129"/>
                    <a:pt x="95456" y="46103"/>
                    <a:pt x="89246" y="48594"/>
                  </a:cubicBezTo>
                  <a:lnTo>
                    <a:pt x="89246" y="64316"/>
                  </a:lnTo>
                  <a:cubicBezTo>
                    <a:pt x="89234" y="66690"/>
                    <a:pt x="87883" y="68858"/>
                    <a:pt x="85746" y="69931"/>
                  </a:cubicBezTo>
                  <a:cubicBezTo>
                    <a:pt x="84937" y="70300"/>
                    <a:pt x="84063" y="70508"/>
                    <a:pt x="83173" y="70543"/>
                  </a:cubicBezTo>
                  <a:close/>
                  <a:moveTo>
                    <a:pt x="16470" y="12353"/>
                  </a:moveTo>
                  <a:cubicBezTo>
                    <a:pt x="14310" y="12353"/>
                    <a:pt x="12558" y="14090"/>
                    <a:pt x="12558" y="16232"/>
                  </a:cubicBezTo>
                  <a:lnTo>
                    <a:pt x="12558" y="33485"/>
                  </a:lnTo>
                  <a:cubicBezTo>
                    <a:pt x="12558" y="35628"/>
                    <a:pt x="14310" y="37364"/>
                    <a:pt x="16470" y="37364"/>
                  </a:cubicBezTo>
                  <a:lnTo>
                    <a:pt x="56101" y="37364"/>
                  </a:lnTo>
                  <a:cubicBezTo>
                    <a:pt x="57473" y="37334"/>
                    <a:pt x="58816" y="37766"/>
                    <a:pt x="59909" y="38589"/>
                  </a:cubicBezTo>
                  <a:lnTo>
                    <a:pt x="76894" y="51759"/>
                  </a:lnTo>
                  <a:lnTo>
                    <a:pt x="76894" y="43490"/>
                  </a:lnTo>
                  <a:cubicBezTo>
                    <a:pt x="76893" y="40107"/>
                    <a:pt x="79658" y="37364"/>
                    <a:pt x="83069" y="37364"/>
                  </a:cubicBezTo>
                  <a:cubicBezTo>
                    <a:pt x="83104" y="37364"/>
                    <a:pt x="83138" y="37364"/>
                    <a:pt x="83173" y="37364"/>
                  </a:cubicBezTo>
                  <a:cubicBezTo>
                    <a:pt x="85384" y="37534"/>
                    <a:pt x="87314" y="35894"/>
                    <a:pt x="87485" y="33702"/>
                  </a:cubicBezTo>
                  <a:cubicBezTo>
                    <a:pt x="87491" y="33630"/>
                    <a:pt x="87495" y="33557"/>
                    <a:pt x="87496" y="33485"/>
                  </a:cubicBezTo>
                  <a:lnTo>
                    <a:pt x="87496" y="16232"/>
                  </a:lnTo>
                  <a:cubicBezTo>
                    <a:pt x="87508" y="14090"/>
                    <a:pt x="85767" y="12343"/>
                    <a:pt x="83607" y="12331"/>
                  </a:cubicBezTo>
                  <a:cubicBezTo>
                    <a:pt x="83462" y="12330"/>
                    <a:pt x="83317" y="12338"/>
                    <a:pt x="83173" y="12353"/>
                  </a:cubicBezTo>
                  <a:close/>
                </a:path>
              </a:pathLst>
            </a:custGeom>
            <a:grpFill/>
            <a:ln w="10277" cap="flat">
              <a:noFill/>
              <a:prstDash val="solid"/>
              <a:miter/>
            </a:ln>
          </p:spPr>
          <p:txBody>
            <a:bodyPr rtlCol="0" anchor="ctr"/>
            <a:lstStyle/>
            <a:p>
              <a:endParaRPr lang="en-EG"/>
            </a:p>
          </p:txBody>
        </p:sp>
        <p:sp>
          <p:nvSpPr>
            <p:cNvPr id="532" name="Freeform 104">
              <a:extLst>
                <a:ext uri="{FF2B5EF4-FFF2-40B4-BE49-F238E27FC236}">
                  <a16:creationId xmlns:a16="http://schemas.microsoft.com/office/drawing/2014/main" id="{9ECE7635-EDAB-6771-98B4-C58B5B945381}"/>
                </a:ext>
              </a:extLst>
            </p:cNvPr>
            <p:cNvSpPr/>
            <p:nvPr/>
          </p:nvSpPr>
          <p:spPr>
            <a:xfrm>
              <a:off x="6390401" y="2072146"/>
              <a:ext cx="10087" cy="10004"/>
            </a:xfrm>
            <a:custGeom>
              <a:avLst/>
              <a:gdLst>
                <a:gd name="connsiteX0" fmla="*/ 10088 w 10087"/>
                <a:gd name="connsiteY0" fmla="*/ 5002 h 10004"/>
                <a:gd name="connsiteX1" fmla="*/ 5044 w 10087"/>
                <a:gd name="connsiteY1" fmla="*/ 10005 h 10004"/>
                <a:gd name="connsiteX2" fmla="*/ 0 w 10087"/>
                <a:gd name="connsiteY2" fmla="*/ 5002 h 10004"/>
                <a:gd name="connsiteX3" fmla="*/ 5044 w 10087"/>
                <a:gd name="connsiteY3" fmla="*/ 0 h 10004"/>
                <a:gd name="connsiteX4" fmla="*/ 10088 w 10087"/>
                <a:gd name="connsiteY4" fmla="*/ 5002 h 1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7" h="10004">
                  <a:moveTo>
                    <a:pt x="10088" y="5002"/>
                  </a:moveTo>
                  <a:cubicBezTo>
                    <a:pt x="10088" y="7765"/>
                    <a:pt x="7830" y="10005"/>
                    <a:pt x="5044" y="10005"/>
                  </a:cubicBezTo>
                  <a:cubicBezTo>
                    <a:pt x="2258" y="10005"/>
                    <a:pt x="0" y="7765"/>
                    <a:pt x="0" y="5002"/>
                  </a:cubicBezTo>
                  <a:cubicBezTo>
                    <a:pt x="0" y="2240"/>
                    <a:pt x="2258" y="0"/>
                    <a:pt x="5044" y="0"/>
                  </a:cubicBezTo>
                  <a:cubicBezTo>
                    <a:pt x="7830" y="0"/>
                    <a:pt x="10088" y="2240"/>
                    <a:pt x="10088" y="5002"/>
                  </a:cubicBezTo>
                  <a:close/>
                </a:path>
              </a:pathLst>
            </a:custGeom>
            <a:grpFill/>
            <a:ln w="10277" cap="flat">
              <a:noFill/>
              <a:prstDash val="solid"/>
              <a:miter/>
            </a:ln>
          </p:spPr>
          <p:txBody>
            <a:bodyPr rtlCol="0" anchor="ctr"/>
            <a:lstStyle/>
            <a:p>
              <a:endParaRPr lang="en-EG"/>
            </a:p>
          </p:txBody>
        </p:sp>
        <p:sp>
          <p:nvSpPr>
            <p:cNvPr id="533" name="Freeform 105">
              <a:extLst>
                <a:ext uri="{FF2B5EF4-FFF2-40B4-BE49-F238E27FC236}">
                  <a16:creationId xmlns:a16="http://schemas.microsoft.com/office/drawing/2014/main" id="{FD759CFC-437C-63AD-613E-149615B5CFA1}"/>
                </a:ext>
              </a:extLst>
            </p:cNvPr>
            <p:cNvSpPr/>
            <p:nvPr/>
          </p:nvSpPr>
          <p:spPr>
            <a:xfrm>
              <a:off x="6374737" y="2071737"/>
              <a:ext cx="10088" cy="10004"/>
            </a:xfrm>
            <a:custGeom>
              <a:avLst/>
              <a:gdLst>
                <a:gd name="connsiteX0" fmla="*/ 17 w 10088"/>
                <a:gd name="connsiteY0" fmla="*/ 5411 h 10004"/>
                <a:gd name="connsiteX1" fmla="*/ 5456 w 10088"/>
                <a:gd name="connsiteY1" fmla="*/ 9988 h 10004"/>
                <a:gd name="connsiteX2" fmla="*/ 10071 w 10088"/>
                <a:gd name="connsiteY2" fmla="*/ 4594 h 10004"/>
                <a:gd name="connsiteX3" fmla="*/ 5061 w 10088"/>
                <a:gd name="connsiteY3" fmla="*/ 0 h 10004"/>
                <a:gd name="connsiteX4" fmla="*/ 0 w 10088"/>
                <a:gd name="connsiteY4" fmla="*/ 4986 h 10004"/>
                <a:gd name="connsiteX5" fmla="*/ 17 w 10088"/>
                <a:gd name="connsiteY5" fmla="*/ 5411 h 1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88" h="10004">
                  <a:moveTo>
                    <a:pt x="17" y="5411"/>
                  </a:moveTo>
                  <a:cubicBezTo>
                    <a:pt x="244" y="8164"/>
                    <a:pt x="2679" y="10214"/>
                    <a:pt x="5456" y="9988"/>
                  </a:cubicBezTo>
                  <a:cubicBezTo>
                    <a:pt x="8232" y="9762"/>
                    <a:pt x="10298" y="7347"/>
                    <a:pt x="10071" y="4594"/>
                  </a:cubicBezTo>
                  <a:cubicBezTo>
                    <a:pt x="9857" y="2005"/>
                    <a:pt x="7680" y="9"/>
                    <a:pt x="5061" y="0"/>
                  </a:cubicBezTo>
                  <a:cubicBezTo>
                    <a:pt x="2275" y="-9"/>
                    <a:pt x="9" y="2223"/>
                    <a:pt x="0" y="4986"/>
                  </a:cubicBezTo>
                  <a:cubicBezTo>
                    <a:pt x="0" y="5128"/>
                    <a:pt x="5" y="5269"/>
                    <a:pt x="17" y="5411"/>
                  </a:cubicBezTo>
                  <a:close/>
                </a:path>
              </a:pathLst>
            </a:custGeom>
            <a:grpFill/>
            <a:ln w="10277" cap="flat">
              <a:noFill/>
              <a:prstDash val="solid"/>
              <a:miter/>
            </a:ln>
          </p:spPr>
          <p:txBody>
            <a:bodyPr rtlCol="0" anchor="ctr"/>
            <a:lstStyle/>
            <a:p>
              <a:endParaRPr lang="en-EG"/>
            </a:p>
          </p:txBody>
        </p:sp>
        <p:sp>
          <p:nvSpPr>
            <p:cNvPr id="534" name="Freeform 106">
              <a:extLst>
                <a:ext uri="{FF2B5EF4-FFF2-40B4-BE49-F238E27FC236}">
                  <a16:creationId xmlns:a16="http://schemas.microsoft.com/office/drawing/2014/main" id="{B7EF295D-D723-FE13-A2A7-8784DE89327B}"/>
                </a:ext>
              </a:extLst>
            </p:cNvPr>
            <p:cNvSpPr/>
            <p:nvPr/>
          </p:nvSpPr>
          <p:spPr>
            <a:xfrm>
              <a:off x="6359005" y="2072146"/>
              <a:ext cx="10087" cy="10004"/>
            </a:xfrm>
            <a:custGeom>
              <a:avLst/>
              <a:gdLst>
                <a:gd name="connsiteX0" fmla="*/ 10088 w 10087"/>
                <a:gd name="connsiteY0" fmla="*/ 5002 h 10004"/>
                <a:gd name="connsiteX1" fmla="*/ 5044 w 10087"/>
                <a:gd name="connsiteY1" fmla="*/ 10005 h 10004"/>
                <a:gd name="connsiteX2" fmla="*/ 0 w 10087"/>
                <a:gd name="connsiteY2" fmla="*/ 5002 h 10004"/>
                <a:gd name="connsiteX3" fmla="*/ 5044 w 10087"/>
                <a:gd name="connsiteY3" fmla="*/ 0 h 10004"/>
                <a:gd name="connsiteX4" fmla="*/ 10088 w 10087"/>
                <a:gd name="connsiteY4" fmla="*/ 5002 h 1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7" h="10004">
                  <a:moveTo>
                    <a:pt x="10088" y="5002"/>
                  </a:moveTo>
                  <a:cubicBezTo>
                    <a:pt x="10088" y="7765"/>
                    <a:pt x="7830" y="10005"/>
                    <a:pt x="5044" y="10005"/>
                  </a:cubicBezTo>
                  <a:cubicBezTo>
                    <a:pt x="2258" y="10005"/>
                    <a:pt x="0" y="7765"/>
                    <a:pt x="0" y="5002"/>
                  </a:cubicBezTo>
                  <a:cubicBezTo>
                    <a:pt x="0" y="2240"/>
                    <a:pt x="2258" y="0"/>
                    <a:pt x="5044" y="0"/>
                  </a:cubicBezTo>
                  <a:cubicBezTo>
                    <a:pt x="7830" y="0"/>
                    <a:pt x="10088" y="2240"/>
                    <a:pt x="10088" y="5002"/>
                  </a:cubicBezTo>
                  <a:close/>
                </a:path>
              </a:pathLst>
            </a:custGeom>
            <a:grpFill/>
            <a:ln w="10277" cap="flat">
              <a:noFill/>
              <a:prstDash val="solid"/>
              <a:miter/>
            </a:ln>
          </p:spPr>
          <p:txBody>
            <a:bodyPr rtlCol="0" anchor="ctr"/>
            <a:lstStyle/>
            <a:p>
              <a:endParaRPr lang="en-EG"/>
            </a:p>
          </p:txBody>
        </p:sp>
      </p:grpSp>
      <p:grpSp>
        <p:nvGrpSpPr>
          <p:cNvPr id="535" name="Graphic 80">
            <a:extLst>
              <a:ext uri="{FF2B5EF4-FFF2-40B4-BE49-F238E27FC236}">
                <a16:creationId xmlns:a16="http://schemas.microsoft.com/office/drawing/2014/main" id="{8893FB27-F8B5-F0E4-E6FC-85F331B21E8C}"/>
              </a:ext>
            </a:extLst>
          </p:cNvPr>
          <p:cNvGrpSpPr>
            <a:grpSpLocks noChangeAspect="1"/>
          </p:cNvGrpSpPr>
          <p:nvPr/>
        </p:nvGrpSpPr>
        <p:grpSpPr>
          <a:xfrm>
            <a:off x="7578944" y="3386279"/>
            <a:ext cx="249147" cy="372348"/>
            <a:chOff x="6163008" y="1995439"/>
            <a:chExt cx="249147" cy="372348"/>
          </a:xfrm>
          <a:solidFill>
            <a:srgbClr val="FFFFFF"/>
          </a:solidFill>
        </p:grpSpPr>
        <p:sp>
          <p:nvSpPr>
            <p:cNvPr id="536" name="Freeform 108">
              <a:extLst>
                <a:ext uri="{FF2B5EF4-FFF2-40B4-BE49-F238E27FC236}">
                  <a16:creationId xmlns:a16="http://schemas.microsoft.com/office/drawing/2014/main" id="{FC3CA87C-AF5A-9686-5F15-AF35006C5F08}"/>
                </a:ext>
              </a:extLst>
            </p:cNvPr>
            <p:cNvSpPr/>
            <p:nvPr/>
          </p:nvSpPr>
          <p:spPr>
            <a:xfrm>
              <a:off x="6195357" y="1995439"/>
              <a:ext cx="185111" cy="44753"/>
            </a:xfrm>
            <a:custGeom>
              <a:avLst/>
              <a:gdLst>
                <a:gd name="connsiteX0" fmla="*/ 164473 w 185111"/>
                <a:gd name="connsiteY0" fmla="*/ 44753 h 44753"/>
                <a:gd name="connsiteX1" fmla="*/ 20638 w 185111"/>
                <a:gd name="connsiteY1" fmla="*/ 44753 h 44753"/>
                <a:gd name="connsiteX2" fmla="*/ 51 w 185111"/>
                <a:gd name="connsiteY2" fmla="*/ 20865 h 44753"/>
                <a:gd name="connsiteX3" fmla="*/ 20638 w 185111"/>
                <a:gd name="connsiteY3" fmla="*/ 0 h 44753"/>
                <a:gd name="connsiteX4" fmla="*/ 164473 w 185111"/>
                <a:gd name="connsiteY4" fmla="*/ 0 h 44753"/>
                <a:gd name="connsiteX5" fmla="*/ 185061 w 185111"/>
                <a:gd name="connsiteY5" fmla="*/ 23888 h 44753"/>
                <a:gd name="connsiteX6" fmla="*/ 164473 w 185111"/>
                <a:gd name="connsiteY6" fmla="*/ 44753 h 44753"/>
                <a:gd name="connsiteX7" fmla="*/ 20638 w 185111"/>
                <a:gd name="connsiteY7" fmla="*/ 12335 h 44753"/>
                <a:gd name="connsiteX8" fmla="*/ 10580 w 185111"/>
                <a:gd name="connsiteY8" fmla="*/ 22529 h 44753"/>
                <a:gd name="connsiteX9" fmla="*/ 20638 w 185111"/>
                <a:gd name="connsiteY9" fmla="*/ 32724 h 44753"/>
                <a:gd name="connsiteX10" fmla="*/ 164473 w 185111"/>
                <a:gd name="connsiteY10" fmla="*/ 32724 h 44753"/>
                <a:gd name="connsiteX11" fmla="*/ 174532 w 185111"/>
                <a:gd name="connsiteY11" fmla="*/ 22529 h 44753"/>
                <a:gd name="connsiteX12" fmla="*/ 164473 w 185111"/>
                <a:gd name="connsiteY12" fmla="*/ 12335 h 44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5111" h="44753">
                  <a:moveTo>
                    <a:pt x="164473" y="44753"/>
                  </a:moveTo>
                  <a:lnTo>
                    <a:pt x="20638" y="44753"/>
                  </a:lnTo>
                  <a:cubicBezTo>
                    <a:pt x="8445" y="43918"/>
                    <a:pt x="-772" y="33224"/>
                    <a:pt x="51" y="20865"/>
                  </a:cubicBezTo>
                  <a:cubicBezTo>
                    <a:pt x="797" y="9670"/>
                    <a:pt x="9592" y="756"/>
                    <a:pt x="20638" y="0"/>
                  </a:cubicBezTo>
                  <a:lnTo>
                    <a:pt x="164473" y="0"/>
                  </a:lnTo>
                  <a:cubicBezTo>
                    <a:pt x="176667" y="835"/>
                    <a:pt x="185884" y="11530"/>
                    <a:pt x="185061" y="23888"/>
                  </a:cubicBezTo>
                  <a:cubicBezTo>
                    <a:pt x="184315" y="35083"/>
                    <a:pt x="175520" y="43997"/>
                    <a:pt x="164473" y="44753"/>
                  </a:cubicBezTo>
                  <a:close/>
                  <a:moveTo>
                    <a:pt x="20638" y="12335"/>
                  </a:moveTo>
                  <a:cubicBezTo>
                    <a:pt x="15083" y="12335"/>
                    <a:pt x="10580" y="16899"/>
                    <a:pt x="10580" y="22529"/>
                  </a:cubicBezTo>
                  <a:cubicBezTo>
                    <a:pt x="10580" y="28160"/>
                    <a:pt x="15083" y="32724"/>
                    <a:pt x="20638" y="32724"/>
                  </a:cubicBezTo>
                  <a:lnTo>
                    <a:pt x="164473" y="32724"/>
                  </a:lnTo>
                  <a:cubicBezTo>
                    <a:pt x="170029" y="32724"/>
                    <a:pt x="174532" y="28160"/>
                    <a:pt x="174532" y="22529"/>
                  </a:cubicBezTo>
                  <a:cubicBezTo>
                    <a:pt x="174532" y="16899"/>
                    <a:pt x="170029" y="12335"/>
                    <a:pt x="164473" y="12335"/>
                  </a:cubicBezTo>
                  <a:close/>
                </a:path>
              </a:pathLst>
            </a:custGeom>
            <a:grpFill/>
            <a:ln w="9906" cap="flat">
              <a:noFill/>
              <a:prstDash val="solid"/>
              <a:miter/>
            </a:ln>
          </p:spPr>
          <p:txBody>
            <a:bodyPr rtlCol="0" anchor="ctr"/>
            <a:lstStyle/>
            <a:p>
              <a:endParaRPr lang="en-EG"/>
            </a:p>
          </p:txBody>
        </p:sp>
        <p:sp>
          <p:nvSpPr>
            <p:cNvPr id="537" name="Freeform 109">
              <a:extLst>
                <a:ext uri="{FF2B5EF4-FFF2-40B4-BE49-F238E27FC236}">
                  <a16:creationId xmlns:a16="http://schemas.microsoft.com/office/drawing/2014/main" id="{C33ED2F5-62B0-6DA6-FF51-9771BF024320}"/>
                </a:ext>
              </a:extLst>
            </p:cNvPr>
            <p:cNvSpPr/>
            <p:nvPr/>
          </p:nvSpPr>
          <p:spPr>
            <a:xfrm>
              <a:off x="6195357" y="2322983"/>
              <a:ext cx="185111" cy="44753"/>
            </a:xfrm>
            <a:custGeom>
              <a:avLst/>
              <a:gdLst>
                <a:gd name="connsiteX0" fmla="*/ 164473 w 185111"/>
                <a:gd name="connsiteY0" fmla="*/ 44753 h 44753"/>
                <a:gd name="connsiteX1" fmla="*/ 20638 w 185111"/>
                <a:gd name="connsiteY1" fmla="*/ 44753 h 44753"/>
                <a:gd name="connsiteX2" fmla="*/ 51 w 185111"/>
                <a:gd name="connsiteY2" fmla="*/ 20865 h 44753"/>
                <a:gd name="connsiteX3" fmla="*/ 20638 w 185111"/>
                <a:gd name="connsiteY3" fmla="*/ 0 h 44753"/>
                <a:gd name="connsiteX4" fmla="*/ 164473 w 185111"/>
                <a:gd name="connsiteY4" fmla="*/ 0 h 44753"/>
                <a:gd name="connsiteX5" fmla="*/ 185061 w 185111"/>
                <a:gd name="connsiteY5" fmla="*/ 23888 h 44753"/>
                <a:gd name="connsiteX6" fmla="*/ 164473 w 185111"/>
                <a:gd name="connsiteY6" fmla="*/ 44753 h 44753"/>
                <a:gd name="connsiteX7" fmla="*/ 20638 w 185111"/>
                <a:gd name="connsiteY7" fmla="*/ 12335 h 44753"/>
                <a:gd name="connsiteX8" fmla="*/ 10580 w 185111"/>
                <a:gd name="connsiteY8" fmla="*/ 22529 h 44753"/>
                <a:gd name="connsiteX9" fmla="*/ 20638 w 185111"/>
                <a:gd name="connsiteY9" fmla="*/ 32724 h 44753"/>
                <a:gd name="connsiteX10" fmla="*/ 164473 w 185111"/>
                <a:gd name="connsiteY10" fmla="*/ 32724 h 44753"/>
                <a:gd name="connsiteX11" fmla="*/ 174532 w 185111"/>
                <a:gd name="connsiteY11" fmla="*/ 22529 h 44753"/>
                <a:gd name="connsiteX12" fmla="*/ 164473 w 185111"/>
                <a:gd name="connsiteY12" fmla="*/ 12335 h 44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5111" h="44753">
                  <a:moveTo>
                    <a:pt x="164473" y="44753"/>
                  </a:moveTo>
                  <a:lnTo>
                    <a:pt x="20638" y="44753"/>
                  </a:lnTo>
                  <a:cubicBezTo>
                    <a:pt x="8445" y="43918"/>
                    <a:pt x="-772" y="33224"/>
                    <a:pt x="51" y="20865"/>
                  </a:cubicBezTo>
                  <a:cubicBezTo>
                    <a:pt x="797" y="9670"/>
                    <a:pt x="9592" y="756"/>
                    <a:pt x="20638" y="0"/>
                  </a:cubicBezTo>
                  <a:lnTo>
                    <a:pt x="164473" y="0"/>
                  </a:lnTo>
                  <a:cubicBezTo>
                    <a:pt x="176667" y="835"/>
                    <a:pt x="185884" y="11530"/>
                    <a:pt x="185061" y="23888"/>
                  </a:cubicBezTo>
                  <a:cubicBezTo>
                    <a:pt x="184315" y="35083"/>
                    <a:pt x="175520" y="43997"/>
                    <a:pt x="164473" y="44753"/>
                  </a:cubicBezTo>
                  <a:close/>
                  <a:moveTo>
                    <a:pt x="20638" y="12335"/>
                  </a:moveTo>
                  <a:cubicBezTo>
                    <a:pt x="15083" y="12335"/>
                    <a:pt x="10580" y="16899"/>
                    <a:pt x="10580" y="22529"/>
                  </a:cubicBezTo>
                  <a:cubicBezTo>
                    <a:pt x="10580" y="28160"/>
                    <a:pt x="15083" y="32724"/>
                    <a:pt x="20638" y="32724"/>
                  </a:cubicBezTo>
                  <a:lnTo>
                    <a:pt x="164473" y="32724"/>
                  </a:lnTo>
                  <a:cubicBezTo>
                    <a:pt x="170029" y="32724"/>
                    <a:pt x="174532" y="28160"/>
                    <a:pt x="174532" y="22529"/>
                  </a:cubicBezTo>
                  <a:cubicBezTo>
                    <a:pt x="174532" y="16899"/>
                    <a:pt x="170029" y="12335"/>
                    <a:pt x="164473" y="12335"/>
                  </a:cubicBezTo>
                  <a:close/>
                </a:path>
              </a:pathLst>
            </a:custGeom>
            <a:grpFill/>
            <a:ln w="9906" cap="flat">
              <a:noFill/>
              <a:prstDash val="solid"/>
              <a:miter/>
            </a:ln>
          </p:spPr>
          <p:txBody>
            <a:bodyPr rtlCol="0" anchor="ctr"/>
            <a:lstStyle/>
            <a:p>
              <a:endParaRPr lang="en-EG"/>
            </a:p>
          </p:txBody>
        </p:sp>
        <p:sp>
          <p:nvSpPr>
            <p:cNvPr id="538" name="Freeform 110">
              <a:extLst>
                <a:ext uri="{FF2B5EF4-FFF2-40B4-BE49-F238E27FC236}">
                  <a16:creationId xmlns:a16="http://schemas.microsoft.com/office/drawing/2014/main" id="{49F679C7-ABB0-6F02-7C4C-DA60EDFB627A}"/>
                </a:ext>
              </a:extLst>
            </p:cNvPr>
            <p:cNvSpPr/>
            <p:nvPr/>
          </p:nvSpPr>
          <p:spPr>
            <a:xfrm>
              <a:off x="6209959" y="2027857"/>
              <a:ext cx="155906" cy="307460"/>
            </a:xfrm>
            <a:custGeom>
              <a:avLst/>
              <a:gdLst>
                <a:gd name="connsiteX0" fmla="*/ 149872 w 155906"/>
                <a:gd name="connsiteY0" fmla="*/ 307461 h 307460"/>
                <a:gd name="connsiteX1" fmla="*/ 6037 w 155906"/>
                <a:gd name="connsiteY1" fmla="*/ 307461 h 307460"/>
                <a:gd name="connsiteX2" fmla="*/ 2 w 155906"/>
                <a:gd name="connsiteY2" fmla="*/ 301344 h 307460"/>
                <a:gd name="connsiteX3" fmla="*/ 2 w 155906"/>
                <a:gd name="connsiteY3" fmla="*/ 261586 h 307460"/>
                <a:gd name="connsiteX4" fmla="*/ 20823 w 155906"/>
                <a:gd name="connsiteY4" fmla="*/ 191857 h 307460"/>
                <a:gd name="connsiteX5" fmla="*/ 36514 w 155906"/>
                <a:gd name="connsiteY5" fmla="*/ 168104 h 307460"/>
                <a:gd name="connsiteX6" fmla="*/ 36514 w 155906"/>
                <a:gd name="connsiteY6" fmla="*/ 138541 h 307460"/>
                <a:gd name="connsiteX7" fmla="*/ 20823 w 155906"/>
                <a:gd name="connsiteY7" fmla="*/ 115094 h 307460"/>
                <a:gd name="connsiteX8" fmla="*/ 2 w 155906"/>
                <a:gd name="connsiteY8" fmla="*/ 45874 h 307460"/>
                <a:gd name="connsiteX9" fmla="*/ 2 w 155906"/>
                <a:gd name="connsiteY9" fmla="*/ 6117 h 307460"/>
                <a:gd name="connsiteX10" fmla="*/ 6037 w 155906"/>
                <a:gd name="connsiteY10" fmla="*/ 0 h 307460"/>
                <a:gd name="connsiteX11" fmla="*/ 149872 w 155906"/>
                <a:gd name="connsiteY11" fmla="*/ 0 h 307460"/>
                <a:gd name="connsiteX12" fmla="*/ 155907 w 155906"/>
                <a:gd name="connsiteY12" fmla="*/ 6117 h 307460"/>
                <a:gd name="connsiteX13" fmla="*/ 155907 w 155906"/>
                <a:gd name="connsiteY13" fmla="*/ 45874 h 307460"/>
                <a:gd name="connsiteX14" fmla="*/ 134885 w 155906"/>
                <a:gd name="connsiteY14" fmla="*/ 115094 h 307460"/>
                <a:gd name="connsiteX15" fmla="*/ 119093 w 155906"/>
                <a:gd name="connsiteY15" fmla="*/ 138949 h 307460"/>
                <a:gd name="connsiteX16" fmla="*/ 119093 w 155906"/>
                <a:gd name="connsiteY16" fmla="*/ 168512 h 307460"/>
                <a:gd name="connsiteX17" fmla="*/ 134885 w 155906"/>
                <a:gd name="connsiteY17" fmla="*/ 191857 h 307460"/>
                <a:gd name="connsiteX18" fmla="*/ 155605 w 155906"/>
                <a:gd name="connsiteY18" fmla="*/ 261179 h 307460"/>
                <a:gd name="connsiteX19" fmla="*/ 155605 w 155906"/>
                <a:gd name="connsiteY19" fmla="*/ 300936 h 307460"/>
                <a:gd name="connsiteX20" fmla="*/ 149993 w 155906"/>
                <a:gd name="connsiteY20" fmla="*/ 307454 h 307460"/>
                <a:gd name="connsiteX21" fmla="*/ 149872 w 155906"/>
                <a:gd name="connsiteY21" fmla="*/ 307461 h 307460"/>
                <a:gd name="connsiteX22" fmla="*/ 12172 w 155906"/>
                <a:gd name="connsiteY22" fmla="*/ 295126 h 307460"/>
                <a:gd name="connsiteX23" fmla="*/ 143736 w 155906"/>
                <a:gd name="connsiteY23" fmla="*/ 295126 h 307460"/>
                <a:gd name="connsiteX24" fmla="*/ 143736 w 155906"/>
                <a:gd name="connsiteY24" fmla="*/ 261586 h 307460"/>
                <a:gd name="connsiteX25" fmla="*/ 124827 w 155906"/>
                <a:gd name="connsiteY25" fmla="*/ 199197 h 307460"/>
                <a:gd name="connsiteX26" fmla="*/ 109035 w 155906"/>
                <a:gd name="connsiteY26" fmla="*/ 175342 h 307460"/>
                <a:gd name="connsiteX27" fmla="*/ 109035 w 155906"/>
                <a:gd name="connsiteY27" fmla="*/ 132118 h 307460"/>
                <a:gd name="connsiteX28" fmla="*/ 124827 w 155906"/>
                <a:gd name="connsiteY28" fmla="*/ 108264 h 307460"/>
                <a:gd name="connsiteX29" fmla="*/ 143535 w 155906"/>
                <a:gd name="connsiteY29" fmla="*/ 45874 h 307460"/>
                <a:gd name="connsiteX30" fmla="*/ 143535 w 155906"/>
                <a:gd name="connsiteY30" fmla="*/ 12335 h 307460"/>
                <a:gd name="connsiteX31" fmla="*/ 12172 w 155906"/>
                <a:gd name="connsiteY31" fmla="*/ 12335 h 307460"/>
                <a:gd name="connsiteX32" fmla="*/ 12172 w 155906"/>
                <a:gd name="connsiteY32" fmla="*/ 45874 h 307460"/>
                <a:gd name="connsiteX33" fmla="*/ 30881 w 155906"/>
                <a:gd name="connsiteY33" fmla="*/ 108264 h 307460"/>
                <a:gd name="connsiteX34" fmla="*/ 46673 w 155906"/>
                <a:gd name="connsiteY34" fmla="*/ 132118 h 307460"/>
                <a:gd name="connsiteX35" fmla="*/ 46673 w 155906"/>
                <a:gd name="connsiteY35" fmla="*/ 175342 h 307460"/>
                <a:gd name="connsiteX36" fmla="*/ 30881 w 155906"/>
                <a:gd name="connsiteY36" fmla="*/ 199197 h 307460"/>
                <a:gd name="connsiteX37" fmla="*/ 12172 w 155906"/>
                <a:gd name="connsiteY37" fmla="*/ 261586 h 307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5906" h="307460">
                  <a:moveTo>
                    <a:pt x="149872" y="307461"/>
                  </a:moveTo>
                  <a:lnTo>
                    <a:pt x="6037" y="307461"/>
                  </a:lnTo>
                  <a:cubicBezTo>
                    <a:pt x="2704" y="307461"/>
                    <a:pt x="2" y="304722"/>
                    <a:pt x="2" y="301344"/>
                  </a:cubicBezTo>
                  <a:lnTo>
                    <a:pt x="2" y="261586"/>
                  </a:lnTo>
                  <a:cubicBezTo>
                    <a:pt x="-130" y="236751"/>
                    <a:pt x="7125" y="212451"/>
                    <a:pt x="20823" y="191857"/>
                  </a:cubicBezTo>
                  <a:lnTo>
                    <a:pt x="36514" y="168104"/>
                  </a:lnTo>
                  <a:cubicBezTo>
                    <a:pt x="42413" y="159157"/>
                    <a:pt x="42413" y="147489"/>
                    <a:pt x="36514" y="138541"/>
                  </a:cubicBezTo>
                  <a:lnTo>
                    <a:pt x="20823" y="115094"/>
                  </a:lnTo>
                  <a:cubicBezTo>
                    <a:pt x="7194" y="94658"/>
                    <a:pt x="-60" y="70541"/>
                    <a:pt x="2" y="45874"/>
                  </a:cubicBezTo>
                  <a:lnTo>
                    <a:pt x="2" y="6117"/>
                  </a:lnTo>
                  <a:cubicBezTo>
                    <a:pt x="2" y="2738"/>
                    <a:pt x="2704" y="0"/>
                    <a:pt x="6037" y="0"/>
                  </a:cubicBezTo>
                  <a:lnTo>
                    <a:pt x="149872" y="0"/>
                  </a:lnTo>
                  <a:cubicBezTo>
                    <a:pt x="153205" y="0"/>
                    <a:pt x="155907" y="2738"/>
                    <a:pt x="155907" y="6117"/>
                  </a:cubicBezTo>
                  <a:lnTo>
                    <a:pt x="155907" y="45874"/>
                  </a:lnTo>
                  <a:cubicBezTo>
                    <a:pt x="155867" y="70556"/>
                    <a:pt x="148546" y="94662"/>
                    <a:pt x="134885" y="115094"/>
                  </a:cubicBezTo>
                  <a:lnTo>
                    <a:pt x="119093" y="138949"/>
                  </a:lnTo>
                  <a:cubicBezTo>
                    <a:pt x="113194" y="147896"/>
                    <a:pt x="113194" y="159564"/>
                    <a:pt x="119093" y="168512"/>
                  </a:cubicBezTo>
                  <a:lnTo>
                    <a:pt x="134885" y="191857"/>
                  </a:lnTo>
                  <a:cubicBezTo>
                    <a:pt x="148430" y="212366"/>
                    <a:pt x="155644" y="236499"/>
                    <a:pt x="155605" y="261179"/>
                  </a:cubicBezTo>
                  <a:lnTo>
                    <a:pt x="155605" y="300936"/>
                  </a:lnTo>
                  <a:cubicBezTo>
                    <a:pt x="155831" y="304307"/>
                    <a:pt x="153319" y="307225"/>
                    <a:pt x="149993" y="307454"/>
                  </a:cubicBezTo>
                  <a:cubicBezTo>
                    <a:pt x="149953" y="307457"/>
                    <a:pt x="149912" y="307459"/>
                    <a:pt x="149872" y="307461"/>
                  </a:cubicBezTo>
                  <a:close/>
                  <a:moveTo>
                    <a:pt x="12172" y="295126"/>
                  </a:moveTo>
                  <a:lnTo>
                    <a:pt x="143736" y="295126"/>
                  </a:lnTo>
                  <a:lnTo>
                    <a:pt x="143736" y="261586"/>
                  </a:lnTo>
                  <a:cubicBezTo>
                    <a:pt x="143712" y="239344"/>
                    <a:pt x="137127" y="217617"/>
                    <a:pt x="124827" y="199197"/>
                  </a:cubicBezTo>
                  <a:lnTo>
                    <a:pt x="109035" y="175342"/>
                  </a:lnTo>
                  <a:cubicBezTo>
                    <a:pt x="100448" y="162249"/>
                    <a:pt x="100448" y="145212"/>
                    <a:pt x="109035" y="132118"/>
                  </a:cubicBezTo>
                  <a:lnTo>
                    <a:pt x="124827" y="108264"/>
                  </a:lnTo>
                  <a:cubicBezTo>
                    <a:pt x="137056" y="89821"/>
                    <a:pt x="143571" y="68095"/>
                    <a:pt x="143535" y="45874"/>
                  </a:cubicBezTo>
                  <a:lnTo>
                    <a:pt x="143535" y="12335"/>
                  </a:lnTo>
                  <a:lnTo>
                    <a:pt x="12172" y="12335"/>
                  </a:lnTo>
                  <a:lnTo>
                    <a:pt x="12172" y="45874"/>
                  </a:lnTo>
                  <a:cubicBezTo>
                    <a:pt x="12137" y="68095"/>
                    <a:pt x="18652" y="89821"/>
                    <a:pt x="30881" y="108264"/>
                  </a:cubicBezTo>
                  <a:lnTo>
                    <a:pt x="46673" y="132118"/>
                  </a:lnTo>
                  <a:cubicBezTo>
                    <a:pt x="55259" y="145212"/>
                    <a:pt x="55259" y="162249"/>
                    <a:pt x="46673" y="175342"/>
                  </a:cubicBezTo>
                  <a:lnTo>
                    <a:pt x="30881" y="199197"/>
                  </a:lnTo>
                  <a:cubicBezTo>
                    <a:pt x="18635" y="217632"/>
                    <a:pt x="12118" y="239363"/>
                    <a:pt x="12172" y="261586"/>
                  </a:cubicBezTo>
                  <a:close/>
                </a:path>
              </a:pathLst>
            </a:custGeom>
            <a:grpFill/>
            <a:ln w="9906" cap="flat">
              <a:noFill/>
              <a:prstDash val="solid"/>
              <a:miter/>
            </a:ln>
          </p:spPr>
          <p:txBody>
            <a:bodyPr rtlCol="0" anchor="ctr"/>
            <a:lstStyle/>
            <a:p>
              <a:endParaRPr lang="en-EG"/>
            </a:p>
          </p:txBody>
        </p:sp>
        <p:sp>
          <p:nvSpPr>
            <p:cNvPr id="539" name="Freeform 111">
              <a:extLst>
                <a:ext uri="{FF2B5EF4-FFF2-40B4-BE49-F238E27FC236}">
                  <a16:creationId xmlns:a16="http://schemas.microsoft.com/office/drawing/2014/main" id="{7E0C4D1E-5B12-3408-32B1-18EC30144365}"/>
                </a:ext>
              </a:extLst>
            </p:cNvPr>
            <p:cNvSpPr/>
            <p:nvPr/>
          </p:nvSpPr>
          <p:spPr>
            <a:xfrm>
              <a:off x="6210281" y="2060593"/>
              <a:ext cx="155612" cy="27736"/>
            </a:xfrm>
            <a:custGeom>
              <a:avLst/>
              <a:gdLst>
                <a:gd name="connsiteX0" fmla="*/ 6117 w 155612"/>
                <a:gd name="connsiteY0" fmla="*/ 27717 h 27736"/>
                <a:gd name="connsiteX1" fmla="*/ 0 w 155612"/>
                <a:gd name="connsiteY1" fmla="*/ 21480 h 27736"/>
                <a:gd name="connsiteX2" fmla="*/ 1993 w 155612"/>
                <a:gd name="connsiteY2" fmla="*/ 16911 h 27736"/>
                <a:gd name="connsiteX3" fmla="*/ 71497 w 155612"/>
                <a:gd name="connsiteY3" fmla="*/ 3964 h 27736"/>
                <a:gd name="connsiteX4" fmla="*/ 147740 w 155612"/>
                <a:gd name="connsiteY4" fmla="*/ 3964 h 27736"/>
                <a:gd name="connsiteX5" fmla="*/ 155334 w 155612"/>
                <a:gd name="connsiteY5" fmla="*/ 7991 h 27736"/>
                <a:gd name="connsiteX6" fmla="*/ 151361 w 155612"/>
                <a:gd name="connsiteY6" fmla="*/ 15688 h 27736"/>
                <a:gd name="connsiteX7" fmla="*/ 67574 w 155612"/>
                <a:gd name="connsiteY7" fmla="*/ 15688 h 27736"/>
                <a:gd name="connsiteX8" fmla="*/ 10141 w 155612"/>
                <a:gd name="connsiteY8" fmla="*/ 26596 h 27736"/>
                <a:gd name="connsiteX9" fmla="*/ 6117 w 155612"/>
                <a:gd name="connsiteY9" fmla="*/ 27717 h 27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5612" h="27736">
                  <a:moveTo>
                    <a:pt x="6117" y="27717"/>
                  </a:moveTo>
                  <a:cubicBezTo>
                    <a:pt x="2729" y="27707"/>
                    <a:pt x="-10" y="24914"/>
                    <a:pt x="0" y="21480"/>
                  </a:cubicBezTo>
                  <a:cubicBezTo>
                    <a:pt x="5" y="19741"/>
                    <a:pt x="728" y="18085"/>
                    <a:pt x="1993" y="16911"/>
                  </a:cubicBezTo>
                  <a:cubicBezTo>
                    <a:pt x="21336" y="580"/>
                    <a:pt x="47689" y="-4329"/>
                    <a:pt x="71497" y="3964"/>
                  </a:cubicBezTo>
                  <a:cubicBezTo>
                    <a:pt x="96251" y="12269"/>
                    <a:pt x="122986" y="12269"/>
                    <a:pt x="147740" y="3964"/>
                  </a:cubicBezTo>
                  <a:cubicBezTo>
                    <a:pt x="150934" y="2951"/>
                    <a:pt x="154334" y="4754"/>
                    <a:pt x="155334" y="7991"/>
                  </a:cubicBezTo>
                  <a:cubicBezTo>
                    <a:pt x="156334" y="11228"/>
                    <a:pt x="154555" y="14674"/>
                    <a:pt x="151361" y="15688"/>
                  </a:cubicBezTo>
                  <a:cubicBezTo>
                    <a:pt x="124156" y="24802"/>
                    <a:pt x="94779" y="24802"/>
                    <a:pt x="67574" y="15688"/>
                  </a:cubicBezTo>
                  <a:cubicBezTo>
                    <a:pt x="47853" y="9062"/>
                    <a:pt x="26156" y="13182"/>
                    <a:pt x="10141" y="26596"/>
                  </a:cubicBezTo>
                  <a:cubicBezTo>
                    <a:pt x="8970" y="27434"/>
                    <a:pt x="7546" y="27831"/>
                    <a:pt x="6117" y="27717"/>
                  </a:cubicBezTo>
                  <a:close/>
                </a:path>
              </a:pathLst>
            </a:custGeom>
            <a:grpFill/>
            <a:ln w="9906" cap="flat">
              <a:noFill/>
              <a:prstDash val="solid"/>
              <a:miter/>
            </a:ln>
          </p:spPr>
          <p:txBody>
            <a:bodyPr rtlCol="0" anchor="ctr"/>
            <a:lstStyle/>
            <a:p>
              <a:endParaRPr lang="en-EG"/>
            </a:p>
          </p:txBody>
        </p:sp>
        <p:sp>
          <p:nvSpPr>
            <p:cNvPr id="540" name="Freeform 112">
              <a:extLst>
                <a:ext uri="{FF2B5EF4-FFF2-40B4-BE49-F238E27FC236}">
                  <a16:creationId xmlns:a16="http://schemas.microsoft.com/office/drawing/2014/main" id="{035335BF-C2F7-AE89-724F-0029FE3E8050}"/>
                </a:ext>
              </a:extLst>
            </p:cNvPr>
            <p:cNvSpPr/>
            <p:nvPr/>
          </p:nvSpPr>
          <p:spPr>
            <a:xfrm>
              <a:off x="6211001" y="2257738"/>
              <a:ext cx="151016" cy="21832"/>
            </a:xfrm>
            <a:custGeom>
              <a:avLst/>
              <a:gdLst>
                <a:gd name="connsiteX0" fmla="*/ 107490 w 151016"/>
                <a:gd name="connsiteY0" fmla="*/ 21817 h 21832"/>
                <a:gd name="connsiteX1" fmla="*/ 75303 w 151016"/>
                <a:gd name="connsiteY1" fmla="*/ 17128 h 21832"/>
                <a:gd name="connsiteX2" fmla="*/ 9220 w 151016"/>
                <a:gd name="connsiteY2" fmla="*/ 20288 h 21832"/>
                <a:gd name="connsiteX3" fmla="*/ 821 w 151016"/>
                <a:gd name="connsiteY3" fmla="*/ 17994 h 21832"/>
                <a:gd name="connsiteX4" fmla="*/ 3084 w 151016"/>
                <a:gd name="connsiteY4" fmla="*/ 9482 h 21832"/>
                <a:gd name="connsiteX5" fmla="*/ 78421 w 151016"/>
                <a:gd name="connsiteY5" fmla="*/ 5201 h 21832"/>
                <a:gd name="connsiteX6" fmla="*/ 142694 w 151016"/>
                <a:gd name="connsiteY6" fmla="*/ 1327 h 21832"/>
                <a:gd name="connsiteX7" fmla="*/ 150614 w 151016"/>
                <a:gd name="connsiteY7" fmla="*/ 4921 h 21832"/>
                <a:gd name="connsiteX8" fmla="*/ 149232 w 151016"/>
                <a:gd name="connsiteY8" fmla="*/ 11521 h 21832"/>
                <a:gd name="connsiteX9" fmla="*/ 107490 w 151016"/>
                <a:gd name="connsiteY9" fmla="*/ 21817 h 21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016" h="21832">
                  <a:moveTo>
                    <a:pt x="107490" y="21817"/>
                  </a:moveTo>
                  <a:cubicBezTo>
                    <a:pt x="96602" y="21733"/>
                    <a:pt x="85774" y="20155"/>
                    <a:pt x="75303" y="17128"/>
                  </a:cubicBezTo>
                  <a:cubicBezTo>
                    <a:pt x="53646" y="9873"/>
                    <a:pt x="30106" y="10998"/>
                    <a:pt x="9220" y="20288"/>
                  </a:cubicBezTo>
                  <a:cubicBezTo>
                    <a:pt x="6275" y="22005"/>
                    <a:pt x="2515" y="20978"/>
                    <a:pt x="821" y="17994"/>
                  </a:cubicBezTo>
                  <a:cubicBezTo>
                    <a:pt x="-874" y="15010"/>
                    <a:pt x="140" y="11199"/>
                    <a:pt x="3084" y="9482"/>
                  </a:cubicBezTo>
                  <a:cubicBezTo>
                    <a:pt x="26780" y="-1463"/>
                    <a:pt x="53667" y="-2991"/>
                    <a:pt x="78421" y="5201"/>
                  </a:cubicBezTo>
                  <a:cubicBezTo>
                    <a:pt x="99528" y="12426"/>
                    <a:pt x="122581" y="11036"/>
                    <a:pt x="142694" y="1327"/>
                  </a:cubicBezTo>
                  <a:cubicBezTo>
                    <a:pt x="145861" y="103"/>
                    <a:pt x="149406" y="1712"/>
                    <a:pt x="150614" y="4921"/>
                  </a:cubicBezTo>
                  <a:cubicBezTo>
                    <a:pt x="151473" y="7205"/>
                    <a:pt x="150933" y="9787"/>
                    <a:pt x="149232" y="11521"/>
                  </a:cubicBezTo>
                  <a:cubicBezTo>
                    <a:pt x="136429" y="18550"/>
                    <a:pt x="122048" y="22097"/>
                    <a:pt x="107490" y="21817"/>
                  </a:cubicBezTo>
                  <a:close/>
                </a:path>
              </a:pathLst>
            </a:custGeom>
            <a:grpFill/>
            <a:ln w="9906" cap="flat">
              <a:noFill/>
              <a:prstDash val="solid"/>
              <a:miter/>
            </a:ln>
          </p:spPr>
          <p:txBody>
            <a:bodyPr rtlCol="0" anchor="ctr"/>
            <a:lstStyle/>
            <a:p>
              <a:endParaRPr lang="en-EG"/>
            </a:p>
          </p:txBody>
        </p:sp>
        <p:sp>
          <p:nvSpPr>
            <p:cNvPr id="541" name="Freeform 113">
              <a:extLst>
                <a:ext uri="{FF2B5EF4-FFF2-40B4-BE49-F238E27FC236}">
                  <a16:creationId xmlns:a16="http://schemas.microsoft.com/office/drawing/2014/main" id="{2D4214A4-FA76-1687-2277-64F4CC1223C1}"/>
                </a:ext>
              </a:extLst>
            </p:cNvPr>
            <p:cNvSpPr/>
            <p:nvPr/>
          </p:nvSpPr>
          <p:spPr>
            <a:xfrm>
              <a:off x="6269958" y="2138792"/>
              <a:ext cx="12271" cy="25567"/>
            </a:xfrm>
            <a:custGeom>
              <a:avLst/>
              <a:gdLst>
                <a:gd name="connsiteX0" fmla="*/ 6187 w 12271"/>
                <a:gd name="connsiteY0" fmla="*/ 25567 h 25567"/>
                <a:gd name="connsiteX1" fmla="*/ 51 w 12271"/>
                <a:gd name="connsiteY1" fmla="*/ 19349 h 25567"/>
                <a:gd name="connsiteX2" fmla="*/ 51 w 12271"/>
                <a:gd name="connsiteY2" fmla="*/ 7014 h 25567"/>
                <a:gd name="connsiteX3" fmla="*/ 5352 w 12271"/>
                <a:gd name="connsiteY3" fmla="*/ 52 h 25567"/>
                <a:gd name="connsiteX4" fmla="*/ 12222 w 12271"/>
                <a:gd name="connsiteY4" fmla="*/ 5425 h 25567"/>
                <a:gd name="connsiteX5" fmla="*/ 12222 w 12271"/>
                <a:gd name="connsiteY5" fmla="*/ 7014 h 25567"/>
                <a:gd name="connsiteX6" fmla="*/ 12222 w 12271"/>
                <a:gd name="connsiteY6" fmla="*/ 19757 h 25567"/>
                <a:gd name="connsiteX7" fmla="*/ 6187 w 12271"/>
                <a:gd name="connsiteY7" fmla="*/ 25567 h 25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71" h="25567">
                  <a:moveTo>
                    <a:pt x="6187" y="25567"/>
                  </a:moveTo>
                  <a:cubicBezTo>
                    <a:pt x="2798" y="25567"/>
                    <a:pt x="51" y="22783"/>
                    <a:pt x="51" y="19349"/>
                  </a:cubicBezTo>
                  <a:lnTo>
                    <a:pt x="51" y="7014"/>
                  </a:lnTo>
                  <a:cubicBezTo>
                    <a:pt x="-382" y="3608"/>
                    <a:pt x="1991" y="490"/>
                    <a:pt x="5352" y="52"/>
                  </a:cubicBezTo>
                  <a:cubicBezTo>
                    <a:pt x="8713" y="-387"/>
                    <a:pt x="11789" y="2018"/>
                    <a:pt x="12222" y="5425"/>
                  </a:cubicBezTo>
                  <a:cubicBezTo>
                    <a:pt x="12289" y="5952"/>
                    <a:pt x="12289" y="6486"/>
                    <a:pt x="12222" y="7014"/>
                  </a:cubicBezTo>
                  <a:lnTo>
                    <a:pt x="12222" y="19757"/>
                  </a:lnTo>
                  <a:cubicBezTo>
                    <a:pt x="12061" y="23015"/>
                    <a:pt x="9405" y="25572"/>
                    <a:pt x="6187" y="25567"/>
                  </a:cubicBezTo>
                  <a:close/>
                </a:path>
              </a:pathLst>
            </a:custGeom>
            <a:grpFill/>
            <a:ln w="9906" cap="flat">
              <a:noFill/>
              <a:prstDash val="solid"/>
              <a:miter/>
            </a:ln>
          </p:spPr>
          <p:txBody>
            <a:bodyPr rtlCol="0" anchor="ctr"/>
            <a:lstStyle/>
            <a:p>
              <a:endParaRPr lang="en-EG"/>
            </a:p>
          </p:txBody>
        </p:sp>
        <p:sp>
          <p:nvSpPr>
            <p:cNvPr id="542" name="Freeform 114">
              <a:extLst>
                <a:ext uri="{FF2B5EF4-FFF2-40B4-BE49-F238E27FC236}">
                  <a16:creationId xmlns:a16="http://schemas.microsoft.com/office/drawing/2014/main" id="{9B1034F9-5CCB-C7AC-508E-148E0C0BB7D9}"/>
                </a:ext>
              </a:extLst>
            </p:cNvPr>
            <p:cNvSpPr/>
            <p:nvPr/>
          </p:nvSpPr>
          <p:spPr>
            <a:xfrm>
              <a:off x="6269958" y="2166215"/>
              <a:ext cx="12271" cy="28319"/>
            </a:xfrm>
            <a:custGeom>
              <a:avLst/>
              <a:gdLst>
                <a:gd name="connsiteX0" fmla="*/ 6187 w 12271"/>
                <a:gd name="connsiteY0" fmla="*/ 28320 h 28319"/>
                <a:gd name="connsiteX1" fmla="*/ 51 w 12271"/>
                <a:gd name="connsiteY1" fmla="*/ 22101 h 28319"/>
                <a:gd name="connsiteX2" fmla="*/ 51 w 12271"/>
                <a:gd name="connsiteY2" fmla="*/ 7014 h 28319"/>
                <a:gd name="connsiteX3" fmla="*/ 5352 w 12271"/>
                <a:gd name="connsiteY3" fmla="*/ 52 h 28319"/>
                <a:gd name="connsiteX4" fmla="*/ 12222 w 12271"/>
                <a:gd name="connsiteY4" fmla="*/ 5425 h 28319"/>
                <a:gd name="connsiteX5" fmla="*/ 12222 w 12271"/>
                <a:gd name="connsiteY5" fmla="*/ 7014 h 28319"/>
                <a:gd name="connsiteX6" fmla="*/ 12222 w 12271"/>
                <a:gd name="connsiteY6" fmla="*/ 22101 h 28319"/>
                <a:gd name="connsiteX7" fmla="*/ 6187 w 12271"/>
                <a:gd name="connsiteY7" fmla="*/ 28320 h 28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71" h="28319">
                  <a:moveTo>
                    <a:pt x="6187" y="28320"/>
                  </a:moveTo>
                  <a:cubicBezTo>
                    <a:pt x="2798" y="28320"/>
                    <a:pt x="51" y="25536"/>
                    <a:pt x="51" y="22101"/>
                  </a:cubicBezTo>
                  <a:lnTo>
                    <a:pt x="51" y="7014"/>
                  </a:lnTo>
                  <a:cubicBezTo>
                    <a:pt x="-382" y="3608"/>
                    <a:pt x="1991" y="490"/>
                    <a:pt x="5352" y="52"/>
                  </a:cubicBezTo>
                  <a:cubicBezTo>
                    <a:pt x="8713" y="-387"/>
                    <a:pt x="11789" y="2018"/>
                    <a:pt x="12222" y="5425"/>
                  </a:cubicBezTo>
                  <a:cubicBezTo>
                    <a:pt x="12289" y="5952"/>
                    <a:pt x="12289" y="6486"/>
                    <a:pt x="12222" y="7014"/>
                  </a:cubicBezTo>
                  <a:lnTo>
                    <a:pt x="12222" y="22101"/>
                  </a:lnTo>
                  <a:cubicBezTo>
                    <a:pt x="12222" y="25496"/>
                    <a:pt x="9536" y="28264"/>
                    <a:pt x="6187" y="28320"/>
                  </a:cubicBezTo>
                  <a:close/>
                </a:path>
              </a:pathLst>
            </a:custGeom>
            <a:grpFill/>
            <a:ln w="9906" cap="flat">
              <a:noFill/>
              <a:prstDash val="solid"/>
              <a:miter/>
            </a:ln>
          </p:spPr>
          <p:txBody>
            <a:bodyPr rtlCol="0" anchor="ctr"/>
            <a:lstStyle/>
            <a:p>
              <a:endParaRPr lang="en-EG"/>
            </a:p>
          </p:txBody>
        </p:sp>
        <p:sp>
          <p:nvSpPr>
            <p:cNvPr id="543" name="Freeform 115">
              <a:extLst>
                <a:ext uri="{FF2B5EF4-FFF2-40B4-BE49-F238E27FC236}">
                  <a16:creationId xmlns:a16="http://schemas.microsoft.com/office/drawing/2014/main" id="{5943B800-05B4-6C24-47A1-9A5F68FA6BAF}"/>
                </a:ext>
              </a:extLst>
            </p:cNvPr>
            <p:cNvSpPr/>
            <p:nvPr/>
          </p:nvSpPr>
          <p:spPr>
            <a:xfrm>
              <a:off x="6269958" y="2196390"/>
              <a:ext cx="12271" cy="25567"/>
            </a:xfrm>
            <a:custGeom>
              <a:avLst/>
              <a:gdLst>
                <a:gd name="connsiteX0" fmla="*/ 6187 w 12271"/>
                <a:gd name="connsiteY0" fmla="*/ 25567 h 25567"/>
                <a:gd name="connsiteX1" fmla="*/ 51 w 12271"/>
                <a:gd name="connsiteY1" fmla="*/ 19349 h 25567"/>
                <a:gd name="connsiteX2" fmla="*/ 51 w 12271"/>
                <a:gd name="connsiteY2" fmla="*/ 7014 h 25567"/>
                <a:gd name="connsiteX3" fmla="*/ 5352 w 12271"/>
                <a:gd name="connsiteY3" fmla="*/ 52 h 25567"/>
                <a:gd name="connsiteX4" fmla="*/ 12222 w 12271"/>
                <a:gd name="connsiteY4" fmla="*/ 5425 h 25567"/>
                <a:gd name="connsiteX5" fmla="*/ 12222 w 12271"/>
                <a:gd name="connsiteY5" fmla="*/ 7014 h 25567"/>
                <a:gd name="connsiteX6" fmla="*/ 12222 w 12271"/>
                <a:gd name="connsiteY6" fmla="*/ 19349 h 25567"/>
                <a:gd name="connsiteX7" fmla="*/ 6187 w 12271"/>
                <a:gd name="connsiteY7" fmla="*/ 25567 h 25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71" h="25567">
                  <a:moveTo>
                    <a:pt x="6187" y="25567"/>
                  </a:moveTo>
                  <a:cubicBezTo>
                    <a:pt x="2798" y="25567"/>
                    <a:pt x="51" y="22783"/>
                    <a:pt x="51" y="19349"/>
                  </a:cubicBezTo>
                  <a:lnTo>
                    <a:pt x="51" y="7014"/>
                  </a:lnTo>
                  <a:cubicBezTo>
                    <a:pt x="-382" y="3608"/>
                    <a:pt x="1991" y="490"/>
                    <a:pt x="5352" y="52"/>
                  </a:cubicBezTo>
                  <a:cubicBezTo>
                    <a:pt x="8713" y="-387"/>
                    <a:pt x="11789" y="2018"/>
                    <a:pt x="12222" y="5425"/>
                  </a:cubicBezTo>
                  <a:cubicBezTo>
                    <a:pt x="12289" y="5952"/>
                    <a:pt x="12289" y="6486"/>
                    <a:pt x="12222" y="7014"/>
                  </a:cubicBezTo>
                  <a:lnTo>
                    <a:pt x="12222" y="19349"/>
                  </a:lnTo>
                  <a:cubicBezTo>
                    <a:pt x="12222" y="22744"/>
                    <a:pt x="9536" y="25512"/>
                    <a:pt x="6187" y="25567"/>
                  </a:cubicBezTo>
                  <a:close/>
                </a:path>
              </a:pathLst>
            </a:custGeom>
            <a:grpFill/>
            <a:ln w="9906" cap="flat">
              <a:noFill/>
              <a:prstDash val="solid"/>
              <a:miter/>
            </a:ln>
          </p:spPr>
          <p:txBody>
            <a:bodyPr rtlCol="0" anchor="ctr"/>
            <a:lstStyle/>
            <a:p>
              <a:endParaRPr lang="en-EG"/>
            </a:p>
          </p:txBody>
        </p:sp>
        <p:sp>
          <p:nvSpPr>
            <p:cNvPr id="544" name="Freeform 116">
              <a:extLst>
                <a:ext uri="{FF2B5EF4-FFF2-40B4-BE49-F238E27FC236}">
                  <a16:creationId xmlns:a16="http://schemas.microsoft.com/office/drawing/2014/main" id="{3577B219-79F0-B568-4231-405153D2548A}"/>
                </a:ext>
              </a:extLst>
            </p:cNvPr>
            <p:cNvSpPr/>
            <p:nvPr/>
          </p:nvSpPr>
          <p:spPr>
            <a:xfrm>
              <a:off x="6294501" y="2138792"/>
              <a:ext cx="12271" cy="25581"/>
            </a:xfrm>
            <a:custGeom>
              <a:avLst/>
              <a:gdLst>
                <a:gd name="connsiteX0" fmla="*/ 5684 w 12271"/>
                <a:gd name="connsiteY0" fmla="*/ 25567 h 25581"/>
                <a:gd name="connsiteX1" fmla="*/ 51 w 12271"/>
                <a:gd name="connsiteY1" fmla="*/ 19757 h 25581"/>
                <a:gd name="connsiteX2" fmla="*/ 51 w 12271"/>
                <a:gd name="connsiteY2" fmla="*/ 7014 h 25581"/>
                <a:gd name="connsiteX3" fmla="*/ 5352 w 12271"/>
                <a:gd name="connsiteY3" fmla="*/ 52 h 25581"/>
                <a:gd name="connsiteX4" fmla="*/ 12222 w 12271"/>
                <a:gd name="connsiteY4" fmla="*/ 5425 h 25581"/>
                <a:gd name="connsiteX5" fmla="*/ 12222 w 12271"/>
                <a:gd name="connsiteY5" fmla="*/ 7014 h 25581"/>
                <a:gd name="connsiteX6" fmla="*/ 12222 w 12271"/>
                <a:gd name="connsiteY6" fmla="*/ 19757 h 25581"/>
                <a:gd name="connsiteX7" fmla="*/ 5710 w 12271"/>
                <a:gd name="connsiteY7" fmla="*/ 25569 h 25581"/>
                <a:gd name="connsiteX8" fmla="*/ 5684 w 12271"/>
                <a:gd name="connsiteY8" fmla="*/ 25567 h 25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71" h="25581">
                  <a:moveTo>
                    <a:pt x="5684" y="25567"/>
                  </a:moveTo>
                  <a:cubicBezTo>
                    <a:pt x="2622" y="25364"/>
                    <a:pt x="198" y="22863"/>
                    <a:pt x="51" y="19757"/>
                  </a:cubicBezTo>
                  <a:lnTo>
                    <a:pt x="51" y="7014"/>
                  </a:lnTo>
                  <a:cubicBezTo>
                    <a:pt x="-382" y="3608"/>
                    <a:pt x="1991" y="490"/>
                    <a:pt x="5352" y="52"/>
                  </a:cubicBezTo>
                  <a:cubicBezTo>
                    <a:pt x="8713" y="-387"/>
                    <a:pt x="11789" y="2018"/>
                    <a:pt x="12222" y="5425"/>
                  </a:cubicBezTo>
                  <a:cubicBezTo>
                    <a:pt x="12289" y="5952"/>
                    <a:pt x="12289" y="6486"/>
                    <a:pt x="12222" y="7014"/>
                  </a:cubicBezTo>
                  <a:lnTo>
                    <a:pt x="12222" y="19757"/>
                  </a:lnTo>
                  <a:cubicBezTo>
                    <a:pt x="12007" y="23184"/>
                    <a:pt x="9092" y="25787"/>
                    <a:pt x="5710" y="25569"/>
                  </a:cubicBezTo>
                  <a:cubicBezTo>
                    <a:pt x="5701" y="25569"/>
                    <a:pt x="5692" y="25568"/>
                    <a:pt x="5684" y="25567"/>
                  </a:cubicBezTo>
                  <a:close/>
                </a:path>
              </a:pathLst>
            </a:custGeom>
            <a:grpFill/>
            <a:ln w="9906" cap="flat">
              <a:noFill/>
              <a:prstDash val="solid"/>
              <a:miter/>
            </a:ln>
          </p:spPr>
          <p:txBody>
            <a:bodyPr rtlCol="0" anchor="ctr"/>
            <a:lstStyle/>
            <a:p>
              <a:endParaRPr lang="en-EG"/>
            </a:p>
          </p:txBody>
        </p:sp>
        <p:sp>
          <p:nvSpPr>
            <p:cNvPr id="545" name="Freeform 117">
              <a:extLst>
                <a:ext uri="{FF2B5EF4-FFF2-40B4-BE49-F238E27FC236}">
                  <a16:creationId xmlns:a16="http://schemas.microsoft.com/office/drawing/2014/main" id="{77996FD6-C6B6-FAEF-9652-7F341B85E73D}"/>
                </a:ext>
              </a:extLst>
            </p:cNvPr>
            <p:cNvSpPr/>
            <p:nvPr/>
          </p:nvSpPr>
          <p:spPr>
            <a:xfrm>
              <a:off x="6294098" y="2166215"/>
              <a:ext cx="12271" cy="28319"/>
            </a:xfrm>
            <a:custGeom>
              <a:avLst/>
              <a:gdLst>
                <a:gd name="connsiteX0" fmla="*/ 6086 w 12271"/>
                <a:gd name="connsiteY0" fmla="*/ 28320 h 28319"/>
                <a:gd name="connsiteX1" fmla="*/ 51 w 12271"/>
                <a:gd name="connsiteY1" fmla="*/ 22101 h 28319"/>
                <a:gd name="connsiteX2" fmla="*/ 51 w 12271"/>
                <a:gd name="connsiteY2" fmla="*/ 7014 h 28319"/>
                <a:gd name="connsiteX3" fmla="*/ 5352 w 12271"/>
                <a:gd name="connsiteY3" fmla="*/ 52 h 28319"/>
                <a:gd name="connsiteX4" fmla="*/ 12222 w 12271"/>
                <a:gd name="connsiteY4" fmla="*/ 5425 h 28319"/>
                <a:gd name="connsiteX5" fmla="*/ 12222 w 12271"/>
                <a:gd name="connsiteY5" fmla="*/ 7014 h 28319"/>
                <a:gd name="connsiteX6" fmla="*/ 12222 w 12271"/>
                <a:gd name="connsiteY6" fmla="*/ 22101 h 28319"/>
                <a:gd name="connsiteX7" fmla="*/ 6086 w 12271"/>
                <a:gd name="connsiteY7" fmla="*/ 28320 h 28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71" h="28319">
                  <a:moveTo>
                    <a:pt x="6086" y="28320"/>
                  </a:moveTo>
                  <a:cubicBezTo>
                    <a:pt x="2737" y="28264"/>
                    <a:pt x="51" y="25496"/>
                    <a:pt x="51" y="22101"/>
                  </a:cubicBezTo>
                  <a:lnTo>
                    <a:pt x="51" y="7014"/>
                  </a:lnTo>
                  <a:cubicBezTo>
                    <a:pt x="-382" y="3608"/>
                    <a:pt x="1991" y="490"/>
                    <a:pt x="5352" y="52"/>
                  </a:cubicBezTo>
                  <a:cubicBezTo>
                    <a:pt x="8713" y="-387"/>
                    <a:pt x="11789" y="2018"/>
                    <a:pt x="12222" y="5425"/>
                  </a:cubicBezTo>
                  <a:cubicBezTo>
                    <a:pt x="12289" y="5952"/>
                    <a:pt x="12289" y="6486"/>
                    <a:pt x="12222" y="7014"/>
                  </a:cubicBezTo>
                  <a:lnTo>
                    <a:pt x="12222" y="22101"/>
                  </a:lnTo>
                  <a:cubicBezTo>
                    <a:pt x="12222" y="25536"/>
                    <a:pt x="9475" y="28320"/>
                    <a:pt x="6086" y="28320"/>
                  </a:cubicBezTo>
                  <a:close/>
                </a:path>
              </a:pathLst>
            </a:custGeom>
            <a:grpFill/>
            <a:ln w="9906" cap="flat">
              <a:noFill/>
              <a:prstDash val="solid"/>
              <a:miter/>
            </a:ln>
          </p:spPr>
          <p:txBody>
            <a:bodyPr rtlCol="0" anchor="ctr"/>
            <a:lstStyle/>
            <a:p>
              <a:endParaRPr lang="en-EG"/>
            </a:p>
          </p:txBody>
        </p:sp>
        <p:sp>
          <p:nvSpPr>
            <p:cNvPr id="546" name="Freeform 118">
              <a:extLst>
                <a:ext uri="{FF2B5EF4-FFF2-40B4-BE49-F238E27FC236}">
                  <a16:creationId xmlns:a16="http://schemas.microsoft.com/office/drawing/2014/main" id="{8DA79065-D0EE-141E-0814-C566A62166EB}"/>
                </a:ext>
              </a:extLst>
            </p:cNvPr>
            <p:cNvSpPr/>
            <p:nvPr/>
          </p:nvSpPr>
          <p:spPr>
            <a:xfrm>
              <a:off x="6294098" y="2196390"/>
              <a:ext cx="12271" cy="25567"/>
            </a:xfrm>
            <a:custGeom>
              <a:avLst/>
              <a:gdLst>
                <a:gd name="connsiteX0" fmla="*/ 6086 w 12271"/>
                <a:gd name="connsiteY0" fmla="*/ 25567 h 25567"/>
                <a:gd name="connsiteX1" fmla="*/ 51 w 12271"/>
                <a:gd name="connsiteY1" fmla="*/ 19349 h 25567"/>
                <a:gd name="connsiteX2" fmla="*/ 51 w 12271"/>
                <a:gd name="connsiteY2" fmla="*/ 7014 h 25567"/>
                <a:gd name="connsiteX3" fmla="*/ 5352 w 12271"/>
                <a:gd name="connsiteY3" fmla="*/ 52 h 25567"/>
                <a:gd name="connsiteX4" fmla="*/ 12222 w 12271"/>
                <a:gd name="connsiteY4" fmla="*/ 5425 h 25567"/>
                <a:gd name="connsiteX5" fmla="*/ 12222 w 12271"/>
                <a:gd name="connsiteY5" fmla="*/ 7014 h 25567"/>
                <a:gd name="connsiteX6" fmla="*/ 12222 w 12271"/>
                <a:gd name="connsiteY6" fmla="*/ 19349 h 25567"/>
                <a:gd name="connsiteX7" fmla="*/ 6086 w 12271"/>
                <a:gd name="connsiteY7" fmla="*/ 25567 h 25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71" h="25567">
                  <a:moveTo>
                    <a:pt x="6086" y="25567"/>
                  </a:moveTo>
                  <a:cubicBezTo>
                    <a:pt x="2737" y="25512"/>
                    <a:pt x="51" y="22744"/>
                    <a:pt x="51" y="19349"/>
                  </a:cubicBezTo>
                  <a:lnTo>
                    <a:pt x="51" y="7014"/>
                  </a:lnTo>
                  <a:cubicBezTo>
                    <a:pt x="-382" y="3608"/>
                    <a:pt x="1991" y="490"/>
                    <a:pt x="5352" y="52"/>
                  </a:cubicBezTo>
                  <a:cubicBezTo>
                    <a:pt x="8713" y="-387"/>
                    <a:pt x="11789" y="2018"/>
                    <a:pt x="12222" y="5425"/>
                  </a:cubicBezTo>
                  <a:cubicBezTo>
                    <a:pt x="12289" y="5952"/>
                    <a:pt x="12289" y="6486"/>
                    <a:pt x="12222" y="7014"/>
                  </a:cubicBezTo>
                  <a:lnTo>
                    <a:pt x="12222" y="19349"/>
                  </a:lnTo>
                  <a:cubicBezTo>
                    <a:pt x="12222" y="22783"/>
                    <a:pt x="9475" y="25567"/>
                    <a:pt x="6086" y="25567"/>
                  </a:cubicBezTo>
                  <a:close/>
                </a:path>
              </a:pathLst>
            </a:custGeom>
            <a:grpFill/>
            <a:ln w="9906" cap="flat">
              <a:noFill/>
              <a:prstDash val="solid"/>
              <a:miter/>
            </a:ln>
          </p:spPr>
          <p:txBody>
            <a:bodyPr rtlCol="0" anchor="ctr"/>
            <a:lstStyle/>
            <a:p>
              <a:endParaRPr lang="en-EG"/>
            </a:p>
          </p:txBody>
        </p:sp>
        <p:sp>
          <p:nvSpPr>
            <p:cNvPr id="547" name="Freeform 119">
              <a:extLst>
                <a:ext uri="{FF2B5EF4-FFF2-40B4-BE49-F238E27FC236}">
                  <a16:creationId xmlns:a16="http://schemas.microsoft.com/office/drawing/2014/main" id="{17428A83-692F-003B-F0A5-1FB931CB93C7}"/>
                </a:ext>
              </a:extLst>
            </p:cNvPr>
            <p:cNvSpPr/>
            <p:nvPr/>
          </p:nvSpPr>
          <p:spPr>
            <a:xfrm>
              <a:off x="6163008" y="2355350"/>
              <a:ext cx="249147" cy="12437"/>
            </a:xfrm>
            <a:custGeom>
              <a:avLst/>
              <a:gdLst>
                <a:gd name="connsiteX0" fmla="*/ 243796 w 249147"/>
                <a:gd name="connsiteY0" fmla="*/ 12386 h 12437"/>
                <a:gd name="connsiteX1" fmla="*/ 6920 w 249147"/>
                <a:gd name="connsiteY1" fmla="*/ 12386 h 12437"/>
                <a:gd name="connsiteX2" fmla="*/ 51 w 249147"/>
                <a:gd name="connsiteY2" fmla="*/ 7013 h 12437"/>
                <a:gd name="connsiteX3" fmla="*/ 5352 w 249147"/>
                <a:gd name="connsiteY3" fmla="*/ 51 h 12437"/>
                <a:gd name="connsiteX4" fmla="*/ 6920 w 249147"/>
                <a:gd name="connsiteY4" fmla="*/ 51 h 12437"/>
                <a:gd name="connsiteX5" fmla="*/ 243796 w 249147"/>
                <a:gd name="connsiteY5" fmla="*/ 51 h 12437"/>
                <a:gd name="connsiteX6" fmla="*/ 249097 w 249147"/>
                <a:gd name="connsiteY6" fmla="*/ 7013 h 12437"/>
                <a:gd name="connsiteX7" fmla="*/ 243796 w 249147"/>
                <a:gd name="connsiteY7" fmla="*/ 12386 h 1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9147" h="12437">
                  <a:moveTo>
                    <a:pt x="243796" y="12386"/>
                  </a:moveTo>
                  <a:lnTo>
                    <a:pt x="6920" y="12386"/>
                  </a:lnTo>
                  <a:cubicBezTo>
                    <a:pt x="3559" y="12825"/>
                    <a:pt x="484" y="10419"/>
                    <a:pt x="51" y="7013"/>
                  </a:cubicBezTo>
                  <a:cubicBezTo>
                    <a:pt x="-382" y="3607"/>
                    <a:pt x="1991" y="490"/>
                    <a:pt x="5352" y="51"/>
                  </a:cubicBezTo>
                  <a:cubicBezTo>
                    <a:pt x="5873" y="-17"/>
                    <a:pt x="6400" y="-17"/>
                    <a:pt x="6920" y="51"/>
                  </a:cubicBezTo>
                  <a:lnTo>
                    <a:pt x="243796" y="51"/>
                  </a:lnTo>
                  <a:cubicBezTo>
                    <a:pt x="247156" y="490"/>
                    <a:pt x="249530" y="3607"/>
                    <a:pt x="249097" y="7013"/>
                  </a:cubicBezTo>
                  <a:cubicBezTo>
                    <a:pt x="248741" y="9817"/>
                    <a:pt x="246562" y="12025"/>
                    <a:pt x="243796" y="12386"/>
                  </a:cubicBezTo>
                  <a:close/>
                </a:path>
              </a:pathLst>
            </a:custGeom>
            <a:grpFill/>
            <a:ln w="9906" cap="flat">
              <a:noFill/>
              <a:prstDash val="solid"/>
              <a:miter/>
            </a:ln>
          </p:spPr>
          <p:txBody>
            <a:bodyPr rtlCol="0" anchor="ctr"/>
            <a:lstStyle/>
            <a:p>
              <a:endParaRPr lang="en-EG"/>
            </a:p>
          </p:txBody>
        </p:sp>
      </p:grpSp>
      <p:grpSp>
        <p:nvGrpSpPr>
          <p:cNvPr id="548" name="Graphic 82">
            <a:extLst>
              <a:ext uri="{FF2B5EF4-FFF2-40B4-BE49-F238E27FC236}">
                <a16:creationId xmlns:a16="http://schemas.microsoft.com/office/drawing/2014/main" id="{BF0545E3-2BC0-FB43-5D97-7E344D1EB53D}"/>
              </a:ext>
            </a:extLst>
          </p:cNvPr>
          <p:cNvGrpSpPr>
            <a:grpSpLocks noChangeAspect="1"/>
          </p:cNvGrpSpPr>
          <p:nvPr/>
        </p:nvGrpSpPr>
        <p:grpSpPr>
          <a:xfrm>
            <a:off x="4358258" y="2935618"/>
            <a:ext cx="262572" cy="372213"/>
            <a:chOff x="6156807" y="1995439"/>
            <a:chExt cx="262572" cy="372213"/>
          </a:xfrm>
          <a:solidFill>
            <a:srgbClr val="FFFFFF"/>
          </a:solidFill>
        </p:grpSpPr>
        <p:sp>
          <p:nvSpPr>
            <p:cNvPr id="549" name="Freeform 121">
              <a:extLst>
                <a:ext uri="{FF2B5EF4-FFF2-40B4-BE49-F238E27FC236}">
                  <a16:creationId xmlns:a16="http://schemas.microsoft.com/office/drawing/2014/main" id="{94918717-7B3D-5D13-7C49-64C1D69C8C90}"/>
                </a:ext>
              </a:extLst>
            </p:cNvPr>
            <p:cNvSpPr/>
            <p:nvPr/>
          </p:nvSpPr>
          <p:spPr>
            <a:xfrm>
              <a:off x="6184800" y="2295725"/>
              <a:ext cx="225799" cy="71928"/>
            </a:xfrm>
            <a:custGeom>
              <a:avLst/>
              <a:gdLst>
                <a:gd name="connsiteX0" fmla="*/ 187925 w 225799"/>
                <a:gd name="connsiteY0" fmla="*/ 71876 h 71928"/>
                <a:gd name="connsiteX1" fmla="*/ 7024 w 225799"/>
                <a:gd name="connsiteY1" fmla="*/ 71876 h 71928"/>
                <a:gd name="connsiteX2" fmla="*/ 52 w 225799"/>
                <a:gd name="connsiteY2" fmla="*/ 66353 h 71928"/>
                <a:gd name="connsiteX3" fmla="*/ 5432 w 225799"/>
                <a:gd name="connsiteY3" fmla="*/ 59198 h 71928"/>
                <a:gd name="connsiteX4" fmla="*/ 7024 w 225799"/>
                <a:gd name="connsiteY4" fmla="*/ 59198 h 71928"/>
                <a:gd name="connsiteX5" fmla="*/ 29585 w 225799"/>
                <a:gd name="connsiteY5" fmla="*/ 35938 h 71928"/>
                <a:gd name="connsiteX6" fmla="*/ 29585 w 225799"/>
                <a:gd name="connsiteY6" fmla="*/ 6391 h 71928"/>
                <a:gd name="connsiteX7" fmla="*/ 35813 w 225799"/>
                <a:gd name="connsiteY7" fmla="*/ 0 h 71928"/>
                <a:gd name="connsiteX8" fmla="*/ 219572 w 225799"/>
                <a:gd name="connsiteY8" fmla="*/ 0 h 71928"/>
                <a:gd name="connsiteX9" fmla="*/ 225799 w 225799"/>
                <a:gd name="connsiteY9" fmla="*/ 6391 h 71928"/>
                <a:gd name="connsiteX10" fmla="*/ 225799 w 225799"/>
                <a:gd name="connsiteY10" fmla="*/ 32690 h 71928"/>
                <a:gd name="connsiteX11" fmla="*/ 187925 w 225799"/>
                <a:gd name="connsiteY11" fmla="*/ 71876 h 71928"/>
                <a:gd name="connsiteX12" fmla="*/ 33261 w 225799"/>
                <a:gd name="connsiteY12" fmla="*/ 59198 h 71928"/>
                <a:gd name="connsiteX13" fmla="*/ 187925 w 225799"/>
                <a:gd name="connsiteY13" fmla="*/ 59198 h 71928"/>
                <a:gd name="connsiteX14" fmla="*/ 213855 w 225799"/>
                <a:gd name="connsiteY14" fmla="*/ 32690 h 71928"/>
                <a:gd name="connsiteX15" fmla="*/ 213855 w 225799"/>
                <a:gd name="connsiteY15" fmla="*/ 12678 h 71928"/>
                <a:gd name="connsiteX16" fmla="*/ 42040 w 225799"/>
                <a:gd name="connsiteY16" fmla="*/ 12678 h 71928"/>
                <a:gd name="connsiteX17" fmla="*/ 42040 w 225799"/>
                <a:gd name="connsiteY17" fmla="*/ 35938 h 71928"/>
                <a:gd name="connsiteX18" fmla="*/ 33261 w 225799"/>
                <a:gd name="connsiteY18" fmla="*/ 59198 h 71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5799" h="71928">
                  <a:moveTo>
                    <a:pt x="187925" y="71876"/>
                  </a:moveTo>
                  <a:lnTo>
                    <a:pt x="7024" y="71876"/>
                  </a:lnTo>
                  <a:cubicBezTo>
                    <a:pt x="3613" y="72327"/>
                    <a:pt x="491" y="69854"/>
                    <a:pt x="52" y="66353"/>
                  </a:cubicBezTo>
                  <a:cubicBezTo>
                    <a:pt x="-388" y="62853"/>
                    <a:pt x="2021" y="59649"/>
                    <a:pt x="5432" y="59198"/>
                  </a:cubicBezTo>
                  <a:cubicBezTo>
                    <a:pt x="5961" y="59128"/>
                    <a:pt x="6495" y="59128"/>
                    <a:pt x="7024" y="59198"/>
                  </a:cubicBezTo>
                  <a:cubicBezTo>
                    <a:pt x="19501" y="59140"/>
                    <a:pt x="29585" y="48743"/>
                    <a:pt x="29585" y="35938"/>
                  </a:cubicBezTo>
                  <a:lnTo>
                    <a:pt x="29585" y="6391"/>
                  </a:lnTo>
                  <a:cubicBezTo>
                    <a:pt x="29585" y="2861"/>
                    <a:pt x="32373" y="0"/>
                    <a:pt x="35813" y="0"/>
                  </a:cubicBezTo>
                  <a:lnTo>
                    <a:pt x="219572" y="0"/>
                  </a:lnTo>
                  <a:cubicBezTo>
                    <a:pt x="223011" y="0"/>
                    <a:pt x="225799" y="2861"/>
                    <a:pt x="225799" y="6391"/>
                  </a:cubicBezTo>
                  <a:lnTo>
                    <a:pt x="225799" y="32690"/>
                  </a:lnTo>
                  <a:cubicBezTo>
                    <a:pt x="225745" y="54186"/>
                    <a:pt x="208868" y="71646"/>
                    <a:pt x="187925" y="71876"/>
                  </a:cubicBezTo>
                  <a:close/>
                  <a:moveTo>
                    <a:pt x="33261" y="59198"/>
                  </a:moveTo>
                  <a:lnTo>
                    <a:pt x="187925" y="59198"/>
                  </a:lnTo>
                  <a:cubicBezTo>
                    <a:pt x="202206" y="59198"/>
                    <a:pt x="213799" y="47347"/>
                    <a:pt x="213855" y="32690"/>
                  </a:cubicBezTo>
                  <a:lnTo>
                    <a:pt x="213855" y="12678"/>
                  </a:lnTo>
                  <a:lnTo>
                    <a:pt x="42040" y="12678"/>
                  </a:lnTo>
                  <a:lnTo>
                    <a:pt x="42040" y="35938"/>
                  </a:lnTo>
                  <a:cubicBezTo>
                    <a:pt x="41931" y="44522"/>
                    <a:pt x="38815" y="52779"/>
                    <a:pt x="33261" y="59198"/>
                  </a:cubicBezTo>
                  <a:close/>
                </a:path>
              </a:pathLst>
            </a:custGeom>
            <a:grpFill/>
            <a:ln w="9891" cap="flat">
              <a:noFill/>
              <a:prstDash val="solid"/>
              <a:miter/>
            </a:ln>
          </p:spPr>
          <p:txBody>
            <a:bodyPr rtlCol="0" anchor="ctr"/>
            <a:lstStyle/>
            <a:p>
              <a:endParaRPr lang="en-EG"/>
            </a:p>
          </p:txBody>
        </p:sp>
        <p:sp>
          <p:nvSpPr>
            <p:cNvPr id="550" name="Freeform 122">
              <a:extLst>
                <a:ext uri="{FF2B5EF4-FFF2-40B4-BE49-F238E27FC236}">
                  <a16:creationId xmlns:a16="http://schemas.microsoft.com/office/drawing/2014/main" id="{1B8F8488-8E5E-6B8F-A6D0-5C95A09C97EA}"/>
                </a:ext>
              </a:extLst>
            </p:cNvPr>
            <p:cNvSpPr/>
            <p:nvPr/>
          </p:nvSpPr>
          <p:spPr>
            <a:xfrm>
              <a:off x="6156807" y="2068782"/>
              <a:ext cx="204330" cy="298818"/>
            </a:xfrm>
            <a:custGeom>
              <a:avLst/>
              <a:gdLst>
                <a:gd name="connsiteX0" fmla="*/ 35017 w 204330"/>
                <a:gd name="connsiteY0" fmla="*/ 298818 h 298818"/>
                <a:gd name="connsiteX1" fmla="*/ 1 w 204330"/>
                <a:gd name="connsiteY1" fmla="*/ 262880 h 298818"/>
                <a:gd name="connsiteX2" fmla="*/ 1 w 204330"/>
                <a:gd name="connsiteY2" fmla="*/ 6496 h 298818"/>
                <a:gd name="connsiteX3" fmla="*/ 6125 w 204330"/>
                <a:gd name="connsiteY3" fmla="*/ 1 h 298818"/>
                <a:gd name="connsiteX4" fmla="*/ 6228 w 204330"/>
                <a:gd name="connsiteY4" fmla="*/ 0 h 298818"/>
                <a:gd name="connsiteX5" fmla="*/ 79732 w 204330"/>
                <a:gd name="connsiteY5" fmla="*/ 0 h 298818"/>
                <a:gd name="connsiteX6" fmla="*/ 85858 w 204330"/>
                <a:gd name="connsiteY6" fmla="*/ 6286 h 298818"/>
                <a:gd name="connsiteX7" fmla="*/ 85857 w 204330"/>
                <a:gd name="connsiteY7" fmla="*/ 6391 h 298818"/>
                <a:gd name="connsiteX8" fmla="*/ 79732 w 204330"/>
                <a:gd name="connsiteY8" fmla="*/ 12783 h 298818"/>
                <a:gd name="connsiteX9" fmla="*/ 12354 w 204330"/>
                <a:gd name="connsiteY9" fmla="*/ 12783 h 298818"/>
                <a:gd name="connsiteX10" fmla="*/ 12354 w 204330"/>
                <a:gd name="connsiteY10" fmla="*/ 262880 h 298818"/>
                <a:gd name="connsiteX11" fmla="*/ 33446 w 204330"/>
                <a:gd name="connsiteY11" fmla="*/ 287648 h 298818"/>
                <a:gd name="connsiteX12" fmla="*/ 57579 w 204330"/>
                <a:gd name="connsiteY12" fmla="*/ 266001 h 298818"/>
                <a:gd name="connsiteX13" fmla="*/ 57579 w 204330"/>
                <a:gd name="connsiteY13" fmla="*/ 262881 h 298818"/>
                <a:gd name="connsiteX14" fmla="*/ 57579 w 204330"/>
                <a:gd name="connsiteY14" fmla="*/ 233334 h 298818"/>
                <a:gd name="connsiteX15" fmla="*/ 63806 w 204330"/>
                <a:gd name="connsiteY15" fmla="*/ 226943 h 298818"/>
                <a:gd name="connsiteX16" fmla="*/ 191927 w 204330"/>
                <a:gd name="connsiteY16" fmla="*/ 226943 h 298818"/>
                <a:gd name="connsiteX17" fmla="*/ 191927 w 204330"/>
                <a:gd name="connsiteY17" fmla="*/ 194567 h 298818"/>
                <a:gd name="connsiteX18" fmla="*/ 197308 w 204330"/>
                <a:gd name="connsiteY18" fmla="*/ 187412 h 298818"/>
                <a:gd name="connsiteX19" fmla="*/ 204280 w 204330"/>
                <a:gd name="connsiteY19" fmla="*/ 192934 h 298818"/>
                <a:gd name="connsiteX20" fmla="*/ 204280 w 204330"/>
                <a:gd name="connsiteY20" fmla="*/ 194567 h 298818"/>
                <a:gd name="connsiteX21" fmla="*/ 204280 w 204330"/>
                <a:gd name="connsiteY21" fmla="*/ 233334 h 298818"/>
                <a:gd name="connsiteX22" fmla="*/ 198155 w 204330"/>
                <a:gd name="connsiteY22" fmla="*/ 239620 h 298818"/>
                <a:gd name="connsiteX23" fmla="*/ 70034 w 204330"/>
                <a:gd name="connsiteY23" fmla="*/ 239620 h 298818"/>
                <a:gd name="connsiteX24" fmla="*/ 70034 w 204330"/>
                <a:gd name="connsiteY24" fmla="*/ 262880 h 298818"/>
                <a:gd name="connsiteX25" fmla="*/ 35017 w 204330"/>
                <a:gd name="connsiteY25" fmla="*/ 298818 h 29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4330" h="298818">
                  <a:moveTo>
                    <a:pt x="35017" y="298818"/>
                  </a:moveTo>
                  <a:cubicBezTo>
                    <a:pt x="15701" y="298761"/>
                    <a:pt x="57" y="282705"/>
                    <a:pt x="1" y="262880"/>
                  </a:cubicBezTo>
                  <a:lnTo>
                    <a:pt x="1" y="6496"/>
                  </a:lnTo>
                  <a:cubicBezTo>
                    <a:pt x="-56" y="2967"/>
                    <a:pt x="2686" y="59"/>
                    <a:pt x="6125" y="1"/>
                  </a:cubicBezTo>
                  <a:cubicBezTo>
                    <a:pt x="6160" y="0"/>
                    <a:pt x="6194" y="0"/>
                    <a:pt x="6228" y="0"/>
                  </a:cubicBezTo>
                  <a:lnTo>
                    <a:pt x="79732" y="0"/>
                  </a:lnTo>
                  <a:cubicBezTo>
                    <a:pt x="83115" y="0"/>
                    <a:pt x="85858" y="2814"/>
                    <a:pt x="85858" y="6286"/>
                  </a:cubicBezTo>
                  <a:cubicBezTo>
                    <a:pt x="85858" y="6321"/>
                    <a:pt x="85858" y="6356"/>
                    <a:pt x="85857" y="6391"/>
                  </a:cubicBezTo>
                  <a:cubicBezTo>
                    <a:pt x="85858" y="9881"/>
                    <a:pt x="83131" y="12725"/>
                    <a:pt x="79732" y="12783"/>
                  </a:cubicBezTo>
                  <a:lnTo>
                    <a:pt x="12354" y="12783"/>
                  </a:lnTo>
                  <a:lnTo>
                    <a:pt x="12354" y="262880"/>
                  </a:lnTo>
                  <a:cubicBezTo>
                    <a:pt x="11514" y="275698"/>
                    <a:pt x="20957" y="286787"/>
                    <a:pt x="33446" y="287648"/>
                  </a:cubicBezTo>
                  <a:cubicBezTo>
                    <a:pt x="45935" y="288510"/>
                    <a:pt x="56739" y="278818"/>
                    <a:pt x="57579" y="266001"/>
                  </a:cubicBezTo>
                  <a:cubicBezTo>
                    <a:pt x="57647" y="264962"/>
                    <a:pt x="57647" y="263920"/>
                    <a:pt x="57579" y="262881"/>
                  </a:cubicBezTo>
                  <a:lnTo>
                    <a:pt x="57579" y="233334"/>
                  </a:lnTo>
                  <a:cubicBezTo>
                    <a:pt x="57579" y="229804"/>
                    <a:pt x="60367" y="226943"/>
                    <a:pt x="63806" y="226943"/>
                  </a:cubicBezTo>
                  <a:lnTo>
                    <a:pt x="191927" y="226943"/>
                  </a:lnTo>
                  <a:lnTo>
                    <a:pt x="191927" y="194567"/>
                  </a:lnTo>
                  <a:cubicBezTo>
                    <a:pt x="191488" y="191066"/>
                    <a:pt x="193897" y="187863"/>
                    <a:pt x="197308" y="187412"/>
                  </a:cubicBezTo>
                  <a:cubicBezTo>
                    <a:pt x="200719" y="186961"/>
                    <a:pt x="203840" y="189433"/>
                    <a:pt x="204280" y="192934"/>
                  </a:cubicBezTo>
                  <a:cubicBezTo>
                    <a:pt x="204348" y="193476"/>
                    <a:pt x="204348" y="194025"/>
                    <a:pt x="204280" y="194567"/>
                  </a:cubicBezTo>
                  <a:lnTo>
                    <a:pt x="204280" y="233334"/>
                  </a:lnTo>
                  <a:cubicBezTo>
                    <a:pt x="204280" y="236806"/>
                    <a:pt x="201537" y="239620"/>
                    <a:pt x="198155" y="239620"/>
                  </a:cubicBezTo>
                  <a:lnTo>
                    <a:pt x="70034" y="239620"/>
                  </a:lnTo>
                  <a:lnTo>
                    <a:pt x="70034" y="262880"/>
                  </a:lnTo>
                  <a:cubicBezTo>
                    <a:pt x="69977" y="282705"/>
                    <a:pt x="54333" y="298761"/>
                    <a:pt x="35017" y="298818"/>
                  </a:cubicBezTo>
                  <a:close/>
                </a:path>
              </a:pathLst>
            </a:custGeom>
            <a:grpFill/>
            <a:ln w="9891" cap="flat">
              <a:noFill/>
              <a:prstDash val="solid"/>
              <a:miter/>
            </a:ln>
          </p:spPr>
          <p:txBody>
            <a:bodyPr rtlCol="0" anchor="ctr"/>
            <a:lstStyle/>
            <a:p>
              <a:endParaRPr lang="en-EG"/>
            </a:p>
          </p:txBody>
        </p:sp>
        <p:sp>
          <p:nvSpPr>
            <p:cNvPr id="551" name="Freeform 123">
              <a:extLst>
                <a:ext uri="{FF2B5EF4-FFF2-40B4-BE49-F238E27FC236}">
                  <a16:creationId xmlns:a16="http://schemas.microsoft.com/office/drawing/2014/main" id="{E5D25D48-2148-EC45-3FD2-6AE4F7DAB9BE}"/>
                </a:ext>
              </a:extLst>
            </p:cNvPr>
            <p:cNvSpPr/>
            <p:nvPr/>
          </p:nvSpPr>
          <p:spPr>
            <a:xfrm>
              <a:off x="6252669" y="2058304"/>
              <a:ext cx="119647" cy="211435"/>
            </a:xfrm>
            <a:custGeom>
              <a:avLst/>
              <a:gdLst>
                <a:gd name="connsiteX0" fmla="*/ 90961 w 119647"/>
                <a:gd name="connsiteY0" fmla="*/ 211436 h 211435"/>
                <a:gd name="connsiteX1" fmla="*/ 28891 w 119647"/>
                <a:gd name="connsiteY1" fmla="*/ 211436 h 211435"/>
                <a:gd name="connsiteX2" fmla="*/ 22664 w 119647"/>
                <a:gd name="connsiteY2" fmla="*/ 205045 h 211435"/>
                <a:gd name="connsiteX3" fmla="*/ 22664 w 119647"/>
                <a:gd name="connsiteY3" fmla="*/ 112319 h 211435"/>
                <a:gd name="connsiteX4" fmla="*/ 6227 w 119647"/>
                <a:gd name="connsiteY4" fmla="*/ 112319 h 211435"/>
                <a:gd name="connsiteX5" fmla="*/ 1 w 119647"/>
                <a:gd name="connsiteY5" fmla="*/ 106138 h 211435"/>
                <a:gd name="connsiteX6" fmla="*/ 0 w 119647"/>
                <a:gd name="connsiteY6" fmla="*/ 106032 h 211435"/>
                <a:gd name="connsiteX7" fmla="*/ 0 w 119647"/>
                <a:gd name="connsiteY7" fmla="*/ 36252 h 211435"/>
                <a:gd name="connsiteX8" fmla="*/ 35323 w 119647"/>
                <a:gd name="connsiteY8" fmla="*/ 0 h 211435"/>
                <a:gd name="connsiteX9" fmla="*/ 84427 w 119647"/>
                <a:gd name="connsiteY9" fmla="*/ 0 h 211435"/>
                <a:gd name="connsiteX10" fmla="*/ 119648 w 119647"/>
                <a:gd name="connsiteY10" fmla="*/ 36147 h 211435"/>
                <a:gd name="connsiteX11" fmla="*/ 119648 w 119647"/>
                <a:gd name="connsiteY11" fmla="*/ 36252 h 211435"/>
                <a:gd name="connsiteX12" fmla="*/ 119648 w 119647"/>
                <a:gd name="connsiteY12" fmla="*/ 106032 h 211435"/>
                <a:gd name="connsiteX13" fmla="*/ 113522 w 119647"/>
                <a:gd name="connsiteY13" fmla="*/ 112319 h 211435"/>
                <a:gd name="connsiteX14" fmla="*/ 97086 w 119647"/>
                <a:gd name="connsiteY14" fmla="*/ 112319 h 211435"/>
                <a:gd name="connsiteX15" fmla="*/ 97086 w 119647"/>
                <a:gd name="connsiteY15" fmla="*/ 205045 h 211435"/>
                <a:gd name="connsiteX16" fmla="*/ 91064 w 119647"/>
                <a:gd name="connsiteY16" fmla="*/ 211435 h 211435"/>
                <a:gd name="connsiteX17" fmla="*/ 90961 w 119647"/>
                <a:gd name="connsiteY17" fmla="*/ 211436 h 211435"/>
                <a:gd name="connsiteX18" fmla="*/ 35016 w 119647"/>
                <a:gd name="connsiteY18" fmla="*/ 199073 h 211435"/>
                <a:gd name="connsiteX19" fmla="*/ 84733 w 119647"/>
                <a:gd name="connsiteY19" fmla="*/ 199073 h 211435"/>
                <a:gd name="connsiteX20" fmla="*/ 84733 w 119647"/>
                <a:gd name="connsiteY20" fmla="*/ 106032 h 211435"/>
                <a:gd name="connsiteX21" fmla="*/ 90961 w 119647"/>
                <a:gd name="connsiteY21" fmla="*/ 99641 h 211435"/>
                <a:gd name="connsiteX22" fmla="*/ 107295 w 119647"/>
                <a:gd name="connsiteY22" fmla="*/ 99641 h 211435"/>
                <a:gd name="connsiteX23" fmla="*/ 107295 w 119647"/>
                <a:gd name="connsiteY23" fmla="*/ 36776 h 211435"/>
                <a:gd name="connsiteX24" fmla="*/ 84427 w 119647"/>
                <a:gd name="connsiteY24" fmla="*/ 13306 h 211435"/>
                <a:gd name="connsiteX25" fmla="*/ 35323 w 119647"/>
                <a:gd name="connsiteY25" fmla="*/ 13306 h 211435"/>
                <a:gd name="connsiteX26" fmla="*/ 12455 w 119647"/>
                <a:gd name="connsiteY26" fmla="*/ 36776 h 211435"/>
                <a:gd name="connsiteX27" fmla="*/ 12455 w 119647"/>
                <a:gd name="connsiteY27" fmla="*/ 99641 h 211435"/>
                <a:gd name="connsiteX28" fmla="*/ 28891 w 119647"/>
                <a:gd name="connsiteY28" fmla="*/ 99641 h 211435"/>
                <a:gd name="connsiteX29" fmla="*/ 35017 w 119647"/>
                <a:gd name="connsiteY29" fmla="*/ 105927 h 211435"/>
                <a:gd name="connsiteX30" fmla="*/ 35016 w 119647"/>
                <a:gd name="connsiteY30" fmla="*/ 106032 h 21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9647" h="211435">
                  <a:moveTo>
                    <a:pt x="90961" y="211436"/>
                  </a:moveTo>
                  <a:lnTo>
                    <a:pt x="28891" y="211436"/>
                  </a:lnTo>
                  <a:cubicBezTo>
                    <a:pt x="25452" y="211436"/>
                    <a:pt x="22664" y="208574"/>
                    <a:pt x="22664" y="205045"/>
                  </a:cubicBezTo>
                  <a:lnTo>
                    <a:pt x="22664" y="112319"/>
                  </a:lnTo>
                  <a:lnTo>
                    <a:pt x="6227" y="112319"/>
                  </a:lnTo>
                  <a:cubicBezTo>
                    <a:pt x="2845" y="112377"/>
                    <a:pt x="57" y="109609"/>
                    <a:pt x="1" y="106138"/>
                  </a:cubicBezTo>
                  <a:cubicBezTo>
                    <a:pt x="0" y="106103"/>
                    <a:pt x="0" y="106068"/>
                    <a:pt x="0" y="106032"/>
                  </a:cubicBezTo>
                  <a:lnTo>
                    <a:pt x="0" y="36252"/>
                  </a:lnTo>
                  <a:cubicBezTo>
                    <a:pt x="0" y="16231"/>
                    <a:pt x="15814" y="0"/>
                    <a:pt x="35323" y="0"/>
                  </a:cubicBezTo>
                  <a:lnTo>
                    <a:pt x="84427" y="0"/>
                  </a:lnTo>
                  <a:cubicBezTo>
                    <a:pt x="103879" y="0"/>
                    <a:pt x="119648" y="16184"/>
                    <a:pt x="119648" y="36147"/>
                  </a:cubicBezTo>
                  <a:cubicBezTo>
                    <a:pt x="119648" y="36182"/>
                    <a:pt x="119648" y="36217"/>
                    <a:pt x="119648" y="36252"/>
                  </a:cubicBezTo>
                  <a:lnTo>
                    <a:pt x="119648" y="106032"/>
                  </a:lnTo>
                  <a:cubicBezTo>
                    <a:pt x="119648" y="109504"/>
                    <a:pt x="116905" y="112319"/>
                    <a:pt x="113522" y="112319"/>
                  </a:cubicBezTo>
                  <a:lnTo>
                    <a:pt x="97086" y="112319"/>
                  </a:lnTo>
                  <a:lnTo>
                    <a:pt x="97086" y="205045"/>
                  </a:lnTo>
                  <a:cubicBezTo>
                    <a:pt x="97143" y="208516"/>
                    <a:pt x="94446" y="211377"/>
                    <a:pt x="91064" y="211435"/>
                  </a:cubicBezTo>
                  <a:cubicBezTo>
                    <a:pt x="91029" y="211436"/>
                    <a:pt x="90995" y="211436"/>
                    <a:pt x="90961" y="211436"/>
                  </a:cubicBezTo>
                  <a:close/>
                  <a:moveTo>
                    <a:pt x="35016" y="199073"/>
                  </a:moveTo>
                  <a:lnTo>
                    <a:pt x="84733" y="199073"/>
                  </a:lnTo>
                  <a:lnTo>
                    <a:pt x="84733" y="106032"/>
                  </a:lnTo>
                  <a:cubicBezTo>
                    <a:pt x="84733" y="102503"/>
                    <a:pt x="87522" y="99641"/>
                    <a:pt x="90961" y="99641"/>
                  </a:cubicBezTo>
                  <a:lnTo>
                    <a:pt x="107295" y="99641"/>
                  </a:lnTo>
                  <a:lnTo>
                    <a:pt x="107295" y="36776"/>
                  </a:lnTo>
                  <a:cubicBezTo>
                    <a:pt x="107295" y="23814"/>
                    <a:pt x="97057" y="13306"/>
                    <a:pt x="84427" y="13306"/>
                  </a:cubicBezTo>
                  <a:lnTo>
                    <a:pt x="35323" y="13306"/>
                  </a:lnTo>
                  <a:cubicBezTo>
                    <a:pt x="22693" y="13306"/>
                    <a:pt x="12455" y="23814"/>
                    <a:pt x="12455" y="36776"/>
                  </a:cubicBezTo>
                  <a:lnTo>
                    <a:pt x="12455" y="99641"/>
                  </a:lnTo>
                  <a:lnTo>
                    <a:pt x="28891" y="99641"/>
                  </a:lnTo>
                  <a:cubicBezTo>
                    <a:pt x="32274" y="99641"/>
                    <a:pt x="35017" y="102455"/>
                    <a:pt x="35017" y="105927"/>
                  </a:cubicBezTo>
                  <a:cubicBezTo>
                    <a:pt x="35017" y="105962"/>
                    <a:pt x="35017" y="105997"/>
                    <a:pt x="35016" y="106032"/>
                  </a:cubicBezTo>
                  <a:close/>
                </a:path>
              </a:pathLst>
            </a:custGeom>
            <a:grpFill/>
            <a:ln w="9891" cap="flat">
              <a:noFill/>
              <a:prstDash val="solid"/>
              <a:miter/>
            </a:ln>
          </p:spPr>
          <p:txBody>
            <a:bodyPr rtlCol="0" anchor="ctr"/>
            <a:lstStyle/>
            <a:p>
              <a:endParaRPr lang="en-EG"/>
            </a:p>
          </p:txBody>
        </p:sp>
        <p:sp>
          <p:nvSpPr>
            <p:cNvPr id="552" name="Freeform 124">
              <a:extLst>
                <a:ext uri="{FF2B5EF4-FFF2-40B4-BE49-F238E27FC236}">
                  <a16:creationId xmlns:a16="http://schemas.microsoft.com/office/drawing/2014/main" id="{525F4451-48A8-7259-C4E8-DDC01B00DDD2}"/>
                </a:ext>
              </a:extLst>
            </p:cNvPr>
            <p:cNvSpPr/>
            <p:nvPr/>
          </p:nvSpPr>
          <p:spPr>
            <a:xfrm>
              <a:off x="6306367" y="2173954"/>
              <a:ext cx="12353" cy="95786"/>
            </a:xfrm>
            <a:custGeom>
              <a:avLst/>
              <a:gdLst>
                <a:gd name="connsiteX0" fmla="*/ 6227 w 12353"/>
                <a:gd name="connsiteY0" fmla="*/ 95787 h 95786"/>
                <a:gd name="connsiteX1" fmla="*/ 0 w 12353"/>
                <a:gd name="connsiteY1" fmla="*/ 89395 h 95786"/>
                <a:gd name="connsiteX2" fmla="*/ 0 w 12353"/>
                <a:gd name="connsiteY2" fmla="*/ 5575 h 95786"/>
                <a:gd name="connsiteX3" fmla="*/ 6972 w 12353"/>
                <a:gd name="connsiteY3" fmla="*/ 53 h 95786"/>
                <a:gd name="connsiteX4" fmla="*/ 12353 w 12353"/>
                <a:gd name="connsiteY4" fmla="*/ 5575 h 95786"/>
                <a:gd name="connsiteX5" fmla="*/ 12353 w 12353"/>
                <a:gd name="connsiteY5" fmla="*/ 89395 h 95786"/>
                <a:gd name="connsiteX6" fmla="*/ 6330 w 12353"/>
                <a:gd name="connsiteY6" fmla="*/ 95786 h 95786"/>
                <a:gd name="connsiteX7" fmla="*/ 6227 w 12353"/>
                <a:gd name="connsiteY7" fmla="*/ 95787 h 95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53" h="95786">
                  <a:moveTo>
                    <a:pt x="6227" y="95787"/>
                  </a:moveTo>
                  <a:cubicBezTo>
                    <a:pt x="2788" y="95787"/>
                    <a:pt x="0" y="92925"/>
                    <a:pt x="0" y="89395"/>
                  </a:cubicBezTo>
                  <a:lnTo>
                    <a:pt x="0" y="5575"/>
                  </a:lnTo>
                  <a:cubicBezTo>
                    <a:pt x="439" y="2074"/>
                    <a:pt x="3561" y="-398"/>
                    <a:pt x="6972" y="53"/>
                  </a:cubicBezTo>
                  <a:cubicBezTo>
                    <a:pt x="9780" y="424"/>
                    <a:pt x="11991" y="2693"/>
                    <a:pt x="12353" y="5575"/>
                  </a:cubicBezTo>
                  <a:lnTo>
                    <a:pt x="12353" y="89395"/>
                  </a:lnTo>
                  <a:cubicBezTo>
                    <a:pt x="12409" y="92867"/>
                    <a:pt x="9713" y="95728"/>
                    <a:pt x="6330" y="95786"/>
                  </a:cubicBezTo>
                  <a:cubicBezTo>
                    <a:pt x="6296" y="95786"/>
                    <a:pt x="6262" y="95787"/>
                    <a:pt x="6227" y="95787"/>
                  </a:cubicBezTo>
                  <a:close/>
                </a:path>
              </a:pathLst>
            </a:custGeom>
            <a:grpFill/>
            <a:ln w="9891" cap="flat">
              <a:noFill/>
              <a:prstDash val="solid"/>
              <a:miter/>
            </a:ln>
          </p:spPr>
          <p:txBody>
            <a:bodyPr rtlCol="0" anchor="ctr"/>
            <a:lstStyle/>
            <a:p>
              <a:endParaRPr lang="en-EG"/>
            </a:p>
          </p:txBody>
        </p:sp>
        <p:sp>
          <p:nvSpPr>
            <p:cNvPr id="553" name="Freeform 125">
              <a:extLst>
                <a:ext uri="{FF2B5EF4-FFF2-40B4-BE49-F238E27FC236}">
                  <a16:creationId xmlns:a16="http://schemas.microsoft.com/office/drawing/2014/main" id="{7A7D865E-ADAA-5CFD-17DF-91F2DEF852E7}"/>
                </a:ext>
              </a:extLst>
            </p:cNvPr>
            <p:cNvSpPr/>
            <p:nvPr/>
          </p:nvSpPr>
          <p:spPr>
            <a:xfrm>
              <a:off x="6275280" y="2094892"/>
              <a:ext cx="12455" cy="75732"/>
            </a:xfrm>
            <a:custGeom>
              <a:avLst/>
              <a:gdLst>
                <a:gd name="connsiteX0" fmla="*/ 6279 w 12455"/>
                <a:gd name="connsiteY0" fmla="*/ 75731 h 75732"/>
                <a:gd name="connsiteX1" fmla="*/ 53 w 12455"/>
                <a:gd name="connsiteY1" fmla="*/ 69551 h 75732"/>
                <a:gd name="connsiteX2" fmla="*/ 52 w 12455"/>
                <a:gd name="connsiteY2" fmla="*/ 69445 h 75732"/>
                <a:gd name="connsiteX3" fmla="*/ 52 w 12455"/>
                <a:gd name="connsiteY3" fmla="*/ 7209 h 75732"/>
                <a:gd name="connsiteX4" fmla="*/ 5432 w 12455"/>
                <a:gd name="connsiteY4" fmla="*/ 53 h 75732"/>
                <a:gd name="connsiteX5" fmla="*/ 12404 w 12455"/>
                <a:gd name="connsiteY5" fmla="*/ 5575 h 75732"/>
                <a:gd name="connsiteX6" fmla="*/ 12404 w 12455"/>
                <a:gd name="connsiteY6" fmla="*/ 7209 h 75732"/>
                <a:gd name="connsiteX7" fmla="*/ 12404 w 12455"/>
                <a:gd name="connsiteY7" fmla="*/ 69445 h 75732"/>
                <a:gd name="connsiteX8" fmla="*/ 6279 w 12455"/>
                <a:gd name="connsiteY8" fmla="*/ 75731 h 7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55" h="75732">
                  <a:moveTo>
                    <a:pt x="6279" y="75731"/>
                  </a:moveTo>
                  <a:cubicBezTo>
                    <a:pt x="2897" y="75789"/>
                    <a:pt x="109" y="73022"/>
                    <a:pt x="53" y="69551"/>
                  </a:cubicBezTo>
                  <a:cubicBezTo>
                    <a:pt x="52" y="69515"/>
                    <a:pt x="52" y="69480"/>
                    <a:pt x="52" y="69445"/>
                  </a:cubicBezTo>
                  <a:lnTo>
                    <a:pt x="52" y="7209"/>
                  </a:lnTo>
                  <a:cubicBezTo>
                    <a:pt x="-388" y="3708"/>
                    <a:pt x="2021" y="504"/>
                    <a:pt x="5432" y="53"/>
                  </a:cubicBezTo>
                  <a:cubicBezTo>
                    <a:pt x="8843" y="-398"/>
                    <a:pt x="11965" y="2074"/>
                    <a:pt x="12404" y="5575"/>
                  </a:cubicBezTo>
                  <a:cubicBezTo>
                    <a:pt x="12472" y="6118"/>
                    <a:pt x="12472" y="6666"/>
                    <a:pt x="12404" y="7209"/>
                  </a:cubicBezTo>
                  <a:lnTo>
                    <a:pt x="12404" y="69445"/>
                  </a:lnTo>
                  <a:cubicBezTo>
                    <a:pt x="12404" y="72917"/>
                    <a:pt x="9662" y="75731"/>
                    <a:pt x="6279" y="75731"/>
                  </a:cubicBezTo>
                  <a:close/>
                </a:path>
              </a:pathLst>
            </a:custGeom>
            <a:grpFill/>
            <a:ln w="9891" cap="flat">
              <a:noFill/>
              <a:prstDash val="solid"/>
              <a:miter/>
            </a:ln>
          </p:spPr>
          <p:txBody>
            <a:bodyPr rtlCol="0" anchor="ctr"/>
            <a:lstStyle/>
            <a:p>
              <a:endParaRPr lang="en-EG"/>
            </a:p>
          </p:txBody>
        </p:sp>
        <p:sp>
          <p:nvSpPr>
            <p:cNvPr id="554" name="Freeform 126">
              <a:extLst>
                <a:ext uri="{FF2B5EF4-FFF2-40B4-BE49-F238E27FC236}">
                  <a16:creationId xmlns:a16="http://schemas.microsoft.com/office/drawing/2014/main" id="{C757D7AA-F319-F26E-8582-F52F24F7AC69}"/>
                </a:ext>
              </a:extLst>
            </p:cNvPr>
            <p:cNvSpPr/>
            <p:nvPr/>
          </p:nvSpPr>
          <p:spPr>
            <a:xfrm>
              <a:off x="6337350" y="2094892"/>
              <a:ext cx="12455" cy="75732"/>
            </a:xfrm>
            <a:custGeom>
              <a:avLst/>
              <a:gdLst>
                <a:gd name="connsiteX0" fmla="*/ 6279 w 12455"/>
                <a:gd name="connsiteY0" fmla="*/ 75731 h 75732"/>
                <a:gd name="connsiteX1" fmla="*/ 53 w 12455"/>
                <a:gd name="connsiteY1" fmla="*/ 69551 h 75732"/>
                <a:gd name="connsiteX2" fmla="*/ 52 w 12455"/>
                <a:gd name="connsiteY2" fmla="*/ 69445 h 75732"/>
                <a:gd name="connsiteX3" fmla="*/ 52 w 12455"/>
                <a:gd name="connsiteY3" fmla="*/ 7209 h 75732"/>
                <a:gd name="connsiteX4" fmla="*/ 5432 w 12455"/>
                <a:gd name="connsiteY4" fmla="*/ 53 h 75732"/>
                <a:gd name="connsiteX5" fmla="*/ 12404 w 12455"/>
                <a:gd name="connsiteY5" fmla="*/ 5575 h 75732"/>
                <a:gd name="connsiteX6" fmla="*/ 12404 w 12455"/>
                <a:gd name="connsiteY6" fmla="*/ 7209 h 75732"/>
                <a:gd name="connsiteX7" fmla="*/ 12404 w 12455"/>
                <a:gd name="connsiteY7" fmla="*/ 69445 h 75732"/>
                <a:gd name="connsiteX8" fmla="*/ 6279 w 12455"/>
                <a:gd name="connsiteY8" fmla="*/ 75731 h 7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55" h="75732">
                  <a:moveTo>
                    <a:pt x="6279" y="75731"/>
                  </a:moveTo>
                  <a:cubicBezTo>
                    <a:pt x="2897" y="75789"/>
                    <a:pt x="109" y="73022"/>
                    <a:pt x="53" y="69551"/>
                  </a:cubicBezTo>
                  <a:cubicBezTo>
                    <a:pt x="52" y="69515"/>
                    <a:pt x="52" y="69480"/>
                    <a:pt x="52" y="69445"/>
                  </a:cubicBezTo>
                  <a:lnTo>
                    <a:pt x="52" y="7209"/>
                  </a:lnTo>
                  <a:cubicBezTo>
                    <a:pt x="-388" y="3708"/>
                    <a:pt x="2021" y="504"/>
                    <a:pt x="5432" y="53"/>
                  </a:cubicBezTo>
                  <a:cubicBezTo>
                    <a:pt x="8843" y="-398"/>
                    <a:pt x="11965" y="2074"/>
                    <a:pt x="12404" y="5575"/>
                  </a:cubicBezTo>
                  <a:cubicBezTo>
                    <a:pt x="12472" y="6118"/>
                    <a:pt x="12472" y="6666"/>
                    <a:pt x="12404" y="7209"/>
                  </a:cubicBezTo>
                  <a:lnTo>
                    <a:pt x="12404" y="69445"/>
                  </a:lnTo>
                  <a:cubicBezTo>
                    <a:pt x="12404" y="72917"/>
                    <a:pt x="9662" y="75731"/>
                    <a:pt x="6279" y="75731"/>
                  </a:cubicBezTo>
                  <a:close/>
                </a:path>
              </a:pathLst>
            </a:custGeom>
            <a:grpFill/>
            <a:ln w="9891" cap="flat">
              <a:noFill/>
              <a:prstDash val="solid"/>
              <a:miter/>
            </a:ln>
          </p:spPr>
          <p:txBody>
            <a:bodyPr rtlCol="0" anchor="ctr"/>
            <a:lstStyle/>
            <a:p>
              <a:endParaRPr lang="en-EG"/>
            </a:p>
          </p:txBody>
        </p:sp>
        <p:sp>
          <p:nvSpPr>
            <p:cNvPr id="555" name="Freeform 127">
              <a:extLst>
                <a:ext uri="{FF2B5EF4-FFF2-40B4-BE49-F238E27FC236}">
                  <a16:creationId xmlns:a16="http://schemas.microsoft.com/office/drawing/2014/main" id="{A90A7DBF-F5AF-3C5B-D15F-FB3192B2CD30}"/>
                </a:ext>
              </a:extLst>
            </p:cNvPr>
            <p:cNvSpPr/>
            <p:nvPr/>
          </p:nvSpPr>
          <p:spPr>
            <a:xfrm>
              <a:off x="6286763" y="1995439"/>
              <a:ext cx="54417" cy="60664"/>
            </a:xfrm>
            <a:custGeom>
              <a:avLst/>
              <a:gdLst>
                <a:gd name="connsiteX0" fmla="*/ 26444 w 54417"/>
                <a:gd name="connsiteY0" fmla="*/ 60665 h 60664"/>
                <a:gd name="connsiteX1" fmla="*/ 5210 w 54417"/>
                <a:gd name="connsiteY1" fmla="*/ 44948 h 60664"/>
                <a:gd name="connsiteX2" fmla="*/ 4 w 54417"/>
                <a:gd name="connsiteY2" fmla="*/ 22527 h 60664"/>
                <a:gd name="connsiteX3" fmla="*/ 4 w 54417"/>
                <a:gd name="connsiteY3" fmla="*/ 15611 h 60664"/>
                <a:gd name="connsiteX4" fmla="*/ 922 w 54417"/>
                <a:gd name="connsiteY4" fmla="*/ 12259 h 60664"/>
                <a:gd name="connsiteX5" fmla="*/ 27057 w 54417"/>
                <a:gd name="connsiteY5" fmla="*/ 0 h 60664"/>
                <a:gd name="connsiteX6" fmla="*/ 54417 w 54417"/>
                <a:gd name="connsiteY6" fmla="*/ 16240 h 60664"/>
                <a:gd name="connsiteX7" fmla="*/ 54417 w 54417"/>
                <a:gd name="connsiteY7" fmla="*/ 22527 h 60664"/>
                <a:gd name="connsiteX8" fmla="*/ 49210 w 54417"/>
                <a:gd name="connsiteY8" fmla="*/ 44948 h 60664"/>
                <a:gd name="connsiteX9" fmla="*/ 27057 w 54417"/>
                <a:gd name="connsiteY9" fmla="*/ 60665 h 60664"/>
                <a:gd name="connsiteX10" fmla="*/ 12356 w 54417"/>
                <a:gd name="connsiteY10" fmla="*/ 18126 h 60664"/>
                <a:gd name="connsiteX11" fmla="*/ 12356 w 54417"/>
                <a:gd name="connsiteY11" fmla="*/ 22527 h 60664"/>
                <a:gd name="connsiteX12" fmla="*/ 16134 w 54417"/>
                <a:gd name="connsiteY12" fmla="*/ 38976 h 60664"/>
                <a:gd name="connsiteX13" fmla="*/ 27057 w 54417"/>
                <a:gd name="connsiteY13" fmla="*/ 47987 h 60664"/>
                <a:gd name="connsiteX14" fmla="*/ 38287 w 54417"/>
                <a:gd name="connsiteY14" fmla="*/ 38976 h 60664"/>
                <a:gd name="connsiteX15" fmla="*/ 42064 w 54417"/>
                <a:gd name="connsiteY15" fmla="*/ 22527 h 60664"/>
                <a:gd name="connsiteX16" fmla="*/ 42064 w 54417"/>
                <a:gd name="connsiteY16" fmla="*/ 17917 h 60664"/>
                <a:gd name="connsiteX17" fmla="*/ 12356 w 54417"/>
                <a:gd name="connsiteY17" fmla="*/ 17917 h 6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417" h="60664">
                  <a:moveTo>
                    <a:pt x="26444" y="60665"/>
                  </a:moveTo>
                  <a:cubicBezTo>
                    <a:pt x="16960" y="60201"/>
                    <a:pt x="8634" y="54039"/>
                    <a:pt x="5210" y="44948"/>
                  </a:cubicBezTo>
                  <a:cubicBezTo>
                    <a:pt x="1698" y="38030"/>
                    <a:pt x="-91" y="30327"/>
                    <a:pt x="4" y="22527"/>
                  </a:cubicBezTo>
                  <a:lnTo>
                    <a:pt x="4" y="15611"/>
                  </a:lnTo>
                  <a:cubicBezTo>
                    <a:pt x="7" y="14429"/>
                    <a:pt x="324" y="13270"/>
                    <a:pt x="922" y="12259"/>
                  </a:cubicBezTo>
                  <a:cubicBezTo>
                    <a:pt x="7483" y="4467"/>
                    <a:pt x="17023" y="-8"/>
                    <a:pt x="27057" y="0"/>
                  </a:cubicBezTo>
                  <a:cubicBezTo>
                    <a:pt x="40329" y="0"/>
                    <a:pt x="54417" y="8382"/>
                    <a:pt x="54417" y="16240"/>
                  </a:cubicBezTo>
                  <a:lnTo>
                    <a:pt x="54417" y="22527"/>
                  </a:lnTo>
                  <a:cubicBezTo>
                    <a:pt x="54462" y="30321"/>
                    <a:pt x="52676" y="38012"/>
                    <a:pt x="49210" y="44948"/>
                  </a:cubicBezTo>
                  <a:cubicBezTo>
                    <a:pt x="45634" y="54329"/>
                    <a:pt x="36871" y="60546"/>
                    <a:pt x="27057" y="60665"/>
                  </a:cubicBezTo>
                  <a:close/>
                  <a:moveTo>
                    <a:pt x="12356" y="18126"/>
                  </a:moveTo>
                  <a:lnTo>
                    <a:pt x="12356" y="22527"/>
                  </a:lnTo>
                  <a:cubicBezTo>
                    <a:pt x="12287" y="28244"/>
                    <a:pt x="13584" y="33892"/>
                    <a:pt x="16134" y="38976"/>
                  </a:cubicBezTo>
                  <a:cubicBezTo>
                    <a:pt x="19196" y="45053"/>
                    <a:pt x="22973" y="48301"/>
                    <a:pt x="27057" y="47987"/>
                  </a:cubicBezTo>
                  <a:cubicBezTo>
                    <a:pt x="31141" y="47673"/>
                    <a:pt x="35224" y="45053"/>
                    <a:pt x="38287" y="38976"/>
                  </a:cubicBezTo>
                  <a:cubicBezTo>
                    <a:pt x="40836" y="33892"/>
                    <a:pt x="42133" y="28244"/>
                    <a:pt x="42064" y="22527"/>
                  </a:cubicBezTo>
                  <a:lnTo>
                    <a:pt x="42064" y="17917"/>
                  </a:lnTo>
                  <a:cubicBezTo>
                    <a:pt x="33379" y="10790"/>
                    <a:pt x="21042" y="10790"/>
                    <a:pt x="12356" y="17917"/>
                  </a:cubicBezTo>
                  <a:close/>
                </a:path>
              </a:pathLst>
            </a:custGeom>
            <a:grpFill/>
            <a:ln w="9891" cap="flat">
              <a:noFill/>
              <a:prstDash val="solid"/>
              <a:miter/>
            </a:ln>
          </p:spPr>
          <p:txBody>
            <a:bodyPr rtlCol="0" anchor="ctr"/>
            <a:lstStyle/>
            <a:p>
              <a:endParaRPr lang="en-EG"/>
            </a:p>
          </p:txBody>
        </p:sp>
        <p:sp>
          <p:nvSpPr>
            <p:cNvPr id="556" name="Freeform 128">
              <a:extLst>
                <a:ext uri="{FF2B5EF4-FFF2-40B4-BE49-F238E27FC236}">
                  <a16:creationId xmlns:a16="http://schemas.microsoft.com/office/drawing/2014/main" id="{E2BCE034-13D5-DBC7-F43A-3469634CBA87}"/>
                </a:ext>
              </a:extLst>
            </p:cNvPr>
            <p:cNvSpPr/>
            <p:nvPr/>
          </p:nvSpPr>
          <p:spPr>
            <a:xfrm>
              <a:off x="6190088" y="2257377"/>
              <a:ext cx="229290" cy="12363"/>
            </a:xfrm>
            <a:custGeom>
              <a:avLst/>
              <a:gdLst>
                <a:gd name="connsiteX0" fmla="*/ 223063 w 229290"/>
                <a:gd name="connsiteY0" fmla="*/ 12363 h 12363"/>
                <a:gd name="connsiteX1" fmla="*/ 6227 w 229290"/>
                <a:gd name="connsiteY1" fmla="*/ 12363 h 12363"/>
                <a:gd name="connsiteX2" fmla="*/ 0 w 229290"/>
                <a:gd name="connsiteY2" fmla="*/ 5972 h 12363"/>
                <a:gd name="connsiteX3" fmla="*/ 6227 w 229290"/>
                <a:gd name="connsiteY3" fmla="*/ 0 h 12363"/>
                <a:gd name="connsiteX4" fmla="*/ 223063 w 229290"/>
                <a:gd name="connsiteY4" fmla="*/ 0 h 12363"/>
                <a:gd name="connsiteX5" fmla="*/ 229291 w 229290"/>
                <a:gd name="connsiteY5" fmla="*/ 6391 h 12363"/>
                <a:gd name="connsiteX6" fmla="*/ 223063 w 229290"/>
                <a:gd name="connsiteY6" fmla="*/ 12363 h 12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290" h="12363">
                  <a:moveTo>
                    <a:pt x="223063" y="12363"/>
                  </a:moveTo>
                  <a:lnTo>
                    <a:pt x="6227" y="12363"/>
                  </a:lnTo>
                  <a:cubicBezTo>
                    <a:pt x="2788" y="12363"/>
                    <a:pt x="0" y="9502"/>
                    <a:pt x="0" y="5972"/>
                  </a:cubicBezTo>
                  <a:cubicBezTo>
                    <a:pt x="215" y="2607"/>
                    <a:pt x="2941" y="-7"/>
                    <a:pt x="6227" y="0"/>
                  </a:cubicBezTo>
                  <a:lnTo>
                    <a:pt x="223063" y="0"/>
                  </a:lnTo>
                  <a:cubicBezTo>
                    <a:pt x="226480" y="56"/>
                    <a:pt x="229236" y="2885"/>
                    <a:pt x="229291" y="6391"/>
                  </a:cubicBezTo>
                  <a:cubicBezTo>
                    <a:pt x="229075" y="9756"/>
                    <a:pt x="226349" y="12371"/>
                    <a:pt x="223063" y="12363"/>
                  </a:cubicBezTo>
                  <a:close/>
                </a:path>
              </a:pathLst>
            </a:custGeom>
            <a:grpFill/>
            <a:ln w="9891" cap="flat">
              <a:noFill/>
              <a:prstDash val="solid"/>
              <a:miter/>
            </a:ln>
          </p:spPr>
          <p:txBody>
            <a:bodyPr rtlCol="0" anchor="ctr"/>
            <a:lstStyle/>
            <a:p>
              <a:endParaRPr lang="en-EG"/>
            </a:p>
          </p:txBody>
        </p:sp>
        <p:sp>
          <p:nvSpPr>
            <p:cNvPr id="557" name="Freeform 129">
              <a:extLst>
                <a:ext uri="{FF2B5EF4-FFF2-40B4-BE49-F238E27FC236}">
                  <a16:creationId xmlns:a16="http://schemas.microsoft.com/office/drawing/2014/main" id="{0D7CA441-BB24-3B3E-917C-AB47185A2C4B}"/>
                </a:ext>
              </a:extLst>
            </p:cNvPr>
            <p:cNvSpPr/>
            <p:nvPr/>
          </p:nvSpPr>
          <p:spPr>
            <a:xfrm>
              <a:off x="6376928" y="2095727"/>
              <a:ext cx="34920" cy="31309"/>
            </a:xfrm>
            <a:custGeom>
              <a:avLst/>
              <a:gdLst>
                <a:gd name="connsiteX0" fmla="*/ 6108 w 34920"/>
                <a:gd name="connsiteY0" fmla="*/ 31310 h 31309"/>
                <a:gd name="connsiteX1" fmla="*/ 1310 w 34920"/>
                <a:gd name="connsiteY1" fmla="*/ 28795 h 31309"/>
                <a:gd name="connsiteX2" fmla="*/ 2331 w 34920"/>
                <a:gd name="connsiteY2" fmla="*/ 19889 h 31309"/>
                <a:gd name="connsiteX3" fmla="*/ 24892 w 34920"/>
                <a:gd name="connsiteY3" fmla="*/ 1344 h 31309"/>
                <a:gd name="connsiteX4" fmla="*/ 33570 w 34920"/>
                <a:gd name="connsiteY4" fmla="*/ 2392 h 31309"/>
                <a:gd name="connsiteX5" fmla="*/ 32632 w 34920"/>
                <a:gd name="connsiteY5" fmla="*/ 11230 h 31309"/>
                <a:gd name="connsiteX6" fmla="*/ 32549 w 34920"/>
                <a:gd name="connsiteY6" fmla="*/ 11298 h 31309"/>
                <a:gd name="connsiteX7" fmla="*/ 9681 w 34920"/>
                <a:gd name="connsiteY7" fmla="*/ 29843 h 31309"/>
                <a:gd name="connsiteX8" fmla="*/ 6108 w 34920"/>
                <a:gd name="connsiteY8" fmla="*/ 31310 h 31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920" h="31309">
                  <a:moveTo>
                    <a:pt x="6108" y="31310"/>
                  </a:moveTo>
                  <a:cubicBezTo>
                    <a:pt x="4212" y="31293"/>
                    <a:pt x="2434" y="30362"/>
                    <a:pt x="1310" y="28795"/>
                  </a:cubicBezTo>
                  <a:cubicBezTo>
                    <a:pt x="-777" y="26039"/>
                    <a:pt x="-322" y="22074"/>
                    <a:pt x="2331" y="19889"/>
                  </a:cubicBezTo>
                  <a:lnTo>
                    <a:pt x="24892" y="1344"/>
                  </a:lnTo>
                  <a:cubicBezTo>
                    <a:pt x="27578" y="-797"/>
                    <a:pt x="31441" y="-331"/>
                    <a:pt x="33570" y="2392"/>
                  </a:cubicBezTo>
                  <a:cubicBezTo>
                    <a:pt x="35689" y="5098"/>
                    <a:pt x="35269" y="9055"/>
                    <a:pt x="32632" y="11230"/>
                  </a:cubicBezTo>
                  <a:cubicBezTo>
                    <a:pt x="32605" y="11253"/>
                    <a:pt x="32577" y="11275"/>
                    <a:pt x="32549" y="11298"/>
                  </a:cubicBezTo>
                  <a:lnTo>
                    <a:pt x="9681" y="29843"/>
                  </a:lnTo>
                  <a:cubicBezTo>
                    <a:pt x="8678" y="30720"/>
                    <a:pt x="7423" y="31235"/>
                    <a:pt x="6108" y="31310"/>
                  </a:cubicBezTo>
                  <a:close/>
                </a:path>
              </a:pathLst>
            </a:custGeom>
            <a:grpFill/>
            <a:ln w="9891" cap="flat">
              <a:noFill/>
              <a:prstDash val="solid"/>
              <a:miter/>
            </a:ln>
          </p:spPr>
          <p:txBody>
            <a:bodyPr rtlCol="0" anchor="ctr"/>
            <a:lstStyle/>
            <a:p>
              <a:endParaRPr lang="en-EG"/>
            </a:p>
          </p:txBody>
        </p:sp>
        <p:sp>
          <p:nvSpPr>
            <p:cNvPr id="558" name="Freeform 130">
              <a:extLst>
                <a:ext uri="{FF2B5EF4-FFF2-40B4-BE49-F238E27FC236}">
                  <a16:creationId xmlns:a16="http://schemas.microsoft.com/office/drawing/2014/main" id="{1C816086-5276-82BB-2BB9-45B54994268A}"/>
                </a:ext>
              </a:extLst>
            </p:cNvPr>
            <p:cNvSpPr/>
            <p:nvPr/>
          </p:nvSpPr>
          <p:spPr>
            <a:xfrm>
              <a:off x="6212974" y="2095758"/>
              <a:ext cx="35287" cy="31279"/>
            </a:xfrm>
            <a:custGeom>
              <a:avLst/>
              <a:gdLst>
                <a:gd name="connsiteX0" fmla="*/ 29078 w 35287"/>
                <a:gd name="connsiteY0" fmla="*/ 31279 h 31279"/>
                <a:gd name="connsiteX1" fmla="*/ 25505 w 35287"/>
                <a:gd name="connsiteY1" fmla="*/ 29812 h 31279"/>
                <a:gd name="connsiteX2" fmla="*/ 2331 w 35287"/>
                <a:gd name="connsiteY2" fmla="*/ 11267 h 31279"/>
                <a:gd name="connsiteX3" fmla="*/ 1310 w 35287"/>
                <a:gd name="connsiteY3" fmla="*/ 2361 h 31279"/>
                <a:gd name="connsiteX4" fmla="*/ 10089 w 35287"/>
                <a:gd name="connsiteY4" fmla="*/ 1314 h 31279"/>
                <a:gd name="connsiteX5" fmla="*/ 32957 w 35287"/>
                <a:gd name="connsiteY5" fmla="*/ 19859 h 31279"/>
                <a:gd name="connsiteX6" fmla="*/ 33978 w 35287"/>
                <a:gd name="connsiteY6" fmla="*/ 28765 h 31279"/>
                <a:gd name="connsiteX7" fmla="*/ 29078 w 35287"/>
                <a:gd name="connsiteY7" fmla="*/ 31279 h 3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87" h="31279">
                  <a:moveTo>
                    <a:pt x="29078" y="31279"/>
                  </a:moveTo>
                  <a:cubicBezTo>
                    <a:pt x="27770" y="31170"/>
                    <a:pt x="26525" y="30658"/>
                    <a:pt x="25505" y="29812"/>
                  </a:cubicBezTo>
                  <a:lnTo>
                    <a:pt x="2331" y="11267"/>
                  </a:lnTo>
                  <a:cubicBezTo>
                    <a:pt x="-322" y="9083"/>
                    <a:pt x="-777" y="5118"/>
                    <a:pt x="1310" y="2361"/>
                  </a:cubicBezTo>
                  <a:cubicBezTo>
                    <a:pt x="3502" y="-323"/>
                    <a:pt x="7355" y="-783"/>
                    <a:pt x="10089" y="1314"/>
                  </a:cubicBezTo>
                  <a:lnTo>
                    <a:pt x="32957" y="19859"/>
                  </a:lnTo>
                  <a:cubicBezTo>
                    <a:pt x="35610" y="22043"/>
                    <a:pt x="36064" y="26008"/>
                    <a:pt x="33978" y="28765"/>
                  </a:cubicBezTo>
                  <a:cubicBezTo>
                    <a:pt x="32821" y="30348"/>
                    <a:pt x="31006" y="31279"/>
                    <a:pt x="29078" y="31279"/>
                  </a:cubicBezTo>
                  <a:close/>
                </a:path>
              </a:pathLst>
            </a:custGeom>
            <a:grpFill/>
            <a:ln w="9891" cap="flat">
              <a:noFill/>
              <a:prstDash val="solid"/>
              <a:miter/>
            </a:ln>
          </p:spPr>
          <p:txBody>
            <a:bodyPr rtlCol="0" anchor="ctr"/>
            <a:lstStyle/>
            <a:p>
              <a:endParaRPr lang="en-EG"/>
            </a:p>
          </p:txBody>
        </p:sp>
        <p:sp>
          <p:nvSpPr>
            <p:cNvPr id="559" name="Freeform 131">
              <a:extLst>
                <a:ext uri="{FF2B5EF4-FFF2-40B4-BE49-F238E27FC236}">
                  <a16:creationId xmlns:a16="http://schemas.microsoft.com/office/drawing/2014/main" id="{2ABD53AC-A880-946D-0A99-96D3C153BA76}"/>
                </a:ext>
              </a:extLst>
            </p:cNvPr>
            <p:cNvSpPr/>
            <p:nvPr/>
          </p:nvSpPr>
          <p:spPr>
            <a:xfrm>
              <a:off x="6189292" y="2220548"/>
              <a:ext cx="67031" cy="12783"/>
            </a:xfrm>
            <a:custGeom>
              <a:avLst/>
              <a:gdLst>
                <a:gd name="connsiteX0" fmla="*/ 60008 w 67031"/>
                <a:gd name="connsiteY0" fmla="*/ 12731 h 12783"/>
                <a:gd name="connsiteX1" fmla="*/ 7024 w 67031"/>
                <a:gd name="connsiteY1" fmla="*/ 12731 h 12783"/>
                <a:gd name="connsiteX2" fmla="*/ 52 w 67031"/>
                <a:gd name="connsiteY2" fmla="*/ 7209 h 12783"/>
                <a:gd name="connsiteX3" fmla="*/ 5432 w 67031"/>
                <a:gd name="connsiteY3" fmla="*/ 53 h 12783"/>
                <a:gd name="connsiteX4" fmla="*/ 7024 w 67031"/>
                <a:gd name="connsiteY4" fmla="*/ 53 h 12783"/>
                <a:gd name="connsiteX5" fmla="*/ 60008 w 67031"/>
                <a:gd name="connsiteY5" fmla="*/ 53 h 12783"/>
                <a:gd name="connsiteX6" fmla="*/ 66980 w 67031"/>
                <a:gd name="connsiteY6" fmla="*/ 5575 h 12783"/>
                <a:gd name="connsiteX7" fmla="*/ 61599 w 67031"/>
                <a:gd name="connsiteY7" fmla="*/ 12731 h 12783"/>
                <a:gd name="connsiteX8" fmla="*/ 60008 w 67031"/>
                <a:gd name="connsiteY8" fmla="*/ 12731 h 12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31" h="12783">
                  <a:moveTo>
                    <a:pt x="60008" y="12731"/>
                  </a:moveTo>
                  <a:lnTo>
                    <a:pt x="7024" y="12731"/>
                  </a:lnTo>
                  <a:cubicBezTo>
                    <a:pt x="3613" y="13182"/>
                    <a:pt x="491" y="10710"/>
                    <a:pt x="52" y="7209"/>
                  </a:cubicBezTo>
                  <a:cubicBezTo>
                    <a:pt x="-388" y="3708"/>
                    <a:pt x="2021" y="504"/>
                    <a:pt x="5432" y="53"/>
                  </a:cubicBezTo>
                  <a:cubicBezTo>
                    <a:pt x="5961" y="-17"/>
                    <a:pt x="6495" y="-17"/>
                    <a:pt x="7024" y="53"/>
                  </a:cubicBezTo>
                  <a:lnTo>
                    <a:pt x="60008" y="53"/>
                  </a:lnTo>
                  <a:cubicBezTo>
                    <a:pt x="63419" y="-398"/>
                    <a:pt x="66540" y="2074"/>
                    <a:pt x="66980" y="5575"/>
                  </a:cubicBezTo>
                  <a:cubicBezTo>
                    <a:pt x="67419" y="9076"/>
                    <a:pt x="65010" y="12280"/>
                    <a:pt x="61599" y="12731"/>
                  </a:cubicBezTo>
                  <a:cubicBezTo>
                    <a:pt x="61071" y="12801"/>
                    <a:pt x="60536" y="12801"/>
                    <a:pt x="60008" y="12731"/>
                  </a:cubicBezTo>
                  <a:close/>
                </a:path>
              </a:pathLst>
            </a:custGeom>
            <a:grpFill/>
            <a:ln w="9891" cap="flat">
              <a:noFill/>
              <a:prstDash val="solid"/>
              <a:miter/>
            </a:ln>
          </p:spPr>
          <p:txBody>
            <a:bodyPr rtlCol="0" anchor="ctr"/>
            <a:lstStyle/>
            <a:p>
              <a:endParaRPr lang="en-EG"/>
            </a:p>
          </p:txBody>
        </p:sp>
        <p:sp>
          <p:nvSpPr>
            <p:cNvPr id="560" name="Freeform 132">
              <a:extLst>
                <a:ext uri="{FF2B5EF4-FFF2-40B4-BE49-F238E27FC236}">
                  <a16:creationId xmlns:a16="http://schemas.microsoft.com/office/drawing/2014/main" id="{FAF2DBE3-1939-14F8-E08C-FE8C7EFED8E0}"/>
                </a:ext>
              </a:extLst>
            </p:cNvPr>
            <p:cNvSpPr/>
            <p:nvPr/>
          </p:nvSpPr>
          <p:spPr>
            <a:xfrm>
              <a:off x="6189292" y="2185972"/>
              <a:ext cx="67031" cy="12783"/>
            </a:xfrm>
            <a:custGeom>
              <a:avLst/>
              <a:gdLst>
                <a:gd name="connsiteX0" fmla="*/ 60008 w 67031"/>
                <a:gd name="connsiteY0" fmla="*/ 12731 h 12783"/>
                <a:gd name="connsiteX1" fmla="*/ 7024 w 67031"/>
                <a:gd name="connsiteY1" fmla="*/ 12731 h 12783"/>
                <a:gd name="connsiteX2" fmla="*/ 52 w 67031"/>
                <a:gd name="connsiteY2" fmla="*/ 7209 h 12783"/>
                <a:gd name="connsiteX3" fmla="*/ 5432 w 67031"/>
                <a:gd name="connsiteY3" fmla="*/ 53 h 12783"/>
                <a:gd name="connsiteX4" fmla="*/ 7024 w 67031"/>
                <a:gd name="connsiteY4" fmla="*/ 53 h 12783"/>
                <a:gd name="connsiteX5" fmla="*/ 60008 w 67031"/>
                <a:gd name="connsiteY5" fmla="*/ 53 h 12783"/>
                <a:gd name="connsiteX6" fmla="*/ 66980 w 67031"/>
                <a:gd name="connsiteY6" fmla="*/ 5575 h 12783"/>
                <a:gd name="connsiteX7" fmla="*/ 61599 w 67031"/>
                <a:gd name="connsiteY7" fmla="*/ 12731 h 12783"/>
                <a:gd name="connsiteX8" fmla="*/ 60008 w 67031"/>
                <a:gd name="connsiteY8" fmla="*/ 12731 h 12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031" h="12783">
                  <a:moveTo>
                    <a:pt x="60008" y="12731"/>
                  </a:moveTo>
                  <a:lnTo>
                    <a:pt x="7024" y="12731"/>
                  </a:lnTo>
                  <a:cubicBezTo>
                    <a:pt x="3613" y="13182"/>
                    <a:pt x="491" y="10709"/>
                    <a:pt x="52" y="7209"/>
                  </a:cubicBezTo>
                  <a:cubicBezTo>
                    <a:pt x="-388" y="3708"/>
                    <a:pt x="2021" y="504"/>
                    <a:pt x="5432" y="53"/>
                  </a:cubicBezTo>
                  <a:cubicBezTo>
                    <a:pt x="5961" y="-17"/>
                    <a:pt x="6495" y="-17"/>
                    <a:pt x="7024" y="53"/>
                  </a:cubicBezTo>
                  <a:lnTo>
                    <a:pt x="60008" y="53"/>
                  </a:lnTo>
                  <a:cubicBezTo>
                    <a:pt x="63419" y="-398"/>
                    <a:pt x="66540" y="2074"/>
                    <a:pt x="66980" y="5575"/>
                  </a:cubicBezTo>
                  <a:cubicBezTo>
                    <a:pt x="67419" y="9076"/>
                    <a:pt x="65010" y="12280"/>
                    <a:pt x="61599" y="12731"/>
                  </a:cubicBezTo>
                  <a:cubicBezTo>
                    <a:pt x="61071" y="12801"/>
                    <a:pt x="60536" y="12801"/>
                    <a:pt x="60008" y="12731"/>
                  </a:cubicBezTo>
                  <a:close/>
                </a:path>
              </a:pathLst>
            </a:custGeom>
            <a:grpFill/>
            <a:ln w="9891" cap="flat">
              <a:noFill/>
              <a:prstDash val="solid"/>
              <a:miter/>
            </a:ln>
          </p:spPr>
          <p:txBody>
            <a:bodyPr rtlCol="0" anchor="ctr"/>
            <a:lstStyle/>
            <a:p>
              <a:endParaRPr lang="en-EG"/>
            </a:p>
          </p:txBody>
        </p:sp>
      </p:grpSp>
      <p:grpSp>
        <p:nvGrpSpPr>
          <p:cNvPr id="561" name="Graphic 84">
            <a:extLst>
              <a:ext uri="{FF2B5EF4-FFF2-40B4-BE49-F238E27FC236}">
                <a16:creationId xmlns:a16="http://schemas.microsoft.com/office/drawing/2014/main" id="{9862F49B-9FCC-A068-399A-4AF8357231CF}"/>
              </a:ext>
            </a:extLst>
          </p:cNvPr>
          <p:cNvGrpSpPr>
            <a:grpSpLocks noChangeAspect="1"/>
          </p:cNvGrpSpPr>
          <p:nvPr/>
        </p:nvGrpSpPr>
        <p:grpSpPr>
          <a:xfrm>
            <a:off x="4677469" y="4918037"/>
            <a:ext cx="295725" cy="361051"/>
            <a:chOff x="6142837" y="2002517"/>
            <a:chExt cx="295725" cy="361051"/>
          </a:xfrm>
          <a:solidFill>
            <a:srgbClr val="FFFFFF"/>
          </a:solidFill>
        </p:grpSpPr>
        <p:sp>
          <p:nvSpPr>
            <p:cNvPr id="562" name="Freeform 134">
              <a:extLst>
                <a:ext uri="{FF2B5EF4-FFF2-40B4-BE49-F238E27FC236}">
                  <a16:creationId xmlns:a16="http://schemas.microsoft.com/office/drawing/2014/main" id="{39260293-FFD0-75C1-3B50-42EE453D8A30}"/>
                </a:ext>
              </a:extLst>
            </p:cNvPr>
            <p:cNvSpPr/>
            <p:nvPr/>
          </p:nvSpPr>
          <p:spPr>
            <a:xfrm>
              <a:off x="6251450" y="2002517"/>
              <a:ext cx="187112" cy="361051"/>
            </a:xfrm>
            <a:custGeom>
              <a:avLst/>
              <a:gdLst>
                <a:gd name="connsiteX0" fmla="*/ 74896 w 187112"/>
                <a:gd name="connsiteY0" fmla="*/ 361052 h 361051"/>
                <a:gd name="connsiteX1" fmla="*/ 28968 w 187112"/>
                <a:gd name="connsiteY1" fmla="*/ 361052 h 361051"/>
                <a:gd name="connsiteX2" fmla="*/ 22797 w 187112"/>
                <a:gd name="connsiteY2" fmla="*/ 354721 h 361051"/>
                <a:gd name="connsiteX3" fmla="*/ 28968 w 187112"/>
                <a:gd name="connsiteY3" fmla="*/ 348391 h 361051"/>
                <a:gd name="connsiteX4" fmla="*/ 68725 w 187112"/>
                <a:gd name="connsiteY4" fmla="*/ 348391 h 361051"/>
                <a:gd name="connsiteX5" fmla="*/ 68725 w 187112"/>
                <a:gd name="connsiteY5" fmla="*/ 292351 h 361051"/>
                <a:gd name="connsiteX6" fmla="*/ 74794 w 187112"/>
                <a:gd name="connsiteY6" fmla="*/ 286124 h 361051"/>
                <a:gd name="connsiteX7" fmla="*/ 74896 w 187112"/>
                <a:gd name="connsiteY7" fmla="*/ 286124 h 361051"/>
                <a:gd name="connsiteX8" fmla="*/ 115361 w 187112"/>
                <a:gd name="connsiteY8" fmla="*/ 286124 h 361051"/>
                <a:gd name="connsiteX9" fmla="*/ 147227 w 187112"/>
                <a:gd name="connsiteY9" fmla="*/ 253331 h 361051"/>
                <a:gd name="connsiteX10" fmla="*/ 147227 w 187112"/>
                <a:gd name="connsiteY10" fmla="*/ 248972 h 361051"/>
                <a:gd name="connsiteX11" fmla="*/ 142270 w 187112"/>
                <a:gd name="connsiteY11" fmla="*/ 245132 h 361051"/>
                <a:gd name="connsiteX12" fmla="*/ 140651 w 187112"/>
                <a:gd name="connsiteY12" fmla="*/ 243161 h 361051"/>
                <a:gd name="connsiteX13" fmla="*/ 145810 w 187112"/>
                <a:gd name="connsiteY13" fmla="*/ 223028 h 361051"/>
                <a:gd name="connsiteX14" fmla="*/ 155927 w 187112"/>
                <a:gd name="connsiteY14" fmla="*/ 216490 h 361051"/>
                <a:gd name="connsiteX15" fmla="*/ 155927 w 187112"/>
                <a:gd name="connsiteY15" fmla="*/ 203725 h 361051"/>
                <a:gd name="connsiteX16" fmla="*/ 166852 w 187112"/>
                <a:gd name="connsiteY16" fmla="*/ 192310 h 361051"/>
                <a:gd name="connsiteX17" fmla="*/ 166953 w 187112"/>
                <a:gd name="connsiteY17" fmla="*/ 192310 h 361051"/>
                <a:gd name="connsiteX18" fmla="*/ 171202 w 187112"/>
                <a:gd name="connsiteY18" fmla="*/ 192310 h 361051"/>
                <a:gd name="connsiteX19" fmla="*/ 173731 w 187112"/>
                <a:gd name="connsiteY19" fmla="*/ 190753 h 361051"/>
                <a:gd name="connsiteX20" fmla="*/ 173731 w 187112"/>
                <a:gd name="connsiteY20" fmla="*/ 187744 h 361051"/>
                <a:gd name="connsiteX21" fmla="*/ 153499 w 187112"/>
                <a:gd name="connsiteY21" fmla="*/ 156611 h 361051"/>
                <a:gd name="connsiteX22" fmla="*/ 149756 w 187112"/>
                <a:gd name="connsiteY22" fmla="*/ 140525 h 361051"/>
                <a:gd name="connsiteX23" fmla="*/ 150666 w 187112"/>
                <a:gd name="connsiteY23" fmla="*/ 127242 h 361051"/>
                <a:gd name="connsiteX24" fmla="*/ 115057 w 187112"/>
                <a:gd name="connsiteY24" fmla="*/ 43286 h 361051"/>
                <a:gd name="connsiteX25" fmla="*/ 7927 w 187112"/>
                <a:gd name="connsiteY25" fmla="*/ 17134 h 361051"/>
                <a:gd name="connsiteX26" fmla="*/ 238 w 187112"/>
                <a:gd name="connsiteY26" fmla="*/ 12983 h 361051"/>
                <a:gd name="connsiteX27" fmla="*/ 4386 w 187112"/>
                <a:gd name="connsiteY27" fmla="*/ 5096 h 361051"/>
                <a:gd name="connsiteX28" fmla="*/ 124061 w 187112"/>
                <a:gd name="connsiteY28" fmla="*/ 34154 h 361051"/>
                <a:gd name="connsiteX29" fmla="*/ 163514 w 187112"/>
                <a:gd name="connsiteY29" fmla="*/ 127553 h 361051"/>
                <a:gd name="connsiteX30" fmla="*/ 162502 w 187112"/>
                <a:gd name="connsiteY30" fmla="*/ 142393 h 361051"/>
                <a:gd name="connsiteX31" fmla="*/ 164323 w 187112"/>
                <a:gd name="connsiteY31" fmla="*/ 149969 h 361051"/>
                <a:gd name="connsiteX32" fmla="*/ 184556 w 187112"/>
                <a:gd name="connsiteY32" fmla="*/ 181102 h 361051"/>
                <a:gd name="connsiteX33" fmla="*/ 180435 w 187112"/>
                <a:gd name="connsiteY33" fmla="*/ 202557 h 361051"/>
                <a:gd name="connsiteX34" fmla="*/ 171910 w 187112"/>
                <a:gd name="connsiteY34" fmla="*/ 205178 h 361051"/>
                <a:gd name="connsiteX35" fmla="*/ 168875 w 187112"/>
                <a:gd name="connsiteY35" fmla="*/ 205178 h 361051"/>
                <a:gd name="connsiteX36" fmla="*/ 168875 w 187112"/>
                <a:gd name="connsiteY36" fmla="*/ 219915 h 361051"/>
                <a:gd name="connsiteX37" fmla="*/ 165942 w 187112"/>
                <a:gd name="connsiteY37" fmla="*/ 225207 h 361051"/>
                <a:gd name="connsiteX38" fmla="*/ 152487 w 187112"/>
                <a:gd name="connsiteY38" fmla="*/ 233717 h 361051"/>
                <a:gd name="connsiteX39" fmla="*/ 151374 w 187112"/>
                <a:gd name="connsiteY39" fmla="*/ 236000 h 361051"/>
                <a:gd name="connsiteX40" fmla="*/ 157343 w 187112"/>
                <a:gd name="connsiteY40" fmla="*/ 240670 h 361051"/>
                <a:gd name="connsiteX41" fmla="*/ 159771 w 187112"/>
                <a:gd name="connsiteY41" fmla="*/ 245755 h 361051"/>
                <a:gd name="connsiteX42" fmla="*/ 159771 w 187112"/>
                <a:gd name="connsiteY42" fmla="*/ 253331 h 361051"/>
                <a:gd name="connsiteX43" fmla="*/ 115664 w 187112"/>
                <a:gd name="connsiteY43" fmla="*/ 298681 h 361051"/>
                <a:gd name="connsiteX44" fmla="*/ 80966 w 187112"/>
                <a:gd name="connsiteY44" fmla="*/ 298681 h 361051"/>
                <a:gd name="connsiteX45" fmla="*/ 80966 w 187112"/>
                <a:gd name="connsiteY45" fmla="*/ 354721 h 361051"/>
                <a:gd name="connsiteX46" fmla="*/ 74896 w 187112"/>
                <a:gd name="connsiteY46" fmla="*/ 361052 h 36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7112" h="361051">
                  <a:moveTo>
                    <a:pt x="74896" y="361052"/>
                  </a:moveTo>
                  <a:lnTo>
                    <a:pt x="28968" y="361052"/>
                  </a:lnTo>
                  <a:cubicBezTo>
                    <a:pt x="25560" y="361052"/>
                    <a:pt x="22797" y="358217"/>
                    <a:pt x="22797" y="354721"/>
                  </a:cubicBezTo>
                  <a:cubicBezTo>
                    <a:pt x="22797" y="351225"/>
                    <a:pt x="25560" y="348391"/>
                    <a:pt x="28968" y="348391"/>
                  </a:cubicBezTo>
                  <a:lnTo>
                    <a:pt x="68725" y="348391"/>
                  </a:lnTo>
                  <a:lnTo>
                    <a:pt x="68725" y="292351"/>
                  </a:lnTo>
                  <a:cubicBezTo>
                    <a:pt x="68725" y="288912"/>
                    <a:pt x="71442" y="286124"/>
                    <a:pt x="74794" y="286124"/>
                  </a:cubicBezTo>
                  <a:cubicBezTo>
                    <a:pt x="74828" y="286124"/>
                    <a:pt x="74862" y="286124"/>
                    <a:pt x="74896" y="286124"/>
                  </a:cubicBezTo>
                  <a:lnTo>
                    <a:pt x="115361" y="286124"/>
                  </a:lnTo>
                  <a:cubicBezTo>
                    <a:pt x="132976" y="286067"/>
                    <a:pt x="147227" y="271402"/>
                    <a:pt x="147227" y="253331"/>
                  </a:cubicBezTo>
                  <a:lnTo>
                    <a:pt x="147227" y="248972"/>
                  </a:lnTo>
                  <a:lnTo>
                    <a:pt x="142270" y="245132"/>
                  </a:lnTo>
                  <a:cubicBezTo>
                    <a:pt x="141626" y="244573"/>
                    <a:pt x="141079" y="243907"/>
                    <a:pt x="140651" y="243161"/>
                  </a:cubicBezTo>
                  <a:cubicBezTo>
                    <a:pt x="136783" y="236122"/>
                    <a:pt x="139068" y="227204"/>
                    <a:pt x="145810" y="223028"/>
                  </a:cubicBezTo>
                  <a:lnTo>
                    <a:pt x="155927" y="216490"/>
                  </a:lnTo>
                  <a:lnTo>
                    <a:pt x="155927" y="203725"/>
                  </a:lnTo>
                  <a:cubicBezTo>
                    <a:pt x="155871" y="197478"/>
                    <a:pt x="160762" y="192368"/>
                    <a:pt x="166852" y="192310"/>
                  </a:cubicBezTo>
                  <a:cubicBezTo>
                    <a:pt x="166886" y="192310"/>
                    <a:pt x="166919" y="192310"/>
                    <a:pt x="166953" y="192310"/>
                  </a:cubicBezTo>
                  <a:lnTo>
                    <a:pt x="171202" y="192310"/>
                  </a:lnTo>
                  <a:cubicBezTo>
                    <a:pt x="172263" y="192318"/>
                    <a:pt x="173239" y="191717"/>
                    <a:pt x="173731" y="190753"/>
                  </a:cubicBezTo>
                  <a:cubicBezTo>
                    <a:pt x="174255" y="189822"/>
                    <a:pt x="174255" y="188675"/>
                    <a:pt x="173731" y="187744"/>
                  </a:cubicBezTo>
                  <a:lnTo>
                    <a:pt x="153499" y="156611"/>
                  </a:lnTo>
                  <a:cubicBezTo>
                    <a:pt x="150380" y="151897"/>
                    <a:pt x="149049" y="146176"/>
                    <a:pt x="149756" y="140525"/>
                  </a:cubicBezTo>
                  <a:cubicBezTo>
                    <a:pt x="150347" y="136123"/>
                    <a:pt x="150651" y="131685"/>
                    <a:pt x="150666" y="127242"/>
                  </a:cubicBezTo>
                  <a:cubicBezTo>
                    <a:pt x="150565" y="95422"/>
                    <a:pt x="137684" y="65051"/>
                    <a:pt x="115057" y="43286"/>
                  </a:cubicBezTo>
                  <a:cubicBezTo>
                    <a:pt x="86232" y="16008"/>
                    <a:pt x="45639" y="6099"/>
                    <a:pt x="7927" y="17134"/>
                  </a:cubicBezTo>
                  <a:cubicBezTo>
                    <a:pt x="4688" y="18149"/>
                    <a:pt x="1256" y="16297"/>
                    <a:pt x="238" y="12983"/>
                  </a:cubicBezTo>
                  <a:cubicBezTo>
                    <a:pt x="-685" y="9636"/>
                    <a:pt x="1152" y="6143"/>
                    <a:pt x="4386" y="5096"/>
                  </a:cubicBezTo>
                  <a:cubicBezTo>
                    <a:pt x="46483" y="-7467"/>
                    <a:pt x="91919" y="3565"/>
                    <a:pt x="124061" y="34154"/>
                  </a:cubicBezTo>
                  <a:cubicBezTo>
                    <a:pt x="149226" y="58357"/>
                    <a:pt x="163507" y="92165"/>
                    <a:pt x="163514" y="127553"/>
                  </a:cubicBezTo>
                  <a:cubicBezTo>
                    <a:pt x="163516" y="132518"/>
                    <a:pt x="163178" y="137477"/>
                    <a:pt x="162502" y="142393"/>
                  </a:cubicBezTo>
                  <a:cubicBezTo>
                    <a:pt x="162196" y="145061"/>
                    <a:pt x="162843" y="147753"/>
                    <a:pt x="164323" y="149969"/>
                  </a:cubicBezTo>
                  <a:lnTo>
                    <a:pt x="184556" y="181102"/>
                  </a:lnTo>
                  <a:cubicBezTo>
                    <a:pt x="189193" y="188194"/>
                    <a:pt x="187348" y="197800"/>
                    <a:pt x="180435" y="202557"/>
                  </a:cubicBezTo>
                  <a:cubicBezTo>
                    <a:pt x="177915" y="204291"/>
                    <a:pt x="174944" y="205205"/>
                    <a:pt x="171910" y="205178"/>
                  </a:cubicBezTo>
                  <a:lnTo>
                    <a:pt x="168875" y="205178"/>
                  </a:lnTo>
                  <a:lnTo>
                    <a:pt x="168875" y="219915"/>
                  </a:lnTo>
                  <a:cubicBezTo>
                    <a:pt x="168862" y="222082"/>
                    <a:pt x="167751" y="224087"/>
                    <a:pt x="165942" y="225207"/>
                  </a:cubicBezTo>
                  <a:lnTo>
                    <a:pt x="152487" y="233717"/>
                  </a:lnTo>
                  <a:cubicBezTo>
                    <a:pt x="151717" y="234194"/>
                    <a:pt x="151284" y="235082"/>
                    <a:pt x="151374" y="236000"/>
                  </a:cubicBezTo>
                  <a:lnTo>
                    <a:pt x="157343" y="240670"/>
                  </a:lnTo>
                  <a:cubicBezTo>
                    <a:pt x="158900" y="241868"/>
                    <a:pt x="159803" y="243759"/>
                    <a:pt x="159771" y="245755"/>
                  </a:cubicBezTo>
                  <a:lnTo>
                    <a:pt x="159771" y="253331"/>
                  </a:lnTo>
                  <a:cubicBezTo>
                    <a:pt x="159771" y="278337"/>
                    <a:pt x="140040" y="298624"/>
                    <a:pt x="115664" y="298681"/>
                  </a:cubicBezTo>
                  <a:lnTo>
                    <a:pt x="80966" y="298681"/>
                  </a:lnTo>
                  <a:lnTo>
                    <a:pt x="80966" y="354721"/>
                  </a:lnTo>
                  <a:cubicBezTo>
                    <a:pt x="80966" y="358177"/>
                    <a:pt x="78264" y="360995"/>
                    <a:pt x="74896" y="361052"/>
                  </a:cubicBezTo>
                  <a:close/>
                </a:path>
              </a:pathLst>
            </a:custGeom>
            <a:grpFill/>
            <a:ln w="9853" cap="flat">
              <a:noFill/>
              <a:prstDash val="solid"/>
              <a:miter/>
            </a:ln>
          </p:spPr>
          <p:txBody>
            <a:bodyPr rtlCol="0" anchor="ctr"/>
            <a:lstStyle/>
            <a:p>
              <a:endParaRPr lang="en-EG"/>
            </a:p>
          </p:txBody>
        </p:sp>
        <p:sp>
          <p:nvSpPr>
            <p:cNvPr id="563" name="Freeform 135">
              <a:extLst>
                <a:ext uri="{FF2B5EF4-FFF2-40B4-BE49-F238E27FC236}">
                  <a16:creationId xmlns:a16="http://schemas.microsoft.com/office/drawing/2014/main" id="{A1CF1312-3114-692A-069C-3AFEA50164D7}"/>
                </a:ext>
              </a:extLst>
            </p:cNvPr>
            <p:cNvSpPr/>
            <p:nvPr/>
          </p:nvSpPr>
          <p:spPr>
            <a:xfrm>
              <a:off x="6163980" y="2052238"/>
              <a:ext cx="151338" cy="155250"/>
            </a:xfrm>
            <a:custGeom>
              <a:avLst/>
              <a:gdLst>
                <a:gd name="connsiteX0" fmla="*/ 75669 w 151338"/>
                <a:gd name="connsiteY0" fmla="*/ 155251 h 155250"/>
                <a:gd name="connsiteX1" fmla="*/ 0 w 151338"/>
                <a:gd name="connsiteY1" fmla="*/ 77625 h 155250"/>
                <a:gd name="connsiteX2" fmla="*/ 75669 w 151338"/>
                <a:gd name="connsiteY2" fmla="*/ 0 h 155250"/>
                <a:gd name="connsiteX3" fmla="*/ 151338 w 151338"/>
                <a:gd name="connsiteY3" fmla="*/ 77625 h 155250"/>
                <a:gd name="connsiteX4" fmla="*/ 75669 w 151338"/>
                <a:gd name="connsiteY4" fmla="*/ 155251 h 155250"/>
                <a:gd name="connsiteX5" fmla="*/ 75669 w 151338"/>
                <a:gd name="connsiteY5" fmla="*/ 12453 h 155250"/>
                <a:gd name="connsiteX6" fmla="*/ 12241 w 151338"/>
                <a:gd name="connsiteY6" fmla="*/ 77522 h 155250"/>
                <a:gd name="connsiteX7" fmla="*/ 75669 w 151338"/>
                <a:gd name="connsiteY7" fmla="*/ 142590 h 155250"/>
                <a:gd name="connsiteX8" fmla="*/ 139098 w 151338"/>
                <a:gd name="connsiteY8" fmla="*/ 77522 h 155250"/>
                <a:gd name="connsiteX9" fmla="*/ 75669 w 151338"/>
                <a:gd name="connsiteY9" fmla="*/ 12453 h 15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338" h="155250">
                  <a:moveTo>
                    <a:pt x="75669" y="155251"/>
                  </a:moveTo>
                  <a:cubicBezTo>
                    <a:pt x="33878" y="155251"/>
                    <a:pt x="0" y="120497"/>
                    <a:pt x="0" y="77625"/>
                  </a:cubicBezTo>
                  <a:cubicBezTo>
                    <a:pt x="0" y="34754"/>
                    <a:pt x="33878" y="0"/>
                    <a:pt x="75669" y="0"/>
                  </a:cubicBezTo>
                  <a:cubicBezTo>
                    <a:pt x="117460" y="0"/>
                    <a:pt x="151338" y="34754"/>
                    <a:pt x="151338" y="77625"/>
                  </a:cubicBezTo>
                  <a:cubicBezTo>
                    <a:pt x="151283" y="120473"/>
                    <a:pt x="117437" y="155193"/>
                    <a:pt x="75669" y="155251"/>
                  </a:cubicBezTo>
                  <a:close/>
                  <a:moveTo>
                    <a:pt x="75669" y="12453"/>
                  </a:moveTo>
                  <a:cubicBezTo>
                    <a:pt x="40639" y="12453"/>
                    <a:pt x="12241" y="41585"/>
                    <a:pt x="12241" y="77522"/>
                  </a:cubicBezTo>
                  <a:cubicBezTo>
                    <a:pt x="12241" y="113458"/>
                    <a:pt x="40639" y="142590"/>
                    <a:pt x="75669" y="142590"/>
                  </a:cubicBezTo>
                  <a:cubicBezTo>
                    <a:pt x="110700" y="142590"/>
                    <a:pt x="139098" y="113458"/>
                    <a:pt x="139098" y="77522"/>
                  </a:cubicBezTo>
                  <a:cubicBezTo>
                    <a:pt x="139042" y="41609"/>
                    <a:pt x="110677" y="12510"/>
                    <a:pt x="75669" y="12453"/>
                  </a:cubicBezTo>
                  <a:close/>
                </a:path>
              </a:pathLst>
            </a:custGeom>
            <a:grpFill/>
            <a:ln w="9853" cap="flat">
              <a:noFill/>
              <a:prstDash val="solid"/>
              <a:miter/>
            </a:ln>
          </p:spPr>
          <p:txBody>
            <a:bodyPr rtlCol="0" anchor="ctr"/>
            <a:lstStyle/>
            <a:p>
              <a:endParaRPr lang="en-EG"/>
            </a:p>
          </p:txBody>
        </p:sp>
        <p:sp>
          <p:nvSpPr>
            <p:cNvPr id="564" name="Freeform 136">
              <a:extLst>
                <a:ext uri="{FF2B5EF4-FFF2-40B4-BE49-F238E27FC236}">
                  <a16:creationId xmlns:a16="http://schemas.microsoft.com/office/drawing/2014/main" id="{6E25DBA8-D76E-DA65-2B13-91E555401933}"/>
                </a:ext>
              </a:extLst>
            </p:cNvPr>
            <p:cNvSpPr/>
            <p:nvPr/>
          </p:nvSpPr>
          <p:spPr>
            <a:xfrm>
              <a:off x="6142837" y="2030548"/>
              <a:ext cx="193625" cy="228414"/>
            </a:xfrm>
            <a:custGeom>
              <a:avLst/>
              <a:gdLst>
                <a:gd name="connsiteX0" fmla="*/ 138593 w 193625"/>
                <a:gd name="connsiteY0" fmla="*/ 228413 h 228414"/>
                <a:gd name="connsiteX1" fmla="*/ 55033 w 193625"/>
                <a:gd name="connsiteY1" fmla="*/ 228413 h 228414"/>
                <a:gd name="connsiteX2" fmla="*/ 49064 w 193625"/>
                <a:gd name="connsiteY2" fmla="*/ 223847 h 228414"/>
                <a:gd name="connsiteX3" fmla="*/ 36824 w 193625"/>
                <a:gd name="connsiteY3" fmla="*/ 177148 h 228414"/>
                <a:gd name="connsiteX4" fmla="*/ 1 w 193625"/>
                <a:gd name="connsiteY4" fmla="*/ 99315 h 228414"/>
                <a:gd name="connsiteX5" fmla="*/ 96813 w 193625"/>
                <a:gd name="connsiteY5" fmla="*/ 0 h 228414"/>
                <a:gd name="connsiteX6" fmla="*/ 193625 w 193625"/>
                <a:gd name="connsiteY6" fmla="*/ 99315 h 228414"/>
                <a:gd name="connsiteX7" fmla="*/ 156802 w 193625"/>
                <a:gd name="connsiteY7" fmla="*/ 177148 h 228414"/>
                <a:gd name="connsiteX8" fmla="*/ 144561 w 193625"/>
                <a:gd name="connsiteY8" fmla="*/ 223847 h 228414"/>
                <a:gd name="connsiteX9" fmla="*/ 138593 w 193625"/>
                <a:gd name="connsiteY9" fmla="*/ 228414 h 228414"/>
                <a:gd name="connsiteX10" fmla="*/ 59686 w 193625"/>
                <a:gd name="connsiteY10" fmla="*/ 215856 h 228414"/>
                <a:gd name="connsiteX11" fmla="*/ 133939 w 193625"/>
                <a:gd name="connsiteY11" fmla="*/ 215856 h 228414"/>
                <a:gd name="connsiteX12" fmla="*/ 145472 w 193625"/>
                <a:gd name="connsiteY12" fmla="*/ 171855 h 228414"/>
                <a:gd name="connsiteX13" fmla="*/ 147697 w 193625"/>
                <a:gd name="connsiteY13" fmla="*/ 168430 h 228414"/>
                <a:gd name="connsiteX14" fmla="*/ 181384 w 193625"/>
                <a:gd name="connsiteY14" fmla="*/ 99315 h 228414"/>
                <a:gd name="connsiteX15" fmla="*/ 96813 w 193625"/>
                <a:gd name="connsiteY15" fmla="*/ 12557 h 228414"/>
                <a:gd name="connsiteX16" fmla="*/ 12241 w 193625"/>
                <a:gd name="connsiteY16" fmla="*/ 99315 h 228414"/>
                <a:gd name="connsiteX17" fmla="*/ 45928 w 193625"/>
                <a:gd name="connsiteY17" fmla="*/ 168430 h 228414"/>
                <a:gd name="connsiteX18" fmla="*/ 48154 w 193625"/>
                <a:gd name="connsiteY18" fmla="*/ 171855 h 22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3625" h="228414">
                  <a:moveTo>
                    <a:pt x="138593" y="228413"/>
                  </a:moveTo>
                  <a:lnTo>
                    <a:pt x="55033" y="228413"/>
                  </a:lnTo>
                  <a:cubicBezTo>
                    <a:pt x="52282" y="228398"/>
                    <a:pt x="49863" y="226547"/>
                    <a:pt x="49064" y="223847"/>
                  </a:cubicBezTo>
                  <a:lnTo>
                    <a:pt x="36824" y="177148"/>
                  </a:lnTo>
                  <a:cubicBezTo>
                    <a:pt x="13491" y="158429"/>
                    <a:pt x="-101" y="129700"/>
                    <a:pt x="1" y="99315"/>
                  </a:cubicBezTo>
                  <a:cubicBezTo>
                    <a:pt x="1" y="44465"/>
                    <a:pt x="43345" y="0"/>
                    <a:pt x="96813" y="0"/>
                  </a:cubicBezTo>
                  <a:cubicBezTo>
                    <a:pt x="150281" y="0"/>
                    <a:pt x="193625" y="44465"/>
                    <a:pt x="193625" y="99315"/>
                  </a:cubicBezTo>
                  <a:cubicBezTo>
                    <a:pt x="193726" y="129700"/>
                    <a:pt x="180134" y="158429"/>
                    <a:pt x="156802" y="177148"/>
                  </a:cubicBezTo>
                  <a:lnTo>
                    <a:pt x="144561" y="223847"/>
                  </a:lnTo>
                  <a:cubicBezTo>
                    <a:pt x="143822" y="226589"/>
                    <a:pt x="141365" y="228469"/>
                    <a:pt x="138593" y="228414"/>
                  </a:cubicBezTo>
                  <a:close/>
                  <a:moveTo>
                    <a:pt x="59686" y="215856"/>
                  </a:moveTo>
                  <a:lnTo>
                    <a:pt x="133939" y="215856"/>
                  </a:lnTo>
                  <a:lnTo>
                    <a:pt x="145472" y="171855"/>
                  </a:lnTo>
                  <a:cubicBezTo>
                    <a:pt x="145896" y="170527"/>
                    <a:pt x="146665" y="169343"/>
                    <a:pt x="147697" y="168430"/>
                  </a:cubicBezTo>
                  <a:cubicBezTo>
                    <a:pt x="168973" y="152174"/>
                    <a:pt x="181472" y="126529"/>
                    <a:pt x="181384" y="99315"/>
                  </a:cubicBezTo>
                  <a:cubicBezTo>
                    <a:pt x="181384" y="51400"/>
                    <a:pt x="143520" y="12557"/>
                    <a:pt x="96813" y="12557"/>
                  </a:cubicBezTo>
                  <a:cubicBezTo>
                    <a:pt x="50105" y="12557"/>
                    <a:pt x="12241" y="51400"/>
                    <a:pt x="12241" y="99315"/>
                  </a:cubicBezTo>
                  <a:cubicBezTo>
                    <a:pt x="12153" y="126529"/>
                    <a:pt x="24652" y="152174"/>
                    <a:pt x="45928" y="168430"/>
                  </a:cubicBezTo>
                  <a:cubicBezTo>
                    <a:pt x="46990" y="169315"/>
                    <a:pt x="47766" y="170509"/>
                    <a:pt x="48154" y="171855"/>
                  </a:cubicBezTo>
                  <a:close/>
                </a:path>
              </a:pathLst>
            </a:custGeom>
            <a:grpFill/>
            <a:ln w="9853" cap="flat">
              <a:noFill/>
              <a:prstDash val="solid"/>
              <a:miter/>
            </a:ln>
          </p:spPr>
          <p:txBody>
            <a:bodyPr rtlCol="0" anchor="ctr"/>
            <a:lstStyle/>
            <a:p>
              <a:endParaRPr lang="en-EG"/>
            </a:p>
          </p:txBody>
        </p:sp>
        <p:sp>
          <p:nvSpPr>
            <p:cNvPr id="565" name="Freeform 137">
              <a:extLst>
                <a:ext uri="{FF2B5EF4-FFF2-40B4-BE49-F238E27FC236}">
                  <a16:creationId xmlns:a16="http://schemas.microsoft.com/office/drawing/2014/main" id="{5A16FBFC-2A0F-80CE-A14A-B8BD14A56700}"/>
                </a:ext>
              </a:extLst>
            </p:cNvPr>
            <p:cNvSpPr/>
            <p:nvPr/>
          </p:nvSpPr>
          <p:spPr>
            <a:xfrm>
              <a:off x="6214579" y="2192166"/>
              <a:ext cx="92518" cy="37011"/>
            </a:xfrm>
            <a:custGeom>
              <a:avLst/>
              <a:gdLst>
                <a:gd name="connsiteX0" fmla="*/ 25070 w 92518"/>
                <a:gd name="connsiteY0" fmla="*/ 37012 h 37011"/>
                <a:gd name="connsiteX1" fmla="*/ 4838 w 92518"/>
                <a:gd name="connsiteY1" fmla="*/ 34833 h 37011"/>
                <a:gd name="connsiteX2" fmla="*/ 134 w 92518"/>
                <a:gd name="connsiteY2" fmla="*/ 27412 h 37011"/>
                <a:gd name="connsiteX3" fmla="*/ 7367 w 92518"/>
                <a:gd name="connsiteY3" fmla="*/ 22587 h 37011"/>
                <a:gd name="connsiteX4" fmla="*/ 82126 w 92518"/>
                <a:gd name="connsiteY4" fmla="*/ 1831 h 37011"/>
                <a:gd name="connsiteX5" fmla="*/ 90709 w 92518"/>
                <a:gd name="connsiteY5" fmla="*/ 1816 h 37011"/>
                <a:gd name="connsiteX6" fmla="*/ 90724 w 92518"/>
                <a:gd name="connsiteY6" fmla="*/ 1831 h 37011"/>
                <a:gd name="connsiteX7" fmla="*/ 90724 w 92518"/>
                <a:gd name="connsiteY7" fmla="*/ 10756 h 37011"/>
                <a:gd name="connsiteX8" fmla="*/ 25070 w 92518"/>
                <a:gd name="connsiteY8" fmla="*/ 37012 h 37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18" h="37011">
                  <a:moveTo>
                    <a:pt x="25070" y="37012"/>
                  </a:moveTo>
                  <a:cubicBezTo>
                    <a:pt x="18270" y="37024"/>
                    <a:pt x="11487" y="36294"/>
                    <a:pt x="4838" y="34833"/>
                  </a:cubicBezTo>
                  <a:cubicBezTo>
                    <a:pt x="1541" y="34116"/>
                    <a:pt x="-565" y="30794"/>
                    <a:pt x="134" y="27412"/>
                  </a:cubicBezTo>
                  <a:cubicBezTo>
                    <a:pt x="832" y="24031"/>
                    <a:pt x="4070" y="21870"/>
                    <a:pt x="7367" y="22587"/>
                  </a:cubicBezTo>
                  <a:cubicBezTo>
                    <a:pt x="34089" y="28380"/>
                    <a:pt x="61898" y="20659"/>
                    <a:pt x="82126" y="1831"/>
                  </a:cubicBezTo>
                  <a:cubicBezTo>
                    <a:pt x="84492" y="-604"/>
                    <a:pt x="88335" y="-611"/>
                    <a:pt x="90709" y="1816"/>
                  </a:cubicBezTo>
                  <a:cubicBezTo>
                    <a:pt x="90714" y="1821"/>
                    <a:pt x="90719" y="1826"/>
                    <a:pt x="90724" y="1831"/>
                  </a:cubicBezTo>
                  <a:cubicBezTo>
                    <a:pt x="93116" y="4300"/>
                    <a:pt x="93116" y="8287"/>
                    <a:pt x="90724" y="10756"/>
                  </a:cubicBezTo>
                  <a:cubicBezTo>
                    <a:pt x="72837" y="27667"/>
                    <a:pt x="49395" y="37041"/>
                    <a:pt x="25070" y="37012"/>
                  </a:cubicBezTo>
                  <a:close/>
                </a:path>
              </a:pathLst>
            </a:custGeom>
            <a:grpFill/>
            <a:ln w="9853" cap="flat">
              <a:noFill/>
              <a:prstDash val="solid"/>
              <a:miter/>
            </a:ln>
          </p:spPr>
          <p:txBody>
            <a:bodyPr rtlCol="0" anchor="ctr"/>
            <a:lstStyle/>
            <a:p>
              <a:endParaRPr lang="en-EG"/>
            </a:p>
          </p:txBody>
        </p:sp>
        <p:sp>
          <p:nvSpPr>
            <p:cNvPr id="566" name="Freeform 138">
              <a:extLst>
                <a:ext uri="{FF2B5EF4-FFF2-40B4-BE49-F238E27FC236}">
                  <a16:creationId xmlns:a16="http://schemas.microsoft.com/office/drawing/2014/main" id="{A3FE8C8F-92F9-95C2-34F4-7E4DA9A4B9FF}"/>
                </a:ext>
              </a:extLst>
            </p:cNvPr>
            <p:cNvSpPr/>
            <p:nvPr/>
          </p:nvSpPr>
          <p:spPr>
            <a:xfrm>
              <a:off x="6200095" y="2246405"/>
              <a:ext cx="79109" cy="29992"/>
            </a:xfrm>
            <a:custGeom>
              <a:avLst/>
              <a:gdLst>
                <a:gd name="connsiteX0" fmla="*/ 73039 w 79109"/>
                <a:gd name="connsiteY0" fmla="*/ 29992 h 29992"/>
                <a:gd name="connsiteX1" fmla="*/ 6171 w 79109"/>
                <a:gd name="connsiteY1" fmla="*/ 29992 h 29992"/>
                <a:gd name="connsiteX2" fmla="*/ 1 w 79109"/>
                <a:gd name="connsiteY2" fmla="*/ 23870 h 29992"/>
                <a:gd name="connsiteX3" fmla="*/ 0 w 79109"/>
                <a:gd name="connsiteY3" fmla="*/ 23765 h 29992"/>
                <a:gd name="connsiteX4" fmla="*/ 0 w 79109"/>
                <a:gd name="connsiteY4" fmla="*/ 6330 h 29992"/>
                <a:gd name="connsiteX5" fmla="*/ 6171 w 79109"/>
                <a:gd name="connsiteY5" fmla="*/ 0 h 29992"/>
                <a:gd name="connsiteX6" fmla="*/ 73039 w 79109"/>
                <a:gd name="connsiteY6" fmla="*/ 0 h 29992"/>
                <a:gd name="connsiteX7" fmla="*/ 79110 w 79109"/>
                <a:gd name="connsiteY7" fmla="*/ 6226 h 29992"/>
                <a:gd name="connsiteX8" fmla="*/ 79109 w 79109"/>
                <a:gd name="connsiteY8" fmla="*/ 6330 h 29992"/>
                <a:gd name="connsiteX9" fmla="*/ 79109 w 79109"/>
                <a:gd name="connsiteY9" fmla="*/ 23765 h 29992"/>
                <a:gd name="connsiteX10" fmla="*/ 73039 w 79109"/>
                <a:gd name="connsiteY10" fmla="*/ 29992 h 29992"/>
                <a:gd name="connsiteX11" fmla="*/ 12342 w 79109"/>
                <a:gd name="connsiteY11" fmla="*/ 17435 h 29992"/>
                <a:gd name="connsiteX12" fmla="*/ 66969 w 79109"/>
                <a:gd name="connsiteY12" fmla="*/ 17435 h 29992"/>
                <a:gd name="connsiteX13" fmla="*/ 66969 w 79109"/>
                <a:gd name="connsiteY13" fmla="*/ 12557 h 29992"/>
                <a:gd name="connsiteX14" fmla="*/ 12241 w 79109"/>
                <a:gd name="connsiteY14" fmla="*/ 12557 h 29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109" h="29992">
                  <a:moveTo>
                    <a:pt x="73039" y="29992"/>
                  </a:moveTo>
                  <a:lnTo>
                    <a:pt x="6171" y="29992"/>
                  </a:lnTo>
                  <a:cubicBezTo>
                    <a:pt x="2819" y="30049"/>
                    <a:pt x="57" y="27308"/>
                    <a:pt x="1" y="23870"/>
                  </a:cubicBezTo>
                  <a:cubicBezTo>
                    <a:pt x="0" y="23835"/>
                    <a:pt x="0" y="23800"/>
                    <a:pt x="0" y="23765"/>
                  </a:cubicBezTo>
                  <a:lnTo>
                    <a:pt x="0" y="6330"/>
                  </a:lnTo>
                  <a:cubicBezTo>
                    <a:pt x="0" y="2834"/>
                    <a:pt x="2763" y="0"/>
                    <a:pt x="6171" y="0"/>
                  </a:cubicBezTo>
                  <a:lnTo>
                    <a:pt x="73039" y="0"/>
                  </a:lnTo>
                  <a:cubicBezTo>
                    <a:pt x="76391" y="0"/>
                    <a:pt x="79109" y="2787"/>
                    <a:pt x="79110" y="6226"/>
                  </a:cubicBezTo>
                  <a:cubicBezTo>
                    <a:pt x="79110" y="6261"/>
                    <a:pt x="79109" y="6296"/>
                    <a:pt x="79109" y="6330"/>
                  </a:cubicBezTo>
                  <a:lnTo>
                    <a:pt x="79109" y="23765"/>
                  </a:lnTo>
                  <a:cubicBezTo>
                    <a:pt x="79109" y="27204"/>
                    <a:pt x="76391" y="29992"/>
                    <a:pt x="73039" y="29992"/>
                  </a:cubicBezTo>
                  <a:close/>
                  <a:moveTo>
                    <a:pt x="12342" y="17435"/>
                  </a:moveTo>
                  <a:lnTo>
                    <a:pt x="66969" y="17435"/>
                  </a:lnTo>
                  <a:lnTo>
                    <a:pt x="66969" y="12557"/>
                  </a:lnTo>
                  <a:lnTo>
                    <a:pt x="12241" y="12557"/>
                  </a:lnTo>
                  <a:close/>
                </a:path>
              </a:pathLst>
            </a:custGeom>
            <a:grpFill/>
            <a:ln w="9853" cap="flat">
              <a:noFill/>
              <a:prstDash val="solid"/>
              <a:miter/>
            </a:ln>
          </p:spPr>
          <p:txBody>
            <a:bodyPr rtlCol="0" anchor="ctr"/>
            <a:lstStyle/>
            <a:p>
              <a:endParaRPr lang="en-EG"/>
            </a:p>
          </p:txBody>
        </p:sp>
        <p:sp>
          <p:nvSpPr>
            <p:cNvPr id="567" name="Freeform 139">
              <a:extLst>
                <a:ext uri="{FF2B5EF4-FFF2-40B4-BE49-F238E27FC236}">
                  <a16:creationId xmlns:a16="http://schemas.microsoft.com/office/drawing/2014/main" id="{FF7EF51C-5515-4E7D-2098-0EA269EABA7A}"/>
                </a:ext>
              </a:extLst>
            </p:cNvPr>
            <p:cNvSpPr/>
            <p:nvPr/>
          </p:nvSpPr>
          <p:spPr>
            <a:xfrm>
              <a:off x="6185831" y="2263424"/>
              <a:ext cx="107737" cy="80427"/>
            </a:xfrm>
            <a:custGeom>
              <a:avLst/>
              <a:gdLst>
                <a:gd name="connsiteX0" fmla="*/ 93879 w 107737"/>
                <a:gd name="connsiteY0" fmla="*/ 80427 h 80427"/>
                <a:gd name="connsiteX1" fmla="*/ 13860 w 107737"/>
                <a:gd name="connsiteY1" fmla="*/ 80427 h 80427"/>
                <a:gd name="connsiteX2" fmla="*/ 0 w 107737"/>
                <a:gd name="connsiteY2" fmla="*/ 66210 h 80427"/>
                <a:gd name="connsiteX3" fmla="*/ 0 w 107737"/>
                <a:gd name="connsiteY3" fmla="*/ 66106 h 80427"/>
                <a:gd name="connsiteX4" fmla="*/ 0 w 107737"/>
                <a:gd name="connsiteY4" fmla="*/ 14217 h 80427"/>
                <a:gd name="connsiteX5" fmla="*/ 13860 w 107737"/>
                <a:gd name="connsiteY5" fmla="*/ 0 h 80427"/>
                <a:gd name="connsiteX6" fmla="*/ 93879 w 107737"/>
                <a:gd name="connsiteY6" fmla="*/ 0 h 80427"/>
                <a:gd name="connsiteX7" fmla="*/ 107738 w 107737"/>
                <a:gd name="connsiteY7" fmla="*/ 14217 h 80427"/>
                <a:gd name="connsiteX8" fmla="*/ 107738 w 107737"/>
                <a:gd name="connsiteY8" fmla="*/ 66106 h 80427"/>
                <a:gd name="connsiteX9" fmla="*/ 93879 w 107737"/>
                <a:gd name="connsiteY9" fmla="*/ 80427 h 80427"/>
                <a:gd name="connsiteX10" fmla="*/ 13860 w 107737"/>
                <a:gd name="connsiteY10" fmla="*/ 12972 h 80427"/>
                <a:gd name="connsiteX11" fmla="*/ 12241 w 107737"/>
                <a:gd name="connsiteY11" fmla="*/ 14633 h 80427"/>
                <a:gd name="connsiteX12" fmla="*/ 12241 w 107737"/>
                <a:gd name="connsiteY12" fmla="*/ 66521 h 80427"/>
                <a:gd name="connsiteX13" fmla="*/ 13860 w 107737"/>
                <a:gd name="connsiteY13" fmla="*/ 68182 h 80427"/>
                <a:gd name="connsiteX14" fmla="*/ 93879 w 107737"/>
                <a:gd name="connsiteY14" fmla="*/ 68182 h 80427"/>
                <a:gd name="connsiteX15" fmla="*/ 95497 w 107737"/>
                <a:gd name="connsiteY15" fmla="*/ 66521 h 80427"/>
                <a:gd name="connsiteX16" fmla="*/ 95497 w 107737"/>
                <a:gd name="connsiteY16" fmla="*/ 14633 h 80427"/>
                <a:gd name="connsiteX17" fmla="*/ 93879 w 107737"/>
                <a:gd name="connsiteY17" fmla="*/ 12972 h 80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737" h="80427">
                  <a:moveTo>
                    <a:pt x="93879" y="80427"/>
                  </a:moveTo>
                  <a:lnTo>
                    <a:pt x="13860" y="80427"/>
                  </a:lnTo>
                  <a:cubicBezTo>
                    <a:pt x="6205" y="80428"/>
                    <a:pt x="0" y="74062"/>
                    <a:pt x="0" y="66210"/>
                  </a:cubicBezTo>
                  <a:cubicBezTo>
                    <a:pt x="0" y="66176"/>
                    <a:pt x="0" y="66141"/>
                    <a:pt x="0" y="66106"/>
                  </a:cubicBezTo>
                  <a:lnTo>
                    <a:pt x="0" y="14217"/>
                  </a:lnTo>
                  <a:cubicBezTo>
                    <a:pt x="0" y="6365"/>
                    <a:pt x="6205" y="0"/>
                    <a:pt x="13860" y="0"/>
                  </a:cubicBezTo>
                  <a:lnTo>
                    <a:pt x="93879" y="0"/>
                  </a:lnTo>
                  <a:cubicBezTo>
                    <a:pt x="101510" y="57"/>
                    <a:pt x="107683" y="6389"/>
                    <a:pt x="107738" y="14217"/>
                  </a:cubicBezTo>
                  <a:lnTo>
                    <a:pt x="107738" y="66106"/>
                  </a:lnTo>
                  <a:cubicBezTo>
                    <a:pt x="107738" y="73975"/>
                    <a:pt x="101549" y="80370"/>
                    <a:pt x="93879" y="80427"/>
                  </a:cubicBezTo>
                  <a:close/>
                  <a:moveTo>
                    <a:pt x="13860" y="12972"/>
                  </a:moveTo>
                  <a:cubicBezTo>
                    <a:pt x="12966" y="12972"/>
                    <a:pt x="12241" y="13716"/>
                    <a:pt x="12241" y="14633"/>
                  </a:cubicBezTo>
                  <a:lnTo>
                    <a:pt x="12241" y="66521"/>
                  </a:lnTo>
                  <a:cubicBezTo>
                    <a:pt x="12241" y="67438"/>
                    <a:pt x="12966" y="68182"/>
                    <a:pt x="13860" y="68182"/>
                  </a:cubicBezTo>
                  <a:lnTo>
                    <a:pt x="93879" y="68182"/>
                  </a:lnTo>
                  <a:cubicBezTo>
                    <a:pt x="94773" y="68182"/>
                    <a:pt x="95497" y="67438"/>
                    <a:pt x="95497" y="66521"/>
                  </a:cubicBezTo>
                  <a:lnTo>
                    <a:pt x="95497" y="14633"/>
                  </a:lnTo>
                  <a:cubicBezTo>
                    <a:pt x="95497" y="13716"/>
                    <a:pt x="94773" y="12972"/>
                    <a:pt x="93879" y="12972"/>
                  </a:cubicBezTo>
                  <a:close/>
                </a:path>
              </a:pathLst>
            </a:custGeom>
            <a:grpFill/>
            <a:ln w="9853" cap="flat">
              <a:noFill/>
              <a:prstDash val="solid"/>
              <a:miter/>
            </a:ln>
          </p:spPr>
          <p:txBody>
            <a:bodyPr rtlCol="0" anchor="ctr"/>
            <a:lstStyle/>
            <a:p>
              <a:endParaRPr lang="en-EG"/>
            </a:p>
          </p:txBody>
        </p:sp>
        <p:sp>
          <p:nvSpPr>
            <p:cNvPr id="568" name="Freeform 140">
              <a:extLst>
                <a:ext uri="{FF2B5EF4-FFF2-40B4-BE49-F238E27FC236}">
                  <a16:creationId xmlns:a16="http://schemas.microsoft.com/office/drawing/2014/main" id="{E1A2ECFB-B698-A0DE-F207-FC2346F79CF0}"/>
                </a:ext>
              </a:extLst>
            </p:cNvPr>
            <p:cNvSpPr/>
            <p:nvPr/>
          </p:nvSpPr>
          <p:spPr>
            <a:xfrm>
              <a:off x="6186518" y="2284957"/>
              <a:ext cx="79615" cy="12661"/>
            </a:xfrm>
            <a:custGeom>
              <a:avLst/>
              <a:gdLst>
                <a:gd name="connsiteX0" fmla="*/ 72656 w 79615"/>
                <a:gd name="connsiteY0" fmla="*/ 12610 h 12661"/>
                <a:gd name="connsiteX1" fmla="*/ 5383 w 79615"/>
                <a:gd name="connsiteY1" fmla="*/ 12610 h 12661"/>
                <a:gd name="connsiteX2" fmla="*/ 51 w 79615"/>
                <a:gd name="connsiteY2" fmla="*/ 5522 h 12661"/>
                <a:gd name="connsiteX3" fmla="*/ 5383 w 79615"/>
                <a:gd name="connsiteY3" fmla="*/ 53 h 12661"/>
                <a:gd name="connsiteX4" fmla="*/ 72656 w 79615"/>
                <a:gd name="connsiteY4" fmla="*/ 53 h 12661"/>
                <a:gd name="connsiteX5" fmla="*/ 79565 w 79615"/>
                <a:gd name="connsiteY5" fmla="*/ 5522 h 12661"/>
                <a:gd name="connsiteX6" fmla="*/ 74233 w 79615"/>
                <a:gd name="connsiteY6" fmla="*/ 12610 h 12661"/>
                <a:gd name="connsiteX7" fmla="*/ 72656 w 79615"/>
                <a:gd name="connsiteY7" fmla="*/ 12610 h 12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615" h="12661">
                  <a:moveTo>
                    <a:pt x="72656" y="12610"/>
                  </a:moveTo>
                  <a:lnTo>
                    <a:pt x="5383" y="12610"/>
                  </a:lnTo>
                  <a:cubicBezTo>
                    <a:pt x="2003" y="12163"/>
                    <a:pt x="-384" y="8990"/>
                    <a:pt x="51" y="5522"/>
                  </a:cubicBezTo>
                  <a:cubicBezTo>
                    <a:pt x="410" y="2668"/>
                    <a:pt x="2600" y="420"/>
                    <a:pt x="5383" y="53"/>
                  </a:cubicBezTo>
                  <a:lnTo>
                    <a:pt x="72656" y="53"/>
                  </a:lnTo>
                  <a:cubicBezTo>
                    <a:pt x="76036" y="-394"/>
                    <a:pt x="79129" y="2055"/>
                    <a:pt x="79565" y="5522"/>
                  </a:cubicBezTo>
                  <a:cubicBezTo>
                    <a:pt x="80000" y="8990"/>
                    <a:pt x="77613" y="12163"/>
                    <a:pt x="74233" y="12610"/>
                  </a:cubicBezTo>
                  <a:cubicBezTo>
                    <a:pt x="73709" y="12679"/>
                    <a:pt x="73179" y="12679"/>
                    <a:pt x="72656" y="12610"/>
                  </a:cubicBezTo>
                  <a:close/>
                </a:path>
              </a:pathLst>
            </a:custGeom>
            <a:grpFill/>
            <a:ln w="9853" cap="flat">
              <a:noFill/>
              <a:prstDash val="solid"/>
              <a:miter/>
            </a:ln>
          </p:spPr>
          <p:txBody>
            <a:bodyPr rtlCol="0" anchor="ctr"/>
            <a:lstStyle/>
            <a:p>
              <a:endParaRPr lang="en-EG"/>
            </a:p>
          </p:txBody>
        </p:sp>
        <p:sp>
          <p:nvSpPr>
            <p:cNvPr id="569" name="Freeform 141">
              <a:extLst>
                <a:ext uri="{FF2B5EF4-FFF2-40B4-BE49-F238E27FC236}">
                  <a16:creationId xmlns:a16="http://schemas.microsoft.com/office/drawing/2014/main" id="{444630AC-2501-0159-2C9F-F5FC2177CB95}"/>
                </a:ext>
              </a:extLst>
            </p:cNvPr>
            <p:cNvSpPr/>
            <p:nvPr/>
          </p:nvSpPr>
          <p:spPr>
            <a:xfrm>
              <a:off x="6186518" y="2309345"/>
              <a:ext cx="89023" cy="12661"/>
            </a:xfrm>
            <a:custGeom>
              <a:avLst/>
              <a:gdLst>
                <a:gd name="connsiteX0" fmla="*/ 82064 w 89023"/>
                <a:gd name="connsiteY0" fmla="*/ 12610 h 12661"/>
                <a:gd name="connsiteX1" fmla="*/ 5383 w 89023"/>
                <a:gd name="connsiteY1" fmla="*/ 12610 h 12661"/>
                <a:gd name="connsiteX2" fmla="*/ 51 w 89023"/>
                <a:gd name="connsiteY2" fmla="*/ 5522 h 12661"/>
                <a:gd name="connsiteX3" fmla="*/ 5383 w 89023"/>
                <a:gd name="connsiteY3" fmla="*/ 53 h 12661"/>
                <a:gd name="connsiteX4" fmla="*/ 82064 w 89023"/>
                <a:gd name="connsiteY4" fmla="*/ 53 h 12661"/>
                <a:gd name="connsiteX5" fmla="*/ 88973 w 89023"/>
                <a:gd name="connsiteY5" fmla="*/ 5522 h 12661"/>
                <a:gd name="connsiteX6" fmla="*/ 83641 w 89023"/>
                <a:gd name="connsiteY6" fmla="*/ 12610 h 12661"/>
                <a:gd name="connsiteX7" fmla="*/ 82064 w 89023"/>
                <a:gd name="connsiteY7" fmla="*/ 12610 h 12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023" h="12661">
                  <a:moveTo>
                    <a:pt x="82064" y="12610"/>
                  </a:moveTo>
                  <a:lnTo>
                    <a:pt x="5383" y="12610"/>
                  </a:lnTo>
                  <a:cubicBezTo>
                    <a:pt x="2003" y="12163"/>
                    <a:pt x="-384" y="8990"/>
                    <a:pt x="51" y="5522"/>
                  </a:cubicBezTo>
                  <a:cubicBezTo>
                    <a:pt x="410" y="2668"/>
                    <a:pt x="2600" y="420"/>
                    <a:pt x="5383" y="53"/>
                  </a:cubicBezTo>
                  <a:lnTo>
                    <a:pt x="82064" y="53"/>
                  </a:lnTo>
                  <a:cubicBezTo>
                    <a:pt x="85444" y="-394"/>
                    <a:pt x="88537" y="2055"/>
                    <a:pt x="88973" y="5522"/>
                  </a:cubicBezTo>
                  <a:cubicBezTo>
                    <a:pt x="89408" y="8990"/>
                    <a:pt x="87021" y="12163"/>
                    <a:pt x="83641" y="12610"/>
                  </a:cubicBezTo>
                  <a:cubicBezTo>
                    <a:pt x="83117" y="12679"/>
                    <a:pt x="82587" y="12679"/>
                    <a:pt x="82064" y="12610"/>
                  </a:cubicBezTo>
                  <a:close/>
                </a:path>
              </a:pathLst>
            </a:custGeom>
            <a:grpFill/>
            <a:ln w="9853" cap="flat">
              <a:noFill/>
              <a:prstDash val="solid"/>
              <a:miter/>
            </a:ln>
          </p:spPr>
          <p:txBody>
            <a:bodyPr rtlCol="0" anchor="ctr"/>
            <a:lstStyle/>
            <a:p>
              <a:endParaRPr lang="en-EG"/>
            </a:p>
          </p:txBody>
        </p:sp>
        <p:sp>
          <p:nvSpPr>
            <p:cNvPr id="570" name="Freeform 142">
              <a:extLst>
                <a:ext uri="{FF2B5EF4-FFF2-40B4-BE49-F238E27FC236}">
                  <a16:creationId xmlns:a16="http://schemas.microsoft.com/office/drawing/2014/main" id="{40FAD351-DA4C-8881-2D8B-C62CA85A5AFE}"/>
                </a:ext>
              </a:extLst>
            </p:cNvPr>
            <p:cNvSpPr/>
            <p:nvPr/>
          </p:nvSpPr>
          <p:spPr>
            <a:xfrm>
              <a:off x="6215573" y="2331190"/>
              <a:ext cx="48153" cy="32378"/>
            </a:xfrm>
            <a:custGeom>
              <a:avLst/>
              <a:gdLst>
                <a:gd name="connsiteX0" fmla="*/ 24077 w 48153"/>
                <a:gd name="connsiteY0" fmla="*/ 32378 h 32378"/>
                <a:gd name="connsiteX1" fmla="*/ 0 w 48153"/>
                <a:gd name="connsiteY1" fmla="*/ 7679 h 32378"/>
                <a:gd name="connsiteX2" fmla="*/ 0 w 48153"/>
                <a:gd name="connsiteY2" fmla="*/ 6330 h 32378"/>
                <a:gd name="connsiteX3" fmla="*/ 6171 w 48153"/>
                <a:gd name="connsiteY3" fmla="*/ 0 h 32378"/>
                <a:gd name="connsiteX4" fmla="*/ 41982 w 48153"/>
                <a:gd name="connsiteY4" fmla="*/ 0 h 32378"/>
                <a:gd name="connsiteX5" fmla="*/ 48153 w 48153"/>
                <a:gd name="connsiteY5" fmla="*/ 6330 h 32378"/>
                <a:gd name="connsiteX6" fmla="*/ 48153 w 48153"/>
                <a:gd name="connsiteY6" fmla="*/ 7679 h 32378"/>
                <a:gd name="connsiteX7" fmla="*/ 24077 w 48153"/>
                <a:gd name="connsiteY7" fmla="*/ 32378 h 32378"/>
                <a:gd name="connsiteX8" fmla="*/ 13353 w 48153"/>
                <a:gd name="connsiteY8" fmla="*/ 12661 h 32378"/>
                <a:gd name="connsiteX9" fmla="*/ 24077 w 48153"/>
                <a:gd name="connsiteY9" fmla="*/ 19718 h 32378"/>
                <a:gd name="connsiteX10" fmla="*/ 34901 w 48153"/>
                <a:gd name="connsiteY10" fmla="*/ 12661 h 32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153" h="32378">
                  <a:moveTo>
                    <a:pt x="24077" y="32378"/>
                  </a:moveTo>
                  <a:cubicBezTo>
                    <a:pt x="10802" y="32322"/>
                    <a:pt x="55" y="21297"/>
                    <a:pt x="0" y="7679"/>
                  </a:cubicBezTo>
                  <a:lnTo>
                    <a:pt x="0" y="6330"/>
                  </a:lnTo>
                  <a:cubicBezTo>
                    <a:pt x="0" y="2834"/>
                    <a:pt x="2763" y="0"/>
                    <a:pt x="6171" y="0"/>
                  </a:cubicBezTo>
                  <a:lnTo>
                    <a:pt x="41982" y="0"/>
                  </a:lnTo>
                  <a:cubicBezTo>
                    <a:pt x="45390" y="0"/>
                    <a:pt x="48153" y="2834"/>
                    <a:pt x="48153" y="6330"/>
                  </a:cubicBezTo>
                  <a:lnTo>
                    <a:pt x="48153" y="7679"/>
                  </a:lnTo>
                  <a:cubicBezTo>
                    <a:pt x="48098" y="21297"/>
                    <a:pt x="37351" y="32322"/>
                    <a:pt x="24077" y="32378"/>
                  </a:cubicBezTo>
                  <a:close/>
                  <a:moveTo>
                    <a:pt x="13353" y="12661"/>
                  </a:moveTo>
                  <a:cubicBezTo>
                    <a:pt x="15264" y="16972"/>
                    <a:pt x="19460" y="19734"/>
                    <a:pt x="24077" y="19718"/>
                  </a:cubicBezTo>
                  <a:cubicBezTo>
                    <a:pt x="28707" y="19697"/>
                    <a:pt x="32916" y="16953"/>
                    <a:pt x="34901" y="12661"/>
                  </a:cubicBezTo>
                  <a:close/>
                </a:path>
              </a:pathLst>
            </a:custGeom>
            <a:grpFill/>
            <a:ln w="9853" cap="flat">
              <a:noFill/>
              <a:prstDash val="solid"/>
              <a:miter/>
            </a:ln>
          </p:spPr>
          <p:txBody>
            <a:bodyPr rtlCol="0" anchor="ctr"/>
            <a:lstStyle/>
            <a:p>
              <a:endParaRPr lang="en-EG"/>
            </a:p>
          </p:txBody>
        </p:sp>
      </p:grpSp>
      <p:grpSp>
        <p:nvGrpSpPr>
          <p:cNvPr id="571" name="Graphic 86">
            <a:extLst>
              <a:ext uri="{FF2B5EF4-FFF2-40B4-BE49-F238E27FC236}">
                <a16:creationId xmlns:a16="http://schemas.microsoft.com/office/drawing/2014/main" id="{26A9CD69-FFC9-5AF9-E117-3213A039B28E}"/>
              </a:ext>
            </a:extLst>
          </p:cNvPr>
          <p:cNvGrpSpPr>
            <a:grpSpLocks noChangeAspect="1"/>
          </p:cNvGrpSpPr>
          <p:nvPr/>
        </p:nvGrpSpPr>
        <p:grpSpPr>
          <a:xfrm>
            <a:off x="6623891" y="5228121"/>
            <a:ext cx="374553" cy="293527"/>
            <a:chOff x="6100826" y="2037245"/>
            <a:chExt cx="374553" cy="293527"/>
          </a:xfrm>
          <a:solidFill>
            <a:srgbClr val="FFFFFF"/>
          </a:solidFill>
        </p:grpSpPr>
        <p:sp>
          <p:nvSpPr>
            <p:cNvPr id="572" name="Freeform 144">
              <a:extLst>
                <a:ext uri="{FF2B5EF4-FFF2-40B4-BE49-F238E27FC236}">
                  <a16:creationId xmlns:a16="http://schemas.microsoft.com/office/drawing/2014/main" id="{3DEEAD0C-5B27-DE7E-4AB1-4C8EB03BA36E}"/>
                </a:ext>
              </a:extLst>
            </p:cNvPr>
            <p:cNvSpPr/>
            <p:nvPr/>
          </p:nvSpPr>
          <p:spPr>
            <a:xfrm>
              <a:off x="6234065" y="2279169"/>
              <a:ext cx="12450" cy="51551"/>
            </a:xfrm>
            <a:custGeom>
              <a:avLst/>
              <a:gdLst>
                <a:gd name="connsiteX0" fmla="*/ 6219 w 12450"/>
                <a:gd name="connsiteY0" fmla="*/ 51550 h 51551"/>
                <a:gd name="connsiteX1" fmla="*/ 0 w 12450"/>
                <a:gd name="connsiteY1" fmla="*/ 45264 h 51551"/>
                <a:gd name="connsiteX2" fmla="*/ 0 w 12450"/>
                <a:gd name="connsiteY2" fmla="*/ 6287 h 51551"/>
                <a:gd name="connsiteX3" fmla="*/ 6219 w 12450"/>
                <a:gd name="connsiteY3" fmla="*/ 1 h 51551"/>
                <a:gd name="connsiteX4" fmla="*/ 12436 w 12450"/>
                <a:gd name="connsiteY4" fmla="*/ 6182 h 51551"/>
                <a:gd name="connsiteX5" fmla="*/ 12437 w 12450"/>
                <a:gd name="connsiteY5" fmla="*/ 6287 h 51551"/>
                <a:gd name="connsiteX6" fmla="*/ 12437 w 12450"/>
                <a:gd name="connsiteY6" fmla="*/ 44845 h 51551"/>
                <a:gd name="connsiteX7" fmla="*/ 6743 w 12450"/>
                <a:gd name="connsiteY7" fmla="*/ 51537 h 51551"/>
                <a:gd name="connsiteX8" fmla="*/ 6219 w 12450"/>
                <a:gd name="connsiteY8" fmla="*/ 51550 h 51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50" h="51551">
                  <a:moveTo>
                    <a:pt x="6219" y="51550"/>
                  </a:moveTo>
                  <a:cubicBezTo>
                    <a:pt x="2824" y="51551"/>
                    <a:pt x="56" y="48753"/>
                    <a:pt x="0" y="45264"/>
                  </a:cubicBezTo>
                  <a:lnTo>
                    <a:pt x="0" y="6287"/>
                  </a:lnTo>
                  <a:cubicBezTo>
                    <a:pt x="56" y="2799"/>
                    <a:pt x="2824" y="0"/>
                    <a:pt x="6219" y="1"/>
                  </a:cubicBezTo>
                  <a:cubicBezTo>
                    <a:pt x="9596" y="-57"/>
                    <a:pt x="12380" y="2710"/>
                    <a:pt x="12436" y="6182"/>
                  </a:cubicBezTo>
                  <a:cubicBezTo>
                    <a:pt x="12437" y="6217"/>
                    <a:pt x="12437" y="6252"/>
                    <a:pt x="12437" y="6287"/>
                  </a:cubicBezTo>
                  <a:lnTo>
                    <a:pt x="12437" y="44845"/>
                  </a:lnTo>
                  <a:cubicBezTo>
                    <a:pt x="12663" y="48309"/>
                    <a:pt x="10114" y="51305"/>
                    <a:pt x="6743" y="51537"/>
                  </a:cubicBezTo>
                  <a:cubicBezTo>
                    <a:pt x="6568" y="51549"/>
                    <a:pt x="6393" y="51554"/>
                    <a:pt x="6219" y="51550"/>
                  </a:cubicBezTo>
                  <a:close/>
                </a:path>
              </a:pathLst>
            </a:custGeom>
            <a:grpFill/>
            <a:ln w="10040" cap="flat">
              <a:noFill/>
              <a:prstDash val="solid"/>
              <a:miter/>
            </a:ln>
          </p:spPr>
          <p:txBody>
            <a:bodyPr rtlCol="0" anchor="ctr"/>
            <a:lstStyle/>
            <a:p>
              <a:endParaRPr lang="en-EG"/>
            </a:p>
          </p:txBody>
        </p:sp>
        <p:sp>
          <p:nvSpPr>
            <p:cNvPr id="573" name="Freeform 145">
              <a:extLst>
                <a:ext uri="{FF2B5EF4-FFF2-40B4-BE49-F238E27FC236}">
                  <a16:creationId xmlns:a16="http://schemas.microsoft.com/office/drawing/2014/main" id="{FC84E366-1581-DA28-AAE6-BC09125AC58F}"/>
                </a:ext>
              </a:extLst>
            </p:cNvPr>
            <p:cNvSpPr/>
            <p:nvPr/>
          </p:nvSpPr>
          <p:spPr>
            <a:xfrm>
              <a:off x="6325712" y="2279881"/>
              <a:ext cx="12348" cy="50839"/>
            </a:xfrm>
            <a:custGeom>
              <a:avLst/>
              <a:gdLst>
                <a:gd name="connsiteX0" fmla="*/ 6219 w 12348"/>
                <a:gd name="connsiteY0" fmla="*/ 50838 h 50839"/>
                <a:gd name="connsiteX1" fmla="*/ 1 w 12348"/>
                <a:gd name="connsiteY1" fmla="*/ 44657 h 50839"/>
                <a:gd name="connsiteX2" fmla="*/ 0 w 12348"/>
                <a:gd name="connsiteY2" fmla="*/ 44552 h 50839"/>
                <a:gd name="connsiteX3" fmla="*/ 0 w 12348"/>
                <a:gd name="connsiteY3" fmla="*/ 5575 h 50839"/>
                <a:gd name="connsiteX4" fmla="*/ 6962 w 12348"/>
                <a:gd name="connsiteY4" fmla="*/ 53 h 50839"/>
                <a:gd name="connsiteX5" fmla="*/ 12335 w 12348"/>
                <a:gd name="connsiteY5" fmla="*/ 5575 h 50839"/>
                <a:gd name="connsiteX6" fmla="*/ 12335 w 12348"/>
                <a:gd name="connsiteY6" fmla="*/ 44133 h 50839"/>
                <a:gd name="connsiteX7" fmla="*/ 6640 w 12348"/>
                <a:gd name="connsiteY7" fmla="*/ 50824 h 50839"/>
                <a:gd name="connsiteX8" fmla="*/ 6219 w 12348"/>
                <a:gd name="connsiteY8" fmla="*/ 50838 h 5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48" h="50839">
                  <a:moveTo>
                    <a:pt x="6219" y="50838"/>
                  </a:moveTo>
                  <a:cubicBezTo>
                    <a:pt x="2841" y="50896"/>
                    <a:pt x="57" y="48129"/>
                    <a:pt x="1" y="44657"/>
                  </a:cubicBezTo>
                  <a:cubicBezTo>
                    <a:pt x="0" y="44622"/>
                    <a:pt x="0" y="44587"/>
                    <a:pt x="0" y="44552"/>
                  </a:cubicBezTo>
                  <a:lnTo>
                    <a:pt x="0" y="5575"/>
                  </a:lnTo>
                  <a:cubicBezTo>
                    <a:pt x="439" y="2074"/>
                    <a:pt x="3556" y="-398"/>
                    <a:pt x="6962" y="53"/>
                  </a:cubicBezTo>
                  <a:cubicBezTo>
                    <a:pt x="9766" y="424"/>
                    <a:pt x="11974" y="2693"/>
                    <a:pt x="12335" y="5575"/>
                  </a:cubicBezTo>
                  <a:lnTo>
                    <a:pt x="12335" y="44133"/>
                  </a:lnTo>
                  <a:cubicBezTo>
                    <a:pt x="12560" y="47597"/>
                    <a:pt x="10011" y="50593"/>
                    <a:pt x="6640" y="50824"/>
                  </a:cubicBezTo>
                  <a:cubicBezTo>
                    <a:pt x="6500" y="50834"/>
                    <a:pt x="6359" y="50838"/>
                    <a:pt x="6219" y="50838"/>
                  </a:cubicBezTo>
                  <a:close/>
                </a:path>
              </a:pathLst>
            </a:custGeom>
            <a:grpFill/>
            <a:ln w="10040" cap="flat">
              <a:noFill/>
              <a:prstDash val="solid"/>
              <a:miter/>
            </a:ln>
          </p:spPr>
          <p:txBody>
            <a:bodyPr rtlCol="0" anchor="ctr"/>
            <a:lstStyle/>
            <a:p>
              <a:endParaRPr lang="en-EG"/>
            </a:p>
          </p:txBody>
        </p:sp>
        <p:sp>
          <p:nvSpPr>
            <p:cNvPr id="574" name="Freeform 146">
              <a:extLst>
                <a:ext uri="{FF2B5EF4-FFF2-40B4-BE49-F238E27FC236}">
                  <a16:creationId xmlns:a16="http://schemas.microsoft.com/office/drawing/2014/main" id="{8D94D22B-0ED9-C370-5B1B-3B903353B323}"/>
                </a:ext>
              </a:extLst>
            </p:cNvPr>
            <p:cNvSpPr/>
            <p:nvPr/>
          </p:nvSpPr>
          <p:spPr>
            <a:xfrm>
              <a:off x="6245276" y="2130075"/>
              <a:ext cx="85741" cy="96497"/>
            </a:xfrm>
            <a:custGeom>
              <a:avLst/>
              <a:gdLst>
                <a:gd name="connsiteX0" fmla="*/ 41800 w 85741"/>
                <a:gd name="connsiteY0" fmla="*/ 96498 h 96497"/>
                <a:gd name="connsiteX1" fmla="*/ 8567 w 85741"/>
                <a:gd name="connsiteY1" fmla="*/ 71666 h 96497"/>
                <a:gd name="connsiteX2" fmla="*/ 3 w 85741"/>
                <a:gd name="connsiteY2" fmla="*/ 34576 h 96497"/>
                <a:gd name="connsiteX3" fmla="*/ 3 w 85741"/>
                <a:gd name="connsiteY3" fmla="*/ 22527 h 96497"/>
                <a:gd name="connsiteX4" fmla="*/ 921 w 85741"/>
                <a:gd name="connsiteY4" fmla="*/ 19174 h 96497"/>
                <a:gd name="connsiteX5" fmla="*/ 42718 w 85741"/>
                <a:gd name="connsiteY5" fmla="*/ 0 h 96497"/>
                <a:gd name="connsiteX6" fmla="*/ 85738 w 85741"/>
                <a:gd name="connsiteY6" fmla="*/ 23574 h 96497"/>
                <a:gd name="connsiteX7" fmla="*/ 85738 w 85741"/>
                <a:gd name="connsiteY7" fmla="*/ 34052 h 96497"/>
                <a:gd name="connsiteX8" fmla="*/ 77174 w 85741"/>
                <a:gd name="connsiteY8" fmla="*/ 71142 h 96497"/>
                <a:gd name="connsiteX9" fmla="*/ 42718 w 85741"/>
                <a:gd name="connsiteY9" fmla="*/ 95974 h 96497"/>
                <a:gd name="connsiteX10" fmla="*/ 12339 w 85741"/>
                <a:gd name="connsiteY10" fmla="*/ 24832 h 96497"/>
                <a:gd name="connsiteX11" fmla="*/ 12339 w 85741"/>
                <a:gd name="connsiteY11" fmla="*/ 34576 h 96497"/>
                <a:gd name="connsiteX12" fmla="*/ 19475 w 85741"/>
                <a:gd name="connsiteY12" fmla="*/ 66008 h 96497"/>
                <a:gd name="connsiteX13" fmla="*/ 42718 w 85741"/>
                <a:gd name="connsiteY13" fmla="*/ 84030 h 96497"/>
                <a:gd name="connsiteX14" fmla="*/ 66267 w 85741"/>
                <a:gd name="connsiteY14" fmla="*/ 66008 h 96497"/>
                <a:gd name="connsiteX15" fmla="*/ 73403 w 85741"/>
                <a:gd name="connsiteY15" fmla="*/ 34576 h 96497"/>
                <a:gd name="connsiteX16" fmla="*/ 73403 w 85741"/>
                <a:gd name="connsiteY16" fmla="*/ 24727 h 96497"/>
                <a:gd name="connsiteX17" fmla="*/ 42820 w 85741"/>
                <a:gd name="connsiteY17" fmla="*/ 12783 h 96497"/>
                <a:gd name="connsiteX18" fmla="*/ 12339 w 85741"/>
                <a:gd name="connsiteY18" fmla="*/ 24832 h 96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5741" h="96497">
                  <a:moveTo>
                    <a:pt x="41800" y="96498"/>
                  </a:moveTo>
                  <a:cubicBezTo>
                    <a:pt x="26986" y="95512"/>
                    <a:pt x="14048" y="85845"/>
                    <a:pt x="8567" y="71666"/>
                  </a:cubicBezTo>
                  <a:cubicBezTo>
                    <a:pt x="2825" y="60200"/>
                    <a:pt x="-114" y="47470"/>
                    <a:pt x="3" y="34576"/>
                  </a:cubicBezTo>
                  <a:lnTo>
                    <a:pt x="3" y="22527"/>
                  </a:lnTo>
                  <a:cubicBezTo>
                    <a:pt x="-10" y="21342"/>
                    <a:pt x="309" y="20178"/>
                    <a:pt x="921" y="19174"/>
                  </a:cubicBezTo>
                  <a:cubicBezTo>
                    <a:pt x="11596" y="7006"/>
                    <a:pt x="26777" y="42"/>
                    <a:pt x="42718" y="0"/>
                  </a:cubicBezTo>
                  <a:cubicBezTo>
                    <a:pt x="64432" y="0"/>
                    <a:pt x="85738" y="13411"/>
                    <a:pt x="85738" y="23574"/>
                  </a:cubicBezTo>
                  <a:lnTo>
                    <a:pt x="85738" y="34052"/>
                  </a:lnTo>
                  <a:cubicBezTo>
                    <a:pt x="85855" y="46946"/>
                    <a:pt x="82916" y="59677"/>
                    <a:pt x="77174" y="71142"/>
                  </a:cubicBezTo>
                  <a:cubicBezTo>
                    <a:pt x="71510" y="85721"/>
                    <a:pt x="57984" y="95469"/>
                    <a:pt x="42718" y="95974"/>
                  </a:cubicBezTo>
                  <a:close/>
                  <a:moveTo>
                    <a:pt x="12339" y="24832"/>
                  </a:moveTo>
                  <a:lnTo>
                    <a:pt x="12339" y="34576"/>
                  </a:lnTo>
                  <a:cubicBezTo>
                    <a:pt x="12145" y="45499"/>
                    <a:pt x="14598" y="56301"/>
                    <a:pt x="19475" y="66008"/>
                  </a:cubicBezTo>
                  <a:cubicBezTo>
                    <a:pt x="25795" y="78267"/>
                    <a:pt x="33339" y="84239"/>
                    <a:pt x="42718" y="84030"/>
                  </a:cubicBezTo>
                  <a:cubicBezTo>
                    <a:pt x="52096" y="83820"/>
                    <a:pt x="59946" y="78267"/>
                    <a:pt x="66267" y="66008"/>
                  </a:cubicBezTo>
                  <a:cubicBezTo>
                    <a:pt x="71131" y="56296"/>
                    <a:pt x="73583" y="45498"/>
                    <a:pt x="73403" y="34576"/>
                  </a:cubicBezTo>
                  <a:lnTo>
                    <a:pt x="73403" y="24727"/>
                  </a:lnTo>
                  <a:cubicBezTo>
                    <a:pt x="64993" y="17000"/>
                    <a:pt x="54099" y="12746"/>
                    <a:pt x="42820" y="12783"/>
                  </a:cubicBezTo>
                  <a:cubicBezTo>
                    <a:pt x="31610" y="13059"/>
                    <a:pt x="20839" y="17316"/>
                    <a:pt x="12339" y="24832"/>
                  </a:cubicBezTo>
                  <a:close/>
                </a:path>
              </a:pathLst>
            </a:custGeom>
            <a:grpFill/>
            <a:ln w="10040" cap="flat">
              <a:noFill/>
              <a:prstDash val="solid"/>
              <a:miter/>
            </a:ln>
          </p:spPr>
          <p:txBody>
            <a:bodyPr rtlCol="0" anchor="ctr"/>
            <a:lstStyle/>
            <a:p>
              <a:endParaRPr lang="en-EG"/>
            </a:p>
          </p:txBody>
        </p:sp>
        <p:sp>
          <p:nvSpPr>
            <p:cNvPr id="575" name="Freeform 147">
              <a:extLst>
                <a:ext uri="{FF2B5EF4-FFF2-40B4-BE49-F238E27FC236}">
                  <a16:creationId xmlns:a16="http://schemas.microsoft.com/office/drawing/2014/main" id="{1E67931E-38E7-2068-B036-9D7AC3906A56}"/>
                </a:ext>
              </a:extLst>
            </p:cNvPr>
            <p:cNvSpPr/>
            <p:nvPr/>
          </p:nvSpPr>
          <p:spPr>
            <a:xfrm>
              <a:off x="6267705" y="2209953"/>
              <a:ext cx="39901" cy="43652"/>
            </a:xfrm>
            <a:custGeom>
              <a:avLst/>
              <a:gdLst>
                <a:gd name="connsiteX0" fmla="*/ 20390 w 39901"/>
                <a:gd name="connsiteY0" fmla="*/ 43652 h 43652"/>
                <a:gd name="connsiteX1" fmla="*/ 1 w 39901"/>
                <a:gd name="connsiteY1" fmla="*/ 28041 h 43652"/>
                <a:gd name="connsiteX2" fmla="*/ 1 w 39901"/>
                <a:gd name="connsiteY2" fmla="*/ 6352 h 43652"/>
                <a:gd name="connsiteX3" fmla="*/ 3060 w 39901"/>
                <a:gd name="connsiteY3" fmla="*/ 904 h 43652"/>
                <a:gd name="connsiteX4" fmla="*/ 9380 w 39901"/>
                <a:gd name="connsiteY4" fmla="*/ 904 h 43652"/>
                <a:gd name="connsiteX5" fmla="*/ 19574 w 39901"/>
                <a:gd name="connsiteY5" fmla="*/ 3733 h 43652"/>
                <a:gd name="connsiteX6" fmla="*/ 30482 w 39901"/>
                <a:gd name="connsiteY6" fmla="*/ 904 h 43652"/>
                <a:gd name="connsiteX7" fmla="*/ 38999 w 39901"/>
                <a:gd name="connsiteY7" fmla="*/ 3157 h 43652"/>
                <a:gd name="connsiteX8" fmla="*/ 39861 w 39901"/>
                <a:gd name="connsiteY8" fmla="*/ 6248 h 43652"/>
                <a:gd name="connsiteX9" fmla="*/ 39861 w 39901"/>
                <a:gd name="connsiteY9" fmla="*/ 27936 h 43652"/>
                <a:gd name="connsiteX10" fmla="*/ 20390 w 39901"/>
                <a:gd name="connsiteY10" fmla="*/ 43652 h 43652"/>
                <a:gd name="connsiteX11" fmla="*/ 12642 w 39901"/>
                <a:gd name="connsiteY11" fmla="*/ 15992 h 43652"/>
                <a:gd name="connsiteX12" fmla="*/ 12642 w 39901"/>
                <a:gd name="connsiteY12" fmla="*/ 28250 h 43652"/>
                <a:gd name="connsiteX13" fmla="*/ 20390 w 39901"/>
                <a:gd name="connsiteY13" fmla="*/ 31184 h 43652"/>
                <a:gd name="connsiteX14" fmla="*/ 28240 w 39901"/>
                <a:gd name="connsiteY14" fmla="*/ 28250 h 43652"/>
                <a:gd name="connsiteX15" fmla="*/ 28240 w 39901"/>
                <a:gd name="connsiteY15" fmla="*/ 15992 h 43652"/>
                <a:gd name="connsiteX16" fmla="*/ 12642 w 39901"/>
                <a:gd name="connsiteY16" fmla="*/ 15992 h 43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901" h="43652">
                  <a:moveTo>
                    <a:pt x="20390" y="43652"/>
                  </a:moveTo>
                  <a:cubicBezTo>
                    <a:pt x="9074" y="43652"/>
                    <a:pt x="1" y="36842"/>
                    <a:pt x="1" y="28041"/>
                  </a:cubicBezTo>
                  <a:lnTo>
                    <a:pt x="1" y="6352"/>
                  </a:lnTo>
                  <a:cubicBezTo>
                    <a:pt x="-44" y="4093"/>
                    <a:pt x="1134" y="1995"/>
                    <a:pt x="3060" y="904"/>
                  </a:cubicBezTo>
                  <a:cubicBezTo>
                    <a:pt x="5003" y="-301"/>
                    <a:pt x="7436" y="-301"/>
                    <a:pt x="9380" y="904"/>
                  </a:cubicBezTo>
                  <a:cubicBezTo>
                    <a:pt x="12435" y="2853"/>
                    <a:pt x="15980" y="3837"/>
                    <a:pt x="19574" y="3733"/>
                  </a:cubicBezTo>
                  <a:cubicBezTo>
                    <a:pt x="23405" y="3946"/>
                    <a:pt x="27208" y="2959"/>
                    <a:pt x="30482" y="904"/>
                  </a:cubicBezTo>
                  <a:cubicBezTo>
                    <a:pt x="33440" y="-891"/>
                    <a:pt x="37253" y="118"/>
                    <a:pt x="38999" y="3157"/>
                  </a:cubicBezTo>
                  <a:cubicBezTo>
                    <a:pt x="39538" y="4095"/>
                    <a:pt x="39835" y="5159"/>
                    <a:pt x="39861" y="6248"/>
                  </a:cubicBezTo>
                  <a:lnTo>
                    <a:pt x="39861" y="27936"/>
                  </a:lnTo>
                  <a:cubicBezTo>
                    <a:pt x="40575" y="36947"/>
                    <a:pt x="31706" y="43652"/>
                    <a:pt x="20390" y="43652"/>
                  </a:cubicBezTo>
                  <a:close/>
                  <a:moveTo>
                    <a:pt x="12642" y="15992"/>
                  </a:moveTo>
                  <a:lnTo>
                    <a:pt x="12642" y="28250"/>
                  </a:lnTo>
                  <a:cubicBezTo>
                    <a:pt x="14636" y="30421"/>
                    <a:pt x="17503" y="31506"/>
                    <a:pt x="20390" y="31184"/>
                  </a:cubicBezTo>
                  <a:cubicBezTo>
                    <a:pt x="23305" y="31491"/>
                    <a:pt x="26197" y="30410"/>
                    <a:pt x="28240" y="28250"/>
                  </a:cubicBezTo>
                  <a:lnTo>
                    <a:pt x="28240" y="15992"/>
                  </a:lnTo>
                  <a:cubicBezTo>
                    <a:pt x="23097" y="17109"/>
                    <a:pt x="17785" y="17109"/>
                    <a:pt x="12642" y="15992"/>
                  </a:cubicBezTo>
                  <a:close/>
                </a:path>
              </a:pathLst>
            </a:custGeom>
            <a:grpFill/>
            <a:ln w="10040" cap="flat">
              <a:noFill/>
              <a:prstDash val="solid"/>
              <a:miter/>
            </a:ln>
          </p:spPr>
          <p:txBody>
            <a:bodyPr rtlCol="0" anchor="ctr"/>
            <a:lstStyle/>
            <a:p>
              <a:endParaRPr lang="en-EG"/>
            </a:p>
          </p:txBody>
        </p:sp>
        <p:sp>
          <p:nvSpPr>
            <p:cNvPr id="576" name="Freeform 148">
              <a:extLst>
                <a:ext uri="{FF2B5EF4-FFF2-40B4-BE49-F238E27FC236}">
                  <a16:creationId xmlns:a16="http://schemas.microsoft.com/office/drawing/2014/main" id="{CCD57CF5-2770-62C1-54FF-6A74FEA140CE}"/>
                </a:ext>
              </a:extLst>
            </p:cNvPr>
            <p:cNvSpPr/>
            <p:nvPr/>
          </p:nvSpPr>
          <p:spPr>
            <a:xfrm>
              <a:off x="6200832" y="2223849"/>
              <a:ext cx="170871" cy="106885"/>
            </a:xfrm>
            <a:custGeom>
              <a:avLst/>
              <a:gdLst>
                <a:gd name="connsiteX0" fmla="*/ 164333 w 170871"/>
                <a:gd name="connsiteY0" fmla="*/ 106871 h 106885"/>
                <a:gd name="connsiteX1" fmla="*/ 6117 w 170871"/>
                <a:gd name="connsiteY1" fmla="*/ 106871 h 106885"/>
                <a:gd name="connsiteX2" fmla="*/ 0 w 170871"/>
                <a:gd name="connsiteY2" fmla="*/ 100584 h 106885"/>
                <a:gd name="connsiteX3" fmla="*/ 0 w 170871"/>
                <a:gd name="connsiteY3" fmla="*/ 50397 h 106885"/>
                <a:gd name="connsiteX4" fmla="*/ 49035 w 170871"/>
                <a:gd name="connsiteY4" fmla="*/ 0 h 106885"/>
                <a:gd name="connsiteX5" fmla="*/ 73399 w 170871"/>
                <a:gd name="connsiteY5" fmla="*/ 0 h 106885"/>
                <a:gd name="connsiteX6" fmla="*/ 79618 w 170871"/>
                <a:gd name="connsiteY6" fmla="*/ 6391 h 106885"/>
                <a:gd name="connsiteX7" fmla="*/ 79618 w 170871"/>
                <a:gd name="connsiteY7" fmla="*/ 14145 h 106885"/>
                <a:gd name="connsiteX8" fmla="*/ 87365 w 170871"/>
                <a:gd name="connsiteY8" fmla="*/ 17078 h 106885"/>
                <a:gd name="connsiteX9" fmla="*/ 95215 w 170871"/>
                <a:gd name="connsiteY9" fmla="*/ 14145 h 106885"/>
                <a:gd name="connsiteX10" fmla="*/ 95215 w 170871"/>
                <a:gd name="connsiteY10" fmla="*/ 6391 h 106885"/>
                <a:gd name="connsiteX11" fmla="*/ 101434 w 170871"/>
                <a:gd name="connsiteY11" fmla="*/ 0 h 106885"/>
                <a:gd name="connsiteX12" fmla="*/ 121822 w 170871"/>
                <a:gd name="connsiteY12" fmla="*/ 0 h 106885"/>
                <a:gd name="connsiteX13" fmla="*/ 170857 w 170871"/>
                <a:gd name="connsiteY13" fmla="*/ 50397 h 106885"/>
                <a:gd name="connsiteX14" fmla="*/ 170857 w 170871"/>
                <a:gd name="connsiteY14" fmla="*/ 100165 h 106885"/>
                <a:gd name="connsiteX15" fmla="*/ 165177 w 170871"/>
                <a:gd name="connsiteY15" fmla="*/ 106871 h 106885"/>
                <a:gd name="connsiteX16" fmla="*/ 164333 w 170871"/>
                <a:gd name="connsiteY16" fmla="*/ 106871 h 106885"/>
                <a:gd name="connsiteX17" fmla="*/ 12233 w 170871"/>
                <a:gd name="connsiteY17" fmla="*/ 93774 h 106885"/>
                <a:gd name="connsiteX18" fmla="*/ 158216 w 170871"/>
                <a:gd name="connsiteY18" fmla="*/ 93774 h 106885"/>
                <a:gd name="connsiteX19" fmla="*/ 158216 w 170871"/>
                <a:gd name="connsiteY19" fmla="*/ 50397 h 106885"/>
                <a:gd name="connsiteX20" fmla="*/ 121516 w 170871"/>
                <a:gd name="connsiteY20" fmla="*/ 12678 h 106885"/>
                <a:gd name="connsiteX21" fmla="*/ 107448 w 170871"/>
                <a:gd name="connsiteY21" fmla="*/ 12678 h 106885"/>
                <a:gd name="connsiteX22" fmla="*/ 107448 w 170871"/>
                <a:gd name="connsiteY22" fmla="*/ 14145 h 106885"/>
                <a:gd name="connsiteX23" fmla="*/ 87060 w 170871"/>
                <a:gd name="connsiteY23" fmla="*/ 29756 h 106885"/>
                <a:gd name="connsiteX24" fmla="*/ 66671 w 170871"/>
                <a:gd name="connsiteY24" fmla="*/ 14145 h 106885"/>
                <a:gd name="connsiteX25" fmla="*/ 66671 w 170871"/>
                <a:gd name="connsiteY25" fmla="*/ 12573 h 106885"/>
                <a:gd name="connsiteX26" fmla="*/ 49035 w 170871"/>
                <a:gd name="connsiteY26" fmla="*/ 12573 h 106885"/>
                <a:gd name="connsiteX27" fmla="*/ 12335 w 170871"/>
                <a:gd name="connsiteY27" fmla="*/ 50292 h 106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70871" h="106885">
                  <a:moveTo>
                    <a:pt x="164333" y="106871"/>
                  </a:moveTo>
                  <a:lnTo>
                    <a:pt x="6117" y="106871"/>
                  </a:lnTo>
                  <a:cubicBezTo>
                    <a:pt x="2738" y="106871"/>
                    <a:pt x="0" y="104056"/>
                    <a:pt x="0" y="100584"/>
                  </a:cubicBezTo>
                  <a:lnTo>
                    <a:pt x="0" y="50397"/>
                  </a:lnTo>
                  <a:cubicBezTo>
                    <a:pt x="56" y="22587"/>
                    <a:pt x="21977" y="58"/>
                    <a:pt x="49035" y="0"/>
                  </a:cubicBezTo>
                  <a:lnTo>
                    <a:pt x="73399" y="0"/>
                  </a:lnTo>
                  <a:cubicBezTo>
                    <a:pt x="76834" y="0"/>
                    <a:pt x="79618" y="2861"/>
                    <a:pt x="79618" y="6391"/>
                  </a:cubicBezTo>
                  <a:lnTo>
                    <a:pt x="79618" y="14145"/>
                  </a:lnTo>
                  <a:cubicBezTo>
                    <a:pt x="81611" y="16315"/>
                    <a:pt x="84478" y="17401"/>
                    <a:pt x="87365" y="17078"/>
                  </a:cubicBezTo>
                  <a:cubicBezTo>
                    <a:pt x="90281" y="17386"/>
                    <a:pt x="93173" y="16305"/>
                    <a:pt x="95215" y="14145"/>
                  </a:cubicBezTo>
                  <a:lnTo>
                    <a:pt x="95215" y="6391"/>
                  </a:lnTo>
                  <a:cubicBezTo>
                    <a:pt x="95215" y="2861"/>
                    <a:pt x="97999" y="0"/>
                    <a:pt x="101434" y="0"/>
                  </a:cubicBezTo>
                  <a:lnTo>
                    <a:pt x="121822" y="0"/>
                  </a:lnTo>
                  <a:cubicBezTo>
                    <a:pt x="148880" y="58"/>
                    <a:pt x="170801" y="22587"/>
                    <a:pt x="170857" y="50397"/>
                  </a:cubicBezTo>
                  <a:lnTo>
                    <a:pt x="170857" y="100165"/>
                  </a:lnTo>
                  <a:cubicBezTo>
                    <a:pt x="171090" y="103629"/>
                    <a:pt x="168547" y="106631"/>
                    <a:pt x="165177" y="106871"/>
                  </a:cubicBezTo>
                  <a:cubicBezTo>
                    <a:pt x="164896" y="106891"/>
                    <a:pt x="164614" y="106891"/>
                    <a:pt x="164333" y="106871"/>
                  </a:cubicBezTo>
                  <a:close/>
                  <a:moveTo>
                    <a:pt x="12233" y="93774"/>
                  </a:moveTo>
                  <a:lnTo>
                    <a:pt x="158216" y="93774"/>
                  </a:lnTo>
                  <a:lnTo>
                    <a:pt x="158216" y="50397"/>
                  </a:lnTo>
                  <a:cubicBezTo>
                    <a:pt x="158160" y="29589"/>
                    <a:pt x="141762" y="12735"/>
                    <a:pt x="121516" y="12678"/>
                  </a:cubicBezTo>
                  <a:lnTo>
                    <a:pt x="107448" y="12678"/>
                  </a:lnTo>
                  <a:lnTo>
                    <a:pt x="107448" y="14145"/>
                  </a:lnTo>
                  <a:cubicBezTo>
                    <a:pt x="107448" y="22946"/>
                    <a:pt x="98579" y="29756"/>
                    <a:pt x="87060" y="29756"/>
                  </a:cubicBezTo>
                  <a:cubicBezTo>
                    <a:pt x="75540" y="29756"/>
                    <a:pt x="66671" y="22946"/>
                    <a:pt x="66671" y="14145"/>
                  </a:cubicBezTo>
                  <a:lnTo>
                    <a:pt x="66671" y="12573"/>
                  </a:lnTo>
                  <a:lnTo>
                    <a:pt x="49035" y="12573"/>
                  </a:lnTo>
                  <a:cubicBezTo>
                    <a:pt x="28766" y="12573"/>
                    <a:pt x="12335" y="29460"/>
                    <a:pt x="12335" y="50292"/>
                  </a:cubicBezTo>
                  <a:close/>
                </a:path>
              </a:pathLst>
            </a:custGeom>
            <a:grpFill/>
            <a:ln w="10040" cap="flat">
              <a:noFill/>
              <a:prstDash val="solid"/>
              <a:miter/>
            </a:ln>
          </p:spPr>
          <p:txBody>
            <a:bodyPr rtlCol="0" anchor="ctr"/>
            <a:lstStyle/>
            <a:p>
              <a:endParaRPr lang="en-EG"/>
            </a:p>
          </p:txBody>
        </p:sp>
        <p:sp>
          <p:nvSpPr>
            <p:cNvPr id="577" name="Freeform 149">
              <a:extLst>
                <a:ext uri="{FF2B5EF4-FFF2-40B4-BE49-F238E27FC236}">
                  <a16:creationId xmlns:a16="http://schemas.microsoft.com/office/drawing/2014/main" id="{B3EC6D97-74FB-C871-31FB-E71A70C2CDF9}"/>
                </a:ext>
              </a:extLst>
            </p:cNvPr>
            <p:cNvSpPr/>
            <p:nvPr/>
          </p:nvSpPr>
          <p:spPr>
            <a:xfrm>
              <a:off x="6436729" y="2287949"/>
              <a:ext cx="12349" cy="42771"/>
            </a:xfrm>
            <a:custGeom>
              <a:avLst/>
              <a:gdLst>
                <a:gd name="connsiteX0" fmla="*/ 6117 w 12349"/>
                <a:gd name="connsiteY0" fmla="*/ 42770 h 42771"/>
                <a:gd name="connsiteX1" fmla="*/ 0 w 12349"/>
                <a:gd name="connsiteY1" fmla="*/ 36484 h 42771"/>
                <a:gd name="connsiteX2" fmla="*/ 0 w 12349"/>
                <a:gd name="connsiteY2" fmla="*/ 5575 h 42771"/>
                <a:gd name="connsiteX3" fmla="*/ 6962 w 12349"/>
                <a:gd name="connsiteY3" fmla="*/ 53 h 42771"/>
                <a:gd name="connsiteX4" fmla="*/ 12335 w 12349"/>
                <a:gd name="connsiteY4" fmla="*/ 5575 h 42771"/>
                <a:gd name="connsiteX5" fmla="*/ 12335 w 12349"/>
                <a:gd name="connsiteY5" fmla="*/ 36065 h 42771"/>
                <a:gd name="connsiteX6" fmla="*/ 6641 w 12349"/>
                <a:gd name="connsiteY6" fmla="*/ 42758 h 42771"/>
                <a:gd name="connsiteX7" fmla="*/ 6117 w 12349"/>
                <a:gd name="connsiteY7" fmla="*/ 42770 h 4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49" h="42771">
                  <a:moveTo>
                    <a:pt x="6117" y="42770"/>
                  </a:moveTo>
                  <a:cubicBezTo>
                    <a:pt x="2739" y="42770"/>
                    <a:pt x="0" y="39956"/>
                    <a:pt x="0" y="36484"/>
                  </a:cubicBezTo>
                  <a:lnTo>
                    <a:pt x="0" y="5575"/>
                  </a:lnTo>
                  <a:cubicBezTo>
                    <a:pt x="439" y="2074"/>
                    <a:pt x="3556" y="-398"/>
                    <a:pt x="6962" y="53"/>
                  </a:cubicBezTo>
                  <a:cubicBezTo>
                    <a:pt x="9766" y="424"/>
                    <a:pt x="11974" y="2693"/>
                    <a:pt x="12335" y="5575"/>
                  </a:cubicBezTo>
                  <a:lnTo>
                    <a:pt x="12335" y="36065"/>
                  </a:lnTo>
                  <a:cubicBezTo>
                    <a:pt x="12561" y="39529"/>
                    <a:pt x="10012" y="42525"/>
                    <a:pt x="6641" y="42758"/>
                  </a:cubicBezTo>
                  <a:cubicBezTo>
                    <a:pt x="6467" y="42770"/>
                    <a:pt x="6292" y="42774"/>
                    <a:pt x="6117" y="42770"/>
                  </a:cubicBezTo>
                  <a:close/>
                </a:path>
              </a:pathLst>
            </a:custGeom>
            <a:grpFill/>
            <a:ln w="10040" cap="flat">
              <a:noFill/>
              <a:prstDash val="solid"/>
              <a:miter/>
            </a:ln>
          </p:spPr>
          <p:txBody>
            <a:bodyPr rtlCol="0" anchor="ctr"/>
            <a:lstStyle/>
            <a:p>
              <a:endParaRPr lang="en-EG"/>
            </a:p>
          </p:txBody>
        </p:sp>
        <p:sp>
          <p:nvSpPr>
            <p:cNvPr id="578" name="Freeform 150">
              <a:extLst>
                <a:ext uri="{FF2B5EF4-FFF2-40B4-BE49-F238E27FC236}">
                  <a16:creationId xmlns:a16="http://schemas.microsoft.com/office/drawing/2014/main" id="{AA9869BF-6A70-832D-B0E3-00FE06AA1F25}"/>
                </a:ext>
              </a:extLst>
            </p:cNvPr>
            <p:cNvSpPr/>
            <p:nvPr/>
          </p:nvSpPr>
          <p:spPr>
            <a:xfrm>
              <a:off x="6373214" y="2169576"/>
              <a:ext cx="70246" cy="78790"/>
            </a:xfrm>
            <a:custGeom>
              <a:avLst/>
              <a:gdLst>
                <a:gd name="connsiteX0" fmla="*/ 35684 w 70246"/>
                <a:gd name="connsiteY0" fmla="*/ 78791 h 78790"/>
                <a:gd name="connsiteX1" fmla="*/ 34970 w 70246"/>
                <a:gd name="connsiteY1" fmla="*/ 78791 h 78790"/>
                <a:gd name="connsiteX2" fmla="*/ 6834 w 70246"/>
                <a:gd name="connsiteY2" fmla="*/ 58464 h 78790"/>
                <a:gd name="connsiteX3" fmla="*/ 4 w 70246"/>
                <a:gd name="connsiteY3" fmla="*/ 28604 h 78790"/>
                <a:gd name="connsiteX4" fmla="*/ 4 w 70246"/>
                <a:gd name="connsiteY4" fmla="*/ 19174 h 78790"/>
                <a:gd name="connsiteX5" fmla="*/ 921 w 70246"/>
                <a:gd name="connsiteY5" fmla="*/ 15821 h 78790"/>
                <a:gd name="connsiteX6" fmla="*/ 34970 w 70246"/>
                <a:gd name="connsiteY6" fmla="*/ 0 h 78790"/>
                <a:gd name="connsiteX7" fmla="*/ 70243 w 70246"/>
                <a:gd name="connsiteY7" fmla="*/ 20012 h 78790"/>
                <a:gd name="connsiteX8" fmla="*/ 70243 w 70246"/>
                <a:gd name="connsiteY8" fmla="*/ 28604 h 78790"/>
                <a:gd name="connsiteX9" fmla="*/ 63413 w 70246"/>
                <a:gd name="connsiteY9" fmla="*/ 58464 h 78790"/>
                <a:gd name="connsiteX10" fmla="*/ 35684 w 70246"/>
                <a:gd name="connsiteY10" fmla="*/ 78791 h 78790"/>
                <a:gd name="connsiteX11" fmla="*/ 34970 w 70246"/>
                <a:gd name="connsiteY11" fmla="*/ 66113 h 78790"/>
                <a:gd name="connsiteX12" fmla="*/ 52505 w 70246"/>
                <a:gd name="connsiteY12" fmla="*/ 52492 h 78790"/>
                <a:gd name="connsiteX13" fmla="*/ 57908 w 70246"/>
                <a:gd name="connsiteY13" fmla="*/ 28604 h 78790"/>
                <a:gd name="connsiteX14" fmla="*/ 57908 w 70246"/>
                <a:gd name="connsiteY14" fmla="*/ 21269 h 78790"/>
                <a:gd name="connsiteX15" fmla="*/ 34970 w 70246"/>
                <a:gd name="connsiteY15" fmla="*/ 12678 h 78790"/>
                <a:gd name="connsiteX16" fmla="*/ 12339 w 70246"/>
                <a:gd name="connsiteY16" fmla="*/ 21479 h 78790"/>
                <a:gd name="connsiteX17" fmla="*/ 12339 w 70246"/>
                <a:gd name="connsiteY17" fmla="*/ 28604 h 78790"/>
                <a:gd name="connsiteX18" fmla="*/ 17742 w 70246"/>
                <a:gd name="connsiteY18" fmla="*/ 52492 h 78790"/>
                <a:gd name="connsiteX19" fmla="*/ 34970 w 70246"/>
                <a:gd name="connsiteY19" fmla="*/ 66113 h 78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0246" h="78790">
                  <a:moveTo>
                    <a:pt x="35684" y="78791"/>
                  </a:moveTo>
                  <a:lnTo>
                    <a:pt x="34970" y="78791"/>
                  </a:lnTo>
                  <a:cubicBezTo>
                    <a:pt x="22422" y="78590"/>
                    <a:pt x="11267" y="70531"/>
                    <a:pt x="6834" y="58464"/>
                  </a:cubicBezTo>
                  <a:cubicBezTo>
                    <a:pt x="2236" y="49227"/>
                    <a:pt x="-108" y="38979"/>
                    <a:pt x="4" y="28604"/>
                  </a:cubicBezTo>
                  <a:lnTo>
                    <a:pt x="4" y="19174"/>
                  </a:lnTo>
                  <a:cubicBezTo>
                    <a:pt x="-9" y="17989"/>
                    <a:pt x="309" y="16825"/>
                    <a:pt x="921" y="15821"/>
                  </a:cubicBezTo>
                  <a:cubicBezTo>
                    <a:pt x="9564" y="5809"/>
                    <a:pt x="21948" y="55"/>
                    <a:pt x="34970" y="0"/>
                  </a:cubicBezTo>
                  <a:cubicBezTo>
                    <a:pt x="51485" y="0"/>
                    <a:pt x="70243" y="10478"/>
                    <a:pt x="70243" y="20012"/>
                  </a:cubicBezTo>
                  <a:lnTo>
                    <a:pt x="70243" y="28604"/>
                  </a:lnTo>
                  <a:cubicBezTo>
                    <a:pt x="70354" y="38979"/>
                    <a:pt x="68010" y="49227"/>
                    <a:pt x="63413" y="58464"/>
                  </a:cubicBezTo>
                  <a:cubicBezTo>
                    <a:pt x="58902" y="70286"/>
                    <a:pt x="48028" y="78257"/>
                    <a:pt x="35684" y="78791"/>
                  </a:cubicBezTo>
                  <a:close/>
                  <a:moveTo>
                    <a:pt x="34970" y="66113"/>
                  </a:moveTo>
                  <a:cubicBezTo>
                    <a:pt x="42004" y="66113"/>
                    <a:pt x="47713" y="61712"/>
                    <a:pt x="52505" y="52492"/>
                  </a:cubicBezTo>
                  <a:cubicBezTo>
                    <a:pt x="56119" y="45081"/>
                    <a:pt x="57971" y="36894"/>
                    <a:pt x="57908" y="28604"/>
                  </a:cubicBezTo>
                  <a:lnTo>
                    <a:pt x="57908" y="21269"/>
                  </a:lnTo>
                  <a:cubicBezTo>
                    <a:pt x="51514" y="15666"/>
                    <a:pt x="43372" y="12616"/>
                    <a:pt x="34970" y="12678"/>
                  </a:cubicBezTo>
                  <a:cubicBezTo>
                    <a:pt x="26679" y="12914"/>
                    <a:pt x="18706" y="16014"/>
                    <a:pt x="12339" y="21479"/>
                  </a:cubicBezTo>
                  <a:lnTo>
                    <a:pt x="12339" y="28604"/>
                  </a:lnTo>
                  <a:cubicBezTo>
                    <a:pt x="12275" y="36894"/>
                    <a:pt x="14127" y="45081"/>
                    <a:pt x="17742" y="52492"/>
                  </a:cubicBezTo>
                  <a:cubicBezTo>
                    <a:pt x="22533" y="61712"/>
                    <a:pt x="28344" y="66846"/>
                    <a:pt x="34970" y="66113"/>
                  </a:cubicBezTo>
                  <a:close/>
                </a:path>
              </a:pathLst>
            </a:custGeom>
            <a:grpFill/>
            <a:ln w="10040" cap="flat">
              <a:noFill/>
              <a:prstDash val="solid"/>
              <a:miter/>
            </a:ln>
          </p:spPr>
          <p:txBody>
            <a:bodyPr rtlCol="0" anchor="ctr"/>
            <a:lstStyle/>
            <a:p>
              <a:endParaRPr lang="en-EG"/>
            </a:p>
          </p:txBody>
        </p:sp>
        <p:sp>
          <p:nvSpPr>
            <p:cNvPr id="579" name="Freeform 151">
              <a:extLst>
                <a:ext uri="{FF2B5EF4-FFF2-40B4-BE49-F238E27FC236}">
                  <a16:creationId xmlns:a16="http://schemas.microsoft.com/office/drawing/2014/main" id="{797929B1-9D29-DDEB-216D-856B589BBDC8}"/>
                </a:ext>
              </a:extLst>
            </p:cNvPr>
            <p:cNvSpPr/>
            <p:nvPr/>
          </p:nvSpPr>
          <p:spPr>
            <a:xfrm>
              <a:off x="6391160" y="2232584"/>
              <a:ext cx="34355" cy="37274"/>
            </a:xfrm>
            <a:custGeom>
              <a:avLst/>
              <a:gdLst>
                <a:gd name="connsiteX0" fmla="*/ 17229 w 34355"/>
                <a:gd name="connsiteY0" fmla="*/ 37156 h 37274"/>
                <a:gd name="connsiteX1" fmla="*/ 0 w 34355"/>
                <a:gd name="connsiteY1" fmla="*/ 23535 h 37274"/>
                <a:gd name="connsiteX2" fmla="*/ 0 w 34355"/>
                <a:gd name="connsiteY2" fmla="*/ 6352 h 37274"/>
                <a:gd name="connsiteX3" fmla="*/ 3059 w 34355"/>
                <a:gd name="connsiteY3" fmla="*/ 904 h 37274"/>
                <a:gd name="connsiteX4" fmla="*/ 9379 w 34355"/>
                <a:gd name="connsiteY4" fmla="*/ 904 h 37274"/>
                <a:gd name="connsiteX5" fmla="*/ 17025 w 34355"/>
                <a:gd name="connsiteY5" fmla="*/ 3000 h 37274"/>
                <a:gd name="connsiteX6" fmla="*/ 24976 w 34355"/>
                <a:gd name="connsiteY6" fmla="*/ 904 h 37274"/>
                <a:gd name="connsiteX7" fmla="*/ 31297 w 34355"/>
                <a:gd name="connsiteY7" fmla="*/ 904 h 37274"/>
                <a:gd name="connsiteX8" fmla="*/ 34355 w 34355"/>
                <a:gd name="connsiteY8" fmla="*/ 6352 h 37274"/>
                <a:gd name="connsiteX9" fmla="*/ 34355 w 34355"/>
                <a:gd name="connsiteY9" fmla="*/ 23535 h 37274"/>
                <a:gd name="connsiteX10" fmla="*/ 17229 w 34355"/>
                <a:gd name="connsiteY10" fmla="*/ 37156 h 37274"/>
                <a:gd name="connsiteX11" fmla="*/ 12335 w 34355"/>
                <a:gd name="connsiteY11" fmla="*/ 23012 h 37274"/>
                <a:gd name="connsiteX12" fmla="*/ 17229 w 34355"/>
                <a:gd name="connsiteY12" fmla="*/ 24478 h 37274"/>
                <a:gd name="connsiteX13" fmla="*/ 22020 w 34355"/>
                <a:gd name="connsiteY13" fmla="*/ 23012 h 37274"/>
                <a:gd name="connsiteX14" fmla="*/ 22020 w 34355"/>
                <a:gd name="connsiteY14" fmla="*/ 15468 h 37274"/>
                <a:gd name="connsiteX15" fmla="*/ 17229 w 34355"/>
                <a:gd name="connsiteY15" fmla="*/ 15468 h 37274"/>
                <a:gd name="connsiteX16" fmla="*/ 12335 w 34355"/>
                <a:gd name="connsiteY16" fmla="*/ 15468 h 37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355" h="37274">
                  <a:moveTo>
                    <a:pt x="17229" y="37156"/>
                  </a:moveTo>
                  <a:cubicBezTo>
                    <a:pt x="7544" y="37156"/>
                    <a:pt x="0" y="31184"/>
                    <a:pt x="0" y="23535"/>
                  </a:cubicBezTo>
                  <a:lnTo>
                    <a:pt x="0" y="6352"/>
                  </a:lnTo>
                  <a:cubicBezTo>
                    <a:pt x="-23" y="4099"/>
                    <a:pt x="1149" y="2012"/>
                    <a:pt x="3059" y="904"/>
                  </a:cubicBezTo>
                  <a:cubicBezTo>
                    <a:pt x="5002" y="-301"/>
                    <a:pt x="7436" y="-301"/>
                    <a:pt x="9379" y="904"/>
                  </a:cubicBezTo>
                  <a:cubicBezTo>
                    <a:pt x="11680" y="2340"/>
                    <a:pt x="14334" y="3067"/>
                    <a:pt x="17025" y="3000"/>
                  </a:cubicBezTo>
                  <a:cubicBezTo>
                    <a:pt x="19815" y="3092"/>
                    <a:pt x="22574" y="2366"/>
                    <a:pt x="24976" y="904"/>
                  </a:cubicBezTo>
                  <a:cubicBezTo>
                    <a:pt x="26920" y="-301"/>
                    <a:pt x="29353" y="-301"/>
                    <a:pt x="31297" y="904"/>
                  </a:cubicBezTo>
                  <a:cubicBezTo>
                    <a:pt x="33206" y="2012"/>
                    <a:pt x="34378" y="4099"/>
                    <a:pt x="34355" y="6352"/>
                  </a:cubicBezTo>
                  <a:lnTo>
                    <a:pt x="34355" y="23535"/>
                  </a:lnTo>
                  <a:cubicBezTo>
                    <a:pt x="33244" y="32133"/>
                    <a:pt x="25605" y="38208"/>
                    <a:pt x="17229" y="37156"/>
                  </a:cubicBezTo>
                  <a:close/>
                  <a:moveTo>
                    <a:pt x="12335" y="23012"/>
                  </a:moveTo>
                  <a:cubicBezTo>
                    <a:pt x="13744" y="24086"/>
                    <a:pt x="15480" y="24606"/>
                    <a:pt x="17229" y="24478"/>
                  </a:cubicBezTo>
                  <a:cubicBezTo>
                    <a:pt x="18945" y="24590"/>
                    <a:pt x="20643" y="24070"/>
                    <a:pt x="22020" y="23012"/>
                  </a:cubicBezTo>
                  <a:lnTo>
                    <a:pt x="22020" y="15468"/>
                  </a:lnTo>
                  <a:cubicBezTo>
                    <a:pt x="20425" y="15575"/>
                    <a:pt x="18824" y="15575"/>
                    <a:pt x="17229" y="15468"/>
                  </a:cubicBezTo>
                  <a:cubicBezTo>
                    <a:pt x="15599" y="15578"/>
                    <a:pt x="13965" y="15578"/>
                    <a:pt x="12335" y="15468"/>
                  </a:cubicBezTo>
                  <a:close/>
                </a:path>
              </a:pathLst>
            </a:custGeom>
            <a:grpFill/>
            <a:ln w="10040" cap="flat">
              <a:noFill/>
              <a:prstDash val="solid"/>
              <a:miter/>
            </a:ln>
          </p:spPr>
          <p:txBody>
            <a:bodyPr rtlCol="0" anchor="ctr"/>
            <a:lstStyle/>
            <a:p>
              <a:endParaRPr lang="en-EG"/>
            </a:p>
          </p:txBody>
        </p:sp>
        <p:sp>
          <p:nvSpPr>
            <p:cNvPr id="580" name="Freeform 152">
              <a:extLst>
                <a:ext uri="{FF2B5EF4-FFF2-40B4-BE49-F238E27FC236}">
                  <a16:creationId xmlns:a16="http://schemas.microsoft.com/office/drawing/2014/main" id="{E6BC0FE0-DF8E-B29C-84C5-70F517BE4AB4}"/>
                </a:ext>
              </a:extLst>
            </p:cNvPr>
            <p:cNvSpPr/>
            <p:nvPr/>
          </p:nvSpPr>
          <p:spPr>
            <a:xfrm>
              <a:off x="6371893" y="2243547"/>
              <a:ext cx="103486" cy="87225"/>
            </a:xfrm>
            <a:custGeom>
              <a:avLst/>
              <a:gdLst>
                <a:gd name="connsiteX0" fmla="*/ 97254 w 103486"/>
                <a:gd name="connsiteY0" fmla="*/ 87173 h 87225"/>
                <a:gd name="connsiteX1" fmla="*/ 15699 w 103486"/>
                <a:gd name="connsiteY1" fmla="*/ 87173 h 87225"/>
                <a:gd name="connsiteX2" fmla="*/ 8737 w 103486"/>
                <a:gd name="connsiteY2" fmla="*/ 81651 h 87225"/>
                <a:gd name="connsiteX3" fmla="*/ 14110 w 103486"/>
                <a:gd name="connsiteY3" fmla="*/ 74495 h 87225"/>
                <a:gd name="connsiteX4" fmla="*/ 15699 w 103486"/>
                <a:gd name="connsiteY4" fmla="*/ 74495 h 87225"/>
                <a:gd name="connsiteX5" fmla="*/ 91035 w 103486"/>
                <a:gd name="connsiteY5" fmla="*/ 74495 h 87225"/>
                <a:gd name="connsiteX6" fmla="*/ 91035 w 103486"/>
                <a:gd name="connsiteY6" fmla="*/ 41177 h 87225"/>
                <a:gd name="connsiteX7" fmla="*/ 63409 w 103486"/>
                <a:gd name="connsiteY7" fmla="*/ 12783 h 87225"/>
                <a:gd name="connsiteX8" fmla="*/ 53214 w 103486"/>
                <a:gd name="connsiteY8" fmla="*/ 12783 h 87225"/>
                <a:gd name="connsiteX9" fmla="*/ 36088 w 103486"/>
                <a:gd name="connsiteY9" fmla="*/ 26194 h 87225"/>
                <a:gd name="connsiteX10" fmla="*/ 18860 w 103486"/>
                <a:gd name="connsiteY10" fmla="*/ 12783 h 87225"/>
                <a:gd name="connsiteX11" fmla="*/ 6219 w 103486"/>
                <a:gd name="connsiteY11" fmla="*/ 12783 h 87225"/>
                <a:gd name="connsiteX12" fmla="*/ 0 w 103486"/>
                <a:gd name="connsiteY12" fmla="*/ 6391 h 87225"/>
                <a:gd name="connsiteX13" fmla="*/ 6219 w 103486"/>
                <a:gd name="connsiteY13" fmla="*/ 0 h 87225"/>
                <a:gd name="connsiteX14" fmla="*/ 25384 w 103486"/>
                <a:gd name="connsiteY14" fmla="*/ 0 h 87225"/>
                <a:gd name="connsiteX15" fmla="*/ 31602 w 103486"/>
                <a:gd name="connsiteY15" fmla="*/ 6391 h 87225"/>
                <a:gd name="connsiteX16" fmla="*/ 31602 w 103486"/>
                <a:gd name="connsiteY16" fmla="*/ 12049 h 87225"/>
                <a:gd name="connsiteX17" fmla="*/ 36496 w 103486"/>
                <a:gd name="connsiteY17" fmla="*/ 13516 h 87225"/>
                <a:gd name="connsiteX18" fmla="*/ 41287 w 103486"/>
                <a:gd name="connsiteY18" fmla="*/ 12049 h 87225"/>
                <a:gd name="connsiteX19" fmla="*/ 41287 w 103486"/>
                <a:gd name="connsiteY19" fmla="*/ 6391 h 87225"/>
                <a:gd name="connsiteX20" fmla="*/ 47506 w 103486"/>
                <a:gd name="connsiteY20" fmla="*/ 0 h 87225"/>
                <a:gd name="connsiteX21" fmla="*/ 63409 w 103486"/>
                <a:gd name="connsiteY21" fmla="*/ 0 h 87225"/>
                <a:gd name="connsiteX22" fmla="*/ 103472 w 103486"/>
                <a:gd name="connsiteY22" fmla="*/ 41177 h 87225"/>
                <a:gd name="connsiteX23" fmla="*/ 103472 w 103486"/>
                <a:gd name="connsiteY23" fmla="*/ 80467 h 87225"/>
                <a:gd name="connsiteX24" fmla="*/ 97778 w 103486"/>
                <a:gd name="connsiteY24" fmla="*/ 87160 h 87225"/>
                <a:gd name="connsiteX25" fmla="*/ 97254 w 103486"/>
                <a:gd name="connsiteY25" fmla="*/ 87173 h 8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3486" h="87225">
                  <a:moveTo>
                    <a:pt x="97254" y="87173"/>
                  </a:moveTo>
                  <a:lnTo>
                    <a:pt x="15699" y="87173"/>
                  </a:lnTo>
                  <a:cubicBezTo>
                    <a:pt x="12293" y="87624"/>
                    <a:pt x="9176" y="85151"/>
                    <a:pt x="8737" y="81651"/>
                  </a:cubicBezTo>
                  <a:cubicBezTo>
                    <a:pt x="8298" y="78150"/>
                    <a:pt x="10704" y="74946"/>
                    <a:pt x="14110" y="74495"/>
                  </a:cubicBezTo>
                  <a:cubicBezTo>
                    <a:pt x="14638" y="74425"/>
                    <a:pt x="15172" y="74425"/>
                    <a:pt x="15699" y="74495"/>
                  </a:cubicBezTo>
                  <a:lnTo>
                    <a:pt x="91035" y="74495"/>
                  </a:lnTo>
                  <a:lnTo>
                    <a:pt x="91035" y="41177"/>
                  </a:lnTo>
                  <a:cubicBezTo>
                    <a:pt x="91035" y="25495"/>
                    <a:pt x="78666" y="12783"/>
                    <a:pt x="63409" y="12783"/>
                  </a:cubicBezTo>
                  <a:lnTo>
                    <a:pt x="53214" y="12783"/>
                  </a:lnTo>
                  <a:cubicBezTo>
                    <a:pt x="52003" y="21295"/>
                    <a:pt x="44395" y="27253"/>
                    <a:pt x="36088" y="26194"/>
                  </a:cubicBezTo>
                  <a:cubicBezTo>
                    <a:pt x="26505" y="26194"/>
                    <a:pt x="18961" y="20326"/>
                    <a:pt x="18860" y="12783"/>
                  </a:cubicBezTo>
                  <a:lnTo>
                    <a:pt x="6219" y="12783"/>
                  </a:lnTo>
                  <a:cubicBezTo>
                    <a:pt x="2784" y="12783"/>
                    <a:pt x="0" y="9921"/>
                    <a:pt x="0" y="6391"/>
                  </a:cubicBezTo>
                  <a:cubicBezTo>
                    <a:pt x="0" y="2861"/>
                    <a:pt x="2784" y="0"/>
                    <a:pt x="6219" y="0"/>
                  </a:cubicBezTo>
                  <a:lnTo>
                    <a:pt x="25384" y="0"/>
                  </a:lnTo>
                  <a:cubicBezTo>
                    <a:pt x="28818" y="0"/>
                    <a:pt x="31602" y="2861"/>
                    <a:pt x="31602" y="6391"/>
                  </a:cubicBezTo>
                  <a:lnTo>
                    <a:pt x="31602" y="12049"/>
                  </a:lnTo>
                  <a:cubicBezTo>
                    <a:pt x="33011" y="13123"/>
                    <a:pt x="34746" y="13644"/>
                    <a:pt x="36496" y="13516"/>
                  </a:cubicBezTo>
                  <a:cubicBezTo>
                    <a:pt x="38212" y="13627"/>
                    <a:pt x="39910" y="13107"/>
                    <a:pt x="41287" y="12049"/>
                  </a:cubicBezTo>
                  <a:lnTo>
                    <a:pt x="41287" y="6391"/>
                  </a:lnTo>
                  <a:cubicBezTo>
                    <a:pt x="41287" y="2862"/>
                    <a:pt x="44071" y="0"/>
                    <a:pt x="47506" y="0"/>
                  </a:cubicBezTo>
                  <a:lnTo>
                    <a:pt x="63409" y="0"/>
                  </a:lnTo>
                  <a:cubicBezTo>
                    <a:pt x="85512" y="58"/>
                    <a:pt x="103416" y="18459"/>
                    <a:pt x="103472" y="41177"/>
                  </a:cubicBezTo>
                  <a:lnTo>
                    <a:pt x="103472" y="80467"/>
                  </a:lnTo>
                  <a:cubicBezTo>
                    <a:pt x="103698" y="83931"/>
                    <a:pt x="101149" y="86928"/>
                    <a:pt x="97778" y="87160"/>
                  </a:cubicBezTo>
                  <a:cubicBezTo>
                    <a:pt x="97604" y="87172"/>
                    <a:pt x="97429" y="87176"/>
                    <a:pt x="97254" y="87173"/>
                  </a:cubicBezTo>
                  <a:close/>
                </a:path>
              </a:pathLst>
            </a:custGeom>
            <a:grpFill/>
            <a:ln w="10040" cap="flat">
              <a:noFill/>
              <a:prstDash val="solid"/>
              <a:miter/>
            </a:ln>
          </p:spPr>
          <p:txBody>
            <a:bodyPr rtlCol="0" anchor="ctr"/>
            <a:lstStyle/>
            <a:p>
              <a:endParaRPr lang="en-EG"/>
            </a:p>
          </p:txBody>
        </p:sp>
        <p:sp>
          <p:nvSpPr>
            <p:cNvPr id="581" name="Freeform 153">
              <a:extLst>
                <a:ext uri="{FF2B5EF4-FFF2-40B4-BE49-F238E27FC236}">
                  <a16:creationId xmlns:a16="http://schemas.microsoft.com/office/drawing/2014/main" id="{5390FC7D-3F3B-4DC6-632A-35F19675E1A7}"/>
                </a:ext>
              </a:extLst>
            </p:cNvPr>
            <p:cNvSpPr/>
            <p:nvPr/>
          </p:nvSpPr>
          <p:spPr>
            <a:xfrm>
              <a:off x="6127229" y="2287949"/>
              <a:ext cx="12348" cy="42771"/>
            </a:xfrm>
            <a:custGeom>
              <a:avLst/>
              <a:gdLst>
                <a:gd name="connsiteX0" fmla="*/ 6219 w 12348"/>
                <a:gd name="connsiteY0" fmla="*/ 42770 h 42771"/>
                <a:gd name="connsiteX1" fmla="*/ 1 w 12348"/>
                <a:gd name="connsiteY1" fmla="*/ 36590 h 42771"/>
                <a:gd name="connsiteX2" fmla="*/ 0 w 12348"/>
                <a:gd name="connsiteY2" fmla="*/ 36484 h 42771"/>
                <a:gd name="connsiteX3" fmla="*/ 0 w 12348"/>
                <a:gd name="connsiteY3" fmla="*/ 5575 h 42771"/>
                <a:gd name="connsiteX4" fmla="*/ 6962 w 12348"/>
                <a:gd name="connsiteY4" fmla="*/ 53 h 42771"/>
                <a:gd name="connsiteX5" fmla="*/ 12335 w 12348"/>
                <a:gd name="connsiteY5" fmla="*/ 5575 h 42771"/>
                <a:gd name="connsiteX6" fmla="*/ 12335 w 12348"/>
                <a:gd name="connsiteY6" fmla="*/ 36065 h 42771"/>
                <a:gd name="connsiteX7" fmla="*/ 6640 w 12348"/>
                <a:gd name="connsiteY7" fmla="*/ 42756 h 42771"/>
                <a:gd name="connsiteX8" fmla="*/ 6219 w 12348"/>
                <a:gd name="connsiteY8" fmla="*/ 42770 h 4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48" h="42771">
                  <a:moveTo>
                    <a:pt x="6219" y="42770"/>
                  </a:moveTo>
                  <a:cubicBezTo>
                    <a:pt x="2841" y="42828"/>
                    <a:pt x="57" y="40061"/>
                    <a:pt x="1" y="36590"/>
                  </a:cubicBezTo>
                  <a:cubicBezTo>
                    <a:pt x="0" y="36554"/>
                    <a:pt x="0" y="36519"/>
                    <a:pt x="0" y="36484"/>
                  </a:cubicBezTo>
                  <a:lnTo>
                    <a:pt x="0" y="5575"/>
                  </a:lnTo>
                  <a:cubicBezTo>
                    <a:pt x="439" y="2074"/>
                    <a:pt x="3556" y="-398"/>
                    <a:pt x="6962" y="53"/>
                  </a:cubicBezTo>
                  <a:cubicBezTo>
                    <a:pt x="9766" y="424"/>
                    <a:pt x="11974" y="2693"/>
                    <a:pt x="12335" y="5575"/>
                  </a:cubicBezTo>
                  <a:lnTo>
                    <a:pt x="12335" y="36065"/>
                  </a:lnTo>
                  <a:cubicBezTo>
                    <a:pt x="12560" y="39529"/>
                    <a:pt x="10011" y="42525"/>
                    <a:pt x="6640" y="42756"/>
                  </a:cubicBezTo>
                  <a:cubicBezTo>
                    <a:pt x="6500" y="42766"/>
                    <a:pt x="6359" y="42771"/>
                    <a:pt x="6219" y="42770"/>
                  </a:cubicBezTo>
                  <a:close/>
                </a:path>
              </a:pathLst>
            </a:custGeom>
            <a:grpFill/>
            <a:ln w="10040" cap="flat">
              <a:noFill/>
              <a:prstDash val="solid"/>
              <a:miter/>
            </a:ln>
          </p:spPr>
          <p:txBody>
            <a:bodyPr rtlCol="0" anchor="ctr"/>
            <a:lstStyle/>
            <a:p>
              <a:endParaRPr lang="en-EG"/>
            </a:p>
          </p:txBody>
        </p:sp>
        <p:sp>
          <p:nvSpPr>
            <p:cNvPr id="582" name="Freeform 154">
              <a:extLst>
                <a:ext uri="{FF2B5EF4-FFF2-40B4-BE49-F238E27FC236}">
                  <a16:creationId xmlns:a16="http://schemas.microsoft.com/office/drawing/2014/main" id="{EBA59267-2D0E-F2A0-3B33-D7E074FDFF62}"/>
                </a:ext>
              </a:extLst>
            </p:cNvPr>
            <p:cNvSpPr/>
            <p:nvPr/>
          </p:nvSpPr>
          <p:spPr>
            <a:xfrm>
              <a:off x="6132832" y="2169576"/>
              <a:ext cx="70247" cy="78790"/>
            </a:xfrm>
            <a:custGeom>
              <a:avLst/>
              <a:gdLst>
                <a:gd name="connsiteX0" fmla="*/ 34155 w 70247"/>
                <a:gd name="connsiteY0" fmla="*/ 78791 h 78790"/>
                <a:gd name="connsiteX1" fmla="*/ 6834 w 70247"/>
                <a:gd name="connsiteY1" fmla="*/ 58464 h 78790"/>
                <a:gd name="connsiteX2" fmla="*/ 4 w 70247"/>
                <a:gd name="connsiteY2" fmla="*/ 28604 h 78790"/>
                <a:gd name="connsiteX3" fmla="*/ 4 w 70247"/>
                <a:gd name="connsiteY3" fmla="*/ 20012 h 78790"/>
                <a:gd name="connsiteX4" fmla="*/ 35276 w 70247"/>
                <a:gd name="connsiteY4" fmla="*/ 0 h 78790"/>
                <a:gd name="connsiteX5" fmla="*/ 69325 w 70247"/>
                <a:gd name="connsiteY5" fmla="*/ 15821 h 78790"/>
                <a:gd name="connsiteX6" fmla="*/ 70243 w 70247"/>
                <a:gd name="connsiteY6" fmla="*/ 19174 h 78790"/>
                <a:gd name="connsiteX7" fmla="*/ 70243 w 70247"/>
                <a:gd name="connsiteY7" fmla="*/ 28604 h 78790"/>
                <a:gd name="connsiteX8" fmla="*/ 63311 w 70247"/>
                <a:gd name="connsiteY8" fmla="*/ 58464 h 78790"/>
                <a:gd name="connsiteX9" fmla="*/ 34970 w 70247"/>
                <a:gd name="connsiteY9" fmla="*/ 78791 h 78790"/>
                <a:gd name="connsiteX10" fmla="*/ 34970 w 70247"/>
                <a:gd name="connsiteY10" fmla="*/ 66113 h 78790"/>
                <a:gd name="connsiteX11" fmla="*/ 52403 w 70247"/>
                <a:gd name="connsiteY11" fmla="*/ 52492 h 78790"/>
                <a:gd name="connsiteX12" fmla="*/ 57908 w 70247"/>
                <a:gd name="connsiteY12" fmla="*/ 28604 h 78790"/>
                <a:gd name="connsiteX13" fmla="*/ 57908 w 70247"/>
                <a:gd name="connsiteY13" fmla="*/ 21479 h 78790"/>
                <a:gd name="connsiteX14" fmla="*/ 35276 w 70247"/>
                <a:gd name="connsiteY14" fmla="*/ 12678 h 78790"/>
                <a:gd name="connsiteX15" fmla="*/ 12339 w 70247"/>
                <a:gd name="connsiteY15" fmla="*/ 21269 h 78790"/>
                <a:gd name="connsiteX16" fmla="*/ 12339 w 70247"/>
                <a:gd name="connsiteY16" fmla="*/ 28604 h 78790"/>
                <a:gd name="connsiteX17" fmla="*/ 17742 w 70247"/>
                <a:gd name="connsiteY17" fmla="*/ 52492 h 78790"/>
                <a:gd name="connsiteX18" fmla="*/ 34970 w 70247"/>
                <a:gd name="connsiteY18" fmla="*/ 66113 h 78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0247" h="78790">
                  <a:moveTo>
                    <a:pt x="34155" y="78791"/>
                  </a:moveTo>
                  <a:cubicBezTo>
                    <a:pt x="21962" y="78096"/>
                    <a:pt x="11285" y="70152"/>
                    <a:pt x="6834" y="58464"/>
                  </a:cubicBezTo>
                  <a:cubicBezTo>
                    <a:pt x="2236" y="49227"/>
                    <a:pt x="-108" y="38979"/>
                    <a:pt x="4" y="28604"/>
                  </a:cubicBezTo>
                  <a:lnTo>
                    <a:pt x="4" y="20012"/>
                  </a:lnTo>
                  <a:cubicBezTo>
                    <a:pt x="4" y="10687"/>
                    <a:pt x="18761" y="0"/>
                    <a:pt x="35276" y="0"/>
                  </a:cubicBezTo>
                  <a:cubicBezTo>
                    <a:pt x="48299" y="55"/>
                    <a:pt x="60682" y="5809"/>
                    <a:pt x="69325" y="15821"/>
                  </a:cubicBezTo>
                  <a:cubicBezTo>
                    <a:pt x="69922" y="16832"/>
                    <a:pt x="70240" y="17991"/>
                    <a:pt x="70243" y="19174"/>
                  </a:cubicBezTo>
                  <a:lnTo>
                    <a:pt x="70243" y="28604"/>
                  </a:lnTo>
                  <a:cubicBezTo>
                    <a:pt x="70368" y="38993"/>
                    <a:pt x="67987" y="49253"/>
                    <a:pt x="63311" y="58464"/>
                  </a:cubicBezTo>
                  <a:cubicBezTo>
                    <a:pt x="58851" y="70602"/>
                    <a:pt x="47593" y="78676"/>
                    <a:pt x="34970" y="78791"/>
                  </a:cubicBezTo>
                  <a:close/>
                  <a:moveTo>
                    <a:pt x="34970" y="66113"/>
                  </a:moveTo>
                  <a:cubicBezTo>
                    <a:pt x="42004" y="66113"/>
                    <a:pt x="47713" y="61712"/>
                    <a:pt x="52403" y="52492"/>
                  </a:cubicBezTo>
                  <a:cubicBezTo>
                    <a:pt x="56106" y="45110"/>
                    <a:pt x="57996" y="36909"/>
                    <a:pt x="57908" y="28604"/>
                  </a:cubicBezTo>
                  <a:lnTo>
                    <a:pt x="57908" y="21479"/>
                  </a:lnTo>
                  <a:cubicBezTo>
                    <a:pt x="51513" y="16064"/>
                    <a:pt x="43557" y="12970"/>
                    <a:pt x="35276" y="12678"/>
                  </a:cubicBezTo>
                  <a:cubicBezTo>
                    <a:pt x="26874" y="12616"/>
                    <a:pt x="18732" y="15666"/>
                    <a:pt x="12339" y="21269"/>
                  </a:cubicBezTo>
                  <a:lnTo>
                    <a:pt x="12339" y="28604"/>
                  </a:lnTo>
                  <a:cubicBezTo>
                    <a:pt x="12215" y="36900"/>
                    <a:pt x="14070" y="45102"/>
                    <a:pt x="17742" y="52492"/>
                  </a:cubicBezTo>
                  <a:cubicBezTo>
                    <a:pt x="22533" y="61712"/>
                    <a:pt x="28446" y="66846"/>
                    <a:pt x="34970" y="66113"/>
                  </a:cubicBezTo>
                  <a:close/>
                </a:path>
              </a:pathLst>
            </a:custGeom>
            <a:grpFill/>
            <a:ln w="10040" cap="flat">
              <a:noFill/>
              <a:prstDash val="solid"/>
              <a:miter/>
            </a:ln>
          </p:spPr>
          <p:txBody>
            <a:bodyPr rtlCol="0" anchor="ctr"/>
            <a:lstStyle/>
            <a:p>
              <a:endParaRPr lang="en-EG"/>
            </a:p>
          </p:txBody>
        </p:sp>
        <p:sp>
          <p:nvSpPr>
            <p:cNvPr id="583" name="Freeform 155">
              <a:extLst>
                <a:ext uri="{FF2B5EF4-FFF2-40B4-BE49-F238E27FC236}">
                  <a16:creationId xmlns:a16="http://schemas.microsoft.com/office/drawing/2014/main" id="{DFBF8790-5C4E-8DAD-7FFF-915EACA8C68D}"/>
                </a:ext>
              </a:extLst>
            </p:cNvPr>
            <p:cNvSpPr/>
            <p:nvPr/>
          </p:nvSpPr>
          <p:spPr>
            <a:xfrm>
              <a:off x="6150676" y="2232580"/>
              <a:ext cx="34456" cy="37279"/>
            </a:xfrm>
            <a:custGeom>
              <a:avLst/>
              <a:gdLst>
                <a:gd name="connsiteX0" fmla="*/ 17228 w 34456"/>
                <a:gd name="connsiteY0" fmla="*/ 37160 h 37279"/>
                <a:gd name="connsiteX1" fmla="*/ 0 w 34456"/>
                <a:gd name="connsiteY1" fmla="*/ 23539 h 37279"/>
                <a:gd name="connsiteX2" fmla="*/ 0 w 34456"/>
                <a:gd name="connsiteY2" fmla="*/ 6356 h 37279"/>
                <a:gd name="connsiteX3" fmla="*/ 3160 w 34456"/>
                <a:gd name="connsiteY3" fmla="*/ 908 h 37279"/>
                <a:gd name="connsiteX4" fmla="*/ 9379 w 34456"/>
                <a:gd name="connsiteY4" fmla="*/ 908 h 37279"/>
                <a:gd name="connsiteX5" fmla="*/ 17126 w 34456"/>
                <a:gd name="connsiteY5" fmla="*/ 3004 h 37279"/>
                <a:gd name="connsiteX6" fmla="*/ 25078 w 34456"/>
                <a:gd name="connsiteY6" fmla="*/ 908 h 37279"/>
                <a:gd name="connsiteX7" fmla="*/ 33595 w 34456"/>
                <a:gd name="connsiteY7" fmla="*/ 3161 h 37279"/>
                <a:gd name="connsiteX8" fmla="*/ 34457 w 34456"/>
                <a:gd name="connsiteY8" fmla="*/ 6252 h 37279"/>
                <a:gd name="connsiteX9" fmla="*/ 34457 w 34456"/>
                <a:gd name="connsiteY9" fmla="*/ 23435 h 37279"/>
                <a:gd name="connsiteX10" fmla="*/ 17228 w 34456"/>
                <a:gd name="connsiteY10" fmla="*/ 37160 h 37279"/>
                <a:gd name="connsiteX11" fmla="*/ 12437 w 34456"/>
                <a:gd name="connsiteY11" fmla="*/ 23016 h 37279"/>
                <a:gd name="connsiteX12" fmla="*/ 17228 w 34456"/>
                <a:gd name="connsiteY12" fmla="*/ 24482 h 37279"/>
                <a:gd name="connsiteX13" fmla="*/ 22122 w 34456"/>
                <a:gd name="connsiteY13" fmla="*/ 23016 h 37279"/>
                <a:gd name="connsiteX14" fmla="*/ 22122 w 34456"/>
                <a:gd name="connsiteY14" fmla="*/ 15472 h 37279"/>
                <a:gd name="connsiteX15" fmla="*/ 17228 w 34456"/>
                <a:gd name="connsiteY15" fmla="*/ 15472 h 37279"/>
                <a:gd name="connsiteX16" fmla="*/ 12437 w 34456"/>
                <a:gd name="connsiteY16" fmla="*/ 15472 h 37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456" h="37279">
                  <a:moveTo>
                    <a:pt x="17228" y="37160"/>
                  </a:moveTo>
                  <a:cubicBezTo>
                    <a:pt x="8831" y="38215"/>
                    <a:pt x="1162" y="32152"/>
                    <a:pt x="0" y="23539"/>
                  </a:cubicBezTo>
                  <a:lnTo>
                    <a:pt x="0" y="6356"/>
                  </a:lnTo>
                  <a:cubicBezTo>
                    <a:pt x="19" y="4087"/>
                    <a:pt x="1227" y="2005"/>
                    <a:pt x="3160" y="908"/>
                  </a:cubicBezTo>
                  <a:cubicBezTo>
                    <a:pt x="5066" y="-303"/>
                    <a:pt x="7473" y="-303"/>
                    <a:pt x="9379" y="908"/>
                  </a:cubicBezTo>
                  <a:cubicBezTo>
                    <a:pt x="11722" y="2331"/>
                    <a:pt x="14405" y="3057"/>
                    <a:pt x="17126" y="3004"/>
                  </a:cubicBezTo>
                  <a:cubicBezTo>
                    <a:pt x="19918" y="3108"/>
                    <a:pt x="22680" y="2381"/>
                    <a:pt x="25078" y="908"/>
                  </a:cubicBezTo>
                  <a:cubicBezTo>
                    <a:pt x="28035" y="-887"/>
                    <a:pt x="31848" y="122"/>
                    <a:pt x="33595" y="3161"/>
                  </a:cubicBezTo>
                  <a:cubicBezTo>
                    <a:pt x="34134" y="4099"/>
                    <a:pt x="34430" y="5163"/>
                    <a:pt x="34457" y="6252"/>
                  </a:cubicBezTo>
                  <a:lnTo>
                    <a:pt x="34457" y="23435"/>
                  </a:lnTo>
                  <a:cubicBezTo>
                    <a:pt x="34457" y="31188"/>
                    <a:pt x="26913" y="37160"/>
                    <a:pt x="17228" y="37160"/>
                  </a:cubicBezTo>
                  <a:close/>
                  <a:moveTo>
                    <a:pt x="12437" y="23016"/>
                  </a:moveTo>
                  <a:cubicBezTo>
                    <a:pt x="13814" y="24074"/>
                    <a:pt x="15512" y="24594"/>
                    <a:pt x="17228" y="24482"/>
                  </a:cubicBezTo>
                  <a:cubicBezTo>
                    <a:pt x="18978" y="24610"/>
                    <a:pt x="20713" y="24090"/>
                    <a:pt x="22122" y="23016"/>
                  </a:cubicBezTo>
                  <a:lnTo>
                    <a:pt x="22122" y="15472"/>
                  </a:lnTo>
                  <a:cubicBezTo>
                    <a:pt x="20492" y="15576"/>
                    <a:pt x="18858" y="15576"/>
                    <a:pt x="17228" y="15472"/>
                  </a:cubicBezTo>
                  <a:cubicBezTo>
                    <a:pt x="15633" y="15579"/>
                    <a:pt x="14032" y="15579"/>
                    <a:pt x="12437" y="15472"/>
                  </a:cubicBezTo>
                  <a:close/>
                </a:path>
              </a:pathLst>
            </a:custGeom>
            <a:grpFill/>
            <a:ln w="10040" cap="flat">
              <a:noFill/>
              <a:prstDash val="solid"/>
              <a:miter/>
            </a:ln>
          </p:spPr>
          <p:txBody>
            <a:bodyPr rtlCol="0" anchor="ctr"/>
            <a:lstStyle/>
            <a:p>
              <a:endParaRPr lang="en-EG"/>
            </a:p>
          </p:txBody>
        </p:sp>
        <p:sp>
          <p:nvSpPr>
            <p:cNvPr id="584" name="Freeform 156">
              <a:extLst>
                <a:ext uri="{FF2B5EF4-FFF2-40B4-BE49-F238E27FC236}">
                  <a16:creationId xmlns:a16="http://schemas.microsoft.com/office/drawing/2014/main" id="{65B16AEA-CE02-193B-0344-FD0113EA1F38}"/>
                </a:ext>
              </a:extLst>
            </p:cNvPr>
            <p:cNvSpPr/>
            <p:nvPr/>
          </p:nvSpPr>
          <p:spPr>
            <a:xfrm>
              <a:off x="6100826" y="2243547"/>
              <a:ext cx="103574" cy="87173"/>
            </a:xfrm>
            <a:custGeom>
              <a:avLst/>
              <a:gdLst>
                <a:gd name="connsiteX0" fmla="*/ 87773 w 103574"/>
                <a:gd name="connsiteY0" fmla="*/ 87173 h 87173"/>
                <a:gd name="connsiteX1" fmla="*/ 6219 w 103574"/>
                <a:gd name="connsiteY1" fmla="*/ 87173 h 87173"/>
                <a:gd name="connsiteX2" fmla="*/ 1 w 103574"/>
                <a:gd name="connsiteY2" fmla="*/ 80992 h 87173"/>
                <a:gd name="connsiteX3" fmla="*/ 0 w 103574"/>
                <a:gd name="connsiteY3" fmla="*/ 80886 h 87173"/>
                <a:gd name="connsiteX4" fmla="*/ 0 w 103574"/>
                <a:gd name="connsiteY4" fmla="*/ 41177 h 87173"/>
                <a:gd name="connsiteX5" fmla="*/ 40064 w 103574"/>
                <a:gd name="connsiteY5" fmla="*/ 0 h 87173"/>
                <a:gd name="connsiteX6" fmla="*/ 56069 w 103574"/>
                <a:gd name="connsiteY6" fmla="*/ 0 h 87173"/>
                <a:gd name="connsiteX7" fmla="*/ 62287 w 103574"/>
                <a:gd name="connsiteY7" fmla="*/ 6391 h 87173"/>
                <a:gd name="connsiteX8" fmla="*/ 62287 w 103574"/>
                <a:gd name="connsiteY8" fmla="*/ 12049 h 87173"/>
                <a:gd name="connsiteX9" fmla="*/ 67079 w 103574"/>
                <a:gd name="connsiteY9" fmla="*/ 13516 h 87173"/>
                <a:gd name="connsiteX10" fmla="*/ 71972 w 103574"/>
                <a:gd name="connsiteY10" fmla="*/ 12049 h 87173"/>
                <a:gd name="connsiteX11" fmla="*/ 71972 w 103574"/>
                <a:gd name="connsiteY11" fmla="*/ 6391 h 87173"/>
                <a:gd name="connsiteX12" fmla="*/ 78190 w 103574"/>
                <a:gd name="connsiteY12" fmla="*/ 0 h 87173"/>
                <a:gd name="connsiteX13" fmla="*/ 97356 w 103574"/>
                <a:gd name="connsiteY13" fmla="*/ 0 h 87173"/>
                <a:gd name="connsiteX14" fmla="*/ 103574 w 103574"/>
                <a:gd name="connsiteY14" fmla="*/ 6391 h 87173"/>
                <a:gd name="connsiteX15" fmla="*/ 97356 w 103574"/>
                <a:gd name="connsiteY15" fmla="*/ 12783 h 87173"/>
                <a:gd name="connsiteX16" fmla="*/ 84307 w 103574"/>
                <a:gd name="connsiteY16" fmla="*/ 12783 h 87173"/>
                <a:gd name="connsiteX17" fmla="*/ 67079 w 103574"/>
                <a:gd name="connsiteY17" fmla="*/ 26194 h 87173"/>
                <a:gd name="connsiteX18" fmla="*/ 49850 w 103574"/>
                <a:gd name="connsiteY18" fmla="*/ 12783 h 87173"/>
                <a:gd name="connsiteX19" fmla="*/ 40166 w 103574"/>
                <a:gd name="connsiteY19" fmla="*/ 12783 h 87173"/>
                <a:gd name="connsiteX20" fmla="*/ 12437 w 103574"/>
                <a:gd name="connsiteY20" fmla="*/ 41072 h 87173"/>
                <a:gd name="connsiteX21" fmla="*/ 12437 w 103574"/>
                <a:gd name="connsiteY21" fmla="*/ 41177 h 87173"/>
                <a:gd name="connsiteX22" fmla="*/ 12437 w 103574"/>
                <a:gd name="connsiteY22" fmla="*/ 74076 h 87173"/>
                <a:gd name="connsiteX23" fmla="*/ 87773 w 103574"/>
                <a:gd name="connsiteY23" fmla="*/ 74076 h 87173"/>
                <a:gd name="connsiteX24" fmla="*/ 94145 w 103574"/>
                <a:gd name="connsiteY24" fmla="*/ 80624 h 87173"/>
                <a:gd name="connsiteX25" fmla="*/ 87773 w 103574"/>
                <a:gd name="connsiteY25" fmla="*/ 87173 h 87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3574" h="87173">
                  <a:moveTo>
                    <a:pt x="87773" y="87173"/>
                  </a:moveTo>
                  <a:lnTo>
                    <a:pt x="6219" y="87173"/>
                  </a:lnTo>
                  <a:cubicBezTo>
                    <a:pt x="2841" y="87231"/>
                    <a:pt x="57" y="84463"/>
                    <a:pt x="1" y="80992"/>
                  </a:cubicBezTo>
                  <a:cubicBezTo>
                    <a:pt x="0" y="80957"/>
                    <a:pt x="0" y="80922"/>
                    <a:pt x="0" y="80886"/>
                  </a:cubicBezTo>
                  <a:lnTo>
                    <a:pt x="0" y="41177"/>
                  </a:lnTo>
                  <a:cubicBezTo>
                    <a:pt x="56" y="18459"/>
                    <a:pt x="17960" y="58"/>
                    <a:pt x="40064" y="0"/>
                  </a:cubicBezTo>
                  <a:lnTo>
                    <a:pt x="56069" y="0"/>
                  </a:lnTo>
                  <a:cubicBezTo>
                    <a:pt x="59480" y="56"/>
                    <a:pt x="62233" y="2885"/>
                    <a:pt x="62287" y="6391"/>
                  </a:cubicBezTo>
                  <a:lnTo>
                    <a:pt x="62287" y="12049"/>
                  </a:lnTo>
                  <a:cubicBezTo>
                    <a:pt x="63664" y="13107"/>
                    <a:pt x="65363" y="13627"/>
                    <a:pt x="67079" y="13516"/>
                  </a:cubicBezTo>
                  <a:cubicBezTo>
                    <a:pt x="68828" y="13643"/>
                    <a:pt x="70564" y="13123"/>
                    <a:pt x="71972" y="12049"/>
                  </a:cubicBezTo>
                  <a:lnTo>
                    <a:pt x="71972" y="6391"/>
                  </a:lnTo>
                  <a:cubicBezTo>
                    <a:pt x="71972" y="2861"/>
                    <a:pt x="74756" y="0"/>
                    <a:pt x="78190" y="0"/>
                  </a:cubicBezTo>
                  <a:lnTo>
                    <a:pt x="97356" y="0"/>
                  </a:lnTo>
                  <a:cubicBezTo>
                    <a:pt x="100790" y="0"/>
                    <a:pt x="103574" y="2861"/>
                    <a:pt x="103574" y="6391"/>
                  </a:cubicBezTo>
                  <a:cubicBezTo>
                    <a:pt x="103574" y="9921"/>
                    <a:pt x="100790" y="12783"/>
                    <a:pt x="97356" y="12783"/>
                  </a:cubicBezTo>
                  <a:lnTo>
                    <a:pt x="84307" y="12783"/>
                  </a:lnTo>
                  <a:cubicBezTo>
                    <a:pt x="84307" y="20326"/>
                    <a:pt x="76661" y="26194"/>
                    <a:pt x="67079" y="26194"/>
                  </a:cubicBezTo>
                  <a:cubicBezTo>
                    <a:pt x="58765" y="27200"/>
                    <a:pt x="51161" y="21280"/>
                    <a:pt x="49850" y="12783"/>
                  </a:cubicBezTo>
                  <a:lnTo>
                    <a:pt x="40166" y="12783"/>
                  </a:lnTo>
                  <a:cubicBezTo>
                    <a:pt x="24908" y="12725"/>
                    <a:pt x="12494" y="25390"/>
                    <a:pt x="12437" y="41072"/>
                  </a:cubicBezTo>
                  <a:cubicBezTo>
                    <a:pt x="12437" y="41107"/>
                    <a:pt x="12437" y="41142"/>
                    <a:pt x="12437" y="41177"/>
                  </a:cubicBezTo>
                  <a:lnTo>
                    <a:pt x="12437" y="74076"/>
                  </a:lnTo>
                  <a:lnTo>
                    <a:pt x="87773" y="74076"/>
                  </a:lnTo>
                  <a:cubicBezTo>
                    <a:pt x="91292" y="74076"/>
                    <a:pt x="94145" y="77008"/>
                    <a:pt x="94145" y="80624"/>
                  </a:cubicBezTo>
                  <a:cubicBezTo>
                    <a:pt x="94145" y="84241"/>
                    <a:pt x="91292" y="87173"/>
                    <a:pt x="87773" y="87173"/>
                  </a:cubicBezTo>
                  <a:close/>
                </a:path>
              </a:pathLst>
            </a:custGeom>
            <a:grpFill/>
            <a:ln w="10040" cap="flat">
              <a:noFill/>
              <a:prstDash val="solid"/>
              <a:miter/>
            </a:ln>
          </p:spPr>
          <p:txBody>
            <a:bodyPr rtlCol="0" anchor="ctr"/>
            <a:lstStyle/>
            <a:p>
              <a:endParaRPr lang="en-EG"/>
            </a:p>
          </p:txBody>
        </p:sp>
        <p:sp>
          <p:nvSpPr>
            <p:cNvPr id="585" name="Freeform 157">
              <a:extLst>
                <a:ext uri="{FF2B5EF4-FFF2-40B4-BE49-F238E27FC236}">
                  <a16:creationId xmlns:a16="http://schemas.microsoft.com/office/drawing/2014/main" id="{11BD3536-9ED6-6A7E-225C-43467FF6FE18}"/>
                </a:ext>
              </a:extLst>
            </p:cNvPr>
            <p:cNvSpPr/>
            <p:nvPr/>
          </p:nvSpPr>
          <p:spPr>
            <a:xfrm>
              <a:off x="6281979" y="2087514"/>
              <a:ext cx="12335" cy="35750"/>
            </a:xfrm>
            <a:custGeom>
              <a:avLst/>
              <a:gdLst>
                <a:gd name="connsiteX0" fmla="*/ 6117 w 12335"/>
                <a:gd name="connsiteY0" fmla="*/ 35751 h 35750"/>
                <a:gd name="connsiteX1" fmla="*/ 0 w 12335"/>
                <a:gd name="connsiteY1" fmla="*/ 29359 h 35750"/>
                <a:gd name="connsiteX2" fmla="*/ 0 w 12335"/>
                <a:gd name="connsiteY2" fmla="*/ 5575 h 35750"/>
                <a:gd name="connsiteX3" fmla="*/ 6962 w 12335"/>
                <a:gd name="connsiteY3" fmla="*/ 53 h 35750"/>
                <a:gd name="connsiteX4" fmla="*/ 12335 w 12335"/>
                <a:gd name="connsiteY4" fmla="*/ 5575 h 35750"/>
                <a:gd name="connsiteX5" fmla="*/ 12335 w 12335"/>
                <a:gd name="connsiteY5" fmla="*/ 29359 h 35750"/>
                <a:gd name="connsiteX6" fmla="*/ 6117 w 12335"/>
                <a:gd name="connsiteY6" fmla="*/ 35751 h 3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35" h="35750">
                  <a:moveTo>
                    <a:pt x="6117" y="35751"/>
                  </a:moveTo>
                  <a:cubicBezTo>
                    <a:pt x="2722" y="35693"/>
                    <a:pt x="0" y="32849"/>
                    <a:pt x="0" y="29359"/>
                  </a:cubicBezTo>
                  <a:lnTo>
                    <a:pt x="0" y="5575"/>
                  </a:lnTo>
                  <a:cubicBezTo>
                    <a:pt x="439" y="2074"/>
                    <a:pt x="3556" y="-398"/>
                    <a:pt x="6962" y="53"/>
                  </a:cubicBezTo>
                  <a:cubicBezTo>
                    <a:pt x="9766" y="424"/>
                    <a:pt x="11974" y="2693"/>
                    <a:pt x="12335" y="5575"/>
                  </a:cubicBezTo>
                  <a:lnTo>
                    <a:pt x="12335" y="29359"/>
                  </a:lnTo>
                  <a:cubicBezTo>
                    <a:pt x="12335" y="32889"/>
                    <a:pt x="9551" y="35751"/>
                    <a:pt x="6117" y="35751"/>
                  </a:cubicBezTo>
                  <a:close/>
                </a:path>
              </a:pathLst>
            </a:custGeom>
            <a:grpFill/>
            <a:ln w="10040" cap="flat">
              <a:noFill/>
              <a:prstDash val="solid"/>
              <a:miter/>
            </a:ln>
          </p:spPr>
          <p:txBody>
            <a:bodyPr rtlCol="0" anchor="ctr"/>
            <a:lstStyle/>
            <a:p>
              <a:endParaRPr lang="en-EG"/>
            </a:p>
          </p:txBody>
        </p:sp>
        <p:sp>
          <p:nvSpPr>
            <p:cNvPr id="586" name="Freeform 158">
              <a:extLst>
                <a:ext uri="{FF2B5EF4-FFF2-40B4-BE49-F238E27FC236}">
                  <a16:creationId xmlns:a16="http://schemas.microsoft.com/office/drawing/2014/main" id="{B31721EF-FEBF-F482-15E9-8E773EB0F426}"/>
                </a:ext>
              </a:extLst>
            </p:cNvPr>
            <p:cNvSpPr/>
            <p:nvPr/>
          </p:nvSpPr>
          <p:spPr>
            <a:xfrm>
              <a:off x="6344862" y="2087089"/>
              <a:ext cx="65839" cy="76619"/>
            </a:xfrm>
            <a:custGeom>
              <a:avLst/>
              <a:gdLst>
                <a:gd name="connsiteX0" fmla="*/ 59245 w 65839"/>
                <a:gd name="connsiteY0" fmla="*/ 76619 h 76619"/>
                <a:gd name="connsiteX1" fmla="*/ 53128 w 65839"/>
                <a:gd name="connsiteY1" fmla="*/ 71380 h 76619"/>
                <a:gd name="connsiteX2" fmla="*/ 3176 w 65839"/>
                <a:gd name="connsiteY2" fmla="*/ 12077 h 76619"/>
                <a:gd name="connsiteX3" fmla="*/ 729 w 65839"/>
                <a:gd name="connsiteY3" fmla="*/ 3591 h 76619"/>
                <a:gd name="connsiteX4" fmla="*/ 8712 w 65839"/>
                <a:gd name="connsiteY4" fmla="*/ 571 h 76619"/>
                <a:gd name="connsiteX5" fmla="*/ 8885 w 65839"/>
                <a:gd name="connsiteY5" fmla="*/ 657 h 76619"/>
                <a:gd name="connsiteX6" fmla="*/ 65769 w 65839"/>
                <a:gd name="connsiteY6" fmla="*/ 69180 h 76619"/>
                <a:gd name="connsiteX7" fmla="*/ 60672 w 65839"/>
                <a:gd name="connsiteY7" fmla="*/ 76619 h 76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839" h="76619">
                  <a:moveTo>
                    <a:pt x="59245" y="76619"/>
                  </a:moveTo>
                  <a:cubicBezTo>
                    <a:pt x="56228" y="76662"/>
                    <a:pt x="53631" y="74438"/>
                    <a:pt x="53128" y="71380"/>
                  </a:cubicBezTo>
                  <a:cubicBezTo>
                    <a:pt x="46706" y="34080"/>
                    <a:pt x="3686" y="12287"/>
                    <a:pt x="3176" y="12077"/>
                  </a:cubicBezTo>
                  <a:cubicBezTo>
                    <a:pt x="233" y="10418"/>
                    <a:pt x="-859" y="6630"/>
                    <a:pt x="729" y="3591"/>
                  </a:cubicBezTo>
                  <a:cubicBezTo>
                    <a:pt x="2123" y="491"/>
                    <a:pt x="5697" y="-860"/>
                    <a:pt x="8712" y="571"/>
                  </a:cubicBezTo>
                  <a:cubicBezTo>
                    <a:pt x="8770" y="599"/>
                    <a:pt x="8828" y="627"/>
                    <a:pt x="8885" y="657"/>
                  </a:cubicBezTo>
                  <a:cubicBezTo>
                    <a:pt x="10924" y="1600"/>
                    <a:pt x="58123" y="25070"/>
                    <a:pt x="65769" y="69180"/>
                  </a:cubicBezTo>
                  <a:cubicBezTo>
                    <a:pt x="66270" y="72659"/>
                    <a:pt x="64028" y="75931"/>
                    <a:pt x="60672" y="76619"/>
                  </a:cubicBezTo>
                  <a:close/>
                </a:path>
              </a:pathLst>
            </a:custGeom>
            <a:grpFill/>
            <a:ln w="10040" cap="flat">
              <a:noFill/>
              <a:prstDash val="solid"/>
              <a:miter/>
            </a:ln>
          </p:spPr>
          <p:txBody>
            <a:bodyPr rtlCol="0" anchor="ctr"/>
            <a:lstStyle/>
            <a:p>
              <a:endParaRPr lang="en-EG"/>
            </a:p>
          </p:txBody>
        </p:sp>
        <p:sp>
          <p:nvSpPr>
            <p:cNvPr id="587" name="Freeform 159">
              <a:extLst>
                <a:ext uri="{FF2B5EF4-FFF2-40B4-BE49-F238E27FC236}">
                  <a16:creationId xmlns:a16="http://schemas.microsoft.com/office/drawing/2014/main" id="{13E9D306-6180-79D5-8711-627C74B1DB1E}"/>
                </a:ext>
              </a:extLst>
            </p:cNvPr>
            <p:cNvSpPr/>
            <p:nvPr/>
          </p:nvSpPr>
          <p:spPr>
            <a:xfrm>
              <a:off x="6165966" y="2087084"/>
              <a:ext cx="66141" cy="76624"/>
            </a:xfrm>
            <a:custGeom>
              <a:avLst/>
              <a:gdLst>
                <a:gd name="connsiteX0" fmla="*/ 6322 w 66141"/>
                <a:gd name="connsiteY0" fmla="*/ 76624 h 76624"/>
                <a:gd name="connsiteX1" fmla="*/ 5098 w 66141"/>
                <a:gd name="connsiteY1" fmla="*/ 76624 h 76624"/>
                <a:gd name="connsiteX2" fmla="*/ 103 w 66141"/>
                <a:gd name="connsiteY2" fmla="*/ 69185 h 76624"/>
                <a:gd name="connsiteX3" fmla="*/ 57293 w 66141"/>
                <a:gd name="connsiteY3" fmla="*/ 662 h 76624"/>
                <a:gd name="connsiteX4" fmla="*/ 65497 w 66141"/>
                <a:gd name="connsiteY4" fmla="*/ 3482 h 76624"/>
                <a:gd name="connsiteX5" fmla="*/ 65551 w 66141"/>
                <a:gd name="connsiteY5" fmla="*/ 3596 h 76624"/>
                <a:gd name="connsiteX6" fmla="*/ 62594 w 66141"/>
                <a:gd name="connsiteY6" fmla="*/ 12083 h 76624"/>
                <a:gd name="connsiteX7" fmla="*/ 12336 w 66141"/>
                <a:gd name="connsiteY7" fmla="*/ 71385 h 76624"/>
                <a:gd name="connsiteX8" fmla="*/ 6322 w 66141"/>
                <a:gd name="connsiteY8" fmla="*/ 76624 h 76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141" h="76624">
                  <a:moveTo>
                    <a:pt x="6322" y="76624"/>
                  </a:moveTo>
                  <a:lnTo>
                    <a:pt x="5098" y="76624"/>
                  </a:lnTo>
                  <a:cubicBezTo>
                    <a:pt x="1720" y="75988"/>
                    <a:pt x="-516" y="72657"/>
                    <a:pt x="103" y="69185"/>
                  </a:cubicBezTo>
                  <a:cubicBezTo>
                    <a:pt x="7749" y="25075"/>
                    <a:pt x="54949" y="1605"/>
                    <a:pt x="57293" y="662"/>
                  </a:cubicBezTo>
                  <a:cubicBezTo>
                    <a:pt x="60316" y="-887"/>
                    <a:pt x="63989" y="375"/>
                    <a:pt x="65497" y="3482"/>
                  </a:cubicBezTo>
                  <a:cubicBezTo>
                    <a:pt x="65515" y="3520"/>
                    <a:pt x="65533" y="3558"/>
                    <a:pt x="65551" y="3596"/>
                  </a:cubicBezTo>
                  <a:cubicBezTo>
                    <a:pt x="67004" y="6779"/>
                    <a:pt x="65683" y="10571"/>
                    <a:pt x="62594" y="12083"/>
                  </a:cubicBezTo>
                  <a:cubicBezTo>
                    <a:pt x="62594" y="12083"/>
                    <a:pt x="18759" y="34085"/>
                    <a:pt x="12336" y="71385"/>
                  </a:cubicBezTo>
                  <a:cubicBezTo>
                    <a:pt x="11802" y="74382"/>
                    <a:pt x="9285" y="76574"/>
                    <a:pt x="6322" y="76624"/>
                  </a:cubicBezTo>
                  <a:close/>
                </a:path>
              </a:pathLst>
            </a:custGeom>
            <a:grpFill/>
            <a:ln w="10040" cap="flat">
              <a:noFill/>
              <a:prstDash val="solid"/>
              <a:miter/>
            </a:ln>
          </p:spPr>
          <p:txBody>
            <a:bodyPr rtlCol="0" anchor="ctr"/>
            <a:lstStyle/>
            <a:p>
              <a:endParaRPr lang="en-EG"/>
            </a:p>
          </p:txBody>
        </p:sp>
        <p:sp>
          <p:nvSpPr>
            <p:cNvPr id="588" name="Freeform 160">
              <a:extLst>
                <a:ext uri="{FF2B5EF4-FFF2-40B4-BE49-F238E27FC236}">
                  <a16:creationId xmlns:a16="http://schemas.microsoft.com/office/drawing/2014/main" id="{F8F4C5AC-ABDE-A75B-E11F-A1D67E8499CE}"/>
                </a:ext>
              </a:extLst>
            </p:cNvPr>
            <p:cNvSpPr/>
            <p:nvPr/>
          </p:nvSpPr>
          <p:spPr>
            <a:xfrm>
              <a:off x="6266687" y="2037245"/>
              <a:ext cx="42816" cy="44005"/>
            </a:xfrm>
            <a:custGeom>
              <a:avLst/>
              <a:gdLst>
                <a:gd name="connsiteX0" fmla="*/ 21408 w 42816"/>
                <a:gd name="connsiteY0" fmla="*/ 44006 h 44005"/>
                <a:gd name="connsiteX1" fmla="*/ 0 w 42816"/>
                <a:gd name="connsiteY1" fmla="*/ 22003 h 44005"/>
                <a:gd name="connsiteX2" fmla="*/ 21408 w 42816"/>
                <a:gd name="connsiteY2" fmla="*/ 0 h 44005"/>
                <a:gd name="connsiteX3" fmla="*/ 42816 w 42816"/>
                <a:gd name="connsiteY3" fmla="*/ 22003 h 44005"/>
                <a:gd name="connsiteX4" fmla="*/ 21408 w 42816"/>
                <a:gd name="connsiteY4" fmla="*/ 44006 h 44005"/>
                <a:gd name="connsiteX5" fmla="*/ 21408 w 42816"/>
                <a:gd name="connsiteY5" fmla="*/ 12573 h 44005"/>
                <a:gd name="connsiteX6" fmla="*/ 12336 w 42816"/>
                <a:gd name="connsiteY6" fmla="*/ 21899 h 44005"/>
                <a:gd name="connsiteX7" fmla="*/ 21409 w 42816"/>
                <a:gd name="connsiteY7" fmla="*/ 31223 h 44005"/>
                <a:gd name="connsiteX8" fmla="*/ 30482 w 42816"/>
                <a:gd name="connsiteY8" fmla="*/ 21897 h 44005"/>
                <a:gd name="connsiteX9" fmla="*/ 30481 w 42816"/>
                <a:gd name="connsiteY9" fmla="*/ 21793 h 44005"/>
                <a:gd name="connsiteX10" fmla="*/ 21408 w 42816"/>
                <a:gd name="connsiteY10" fmla="*/ 12783 h 44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816" h="44005">
                  <a:moveTo>
                    <a:pt x="21408" y="44006"/>
                  </a:moveTo>
                  <a:cubicBezTo>
                    <a:pt x="9585" y="44006"/>
                    <a:pt x="0" y="34155"/>
                    <a:pt x="0" y="22003"/>
                  </a:cubicBezTo>
                  <a:cubicBezTo>
                    <a:pt x="0" y="9851"/>
                    <a:pt x="9585" y="0"/>
                    <a:pt x="21408" y="0"/>
                  </a:cubicBezTo>
                  <a:cubicBezTo>
                    <a:pt x="33231" y="0"/>
                    <a:pt x="42816" y="9851"/>
                    <a:pt x="42816" y="22003"/>
                  </a:cubicBezTo>
                  <a:cubicBezTo>
                    <a:pt x="42816" y="34155"/>
                    <a:pt x="33231" y="44006"/>
                    <a:pt x="21408" y="44006"/>
                  </a:cubicBezTo>
                  <a:close/>
                  <a:moveTo>
                    <a:pt x="21408" y="12573"/>
                  </a:moveTo>
                  <a:cubicBezTo>
                    <a:pt x="16397" y="12573"/>
                    <a:pt x="12335" y="16749"/>
                    <a:pt x="12336" y="21899"/>
                  </a:cubicBezTo>
                  <a:cubicBezTo>
                    <a:pt x="12336" y="27049"/>
                    <a:pt x="16398" y="31223"/>
                    <a:pt x="21409" y="31223"/>
                  </a:cubicBezTo>
                  <a:cubicBezTo>
                    <a:pt x="26420" y="31223"/>
                    <a:pt x="30482" y="27047"/>
                    <a:pt x="30482" y="21897"/>
                  </a:cubicBezTo>
                  <a:cubicBezTo>
                    <a:pt x="30482" y="21863"/>
                    <a:pt x="30481" y="21828"/>
                    <a:pt x="30481" y="21793"/>
                  </a:cubicBezTo>
                  <a:cubicBezTo>
                    <a:pt x="30316" y="16766"/>
                    <a:pt x="26302" y="12780"/>
                    <a:pt x="21408" y="12783"/>
                  </a:cubicBezTo>
                  <a:close/>
                </a:path>
              </a:pathLst>
            </a:custGeom>
            <a:grpFill/>
            <a:ln w="10040" cap="flat">
              <a:noFill/>
              <a:prstDash val="solid"/>
              <a:miter/>
            </a:ln>
          </p:spPr>
          <p:txBody>
            <a:bodyPr rtlCol="0" anchor="ctr"/>
            <a:lstStyle/>
            <a:p>
              <a:endParaRPr lang="en-EG"/>
            </a:p>
          </p:txBody>
        </p:sp>
      </p:grpSp>
      <p:sp>
        <p:nvSpPr>
          <p:cNvPr id="589" name="TextBox 588">
            <a:extLst>
              <a:ext uri="{FF2B5EF4-FFF2-40B4-BE49-F238E27FC236}">
                <a16:creationId xmlns:a16="http://schemas.microsoft.com/office/drawing/2014/main" id="{29EA4948-7724-A3EF-342B-3E4E2C1F001F}"/>
              </a:ext>
            </a:extLst>
          </p:cNvPr>
          <p:cNvSpPr txBox="1"/>
          <p:nvPr/>
        </p:nvSpPr>
        <p:spPr>
          <a:xfrm>
            <a:off x="5560386" y="5053417"/>
            <a:ext cx="262892" cy="276999"/>
          </a:xfrm>
          <a:prstGeom prst="rect">
            <a:avLst/>
          </a:prstGeom>
          <a:noFill/>
        </p:spPr>
        <p:txBody>
          <a:bodyPr wrap="none" lIns="0" tIns="0" rIns="0" bIns="0" rtlCol="0">
            <a:spAutoFit/>
          </a:bodyPr>
          <a:lstStyle/>
          <a:p>
            <a:pPr algn="ctr"/>
            <a:r>
              <a:rPr lang="en-US" b="1" dirty="0">
                <a:solidFill>
                  <a:srgbClr val="FFFFFF"/>
                </a:solidFill>
                <a:latin typeface="Open Sans SemiBold" panose="020B0606030504020204" pitchFamily="34" charset="0"/>
                <a:ea typeface="Open Sans SemiBold" panose="020B0606030504020204" pitchFamily="34" charset="0"/>
                <a:cs typeface="Open Sans SemiBold" panose="020B0606030504020204" pitchFamily="34" charset="0"/>
              </a:rPr>
              <a:t>04</a:t>
            </a:r>
          </a:p>
        </p:txBody>
      </p:sp>
      <p:sp>
        <p:nvSpPr>
          <p:cNvPr id="590" name="TextBox 589">
            <a:extLst>
              <a:ext uri="{FF2B5EF4-FFF2-40B4-BE49-F238E27FC236}">
                <a16:creationId xmlns:a16="http://schemas.microsoft.com/office/drawing/2014/main" id="{CC9F7E8A-35D5-83E7-81BE-6F01F6EF92C8}"/>
              </a:ext>
            </a:extLst>
          </p:cNvPr>
          <p:cNvSpPr txBox="1"/>
          <p:nvPr/>
        </p:nvSpPr>
        <p:spPr>
          <a:xfrm>
            <a:off x="4536258" y="3815929"/>
            <a:ext cx="262892" cy="276999"/>
          </a:xfrm>
          <a:prstGeom prst="rect">
            <a:avLst/>
          </a:prstGeom>
          <a:noFill/>
        </p:spPr>
        <p:txBody>
          <a:bodyPr wrap="none" lIns="0" tIns="0" rIns="0" bIns="0" rtlCol="0">
            <a:spAutoFit/>
          </a:bodyPr>
          <a:lstStyle/>
          <a:p>
            <a:pPr algn="ctr"/>
            <a:r>
              <a:rPr lang="en-US" b="1" dirty="0">
                <a:solidFill>
                  <a:srgbClr val="FFFFFF"/>
                </a:solidFill>
                <a:latin typeface="Open Sans SemiBold" panose="020B0606030504020204" pitchFamily="34" charset="0"/>
                <a:ea typeface="Open Sans SemiBold" panose="020B0606030504020204" pitchFamily="34" charset="0"/>
                <a:cs typeface="Open Sans SemiBold" panose="020B0606030504020204" pitchFamily="34" charset="0"/>
              </a:rPr>
              <a:t>05</a:t>
            </a:r>
          </a:p>
        </p:txBody>
      </p:sp>
      <p:sp>
        <p:nvSpPr>
          <p:cNvPr id="591" name="TextBox 590">
            <a:extLst>
              <a:ext uri="{FF2B5EF4-FFF2-40B4-BE49-F238E27FC236}">
                <a16:creationId xmlns:a16="http://schemas.microsoft.com/office/drawing/2014/main" id="{7EE4D739-8587-C615-6D92-D31467E71E50}"/>
              </a:ext>
            </a:extLst>
          </p:cNvPr>
          <p:cNvSpPr txBox="1"/>
          <p:nvPr/>
        </p:nvSpPr>
        <p:spPr>
          <a:xfrm>
            <a:off x="5407986" y="2450425"/>
            <a:ext cx="262892" cy="276999"/>
          </a:xfrm>
          <a:prstGeom prst="rect">
            <a:avLst/>
          </a:prstGeom>
          <a:noFill/>
        </p:spPr>
        <p:txBody>
          <a:bodyPr wrap="none" lIns="0" tIns="0" rIns="0" bIns="0" rtlCol="0">
            <a:spAutoFit/>
          </a:bodyPr>
          <a:lstStyle/>
          <a:p>
            <a:pPr algn="ctr"/>
            <a:r>
              <a:rPr lang="en-US" b="1" dirty="0">
                <a:solidFill>
                  <a:srgbClr val="FFFFFF"/>
                </a:solidFill>
                <a:latin typeface="Open Sans SemiBold" panose="020B0606030504020204" pitchFamily="34" charset="0"/>
                <a:ea typeface="Open Sans SemiBold" panose="020B0606030504020204" pitchFamily="34" charset="0"/>
                <a:cs typeface="Open Sans SemiBold" panose="020B0606030504020204" pitchFamily="34" charset="0"/>
              </a:rPr>
              <a:t>01</a:t>
            </a:r>
          </a:p>
        </p:txBody>
      </p:sp>
      <p:sp>
        <p:nvSpPr>
          <p:cNvPr id="592" name="TextBox 591">
            <a:extLst>
              <a:ext uri="{FF2B5EF4-FFF2-40B4-BE49-F238E27FC236}">
                <a16:creationId xmlns:a16="http://schemas.microsoft.com/office/drawing/2014/main" id="{3DD4998B-E6C9-3A8F-28BC-078407068012}"/>
              </a:ext>
            </a:extLst>
          </p:cNvPr>
          <p:cNvSpPr txBox="1"/>
          <p:nvPr/>
        </p:nvSpPr>
        <p:spPr>
          <a:xfrm>
            <a:off x="6968562" y="2871049"/>
            <a:ext cx="262892" cy="276999"/>
          </a:xfrm>
          <a:prstGeom prst="rect">
            <a:avLst/>
          </a:prstGeom>
          <a:noFill/>
        </p:spPr>
        <p:txBody>
          <a:bodyPr wrap="none" lIns="0" tIns="0" rIns="0" bIns="0" rtlCol="0">
            <a:spAutoFit/>
          </a:bodyPr>
          <a:lstStyle/>
          <a:p>
            <a:pPr algn="ctr"/>
            <a:r>
              <a:rPr lang="en-US" b="1" dirty="0">
                <a:solidFill>
                  <a:srgbClr val="FFFFFF"/>
                </a:solidFill>
                <a:latin typeface="Open Sans SemiBold" panose="020B0606030504020204" pitchFamily="34" charset="0"/>
                <a:ea typeface="Open Sans SemiBold" panose="020B0606030504020204" pitchFamily="34" charset="0"/>
                <a:cs typeface="Open Sans SemiBold" panose="020B0606030504020204" pitchFamily="34" charset="0"/>
              </a:rPr>
              <a:t>02</a:t>
            </a:r>
          </a:p>
        </p:txBody>
      </p:sp>
      <p:sp>
        <p:nvSpPr>
          <p:cNvPr id="593" name="TextBox 592">
            <a:extLst>
              <a:ext uri="{FF2B5EF4-FFF2-40B4-BE49-F238E27FC236}">
                <a16:creationId xmlns:a16="http://schemas.microsoft.com/office/drawing/2014/main" id="{E27038A2-5E1B-E48B-E4AD-8D688FED132E}"/>
              </a:ext>
            </a:extLst>
          </p:cNvPr>
          <p:cNvSpPr txBox="1"/>
          <p:nvPr/>
        </p:nvSpPr>
        <p:spPr>
          <a:xfrm>
            <a:off x="7041714" y="4480393"/>
            <a:ext cx="262892" cy="276999"/>
          </a:xfrm>
          <a:prstGeom prst="rect">
            <a:avLst/>
          </a:prstGeom>
          <a:noFill/>
        </p:spPr>
        <p:txBody>
          <a:bodyPr wrap="none" lIns="0" tIns="0" rIns="0" bIns="0" rtlCol="0">
            <a:spAutoFit/>
          </a:bodyPr>
          <a:lstStyle/>
          <a:p>
            <a:pPr algn="ctr"/>
            <a:r>
              <a:rPr lang="en-US" b="1" dirty="0">
                <a:solidFill>
                  <a:srgbClr val="FFFFFF"/>
                </a:solidFill>
                <a:latin typeface="Open Sans SemiBold" panose="020B0606030504020204" pitchFamily="34" charset="0"/>
                <a:ea typeface="Open Sans SemiBold" panose="020B0606030504020204" pitchFamily="34" charset="0"/>
                <a:cs typeface="Open Sans SemiBold" panose="020B0606030504020204" pitchFamily="34" charset="0"/>
              </a:rPr>
              <a:t>03</a:t>
            </a:r>
          </a:p>
        </p:txBody>
      </p:sp>
      <p:sp>
        <p:nvSpPr>
          <p:cNvPr id="596" name="Title 1">
            <a:extLst>
              <a:ext uri="{FF2B5EF4-FFF2-40B4-BE49-F238E27FC236}">
                <a16:creationId xmlns:a16="http://schemas.microsoft.com/office/drawing/2014/main" id="{FEBC20EA-9808-C359-3117-70E2934F8476}"/>
              </a:ext>
            </a:extLst>
          </p:cNvPr>
          <p:cNvSpPr txBox="1">
            <a:spLocks/>
          </p:cNvSpPr>
          <p:nvPr/>
        </p:nvSpPr>
        <p:spPr>
          <a:xfrm flipH="1">
            <a:off x="5357166" y="3543330"/>
            <a:ext cx="1338870" cy="646331"/>
          </a:xfrm>
          <a:prstGeom prst="rect">
            <a:avLst/>
          </a:prstGeom>
        </p:spPr>
        <p:txBody>
          <a:bodyPr wrap="square" anchor="ctr">
            <a:spAutoFit/>
          </a:bodyPr>
          <a:lstStyle>
            <a:lvl1pPr algn="l" defTabSz="1828434" rtl="0" eaLnBrk="1" latinLnBrk="0" hangingPunct="1">
              <a:lnSpc>
                <a:spcPct val="90000"/>
              </a:lnSpc>
              <a:spcBef>
                <a:spcPct val="0"/>
              </a:spcBef>
              <a:buNone/>
              <a:defRPr sz="6000" kern="1200">
                <a:solidFill>
                  <a:schemeClr val="tx1"/>
                </a:solidFill>
                <a:latin typeface="+mj-lt"/>
                <a:ea typeface="+mj-ea"/>
                <a:cs typeface="+mj-cs"/>
              </a:defRPr>
            </a:lvl1pPr>
          </a:lstStyle>
          <a:p>
            <a:pPr algn="ctr" defTabSz="457152">
              <a:buClr>
                <a:srgbClr val="0070C0"/>
              </a:buClr>
              <a:defRPr/>
            </a:pPr>
            <a:r>
              <a:rPr lang="en-IN" sz="2000" b="1" dirty="0">
                <a:solidFill>
                  <a:srgbClr val="3B4550">
                    <a:alpha val="70000"/>
                  </a:srgbClr>
                </a:solidFill>
                <a:latin typeface="Open Sans" panose="020B0606030504020204" pitchFamily="34" charset="0"/>
                <a:ea typeface="Open Sans" panose="020B0606030504020204" pitchFamily="34" charset="0"/>
                <a:cs typeface="Open Sans" panose="020B0606030504020204" pitchFamily="34" charset="0"/>
              </a:rPr>
              <a:t>INSERT</a:t>
            </a:r>
          </a:p>
          <a:p>
            <a:pPr algn="ctr" defTabSz="457152">
              <a:buClr>
                <a:srgbClr val="0070C0"/>
              </a:buClr>
              <a:defRPr/>
            </a:pPr>
            <a:r>
              <a:rPr lang="en-IN" sz="2000" dirty="0">
                <a:solidFill>
                  <a:srgbClr val="3B4550">
                    <a:alpha val="70000"/>
                  </a:srgbClr>
                </a:solidFill>
                <a:latin typeface="Open Sans" panose="020B0606030504020204" pitchFamily="34" charset="0"/>
                <a:ea typeface="Open Sans" panose="020B0606030504020204" pitchFamily="34" charset="0"/>
                <a:cs typeface="Open Sans" panose="020B0606030504020204" pitchFamily="34" charset="0"/>
              </a:rPr>
              <a:t>TITLE</a:t>
            </a:r>
          </a:p>
        </p:txBody>
      </p:sp>
      <p:sp>
        <p:nvSpPr>
          <p:cNvPr id="597" name="TextBox 596">
            <a:extLst>
              <a:ext uri="{FF2B5EF4-FFF2-40B4-BE49-F238E27FC236}">
                <a16:creationId xmlns:a16="http://schemas.microsoft.com/office/drawing/2014/main" id="{7006C76D-E0ED-187E-982F-26E01A9D998A}"/>
              </a:ext>
            </a:extLst>
          </p:cNvPr>
          <p:cNvSpPr txBox="1"/>
          <p:nvPr/>
        </p:nvSpPr>
        <p:spPr>
          <a:xfrm>
            <a:off x="709707" y="551151"/>
            <a:ext cx="4599286" cy="769441"/>
          </a:xfrm>
          <a:prstGeom prst="rect">
            <a:avLst/>
          </a:prstGeom>
          <a:noFill/>
        </p:spPr>
        <p:txBody>
          <a:bodyPr wrap="square" rtlCol="0">
            <a:spAutoFit/>
          </a:bodyPr>
          <a:lstStyle/>
          <a:p>
            <a:r>
              <a:rPr lang="en-US" sz="4400" dirty="0">
                <a:solidFill>
                  <a:schemeClr val="tx1">
                    <a:lumMod val="75000"/>
                    <a:lumOff val="25000"/>
                  </a:schemeClr>
                </a:solidFill>
                <a:latin typeface="+mj-lt"/>
              </a:rPr>
              <a:t>INFOGRAPHICS</a:t>
            </a:r>
          </a:p>
        </p:txBody>
      </p:sp>
      <p:cxnSp>
        <p:nvCxnSpPr>
          <p:cNvPr id="120" name="Straight Connector 119">
            <a:extLst>
              <a:ext uri="{FF2B5EF4-FFF2-40B4-BE49-F238E27FC236}">
                <a16:creationId xmlns:a16="http://schemas.microsoft.com/office/drawing/2014/main" id="{701CCC2E-96F7-229A-18A8-49F02440626A}"/>
              </a:ext>
            </a:extLst>
          </p:cNvPr>
          <p:cNvCxnSpPr>
            <a:cxnSpLocks/>
          </p:cNvCxnSpPr>
          <p:nvPr/>
        </p:nvCxnSpPr>
        <p:spPr>
          <a:xfrm flipH="1">
            <a:off x="3630411" y="2475623"/>
            <a:ext cx="0" cy="592556"/>
          </a:xfrm>
          <a:prstGeom prst="line">
            <a:avLst/>
          </a:prstGeom>
          <a:ln w="34925" cap="rnd">
            <a:solidFill>
              <a:schemeClr val="accent5"/>
            </a:solidFill>
            <a:prstDash val="solid"/>
            <a:roun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FBBD02FF-B4C8-1DE1-1B4D-B51898D34241}"/>
              </a:ext>
            </a:extLst>
          </p:cNvPr>
          <p:cNvCxnSpPr>
            <a:cxnSpLocks/>
          </p:cNvCxnSpPr>
          <p:nvPr/>
        </p:nvCxnSpPr>
        <p:spPr>
          <a:xfrm>
            <a:off x="7314517" y="1901006"/>
            <a:ext cx="0" cy="592556"/>
          </a:xfrm>
          <a:prstGeom prst="line">
            <a:avLst/>
          </a:prstGeom>
          <a:ln w="34925" cap="rnd">
            <a:solidFill>
              <a:schemeClr val="accent1"/>
            </a:solidFill>
            <a:prstDash val="solid"/>
            <a:round/>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16975EF7-4F0B-63ED-57DE-76898B90CAF8}"/>
              </a:ext>
            </a:extLst>
          </p:cNvPr>
          <p:cNvCxnSpPr>
            <a:cxnSpLocks/>
          </p:cNvCxnSpPr>
          <p:nvPr/>
        </p:nvCxnSpPr>
        <p:spPr>
          <a:xfrm>
            <a:off x="8517455" y="3603683"/>
            <a:ext cx="0" cy="592556"/>
          </a:xfrm>
          <a:prstGeom prst="line">
            <a:avLst/>
          </a:prstGeom>
          <a:ln w="34925" cap="rnd">
            <a:solidFill>
              <a:schemeClr val="accent2"/>
            </a:solidFill>
            <a:prstDash val="solid"/>
            <a:round/>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D9D3B208-D1DE-738A-1A64-F9B3CE3D6643}"/>
              </a:ext>
            </a:extLst>
          </p:cNvPr>
          <p:cNvCxnSpPr>
            <a:cxnSpLocks/>
          </p:cNvCxnSpPr>
          <p:nvPr/>
        </p:nvCxnSpPr>
        <p:spPr>
          <a:xfrm>
            <a:off x="7542881" y="5518019"/>
            <a:ext cx="0" cy="592556"/>
          </a:xfrm>
          <a:prstGeom prst="line">
            <a:avLst/>
          </a:prstGeom>
          <a:ln w="34925" cap="rnd">
            <a:solidFill>
              <a:schemeClr val="accent3"/>
            </a:solidFill>
            <a:prstDash val="solid"/>
            <a:round/>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C2D3909-8DFA-0AB5-28E7-6C6AE3081B47}"/>
              </a:ext>
            </a:extLst>
          </p:cNvPr>
          <p:cNvCxnSpPr>
            <a:cxnSpLocks/>
          </p:cNvCxnSpPr>
          <p:nvPr/>
        </p:nvCxnSpPr>
        <p:spPr>
          <a:xfrm flipH="1">
            <a:off x="3909657" y="4954541"/>
            <a:ext cx="0" cy="592556"/>
          </a:xfrm>
          <a:prstGeom prst="line">
            <a:avLst/>
          </a:prstGeom>
          <a:ln w="34925" cap="rnd">
            <a:solidFill>
              <a:schemeClr val="accent4"/>
            </a:solidFill>
            <a:prstDash val="solid"/>
            <a:round/>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123A2B4D-BF9E-B83E-4C2C-AB19408D0556}"/>
              </a:ext>
            </a:extLst>
          </p:cNvPr>
          <p:cNvSpPr>
            <a:spLocks noGrp="1"/>
          </p:cNvSpPr>
          <p:nvPr>
            <p:ph type="sldNum" sz="quarter" idx="11"/>
          </p:nvPr>
        </p:nvSpPr>
        <p:spPr/>
        <p:txBody>
          <a:bodyPr/>
          <a:lstStyle/>
          <a:p>
            <a:fld id="{7737D3DD-0AB3-4F16-99FA-6262B2B4036D}" type="slidenum">
              <a:rPr lang="en-MY" smtClean="0"/>
              <a:t>19</a:t>
            </a:fld>
            <a:endParaRPr lang="en-MY" dirty="0"/>
          </a:p>
        </p:txBody>
      </p:sp>
    </p:spTree>
    <p:extLst>
      <p:ext uri="{BB962C8B-B14F-4D97-AF65-F5344CB8AC3E}">
        <p14:creationId xmlns:p14="http://schemas.microsoft.com/office/powerpoint/2010/main" val="3415920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D3A9401-F98A-69D2-C1E7-EA5606E69FE0}"/>
              </a:ext>
            </a:extLst>
          </p:cNvPr>
          <p:cNvGrpSpPr/>
          <p:nvPr/>
        </p:nvGrpSpPr>
        <p:grpSpPr>
          <a:xfrm>
            <a:off x="4225089" y="2103236"/>
            <a:ext cx="3730653" cy="3730654"/>
            <a:chOff x="3974783" y="1843493"/>
            <a:chExt cx="4242433" cy="4242434"/>
          </a:xfrm>
        </p:grpSpPr>
        <p:grpSp>
          <p:nvGrpSpPr>
            <p:cNvPr id="31" name="Group 30">
              <a:extLst>
                <a:ext uri="{FF2B5EF4-FFF2-40B4-BE49-F238E27FC236}">
                  <a16:creationId xmlns:a16="http://schemas.microsoft.com/office/drawing/2014/main" id="{D22BCE01-3746-B347-9B0A-3EFE9FAFC24F}"/>
                </a:ext>
              </a:extLst>
            </p:cNvPr>
            <p:cNvGrpSpPr/>
            <p:nvPr/>
          </p:nvGrpSpPr>
          <p:grpSpPr>
            <a:xfrm rot="2700000">
              <a:off x="3974783" y="1843493"/>
              <a:ext cx="4242434" cy="4242433"/>
              <a:chOff x="3974783" y="1898482"/>
              <a:chExt cx="4242434" cy="4242433"/>
            </a:xfrm>
          </p:grpSpPr>
          <p:grpSp>
            <p:nvGrpSpPr>
              <p:cNvPr id="89" name="Group 88">
                <a:extLst>
                  <a:ext uri="{FF2B5EF4-FFF2-40B4-BE49-F238E27FC236}">
                    <a16:creationId xmlns:a16="http://schemas.microsoft.com/office/drawing/2014/main" id="{29C790E1-3382-0949-8502-732275A82027}"/>
                  </a:ext>
                </a:extLst>
              </p:cNvPr>
              <p:cNvGrpSpPr/>
              <p:nvPr/>
            </p:nvGrpSpPr>
            <p:grpSpPr>
              <a:xfrm>
                <a:off x="4298571" y="2241085"/>
                <a:ext cx="3594858" cy="3587043"/>
                <a:chOff x="3961690" y="1907220"/>
                <a:chExt cx="4268620" cy="4259342"/>
              </a:xfrm>
            </p:grpSpPr>
            <p:sp>
              <p:nvSpPr>
                <p:cNvPr id="95" name="Shape 6">
                  <a:extLst>
                    <a:ext uri="{FF2B5EF4-FFF2-40B4-BE49-F238E27FC236}">
                      <a16:creationId xmlns:a16="http://schemas.microsoft.com/office/drawing/2014/main" id="{E2820AE0-476B-084B-8679-420530972C35}"/>
                    </a:ext>
                  </a:extLst>
                </p:cNvPr>
                <p:cNvSpPr/>
                <p:nvPr/>
              </p:nvSpPr>
              <p:spPr>
                <a:xfrm>
                  <a:off x="3966773" y="3416365"/>
                  <a:ext cx="1409805" cy="1614422"/>
                </a:xfrm>
                <a:custGeom>
                  <a:avLst/>
                  <a:gdLst/>
                  <a:ahLst/>
                  <a:cxnLst>
                    <a:cxn ang="0">
                      <a:pos x="wd2" y="hd2"/>
                    </a:cxn>
                    <a:cxn ang="5400000">
                      <a:pos x="wd2" y="hd2"/>
                    </a:cxn>
                    <a:cxn ang="10800000">
                      <a:pos x="wd2" y="hd2"/>
                    </a:cxn>
                    <a:cxn ang="16200000">
                      <a:pos x="wd2" y="hd2"/>
                    </a:cxn>
                  </a:cxnLst>
                  <a:rect l="0" t="0" r="r" b="b"/>
                  <a:pathLst>
                    <a:path w="21600" h="20132" extrusionOk="0">
                      <a:moveTo>
                        <a:pt x="13929" y="3851"/>
                      </a:moveTo>
                      <a:cubicBezTo>
                        <a:pt x="14600" y="1451"/>
                        <a:pt x="17626" y="-268"/>
                        <a:pt x="21600" y="376"/>
                      </a:cubicBezTo>
                      <a:cubicBezTo>
                        <a:pt x="21573" y="372"/>
                        <a:pt x="21544" y="364"/>
                        <a:pt x="21517" y="359"/>
                      </a:cubicBezTo>
                      <a:cubicBezTo>
                        <a:pt x="19214" y="-228"/>
                        <a:pt x="4602" y="-1468"/>
                        <a:pt x="0" y="9812"/>
                      </a:cubicBezTo>
                      <a:cubicBezTo>
                        <a:pt x="278" y="12533"/>
                        <a:pt x="886" y="15276"/>
                        <a:pt x="3578" y="20132"/>
                      </a:cubicBezTo>
                      <a:lnTo>
                        <a:pt x="15687" y="15236"/>
                      </a:lnTo>
                      <a:cubicBezTo>
                        <a:pt x="13277" y="10565"/>
                        <a:pt x="13027" y="6823"/>
                        <a:pt x="13929" y="3851"/>
                      </a:cubicBezTo>
                      <a:close/>
                    </a:path>
                  </a:pathLst>
                </a:custGeom>
                <a:gradFill>
                  <a:gsLst>
                    <a:gs pos="65000">
                      <a:schemeClr val="accent4">
                        <a:lumMod val="75000"/>
                      </a:schemeClr>
                    </a:gs>
                    <a:gs pos="25000">
                      <a:schemeClr val="accent4">
                        <a:lumMod val="50000"/>
                      </a:schemeClr>
                    </a:gs>
                  </a:gsLst>
                  <a:lin ang="3600000" scaled="0"/>
                </a:gra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000">
                      <a:solidFill>
                        <a:srgbClr val="FFFFFF"/>
                      </a:solidFill>
                      <a:effectLst>
                        <a:outerShdw blurRad="38100" dist="12700" dir="5400000" rotWithShape="0">
                          <a:srgbClr val="000000">
                            <a:alpha val="50000"/>
                          </a:srgbClr>
                        </a:outerShdw>
                      </a:effectLst>
                    </a:defRPr>
                  </a:pPr>
                  <a:endParaRPr dirty="0"/>
                </a:p>
              </p:txBody>
            </p:sp>
            <p:sp>
              <p:nvSpPr>
                <p:cNvPr id="96" name="Shape 7">
                  <a:extLst>
                    <a:ext uri="{FF2B5EF4-FFF2-40B4-BE49-F238E27FC236}">
                      <a16:creationId xmlns:a16="http://schemas.microsoft.com/office/drawing/2014/main" id="{1E6E5F80-1463-E24F-A471-11ECF7C21A09}"/>
                    </a:ext>
                  </a:extLst>
                </p:cNvPr>
                <p:cNvSpPr/>
                <p:nvPr/>
              </p:nvSpPr>
              <p:spPr>
                <a:xfrm>
                  <a:off x="5476604" y="4753354"/>
                  <a:ext cx="1614422" cy="1409805"/>
                </a:xfrm>
                <a:custGeom>
                  <a:avLst/>
                  <a:gdLst/>
                  <a:ahLst/>
                  <a:cxnLst>
                    <a:cxn ang="0">
                      <a:pos x="wd2" y="hd2"/>
                    </a:cxn>
                    <a:cxn ang="5400000">
                      <a:pos x="wd2" y="hd2"/>
                    </a:cxn>
                    <a:cxn ang="10800000">
                      <a:pos x="wd2" y="hd2"/>
                    </a:cxn>
                    <a:cxn ang="16200000">
                      <a:pos x="wd2" y="hd2"/>
                    </a:cxn>
                  </a:cxnLst>
                  <a:rect l="0" t="0" r="r" b="b"/>
                  <a:pathLst>
                    <a:path w="20132" h="21600" extrusionOk="0">
                      <a:moveTo>
                        <a:pt x="3851" y="7671"/>
                      </a:moveTo>
                      <a:cubicBezTo>
                        <a:pt x="1451" y="7000"/>
                        <a:pt x="-268" y="3974"/>
                        <a:pt x="376" y="0"/>
                      </a:cubicBezTo>
                      <a:cubicBezTo>
                        <a:pt x="372" y="27"/>
                        <a:pt x="364" y="56"/>
                        <a:pt x="359" y="83"/>
                      </a:cubicBezTo>
                      <a:cubicBezTo>
                        <a:pt x="-228" y="2386"/>
                        <a:pt x="-1468" y="16998"/>
                        <a:pt x="9812" y="21600"/>
                      </a:cubicBezTo>
                      <a:cubicBezTo>
                        <a:pt x="12533" y="21322"/>
                        <a:pt x="15276" y="20714"/>
                        <a:pt x="20132" y="18022"/>
                      </a:cubicBezTo>
                      <a:lnTo>
                        <a:pt x="15236" y="5913"/>
                      </a:lnTo>
                      <a:cubicBezTo>
                        <a:pt x="10565" y="8323"/>
                        <a:pt x="6823" y="8573"/>
                        <a:pt x="3851" y="7671"/>
                      </a:cubicBezTo>
                      <a:close/>
                    </a:path>
                  </a:pathLst>
                </a:custGeom>
                <a:gradFill>
                  <a:gsLst>
                    <a:gs pos="25000">
                      <a:schemeClr val="accent3">
                        <a:lumMod val="50000"/>
                      </a:schemeClr>
                    </a:gs>
                    <a:gs pos="65000">
                      <a:schemeClr val="accent3">
                        <a:lumMod val="75000"/>
                      </a:schemeClr>
                    </a:gs>
                  </a:gsLst>
                  <a:lin ang="0" scaled="0"/>
                </a:gra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000">
                      <a:solidFill>
                        <a:srgbClr val="FFFFFF"/>
                      </a:solidFill>
                      <a:effectLst>
                        <a:outerShdw blurRad="38100" dist="12700" dir="5400000" rotWithShape="0">
                          <a:srgbClr val="000000">
                            <a:alpha val="50000"/>
                          </a:srgbClr>
                        </a:outerShdw>
                      </a:effectLst>
                    </a:defRPr>
                  </a:pPr>
                  <a:endParaRPr dirty="0"/>
                </a:p>
              </p:txBody>
            </p:sp>
            <p:sp>
              <p:nvSpPr>
                <p:cNvPr id="97" name="Shape 8">
                  <a:extLst>
                    <a:ext uri="{FF2B5EF4-FFF2-40B4-BE49-F238E27FC236}">
                      <a16:creationId xmlns:a16="http://schemas.microsoft.com/office/drawing/2014/main" id="{2A308FAD-275E-FC4C-97E9-091127E5D0A8}"/>
                    </a:ext>
                  </a:extLst>
                </p:cNvPr>
                <p:cNvSpPr/>
                <p:nvPr/>
              </p:nvSpPr>
              <p:spPr>
                <a:xfrm>
                  <a:off x="6813592" y="3045948"/>
                  <a:ext cx="1409805" cy="1614421"/>
                </a:xfrm>
                <a:custGeom>
                  <a:avLst/>
                  <a:gdLst/>
                  <a:ahLst/>
                  <a:cxnLst>
                    <a:cxn ang="0">
                      <a:pos x="wd2" y="hd2"/>
                    </a:cxn>
                    <a:cxn ang="5400000">
                      <a:pos x="wd2" y="hd2"/>
                    </a:cxn>
                    <a:cxn ang="10800000">
                      <a:pos x="wd2" y="hd2"/>
                    </a:cxn>
                    <a:cxn ang="16200000">
                      <a:pos x="wd2" y="hd2"/>
                    </a:cxn>
                  </a:cxnLst>
                  <a:rect l="0" t="0" r="r" b="b"/>
                  <a:pathLst>
                    <a:path w="21600" h="20132" extrusionOk="0">
                      <a:moveTo>
                        <a:pt x="7671" y="16281"/>
                      </a:moveTo>
                      <a:cubicBezTo>
                        <a:pt x="7000" y="18681"/>
                        <a:pt x="3974" y="20400"/>
                        <a:pt x="0" y="19756"/>
                      </a:cubicBezTo>
                      <a:cubicBezTo>
                        <a:pt x="27" y="19760"/>
                        <a:pt x="56" y="19768"/>
                        <a:pt x="83" y="19773"/>
                      </a:cubicBezTo>
                      <a:cubicBezTo>
                        <a:pt x="2386" y="20360"/>
                        <a:pt x="16998" y="21600"/>
                        <a:pt x="21600" y="10320"/>
                      </a:cubicBezTo>
                      <a:cubicBezTo>
                        <a:pt x="21322" y="7599"/>
                        <a:pt x="20714" y="4856"/>
                        <a:pt x="18022" y="0"/>
                      </a:cubicBezTo>
                      <a:lnTo>
                        <a:pt x="5913" y="4896"/>
                      </a:lnTo>
                      <a:cubicBezTo>
                        <a:pt x="8323" y="9567"/>
                        <a:pt x="8573" y="13309"/>
                        <a:pt x="7671" y="16281"/>
                      </a:cubicBezTo>
                      <a:close/>
                    </a:path>
                  </a:pathLst>
                </a:custGeom>
                <a:gradFill>
                  <a:gsLst>
                    <a:gs pos="25000">
                      <a:schemeClr val="accent2">
                        <a:lumMod val="50000"/>
                      </a:schemeClr>
                    </a:gs>
                    <a:gs pos="65000">
                      <a:schemeClr val="accent2">
                        <a:lumMod val="75000"/>
                      </a:schemeClr>
                    </a:gs>
                  </a:gsLst>
                  <a:lin ang="15000000" scaled="0"/>
                </a:gra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000">
                      <a:solidFill>
                        <a:srgbClr val="FFFFFF"/>
                      </a:solidFill>
                      <a:effectLst>
                        <a:outerShdw blurRad="38100" dist="12700" dir="5400000" rotWithShape="0">
                          <a:srgbClr val="000000">
                            <a:alpha val="50000"/>
                          </a:srgbClr>
                        </a:outerShdw>
                      </a:effectLst>
                    </a:defRPr>
                  </a:pPr>
                  <a:endParaRPr dirty="0"/>
                </a:p>
              </p:txBody>
            </p:sp>
            <p:sp>
              <p:nvSpPr>
                <p:cNvPr id="98" name="Shape 9">
                  <a:extLst>
                    <a:ext uri="{FF2B5EF4-FFF2-40B4-BE49-F238E27FC236}">
                      <a16:creationId xmlns:a16="http://schemas.microsoft.com/office/drawing/2014/main" id="{5C72AA50-7D08-964B-9C79-713DD6E9DEB8}"/>
                    </a:ext>
                  </a:extLst>
                </p:cNvPr>
                <p:cNvSpPr/>
                <p:nvPr/>
              </p:nvSpPr>
              <p:spPr>
                <a:xfrm>
                  <a:off x="5100314" y="1911515"/>
                  <a:ext cx="1614422" cy="1409804"/>
                </a:xfrm>
                <a:custGeom>
                  <a:avLst/>
                  <a:gdLst/>
                  <a:ahLst/>
                  <a:cxnLst>
                    <a:cxn ang="0">
                      <a:pos x="wd2" y="hd2"/>
                    </a:cxn>
                    <a:cxn ang="5400000">
                      <a:pos x="wd2" y="hd2"/>
                    </a:cxn>
                    <a:cxn ang="10800000">
                      <a:pos x="wd2" y="hd2"/>
                    </a:cxn>
                    <a:cxn ang="16200000">
                      <a:pos x="wd2" y="hd2"/>
                    </a:cxn>
                  </a:cxnLst>
                  <a:rect l="0" t="0" r="r" b="b"/>
                  <a:pathLst>
                    <a:path w="20132" h="21600" extrusionOk="0">
                      <a:moveTo>
                        <a:pt x="16281" y="13929"/>
                      </a:moveTo>
                      <a:cubicBezTo>
                        <a:pt x="18681" y="14600"/>
                        <a:pt x="20400" y="17626"/>
                        <a:pt x="19756" y="21600"/>
                      </a:cubicBezTo>
                      <a:cubicBezTo>
                        <a:pt x="19760" y="21573"/>
                        <a:pt x="19768" y="21544"/>
                        <a:pt x="19773" y="21517"/>
                      </a:cubicBezTo>
                      <a:cubicBezTo>
                        <a:pt x="20360" y="19214"/>
                        <a:pt x="21600" y="4602"/>
                        <a:pt x="10320" y="0"/>
                      </a:cubicBezTo>
                      <a:cubicBezTo>
                        <a:pt x="7599" y="278"/>
                        <a:pt x="4856" y="886"/>
                        <a:pt x="0" y="3578"/>
                      </a:cubicBezTo>
                      <a:lnTo>
                        <a:pt x="4896" y="15687"/>
                      </a:lnTo>
                      <a:cubicBezTo>
                        <a:pt x="9567" y="13277"/>
                        <a:pt x="13309" y="13027"/>
                        <a:pt x="16281" y="13929"/>
                      </a:cubicBezTo>
                      <a:close/>
                    </a:path>
                  </a:pathLst>
                </a:custGeom>
                <a:gradFill>
                  <a:gsLst>
                    <a:gs pos="65000">
                      <a:schemeClr val="accent1">
                        <a:lumMod val="50000"/>
                      </a:schemeClr>
                    </a:gs>
                    <a:gs pos="25000">
                      <a:schemeClr val="accent1">
                        <a:lumMod val="75000"/>
                      </a:schemeClr>
                    </a:gs>
                  </a:gsLst>
                  <a:lin ang="19200000" scaled="0"/>
                </a:gra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000">
                      <a:solidFill>
                        <a:srgbClr val="FFFFFF"/>
                      </a:solidFill>
                      <a:effectLst>
                        <a:outerShdw blurRad="38100" dist="12700" dir="5400000" rotWithShape="0">
                          <a:srgbClr val="000000">
                            <a:alpha val="50000"/>
                          </a:srgbClr>
                        </a:outerShdw>
                      </a:effectLst>
                    </a:defRPr>
                  </a:pPr>
                  <a:endParaRPr dirty="0"/>
                </a:p>
              </p:txBody>
            </p:sp>
            <p:sp>
              <p:nvSpPr>
                <p:cNvPr id="99" name="Shape 10">
                  <a:extLst>
                    <a:ext uri="{FF2B5EF4-FFF2-40B4-BE49-F238E27FC236}">
                      <a16:creationId xmlns:a16="http://schemas.microsoft.com/office/drawing/2014/main" id="{249FBA9B-6A2F-CB40-8787-C997013C08B2}"/>
                    </a:ext>
                  </a:extLst>
                </p:cNvPr>
                <p:cNvSpPr/>
                <p:nvPr/>
              </p:nvSpPr>
              <p:spPr>
                <a:xfrm>
                  <a:off x="3961690" y="2140381"/>
                  <a:ext cx="1702292" cy="2066042"/>
                </a:xfrm>
                <a:custGeom>
                  <a:avLst/>
                  <a:gdLst/>
                  <a:ahLst/>
                  <a:cxnLst>
                    <a:cxn ang="0">
                      <a:pos x="wd2" y="hd2"/>
                    </a:cxn>
                    <a:cxn ang="5400000">
                      <a:pos x="wd2" y="hd2"/>
                    </a:cxn>
                    <a:cxn ang="10800000">
                      <a:pos x="wd2" y="hd2"/>
                    </a:cxn>
                    <a:cxn ang="16200000">
                      <a:pos x="wd2" y="hd2"/>
                    </a:cxn>
                  </a:cxnLst>
                  <a:rect l="0" t="0" r="r" b="b"/>
                  <a:pathLst>
                    <a:path w="20842" h="21600" extrusionOk="0">
                      <a:moveTo>
                        <a:pt x="18755" y="8290"/>
                      </a:moveTo>
                      <a:lnTo>
                        <a:pt x="13932" y="0"/>
                      </a:lnTo>
                      <a:cubicBezTo>
                        <a:pt x="4453" y="4270"/>
                        <a:pt x="-758" y="12901"/>
                        <a:pt x="90" y="21600"/>
                      </a:cubicBezTo>
                      <a:cubicBezTo>
                        <a:pt x="3767" y="12143"/>
                        <a:pt x="15444" y="13183"/>
                        <a:pt x="17285" y="13675"/>
                      </a:cubicBezTo>
                      <a:cubicBezTo>
                        <a:pt x="18392" y="13854"/>
                        <a:pt x="19594" y="14276"/>
                        <a:pt x="20842" y="15000"/>
                      </a:cubicBezTo>
                      <a:cubicBezTo>
                        <a:pt x="20781" y="13165"/>
                        <a:pt x="19921" y="10282"/>
                        <a:pt x="18755" y="8290"/>
                      </a:cubicBezTo>
                      <a:close/>
                    </a:path>
                  </a:pathLst>
                </a:custGeom>
                <a:gradFill>
                  <a:gsLst>
                    <a:gs pos="65000">
                      <a:schemeClr val="accent4">
                        <a:lumMod val="75000"/>
                      </a:schemeClr>
                    </a:gs>
                    <a:gs pos="15000">
                      <a:schemeClr val="accent4"/>
                    </a:gs>
                  </a:gsLst>
                  <a:lin ang="1200000" scaled="0"/>
                </a:gra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000">
                      <a:solidFill>
                        <a:srgbClr val="FFFFFF"/>
                      </a:solidFill>
                      <a:effectLst>
                        <a:outerShdw blurRad="38100" dist="12700" dir="5400000" rotWithShape="0">
                          <a:srgbClr val="000000">
                            <a:alpha val="50000"/>
                          </a:srgbClr>
                        </a:outerShdw>
                      </a:effectLst>
                    </a:defRPr>
                  </a:pPr>
                  <a:endParaRPr dirty="0"/>
                </a:p>
              </p:txBody>
            </p:sp>
            <p:sp>
              <p:nvSpPr>
                <p:cNvPr id="100" name="Shape 11">
                  <a:extLst>
                    <a:ext uri="{FF2B5EF4-FFF2-40B4-BE49-F238E27FC236}">
                      <a16:creationId xmlns:a16="http://schemas.microsoft.com/office/drawing/2014/main" id="{190E02B0-8EA7-3844-BC86-8D97EF02E800}"/>
                    </a:ext>
                  </a:extLst>
                </p:cNvPr>
                <p:cNvSpPr/>
                <p:nvPr/>
              </p:nvSpPr>
              <p:spPr>
                <a:xfrm>
                  <a:off x="4200620" y="4464269"/>
                  <a:ext cx="2066041" cy="1702293"/>
                </a:xfrm>
                <a:custGeom>
                  <a:avLst/>
                  <a:gdLst/>
                  <a:ahLst/>
                  <a:cxnLst>
                    <a:cxn ang="0">
                      <a:pos x="wd2" y="hd2"/>
                    </a:cxn>
                    <a:cxn ang="5400000">
                      <a:pos x="wd2" y="hd2"/>
                    </a:cxn>
                    <a:cxn ang="10800000">
                      <a:pos x="wd2" y="hd2"/>
                    </a:cxn>
                    <a:cxn ang="16200000">
                      <a:pos x="wd2" y="hd2"/>
                    </a:cxn>
                  </a:cxnLst>
                  <a:rect l="0" t="0" r="r" b="b"/>
                  <a:pathLst>
                    <a:path w="21600" h="20842" extrusionOk="0">
                      <a:moveTo>
                        <a:pt x="8290" y="2087"/>
                      </a:moveTo>
                      <a:lnTo>
                        <a:pt x="0" y="6910"/>
                      </a:lnTo>
                      <a:cubicBezTo>
                        <a:pt x="4270" y="16389"/>
                        <a:pt x="12901" y="21600"/>
                        <a:pt x="21600" y="20752"/>
                      </a:cubicBezTo>
                      <a:cubicBezTo>
                        <a:pt x="12143" y="17075"/>
                        <a:pt x="13183" y="5398"/>
                        <a:pt x="13675" y="3557"/>
                      </a:cubicBezTo>
                      <a:cubicBezTo>
                        <a:pt x="13854" y="2450"/>
                        <a:pt x="14276" y="1248"/>
                        <a:pt x="15000" y="0"/>
                      </a:cubicBezTo>
                      <a:cubicBezTo>
                        <a:pt x="13165" y="61"/>
                        <a:pt x="10282" y="921"/>
                        <a:pt x="8290" y="2087"/>
                      </a:cubicBezTo>
                      <a:close/>
                    </a:path>
                  </a:pathLst>
                </a:custGeom>
                <a:gradFill>
                  <a:gsLst>
                    <a:gs pos="15000">
                      <a:schemeClr val="accent3">
                        <a:lumMod val="75000"/>
                      </a:schemeClr>
                    </a:gs>
                    <a:gs pos="65000">
                      <a:schemeClr val="accent3"/>
                    </a:gs>
                  </a:gsLst>
                  <a:lin ang="6600000" scaled="0"/>
                </a:gra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000">
                      <a:solidFill>
                        <a:srgbClr val="FFFFFF"/>
                      </a:solidFill>
                      <a:effectLst>
                        <a:outerShdw blurRad="38100" dist="12700" dir="5400000" rotWithShape="0">
                          <a:srgbClr val="000000">
                            <a:alpha val="50000"/>
                          </a:srgbClr>
                        </a:outerShdw>
                      </a:effectLst>
                    </a:defRPr>
                  </a:pPr>
                  <a:endParaRPr dirty="0"/>
                </a:p>
              </p:txBody>
            </p:sp>
            <p:sp>
              <p:nvSpPr>
                <p:cNvPr id="101" name="Shape 12">
                  <a:extLst>
                    <a:ext uri="{FF2B5EF4-FFF2-40B4-BE49-F238E27FC236}">
                      <a16:creationId xmlns:a16="http://schemas.microsoft.com/office/drawing/2014/main" id="{D2F85967-6585-6646-A57D-9369481303EE}"/>
                    </a:ext>
                  </a:extLst>
                </p:cNvPr>
                <p:cNvSpPr/>
                <p:nvPr/>
              </p:nvSpPr>
              <p:spPr>
                <a:xfrm>
                  <a:off x="6528018" y="3870173"/>
                  <a:ext cx="1702292" cy="2066042"/>
                </a:xfrm>
                <a:custGeom>
                  <a:avLst/>
                  <a:gdLst/>
                  <a:ahLst/>
                  <a:cxnLst>
                    <a:cxn ang="0">
                      <a:pos x="wd2" y="hd2"/>
                    </a:cxn>
                    <a:cxn ang="5400000">
                      <a:pos x="wd2" y="hd2"/>
                    </a:cxn>
                    <a:cxn ang="10800000">
                      <a:pos x="wd2" y="hd2"/>
                    </a:cxn>
                    <a:cxn ang="16200000">
                      <a:pos x="wd2" y="hd2"/>
                    </a:cxn>
                  </a:cxnLst>
                  <a:rect l="0" t="0" r="r" b="b"/>
                  <a:pathLst>
                    <a:path w="20842" h="21600" extrusionOk="0">
                      <a:moveTo>
                        <a:pt x="2087" y="13310"/>
                      </a:moveTo>
                      <a:lnTo>
                        <a:pt x="6910" y="21600"/>
                      </a:lnTo>
                      <a:cubicBezTo>
                        <a:pt x="16389" y="17330"/>
                        <a:pt x="21600" y="8699"/>
                        <a:pt x="20752" y="0"/>
                      </a:cubicBezTo>
                      <a:cubicBezTo>
                        <a:pt x="17075" y="9457"/>
                        <a:pt x="5398" y="8417"/>
                        <a:pt x="3557" y="7925"/>
                      </a:cubicBezTo>
                      <a:cubicBezTo>
                        <a:pt x="2450" y="7746"/>
                        <a:pt x="1248" y="7324"/>
                        <a:pt x="0" y="6600"/>
                      </a:cubicBezTo>
                      <a:cubicBezTo>
                        <a:pt x="61" y="8435"/>
                        <a:pt x="921" y="11318"/>
                        <a:pt x="2087" y="13310"/>
                      </a:cubicBezTo>
                      <a:close/>
                    </a:path>
                  </a:pathLst>
                </a:custGeom>
                <a:gradFill>
                  <a:gsLst>
                    <a:gs pos="15000">
                      <a:schemeClr val="accent2">
                        <a:lumMod val="75000"/>
                      </a:schemeClr>
                    </a:gs>
                    <a:gs pos="65000">
                      <a:schemeClr val="accent2"/>
                    </a:gs>
                  </a:gsLst>
                  <a:lin ang="3000000" scaled="0"/>
                </a:gra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000">
                      <a:solidFill>
                        <a:srgbClr val="FFFFFF"/>
                      </a:solidFill>
                      <a:effectLst>
                        <a:outerShdw blurRad="38100" dist="12700" dir="5400000" rotWithShape="0">
                          <a:srgbClr val="000000">
                            <a:alpha val="50000"/>
                          </a:srgbClr>
                        </a:outerShdw>
                      </a:effectLst>
                    </a:defRPr>
                  </a:pPr>
                  <a:endParaRPr dirty="0"/>
                </a:p>
              </p:txBody>
            </p:sp>
            <p:sp>
              <p:nvSpPr>
                <p:cNvPr id="102" name="Shape 13">
                  <a:extLst>
                    <a:ext uri="{FF2B5EF4-FFF2-40B4-BE49-F238E27FC236}">
                      <a16:creationId xmlns:a16="http://schemas.microsoft.com/office/drawing/2014/main" id="{0FFEE159-2491-3342-806F-E9AA70F841B9}"/>
                    </a:ext>
                  </a:extLst>
                </p:cNvPr>
                <p:cNvSpPr/>
                <p:nvPr/>
              </p:nvSpPr>
              <p:spPr>
                <a:xfrm>
                  <a:off x="5928049" y="1907220"/>
                  <a:ext cx="2066042" cy="1702293"/>
                </a:xfrm>
                <a:custGeom>
                  <a:avLst/>
                  <a:gdLst/>
                  <a:ahLst/>
                  <a:cxnLst>
                    <a:cxn ang="0">
                      <a:pos x="wd2" y="hd2"/>
                    </a:cxn>
                    <a:cxn ang="5400000">
                      <a:pos x="wd2" y="hd2"/>
                    </a:cxn>
                    <a:cxn ang="10800000">
                      <a:pos x="wd2" y="hd2"/>
                    </a:cxn>
                    <a:cxn ang="16200000">
                      <a:pos x="wd2" y="hd2"/>
                    </a:cxn>
                  </a:cxnLst>
                  <a:rect l="0" t="0" r="r" b="b"/>
                  <a:pathLst>
                    <a:path w="21600" h="20842" extrusionOk="0">
                      <a:moveTo>
                        <a:pt x="13310" y="18755"/>
                      </a:moveTo>
                      <a:lnTo>
                        <a:pt x="21600" y="13932"/>
                      </a:lnTo>
                      <a:cubicBezTo>
                        <a:pt x="17330" y="4453"/>
                        <a:pt x="8699" y="-758"/>
                        <a:pt x="0" y="90"/>
                      </a:cubicBezTo>
                      <a:cubicBezTo>
                        <a:pt x="9457" y="3767"/>
                        <a:pt x="8417" y="15444"/>
                        <a:pt x="7925" y="17285"/>
                      </a:cubicBezTo>
                      <a:cubicBezTo>
                        <a:pt x="7746" y="18392"/>
                        <a:pt x="7324" y="19594"/>
                        <a:pt x="6600" y="20842"/>
                      </a:cubicBezTo>
                      <a:cubicBezTo>
                        <a:pt x="8435" y="20781"/>
                        <a:pt x="11318" y="19921"/>
                        <a:pt x="13310" y="18755"/>
                      </a:cubicBezTo>
                      <a:close/>
                    </a:path>
                  </a:pathLst>
                </a:custGeom>
                <a:gradFill>
                  <a:gsLst>
                    <a:gs pos="65000">
                      <a:schemeClr val="accent1"/>
                    </a:gs>
                    <a:gs pos="15000">
                      <a:schemeClr val="accent1">
                        <a:lumMod val="75000"/>
                      </a:schemeClr>
                    </a:gs>
                  </a:gsLst>
                  <a:lin ang="17400000" scaled="0"/>
                </a:gradFill>
                <a:ln w="12700">
                  <a:miter lim="400000"/>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sz="3000">
                      <a:solidFill>
                        <a:srgbClr val="FFFFFF"/>
                      </a:solidFill>
                      <a:effectLst>
                        <a:outerShdw blurRad="38100" dist="12700" dir="5400000" rotWithShape="0">
                          <a:srgbClr val="000000">
                            <a:alpha val="50000"/>
                          </a:srgbClr>
                        </a:outerShdw>
                      </a:effectLst>
                    </a:defRPr>
                  </a:pPr>
                  <a:endParaRPr dirty="0"/>
                </a:p>
              </p:txBody>
            </p:sp>
          </p:grpSp>
          <p:sp>
            <p:nvSpPr>
              <p:cNvPr id="90" name="Oval 89">
                <a:extLst>
                  <a:ext uri="{FF2B5EF4-FFF2-40B4-BE49-F238E27FC236}">
                    <a16:creationId xmlns:a16="http://schemas.microsoft.com/office/drawing/2014/main" id="{79129FFF-E229-4B4B-94A3-A52B75741319}"/>
                  </a:ext>
                </a:extLst>
              </p:cNvPr>
              <p:cNvSpPr/>
              <p:nvPr/>
            </p:nvSpPr>
            <p:spPr>
              <a:xfrm>
                <a:off x="4072926" y="2020299"/>
                <a:ext cx="4028615" cy="4028613"/>
              </a:xfrm>
              <a:prstGeom prst="ellipse">
                <a:avLst/>
              </a:prstGeom>
              <a:noFill/>
              <a:ln w="19050">
                <a:solidFill>
                  <a:schemeClr val="tx1">
                    <a:alpha val="2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1" name="Oval 90">
                <a:extLst>
                  <a:ext uri="{FF2B5EF4-FFF2-40B4-BE49-F238E27FC236}">
                    <a16:creationId xmlns:a16="http://schemas.microsoft.com/office/drawing/2014/main" id="{BAAC6F26-C596-1A43-A321-BDF318E0D85A}"/>
                  </a:ext>
                </a:extLst>
              </p:cNvPr>
              <p:cNvSpPr/>
              <p:nvPr/>
            </p:nvSpPr>
            <p:spPr>
              <a:xfrm>
                <a:off x="5991133" y="1898482"/>
                <a:ext cx="207648" cy="207646"/>
              </a:xfrm>
              <a:prstGeom prst="ellipse">
                <a:avLst/>
              </a:prstGeom>
              <a:solidFill>
                <a:schemeClr val="accent1"/>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2" name="Oval 91">
                <a:extLst>
                  <a:ext uri="{FF2B5EF4-FFF2-40B4-BE49-F238E27FC236}">
                    <a16:creationId xmlns:a16="http://schemas.microsoft.com/office/drawing/2014/main" id="{A002854F-B62B-0843-8D5C-E211BC0920A9}"/>
                  </a:ext>
                </a:extLst>
              </p:cNvPr>
              <p:cNvSpPr/>
              <p:nvPr/>
            </p:nvSpPr>
            <p:spPr>
              <a:xfrm>
                <a:off x="5991133" y="5933269"/>
                <a:ext cx="207648" cy="207646"/>
              </a:xfrm>
              <a:prstGeom prst="ellipse">
                <a:avLst/>
              </a:prstGeom>
              <a:solidFill>
                <a:schemeClr val="accent3"/>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3" name="Oval 92">
                <a:extLst>
                  <a:ext uri="{FF2B5EF4-FFF2-40B4-BE49-F238E27FC236}">
                    <a16:creationId xmlns:a16="http://schemas.microsoft.com/office/drawing/2014/main" id="{7DF55914-63A2-BB4E-B3D3-DB5DF728C7B7}"/>
                  </a:ext>
                </a:extLst>
              </p:cNvPr>
              <p:cNvSpPr/>
              <p:nvPr/>
            </p:nvSpPr>
            <p:spPr>
              <a:xfrm rot="16200000">
                <a:off x="3974783" y="3878211"/>
                <a:ext cx="207646" cy="207646"/>
              </a:xfrm>
              <a:prstGeom prst="ellipse">
                <a:avLst/>
              </a:prstGeom>
              <a:solidFill>
                <a:schemeClr val="accent4"/>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4" name="Oval 93">
                <a:extLst>
                  <a:ext uri="{FF2B5EF4-FFF2-40B4-BE49-F238E27FC236}">
                    <a16:creationId xmlns:a16="http://schemas.microsoft.com/office/drawing/2014/main" id="{7D0535C1-B957-EB41-9206-D924EAE00F97}"/>
                  </a:ext>
                </a:extLst>
              </p:cNvPr>
              <p:cNvSpPr/>
              <p:nvPr/>
            </p:nvSpPr>
            <p:spPr>
              <a:xfrm rot="16200000">
                <a:off x="8009571" y="3878211"/>
                <a:ext cx="207646" cy="207646"/>
              </a:xfrm>
              <a:prstGeom prst="ellipse">
                <a:avLst/>
              </a:prstGeom>
              <a:solidFill>
                <a:schemeClr val="accent2"/>
              </a:solid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sp>
          <p:nvSpPr>
            <p:cNvPr id="105" name="TextBox 104">
              <a:extLst>
                <a:ext uri="{FF2B5EF4-FFF2-40B4-BE49-F238E27FC236}">
                  <a16:creationId xmlns:a16="http://schemas.microsoft.com/office/drawing/2014/main" id="{59818041-497C-AA54-6091-0B05D0A645E8}"/>
                </a:ext>
              </a:extLst>
            </p:cNvPr>
            <p:cNvSpPr txBox="1"/>
            <p:nvPr/>
          </p:nvSpPr>
          <p:spPr>
            <a:xfrm>
              <a:off x="4242123" y="3842011"/>
              <a:ext cx="823913" cy="454998"/>
            </a:xfrm>
            <a:prstGeom prst="rect">
              <a:avLst/>
            </a:prstGeom>
            <a:noFill/>
          </p:spPr>
          <p:txBody>
            <a:bodyPr>
              <a:spAutoFit/>
            </a:bodyPr>
            <a:lstStyle/>
            <a:p>
              <a:pPr algn="ctr" eaLnBrk="1" fontAlgn="auto" hangingPunct="1">
                <a:spcBef>
                  <a:spcPts val="0"/>
                </a:spcBef>
                <a:spcAft>
                  <a:spcPts val="0"/>
                </a:spcAft>
                <a:defRPr/>
              </a:pPr>
              <a:r>
                <a:rPr lang="en-US" sz="2000" b="1" dirty="0">
                  <a:solidFill>
                    <a:schemeClr val="bg1"/>
                  </a:solidFill>
                  <a:latin typeface="+mj-lt"/>
                </a:rPr>
                <a:t>02</a:t>
              </a:r>
            </a:p>
          </p:txBody>
        </p:sp>
        <p:sp>
          <p:nvSpPr>
            <p:cNvPr id="106" name="TextBox 105">
              <a:extLst>
                <a:ext uri="{FF2B5EF4-FFF2-40B4-BE49-F238E27FC236}">
                  <a16:creationId xmlns:a16="http://schemas.microsoft.com/office/drawing/2014/main" id="{10533EAD-3ABA-1335-FA08-18AB254CF1B2}"/>
                </a:ext>
              </a:extLst>
            </p:cNvPr>
            <p:cNvSpPr txBox="1"/>
            <p:nvPr/>
          </p:nvSpPr>
          <p:spPr>
            <a:xfrm>
              <a:off x="5583657" y="2386938"/>
              <a:ext cx="823913" cy="454998"/>
            </a:xfrm>
            <a:prstGeom prst="rect">
              <a:avLst/>
            </a:prstGeom>
            <a:noFill/>
          </p:spPr>
          <p:txBody>
            <a:bodyPr>
              <a:spAutoFit/>
            </a:bodyPr>
            <a:lstStyle/>
            <a:p>
              <a:pPr algn="ctr" eaLnBrk="1" fontAlgn="auto" hangingPunct="1">
                <a:spcBef>
                  <a:spcPts val="0"/>
                </a:spcBef>
                <a:spcAft>
                  <a:spcPts val="0"/>
                </a:spcAft>
                <a:defRPr/>
              </a:pPr>
              <a:r>
                <a:rPr lang="en-US" sz="2000" b="1" dirty="0">
                  <a:solidFill>
                    <a:schemeClr val="bg1"/>
                  </a:solidFill>
                  <a:latin typeface="+mj-lt"/>
                </a:rPr>
                <a:t>01</a:t>
              </a:r>
            </a:p>
          </p:txBody>
        </p:sp>
        <p:sp>
          <p:nvSpPr>
            <p:cNvPr id="108" name="TextBox 107">
              <a:extLst>
                <a:ext uri="{FF2B5EF4-FFF2-40B4-BE49-F238E27FC236}">
                  <a16:creationId xmlns:a16="http://schemas.microsoft.com/office/drawing/2014/main" id="{E7C9E08D-15FF-198A-97CD-5526866D5DA1}"/>
                </a:ext>
              </a:extLst>
            </p:cNvPr>
            <p:cNvSpPr txBox="1"/>
            <p:nvPr/>
          </p:nvSpPr>
          <p:spPr>
            <a:xfrm>
              <a:off x="5725092" y="5088129"/>
              <a:ext cx="823913" cy="454998"/>
            </a:xfrm>
            <a:prstGeom prst="rect">
              <a:avLst/>
            </a:prstGeom>
            <a:noFill/>
          </p:spPr>
          <p:txBody>
            <a:bodyPr>
              <a:spAutoFit/>
            </a:bodyPr>
            <a:lstStyle/>
            <a:p>
              <a:pPr algn="ctr" eaLnBrk="1" fontAlgn="auto" hangingPunct="1">
                <a:spcBef>
                  <a:spcPts val="0"/>
                </a:spcBef>
                <a:spcAft>
                  <a:spcPts val="0"/>
                </a:spcAft>
                <a:defRPr/>
              </a:pPr>
              <a:r>
                <a:rPr lang="en-US" sz="2000" b="1" dirty="0">
                  <a:solidFill>
                    <a:schemeClr val="bg1"/>
                  </a:solidFill>
                  <a:latin typeface="+mj-lt"/>
                </a:rPr>
                <a:t>03</a:t>
              </a:r>
            </a:p>
          </p:txBody>
        </p:sp>
        <p:sp>
          <p:nvSpPr>
            <p:cNvPr id="110" name="TextBox 109">
              <a:extLst>
                <a:ext uri="{FF2B5EF4-FFF2-40B4-BE49-F238E27FC236}">
                  <a16:creationId xmlns:a16="http://schemas.microsoft.com/office/drawing/2014/main" id="{835C7A80-6F79-4620-944E-20C7E509C958}"/>
                </a:ext>
              </a:extLst>
            </p:cNvPr>
            <p:cNvSpPr txBox="1"/>
            <p:nvPr/>
          </p:nvSpPr>
          <p:spPr>
            <a:xfrm>
              <a:off x="7038352" y="3690381"/>
              <a:ext cx="823913" cy="454998"/>
            </a:xfrm>
            <a:prstGeom prst="rect">
              <a:avLst/>
            </a:prstGeom>
            <a:noFill/>
          </p:spPr>
          <p:txBody>
            <a:bodyPr>
              <a:spAutoFit/>
            </a:bodyPr>
            <a:lstStyle/>
            <a:p>
              <a:pPr algn="ctr" eaLnBrk="1" fontAlgn="auto" hangingPunct="1">
                <a:spcBef>
                  <a:spcPts val="0"/>
                </a:spcBef>
                <a:spcAft>
                  <a:spcPts val="0"/>
                </a:spcAft>
                <a:defRPr/>
              </a:pPr>
              <a:r>
                <a:rPr lang="en-US" sz="2000" b="1" dirty="0">
                  <a:solidFill>
                    <a:schemeClr val="bg1"/>
                  </a:solidFill>
                  <a:latin typeface="+mj-lt"/>
                </a:rPr>
                <a:t>04</a:t>
              </a:r>
            </a:p>
          </p:txBody>
        </p:sp>
      </p:grpSp>
      <p:sp>
        <p:nvSpPr>
          <p:cNvPr id="3" name="Slide Number Placeholder 2">
            <a:extLst>
              <a:ext uri="{FF2B5EF4-FFF2-40B4-BE49-F238E27FC236}">
                <a16:creationId xmlns:a16="http://schemas.microsoft.com/office/drawing/2014/main" id="{25748E4F-5461-9B2F-DB49-0771CB3C7026}"/>
              </a:ext>
            </a:extLst>
          </p:cNvPr>
          <p:cNvSpPr>
            <a:spLocks noGrp="1"/>
          </p:cNvSpPr>
          <p:nvPr>
            <p:ph type="sldNum" sz="quarter" idx="11"/>
          </p:nvPr>
        </p:nvSpPr>
        <p:spPr/>
        <p:txBody>
          <a:bodyPr/>
          <a:lstStyle/>
          <a:p>
            <a:fld id="{7737D3DD-0AB3-4F16-99FA-6262B2B4036D}" type="slidenum">
              <a:rPr lang="en-MY" smtClean="0"/>
              <a:t>20</a:t>
            </a:fld>
            <a:endParaRPr lang="en-MY" dirty="0"/>
          </a:p>
        </p:txBody>
      </p:sp>
      <p:sp>
        <p:nvSpPr>
          <p:cNvPr id="24" name="Inhaltsplatzhalter 4">
            <a:extLst>
              <a:ext uri="{FF2B5EF4-FFF2-40B4-BE49-F238E27FC236}">
                <a16:creationId xmlns:a16="http://schemas.microsoft.com/office/drawing/2014/main" id="{482F4F2D-7262-E27E-1BCE-47555ECA63AA}"/>
              </a:ext>
            </a:extLst>
          </p:cNvPr>
          <p:cNvSpPr txBox="1">
            <a:spLocks/>
          </p:cNvSpPr>
          <p:nvPr/>
        </p:nvSpPr>
        <p:spPr>
          <a:xfrm>
            <a:off x="638164" y="2561598"/>
            <a:ext cx="3502009" cy="1588897"/>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50000"/>
              </a:lnSpc>
              <a:spcAft>
                <a:spcPts val="1200"/>
              </a:spcAft>
              <a:buNone/>
            </a:pPr>
            <a:r>
              <a:rPr lang="en-US" sz="1400" b="1" dirty="0">
                <a:solidFill>
                  <a:schemeClr val="accent5"/>
                </a:solidFill>
                <a:latin typeface="+mn-lt"/>
                <a:ea typeface="Open Sans" panose="020B0606030504020204" pitchFamily="34" charset="0"/>
                <a:cs typeface="Open Sans" panose="020B0606030504020204" pitchFamily="34" charset="0"/>
              </a:rPr>
              <a:t>05.Title Goes Here</a:t>
            </a:r>
            <a:br>
              <a:rPr lang="en-US" sz="1400" b="1" dirty="0">
                <a:solidFill>
                  <a:schemeClr val="accent2"/>
                </a:solidFill>
                <a:latin typeface="+mn-lt"/>
                <a:ea typeface="Open Sans" panose="020B0606030504020204" pitchFamily="34" charset="0"/>
                <a:cs typeface="Open Sans" panose="020B0606030504020204" pitchFamily="34" charset="0"/>
              </a:rPr>
            </a:br>
            <a:r>
              <a:rPr lang="en-US" sz="1400" dirty="0">
                <a:solidFill>
                  <a:schemeClr val="tx2">
                    <a:alpha val="70000"/>
                  </a:schemeClr>
                </a:solidFill>
                <a:latin typeface="+mn-lt"/>
                <a:ea typeface="Open Sans" panose="020B0606030504020204" pitchFamily="34" charset="0"/>
                <a:cs typeface="Open Sans" panose="020B0606030504020204" pitchFamily="34" charset="0"/>
              </a:rPr>
              <a:t>This is a sample text. You simply add your own text and description here. This text is fully editable. This is a sample text. </a:t>
            </a:r>
          </a:p>
        </p:txBody>
      </p:sp>
      <p:sp>
        <p:nvSpPr>
          <p:cNvPr id="25" name="Inhaltsplatzhalter 4">
            <a:extLst>
              <a:ext uri="{FF2B5EF4-FFF2-40B4-BE49-F238E27FC236}">
                <a16:creationId xmlns:a16="http://schemas.microsoft.com/office/drawing/2014/main" id="{A257EC53-0565-ACEA-D814-13DDC79292BA}"/>
              </a:ext>
            </a:extLst>
          </p:cNvPr>
          <p:cNvSpPr txBox="1">
            <a:spLocks/>
          </p:cNvSpPr>
          <p:nvPr/>
        </p:nvSpPr>
        <p:spPr>
          <a:xfrm>
            <a:off x="1008057" y="5039542"/>
            <a:ext cx="3502009" cy="1588897"/>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50000"/>
              </a:lnSpc>
              <a:spcAft>
                <a:spcPts val="1200"/>
              </a:spcAft>
              <a:buNone/>
            </a:pPr>
            <a:r>
              <a:rPr lang="en-US" sz="1400" b="1" dirty="0">
                <a:solidFill>
                  <a:schemeClr val="accent3"/>
                </a:solidFill>
                <a:latin typeface="+mn-lt"/>
                <a:ea typeface="Open Sans" panose="020B0606030504020204" pitchFamily="34" charset="0"/>
                <a:cs typeface="Open Sans" panose="020B0606030504020204" pitchFamily="34" charset="0"/>
              </a:rPr>
              <a:t>04.Title Goes Here</a:t>
            </a:r>
            <a:br>
              <a:rPr lang="en-US" sz="1400" b="1" dirty="0">
                <a:solidFill>
                  <a:schemeClr val="accent2"/>
                </a:solidFill>
                <a:latin typeface="+mn-lt"/>
                <a:ea typeface="Open Sans" panose="020B0606030504020204" pitchFamily="34" charset="0"/>
                <a:cs typeface="Open Sans" panose="020B0606030504020204" pitchFamily="34" charset="0"/>
              </a:rPr>
            </a:br>
            <a:r>
              <a:rPr lang="en-US" sz="1400" dirty="0">
                <a:solidFill>
                  <a:schemeClr val="tx2">
                    <a:alpha val="70000"/>
                  </a:schemeClr>
                </a:solidFill>
                <a:latin typeface="+mn-lt"/>
                <a:ea typeface="Open Sans" panose="020B0606030504020204" pitchFamily="34" charset="0"/>
                <a:cs typeface="Open Sans" panose="020B0606030504020204" pitchFamily="34" charset="0"/>
              </a:rPr>
              <a:t>This is a sample text. You simply add your own text and description here. This text is fully editable. This is a sample text. </a:t>
            </a:r>
          </a:p>
        </p:txBody>
      </p:sp>
      <p:sp>
        <p:nvSpPr>
          <p:cNvPr id="26" name="Inhaltsplatzhalter 4">
            <a:extLst>
              <a:ext uri="{FF2B5EF4-FFF2-40B4-BE49-F238E27FC236}">
                <a16:creationId xmlns:a16="http://schemas.microsoft.com/office/drawing/2014/main" id="{97A6FD3F-1C4A-3310-2AEF-DE968531AC17}"/>
              </a:ext>
            </a:extLst>
          </p:cNvPr>
          <p:cNvSpPr txBox="1">
            <a:spLocks/>
          </p:cNvSpPr>
          <p:nvPr/>
        </p:nvSpPr>
        <p:spPr>
          <a:xfrm flipH="1">
            <a:off x="7996607" y="2671879"/>
            <a:ext cx="3502009" cy="1588897"/>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1200"/>
              </a:spcAft>
              <a:buNone/>
            </a:pPr>
            <a:r>
              <a:rPr lang="en-US" sz="1400" b="1" dirty="0">
                <a:solidFill>
                  <a:schemeClr val="accent2"/>
                </a:solidFill>
                <a:latin typeface="+mn-lt"/>
                <a:ea typeface="Open Sans" panose="020B0606030504020204" pitchFamily="34" charset="0"/>
                <a:cs typeface="Open Sans" panose="020B0606030504020204" pitchFamily="34" charset="0"/>
              </a:rPr>
              <a:t>02.Title Goes Here</a:t>
            </a:r>
            <a:br>
              <a:rPr lang="en-US" sz="1400" b="1" dirty="0">
                <a:solidFill>
                  <a:schemeClr val="accent3"/>
                </a:solidFill>
                <a:latin typeface="+mn-lt"/>
                <a:ea typeface="Open Sans" panose="020B0606030504020204" pitchFamily="34" charset="0"/>
                <a:cs typeface="Open Sans" panose="020B0606030504020204" pitchFamily="34" charset="0"/>
              </a:rPr>
            </a:br>
            <a:r>
              <a:rPr lang="en-US" sz="1400" dirty="0">
                <a:solidFill>
                  <a:schemeClr val="tx2">
                    <a:alpha val="70000"/>
                  </a:schemeClr>
                </a:solidFill>
                <a:latin typeface="+mn-lt"/>
                <a:ea typeface="Open Sans" panose="020B0606030504020204" pitchFamily="34" charset="0"/>
                <a:cs typeface="Open Sans" panose="020B0606030504020204" pitchFamily="34" charset="0"/>
              </a:rPr>
              <a:t>This is a sample text. You simply add your own text and description here. This text is fully editable. This is a sample text. </a:t>
            </a:r>
          </a:p>
        </p:txBody>
      </p:sp>
      <p:sp>
        <p:nvSpPr>
          <p:cNvPr id="27" name="Inhaltsplatzhalter 4">
            <a:extLst>
              <a:ext uri="{FF2B5EF4-FFF2-40B4-BE49-F238E27FC236}">
                <a16:creationId xmlns:a16="http://schemas.microsoft.com/office/drawing/2014/main" id="{EB08621A-C802-072E-D847-B9AFA5DDFFE1}"/>
              </a:ext>
            </a:extLst>
          </p:cNvPr>
          <p:cNvSpPr txBox="1">
            <a:spLocks/>
          </p:cNvSpPr>
          <p:nvPr/>
        </p:nvSpPr>
        <p:spPr>
          <a:xfrm flipH="1">
            <a:off x="7652277" y="5029910"/>
            <a:ext cx="3502009" cy="1588897"/>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1200"/>
              </a:spcAft>
              <a:buNone/>
            </a:pPr>
            <a:r>
              <a:rPr lang="en-US" sz="1400" b="1" dirty="0">
                <a:solidFill>
                  <a:schemeClr val="accent5">
                    <a:lumMod val="75000"/>
                  </a:schemeClr>
                </a:solidFill>
                <a:latin typeface="+mn-lt"/>
                <a:ea typeface="Open Sans" panose="020B0606030504020204" pitchFamily="34" charset="0"/>
                <a:cs typeface="Open Sans" panose="020B0606030504020204" pitchFamily="34" charset="0"/>
              </a:rPr>
              <a:t>03.Title Goes Here</a:t>
            </a:r>
            <a:br>
              <a:rPr lang="en-US" sz="1400" b="1" dirty="0">
                <a:solidFill>
                  <a:schemeClr val="accent3"/>
                </a:solidFill>
                <a:latin typeface="+mn-lt"/>
                <a:ea typeface="Open Sans" panose="020B0606030504020204" pitchFamily="34" charset="0"/>
                <a:cs typeface="Open Sans" panose="020B0606030504020204" pitchFamily="34" charset="0"/>
              </a:rPr>
            </a:br>
            <a:r>
              <a:rPr lang="en-US" sz="1400" dirty="0">
                <a:solidFill>
                  <a:schemeClr val="tx2">
                    <a:alpha val="70000"/>
                  </a:schemeClr>
                </a:solidFill>
                <a:latin typeface="+mn-lt"/>
                <a:ea typeface="Open Sans" panose="020B0606030504020204" pitchFamily="34" charset="0"/>
                <a:cs typeface="Open Sans" panose="020B0606030504020204" pitchFamily="34" charset="0"/>
              </a:rPr>
              <a:t>This is a sample text. You simply add your own text and description here. This text is fully editable. This is a sample text. </a:t>
            </a:r>
          </a:p>
        </p:txBody>
      </p:sp>
      <p:sp>
        <p:nvSpPr>
          <p:cNvPr id="29" name="TextBox 28">
            <a:extLst>
              <a:ext uri="{FF2B5EF4-FFF2-40B4-BE49-F238E27FC236}">
                <a16:creationId xmlns:a16="http://schemas.microsoft.com/office/drawing/2014/main" id="{3695C96A-F633-AD95-F5BB-1C4D8B953228}"/>
              </a:ext>
            </a:extLst>
          </p:cNvPr>
          <p:cNvSpPr txBox="1"/>
          <p:nvPr/>
        </p:nvSpPr>
        <p:spPr>
          <a:xfrm>
            <a:off x="4478764" y="271195"/>
            <a:ext cx="7531141" cy="769441"/>
          </a:xfrm>
          <a:prstGeom prst="rect">
            <a:avLst/>
          </a:prstGeom>
          <a:noFill/>
        </p:spPr>
        <p:txBody>
          <a:bodyPr wrap="square" rtlCol="0">
            <a:spAutoFit/>
          </a:bodyPr>
          <a:lstStyle/>
          <a:p>
            <a:pPr algn="r"/>
            <a:r>
              <a:rPr lang="en-US" sz="4400" dirty="0">
                <a:solidFill>
                  <a:schemeClr val="tx1">
                    <a:lumMod val="75000"/>
                    <a:lumOff val="25000"/>
                  </a:schemeClr>
                </a:solidFill>
                <a:latin typeface="+mj-lt"/>
              </a:rPr>
              <a:t>INFOGRAPHICS</a:t>
            </a:r>
          </a:p>
        </p:txBody>
      </p:sp>
      <p:sp>
        <p:nvSpPr>
          <p:cNvPr id="30" name="TextBox 29">
            <a:extLst>
              <a:ext uri="{FF2B5EF4-FFF2-40B4-BE49-F238E27FC236}">
                <a16:creationId xmlns:a16="http://schemas.microsoft.com/office/drawing/2014/main" id="{084FB15D-274C-33A8-4C3B-92E37B351C5B}"/>
              </a:ext>
            </a:extLst>
          </p:cNvPr>
          <p:cNvSpPr txBox="1"/>
          <p:nvPr/>
        </p:nvSpPr>
        <p:spPr>
          <a:xfrm>
            <a:off x="2584766" y="1395735"/>
            <a:ext cx="7162845" cy="584775"/>
          </a:xfrm>
          <a:prstGeom prst="rect">
            <a:avLst/>
          </a:prstGeom>
          <a:noFill/>
        </p:spPr>
        <p:txBody>
          <a:bodyPr wrap="square" rtlCol="0">
            <a:spAutoFit/>
          </a:bodyPr>
          <a:lstStyle/>
          <a:p>
            <a:pPr algn="ctr"/>
            <a:r>
              <a:rPr lang="en-US" sz="3200" dirty="0">
                <a:solidFill>
                  <a:schemeClr val="tx1">
                    <a:lumMod val="75000"/>
                    <a:lumOff val="25000"/>
                  </a:schemeClr>
                </a:solidFill>
                <a:latin typeface="+mj-lt"/>
              </a:rPr>
              <a:t>ADD YOUR TITLE HERE</a:t>
            </a:r>
          </a:p>
        </p:txBody>
      </p:sp>
    </p:spTree>
    <p:extLst>
      <p:ext uri="{BB962C8B-B14F-4D97-AF65-F5344CB8AC3E}">
        <p14:creationId xmlns:p14="http://schemas.microsoft.com/office/powerpoint/2010/main" val="1057218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a:extLst>
              <a:ext uri="{FF2B5EF4-FFF2-40B4-BE49-F238E27FC236}">
                <a16:creationId xmlns:a16="http://schemas.microsoft.com/office/drawing/2014/main" id="{0B0D5E81-A00B-11EE-1413-D813BE790EA6}"/>
              </a:ext>
            </a:extLst>
          </p:cNvPr>
          <p:cNvGraphicFramePr/>
          <p:nvPr>
            <p:extLst>
              <p:ext uri="{D42A27DB-BD31-4B8C-83A1-F6EECF244321}">
                <p14:modId xmlns:p14="http://schemas.microsoft.com/office/powerpoint/2010/main" val="2599417390"/>
              </p:ext>
            </p:extLst>
          </p:nvPr>
        </p:nvGraphicFramePr>
        <p:xfrm>
          <a:off x="5169281" y="1562099"/>
          <a:ext cx="6648643" cy="5404973"/>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50A5B334-BB0D-3FE5-28C0-F6D53C4F6172}"/>
              </a:ext>
            </a:extLst>
          </p:cNvPr>
          <p:cNvSpPr txBox="1"/>
          <p:nvPr/>
        </p:nvSpPr>
        <p:spPr>
          <a:xfrm>
            <a:off x="5500254" y="393992"/>
            <a:ext cx="6470073" cy="923330"/>
          </a:xfrm>
          <a:prstGeom prst="rect">
            <a:avLst/>
          </a:prstGeom>
          <a:noFill/>
        </p:spPr>
        <p:txBody>
          <a:bodyPr wrap="square" rtlCol="0">
            <a:spAutoFit/>
          </a:bodyPr>
          <a:lstStyle/>
          <a:p>
            <a:pPr algn="r"/>
            <a:r>
              <a:rPr lang="en-US" sz="5400" b="1" dirty="0">
                <a:solidFill>
                  <a:schemeClr val="tx1">
                    <a:lumMod val="75000"/>
                    <a:lumOff val="25000"/>
                  </a:schemeClr>
                </a:solidFill>
              </a:rPr>
              <a:t>BAR CHART</a:t>
            </a:r>
          </a:p>
        </p:txBody>
      </p:sp>
      <p:sp>
        <p:nvSpPr>
          <p:cNvPr id="6" name="Rectangle 5">
            <a:extLst>
              <a:ext uri="{FF2B5EF4-FFF2-40B4-BE49-F238E27FC236}">
                <a16:creationId xmlns:a16="http://schemas.microsoft.com/office/drawing/2014/main" id="{71B4C3A8-C915-C66E-CA61-8AE920ED435E}"/>
              </a:ext>
            </a:extLst>
          </p:cNvPr>
          <p:cNvSpPr/>
          <p:nvPr/>
        </p:nvSpPr>
        <p:spPr>
          <a:xfrm>
            <a:off x="1219200" y="2855225"/>
            <a:ext cx="3394364" cy="2419893"/>
          </a:xfrm>
          <a:prstGeom prst="rect">
            <a:avLst/>
          </a:prstGeom>
        </p:spPr>
        <p:txBody>
          <a:bodyPr wrap="square">
            <a:spAutoFit/>
          </a:bodyPr>
          <a:lstStyle/>
          <a:p>
            <a:pPr algn="just">
              <a:lnSpc>
                <a:spcPct val="200000"/>
              </a:lnSpc>
            </a:pP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diam. </a:t>
            </a:r>
            <a:r>
              <a:rPr lang="en-US" sz="1100" dirty="0" err="1">
                <a:solidFill>
                  <a:schemeClr val="tx1">
                    <a:lumMod val="65000"/>
                    <a:lumOff val="35000"/>
                  </a:schemeClr>
                </a:solidFill>
              </a:rPr>
              <a:t>Pellentesque</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id dolor. </a:t>
            </a:r>
            <a:r>
              <a:rPr lang="en-US" sz="1100" dirty="0" err="1">
                <a:solidFill>
                  <a:schemeClr val="tx1">
                    <a:lumMod val="65000"/>
                    <a:lumOff val="35000"/>
                  </a:schemeClr>
                </a:solidFill>
              </a:rPr>
              <a:t>Vivamus</a:t>
            </a:r>
            <a:r>
              <a:rPr lang="en-US" sz="1100" dirty="0">
                <a:solidFill>
                  <a:schemeClr val="tx1">
                    <a:lumMod val="65000"/>
                    <a:lumOff val="35000"/>
                  </a:schemeClr>
                </a:solidFill>
              </a:rPr>
              <a:t> </a:t>
            </a:r>
            <a:r>
              <a:rPr lang="en-US" sz="1100" dirty="0" err="1">
                <a:solidFill>
                  <a:schemeClr val="tx1">
                    <a:lumMod val="65000"/>
                    <a:lumOff val="35000"/>
                  </a:schemeClr>
                </a:solidFill>
              </a:rPr>
              <a:t>luctus</a:t>
            </a:r>
            <a:r>
              <a:rPr lang="en-US" sz="1100" dirty="0">
                <a:solidFill>
                  <a:schemeClr val="tx1">
                    <a:lumMod val="65000"/>
                    <a:lumOff val="35000"/>
                  </a:schemeClr>
                </a:solidFill>
              </a:rPr>
              <a:t> </a:t>
            </a:r>
            <a:r>
              <a:rPr lang="en-US" sz="1100" dirty="0" err="1">
                <a:solidFill>
                  <a:schemeClr val="tx1">
                    <a:lumMod val="65000"/>
                    <a:lumOff val="35000"/>
                  </a:schemeClr>
                </a:solidFill>
              </a:rPr>
              <a:t>egestas</a:t>
            </a:r>
            <a:r>
              <a:rPr lang="en-US" sz="1100" dirty="0">
                <a:solidFill>
                  <a:schemeClr val="tx1">
                    <a:lumMod val="65000"/>
                    <a:lumOff val="35000"/>
                  </a:schemeClr>
                </a:solidFill>
              </a:rPr>
              <a:t> </a:t>
            </a:r>
            <a:r>
              <a:rPr lang="en-US" sz="1100" dirty="0" err="1">
                <a:solidFill>
                  <a:schemeClr val="tx1">
                    <a:lumMod val="65000"/>
                    <a:lumOff val="35000"/>
                  </a:schemeClr>
                </a:solidFill>
              </a:rPr>
              <a:t>leo</a:t>
            </a:r>
            <a:r>
              <a:rPr lang="en-US" sz="1100" dirty="0">
                <a:solidFill>
                  <a:schemeClr val="tx1">
                    <a:lumMod val="65000"/>
                    <a:lumOff val="35000"/>
                  </a:schemeClr>
                </a:solidFill>
              </a:rPr>
              <a:t>. </a:t>
            </a:r>
            <a:r>
              <a:rPr lang="en-US" sz="1100" dirty="0" err="1">
                <a:solidFill>
                  <a:schemeClr val="tx1">
                    <a:lumMod val="65000"/>
                    <a:lumOff val="35000"/>
                  </a:schemeClr>
                </a:solidFill>
              </a:rPr>
              <a:t>Etiam</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quam. </a:t>
            </a:r>
            <a:r>
              <a:rPr lang="en-US" sz="1100" dirty="0" err="1">
                <a:solidFill>
                  <a:schemeClr val="tx1">
                    <a:lumMod val="65000"/>
                    <a:lumOff val="35000"/>
                  </a:schemeClr>
                </a:solidFill>
              </a:rPr>
              <a:t>Curabitur</a:t>
            </a:r>
            <a:r>
              <a:rPr lang="en-US" sz="1100" dirty="0">
                <a:solidFill>
                  <a:schemeClr val="tx1">
                    <a:lumMod val="65000"/>
                    <a:lumOff val="35000"/>
                  </a:schemeClr>
                </a:solidFill>
              </a:rPr>
              <a:t> </a:t>
            </a:r>
            <a:r>
              <a:rPr lang="en-US" sz="1100" dirty="0" err="1">
                <a:solidFill>
                  <a:schemeClr val="tx1">
                    <a:lumMod val="65000"/>
                    <a:lumOff val="35000"/>
                  </a:schemeClr>
                </a:solidFill>
              </a:rPr>
              <a:t>bibendum</a:t>
            </a:r>
            <a:r>
              <a:rPr lang="en-US" sz="1100" dirty="0">
                <a:solidFill>
                  <a:schemeClr val="tx1">
                    <a:lumMod val="65000"/>
                    <a:lumOff val="35000"/>
                  </a:schemeClr>
                </a:solidFill>
              </a:rPr>
              <a:t> </a:t>
            </a:r>
            <a:r>
              <a:rPr lang="en-US" sz="1100" dirty="0" err="1">
                <a:solidFill>
                  <a:schemeClr val="tx1">
                    <a:lumMod val="65000"/>
                    <a:lumOff val="35000"/>
                  </a:schemeClr>
                </a:solidFill>
              </a:rPr>
              <a:t>justo</a:t>
            </a:r>
            <a:r>
              <a:rPr lang="en-US" sz="1100" dirty="0">
                <a:solidFill>
                  <a:schemeClr val="tx1">
                    <a:lumMod val="65000"/>
                    <a:lumOff val="35000"/>
                  </a:schemeClr>
                </a:solidFill>
              </a:rPr>
              <a:t> non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t>
            </a:r>
            <a:r>
              <a:rPr lang="en-US" sz="1100" dirty="0" err="1">
                <a:solidFill>
                  <a:schemeClr val="tx1">
                    <a:lumMod val="65000"/>
                    <a:lumOff val="35000"/>
                  </a:schemeClr>
                </a:solidFill>
              </a:rPr>
              <a:t>aute</a:t>
            </a:r>
            <a:r>
              <a:rPr lang="en-US" sz="1100" dirty="0">
                <a:solidFill>
                  <a:schemeClr val="tx1">
                    <a:lumMod val="65000"/>
                    <a:lumOff val="35000"/>
                  </a:schemeClr>
                </a:solidFill>
              </a:rPr>
              <a:t> </a:t>
            </a:r>
            <a:r>
              <a:rPr lang="en-US" sz="1100" dirty="0" err="1">
                <a:solidFill>
                  <a:schemeClr val="tx1">
                    <a:lumMod val="65000"/>
                    <a:lumOff val="35000"/>
                  </a:schemeClr>
                </a:solidFill>
              </a:rPr>
              <a:t>irure</a:t>
            </a:r>
            <a:r>
              <a:rPr lang="en-US" sz="1100" dirty="0">
                <a:solidFill>
                  <a:schemeClr val="tx1">
                    <a:lumMod val="65000"/>
                    <a:lumOff val="35000"/>
                  </a:schemeClr>
                </a:solidFill>
              </a:rPr>
              <a:t> dolor in </a:t>
            </a:r>
            <a:r>
              <a:rPr lang="en-US" sz="1100" dirty="0" err="1">
                <a:solidFill>
                  <a:schemeClr val="tx1">
                    <a:lumMod val="65000"/>
                    <a:lumOff val="35000"/>
                  </a:schemeClr>
                </a:solidFill>
              </a:rPr>
              <a:t>reprehenderit</a:t>
            </a:r>
            <a:r>
              <a:rPr lang="en-US" sz="1100" dirty="0">
                <a:solidFill>
                  <a:schemeClr val="tx1">
                    <a:lumMod val="65000"/>
                    <a:lumOff val="35000"/>
                  </a:schemeClr>
                </a:solidFill>
              </a:rPr>
              <a:t> in </a:t>
            </a:r>
            <a:r>
              <a:rPr lang="en-US" sz="1100" dirty="0" err="1">
                <a:solidFill>
                  <a:schemeClr val="tx1">
                    <a:lumMod val="65000"/>
                    <a:lumOff val="35000"/>
                  </a:schemeClr>
                </a:solidFill>
              </a:rPr>
              <a:t>voluptate</a:t>
            </a:r>
            <a:r>
              <a:rPr lang="en-US" sz="1100" dirty="0">
                <a:solidFill>
                  <a:schemeClr val="tx1">
                    <a:lumMod val="65000"/>
                    <a:lumOff val="35000"/>
                  </a:schemeClr>
                </a:solidFill>
              </a:rPr>
              <a:t> </a:t>
            </a:r>
            <a:r>
              <a:rPr lang="en-US" sz="1100" dirty="0" err="1">
                <a:solidFill>
                  <a:schemeClr val="tx1">
                    <a:lumMod val="65000"/>
                    <a:lumOff val="35000"/>
                  </a:schemeClr>
                </a:solidFill>
              </a:rPr>
              <a:t>velit</a:t>
            </a:r>
            <a:r>
              <a:rPr lang="en-US" sz="1100" dirty="0">
                <a:solidFill>
                  <a:schemeClr val="tx1">
                    <a:lumMod val="65000"/>
                    <a:lumOff val="35000"/>
                  </a:schemeClr>
                </a:solidFill>
              </a:rPr>
              <a:t> </a:t>
            </a:r>
            <a:r>
              <a:rPr lang="en-US" sz="1100" dirty="0" err="1">
                <a:solidFill>
                  <a:schemeClr val="tx1">
                    <a:lumMod val="65000"/>
                    <a:lumOff val="35000"/>
                  </a:schemeClr>
                </a:solidFill>
              </a:rPr>
              <a:t>esse</a:t>
            </a:r>
            <a:r>
              <a:rPr lang="en-US" sz="1100" dirty="0">
                <a:solidFill>
                  <a:schemeClr val="tx1">
                    <a:lumMod val="65000"/>
                    <a:lumOff val="35000"/>
                  </a:schemeClr>
                </a:solidFill>
              </a:rPr>
              <a:t> </a:t>
            </a:r>
            <a:r>
              <a:rPr lang="en-US" sz="1100" dirty="0" err="1">
                <a:solidFill>
                  <a:schemeClr val="tx1">
                    <a:lumMod val="65000"/>
                    <a:lumOff val="35000"/>
                  </a:schemeClr>
                </a:solidFill>
              </a:rPr>
              <a:t>cillum</a:t>
            </a:r>
            <a:r>
              <a:rPr lang="en-US" sz="1100" dirty="0">
                <a:solidFill>
                  <a:schemeClr val="tx1">
                    <a:lumMod val="65000"/>
                    <a:lumOff val="35000"/>
                  </a:schemeClr>
                </a:solidFill>
              </a:rPr>
              <a:t> </a:t>
            </a:r>
            <a:r>
              <a:rPr lang="en-US" sz="1100" dirty="0" err="1">
                <a:solidFill>
                  <a:schemeClr val="tx1">
                    <a:lumMod val="65000"/>
                    <a:lumOff val="35000"/>
                  </a:schemeClr>
                </a:solidFill>
              </a:rPr>
              <a:t>dolore</a:t>
            </a:r>
            <a:r>
              <a:rPr lang="en-US" sz="1100" dirty="0">
                <a:solidFill>
                  <a:schemeClr val="tx1">
                    <a:lumMod val="65000"/>
                    <a:lumOff val="35000"/>
                  </a:schemeClr>
                </a:solidFill>
              </a:rPr>
              <a:t> </a:t>
            </a:r>
            <a:r>
              <a:rPr lang="en-US" sz="1100" dirty="0" err="1">
                <a:solidFill>
                  <a:schemeClr val="tx1">
                    <a:lumMod val="65000"/>
                    <a:lumOff val="35000"/>
                  </a:schemeClr>
                </a:solidFill>
              </a:rPr>
              <a:t>eu</a:t>
            </a:r>
            <a:r>
              <a:rPr lang="en-US" sz="1100" dirty="0">
                <a:solidFill>
                  <a:schemeClr val="tx1">
                    <a:lumMod val="65000"/>
                    <a:lumOff val="35000"/>
                  </a:schemeClr>
                </a:solidFill>
              </a:rPr>
              <a:t> </a:t>
            </a:r>
            <a:r>
              <a:rPr lang="en-US" sz="1100" dirty="0" err="1">
                <a:solidFill>
                  <a:schemeClr val="tx1">
                    <a:lumMod val="65000"/>
                    <a:lumOff val="35000"/>
                  </a:schemeClr>
                </a:solidFill>
              </a:rPr>
              <a:t>fugiat</a:t>
            </a:r>
            <a:r>
              <a:rPr lang="en-US" sz="1100" dirty="0">
                <a:solidFill>
                  <a:schemeClr val="tx1">
                    <a:lumMod val="65000"/>
                    <a:lumOff val="35000"/>
                  </a:schemeClr>
                </a:solidFill>
              </a:rPr>
              <a:t> </a:t>
            </a: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pariatur</a:t>
            </a:r>
            <a:r>
              <a:rPr lang="en-US" sz="1100" dirty="0">
                <a:solidFill>
                  <a:schemeClr val="tx1">
                    <a:lumMod val="65000"/>
                    <a:lumOff val="35000"/>
                  </a:schemeClr>
                </a:solidFill>
              </a:rPr>
              <a:t>. </a:t>
            </a:r>
            <a:r>
              <a:rPr lang="en-US" sz="1100" dirty="0" err="1">
                <a:solidFill>
                  <a:schemeClr val="tx1">
                    <a:lumMod val="65000"/>
                    <a:lumOff val="35000"/>
                  </a:schemeClr>
                </a:solidFill>
              </a:rPr>
              <a:t>Suspendisse</a:t>
            </a:r>
            <a:r>
              <a:rPr lang="en-US" sz="1100" dirty="0">
                <a:solidFill>
                  <a:schemeClr val="tx1">
                    <a:lumMod val="65000"/>
                    <a:lumOff val="35000"/>
                  </a:schemeClr>
                </a:solidFill>
              </a:rPr>
              <a:t> </a:t>
            </a:r>
            <a:r>
              <a:rPr lang="en-US" sz="1100" dirty="0" err="1">
                <a:solidFill>
                  <a:schemeClr val="tx1">
                    <a:lumMod val="65000"/>
                    <a:lumOff val="35000"/>
                  </a:schemeClr>
                </a:solidFill>
              </a:rPr>
              <a:t>nisl</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ante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molestie</a:t>
            </a:r>
            <a:r>
              <a:rPr lang="en-US" sz="1100" dirty="0">
                <a:solidFill>
                  <a:schemeClr val="tx1">
                    <a:lumMod val="65000"/>
                    <a:lumOff val="35000"/>
                  </a:schemeClr>
                </a:solidFill>
              </a:rPr>
              <a:t> vitae </a:t>
            </a:r>
            <a:r>
              <a:rPr lang="en-US" sz="1100" dirty="0" err="1">
                <a:solidFill>
                  <a:schemeClr val="tx1">
                    <a:lumMod val="65000"/>
                    <a:lumOff val="35000"/>
                  </a:schemeClr>
                </a:solidFill>
              </a:rPr>
              <a:t>vehicula</a:t>
            </a:r>
            <a:r>
              <a:rPr lang="en-US" sz="1100" dirty="0">
                <a:solidFill>
                  <a:schemeClr val="tx1">
                    <a:lumMod val="65000"/>
                    <a:lumOff val="35000"/>
                  </a:schemeClr>
                </a:solidFill>
              </a:rPr>
              <a:t> </a:t>
            </a:r>
            <a:r>
              <a:rPr lang="en-US" sz="1100" dirty="0" err="1">
                <a:solidFill>
                  <a:schemeClr val="tx1">
                    <a:lumMod val="65000"/>
                    <a:lumOff val="35000"/>
                  </a:schemeClr>
                </a:solidFill>
              </a:rPr>
              <a:t>venenatis</a:t>
            </a:r>
            <a:r>
              <a:rPr lang="en-US" sz="1100" dirty="0">
                <a:solidFill>
                  <a:schemeClr val="tx1">
                    <a:lumMod val="65000"/>
                    <a:lumOff val="35000"/>
                  </a:schemeClr>
                </a:solidFill>
              </a:rPr>
              <a:t>, </a:t>
            </a:r>
            <a:endParaRPr lang="id-ID" sz="1100" dirty="0">
              <a:solidFill>
                <a:schemeClr val="tx1">
                  <a:lumMod val="65000"/>
                  <a:lumOff val="35000"/>
                </a:schemeClr>
              </a:solidFill>
            </a:endParaRPr>
          </a:p>
        </p:txBody>
      </p:sp>
      <p:sp>
        <p:nvSpPr>
          <p:cNvPr id="7" name="TextBox 6">
            <a:extLst>
              <a:ext uri="{FF2B5EF4-FFF2-40B4-BE49-F238E27FC236}">
                <a16:creationId xmlns:a16="http://schemas.microsoft.com/office/drawing/2014/main" id="{971F6BBC-9420-A679-F87C-890E3E1F61F1}"/>
              </a:ext>
            </a:extLst>
          </p:cNvPr>
          <p:cNvSpPr txBox="1"/>
          <p:nvPr/>
        </p:nvSpPr>
        <p:spPr>
          <a:xfrm>
            <a:off x="1219200" y="859607"/>
            <a:ext cx="3394364" cy="1446550"/>
          </a:xfrm>
          <a:prstGeom prst="rect">
            <a:avLst/>
          </a:prstGeom>
          <a:noFill/>
        </p:spPr>
        <p:txBody>
          <a:bodyPr wrap="square" rtlCol="0">
            <a:spAutoFit/>
          </a:bodyPr>
          <a:lstStyle/>
          <a:p>
            <a:r>
              <a:rPr lang="en-US" sz="4400" b="1" dirty="0">
                <a:solidFill>
                  <a:schemeClr val="tx1">
                    <a:lumMod val="75000"/>
                    <a:lumOff val="25000"/>
                  </a:schemeClr>
                </a:solidFill>
              </a:rPr>
              <a:t>ADD YOUR TITLE HERE</a:t>
            </a:r>
          </a:p>
        </p:txBody>
      </p:sp>
      <p:sp>
        <p:nvSpPr>
          <p:cNvPr id="2" name="Slide Number Placeholder 1">
            <a:extLst>
              <a:ext uri="{FF2B5EF4-FFF2-40B4-BE49-F238E27FC236}">
                <a16:creationId xmlns:a16="http://schemas.microsoft.com/office/drawing/2014/main" id="{AC5BB035-324A-4C84-2DF8-F88E50378CAD}"/>
              </a:ext>
            </a:extLst>
          </p:cNvPr>
          <p:cNvSpPr>
            <a:spLocks noGrp="1"/>
          </p:cNvSpPr>
          <p:nvPr>
            <p:ph type="sldNum" sz="quarter" idx="11"/>
          </p:nvPr>
        </p:nvSpPr>
        <p:spPr/>
        <p:txBody>
          <a:bodyPr/>
          <a:lstStyle/>
          <a:p>
            <a:fld id="{7737D3DD-0AB3-4F16-99FA-6262B2B4036D}" type="slidenum">
              <a:rPr lang="en-MY" smtClean="0"/>
              <a:t>21</a:t>
            </a:fld>
            <a:endParaRPr lang="en-MY"/>
          </a:p>
        </p:txBody>
      </p:sp>
    </p:spTree>
    <p:extLst>
      <p:ext uri="{BB962C8B-B14F-4D97-AF65-F5344CB8AC3E}">
        <p14:creationId xmlns:p14="http://schemas.microsoft.com/office/powerpoint/2010/main" val="3227440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graphicEl>
                                              <a:chart seriesIdx="-3" categoryIdx="-3" bldStep="gridLegend"/>
                                            </p:graphicEl>
                                          </p:spTgt>
                                        </p:tgtEl>
                                        <p:attrNameLst>
                                          <p:attrName>style.visibility</p:attrName>
                                        </p:attrNameLst>
                                      </p:cBhvr>
                                      <p:to>
                                        <p:strVal val="visible"/>
                                      </p:to>
                                    </p:set>
                                    <p:animEffect transition="in" filter="fade">
                                      <p:cBhvr>
                                        <p:cTn id="7" dur="1000"/>
                                        <p:tgtEl>
                                          <p:spTgt spid="8">
                                            <p:graphicEl>
                                              <a:chart seriesIdx="-3" categoryIdx="-3" bldStep="gridLegend"/>
                                            </p:graphicEl>
                                          </p:spTgt>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8">
                                            <p:graphicEl>
                                              <a:chart seriesIdx="0" categoryIdx="-4" bldStep="series"/>
                                            </p:graphicEl>
                                          </p:spTgt>
                                        </p:tgtEl>
                                        <p:attrNameLst>
                                          <p:attrName>style.visibility</p:attrName>
                                        </p:attrNameLst>
                                      </p:cBhvr>
                                      <p:to>
                                        <p:strVal val="visible"/>
                                      </p:to>
                                    </p:set>
                                    <p:animEffect transition="in" filter="slide(fromBottom)">
                                      <p:cBhvr>
                                        <p:cTn id="11" dur="500"/>
                                        <p:tgtEl>
                                          <p:spTgt spid="8">
                                            <p:graphicEl>
                                              <a:chart seriesIdx="0" categoryIdx="-4" bldStep="series"/>
                                            </p:graphicEl>
                                          </p:spTgt>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8">
                                            <p:graphicEl>
                                              <a:chart seriesIdx="1" categoryIdx="-4" bldStep="series"/>
                                            </p:graphicEl>
                                          </p:spTgt>
                                        </p:tgtEl>
                                        <p:attrNameLst>
                                          <p:attrName>style.visibility</p:attrName>
                                        </p:attrNameLst>
                                      </p:cBhvr>
                                      <p:to>
                                        <p:strVal val="visible"/>
                                      </p:to>
                                    </p:set>
                                    <p:animEffect transition="in" filter="slide(fromBottom)">
                                      <p:cBhvr>
                                        <p:cTn id="15" dur="500"/>
                                        <p:tgtEl>
                                          <p:spTgt spid="8">
                                            <p:graphicEl>
                                              <a:chart seriesIdx="1"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uiExpand="1">
        <p:bldSub>
          <a:bldChart bld="series"/>
        </p:bldSub>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C1E947B0-64D7-343C-6FB2-0FB424F540AA}"/>
              </a:ext>
            </a:extLst>
          </p:cNvPr>
          <p:cNvGraphicFramePr/>
          <p:nvPr>
            <p:extLst>
              <p:ext uri="{D42A27DB-BD31-4B8C-83A1-F6EECF244321}">
                <p14:modId xmlns:p14="http://schemas.microsoft.com/office/powerpoint/2010/main" val="4258379241"/>
              </p:ext>
            </p:extLst>
          </p:nvPr>
        </p:nvGraphicFramePr>
        <p:xfrm>
          <a:off x="5340927" y="1525362"/>
          <a:ext cx="6027420" cy="4530090"/>
        </p:xfrm>
        <a:graphic>
          <a:graphicData uri="http://schemas.openxmlformats.org/drawingml/2006/chart">
            <c:chart xmlns:c="http://schemas.openxmlformats.org/drawingml/2006/chart" xmlns:r="http://schemas.openxmlformats.org/officeDocument/2006/relationships" r:id="rId2"/>
          </a:graphicData>
        </a:graphic>
      </p:graphicFrame>
      <p:sp>
        <p:nvSpPr>
          <p:cNvPr id="2" name="Slide Number Placeholder 1">
            <a:extLst>
              <a:ext uri="{FF2B5EF4-FFF2-40B4-BE49-F238E27FC236}">
                <a16:creationId xmlns:a16="http://schemas.microsoft.com/office/drawing/2014/main" id="{4DE3D01C-3E4E-8E8A-0811-06AF3B4A6D08}"/>
              </a:ext>
            </a:extLst>
          </p:cNvPr>
          <p:cNvSpPr>
            <a:spLocks noGrp="1"/>
          </p:cNvSpPr>
          <p:nvPr>
            <p:ph type="sldNum" sz="quarter" idx="11"/>
          </p:nvPr>
        </p:nvSpPr>
        <p:spPr/>
        <p:txBody>
          <a:bodyPr/>
          <a:lstStyle/>
          <a:p>
            <a:fld id="{7737D3DD-0AB3-4F16-99FA-6262B2B4036D}" type="slidenum">
              <a:rPr lang="en-MY" smtClean="0"/>
              <a:t>22</a:t>
            </a:fld>
            <a:endParaRPr lang="en-MY"/>
          </a:p>
        </p:txBody>
      </p:sp>
      <p:sp>
        <p:nvSpPr>
          <p:cNvPr id="6" name="Rectangle 5">
            <a:extLst>
              <a:ext uri="{FF2B5EF4-FFF2-40B4-BE49-F238E27FC236}">
                <a16:creationId xmlns:a16="http://schemas.microsoft.com/office/drawing/2014/main" id="{DB4449E5-42FC-AE2C-562C-F36E6993F454}"/>
              </a:ext>
            </a:extLst>
          </p:cNvPr>
          <p:cNvSpPr/>
          <p:nvPr/>
        </p:nvSpPr>
        <p:spPr>
          <a:xfrm>
            <a:off x="1219200" y="2855225"/>
            <a:ext cx="3394364" cy="2419893"/>
          </a:xfrm>
          <a:prstGeom prst="rect">
            <a:avLst/>
          </a:prstGeom>
        </p:spPr>
        <p:txBody>
          <a:bodyPr wrap="square">
            <a:spAutoFit/>
          </a:bodyPr>
          <a:lstStyle/>
          <a:p>
            <a:pPr algn="just">
              <a:lnSpc>
                <a:spcPct val="200000"/>
              </a:lnSpc>
            </a:pP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diam. </a:t>
            </a:r>
            <a:r>
              <a:rPr lang="en-US" sz="1100" dirty="0" err="1">
                <a:solidFill>
                  <a:schemeClr val="tx1">
                    <a:lumMod val="65000"/>
                    <a:lumOff val="35000"/>
                  </a:schemeClr>
                </a:solidFill>
              </a:rPr>
              <a:t>Pellentesque</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id dolor. </a:t>
            </a:r>
            <a:r>
              <a:rPr lang="en-US" sz="1100" dirty="0" err="1">
                <a:solidFill>
                  <a:schemeClr val="tx1">
                    <a:lumMod val="65000"/>
                    <a:lumOff val="35000"/>
                  </a:schemeClr>
                </a:solidFill>
              </a:rPr>
              <a:t>Vivamus</a:t>
            </a:r>
            <a:r>
              <a:rPr lang="en-US" sz="1100" dirty="0">
                <a:solidFill>
                  <a:schemeClr val="tx1">
                    <a:lumMod val="65000"/>
                    <a:lumOff val="35000"/>
                  </a:schemeClr>
                </a:solidFill>
              </a:rPr>
              <a:t> </a:t>
            </a:r>
            <a:r>
              <a:rPr lang="en-US" sz="1100" dirty="0" err="1">
                <a:solidFill>
                  <a:schemeClr val="tx1">
                    <a:lumMod val="65000"/>
                    <a:lumOff val="35000"/>
                  </a:schemeClr>
                </a:solidFill>
              </a:rPr>
              <a:t>luctus</a:t>
            </a:r>
            <a:r>
              <a:rPr lang="en-US" sz="1100" dirty="0">
                <a:solidFill>
                  <a:schemeClr val="tx1">
                    <a:lumMod val="65000"/>
                    <a:lumOff val="35000"/>
                  </a:schemeClr>
                </a:solidFill>
              </a:rPr>
              <a:t> </a:t>
            </a:r>
            <a:r>
              <a:rPr lang="en-US" sz="1100" dirty="0" err="1">
                <a:solidFill>
                  <a:schemeClr val="tx1">
                    <a:lumMod val="65000"/>
                    <a:lumOff val="35000"/>
                  </a:schemeClr>
                </a:solidFill>
              </a:rPr>
              <a:t>egestas</a:t>
            </a:r>
            <a:r>
              <a:rPr lang="en-US" sz="1100" dirty="0">
                <a:solidFill>
                  <a:schemeClr val="tx1">
                    <a:lumMod val="65000"/>
                    <a:lumOff val="35000"/>
                  </a:schemeClr>
                </a:solidFill>
              </a:rPr>
              <a:t> </a:t>
            </a:r>
            <a:r>
              <a:rPr lang="en-US" sz="1100" dirty="0" err="1">
                <a:solidFill>
                  <a:schemeClr val="tx1">
                    <a:lumMod val="65000"/>
                    <a:lumOff val="35000"/>
                  </a:schemeClr>
                </a:solidFill>
              </a:rPr>
              <a:t>leo</a:t>
            </a:r>
            <a:r>
              <a:rPr lang="en-US" sz="1100" dirty="0">
                <a:solidFill>
                  <a:schemeClr val="tx1">
                    <a:lumMod val="65000"/>
                    <a:lumOff val="35000"/>
                  </a:schemeClr>
                </a:solidFill>
              </a:rPr>
              <a:t>. </a:t>
            </a:r>
            <a:r>
              <a:rPr lang="en-US" sz="1100" dirty="0" err="1">
                <a:solidFill>
                  <a:schemeClr val="tx1">
                    <a:lumMod val="65000"/>
                    <a:lumOff val="35000"/>
                  </a:schemeClr>
                </a:solidFill>
              </a:rPr>
              <a:t>Etiam</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quam. </a:t>
            </a:r>
            <a:r>
              <a:rPr lang="en-US" sz="1100" dirty="0" err="1">
                <a:solidFill>
                  <a:schemeClr val="tx1">
                    <a:lumMod val="65000"/>
                    <a:lumOff val="35000"/>
                  </a:schemeClr>
                </a:solidFill>
              </a:rPr>
              <a:t>Curabitur</a:t>
            </a:r>
            <a:r>
              <a:rPr lang="en-US" sz="1100" dirty="0">
                <a:solidFill>
                  <a:schemeClr val="tx1">
                    <a:lumMod val="65000"/>
                    <a:lumOff val="35000"/>
                  </a:schemeClr>
                </a:solidFill>
              </a:rPr>
              <a:t> </a:t>
            </a:r>
            <a:r>
              <a:rPr lang="en-US" sz="1100" dirty="0" err="1">
                <a:solidFill>
                  <a:schemeClr val="tx1">
                    <a:lumMod val="65000"/>
                    <a:lumOff val="35000"/>
                  </a:schemeClr>
                </a:solidFill>
              </a:rPr>
              <a:t>bibendum</a:t>
            </a:r>
            <a:r>
              <a:rPr lang="en-US" sz="1100" dirty="0">
                <a:solidFill>
                  <a:schemeClr val="tx1">
                    <a:lumMod val="65000"/>
                    <a:lumOff val="35000"/>
                  </a:schemeClr>
                </a:solidFill>
              </a:rPr>
              <a:t> </a:t>
            </a:r>
            <a:r>
              <a:rPr lang="en-US" sz="1100" dirty="0" err="1">
                <a:solidFill>
                  <a:schemeClr val="tx1">
                    <a:lumMod val="65000"/>
                    <a:lumOff val="35000"/>
                  </a:schemeClr>
                </a:solidFill>
              </a:rPr>
              <a:t>justo</a:t>
            </a:r>
            <a:r>
              <a:rPr lang="en-US" sz="1100" dirty="0">
                <a:solidFill>
                  <a:schemeClr val="tx1">
                    <a:lumMod val="65000"/>
                    <a:lumOff val="35000"/>
                  </a:schemeClr>
                </a:solidFill>
              </a:rPr>
              <a:t> non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t>
            </a:r>
            <a:r>
              <a:rPr lang="en-US" sz="1100" dirty="0" err="1">
                <a:solidFill>
                  <a:schemeClr val="tx1">
                    <a:lumMod val="65000"/>
                    <a:lumOff val="35000"/>
                  </a:schemeClr>
                </a:solidFill>
              </a:rPr>
              <a:t>aute</a:t>
            </a:r>
            <a:r>
              <a:rPr lang="en-US" sz="1100" dirty="0">
                <a:solidFill>
                  <a:schemeClr val="tx1">
                    <a:lumMod val="65000"/>
                    <a:lumOff val="35000"/>
                  </a:schemeClr>
                </a:solidFill>
              </a:rPr>
              <a:t> </a:t>
            </a:r>
            <a:r>
              <a:rPr lang="en-US" sz="1100" dirty="0" err="1">
                <a:solidFill>
                  <a:schemeClr val="tx1">
                    <a:lumMod val="65000"/>
                    <a:lumOff val="35000"/>
                  </a:schemeClr>
                </a:solidFill>
              </a:rPr>
              <a:t>irure</a:t>
            </a:r>
            <a:r>
              <a:rPr lang="en-US" sz="1100" dirty="0">
                <a:solidFill>
                  <a:schemeClr val="tx1">
                    <a:lumMod val="65000"/>
                    <a:lumOff val="35000"/>
                  </a:schemeClr>
                </a:solidFill>
              </a:rPr>
              <a:t> dolor in </a:t>
            </a:r>
            <a:r>
              <a:rPr lang="en-US" sz="1100" dirty="0" err="1">
                <a:solidFill>
                  <a:schemeClr val="tx1">
                    <a:lumMod val="65000"/>
                    <a:lumOff val="35000"/>
                  </a:schemeClr>
                </a:solidFill>
              </a:rPr>
              <a:t>reprehenderit</a:t>
            </a:r>
            <a:r>
              <a:rPr lang="en-US" sz="1100" dirty="0">
                <a:solidFill>
                  <a:schemeClr val="tx1">
                    <a:lumMod val="65000"/>
                    <a:lumOff val="35000"/>
                  </a:schemeClr>
                </a:solidFill>
              </a:rPr>
              <a:t> in </a:t>
            </a:r>
            <a:r>
              <a:rPr lang="en-US" sz="1100" dirty="0" err="1">
                <a:solidFill>
                  <a:schemeClr val="tx1">
                    <a:lumMod val="65000"/>
                    <a:lumOff val="35000"/>
                  </a:schemeClr>
                </a:solidFill>
              </a:rPr>
              <a:t>voluptate</a:t>
            </a:r>
            <a:r>
              <a:rPr lang="en-US" sz="1100" dirty="0">
                <a:solidFill>
                  <a:schemeClr val="tx1">
                    <a:lumMod val="65000"/>
                    <a:lumOff val="35000"/>
                  </a:schemeClr>
                </a:solidFill>
              </a:rPr>
              <a:t> </a:t>
            </a:r>
            <a:r>
              <a:rPr lang="en-US" sz="1100" dirty="0" err="1">
                <a:solidFill>
                  <a:schemeClr val="tx1">
                    <a:lumMod val="65000"/>
                    <a:lumOff val="35000"/>
                  </a:schemeClr>
                </a:solidFill>
              </a:rPr>
              <a:t>velit</a:t>
            </a:r>
            <a:r>
              <a:rPr lang="en-US" sz="1100" dirty="0">
                <a:solidFill>
                  <a:schemeClr val="tx1">
                    <a:lumMod val="65000"/>
                    <a:lumOff val="35000"/>
                  </a:schemeClr>
                </a:solidFill>
              </a:rPr>
              <a:t> </a:t>
            </a:r>
            <a:r>
              <a:rPr lang="en-US" sz="1100" dirty="0" err="1">
                <a:solidFill>
                  <a:schemeClr val="tx1">
                    <a:lumMod val="65000"/>
                    <a:lumOff val="35000"/>
                  </a:schemeClr>
                </a:solidFill>
              </a:rPr>
              <a:t>esse</a:t>
            </a:r>
            <a:r>
              <a:rPr lang="en-US" sz="1100" dirty="0">
                <a:solidFill>
                  <a:schemeClr val="tx1">
                    <a:lumMod val="65000"/>
                    <a:lumOff val="35000"/>
                  </a:schemeClr>
                </a:solidFill>
              </a:rPr>
              <a:t> </a:t>
            </a:r>
            <a:r>
              <a:rPr lang="en-US" sz="1100" dirty="0" err="1">
                <a:solidFill>
                  <a:schemeClr val="tx1">
                    <a:lumMod val="65000"/>
                    <a:lumOff val="35000"/>
                  </a:schemeClr>
                </a:solidFill>
              </a:rPr>
              <a:t>cillum</a:t>
            </a:r>
            <a:r>
              <a:rPr lang="en-US" sz="1100" dirty="0">
                <a:solidFill>
                  <a:schemeClr val="tx1">
                    <a:lumMod val="65000"/>
                    <a:lumOff val="35000"/>
                  </a:schemeClr>
                </a:solidFill>
              </a:rPr>
              <a:t> </a:t>
            </a:r>
            <a:r>
              <a:rPr lang="en-US" sz="1100" dirty="0" err="1">
                <a:solidFill>
                  <a:schemeClr val="tx1">
                    <a:lumMod val="65000"/>
                    <a:lumOff val="35000"/>
                  </a:schemeClr>
                </a:solidFill>
              </a:rPr>
              <a:t>dolore</a:t>
            </a:r>
            <a:r>
              <a:rPr lang="en-US" sz="1100" dirty="0">
                <a:solidFill>
                  <a:schemeClr val="tx1">
                    <a:lumMod val="65000"/>
                    <a:lumOff val="35000"/>
                  </a:schemeClr>
                </a:solidFill>
              </a:rPr>
              <a:t> </a:t>
            </a:r>
            <a:r>
              <a:rPr lang="en-US" sz="1100" dirty="0" err="1">
                <a:solidFill>
                  <a:schemeClr val="tx1">
                    <a:lumMod val="65000"/>
                    <a:lumOff val="35000"/>
                  </a:schemeClr>
                </a:solidFill>
              </a:rPr>
              <a:t>eu</a:t>
            </a:r>
            <a:r>
              <a:rPr lang="en-US" sz="1100" dirty="0">
                <a:solidFill>
                  <a:schemeClr val="tx1">
                    <a:lumMod val="65000"/>
                    <a:lumOff val="35000"/>
                  </a:schemeClr>
                </a:solidFill>
              </a:rPr>
              <a:t> </a:t>
            </a:r>
            <a:r>
              <a:rPr lang="en-US" sz="1100" dirty="0" err="1">
                <a:solidFill>
                  <a:schemeClr val="tx1">
                    <a:lumMod val="65000"/>
                    <a:lumOff val="35000"/>
                  </a:schemeClr>
                </a:solidFill>
              </a:rPr>
              <a:t>fugiat</a:t>
            </a:r>
            <a:r>
              <a:rPr lang="en-US" sz="1100" dirty="0">
                <a:solidFill>
                  <a:schemeClr val="tx1">
                    <a:lumMod val="65000"/>
                    <a:lumOff val="35000"/>
                  </a:schemeClr>
                </a:solidFill>
              </a:rPr>
              <a:t> </a:t>
            </a: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pariatur</a:t>
            </a:r>
            <a:r>
              <a:rPr lang="en-US" sz="1100" dirty="0">
                <a:solidFill>
                  <a:schemeClr val="tx1">
                    <a:lumMod val="65000"/>
                    <a:lumOff val="35000"/>
                  </a:schemeClr>
                </a:solidFill>
              </a:rPr>
              <a:t>. </a:t>
            </a:r>
            <a:r>
              <a:rPr lang="en-US" sz="1100" dirty="0" err="1">
                <a:solidFill>
                  <a:schemeClr val="tx1">
                    <a:lumMod val="65000"/>
                    <a:lumOff val="35000"/>
                  </a:schemeClr>
                </a:solidFill>
              </a:rPr>
              <a:t>Suspendisse</a:t>
            </a:r>
            <a:r>
              <a:rPr lang="en-US" sz="1100" dirty="0">
                <a:solidFill>
                  <a:schemeClr val="tx1">
                    <a:lumMod val="65000"/>
                    <a:lumOff val="35000"/>
                  </a:schemeClr>
                </a:solidFill>
              </a:rPr>
              <a:t> </a:t>
            </a:r>
            <a:r>
              <a:rPr lang="en-US" sz="1100" dirty="0" err="1">
                <a:solidFill>
                  <a:schemeClr val="tx1">
                    <a:lumMod val="65000"/>
                    <a:lumOff val="35000"/>
                  </a:schemeClr>
                </a:solidFill>
              </a:rPr>
              <a:t>nisl</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ante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molestie</a:t>
            </a:r>
            <a:r>
              <a:rPr lang="en-US" sz="1100" dirty="0">
                <a:solidFill>
                  <a:schemeClr val="tx1">
                    <a:lumMod val="65000"/>
                    <a:lumOff val="35000"/>
                  </a:schemeClr>
                </a:solidFill>
              </a:rPr>
              <a:t> vitae </a:t>
            </a:r>
            <a:r>
              <a:rPr lang="en-US" sz="1100" dirty="0" err="1">
                <a:solidFill>
                  <a:schemeClr val="tx1">
                    <a:lumMod val="65000"/>
                    <a:lumOff val="35000"/>
                  </a:schemeClr>
                </a:solidFill>
              </a:rPr>
              <a:t>vehicula</a:t>
            </a:r>
            <a:r>
              <a:rPr lang="en-US" sz="1100" dirty="0">
                <a:solidFill>
                  <a:schemeClr val="tx1">
                    <a:lumMod val="65000"/>
                    <a:lumOff val="35000"/>
                  </a:schemeClr>
                </a:solidFill>
              </a:rPr>
              <a:t> </a:t>
            </a:r>
            <a:r>
              <a:rPr lang="en-US" sz="1100" dirty="0" err="1">
                <a:solidFill>
                  <a:schemeClr val="tx1">
                    <a:lumMod val="65000"/>
                    <a:lumOff val="35000"/>
                  </a:schemeClr>
                </a:solidFill>
              </a:rPr>
              <a:t>venenatis</a:t>
            </a:r>
            <a:r>
              <a:rPr lang="en-US" sz="1100" dirty="0">
                <a:solidFill>
                  <a:schemeClr val="tx1">
                    <a:lumMod val="65000"/>
                    <a:lumOff val="35000"/>
                  </a:schemeClr>
                </a:solidFill>
              </a:rPr>
              <a:t>, </a:t>
            </a:r>
            <a:endParaRPr lang="id-ID" sz="1100" dirty="0">
              <a:solidFill>
                <a:schemeClr val="tx1">
                  <a:lumMod val="65000"/>
                  <a:lumOff val="35000"/>
                </a:schemeClr>
              </a:solidFill>
            </a:endParaRPr>
          </a:p>
        </p:txBody>
      </p:sp>
      <p:sp>
        <p:nvSpPr>
          <p:cNvPr id="7" name="TextBox 6">
            <a:extLst>
              <a:ext uri="{FF2B5EF4-FFF2-40B4-BE49-F238E27FC236}">
                <a16:creationId xmlns:a16="http://schemas.microsoft.com/office/drawing/2014/main" id="{4D53F357-7841-573A-FFE2-2B2B9871B038}"/>
              </a:ext>
            </a:extLst>
          </p:cNvPr>
          <p:cNvSpPr txBox="1"/>
          <p:nvPr/>
        </p:nvSpPr>
        <p:spPr>
          <a:xfrm>
            <a:off x="1219200" y="859607"/>
            <a:ext cx="3394364" cy="1446550"/>
          </a:xfrm>
          <a:prstGeom prst="rect">
            <a:avLst/>
          </a:prstGeom>
          <a:noFill/>
        </p:spPr>
        <p:txBody>
          <a:bodyPr wrap="square" rtlCol="0">
            <a:spAutoFit/>
          </a:bodyPr>
          <a:lstStyle/>
          <a:p>
            <a:r>
              <a:rPr lang="en-US" sz="4400" b="1" dirty="0">
                <a:solidFill>
                  <a:schemeClr val="tx1">
                    <a:lumMod val="75000"/>
                    <a:lumOff val="25000"/>
                  </a:schemeClr>
                </a:solidFill>
              </a:rPr>
              <a:t>ADD YOUR TITLE HERE</a:t>
            </a:r>
          </a:p>
        </p:txBody>
      </p:sp>
      <p:sp>
        <p:nvSpPr>
          <p:cNvPr id="8" name="TextBox 7">
            <a:extLst>
              <a:ext uri="{FF2B5EF4-FFF2-40B4-BE49-F238E27FC236}">
                <a16:creationId xmlns:a16="http://schemas.microsoft.com/office/drawing/2014/main" id="{E52B65E6-3AFE-59C1-5238-AB2AA2323747}"/>
              </a:ext>
            </a:extLst>
          </p:cNvPr>
          <p:cNvSpPr txBox="1"/>
          <p:nvPr/>
        </p:nvSpPr>
        <p:spPr>
          <a:xfrm>
            <a:off x="5500254" y="393992"/>
            <a:ext cx="6470073" cy="923330"/>
          </a:xfrm>
          <a:prstGeom prst="rect">
            <a:avLst/>
          </a:prstGeom>
          <a:noFill/>
        </p:spPr>
        <p:txBody>
          <a:bodyPr wrap="square" rtlCol="0">
            <a:spAutoFit/>
          </a:bodyPr>
          <a:lstStyle/>
          <a:p>
            <a:pPr algn="r"/>
            <a:r>
              <a:rPr lang="en-US" sz="5400" b="1" dirty="0">
                <a:solidFill>
                  <a:schemeClr val="tx1">
                    <a:lumMod val="75000"/>
                    <a:lumOff val="25000"/>
                  </a:schemeClr>
                </a:solidFill>
              </a:rPr>
              <a:t>BAR CHART</a:t>
            </a:r>
          </a:p>
        </p:txBody>
      </p:sp>
    </p:spTree>
    <p:extLst>
      <p:ext uri="{BB962C8B-B14F-4D97-AF65-F5344CB8AC3E}">
        <p14:creationId xmlns:p14="http://schemas.microsoft.com/office/powerpoint/2010/main" val="1960858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graphicEl>
                                              <a:chart seriesIdx="-3" categoryIdx="-3" bldStep="gridLegend"/>
                                            </p:graphicEl>
                                          </p:spTgt>
                                        </p:tgtEl>
                                        <p:attrNameLst>
                                          <p:attrName>style.visibility</p:attrName>
                                        </p:attrNameLst>
                                      </p:cBhvr>
                                      <p:to>
                                        <p:strVal val="visible"/>
                                      </p:to>
                                    </p:set>
                                    <p:animEffect transition="in" filter="wipe(down)">
                                      <p:cBhvr>
                                        <p:cTn id="7" dur="500"/>
                                        <p:tgtEl>
                                          <p:spTgt spid="3">
                                            <p:graphicEl>
                                              <a:chart seriesIdx="-3" categoryIdx="-3" bldStep="gridLegend"/>
                                            </p:graphic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
                                            <p:graphicEl>
                                              <a:chart seriesIdx="0" categoryIdx="-4" bldStep="series"/>
                                            </p:graphicEl>
                                          </p:spTgt>
                                        </p:tgtEl>
                                        <p:attrNameLst>
                                          <p:attrName>style.visibility</p:attrName>
                                        </p:attrNameLst>
                                      </p:cBhvr>
                                      <p:to>
                                        <p:strVal val="visible"/>
                                      </p:to>
                                    </p:set>
                                    <p:animEffect transition="in" filter="wipe(down)">
                                      <p:cBhvr>
                                        <p:cTn id="11" dur="500"/>
                                        <p:tgtEl>
                                          <p:spTgt spid="3">
                                            <p:graphicEl>
                                              <a:chart seriesIdx="0" categoryIdx="-4" bldStep="series"/>
                                            </p:graphic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3">
                                            <p:graphicEl>
                                              <a:chart seriesIdx="1" categoryIdx="-4" bldStep="series"/>
                                            </p:graphicEl>
                                          </p:spTgt>
                                        </p:tgtEl>
                                        <p:attrNameLst>
                                          <p:attrName>style.visibility</p:attrName>
                                        </p:attrNameLst>
                                      </p:cBhvr>
                                      <p:to>
                                        <p:strVal val="visible"/>
                                      </p:to>
                                    </p:set>
                                    <p:animEffect transition="in" filter="wipe(down)">
                                      <p:cBhvr>
                                        <p:cTn id="15" dur="500"/>
                                        <p:tgtEl>
                                          <p:spTgt spid="3">
                                            <p:graphicEl>
                                              <a:chart seriesIdx="1" categoryIdx="-4" bldStep="series"/>
                                            </p:graphicEl>
                                          </p:spTgt>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3">
                                            <p:graphicEl>
                                              <a:chart seriesIdx="2" categoryIdx="-4" bldStep="series"/>
                                            </p:graphicEl>
                                          </p:spTgt>
                                        </p:tgtEl>
                                        <p:attrNameLst>
                                          <p:attrName>style.visibility</p:attrName>
                                        </p:attrNameLst>
                                      </p:cBhvr>
                                      <p:to>
                                        <p:strVal val="visible"/>
                                      </p:to>
                                    </p:set>
                                    <p:animEffect transition="in" filter="wipe(down)">
                                      <p:cBhvr>
                                        <p:cTn id="19" dur="500"/>
                                        <p:tgtEl>
                                          <p:spTgt spid="3">
                                            <p:graphicEl>
                                              <a:chart seriesIdx="2" categoryIdx="-4" bldStep="series"/>
                                            </p:graphicEl>
                                          </p:spTgt>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3">
                                            <p:graphicEl>
                                              <a:chart seriesIdx="3" categoryIdx="-4" bldStep="series"/>
                                            </p:graphicEl>
                                          </p:spTgt>
                                        </p:tgtEl>
                                        <p:attrNameLst>
                                          <p:attrName>style.visibility</p:attrName>
                                        </p:attrNameLst>
                                      </p:cBhvr>
                                      <p:to>
                                        <p:strVal val="visible"/>
                                      </p:to>
                                    </p:set>
                                    <p:animEffect transition="in" filter="wipe(down)">
                                      <p:cBhvr>
                                        <p:cTn id="23" dur="500"/>
                                        <p:tgtEl>
                                          <p:spTgt spid="3">
                                            <p:graphicEl>
                                              <a:chart seriesIdx="3"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Chart bld="series"/>
        </p:bldSub>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6424698-1F3F-8A40-88C4-B312556AA96F}"/>
              </a:ext>
            </a:extLst>
          </p:cNvPr>
          <p:cNvGrpSpPr/>
          <p:nvPr/>
        </p:nvGrpSpPr>
        <p:grpSpPr>
          <a:xfrm>
            <a:off x="1788138" y="2240710"/>
            <a:ext cx="1434172" cy="1429790"/>
            <a:chOff x="3537250" y="5382536"/>
            <a:chExt cx="2532828" cy="2525090"/>
          </a:xfrm>
        </p:grpSpPr>
        <p:sp>
          <p:nvSpPr>
            <p:cNvPr id="46" name="Freeform 1684">
              <a:extLst>
                <a:ext uri="{FF2B5EF4-FFF2-40B4-BE49-F238E27FC236}">
                  <a16:creationId xmlns:a16="http://schemas.microsoft.com/office/drawing/2014/main" id="{882B607D-06E9-D248-BC42-FA987A94D342}"/>
                </a:ext>
              </a:extLst>
            </p:cNvPr>
            <p:cNvSpPr/>
            <p:nvPr/>
          </p:nvSpPr>
          <p:spPr>
            <a:xfrm>
              <a:off x="3537250" y="5382536"/>
              <a:ext cx="2532828" cy="2525090"/>
            </a:xfrm>
            <a:custGeom>
              <a:avLst/>
              <a:gdLst>
                <a:gd name="connsiteX0" fmla="*/ 1185863 w 2532828"/>
                <a:gd name="connsiteY0" fmla="*/ 0 h 2525090"/>
                <a:gd name="connsiteX1" fmla="*/ 2100932 w 2532828"/>
                <a:gd name="connsiteY1" fmla="*/ 431544 h 2525090"/>
                <a:gd name="connsiteX2" fmla="*/ 2110808 w 2532828"/>
                <a:gd name="connsiteY2" fmla="*/ 444751 h 2525090"/>
                <a:gd name="connsiteX3" fmla="*/ 2223136 w 2532828"/>
                <a:gd name="connsiteY3" fmla="*/ 350520 h 2525090"/>
                <a:gd name="connsiteX4" fmla="*/ 2207896 w 2532828"/>
                <a:gd name="connsiteY4" fmla="*/ 2070735 h 2525090"/>
                <a:gd name="connsiteX5" fmla="*/ 2279333 w 2532828"/>
                <a:gd name="connsiteY5" fmla="*/ 2476500 h 2525090"/>
                <a:gd name="connsiteX6" fmla="*/ 1891666 w 2532828"/>
                <a:gd name="connsiteY6" fmla="*/ 2335530 h 2525090"/>
                <a:gd name="connsiteX7" fmla="*/ 195263 w 2532828"/>
                <a:gd name="connsiteY7" fmla="*/ 2051685 h 2525090"/>
                <a:gd name="connsiteX8" fmla="*/ 295620 w 2532828"/>
                <a:gd name="connsiteY8" fmla="*/ 1967497 h 2525090"/>
                <a:gd name="connsiteX9" fmla="*/ 270794 w 2532828"/>
                <a:gd name="connsiteY9" fmla="*/ 1940182 h 2525090"/>
                <a:gd name="connsiteX10" fmla="*/ 0 w 2532828"/>
                <a:gd name="connsiteY10" fmla="*/ 1185863 h 2525090"/>
                <a:gd name="connsiteX11" fmla="*/ 1185863 w 2532828"/>
                <a:gd name="connsiteY11" fmla="*/ 0 h 2525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2828" h="2525090">
                  <a:moveTo>
                    <a:pt x="1185863" y="0"/>
                  </a:moveTo>
                  <a:cubicBezTo>
                    <a:pt x="1554263" y="0"/>
                    <a:pt x="1883427" y="167990"/>
                    <a:pt x="2100932" y="431544"/>
                  </a:cubicBezTo>
                  <a:lnTo>
                    <a:pt x="2110808" y="444751"/>
                  </a:lnTo>
                  <a:lnTo>
                    <a:pt x="2223136" y="350520"/>
                  </a:lnTo>
                  <a:cubicBezTo>
                    <a:pt x="2647951" y="857250"/>
                    <a:pt x="2628901" y="1587818"/>
                    <a:pt x="2207896" y="2070735"/>
                  </a:cubicBezTo>
                  <a:lnTo>
                    <a:pt x="2279333" y="2476500"/>
                  </a:lnTo>
                  <a:lnTo>
                    <a:pt x="1891666" y="2335530"/>
                  </a:lnTo>
                  <a:cubicBezTo>
                    <a:pt x="1343025" y="2667000"/>
                    <a:pt x="620078" y="2558415"/>
                    <a:pt x="195263" y="2051685"/>
                  </a:cubicBezTo>
                  <a:lnTo>
                    <a:pt x="295620" y="1967497"/>
                  </a:lnTo>
                  <a:lnTo>
                    <a:pt x="270794" y="1940182"/>
                  </a:lnTo>
                  <a:cubicBezTo>
                    <a:pt x="101623" y="1735195"/>
                    <a:pt x="0" y="1472397"/>
                    <a:pt x="0" y="1185863"/>
                  </a:cubicBezTo>
                  <a:cubicBezTo>
                    <a:pt x="0" y="530929"/>
                    <a:pt x="530929" y="0"/>
                    <a:pt x="1185863" y="0"/>
                  </a:cubicBezTo>
                  <a:close/>
                </a:path>
              </a:pathLst>
            </a:custGeom>
            <a:ln/>
          </p:spPr>
          <p:style>
            <a:lnRef idx="0">
              <a:schemeClr val="accent1"/>
            </a:lnRef>
            <a:fillRef idx="3">
              <a:schemeClr val="accent1"/>
            </a:fillRef>
            <a:effectRef idx="3">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nvGrpSpPr>
            <p:cNvPr id="47" name="Group 46">
              <a:extLst>
                <a:ext uri="{FF2B5EF4-FFF2-40B4-BE49-F238E27FC236}">
                  <a16:creationId xmlns:a16="http://schemas.microsoft.com/office/drawing/2014/main" id="{F0FCFF8E-7819-924B-B33E-5C1BECED5567}"/>
                </a:ext>
              </a:extLst>
            </p:cNvPr>
            <p:cNvGrpSpPr>
              <a:grpSpLocks noChangeAspect="1"/>
            </p:cNvGrpSpPr>
            <p:nvPr/>
          </p:nvGrpSpPr>
          <p:grpSpPr>
            <a:xfrm>
              <a:off x="3727912" y="5570734"/>
              <a:ext cx="2132561" cy="2124000"/>
              <a:chOff x="1702222" y="1970061"/>
              <a:chExt cx="625960" cy="623446"/>
            </a:xfrm>
          </p:grpSpPr>
          <p:sp>
            <p:nvSpPr>
              <p:cNvPr id="48" name="Oval 47">
                <a:extLst>
                  <a:ext uri="{FF2B5EF4-FFF2-40B4-BE49-F238E27FC236}">
                    <a16:creationId xmlns:a16="http://schemas.microsoft.com/office/drawing/2014/main" id="{7AB01F88-6ED1-5840-A458-84EB1C9D0207}"/>
                  </a:ext>
                </a:extLst>
              </p:cNvPr>
              <p:cNvSpPr>
                <a:spLocks noChangeArrowheads="1"/>
              </p:cNvSpPr>
              <p:nvPr/>
            </p:nvSpPr>
            <p:spPr bwMode="auto">
              <a:xfrm>
                <a:off x="1702222" y="1970061"/>
                <a:ext cx="625960" cy="623446"/>
              </a:xfrm>
              <a:prstGeom prst="ellipse">
                <a:avLst/>
              </a:prstGeom>
              <a:ln w="9525">
                <a:noFill/>
                <a:round/>
                <a:headEnd/>
                <a:tailEnd/>
              </a:ln>
            </p:spPr>
            <p:style>
              <a:lnRef idx="1">
                <a:schemeClr val="accent1"/>
              </a:lnRef>
              <a:fillRef idx="3">
                <a:schemeClr val="accent1"/>
              </a:fillRef>
              <a:effectRef idx="2">
                <a:schemeClr val="accent1"/>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49" name="Oval 48">
                <a:extLst>
                  <a:ext uri="{FF2B5EF4-FFF2-40B4-BE49-F238E27FC236}">
                    <a16:creationId xmlns:a16="http://schemas.microsoft.com/office/drawing/2014/main" id="{263C095F-E825-1D48-A093-4485BA098A68}"/>
                  </a:ext>
                </a:extLst>
              </p:cNvPr>
              <p:cNvSpPr>
                <a:spLocks noChangeArrowheads="1"/>
              </p:cNvSpPr>
              <p:nvPr/>
            </p:nvSpPr>
            <p:spPr bwMode="auto">
              <a:xfrm>
                <a:off x="1756270" y="2024110"/>
                <a:ext cx="517863" cy="517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3600"/>
              </a:p>
            </p:txBody>
          </p:sp>
          <p:sp>
            <p:nvSpPr>
              <p:cNvPr id="50" name="Freeform: Shape 49">
                <a:extLst>
                  <a:ext uri="{FF2B5EF4-FFF2-40B4-BE49-F238E27FC236}">
                    <a16:creationId xmlns:a16="http://schemas.microsoft.com/office/drawing/2014/main" id="{08C13510-87A8-B448-8366-B57418653DE8}"/>
                  </a:ext>
                </a:extLst>
              </p:cNvPr>
              <p:cNvSpPr>
                <a:spLocks noChangeAspect="1"/>
              </p:cNvSpPr>
              <p:nvPr/>
            </p:nvSpPr>
            <p:spPr>
              <a:xfrm>
                <a:off x="1923767" y="2170755"/>
                <a:ext cx="182868" cy="216000"/>
              </a:xfrm>
              <a:custGeom>
                <a:avLst/>
                <a:gdLst>
                  <a:gd name="connsiteX0" fmla="*/ 3591916 w 3998519"/>
                  <a:gd name="connsiteY0" fmla="*/ 630326 h 4722952"/>
                  <a:gd name="connsiteX1" fmla="*/ 3998366 w 3998519"/>
                  <a:gd name="connsiteY1" fmla="*/ 1751837 h 4722952"/>
                  <a:gd name="connsiteX2" fmla="*/ 3998519 w 3998519"/>
                  <a:gd name="connsiteY2" fmla="*/ 2029815 h 4722952"/>
                  <a:gd name="connsiteX3" fmla="*/ 3161462 w 3998519"/>
                  <a:gd name="connsiteY3" fmla="*/ 3661105 h 4722952"/>
                  <a:gd name="connsiteX4" fmla="*/ 3161462 w 3998519"/>
                  <a:gd name="connsiteY4" fmla="*/ 4722952 h 4722952"/>
                  <a:gd name="connsiteX5" fmla="*/ 3009062 w 3998519"/>
                  <a:gd name="connsiteY5" fmla="*/ 4722952 h 4722952"/>
                  <a:gd name="connsiteX6" fmla="*/ 3009062 w 3998519"/>
                  <a:gd name="connsiteY6" fmla="*/ 3581476 h 4722952"/>
                  <a:gd name="connsiteX7" fmla="*/ 3042056 w 3998519"/>
                  <a:gd name="connsiteY7" fmla="*/ 3558768 h 4722952"/>
                  <a:gd name="connsiteX8" fmla="*/ 3846119 w 3998519"/>
                  <a:gd name="connsiteY8" fmla="*/ 2029967 h 4722952"/>
                  <a:gd name="connsiteX9" fmla="*/ 3845966 w 3998519"/>
                  <a:gd name="connsiteY9" fmla="*/ 1827809 h 4722952"/>
                  <a:gd name="connsiteX10" fmla="*/ 3613937 w 3998519"/>
                  <a:gd name="connsiteY10" fmla="*/ 1827428 h 4722952"/>
                  <a:gd name="connsiteX11" fmla="*/ 2407158 w 3998519"/>
                  <a:gd name="connsiteY11" fmla="*/ 3112465 h 4722952"/>
                  <a:gd name="connsiteX12" fmla="*/ 2389479 w 3998519"/>
                  <a:gd name="connsiteY12" fmla="*/ 2961132 h 4722952"/>
                  <a:gd name="connsiteX13" fmla="*/ 3465119 w 3998519"/>
                  <a:gd name="connsiteY13" fmla="*/ 1751152 h 4722952"/>
                  <a:gd name="connsiteX14" fmla="*/ 3393033 w 3998519"/>
                  <a:gd name="connsiteY14" fmla="*/ 1339062 h 4722952"/>
                  <a:gd name="connsiteX15" fmla="*/ 3118028 w 3998519"/>
                  <a:gd name="connsiteY15" fmla="*/ 1476527 h 4722952"/>
                  <a:gd name="connsiteX16" fmla="*/ 3160319 w 3998519"/>
                  <a:gd name="connsiteY16" fmla="*/ 1751152 h 4722952"/>
                  <a:gd name="connsiteX17" fmla="*/ 2999079 w 3998519"/>
                  <a:gd name="connsiteY17" fmla="*/ 2269235 h 4722952"/>
                  <a:gd name="connsiteX18" fmla="*/ 2873654 w 3998519"/>
                  <a:gd name="connsiteY18" fmla="*/ 2182748 h 4722952"/>
                  <a:gd name="connsiteX19" fmla="*/ 2951150 w 3998519"/>
                  <a:gd name="connsiteY19" fmla="*/ 2039111 h 4722952"/>
                  <a:gd name="connsiteX20" fmla="*/ 2668219 w 3998519"/>
                  <a:gd name="connsiteY20" fmla="*/ 1925954 h 4722952"/>
                  <a:gd name="connsiteX21" fmla="*/ 2245919 w 3998519"/>
                  <a:gd name="connsiteY21" fmla="*/ 2208352 h 4722952"/>
                  <a:gd name="connsiteX22" fmla="*/ 1827276 w 3998519"/>
                  <a:gd name="connsiteY22" fmla="*/ 1934184 h 4722952"/>
                  <a:gd name="connsiteX23" fmla="*/ 1966874 w 3998519"/>
                  <a:gd name="connsiteY23" fmla="*/ 1872995 h 4722952"/>
                  <a:gd name="connsiteX24" fmla="*/ 2245919 w 3998519"/>
                  <a:gd name="connsiteY24" fmla="*/ 2055952 h 4722952"/>
                  <a:gd name="connsiteX25" fmla="*/ 2550719 w 3998519"/>
                  <a:gd name="connsiteY25" fmla="*/ 1751152 h 4722952"/>
                  <a:gd name="connsiteX26" fmla="*/ 2245919 w 3998519"/>
                  <a:gd name="connsiteY26" fmla="*/ 1446352 h 4722952"/>
                  <a:gd name="connsiteX27" fmla="*/ 1966874 w 3998519"/>
                  <a:gd name="connsiteY27" fmla="*/ 1629384 h 4722952"/>
                  <a:gd name="connsiteX28" fmla="*/ 1827276 w 3998519"/>
                  <a:gd name="connsiteY28" fmla="*/ 1568195 h 4722952"/>
                  <a:gd name="connsiteX29" fmla="*/ 2245919 w 3998519"/>
                  <a:gd name="connsiteY29" fmla="*/ 1293952 h 4722952"/>
                  <a:gd name="connsiteX30" fmla="*/ 2703119 w 3998519"/>
                  <a:gd name="connsiteY30" fmla="*/ 1751152 h 4722952"/>
                  <a:gd name="connsiteX31" fmla="*/ 2701899 w 3998519"/>
                  <a:gd name="connsiteY31" fmla="*/ 1775231 h 4722952"/>
                  <a:gd name="connsiteX32" fmla="*/ 2994279 w 3998519"/>
                  <a:gd name="connsiteY32" fmla="*/ 1892198 h 4722952"/>
                  <a:gd name="connsiteX33" fmla="*/ 3007919 w 3998519"/>
                  <a:gd name="connsiteY33" fmla="*/ 1751152 h 4722952"/>
                  <a:gd name="connsiteX34" fmla="*/ 2245919 w 3998519"/>
                  <a:gd name="connsiteY34" fmla="*/ 989152 h 4722952"/>
                  <a:gd name="connsiteX35" fmla="*/ 1814322 w 3998519"/>
                  <a:gd name="connsiteY35" fmla="*/ 1123416 h 4722952"/>
                  <a:gd name="connsiteX36" fmla="*/ 1727835 w 3998519"/>
                  <a:gd name="connsiteY36" fmla="*/ 997991 h 4722952"/>
                  <a:gd name="connsiteX37" fmla="*/ 2245919 w 3998519"/>
                  <a:gd name="connsiteY37" fmla="*/ 836752 h 4722952"/>
                  <a:gd name="connsiteX38" fmla="*/ 3059354 w 3998519"/>
                  <a:gd name="connsiteY38" fmla="*/ 1335404 h 4722952"/>
                  <a:gd name="connsiteX39" fmla="*/ 3331692 w 3998519"/>
                  <a:gd name="connsiteY39" fmla="*/ 1199235 h 4722952"/>
                  <a:gd name="connsiteX40" fmla="*/ 3202762 w 3998519"/>
                  <a:gd name="connsiteY40" fmla="*/ 997153 h 4722952"/>
                  <a:gd name="connsiteX41" fmla="*/ 3322396 w 3998519"/>
                  <a:gd name="connsiteY41" fmla="*/ 902817 h 4722952"/>
                  <a:gd name="connsiteX42" fmla="*/ 3614394 w 3998519"/>
                  <a:gd name="connsiteY42" fmla="*/ 1675104 h 4722952"/>
                  <a:gd name="connsiteX43" fmla="*/ 3842614 w 3998519"/>
                  <a:gd name="connsiteY43" fmla="*/ 1675485 h 4722952"/>
                  <a:gd name="connsiteX44" fmla="*/ 3474949 w 3998519"/>
                  <a:gd name="connsiteY44" fmla="*/ 727938 h 4722952"/>
                  <a:gd name="connsiteX45" fmla="*/ 2247214 w 3998519"/>
                  <a:gd name="connsiteY45" fmla="*/ 0 h 4722952"/>
                  <a:gd name="connsiteX46" fmla="*/ 2269388 w 3998519"/>
                  <a:gd name="connsiteY46" fmla="*/ 152 h 4722952"/>
                  <a:gd name="connsiteX47" fmla="*/ 3366668 w 3998519"/>
                  <a:gd name="connsiteY47" fmla="*/ 405003 h 4722952"/>
                  <a:gd name="connsiteX48" fmla="*/ 3269209 w 3998519"/>
                  <a:gd name="connsiteY48" fmla="*/ 522122 h 4722952"/>
                  <a:gd name="connsiteX49" fmla="*/ 2322119 w 3998519"/>
                  <a:gd name="connsiteY49" fmla="*/ 155600 h 4722952"/>
                  <a:gd name="connsiteX50" fmla="*/ 2322119 w 3998519"/>
                  <a:gd name="connsiteY50" fmla="*/ 382676 h 4722952"/>
                  <a:gd name="connsiteX51" fmla="*/ 3094253 w 3998519"/>
                  <a:gd name="connsiteY51" fmla="*/ 674675 h 4722952"/>
                  <a:gd name="connsiteX52" fmla="*/ 2999918 w 3998519"/>
                  <a:gd name="connsiteY52" fmla="*/ 794309 h 4722952"/>
                  <a:gd name="connsiteX53" fmla="*/ 2245919 w 3998519"/>
                  <a:gd name="connsiteY53" fmla="*/ 531952 h 4722952"/>
                  <a:gd name="connsiteX54" fmla="*/ 1026719 w 3998519"/>
                  <a:gd name="connsiteY54" fmla="*/ 1751152 h 4722952"/>
                  <a:gd name="connsiteX55" fmla="*/ 1723720 w 3998519"/>
                  <a:gd name="connsiteY55" fmla="*/ 2851328 h 4722952"/>
                  <a:gd name="connsiteX56" fmla="*/ 1837106 w 3998519"/>
                  <a:gd name="connsiteY56" fmla="*/ 2567940 h 4722952"/>
                  <a:gd name="connsiteX57" fmla="*/ 1331519 w 3998519"/>
                  <a:gd name="connsiteY57" fmla="*/ 1751152 h 4722952"/>
                  <a:gd name="connsiteX58" fmla="*/ 1492758 w 3998519"/>
                  <a:gd name="connsiteY58" fmla="*/ 1232992 h 4722952"/>
                  <a:gd name="connsiteX59" fmla="*/ 1618259 w 3998519"/>
                  <a:gd name="connsiteY59" fmla="*/ 1319479 h 4722952"/>
                  <a:gd name="connsiteX60" fmla="*/ 1483919 w 3998519"/>
                  <a:gd name="connsiteY60" fmla="*/ 1751152 h 4722952"/>
                  <a:gd name="connsiteX61" fmla="*/ 2245919 w 3998519"/>
                  <a:gd name="connsiteY61" fmla="*/ 2513152 h 4722952"/>
                  <a:gd name="connsiteX62" fmla="*/ 2677516 w 3998519"/>
                  <a:gd name="connsiteY62" fmla="*/ 2378888 h 4722952"/>
                  <a:gd name="connsiteX63" fmla="*/ 2764002 w 3998519"/>
                  <a:gd name="connsiteY63" fmla="*/ 2504313 h 4722952"/>
                  <a:gd name="connsiteX64" fmla="*/ 2245919 w 3998519"/>
                  <a:gd name="connsiteY64" fmla="*/ 2665552 h 4722952"/>
                  <a:gd name="connsiteX65" fmla="*/ 1978228 w 3998519"/>
                  <a:gd name="connsiteY65" fmla="*/ 2625471 h 4722952"/>
                  <a:gd name="connsiteX66" fmla="*/ 1865071 w 3998519"/>
                  <a:gd name="connsiteY66" fmla="*/ 2908401 h 4722952"/>
                  <a:gd name="connsiteX67" fmla="*/ 2102358 w 3998519"/>
                  <a:gd name="connsiteY67" fmla="*/ 2961132 h 4722952"/>
                  <a:gd name="connsiteX68" fmla="*/ 2084679 w 3998519"/>
                  <a:gd name="connsiteY68" fmla="*/ 3112465 h 4722952"/>
                  <a:gd name="connsiteX69" fmla="*/ 874319 w 3998519"/>
                  <a:gd name="connsiteY69" fmla="*/ 1751152 h 4722952"/>
                  <a:gd name="connsiteX70" fmla="*/ 2169719 w 3998519"/>
                  <a:gd name="connsiteY70" fmla="*/ 383438 h 4722952"/>
                  <a:gd name="connsiteX71" fmla="*/ 2169719 w 3998519"/>
                  <a:gd name="connsiteY71" fmla="*/ 155829 h 4722952"/>
                  <a:gd name="connsiteX72" fmla="*/ 680390 w 3998519"/>
                  <a:gd name="connsiteY72" fmla="*/ 1433627 h 4722952"/>
                  <a:gd name="connsiteX73" fmla="*/ 669874 w 3998519"/>
                  <a:gd name="connsiteY73" fmla="*/ 2020748 h 4722952"/>
                  <a:gd name="connsiteX74" fmla="*/ 674370 w 3998519"/>
                  <a:gd name="connsiteY74" fmla="*/ 2047265 h 4722952"/>
                  <a:gd name="connsiteX75" fmla="*/ 227000 w 3998519"/>
                  <a:gd name="connsiteY75" fmla="*/ 2847365 h 4722952"/>
                  <a:gd name="connsiteX76" fmla="*/ 721842 w 3998519"/>
                  <a:gd name="connsiteY76" fmla="*/ 2989097 h 4722952"/>
                  <a:gd name="connsiteX77" fmla="*/ 723062 w 3998519"/>
                  <a:gd name="connsiteY77" fmla="*/ 3884752 h 4722952"/>
                  <a:gd name="connsiteX78" fmla="*/ 1485138 w 3998519"/>
                  <a:gd name="connsiteY78" fmla="*/ 3884752 h 4722952"/>
                  <a:gd name="connsiteX79" fmla="*/ 1485138 w 3998519"/>
                  <a:gd name="connsiteY79" fmla="*/ 4722952 h 4722952"/>
                  <a:gd name="connsiteX80" fmla="*/ 1332738 w 3998519"/>
                  <a:gd name="connsiteY80" fmla="*/ 4722952 h 4722952"/>
                  <a:gd name="connsiteX81" fmla="*/ 1332738 w 3998519"/>
                  <a:gd name="connsiteY81" fmla="*/ 4037152 h 4722952"/>
                  <a:gd name="connsiteX82" fmla="*/ 570814 w 3998519"/>
                  <a:gd name="connsiteY82" fmla="*/ 4037152 h 4722952"/>
                  <a:gd name="connsiteX83" fmla="*/ 569595 w 3998519"/>
                  <a:gd name="connsiteY83" fmla="*/ 3104007 h 4722952"/>
                  <a:gd name="connsiteX84" fmla="*/ 0 w 3998519"/>
                  <a:gd name="connsiteY84" fmla="*/ 2940939 h 4722952"/>
                  <a:gd name="connsiteX85" fmla="*/ 515264 w 3998519"/>
                  <a:gd name="connsiteY85" fmla="*/ 2019452 h 4722952"/>
                  <a:gd name="connsiteX86" fmla="*/ 531266 w 3998519"/>
                  <a:gd name="connsiteY86" fmla="*/ 1401927 h 4722952"/>
                  <a:gd name="connsiteX87" fmla="*/ 2247214 w 3998519"/>
                  <a:gd name="connsiteY87" fmla="*/ 0 h 4722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998519" h="4722952">
                    <a:moveTo>
                      <a:pt x="3591916" y="630326"/>
                    </a:moveTo>
                    <a:cubicBezTo>
                      <a:pt x="3854043" y="944422"/>
                      <a:pt x="3998366" y="1342796"/>
                      <a:pt x="3998366" y="1751837"/>
                    </a:cubicBezTo>
                    <a:lnTo>
                      <a:pt x="3998519" y="2029815"/>
                    </a:lnTo>
                    <a:cubicBezTo>
                      <a:pt x="3998976" y="2677058"/>
                      <a:pt x="3686861" y="3283762"/>
                      <a:pt x="3161462" y="3661105"/>
                    </a:cubicBezTo>
                    <a:lnTo>
                      <a:pt x="3161462" y="4722952"/>
                    </a:lnTo>
                    <a:lnTo>
                      <a:pt x="3009062" y="4722952"/>
                    </a:lnTo>
                    <a:lnTo>
                      <a:pt x="3009062" y="3581476"/>
                    </a:lnTo>
                    <a:lnTo>
                      <a:pt x="3042056" y="3558768"/>
                    </a:lnTo>
                    <a:cubicBezTo>
                      <a:pt x="3545967" y="3211906"/>
                      <a:pt x="3846576" y="2640405"/>
                      <a:pt x="3846119" y="2029967"/>
                    </a:cubicBezTo>
                    <a:lnTo>
                      <a:pt x="3845966" y="1827809"/>
                    </a:lnTo>
                    <a:lnTo>
                      <a:pt x="3613937" y="1827428"/>
                    </a:lnTo>
                    <a:cubicBezTo>
                      <a:pt x="3577361" y="2488539"/>
                      <a:pt x="3071698" y="3034512"/>
                      <a:pt x="2407158" y="3112465"/>
                    </a:cubicBezTo>
                    <a:lnTo>
                      <a:pt x="2389479" y="2961132"/>
                    </a:lnTo>
                    <a:cubicBezTo>
                      <a:pt x="3002737" y="2889199"/>
                      <a:pt x="3465119" y="2368905"/>
                      <a:pt x="3465119" y="1751152"/>
                    </a:cubicBezTo>
                    <a:cubicBezTo>
                      <a:pt x="3465119" y="1608429"/>
                      <a:pt x="3440277" y="1469821"/>
                      <a:pt x="3393033" y="1339062"/>
                    </a:cubicBezTo>
                    <a:lnTo>
                      <a:pt x="3118028" y="1476527"/>
                    </a:lnTo>
                    <a:cubicBezTo>
                      <a:pt x="3145383" y="1563242"/>
                      <a:pt x="3160319" y="1655444"/>
                      <a:pt x="3160319" y="1751152"/>
                    </a:cubicBezTo>
                    <a:cubicBezTo>
                      <a:pt x="3160319" y="1936927"/>
                      <a:pt x="3104616" y="2116150"/>
                      <a:pt x="2999079" y="2269235"/>
                    </a:cubicBezTo>
                    <a:lnTo>
                      <a:pt x="2873654" y="2182748"/>
                    </a:lnTo>
                    <a:cubicBezTo>
                      <a:pt x="2904896" y="2137409"/>
                      <a:pt x="2930576" y="2089251"/>
                      <a:pt x="2951150" y="2039111"/>
                    </a:cubicBezTo>
                    <a:lnTo>
                      <a:pt x="2668219" y="1925954"/>
                    </a:lnTo>
                    <a:cubicBezTo>
                      <a:pt x="2599410" y="2091537"/>
                      <a:pt x="2436114" y="2208352"/>
                      <a:pt x="2245919" y="2208352"/>
                    </a:cubicBezTo>
                    <a:cubicBezTo>
                      <a:pt x="2064486" y="2208352"/>
                      <a:pt x="1900199" y="2100681"/>
                      <a:pt x="1827276" y="1934184"/>
                    </a:cubicBezTo>
                    <a:lnTo>
                      <a:pt x="1966874" y="1872995"/>
                    </a:lnTo>
                    <a:cubicBezTo>
                      <a:pt x="2015566" y="1984171"/>
                      <a:pt x="2125065" y="2055952"/>
                      <a:pt x="2245919" y="2055952"/>
                    </a:cubicBezTo>
                    <a:cubicBezTo>
                      <a:pt x="2414016" y="2055952"/>
                      <a:pt x="2550719" y="1919249"/>
                      <a:pt x="2550719" y="1751152"/>
                    </a:cubicBezTo>
                    <a:cubicBezTo>
                      <a:pt x="2550719" y="1583054"/>
                      <a:pt x="2414016" y="1446352"/>
                      <a:pt x="2245919" y="1446352"/>
                    </a:cubicBezTo>
                    <a:cubicBezTo>
                      <a:pt x="2125065" y="1446352"/>
                      <a:pt x="2015566" y="1518132"/>
                      <a:pt x="1966874" y="1629384"/>
                    </a:cubicBezTo>
                    <a:lnTo>
                      <a:pt x="1827276" y="1568195"/>
                    </a:lnTo>
                    <a:cubicBezTo>
                      <a:pt x="1900199" y="1401622"/>
                      <a:pt x="2064486" y="1293952"/>
                      <a:pt x="2245919" y="1293952"/>
                    </a:cubicBezTo>
                    <a:cubicBezTo>
                      <a:pt x="2498065" y="1293952"/>
                      <a:pt x="2703119" y="1499006"/>
                      <a:pt x="2703119" y="1751152"/>
                    </a:cubicBezTo>
                    <a:cubicBezTo>
                      <a:pt x="2703119" y="1759305"/>
                      <a:pt x="2702357" y="1767230"/>
                      <a:pt x="2701899" y="1775231"/>
                    </a:cubicBezTo>
                    <a:lnTo>
                      <a:pt x="2994279" y="1892198"/>
                    </a:lnTo>
                    <a:cubicBezTo>
                      <a:pt x="3002966" y="1846021"/>
                      <a:pt x="3007919" y="1798929"/>
                      <a:pt x="3007919" y="1751152"/>
                    </a:cubicBezTo>
                    <a:cubicBezTo>
                      <a:pt x="3007919" y="1330985"/>
                      <a:pt x="2666085" y="989152"/>
                      <a:pt x="2245919" y="989152"/>
                    </a:cubicBezTo>
                    <a:cubicBezTo>
                      <a:pt x="2091080" y="989152"/>
                      <a:pt x="1941881" y="1035557"/>
                      <a:pt x="1814322" y="1123416"/>
                    </a:cubicBezTo>
                    <a:lnTo>
                      <a:pt x="1727835" y="997991"/>
                    </a:lnTo>
                    <a:cubicBezTo>
                      <a:pt x="1880921" y="892454"/>
                      <a:pt x="2060143" y="836752"/>
                      <a:pt x="2245919" y="836752"/>
                    </a:cubicBezTo>
                    <a:cubicBezTo>
                      <a:pt x="2600401" y="836752"/>
                      <a:pt x="2907640" y="1039825"/>
                      <a:pt x="3059354" y="1335404"/>
                    </a:cubicBezTo>
                    <a:lnTo>
                      <a:pt x="3331692" y="1199235"/>
                    </a:lnTo>
                    <a:cubicBezTo>
                      <a:pt x="3295574" y="1128750"/>
                      <a:pt x="3253054" y="1060932"/>
                      <a:pt x="3202762" y="997153"/>
                    </a:cubicBezTo>
                    <a:lnTo>
                      <a:pt x="3322396" y="902817"/>
                    </a:lnTo>
                    <a:cubicBezTo>
                      <a:pt x="3499637" y="1127378"/>
                      <a:pt x="3599078" y="1393088"/>
                      <a:pt x="3614394" y="1675104"/>
                    </a:cubicBezTo>
                    <a:lnTo>
                      <a:pt x="3842614" y="1675485"/>
                    </a:lnTo>
                    <a:cubicBezTo>
                      <a:pt x="3825926" y="1329080"/>
                      <a:pt x="3697833" y="995095"/>
                      <a:pt x="3474949" y="727938"/>
                    </a:cubicBezTo>
                    <a:close/>
                    <a:moveTo>
                      <a:pt x="2247214" y="0"/>
                    </a:moveTo>
                    <a:cubicBezTo>
                      <a:pt x="2254606" y="0"/>
                      <a:pt x="2261921" y="76"/>
                      <a:pt x="2269388" y="152"/>
                    </a:cubicBezTo>
                    <a:cubicBezTo>
                      <a:pt x="2669667" y="5258"/>
                      <a:pt x="3059354" y="149123"/>
                      <a:pt x="3366668" y="405003"/>
                    </a:cubicBezTo>
                    <a:lnTo>
                      <a:pt x="3269209" y="522122"/>
                    </a:lnTo>
                    <a:cubicBezTo>
                      <a:pt x="3002661" y="300228"/>
                      <a:pt x="2668143" y="172059"/>
                      <a:pt x="2322119" y="155600"/>
                    </a:cubicBezTo>
                    <a:lnTo>
                      <a:pt x="2322119" y="382676"/>
                    </a:lnTo>
                    <a:cubicBezTo>
                      <a:pt x="2604059" y="398069"/>
                      <a:pt x="2869768" y="497510"/>
                      <a:pt x="3094253" y="674675"/>
                    </a:cubicBezTo>
                    <a:lnTo>
                      <a:pt x="2999918" y="794309"/>
                    </a:lnTo>
                    <a:cubicBezTo>
                      <a:pt x="2782367" y="622630"/>
                      <a:pt x="2521610" y="531952"/>
                      <a:pt x="2245919" y="531952"/>
                    </a:cubicBezTo>
                    <a:cubicBezTo>
                      <a:pt x="1573682" y="531952"/>
                      <a:pt x="1026719" y="1078916"/>
                      <a:pt x="1026719" y="1751152"/>
                    </a:cubicBezTo>
                    <a:cubicBezTo>
                      <a:pt x="1026719" y="2233117"/>
                      <a:pt x="1308811" y="2654655"/>
                      <a:pt x="1723720" y="2851328"/>
                    </a:cubicBezTo>
                    <a:lnTo>
                      <a:pt x="1837106" y="2567940"/>
                    </a:lnTo>
                    <a:cubicBezTo>
                      <a:pt x="1537868" y="2417521"/>
                      <a:pt x="1331519" y="2108378"/>
                      <a:pt x="1331519" y="1751152"/>
                    </a:cubicBezTo>
                    <a:cubicBezTo>
                      <a:pt x="1331519" y="1565376"/>
                      <a:pt x="1387221" y="1386154"/>
                      <a:pt x="1492758" y="1232992"/>
                    </a:cubicBezTo>
                    <a:lnTo>
                      <a:pt x="1618259" y="1319479"/>
                    </a:lnTo>
                    <a:cubicBezTo>
                      <a:pt x="1530324" y="1447114"/>
                      <a:pt x="1483919" y="1596390"/>
                      <a:pt x="1483919" y="1751152"/>
                    </a:cubicBezTo>
                    <a:cubicBezTo>
                      <a:pt x="1483919" y="2171319"/>
                      <a:pt x="1825752" y="2513152"/>
                      <a:pt x="2245919" y="2513152"/>
                    </a:cubicBezTo>
                    <a:cubicBezTo>
                      <a:pt x="2400757" y="2513152"/>
                      <a:pt x="2549957" y="2466746"/>
                      <a:pt x="2677516" y="2378888"/>
                    </a:cubicBezTo>
                    <a:lnTo>
                      <a:pt x="2764002" y="2504313"/>
                    </a:lnTo>
                    <a:cubicBezTo>
                      <a:pt x="2610917" y="2609850"/>
                      <a:pt x="2431694" y="2665552"/>
                      <a:pt x="2245919" y="2665552"/>
                    </a:cubicBezTo>
                    <a:cubicBezTo>
                      <a:pt x="2152802" y="2665552"/>
                      <a:pt x="2062962" y="2651379"/>
                      <a:pt x="1978228" y="2625471"/>
                    </a:cubicBezTo>
                    <a:lnTo>
                      <a:pt x="1865071" y="2908401"/>
                    </a:lnTo>
                    <a:cubicBezTo>
                      <a:pt x="1941042" y="2933243"/>
                      <a:pt x="2020214" y="2951531"/>
                      <a:pt x="2102358" y="2961132"/>
                    </a:cubicBezTo>
                    <a:lnTo>
                      <a:pt x="2084679" y="3112465"/>
                    </a:lnTo>
                    <a:cubicBezTo>
                      <a:pt x="1394612" y="3031541"/>
                      <a:pt x="874319" y="2446249"/>
                      <a:pt x="874319" y="1751152"/>
                    </a:cubicBezTo>
                    <a:cubicBezTo>
                      <a:pt x="874319" y="1020623"/>
                      <a:pt x="1448943" y="423291"/>
                      <a:pt x="2169719" y="383438"/>
                    </a:cubicBezTo>
                    <a:lnTo>
                      <a:pt x="2169719" y="155829"/>
                    </a:lnTo>
                    <a:cubicBezTo>
                      <a:pt x="1451076" y="191262"/>
                      <a:pt x="833171" y="714070"/>
                      <a:pt x="680390" y="1433627"/>
                    </a:cubicBezTo>
                    <a:cubicBezTo>
                      <a:pt x="639699" y="1624736"/>
                      <a:pt x="636270" y="1822323"/>
                      <a:pt x="669874" y="2020748"/>
                    </a:cubicBezTo>
                    <a:lnTo>
                      <a:pt x="674370" y="2047265"/>
                    </a:lnTo>
                    <a:lnTo>
                      <a:pt x="227000" y="2847365"/>
                    </a:lnTo>
                    <a:lnTo>
                      <a:pt x="721842" y="2989097"/>
                    </a:lnTo>
                    <a:lnTo>
                      <a:pt x="723062" y="3884752"/>
                    </a:lnTo>
                    <a:lnTo>
                      <a:pt x="1485138" y="3884752"/>
                    </a:lnTo>
                    <a:lnTo>
                      <a:pt x="1485138" y="4722952"/>
                    </a:lnTo>
                    <a:lnTo>
                      <a:pt x="1332738" y="4722952"/>
                    </a:lnTo>
                    <a:lnTo>
                      <a:pt x="1332738" y="4037152"/>
                    </a:lnTo>
                    <a:lnTo>
                      <a:pt x="570814" y="4037152"/>
                    </a:lnTo>
                    <a:lnTo>
                      <a:pt x="569595" y="3104007"/>
                    </a:lnTo>
                    <a:lnTo>
                      <a:pt x="0" y="2940939"/>
                    </a:lnTo>
                    <a:lnTo>
                      <a:pt x="515264" y="2019452"/>
                    </a:lnTo>
                    <a:cubicBezTo>
                      <a:pt x="483184" y="1810893"/>
                      <a:pt x="488518" y="1603324"/>
                      <a:pt x="531266" y="1401927"/>
                    </a:cubicBezTo>
                    <a:cubicBezTo>
                      <a:pt x="704545" y="586359"/>
                      <a:pt x="1424102" y="0"/>
                      <a:pt x="2247214" y="0"/>
                    </a:cubicBezTo>
                    <a:close/>
                  </a:path>
                </a:pathLst>
              </a:custGeom>
              <a:solidFill>
                <a:schemeClr val="accent1"/>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400">
                  <a:solidFill>
                    <a:schemeClr val="tx2"/>
                  </a:solidFill>
                </a:endParaRPr>
              </a:p>
            </p:txBody>
          </p:sp>
        </p:grpSp>
      </p:grpSp>
      <p:grpSp>
        <p:nvGrpSpPr>
          <p:cNvPr id="4" name="Group 3">
            <a:extLst>
              <a:ext uri="{FF2B5EF4-FFF2-40B4-BE49-F238E27FC236}">
                <a16:creationId xmlns:a16="http://schemas.microsoft.com/office/drawing/2014/main" id="{D6DE2207-F452-A744-B099-7574F7E9F5EB}"/>
              </a:ext>
            </a:extLst>
          </p:cNvPr>
          <p:cNvGrpSpPr/>
          <p:nvPr/>
        </p:nvGrpSpPr>
        <p:grpSpPr>
          <a:xfrm>
            <a:off x="3103624" y="3595512"/>
            <a:ext cx="1425238" cy="1430595"/>
            <a:chOff x="6007082" y="7956661"/>
            <a:chExt cx="2517050" cy="2526512"/>
          </a:xfrm>
        </p:grpSpPr>
        <p:sp>
          <p:nvSpPr>
            <p:cNvPr id="41" name="Freeform 1685">
              <a:extLst>
                <a:ext uri="{FF2B5EF4-FFF2-40B4-BE49-F238E27FC236}">
                  <a16:creationId xmlns:a16="http://schemas.microsoft.com/office/drawing/2014/main" id="{4D830800-1DA5-2340-9601-59B05306E01A}"/>
                </a:ext>
              </a:extLst>
            </p:cNvPr>
            <p:cNvSpPr/>
            <p:nvPr/>
          </p:nvSpPr>
          <p:spPr>
            <a:xfrm>
              <a:off x="6007082" y="7956661"/>
              <a:ext cx="2517050" cy="2526512"/>
            </a:xfrm>
            <a:custGeom>
              <a:avLst/>
              <a:gdLst>
                <a:gd name="connsiteX0" fmla="*/ 1204338 w 2517050"/>
                <a:gd name="connsiteY0" fmla="*/ 39 h 2526512"/>
                <a:gd name="connsiteX1" fmla="*/ 1867852 w 2517050"/>
                <a:gd name="connsiteY1" fmla="*/ 184314 h 2526512"/>
                <a:gd name="connsiteX2" fmla="*/ 2273618 w 2517050"/>
                <a:gd name="connsiteY2" fmla="*/ 36677 h 2526512"/>
                <a:gd name="connsiteX3" fmla="*/ 2198370 w 2517050"/>
                <a:gd name="connsiteY3" fmla="*/ 462444 h 2526512"/>
                <a:gd name="connsiteX4" fmla="*/ 2206943 w 2517050"/>
                <a:gd name="connsiteY4" fmla="*/ 2175039 h 2526512"/>
                <a:gd name="connsiteX5" fmla="*/ 2105026 w 2517050"/>
                <a:gd name="connsiteY5" fmla="*/ 2089494 h 2526512"/>
                <a:gd name="connsiteX6" fmla="*/ 2100932 w 2517050"/>
                <a:gd name="connsiteY6" fmla="*/ 2094969 h 2526512"/>
                <a:gd name="connsiteX7" fmla="*/ 1185863 w 2517050"/>
                <a:gd name="connsiteY7" fmla="*/ 2526512 h 2526512"/>
                <a:gd name="connsiteX8" fmla="*/ 0 w 2517050"/>
                <a:gd name="connsiteY8" fmla="*/ 1340650 h 2526512"/>
                <a:gd name="connsiteX9" fmla="*/ 270794 w 2517050"/>
                <a:gd name="connsiteY9" fmla="*/ 586331 h 2526512"/>
                <a:gd name="connsiteX10" fmla="*/ 289570 w 2517050"/>
                <a:gd name="connsiteY10" fmla="*/ 565672 h 2526512"/>
                <a:gd name="connsiteX11" fmla="*/ 179070 w 2517050"/>
                <a:gd name="connsiteY11" fmla="*/ 472922 h 2526512"/>
                <a:gd name="connsiteX12" fmla="*/ 1204338 w 2517050"/>
                <a:gd name="connsiteY12" fmla="*/ 39 h 252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17050" h="2526512">
                  <a:moveTo>
                    <a:pt x="1204338" y="39"/>
                  </a:moveTo>
                  <a:cubicBezTo>
                    <a:pt x="1433111" y="1791"/>
                    <a:pt x="1662470" y="62513"/>
                    <a:pt x="1867852" y="184314"/>
                  </a:cubicBezTo>
                  <a:lnTo>
                    <a:pt x="2273618" y="36677"/>
                  </a:lnTo>
                  <a:lnTo>
                    <a:pt x="2198370" y="462444"/>
                  </a:lnTo>
                  <a:cubicBezTo>
                    <a:pt x="2613660" y="945362"/>
                    <a:pt x="2629853" y="1671167"/>
                    <a:pt x="2206943" y="2175039"/>
                  </a:cubicBezTo>
                  <a:lnTo>
                    <a:pt x="2105026" y="2089494"/>
                  </a:lnTo>
                  <a:lnTo>
                    <a:pt x="2100932" y="2094969"/>
                  </a:lnTo>
                  <a:cubicBezTo>
                    <a:pt x="1883428" y="2358523"/>
                    <a:pt x="1554264" y="2526512"/>
                    <a:pt x="1185863" y="2526512"/>
                  </a:cubicBezTo>
                  <a:cubicBezTo>
                    <a:pt x="530929" y="2526512"/>
                    <a:pt x="0" y="1995584"/>
                    <a:pt x="0" y="1340650"/>
                  </a:cubicBezTo>
                  <a:cubicBezTo>
                    <a:pt x="0" y="1054116"/>
                    <a:pt x="101623" y="791318"/>
                    <a:pt x="270794" y="586331"/>
                  </a:cubicBezTo>
                  <a:lnTo>
                    <a:pt x="289570" y="565672"/>
                  </a:lnTo>
                  <a:lnTo>
                    <a:pt x="179070" y="472922"/>
                  </a:lnTo>
                  <a:cubicBezTo>
                    <a:pt x="443389" y="158002"/>
                    <a:pt x="823050" y="-2882"/>
                    <a:pt x="1204338" y="39"/>
                  </a:cubicBezTo>
                  <a:close/>
                </a:path>
              </a:pathLst>
            </a:custGeom>
            <a:ln/>
          </p:spPr>
          <p:style>
            <a:lnRef idx="0">
              <a:schemeClr val="accent2"/>
            </a:lnRef>
            <a:fillRef idx="3">
              <a:schemeClr val="accent2"/>
            </a:fillRef>
            <a:effectRef idx="3">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nvGrpSpPr>
            <p:cNvPr id="42" name="Group 41">
              <a:extLst>
                <a:ext uri="{FF2B5EF4-FFF2-40B4-BE49-F238E27FC236}">
                  <a16:creationId xmlns:a16="http://schemas.microsoft.com/office/drawing/2014/main" id="{E4BB4A60-4830-B643-A98E-1BC4F0563F21}"/>
                </a:ext>
              </a:extLst>
            </p:cNvPr>
            <p:cNvGrpSpPr>
              <a:grpSpLocks noChangeAspect="1"/>
            </p:cNvGrpSpPr>
            <p:nvPr/>
          </p:nvGrpSpPr>
          <p:grpSpPr>
            <a:xfrm>
              <a:off x="6203607" y="8157917"/>
              <a:ext cx="2124000" cy="2124000"/>
              <a:chOff x="3336255" y="1970061"/>
              <a:chExt cx="623446" cy="623446"/>
            </a:xfrm>
          </p:grpSpPr>
          <p:sp>
            <p:nvSpPr>
              <p:cNvPr id="43" name="Oval 42">
                <a:extLst>
                  <a:ext uri="{FF2B5EF4-FFF2-40B4-BE49-F238E27FC236}">
                    <a16:creationId xmlns:a16="http://schemas.microsoft.com/office/drawing/2014/main" id="{C6FBBC82-FE4E-CE4C-97D6-9A57DF62EF1D}"/>
                  </a:ext>
                </a:extLst>
              </p:cNvPr>
              <p:cNvSpPr>
                <a:spLocks noChangeArrowheads="1"/>
              </p:cNvSpPr>
              <p:nvPr/>
            </p:nvSpPr>
            <p:spPr bwMode="auto">
              <a:xfrm>
                <a:off x="3336255" y="1970061"/>
                <a:ext cx="623446" cy="623446"/>
              </a:xfrm>
              <a:prstGeom prst="ellipse">
                <a:avLst/>
              </a:prstGeom>
              <a:ln w="9525">
                <a:noFill/>
                <a:round/>
                <a:headEnd/>
                <a:tailEnd/>
              </a:ln>
            </p:spPr>
            <p:style>
              <a:lnRef idx="1">
                <a:schemeClr val="accent2"/>
              </a:lnRef>
              <a:fillRef idx="3">
                <a:schemeClr val="accent2"/>
              </a:fillRef>
              <a:effectRef idx="2">
                <a:schemeClr val="accent2"/>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44" name="Oval 43">
                <a:extLst>
                  <a:ext uri="{FF2B5EF4-FFF2-40B4-BE49-F238E27FC236}">
                    <a16:creationId xmlns:a16="http://schemas.microsoft.com/office/drawing/2014/main" id="{9ECFE9F5-4972-AE46-8A79-C64B1DD47012}"/>
                  </a:ext>
                </a:extLst>
              </p:cNvPr>
              <p:cNvSpPr>
                <a:spLocks noChangeArrowheads="1"/>
              </p:cNvSpPr>
              <p:nvPr/>
            </p:nvSpPr>
            <p:spPr bwMode="auto">
              <a:xfrm>
                <a:off x="3387789" y="2024110"/>
                <a:ext cx="517863" cy="517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3600"/>
              </a:p>
            </p:txBody>
          </p:sp>
          <p:sp>
            <p:nvSpPr>
              <p:cNvPr id="45" name="Freeform: Shape 44">
                <a:extLst>
                  <a:ext uri="{FF2B5EF4-FFF2-40B4-BE49-F238E27FC236}">
                    <a16:creationId xmlns:a16="http://schemas.microsoft.com/office/drawing/2014/main" id="{75D69548-3059-CC4B-B061-E34BEC86474C}"/>
                  </a:ext>
                </a:extLst>
              </p:cNvPr>
              <p:cNvSpPr>
                <a:spLocks noChangeAspect="1"/>
              </p:cNvSpPr>
              <p:nvPr/>
            </p:nvSpPr>
            <p:spPr>
              <a:xfrm>
                <a:off x="3542937" y="2170818"/>
                <a:ext cx="207564" cy="216000"/>
              </a:xfrm>
              <a:custGeom>
                <a:avLst/>
                <a:gdLst>
                  <a:gd name="connsiteX0" fmla="*/ 1676418 w 4686339"/>
                  <a:gd name="connsiteY0" fmla="*/ 4057640 h 4876799"/>
                  <a:gd name="connsiteX1" fmla="*/ 1743782 w 4686339"/>
                  <a:gd name="connsiteY1" fmla="*/ 4085517 h 4876799"/>
                  <a:gd name="connsiteX2" fmla="*/ 1743782 w 4686339"/>
                  <a:gd name="connsiteY2" fmla="*/ 4220244 h 4876799"/>
                  <a:gd name="connsiteX3" fmla="*/ 1115132 w 4686339"/>
                  <a:gd name="connsiteY3" fmla="*/ 4848894 h 4876799"/>
                  <a:gd name="connsiteX4" fmla="*/ 980405 w 4686339"/>
                  <a:gd name="connsiteY4" fmla="*/ 4848894 h 4876799"/>
                  <a:gd name="connsiteX5" fmla="*/ 980405 w 4686339"/>
                  <a:gd name="connsiteY5" fmla="*/ 4714204 h 4876799"/>
                  <a:gd name="connsiteX6" fmla="*/ 1609055 w 4686339"/>
                  <a:gd name="connsiteY6" fmla="*/ 4085517 h 4876799"/>
                  <a:gd name="connsiteX7" fmla="*/ 1676418 w 4686339"/>
                  <a:gd name="connsiteY7" fmla="*/ 4057640 h 4876799"/>
                  <a:gd name="connsiteX8" fmla="*/ 723918 w 4686339"/>
                  <a:gd name="connsiteY8" fmla="*/ 4057640 h 4876799"/>
                  <a:gd name="connsiteX9" fmla="*/ 791282 w 4686339"/>
                  <a:gd name="connsiteY9" fmla="*/ 4085517 h 4876799"/>
                  <a:gd name="connsiteX10" fmla="*/ 791282 w 4686339"/>
                  <a:gd name="connsiteY10" fmla="*/ 4220244 h 4876799"/>
                  <a:gd name="connsiteX11" fmla="*/ 162594 w 4686339"/>
                  <a:gd name="connsiteY11" fmla="*/ 4848894 h 4876799"/>
                  <a:gd name="connsiteX12" fmla="*/ 27905 w 4686339"/>
                  <a:gd name="connsiteY12" fmla="*/ 4848894 h 4876799"/>
                  <a:gd name="connsiteX13" fmla="*/ 27905 w 4686339"/>
                  <a:gd name="connsiteY13" fmla="*/ 4714167 h 4876799"/>
                  <a:gd name="connsiteX14" fmla="*/ 656555 w 4686339"/>
                  <a:gd name="connsiteY14" fmla="*/ 4085517 h 4876799"/>
                  <a:gd name="connsiteX15" fmla="*/ 723918 w 4686339"/>
                  <a:gd name="connsiteY15" fmla="*/ 4057640 h 4876799"/>
                  <a:gd name="connsiteX16" fmla="*/ 723918 w 4686339"/>
                  <a:gd name="connsiteY16" fmla="*/ 3105112 h 4876799"/>
                  <a:gd name="connsiteX17" fmla="*/ 791282 w 4686339"/>
                  <a:gd name="connsiteY17" fmla="*/ 3133017 h 4876799"/>
                  <a:gd name="connsiteX18" fmla="*/ 791282 w 4686339"/>
                  <a:gd name="connsiteY18" fmla="*/ 3267744 h 4876799"/>
                  <a:gd name="connsiteX19" fmla="*/ 162594 w 4686339"/>
                  <a:gd name="connsiteY19" fmla="*/ 3896394 h 4876799"/>
                  <a:gd name="connsiteX20" fmla="*/ 27905 w 4686339"/>
                  <a:gd name="connsiteY20" fmla="*/ 3896394 h 4876799"/>
                  <a:gd name="connsiteX21" fmla="*/ 27905 w 4686339"/>
                  <a:gd name="connsiteY21" fmla="*/ 3761667 h 4876799"/>
                  <a:gd name="connsiteX22" fmla="*/ 656555 w 4686339"/>
                  <a:gd name="connsiteY22" fmla="*/ 3133017 h 4876799"/>
                  <a:gd name="connsiteX23" fmla="*/ 723918 w 4686339"/>
                  <a:gd name="connsiteY23" fmla="*/ 3105112 h 4876799"/>
                  <a:gd name="connsiteX24" fmla="*/ 2254932 w 4686339"/>
                  <a:gd name="connsiteY24" fmla="*/ 2409080 h 4876799"/>
                  <a:gd name="connsiteX25" fmla="*/ 1764134 w 4686339"/>
                  <a:gd name="connsiteY25" fmla="*/ 3145258 h 4876799"/>
                  <a:gd name="connsiteX26" fmla="*/ 2535362 w 4686339"/>
                  <a:gd name="connsiteY26" fmla="*/ 2759607 h 4876799"/>
                  <a:gd name="connsiteX27" fmla="*/ 3716052 w 4686339"/>
                  <a:gd name="connsiteY27" fmla="*/ 1956680 h 4876799"/>
                  <a:gd name="connsiteX28" fmla="*/ 3796122 w 4686339"/>
                  <a:gd name="connsiteY28" fmla="*/ 2065027 h 4876799"/>
                  <a:gd name="connsiteX29" fmla="*/ 3610124 w 4686339"/>
                  <a:gd name="connsiteY29" fmla="*/ 3305472 h 4876799"/>
                  <a:gd name="connsiteX30" fmla="*/ 3501777 w 4686339"/>
                  <a:gd name="connsiteY30" fmla="*/ 3385541 h 4876799"/>
                  <a:gd name="connsiteX31" fmla="*/ 3421708 w 4686339"/>
                  <a:gd name="connsiteY31" fmla="*/ 3277194 h 4876799"/>
                  <a:gd name="connsiteX32" fmla="*/ 3607743 w 4686339"/>
                  <a:gd name="connsiteY32" fmla="*/ 2036749 h 4876799"/>
                  <a:gd name="connsiteX33" fmla="*/ 3716052 w 4686339"/>
                  <a:gd name="connsiteY33" fmla="*/ 1956680 h 4876799"/>
                  <a:gd name="connsiteX34" fmla="*/ 3771937 w 4686339"/>
                  <a:gd name="connsiteY34" fmla="*/ 1581112 h 4876799"/>
                  <a:gd name="connsiteX35" fmla="*/ 3867187 w 4686339"/>
                  <a:gd name="connsiteY35" fmla="*/ 1676362 h 4876799"/>
                  <a:gd name="connsiteX36" fmla="*/ 3771937 w 4686339"/>
                  <a:gd name="connsiteY36" fmla="*/ 1771612 h 4876799"/>
                  <a:gd name="connsiteX37" fmla="*/ 3676687 w 4686339"/>
                  <a:gd name="connsiteY37" fmla="*/ 1676362 h 4876799"/>
                  <a:gd name="connsiteX38" fmla="*/ 3771937 w 4686339"/>
                  <a:gd name="connsiteY38" fmla="*/ 1581112 h 4876799"/>
                  <a:gd name="connsiteX39" fmla="*/ 3596506 w 4686339"/>
                  <a:gd name="connsiteY39" fmla="*/ 879573 h 4876799"/>
                  <a:gd name="connsiteX40" fmla="*/ 1764730 w 4686339"/>
                  <a:gd name="connsiteY40" fmla="*/ 2112763 h 4876799"/>
                  <a:gd name="connsiteX41" fmla="*/ 1639602 w 4686339"/>
                  <a:gd name="connsiteY41" fmla="*/ 2988654 h 4876799"/>
                  <a:gd name="connsiteX42" fmla="*/ 2168686 w 4686339"/>
                  <a:gd name="connsiteY42" fmla="*/ 2195065 h 4876799"/>
                  <a:gd name="connsiteX43" fmla="*/ 2169691 w 4686339"/>
                  <a:gd name="connsiteY43" fmla="*/ 2193688 h 4876799"/>
                  <a:gd name="connsiteX44" fmla="*/ 2173151 w 4686339"/>
                  <a:gd name="connsiteY44" fmla="*/ 2189037 h 4876799"/>
                  <a:gd name="connsiteX45" fmla="*/ 2175718 w 4686339"/>
                  <a:gd name="connsiteY45" fmla="*/ 2185875 h 4876799"/>
                  <a:gd name="connsiteX46" fmla="*/ 2178881 w 4686339"/>
                  <a:gd name="connsiteY46" fmla="*/ 2182377 h 4876799"/>
                  <a:gd name="connsiteX47" fmla="*/ 2182453 w 4686339"/>
                  <a:gd name="connsiteY47" fmla="*/ 2178768 h 4876799"/>
                  <a:gd name="connsiteX48" fmla="*/ 2183495 w 4686339"/>
                  <a:gd name="connsiteY48" fmla="*/ 2177727 h 4876799"/>
                  <a:gd name="connsiteX49" fmla="*/ 3994733 w 4686339"/>
                  <a:gd name="connsiteY49" fmla="*/ 381855 h 4876799"/>
                  <a:gd name="connsiteX50" fmla="*/ 445219 w 4686339"/>
                  <a:gd name="connsiteY50" fmla="*/ 1493936 h 4876799"/>
                  <a:gd name="connsiteX51" fmla="*/ 1663936 w 4686339"/>
                  <a:gd name="connsiteY51" fmla="*/ 1950950 h 4876799"/>
                  <a:gd name="connsiteX52" fmla="*/ 4439729 w 4686339"/>
                  <a:gd name="connsiteY52" fmla="*/ 363586 h 4876799"/>
                  <a:gd name="connsiteX53" fmla="*/ 2377864 w 4686339"/>
                  <a:gd name="connsiteY53" fmla="*/ 2257833 h 4876799"/>
                  <a:gd name="connsiteX54" fmla="*/ 3718917 w 4686339"/>
                  <a:gd name="connsiteY54" fmla="*/ 3934159 h 4876799"/>
                  <a:gd name="connsiteX55" fmla="*/ 4603515 w 4686339"/>
                  <a:gd name="connsiteY55" fmla="*/ 743 h 4876799"/>
                  <a:gd name="connsiteX56" fmla="*/ 4663716 w 4686339"/>
                  <a:gd name="connsiteY56" fmla="*/ 33522 h 4876799"/>
                  <a:gd name="connsiteX57" fmla="*/ 4663716 w 4686339"/>
                  <a:gd name="connsiteY57" fmla="*/ 33560 h 4876799"/>
                  <a:gd name="connsiteX58" fmla="*/ 4663790 w 4686339"/>
                  <a:gd name="connsiteY58" fmla="*/ 33597 h 4876799"/>
                  <a:gd name="connsiteX59" fmla="*/ 4684291 w 4686339"/>
                  <a:gd name="connsiteY59" fmla="*/ 114894 h 4876799"/>
                  <a:gd name="connsiteX60" fmla="*/ 3865327 w 4686339"/>
                  <a:gd name="connsiteY60" fmla="*/ 4171726 h 4876799"/>
                  <a:gd name="connsiteX61" fmla="*/ 3697560 w 4686339"/>
                  <a:gd name="connsiteY61" fmla="*/ 4212393 h 4876799"/>
                  <a:gd name="connsiteX62" fmla="*/ 2657066 w 4686339"/>
                  <a:gd name="connsiteY62" fmla="*/ 2911747 h 4876799"/>
                  <a:gd name="connsiteX63" fmla="*/ 1528539 w 4686339"/>
                  <a:gd name="connsiteY63" fmla="*/ 3476066 h 4876799"/>
                  <a:gd name="connsiteX64" fmla="*/ 1391543 w 4686339"/>
                  <a:gd name="connsiteY64" fmla="*/ 3378770 h 4876799"/>
                  <a:gd name="connsiteX65" fmla="*/ 1391617 w 4686339"/>
                  <a:gd name="connsiteY65" fmla="*/ 3377393 h 4876799"/>
                  <a:gd name="connsiteX66" fmla="*/ 1571290 w 4686339"/>
                  <a:gd name="connsiteY66" fmla="*/ 2119684 h 4876799"/>
                  <a:gd name="connsiteX67" fmla="*/ 118951 w 4686339"/>
                  <a:gd name="connsiteY67" fmla="*/ 1575047 h 4876799"/>
                  <a:gd name="connsiteX68" fmla="*/ 123937 w 4686339"/>
                  <a:gd name="connsiteY68" fmla="*/ 1394965 h 4876799"/>
                  <a:gd name="connsiteX69" fmla="*/ 4560838 w 4686339"/>
                  <a:gd name="connsiteY69" fmla="*/ 4873 h 4876799"/>
                  <a:gd name="connsiteX70" fmla="*/ 4603515 w 4686339"/>
                  <a:gd name="connsiteY70" fmla="*/ 743 h 4876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4686339" h="4876799">
                    <a:moveTo>
                      <a:pt x="1676418" y="4057640"/>
                    </a:moveTo>
                    <a:cubicBezTo>
                      <a:pt x="1700799" y="4057640"/>
                      <a:pt x="1725179" y="4066932"/>
                      <a:pt x="1743782" y="4085517"/>
                    </a:cubicBezTo>
                    <a:cubicBezTo>
                      <a:pt x="1780989" y="4122724"/>
                      <a:pt x="1780989" y="4183037"/>
                      <a:pt x="1743782" y="4220244"/>
                    </a:cubicBezTo>
                    <a:lnTo>
                      <a:pt x="1115132" y="4848894"/>
                    </a:lnTo>
                    <a:cubicBezTo>
                      <a:pt x="1077925" y="4886101"/>
                      <a:pt x="1017612" y="4886101"/>
                      <a:pt x="980405" y="4848894"/>
                    </a:cubicBezTo>
                    <a:cubicBezTo>
                      <a:pt x="943198" y="4811687"/>
                      <a:pt x="943198" y="4751374"/>
                      <a:pt x="980405" y="4714204"/>
                    </a:cubicBezTo>
                    <a:lnTo>
                      <a:pt x="1609055" y="4085517"/>
                    </a:lnTo>
                    <a:cubicBezTo>
                      <a:pt x="1627658" y="4066932"/>
                      <a:pt x="1652038" y="4057640"/>
                      <a:pt x="1676418" y="4057640"/>
                    </a:cubicBezTo>
                    <a:close/>
                    <a:moveTo>
                      <a:pt x="723918" y="4057640"/>
                    </a:moveTo>
                    <a:cubicBezTo>
                      <a:pt x="748298" y="4057640"/>
                      <a:pt x="772678" y="4066932"/>
                      <a:pt x="791282" y="4085517"/>
                    </a:cubicBezTo>
                    <a:cubicBezTo>
                      <a:pt x="828452" y="4122724"/>
                      <a:pt x="828452" y="4183037"/>
                      <a:pt x="791282" y="4220244"/>
                    </a:cubicBezTo>
                    <a:lnTo>
                      <a:pt x="162594" y="4848894"/>
                    </a:lnTo>
                    <a:cubicBezTo>
                      <a:pt x="125387" y="4886064"/>
                      <a:pt x="65112" y="4886101"/>
                      <a:pt x="27905" y="4848894"/>
                    </a:cubicBezTo>
                    <a:cubicBezTo>
                      <a:pt x="-9302" y="4811687"/>
                      <a:pt x="-9302" y="4751374"/>
                      <a:pt x="27905" y="4714167"/>
                    </a:cubicBezTo>
                    <a:lnTo>
                      <a:pt x="656555" y="4085517"/>
                    </a:lnTo>
                    <a:cubicBezTo>
                      <a:pt x="675158" y="4066932"/>
                      <a:pt x="699538" y="4057640"/>
                      <a:pt x="723918" y="4057640"/>
                    </a:cubicBezTo>
                    <a:close/>
                    <a:moveTo>
                      <a:pt x="723918" y="3105112"/>
                    </a:moveTo>
                    <a:cubicBezTo>
                      <a:pt x="748298" y="3105112"/>
                      <a:pt x="772678" y="3114414"/>
                      <a:pt x="791282" y="3133017"/>
                    </a:cubicBezTo>
                    <a:cubicBezTo>
                      <a:pt x="828452" y="3170224"/>
                      <a:pt x="828452" y="3230537"/>
                      <a:pt x="791282" y="3267744"/>
                    </a:cubicBezTo>
                    <a:lnTo>
                      <a:pt x="162594" y="3896394"/>
                    </a:lnTo>
                    <a:cubicBezTo>
                      <a:pt x="125387" y="3933564"/>
                      <a:pt x="65112" y="3933564"/>
                      <a:pt x="27905" y="3896394"/>
                    </a:cubicBezTo>
                    <a:cubicBezTo>
                      <a:pt x="-9302" y="3859187"/>
                      <a:pt x="-9302" y="3798874"/>
                      <a:pt x="27905" y="3761667"/>
                    </a:cubicBezTo>
                    <a:lnTo>
                      <a:pt x="656555" y="3133017"/>
                    </a:lnTo>
                    <a:cubicBezTo>
                      <a:pt x="675158" y="3114414"/>
                      <a:pt x="699538" y="3105112"/>
                      <a:pt x="723918" y="3105112"/>
                    </a:cubicBezTo>
                    <a:close/>
                    <a:moveTo>
                      <a:pt x="2254932" y="2409080"/>
                    </a:moveTo>
                    <a:lnTo>
                      <a:pt x="1764134" y="3145258"/>
                    </a:lnTo>
                    <a:lnTo>
                      <a:pt x="2535362" y="2759607"/>
                    </a:lnTo>
                    <a:close/>
                    <a:moveTo>
                      <a:pt x="3716052" y="1956680"/>
                    </a:moveTo>
                    <a:cubicBezTo>
                      <a:pt x="3768105" y="1964493"/>
                      <a:pt x="3803935" y="2013011"/>
                      <a:pt x="3796122" y="2065027"/>
                    </a:cubicBezTo>
                    <a:lnTo>
                      <a:pt x="3610124" y="3305472"/>
                    </a:lnTo>
                    <a:cubicBezTo>
                      <a:pt x="3602310" y="3357524"/>
                      <a:pt x="3553793" y="3393318"/>
                      <a:pt x="3501777" y="3385541"/>
                    </a:cubicBezTo>
                    <a:cubicBezTo>
                      <a:pt x="3449762" y="3377728"/>
                      <a:pt x="3413894" y="3329247"/>
                      <a:pt x="3421708" y="3277194"/>
                    </a:cubicBezTo>
                    <a:lnTo>
                      <a:pt x="3607743" y="2036749"/>
                    </a:lnTo>
                    <a:cubicBezTo>
                      <a:pt x="3615556" y="1984734"/>
                      <a:pt x="3664000" y="1948941"/>
                      <a:pt x="3716052" y="1956680"/>
                    </a:cubicBezTo>
                    <a:close/>
                    <a:moveTo>
                      <a:pt x="3771937" y="1581112"/>
                    </a:moveTo>
                    <a:cubicBezTo>
                      <a:pt x="3824510" y="1581112"/>
                      <a:pt x="3867187" y="1623788"/>
                      <a:pt x="3867187" y="1676362"/>
                    </a:cubicBezTo>
                    <a:cubicBezTo>
                      <a:pt x="3867187" y="1728935"/>
                      <a:pt x="3824510" y="1771612"/>
                      <a:pt x="3771937" y="1771612"/>
                    </a:cubicBezTo>
                    <a:cubicBezTo>
                      <a:pt x="3719363" y="1771612"/>
                      <a:pt x="3676687" y="1728935"/>
                      <a:pt x="3676687" y="1676362"/>
                    </a:cubicBezTo>
                    <a:cubicBezTo>
                      <a:pt x="3676687" y="1623788"/>
                      <a:pt x="3719363" y="1581112"/>
                      <a:pt x="3771937" y="1581112"/>
                    </a:cubicBezTo>
                    <a:close/>
                    <a:moveTo>
                      <a:pt x="3596506" y="879573"/>
                    </a:moveTo>
                    <a:lnTo>
                      <a:pt x="1764730" y="2112763"/>
                    </a:lnTo>
                    <a:lnTo>
                      <a:pt x="1639602" y="2988654"/>
                    </a:lnTo>
                    <a:lnTo>
                      <a:pt x="2168686" y="2195065"/>
                    </a:lnTo>
                    <a:cubicBezTo>
                      <a:pt x="2168984" y="2194581"/>
                      <a:pt x="2169356" y="2194172"/>
                      <a:pt x="2169691" y="2193688"/>
                    </a:cubicBezTo>
                    <a:cubicBezTo>
                      <a:pt x="2170770" y="2192088"/>
                      <a:pt x="2171923" y="2190563"/>
                      <a:pt x="2173151" y="2189037"/>
                    </a:cubicBezTo>
                    <a:cubicBezTo>
                      <a:pt x="2173970" y="2187958"/>
                      <a:pt x="2174826" y="2186917"/>
                      <a:pt x="2175718" y="2185875"/>
                    </a:cubicBezTo>
                    <a:cubicBezTo>
                      <a:pt x="2176723" y="2184684"/>
                      <a:pt x="2177802" y="2183531"/>
                      <a:pt x="2178881" y="2182377"/>
                    </a:cubicBezTo>
                    <a:cubicBezTo>
                      <a:pt x="2180072" y="2181150"/>
                      <a:pt x="2181225" y="2179922"/>
                      <a:pt x="2182453" y="2178768"/>
                    </a:cubicBezTo>
                    <a:cubicBezTo>
                      <a:pt x="2182825" y="2178433"/>
                      <a:pt x="2183123" y="2178061"/>
                      <a:pt x="2183495" y="2177727"/>
                    </a:cubicBezTo>
                    <a:close/>
                    <a:moveTo>
                      <a:pt x="3994733" y="381855"/>
                    </a:moveTo>
                    <a:lnTo>
                      <a:pt x="445219" y="1493936"/>
                    </a:lnTo>
                    <a:lnTo>
                      <a:pt x="1663936" y="1950950"/>
                    </a:lnTo>
                    <a:close/>
                    <a:moveTo>
                      <a:pt x="4439729" y="363586"/>
                    </a:moveTo>
                    <a:lnTo>
                      <a:pt x="2377864" y="2257833"/>
                    </a:lnTo>
                    <a:cubicBezTo>
                      <a:pt x="2435424" y="2329792"/>
                      <a:pt x="3657749" y="3857661"/>
                      <a:pt x="3718917" y="3934159"/>
                    </a:cubicBezTo>
                    <a:close/>
                    <a:moveTo>
                      <a:pt x="4603515" y="743"/>
                    </a:moveTo>
                    <a:cubicBezTo>
                      <a:pt x="4604482" y="1710"/>
                      <a:pt x="4638378" y="3720"/>
                      <a:pt x="4663716" y="33522"/>
                    </a:cubicBezTo>
                    <a:lnTo>
                      <a:pt x="4663716" y="33560"/>
                    </a:lnTo>
                    <a:cubicBezTo>
                      <a:pt x="4663753" y="33597"/>
                      <a:pt x="4663753" y="33597"/>
                      <a:pt x="4663790" y="33597"/>
                    </a:cubicBezTo>
                    <a:cubicBezTo>
                      <a:pt x="4682914" y="56182"/>
                      <a:pt x="4690319" y="86170"/>
                      <a:pt x="4684291" y="114894"/>
                    </a:cubicBezTo>
                    <a:lnTo>
                      <a:pt x="3865327" y="4171726"/>
                    </a:lnTo>
                    <a:cubicBezTo>
                      <a:pt x="3849254" y="4251200"/>
                      <a:pt x="3747827" y="4275236"/>
                      <a:pt x="3697560" y="4212393"/>
                    </a:cubicBezTo>
                    <a:lnTo>
                      <a:pt x="2657066" y="2911747"/>
                    </a:lnTo>
                    <a:lnTo>
                      <a:pt x="1528539" y="3476066"/>
                    </a:lnTo>
                    <a:cubicBezTo>
                      <a:pt x="1460041" y="3510296"/>
                      <a:pt x="1381981" y="3453816"/>
                      <a:pt x="1391543" y="3378770"/>
                    </a:cubicBezTo>
                    <a:cubicBezTo>
                      <a:pt x="1391580" y="3378323"/>
                      <a:pt x="1391543" y="3377877"/>
                      <a:pt x="1391617" y="3377393"/>
                    </a:cubicBezTo>
                    <a:lnTo>
                      <a:pt x="1571290" y="2119684"/>
                    </a:lnTo>
                    <a:lnTo>
                      <a:pt x="118951" y="1575047"/>
                    </a:lnTo>
                    <a:cubicBezTo>
                      <a:pt x="34268" y="1543272"/>
                      <a:pt x="37765" y="1421977"/>
                      <a:pt x="123937" y="1394965"/>
                    </a:cubicBezTo>
                    <a:lnTo>
                      <a:pt x="4560838" y="4873"/>
                    </a:lnTo>
                    <a:cubicBezTo>
                      <a:pt x="4576167" y="-299"/>
                      <a:pt x="4589190" y="-745"/>
                      <a:pt x="4603515" y="743"/>
                    </a:cubicBezTo>
                    <a:close/>
                  </a:path>
                </a:pathLst>
              </a:custGeom>
              <a:solidFill>
                <a:schemeClr val="accent2"/>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400">
                  <a:solidFill>
                    <a:schemeClr val="tx2"/>
                  </a:solidFill>
                </a:endParaRPr>
              </a:p>
            </p:txBody>
          </p:sp>
        </p:grpSp>
      </p:grpSp>
      <p:grpSp>
        <p:nvGrpSpPr>
          <p:cNvPr id="5" name="Group 4">
            <a:extLst>
              <a:ext uri="{FF2B5EF4-FFF2-40B4-BE49-F238E27FC236}">
                <a16:creationId xmlns:a16="http://schemas.microsoft.com/office/drawing/2014/main" id="{6AE3E673-C3E7-2140-9E80-634895348EAC}"/>
              </a:ext>
            </a:extLst>
          </p:cNvPr>
          <p:cNvGrpSpPr/>
          <p:nvPr/>
        </p:nvGrpSpPr>
        <p:grpSpPr>
          <a:xfrm>
            <a:off x="4662412" y="2234099"/>
            <a:ext cx="1421227" cy="1421161"/>
            <a:chOff x="8476915" y="5382536"/>
            <a:chExt cx="2509967" cy="2509850"/>
          </a:xfrm>
        </p:grpSpPr>
        <p:sp>
          <p:nvSpPr>
            <p:cNvPr id="36" name="Freeform 1686">
              <a:extLst>
                <a:ext uri="{FF2B5EF4-FFF2-40B4-BE49-F238E27FC236}">
                  <a16:creationId xmlns:a16="http://schemas.microsoft.com/office/drawing/2014/main" id="{FF3D7EDE-F421-D445-AACD-245B8F4BF286}"/>
                </a:ext>
              </a:extLst>
            </p:cNvPr>
            <p:cNvSpPr/>
            <p:nvPr/>
          </p:nvSpPr>
          <p:spPr>
            <a:xfrm>
              <a:off x="8476915" y="5382536"/>
              <a:ext cx="2509967" cy="2509850"/>
            </a:xfrm>
            <a:custGeom>
              <a:avLst/>
              <a:gdLst>
                <a:gd name="connsiteX0" fmla="*/ 1185863 w 2509967"/>
                <a:gd name="connsiteY0" fmla="*/ 0 h 2509850"/>
                <a:gd name="connsiteX1" fmla="*/ 2024394 w 2509967"/>
                <a:gd name="connsiteY1" fmla="*/ 347332 h 2509850"/>
                <a:gd name="connsiteX2" fmla="*/ 2094266 w 2509967"/>
                <a:gd name="connsiteY2" fmla="*/ 424210 h 2509850"/>
                <a:gd name="connsiteX3" fmla="*/ 2200275 w 2509967"/>
                <a:gd name="connsiteY3" fmla="*/ 335280 h 2509850"/>
                <a:gd name="connsiteX4" fmla="*/ 2185035 w 2509967"/>
                <a:gd name="connsiteY4" fmla="*/ 2055495 h 2509850"/>
                <a:gd name="connsiteX5" fmla="*/ 2256473 w 2509967"/>
                <a:gd name="connsiteY5" fmla="*/ 2461260 h 2509850"/>
                <a:gd name="connsiteX6" fmla="*/ 1868805 w 2509967"/>
                <a:gd name="connsiteY6" fmla="*/ 2320290 h 2509850"/>
                <a:gd name="connsiteX7" fmla="*/ 172402 w 2509967"/>
                <a:gd name="connsiteY7" fmla="*/ 2036445 h 2509850"/>
                <a:gd name="connsiteX8" fmla="*/ 277871 w 2509967"/>
                <a:gd name="connsiteY8" fmla="*/ 1947969 h 2509850"/>
                <a:gd name="connsiteX9" fmla="*/ 270794 w 2509967"/>
                <a:gd name="connsiteY9" fmla="*/ 1940182 h 2509850"/>
                <a:gd name="connsiteX10" fmla="*/ 0 w 2509967"/>
                <a:gd name="connsiteY10" fmla="*/ 1185863 h 2509850"/>
                <a:gd name="connsiteX11" fmla="*/ 1185863 w 2509967"/>
                <a:gd name="connsiteY11" fmla="*/ 0 h 2509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9967" h="2509850">
                  <a:moveTo>
                    <a:pt x="1185863" y="0"/>
                  </a:moveTo>
                  <a:cubicBezTo>
                    <a:pt x="1513330" y="0"/>
                    <a:pt x="1809795" y="132733"/>
                    <a:pt x="2024394" y="347332"/>
                  </a:cubicBezTo>
                  <a:lnTo>
                    <a:pt x="2094266" y="424210"/>
                  </a:lnTo>
                  <a:lnTo>
                    <a:pt x="2200275" y="335280"/>
                  </a:lnTo>
                  <a:cubicBezTo>
                    <a:pt x="2625090" y="842010"/>
                    <a:pt x="2606040" y="1572578"/>
                    <a:pt x="2185035" y="2055495"/>
                  </a:cubicBezTo>
                  <a:lnTo>
                    <a:pt x="2256473" y="2461260"/>
                  </a:lnTo>
                  <a:lnTo>
                    <a:pt x="1868805" y="2320290"/>
                  </a:lnTo>
                  <a:cubicBezTo>
                    <a:pt x="1320165" y="2651760"/>
                    <a:pt x="597217" y="2543175"/>
                    <a:pt x="172402" y="2036445"/>
                  </a:cubicBezTo>
                  <a:lnTo>
                    <a:pt x="277871" y="1947969"/>
                  </a:lnTo>
                  <a:lnTo>
                    <a:pt x="270794" y="1940182"/>
                  </a:lnTo>
                  <a:cubicBezTo>
                    <a:pt x="101623" y="1735195"/>
                    <a:pt x="0" y="1472397"/>
                    <a:pt x="0" y="1185863"/>
                  </a:cubicBezTo>
                  <a:cubicBezTo>
                    <a:pt x="0" y="530929"/>
                    <a:pt x="530929" y="0"/>
                    <a:pt x="1185863" y="0"/>
                  </a:cubicBezTo>
                  <a:close/>
                </a:path>
              </a:pathLst>
            </a:custGeom>
            <a:ln/>
          </p:spPr>
          <p:style>
            <a:lnRef idx="0">
              <a:schemeClr val="accent3"/>
            </a:lnRef>
            <a:fillRef idx="3">
              <a:schemeClr val="accent3"/>
            </a:fillRef>
            <a:effectRef idx="3">
              <a:schemeClr val="accent3"/>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nvGrpSpPr>
            <p:cNvPr id="37" name="Group 36">
              <a:extLst>
                <a:ext uri="{FF2B5EF4-FFF2-40B4-BE49-F238E27FC236}">
                  <a16:creationId xmlns:a16="http://schemas.microsoft.com/office/drawing/2014/main" id="{F885C3CD-329A-D544-A7DA-AA7006706483}"/>
                </a:ext>
              </a:extLst>
            </p:cNvPr>
            <p:cNvGrpSpPr>
              <a:grpSpLocks noChangeAspect="1"/>
            </p:cNvGrpSpPr>
            <p:nvPr/>
          </p:nvGrpSpPr>
          <p:grpSpPr>
            <a:xfrm>
              <a:off x="8581658" y="5560415"/>
              <a:ext cx="2124000" cy="2124000"/>
              <a:chOff x="4967774" y="1970061"/>
              <a:chExt cx="623446" cy="623446"/>
            </a:xfrm>
          </p:grpSpPr>
          <p:sp>
            <p:nvSpPr>
              <p:cNvPr id="38" name="Oval 37">
                <a:extLst>
                  <a:ext uri="{FF2B5EF4-FFF2-40B4-BE49-F238E27FC236}">
                    <a16:creationId xmlns:a16="http://schemas.microsoft.com/office/drawing/2014/main" id="{7AE1A459-BAEE-8141-89C0-F8FD2F0C587C}"/>
                  </a:ext>
                </a:extLst>
              </p:cNvPr>
              <p:cNvSpPr>
                <a:spLocks noChangeArrowheads="1"/>
              </p:cNvSpPr>
              <p:nvPr/>
            </p:nvSpPr>
            <p:spPr bwMode="auto">
              <a:xfrm>
                <a:off x="4967774" y="1970061"/>
                <a:ext cx="623446" cy="623446"/>
              </a:xfrm>
              <a:prstGeom prst="ellipse">
                <a:avLst/>
              </a:prstGeom>
              <a:ln w="9525">
                <a:noFill/>
                <a:round/>
                <a:headEnd/>
                <a:tailEnd/>
              </a:ln>
            </p:spPr>
            <p:style>
              <a:lnRef idx="1">
                <a:schemeClr val="accent3"/>
              </a:lnRef>
              <a:fillRef idx="3">
                <a:schemeClr val="accent3"/>
              </a:fillRef>
              <a:effectRef idx="2">
                <a:schemeClr val="accent3"/>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39" name="Oval 38">
                <a:extLst>
                  <a:ext uri="{FF2B5EF4-FFF2-40B4-BE49-F238E27FC236}">
                    <a16:creationId xmlns:a16="http://schemas.microsoft.com/office/drawing/2014/main" id="{C36D27BE-8704-424B-B830-44BEADFC9EC5}"/>
                  </a:ext>
                </a:extLst>
              </p:cNvPr>
              <p:cNvSpPr>
                <a:spLocks noChangeArrowheads="1"/>
              </p:cNvSpPr>
              <p:nvPr/>
            </p:nvSpPr>
            <p:spPr bwMode="auto">
              <a:xfrm>
                <a:off x="5021822" y="2024110"/>
                <a:ext cx="517863" cy="517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3600"/>
              </a:p>
            </p:txBody>
          </p:sp>
          <p:sp>
            <p:nvSpPr>
              <p:cNvPr id="40" name="Freeform: Shape 39">
                <a:extLst>
                  <a:ext uri="{FF2B5EF4-FFF2-40B4-BE49-F238E27FC236}">
                    <a16:creationId xmlns:a16="http://schemas.microsoft.com/office/drawing/2014/main" id="{2A61FB35-1C19-334C-8DFD-FD8BCF3E8D57}"/>
                  </a:ext>
                </a:extLst>
              </p:cNvPr>
              <p:cNvSpPr>
                <a:spLocks noChangeAspect="1"/>
              </p:cNvSpPr>
              <p:nvPr/>
            </p:nvSpPr>
            <p:spPr>
              <a:xfrm>
                <a:off x="5174024" y="2172688"/>
                <a:ext cx="210942" cy="216000"/>
              </a:xfrm>
              <a:custGeom>
                <a:avLst/>
                <a:gdLst>
                  <a:gd name="connsiteX0" fmla="*/ 2381326 w 4762649"/>
                  <a:gd name="connsiteY0" fmla="*/ 3238431 h 4876797"/>
                  <a:gd name="connsiteX1" fmla="*/ 2476576 w 4762649"/>
                  <a:gd name="connsiteY1" fmla="*/ 3333681 h 4876797"/>
                  <a:gd name="connsiteX2" fmla="*/ 2381326 w 4762649"/>
                  <a:gd name="connsiteY2" fmla="*/ 3428931 h 4876797"/>
                  <a:gd name="connsiteX3" fmla="*/ 2286076 w 4762649"/>
                  <a:gd name="connsiteY3" fmla="*/ 3333681 h 4876797"/>
                  <a:gd name="connsiteX4" fmla="*/ 2381326 w 4762649"/>
                  <a:gd name="connsiteY4" fmla="*/ 3238431 h 4876797"/>
                  <a:gd name="connsiteX5" fmla="*/ 2381326 w 4762649"/>
                  <a:gd name="connsiteY5" fmla="*/ 2920924 h 4876797"/>
                  <a:gd name="connsiteX6" fmla="*/ 1885997 w 4762649"/>
                  <a:gd name="connsiteY6" fmla="*/ 3581349 h 4876797"/>
                  <a:gd name="connsiteX7" fmla="*/ 1771116 w 4762649"/>
                  <a:gd name="connsiteY7" fmla="*/ 3611239 h 4876797"/>
                  <a:gd name="connsiteX8" fmla="*/ 762019 w 4762649"/>
                  <a:gd name="connsiteY8" fmla="*/ 3162745 h 4876797"/>
                  <a:gd name="connsiteX9" fmla="*/ 762019 w 4762649"/>
                  <a:gd name="connsiteY9" fmla="*/ 3957606 h 4876797"/>
                  <a:gd name="connsiteX10" fmla="*/ 2286076 w 4762649"/>
                  <a:gd name="connsiteY10" fmla="*/ 4634957 h 4876797"/>
                  <a:gd name="connsiteX11" fmla="*/ 2286076 w 4762649"/>
                  <a:gd name="connsiteY11" fmla="*/ 3714699 h 4876797"/>
                  <a:gd name="connsiteX12" fmla="*/ 2381326 w 4762649"/>
                  <a:gd name="connsiteY12" fmla="*/ 3619449 h 4876797"/>
                  <a:gd name="connsiteX13" fmla="*/ 2476576 w 4762649"/>
                  <a:gd name="connsiteY13" fmla="*/ 3714699 h 4876797"/>
                  <a:gd name="connsiteX14" fmla="*/ 2476576 w 4762649"/>
                  <a:gd name="connsiteY14" fmla="*/ 4634957 h 4876797"/>
                  <a:gd name="connsiteX15" fmla="*/ 4000623 w 4762649"/>
                  <a:gd name="connsiteY15" fmla="*/ 3957606 h 4876797"/>
                  <a:gd name="connsiteX16" fmla="*/ 4000623 w 4762649"/>
                  <a:gd name="connsiteY16" fmla="*/ 3162745 h 4876797"/>
                  <a:gd name="connsiteX17" fmla="*/ 2991526 w 4762649"/>
                  <a:gd name="connsiteY17" fmla="*/ 3611229 h 4876797"/>
                  <a:gd name="connsiteX18" fmla="*/ 2952883 w 4762649"/>
                  <a:gd name="connsiteY18" fmla="*/ 3619449 h 4876797"/>
                  <a:gd name="connsiteX19" fmla="*/ 2876645 w 4762649"/>
                  <a:gd name="connsiteY19" fmla="*/ 3581340 h 4876797"/>
                  <a:gd name="connsiteX20" fmla="*/ 697439 w 4762649"/>
                  <a:gd name="connsiteY20" fmla="*/ 2118014 h 4876797"/>
                  <a:gd name="connsiteX21" fmla="*/ 243192 w 4762649"/>
                  <a:gd name="connsiteY21" fmla="*/ 2723699 h 4876797"/>
                  <a:gd name="connsiteX22" fmla="*/ 1779146 w 4762649"/>
                  <a:gd name="connsiteY22" fmla="*/ 3406337 h 4876797"/>
                  <a:gd name="connsiteX23" fmla="*/ 2233393 w 4762649"/>
                  <a:gd name="connsiteY23" fmla="*/ 2800661 h 4876797"/>
                  <a:gd name="connsiteX24" fmla="*/ 4065222 w 4762649"/>
                  <a:gd name="connsiteY24" fmla="*/ 2118005 h 4876797"/>
                  <a:gd name="connsiteX25" fmla="*/ 2529268 w 4762649"/>
                  <a:gd name="connsiteY25" fmla="*/ 2800652 h 4876797"/>
                  <a:gd name="connsiteX26" fmla="*/ 2983515 w 4762649"/>
                  <a:gd name="connsiteY26" fmla="*/ 3406327 h 4876797"/>
                  <a:gd name="connsiteX27" fmla="*/ 4519469 w 4762649"/>
                  <a:gd name="connsiteY27" fmla="*/ 2723680 h 4876797"/>
                  <a:gd name="connsiteX28" fmla="*/ 2571826 w 4762649"/>
                  <a:gd name="connsiteY28" fmla="*/ 2000142 h 4876797"/>
                  <a:gd name="connsiteX29" fmla="*/ 2571825 w 4762649"/>
                  <a:gd name="connsiteY29" fmla="*/ 2000152 h 4876797"/>
                  <a:gd name="connsiteX30" fmla="*/ 2190816 w 4762649"/>
                  <a:gd name="connsiteY30" fmla="*/ 2000152 h 4876797"/>
                  <a:gd name="connsiteX31" fmla="*/ 2246642 w 4762649"/>
                  <a:gd name="connsiteY31" fmla="*/ 2134826 h 4876797"/>
                  <a:gd name="connsiteX32" fmla="*/ 2381316 w 4762649"/>
                  <a:gd name="connsiteY32" fmla="*/ 2190652 h 4876797"/>
                  <a:gd name="connsiteX33" fmla="*/ 2567949 w 4762649"/>
                  <a:gd name="connsiteY33" fmla="*/ 2038486 h 4876797"/>
                  <a:gd name="connsiteX34" fmla="*/ 2571825 w 4762649"/>
                  <a:gd name="connsiteY34" fmla="*/ 2000152 h 4876797"/>
                  <a:gd name="connsiteX35" fmla="*/ 2571826 w 4762649"/>
                  <a:gd name="connsiteY35" fmla="*/ 2000152 h 4876797"/>
                  <a:gd name="connsiteX36" fmla="*/ 2095566 w 4762649"/>
                  <a:gd name="connsiteY36" fmla="*/ 1619142 h 4876797"/>
                  <a:gd name="connsiteX37" fmla="*/ 2095566 w 4762649"/>
                  <a:gd name="connsiteY37" fmla="*/ 1714392 h 4876797"/>
                  <a:gd name="connsiteX38" fmla="*/ 2149554 w 4762649"/>
                  <a:gd name="connsiteY38" fmla="*/ 1800317 h 4876797"/>
                  <a:gd name="connsiteX39" fmla="*/ 2190816 w 4762649"/>
                  <a:gd name="connsiteY39" fmla="*/ 1809642 h 4876797"/>
                  <a:gd name="connsiteX40" fmla="*/ 2571835 w 4762649"/>
                  <a:gd name="connsiteY40" fmla="*/ 1809642 h 4876797"/>
                  <a:gd name="connsiteX41" fmla="*/ 2608831 w 4762649"/>
                  <a:gd name="connsiteY41" fmla="*/ 1802213 h 4876797"/>
                  <a:gd name="connsiteX42" fmla="*/ 2667085 w 4762649"/>
                  <a:gd name="connsiteY42" fmla="*/ 1714392 h 4876797"/>
                  <a:gd name="connsiteX43" fmla="*/ 2667085 w 4762649"/>
                  <a:gd name="connsiteY43" fmla="*/ 1619142 h 4876797"/>
                  <a:gd name="connsiteX44" fmla="*/ 2875769 w 4762649"/>
                  <a:gd name="connsiteY44" fmla="*/ 1562106 h 4876797"/>
                  <a:gd name="connsiteX45" fmla="*/ 2867358 w 4762649"/>
                  <a:gd name="connsiteY45" fmla="*/ 1575565 h 4876797"/>
                  <a:gd name="connsiteX46" fmla="*/ 2857576 w 4762649"/>
                  <a:gd name="connsiteY46" fmla="*/ 1617513 h 4876797"/>
                  <a:gd name="connsiteX47" fmla="*/ 2857576 w 4762649"/>
                  <a:gd name="connsiteY47" fmla="*/ 1714383 h 4876797"/>
                  <a:gd name="connsiteX48" fmla="*/ 2762326 w 4762649"/>
                  <a:gd name="connsiteY48" fmla="*/ 1927257 h 4876797"/>
                  <a:gd name="connsiteX49" fmla="*/ 2762326 w 4762649"/>
                  <a:gd name="connsiteY49" fmla="*/ 2000142 h 4876797"/>
                  <a:gd name="connsiteX50" fmla="*/ 2381316 w 4762649"/>
                  <a:gd name="connsiteY50" fmla="*/ 2381152 h 4876797"/>
                  <a:gd name="connsiteX51" fmla="*/ 2111930 w 4762649"/>
                  <a:gd name="connsiteY51" fmla="*/ 2269528 h 4876797"/>
                  <a:gd name="connsiteX52" fmla="*/ 2000307 w 4762649"/>
                  <a:gd name="connsiteY52" fmla="*/ 2000142 h 4876797"/>
                  <a:gd name="connsiteX53" fmla="*/ 2000307 w 4762649"/>
                  <a:gd name="connsiteY53" fmla="*/ 1927219 h 4876797"/>
                  <a:gd name="connsiteX54" fmla="*/ 1905057 w 4762649"/>
                  <a:gd name="connsiteY54" fmla="*/ 1714383 h 4876797"/>
                  <a:gd name="connsiteX55" fmla="*/ 1905057 w 4762649"/>
                  <a:gd name="connsiteY55" fmla="*/ 1617513 h 4876797"/>
                  <a:gd name="connsiteX56" fmla="*/ 1895208 w 4762649"/>
                  <a:gd name="connsiteY56" fmla="*/ 1575622 h 4876797"/>
                  <a:gd name="connsiteX57" fmla="*/ 1886797 w 4762649"/>
                  <a:gd name="connsiteY57" fmla="*/ 1562135 h 4876797"/>
                  <a:gd name="connsiteX58" fmla="*/ 901303 w 4762649"/>
                  <a:gd name="connsiteY58" fmla="*/ 2000142 h 4876797"/>
                  <a:gd name="connsiteX59" fmla="*/ 2381326 w 4762649"/>
                  <a:gd name="connsiteY59" fmla="*/ 2657929 h 4876797"/>
                  <a:gd name="connsiteX60" fmla="*/ 3861330 w 4762649"/>
                  <a:gd name="connsiteY60" fmla="*/ 2000142 h 4876797"/>
                  <a:gd name="connsiteX61" fmla="*/ 3497753 w 4762649"/>
                  <a:gd name="connsiteY61" fmla="*/ 1012853 h 4876797"/>
                  <a:gd name="connsiteX62" fmla="*/ 3534670 w 4762649"/>
                  <a:gd name="connsiteY62" fmla="*/ 1021058 h 4876797"/>
                  <a:gd name="connsiteX63" fmla="*/ 3944064 w 4762649"/>
                  <a:gd name="connsiteY63" fmla="*/ 1203005 h 4876797"/>
                  <a:gd name="connsiteX64" fmla="*/ 3992422 w 4762649"/>
                  <a:gd name="connsiteY64" fmla="*/ 1328735 h 4876797"/>
                  <a:gd name="connsiteX65" fmla="*/ 3905326 w 4762649"/>
                  <a:gd name="connsiteY65" fmla="*/ 1385323 h 4876797"/>
                  <a:gd name="connsiteX66" fmla="*/ 3866692 w 4762649"/>
                  <a:gd name="connsiteY66" fmla="*/ 1377093 h 4876797"/>
                  <a:gd name="connsiteX67" fmla="*/ 3457298 w 4762649"/>
                  <a:gd name="connsiteY67" fmla="*/ 1195147 h 4876797"/>
                  <a:gd name="connsiteX68" fmla="*/ 3408949 w 4762649"/>
                  <a:gd name="connsiteY68" fmla="*/ 1069417 h 4876797"/>
                  <a:gd name="connsiteX69" fmla="*/ 3497753 w 4762649"/>
                  <a:gd name="connsiteY69" fmla="*/ 1012853 h 4876797"/>
                  <a:gd name="connsiteX70" fmla="*/ 1264905 w 4762649"/>
                  <a:gd name="connsiteY70" fmla="*/ 1012839 h 4876797"/>
                  <a:gd name="connsiteX71" fmla="*/ 1353722 w 4762649"/>
                  <a:gd name="connsiteY71" fmla="*/ 1069407 h 4876797"/>
                  <a:gd name="connsiteX72" fmla="*/ 1305363 w 4762649"/>
                  <a:gd name="connsiteY72" fmla="*/ 1195137 h 4876797"/>
                  <a:gd name="connsiteX73" fmla="*/ 895969 w 4762649"/>
                  <a:gd name="connsiteY73" fmla="*/ 1377083 h 4876797"/>
                  <a:gd name="connsiteX74" fmla="*/ 857336 w 4762649"/>
                  <a:gd name="connsiteY74" fmla="*/ 1385313 h 4876797"/>
                  <a:gd name="connsiteX75" fmla="*/ 770249 w 4762649"/>
                  <a:gd name="connsiteY75" fmla="*/ 1328725 h 4876797"/>
                  <a:gd name="connsiteX76" fmla="*/ 818607 w 4762649"/>
                  <a:gd name="connsiteY76" fmla="*/ 1202995 h 4876797"/>
                  <a:gd name="connsiteX77" fmla="*/ 1228001 w 4762649"/>
                  <a:gd name="connsiteY77" fmla="*/ 1021048 h 4876797"/>
                  <a:gd name="connsiteX78" fmla="*/ 1264905 w 4762649"/>
                  <a:gd name="connsiteY78" fmla="*/ 1012839 h 4876797"/>
                  <a:gd name="connsiteX79" fmla="*/ 859047 w 4762649"/>
                  <a:gd name="connsiteY79" fmla="*/ 203200 h 4876797"/>
                  <a:gd name="connsiteX80" fmla="*/ 895969 w 4762649"/>
                  <a:gd name="connsiteY80" fmla="*/ 211404 h 4876797"/>
                  <a:gd name="connsiteX81" fmla="*/ 1305363 w 4762649"/>
                  <a:gd name="connsiteY81" fmla="*/ 393350 h 4876797"/>
                  <a:gd name="connsiteX82" fmla="*/ 1353721 w 4762649"/>
                  <a:gd name="connsiteY82" fmla="*/ 519081 h 4876797"/>
                  <a:gd name="connsiteX83" fmla="*/ 1266625 w 4762649"/>
                  <a:gd name="connsiteY83" fmla="*/ 575669 h 4876797"/>
                  <a:gd name="connsiteX84" fmla="*/ 1227991 w 4762649"/>
                  <a:gd name="connsiteY84" fmla="*/ 567439 h 4876797"/>
                  <a:gd name="connsiteX85" fmla="*/ 818597 w 4762649"/>
                  <a:gd name="connsiteY85" fmla="*/ 385492 h 4876797"/>
                  <a:gd name="connsiteX86" fmla="*/ 770248 w 4762649"/>
                  <a:gd name="connsiteY86" fmla="*/ 259762 h 4876797"/>
                  <a:gd name="connsiteX87" fmla="*/ 859047 w 4762649"/>
                  <a:gd name="connsiteY87" fmla="*/ 203200 h 4876797"/>
                  <a:gd name="connsiteX88" fmla="*/ 3903618 w 4762649"/>
                  <a:gd name="connsiteY88" fmla="*/ 203181 h 4876797"/>
                  <a:gd name="connsiteX89" fmla="*/ 3992423 w 4762649"/>
                  <a:gd name="connsiteY89" fmla="*/ 259753 h 4876797"/>
                  <a:gd name="connsiteX90" fmla="*/ 3944064 w 4762649"/>
                  <a:gd name="connsiteY90" fmla="*/ 385483 h 4876797"/>
                  <a:gd name="connsiteX91" fmla="*/ 3534670 w 4762649"/>
                  <a:gd name="connsiteY91" fmla="*/ 567430 h 4876797"/>
                  <a:gd name="connsiteX92" fmla="*/ 3496037 w 4762649"/>
                  <a:gd name="connsiteY92" fmla="*/ 575659 h 4876797"/>
                  <a:gd name="connsiteX93" fmla="*/ 3408950 w 4762649"/>
                  <a:gd name="connsiteY93" fmla="*/ 519071 h 4876797"/>
                  <a:gd name="connsiteX94" fmla="*/ 3457308 w 4762649"/>
                  <a:gd name="connsiteY94" fmla="*/ 393341 h 4876797"/>
                  <a:gd name="connsiteX95" fmla="*/ 3866702 w 4762649"/>
                  <a:gd name="connsiteY95" fmla="*/ 211395 h 4876797"/>
                  <a:gd name="connsiteX96" fmla="*/ 3903618 w 4762649"/>
                  <a:gd name="connsiteY96" fmla="*/ 203181 h 4876797"/>
                  <a:gd name="connsiteX97" fmla="*/ 2447508 w 4762649"/>
                  <a:gd name="connsiteY97" fmla="*/ 193432 h 4876797"/>
                  <a:gd name="connsiteX98" fmla="*/ 2304850 w 4762649"/>
                  <a:gd name="connsiteY98" fmla="*/ 194612 h 4876797"/>
                  <a:gd name="connsiteX99" fmla="*/ 1722939 w 4762649"/>
                  <a:gd name="connsiteY99" fmla="*/ 749538 h 4876797"/>
                  <a:gd name="connsiteX100" fmla="*/ 1963702 w 4762649"/>
                  <a:gd name="connsiteY100" fmla="*/ 1376007 h 4876797"/>
                  <a:gd name="connsiteX101" fmla="*/ 1981590 w 4762649"/>
                  <a:gd name="connsiteY101" fmla="*/ 1389980 h 4876797"/>
                  <a:gd name="connsiteX102" fmla="*/ 2023491 w 4762649"/>
                  <a:gd name="connsiteY102" fmla="*/ 1428623 h 4876797"/>
                  <a:gd name="connsiteX103" fmla="*/ 2286066 w 4762649"/>
                  <a:gd name="connsiteY103" fmla="*/ 1428623 h 4876797"/>
                  <a:gd name="connsiteX104" fmla="*/ 2286066 w 4762649"/>
                  <a:gd name="connsiteY104" fmla="*/ 1087076 h 4876797"/>
                  <a:gd name="connsiteX105" fmla="*/ 2123455 w 4762649"/>
                  <a:gd name="connsiteY105" fmla="*/ 924465 h 4876797"/>
                  <a:gd name="connsiteX106" fmla="*/ 2123455 w 4762649"/>
                  <a:gd name="connsiteY106" fmla="*/ 789753 h 4876797"/>
                  <a:gd name="connsiteX107" fmla="*/ 2258168 w 4762649"/>
                  <a:gd name="connsiteY107" fmla="*/ 789753 h 4876797"/>
                  <a:gd name="connsiteX108" fmla="*/ 2381326 w 4762649"/>
                  <a:gd name="connsiteY108" fmla="*/ 912911 h 4876797"/>
                  <a:gd name="connsiteX109" fmla="*/ 2504484 w 4762649"/>
                  <a:gd name="connsiteY109" fmla="*/ 789762 h 4876797"/>
                  <a:gd name="connsiteX110" fmla="*/ 2639196 w 4762649"/>
                  <a:gd name="connsiteY110" fmla="*/ 789762 h 4876797"/>
                  <a:gd name="connsiteX111" fmla="*/ 2639196 w 4762649"/>
                  <a:gd name="connsiteY111" fmla="*/ 924474 h 4876797"/>
                  <a:gd name="connsiteX112" fmla="*/ 2476585 w 4762649"/>
                  <a:gd name="connsiteY112" fmla="*/ 1087085 h 4876797"/>
                  <a:gd name="connsiteX113" fmla="*/ 2476585 w 4762649"/>
                  <a:gd name="connsiteY113" fmla="*/ 1428633 h 4876797"/>
                  <a:gd name="connsiteX114" fmla="*/ 2739018 w 4762649"/>
                  <a:gd name="connsiteY114" fmla="*/ 1428633 h 4876797"/>
                  <a:gd name="connsiteX115" fmla="*/ 2780490 w 4762649"/>
                  <a:gd name="connsiteY115" fmla="*/ 1390418 h 4876797"/>
                  <a:gd name="connsiteX116" fmla="*/ 2798721 w 4762649"/>
                  <a:gd name="connsiteY116" fmla="*/ 1376207 h 4876797"/>
                  <a:gd name="connsiteX117" fmla="*/ 3048104 w 4762649"/>
                  <a:gd name="connsiteY117" fmla="*/ 857113 h 4876797"/>
                  <a:gd name="connsiteX118" fmla="*/ 2825896 w 4762649"/>
                  <a:gd name="connsiteY118" fmla="*/ 360166 h 4876797"/>
                  <a:gd name="connsiteX119" fmla="*/ 2447508 w 4762649"/>
                  <a:gd name="connsiteY119" fmla="*/ 193432 h 4876797"/>
                  <a:gd name="connsiteX120" fmla="*/ 2375213 w 4762649"/>
                  <a:gd name="connsiteY120" fmla="*/ 10 h 4876797"/>
                  <a:gd name="connsiteX121" fmla="*/ 2952959 w 4762649"/>
                  <a:gd name="connsiteY121" fmla="*/ 218243 h 4876797"/>
                  <a:gd name="connsiteX122" fmla="*/ 3238595 w 4762649"/>
                  <a:gd name="connsiteY122" fmla="*/ 857123 h 4876797"/>
                  <a:gd name="connsiteX123" fmla="*/ 3026683 w 4762649"/>
                  <a:gd name="connsiteY123" fmla="*/ 1420717 h 4876797"/>
                  <a:gd name="connsiteX124" fmla="*/ 4134555 w 4762649"/>
                  <a:gd name="connsiteY124" fmla="*/ 1913122 h 4876797"/>
                  <a:gd name="connsiteX125" fmla="*/ 4134793 w 4762649"/>
                  <a:gd name="connsiteY125" fmla="*/ 1913245 h 4876797"/>
                  <a:gd name="connsiteX126" fmla="*/ 4145984 w 4762649"/>
                  <a:gd name="connsiteY126" fmla="*/ 1919237 h 4876797"/>
                  <a:gd name="connsiteX127" fmla="*/ 4147985 w 4762649"/>
                  <a:gd name="connsiteY127" fmla="*/ 1920532 h 4876797"/>
                  <a:gd name="connsiteX128" fmla="*/ 4156976 w 4762649"/>
                  <a:gd name="connsiteY128" fmla="*/ 1927180 h 4876797"/>
                  <a:gd name="connsiteX129" fmla="*/ 4158205 w 4762649"/>
                  <a:gd name="connsiteY129" fmla="*/ 1928171 h 4876797"/>
                  <a:gd name="connsiteX130" fmla="*/ 4166863 w 4762649"/>
                  <a:gd name="connsiteY130" fmla="*/ 1936753 h 4876797"/>
                  <a:gd name="connsiteX131" fmla="*/ 4168797 w 4762649"/>
                  <a:gd name="connsiteY131" fmla="*/ 1939068 h 4876797"/>
                  <a:gd name="connsiteX132" fmla="*/ 4172073 w 4762649"/>
                  <a:gd name="connsiteY132" fmla="*/ 1943002 h 4876797"/>
                  <a:gd name="connsiteX133" fmla="*/ 4743592 w 4762649"/>
                  <a:gd name="connsiteY133" fmla="*/ 2705021 h 4876797"/>
                  <a:gd name="connsiteX134" fmla="*/ 4759585 w 4762649"/>
                  <a:gd name="connsiteY134" fmla="*/ 2786155 h 4876797"/>
                  <a:gd name="connsiteX135" fmla="*/ 4706093 w 4762649"/>
                  <a:gd name="connsiteY135" fmla="*/ 2849210 h 4876797"/>
                  <a:gd name="connsiteX136" fmla="*/ 4191133 w 4762649"/>
                  <a:gd name="connsiteY136" fmla="*/ 3078077 h 4876797"/>
                  <a:gd name="connsiteX137" fmla="*/ 4191133 w 4762649"/>
                  <a:gd name="connsiteY137" fmla="*/ 4019509 h 4876797"/>
                  <a:gd name="connsiteX138" fmla="*/ 4134573 w 4762649"/>
                  <a:gd name="connsiteY138" fmla="*/ 4106548 h 4876797"/>
                  <a:gd name="connsiteX139" fmla="*/ 2420016 w 4762649"/>
                  <a:gd name="connsiteY139" fmla="*/ 4868577 h 4876797"/>
                  <a:gd name="connsiteX140" fmla="*/ 2419530 w 4762649"/>
                  <a:gd name="connsiteY140" fmla="*/ 4868758 h 4876797"/>
                  <a:gd name="connsiteX141" fmla="*/ 2411825 w 4762649"/>
                  <a:gd name="connsiteY141" fmla="*/ 4871711 h 4876797"/>
                  <a:gd name="connsiteX142" fmla="*/ 2410425 w 4762649"/>
                  <a:gd name="connsiteY142" fmla="*/ 4872225 h 4876797"/>
                  <a:gd name="connsiteX143" fmla="*/ 2401490 w 4762649"/>
                  <a:gd name="connsiteY143" fmla="*/ 4874606 h 4876797"/>
                  <a:gd name="connsiteX144" fmla="*/ 2400947 w 4762649"/>
                  <a:gd name="connsiteY144" fmla="*/ 4874749 h 4876797"/>
                  <a:gd name="connsiteX145" fmla="*/ 2381326 w 4762649"/>
                  <a:gd name="connsiteY145" fmla="*/ 4876797 h 4876797"/>
                  <a:gd name="connsiteX146" fmla="*/ 2361704 w 4762649"/>
                  <a:gd name="connsiteY146" fmla="*/ 4874749 h 4876797"/>
                  <a:gd name="connsiteX147" fmla="*/ 2361161 w 4762649"/>
                  <a:gd name="connsiteY147" fmla="*/ 4874606 h 4876797"/>
                  <a:gd name="connsiteX148" fmla="*/ 2352227 w 4762649"/>
                  <a:gd name="connsiteY148" fmla="*/ 4872225 h 4876797"/>
                  <a:gd name="connsiteX149" fmla="*/ 2350827 w 4762649"/>
                  <a:gd name="connsiteY149" fmla="*/ 4871711 h 4876797"/>
                  <a:gd name="connsiteX150" fmla="*/ 2343121 w 4762649"/>
                  <a:gd name="connsiteY150" fmla="*/ 4868758 h 4876797"/>
                  <a:gd name="connsiteX151" fmla="*/ 2342635 w 4762649"/>
                  <a:gd name="connsiteY151" fmla="*/ 4868577 h 4876797"/>
                  <a:gd name="connsiteX152" fmla="*/ 628078 w 4762649"/>
                  <a:gd name="connsiteY152" fmla="*/ 4106548 h 4876797"/>
                  <a:gd name="connsiteX153" fmla="*/ 571519 w 4762649"/>
                  <a:gd name="connsiteY153" fmla="*/ 4019509 h 4876797"/>
                  <a:gd name="connsiteX154" fmla="*/ 571519 w 4762649"/>
                  <a:gd name="connsiteY154" fmla="*/ 3078077 h 4876797"/>
                  <a:gd name="connsiteX155" fmla="*/ 56559 w 4762649"/>
                  <a:gd name="connsiteY155" fmla="*/ 2849210 h 4876797"/>
                  <a:gd name="connsiteX156" fmla="*/ 3067 w 4762649"/>
                  <a:gd name="connsiteY156" fmla="*/ 2786155 h 4876797"/>
                  <a:gd name="connsiteX157" fmla="*/ 19049 w 4762649"/>
                  <a:gd name="connsiteY157" fmla="*/ 2705021 h 4876797"/>
                  <a:gd name="connsiteX158" fmla="*/ 590559 w 4762649"/>
                  <a:gd name="connsiteY158" fmla="*/ 1943002 h 4876797"/>
                  <a:gd name="connsiteX159" fmla="*/ 593826 w 4762649"/>
                  <a:gd name="connsiteY159" fmla="*/ 1939077 h 4876797"/>
                  <a:gd name="connsiteX160" fmla="*/ 595769 w 4762649"/>
                  <a:gd name="connsiteY160" fmla="*/ 1936744 h 4876797"/>
                  <a:gd name="connsiteX161" fmla="*/ 604418 w 4762649"/>
                  <a:gd name="connsiteY161" fmla="*/ 1928181 h 4876797"/>
                  <a:gd name="connsiteX162" fmla="*/ 605685 w 4762649"/>
                  <a:gd name="connsiteY162" fmla="*/ 1927171 h 4876797"/>
                  <a:gd name="connsiteX163" fmla="*/ 614638 w 4762649"/>
                  <a:gd name="connsiteY163" fmla="*/ 1920551 h 4876797"/>
                  <a:gd name="connsiteX164" fmla="*/ 616658 w 4762649"/>
                  <a:gd name="connsiteY164" fmla="*/ 1919237 h 4876797"/>
                  <a:gd name="connsiteX165" fmla="*/ 627840 w 4762649"/>
                  <a:gd name="connsiteY165" fmla="*/ 1913255 h 4876797"/>
                  <a:gd name="connsiteX166" fmla="*/ 628078 w 4762649"/>
                  <a:gd name="connsiteY166" fmla="*/ 1913122 h 4876797"/>
                  <a:gd name="connsiteX167" fmla="*/ 1735835 w 4762649"/>
                  <a:gd name="connsiteY167" fmla="*/ 1420784 h 4876797"/>
                  <a:gd name="connsiteX168" fmla="*/ 1534696 w 4762649"/>
                  <a:gd name="connsiteY168" fmla="*/ 720277 h 4876797"/>
                  <a:gd name="connsiteX169" fmla="*/ 1789680 w 4762649"/>
                  <a:gd name="connsiteY169" fmla="*/ 237503 h 4876797"/>
                  <a:gd name="connsiteX170" fmla="*/ 2283885 w 4762649"/>
                  <a:gd name="connsiteY170" fmla="*/ 5283 h 4876797"/>
                  <a:gd name="connsiteX171" fmla="*/ 2375213 w 4762649"/>
                  <a:gd name="connsiteY171" fmla="*/ 10 h 487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4762649" h="4876797">
                    <a:moveTo>
                      <a:pt x="2381326" y="3238431"/>
                    </a:moveTo>
                    <a:cubicBezTo>
                      <a:pt x="2433904" y="3238431"/>
                      <a:pt x="2476576" y="3281103"/>
                      <a:pt x="2476576" y="3333681"/>
                    </a:cubicBezTo>
                    <a:cubicBezTo>
                      <a:pt x="2476576" y="3386259"/>
                      <a:pt x="2433904" y="3428931"/>
                      <a:pt x="2381326" y="3428931"/>
                    </a:cubicBezTo>
                    <a:cubicBezTo>
                      <a:pt x="2328748" y="3428931"/>
                      <a:pt x="2286076" y="3386259"/>
                      <a:pt x="2286076" y="3333681"/>
                    </a:cubicBezTo>
                    <a:cubicBezTo>
                      <a:pt x="2286076" y="3281103"/>
                      <a:pt x="2328748" y="3238431"/>
                      <a:pt x="2381326" y="3238431"/>
                    </a:cubicBezTo>
                    <a:close/>
                    <a:moveTo>
                      <a:pt x="2381326" y="2920924"/>
                    </a:moveTo>
                    <a:lnTo>
                      <a:pt x="1885997" y="3581349"/>
                    </a:lnTo>
                    <a:cubicBezTo>
                      <a:pt x="1859356" y="3616887"/>
                      <a:pt x="1811683" y="3629289"/>
                      <a:pt x="1771116" y="3611239"/>
                    </a:cubicBezTo>
                    <a:lnTo>
                      <a:pt x="762019" y="3162745"/>
                    </a:lnTo>
                    <a:lnTo>
                      <a:pt x="762019" y="3957606"/>
                    </a:lnTo>
                    <a:lnTo>
                      <a:pt x="2286076" y="4634957"/>
                    </a:lnTo>
                    <a:lnTo>
                      <a:pt x="2286076" y="3714699"/>
                    </a:lnTo>
                    <a:cubicBezTo>
                      <a:pt x="2286076" y="3662102"/>
                      <a:pt x="2328719" y="3619449"/>
                      <a:pt x="2381326" y="3619449"/>
                    </a:cubicBezTo>
                    <a:cubicBezTo>
                      <a:pt x="2433932" y="3619449"/>
                      <a:pt x="2476576" y="3662102"/>
                      <a:pt x="2476576" y="3714699"/>
                    </a:cubicBezTo>
                    <a:lnTo>
                      <a:pt x="2476576" y="4634957"/>
                    </a:lnTo>
                    <a:lnTo>
                      <a:pt x="4000623" y="3957606"/>
                    </a:lnTo>
                    <a:lnTo>
                      <a:pt x="4000623" y="3162745"/>
                    </a:lnTo>
                    <a:lnTo>
                      <a:pt x="2991526" y="3611229"/>
                    </a:lnTo>
                    <a:cubicBezTo>
                      <a:pt x="2979048" y="3616782"/>
                      <a:pt x="2965885" y="3619449"/>
                      <a:pt x="2952883" y="3619449"/>
                    </a:cubicBezTo>
                    <a:cubicBezTo>
                      <a:pt x="2923613" y="3619449"/>
                      <a:pt x="2895095" y="3605933"/>
                      <a:pt x="2876645" y="3581340"/>
                    </a:cubicBezTo>
                    <a:close/>
                    <a:moveTo>
                      <a:pt x="697439" y="2118014"/>
                    </a:moveTo>
                    <a:lnTo>
                      <a:pt x="243192" y="2723699"/>
                    </a:lnTo>
                    <a:lnTo>
                      <a:pt x="1779146" y="3406337"/>
                    </a:lnTo>
                    <a:lnTo>
                      <a:pt x="2233393" y="2800661"/>
                    </a:lnTo>
                    <a:close/>
                    <a:moveTo>
                      <a:pt x="4065222" y="2118005"/>
                    </a:moveTo>
                    <a:lnTo>
                      <a:pt x="2529268" y="2800652"/>
                    </a:lnTo>
                    <a:lnTo>
                      <a:pt x="2983515" y="3406327"/>
                    </a:lnTo>
                    <a:lnTo>
                      <a:pt x="4519469" y="2723680"/>
                    </a:lnTo>
                    <a:close/>
                    <a:moveTo>
                      <a:pt x="2571826" y="2000142"/>
                    </a:moveTo>
                    <a:lnTo>
                      <a:pt x="2571825" y="2000152"/>
                    </a:lnTo>
                    <a:lnTo>
                      <a:pt x="2190816" y="2000152"/>
                    </a:lnTo>
                    <a:cubicBezTo>
                      <a:pt x="2190816" y="2050996"/>
                      <a:pt x="2210647" y="2098831"/>
                      <a:pt x="2246642" y="2134826"/>
                    </a:cubicBezTo>
                    <a:cubicBezTo>
                      <a:pt x="2282647" y="2170821"/>
                      <a:pt x="2330472" y="2190652"/>
                      <a:pt x="2381316" y="2190652"/>
                    </a:cubicBezTo>
                    <a:cubicBezTo>
                      <a:pt x="2473237" y="2190652"/>
                      <a:pt x="2550155" y="2125215"/>
                      <a:pt x="2567949" y="2038486"/>
                    </a:cubicBezTo>
                    <a:lnTo>
                      <a:pt x="2571825" y="2000152"/>
                    </a:lnTo>
                    <a:lnTo>
                      <a:pt x="2571826" y="2000152"/>
                    </a:lnTo>
                    <a:close/>
                    <a:moveTo>
                      <a:pt x="2095566" y="1619142"/>
                    </a:moveTo>
                    <a:lnTo>
                      <a:pt x="2095566" y="1714392"/>
                    </a:lnTo>
                    <a:cubicBezTo>
                      <a:pt x="2095566" y="1751359"/>
                      <a:pt x="2116255" y="1784277"/>
                      <a:pt x="2149554" y="1800317"/>
                    </a:cubicBezTo>
                    <a:cubicBezTo>
                      <a:pt x="2162422" y="1806499"/>
                      <a:pt x="2176319" y="1809642"/>
                      <a:pt x="2190816" y="1809642"/>
                    </a:cubicBezTo>
                    <a:lnTo>
                      <a:pt x="2571835" y="1809642"/>
                    </a:lnTo>
                    <a:cubicBezTo>
                      <a:pt x="2584723" y="1809642"/>
                      <a:pt x="2597172" y="1807147"/>
                      <a:pt x="2608831" y="1802213"/>
                    </a:cubicBezTo>
                    <a:cubicBezTo>
                      <a:pt x="2644225" y="1787239"/>
                      <a:pt x="2667085" y="1752778"/>
                      <a:pt x="2667085" y="1714392"/>
                    </a:cubicBezTo>
                    <a:lnTo>
                      <a:pt x="2667085" y="1619142"/>
                    </a:lnTo>
                    <a:close/>
                    <a:moveTo>
                      <a:pt x="2875769" y="1562106"/>
                    </a:moveTo>
                    <a:cubicBezTo>
                      <a:pt x="2872616" y="1566374"/>
                      <a:pt x="2869711" y="1570822"/>
                      <a:pt x="2867358" y="1575565"/>
                    </a:cubicBezTo>
                    <a:cubicBezTo>
                      <a:pt x="2860938" y="1588462"/>
                      <a:pt x="2857576" y="1602931"/>
                      <a:pt x="2857576" y="1617513"/>
                    </a:cubicBezTo>
                    <a:lnTo>
                      <a:pt x="2857576" y="1714383"/>
                    </a:lnTo>
                    <a:cubicBezTo>
                      <a:pt x="2857576" y="1797326"/>
                      <a:pt x="2821876" y="1874022"/>
                      <a:pt x="2762326" y="1927257"/>
                    </a:cubicBezTo>
                    <a:lnTo>
                      <a:pt x="2762326" y="2000142"/>
                    </a:lnTo>
                    <a:cubicBezTo>
                      <a:pt x="2762326" y="2210225"/>
                      <a:pt x="2591409" y="2381152"/>
                      <a:pt x="2381316" y="2381152"/>
                    </a:cubicBezTo>
                    <a:cubicBezTo>
                      <a:pt x="2279589" y="2381152"/>
                      <a:pt x="2183920" y="2341509"/>
                      <a:pt x="2111930" y="2269528"/>
                    </a:cubicBezTo>
                    <a:cubicBezTo>
                      <a:pt x="2039950" y="2197557"/>
                      <a:pt x="2000307" y="2101879"/>
                      <a:pt x="2000307" y="2000142"/>
                    </a:cubicBezTo>
                    <a:lnTo>
                      <a:pt x="2000307" y="1927219"/>
                    </a:lnTo>
                    <a:cubicBezTo>
                      <a:pt x="1940852" y="1873679"/>
                      <a:pt x="1905057" y="1796297"/>
                      <a:pt x="1905057" y="1714383"/>
                    </a:cubicBezTo>
                    <a:lnTo>
                      <a:pt x="1905057" y="1617513"/>
                    </a:lnTo>
                    <a:cubicBezTo>
                      <a:pt x="1905057" y="1602797"/>
                      <a:pt x="1901742" y="1588700"/>
                      <a:pt x="1895208" y="1575622"/>
                    </a:cubicBezTo>
                    <a:cubicBezTo>
                      <a:pt x="1892808" y="1570812"/>
                      <a:pt x="1889921" y="1566383"/>
                      <a:pt x="1886797" y="1562135"/>
                    </a:cubicBezTo>
                    <a:lnTo>
                      <a:pt x="901303" y="2000142"/>
                    </a:lnTo>
                    <a:lnTo>
                      <a:pt x="2381326" y="2657929"/>
                    </a:lnTo>
                    <a:lnTo>
                      <a:pt x="3861330" y="2000142"/>
                    </a:lnTo>
                    <a:close/>
                    <a:moveTo>
                      <a:pt x="3497753" y="1012853"/>
                    </a:moveTo>
                    <a:cubicBezTo>
                      <a:pt x="3510123" y="1013075"/>
                      <a:pt x="3522654" y="1015724"/>
                      <a:pt x="3534670" y="1021058"/>
                    </a:cubicBezTo>
                    <a:lnTo>
                      <a:pt x="3944064" y="1203005"/>
                    </a:lnTo>
                    <a:cubicBezTo>
                      <a:pt x="3992137" y="1224370"/>
                      <a:pt x="4013787" y="1280662"/>
                      <a:pt x="3992422" y="1328735"/>
                    </a:cubicBezTo>
                    <a:cubicBezTo>
                      <a:pt x="3976639" y="1364225"/>
                      <a:pt x="3941816" y="1385323"/>
                      <a:pt x="3905326" y="1385323"/>
                    </a:cubicBezTo>
                    <a:cubicBezTo>
                      <a:pt x="3892400" y="1385323"/>
                      <a:pt x="3879265" y="1382675"/>
                      <a:pt x="3866692" y="1377093"/>
                    </a:cubicBezTo>
                    <a:lnTo>
                      <a:pt x="3457298" y="1195147"/>
                    </a:lnTo>
                    <a:cubicBezTo>
                      <a:pt x="3409225" y="1173773"/>
                      <a:pt x="3387575" y="1117480"/>
                      <a:pt x="3408949" y="1069417"/>
                    </a:cubicBezTo>
                    <a:cubicBezTo>
                      <a:pt x="3424965" y="1033362"/>
                      <a:pt x="3460640" y="1012186"/>
                      <a:pt x="3497753" y="1012853"/>
                    </a:cubicBezTo>
                    <a:close/>
                    <a:moveTo>
                      <a:pt x="1264905" y="1012839"/>
                    </a:moveTo>
                    <a:cubicBezTo>
                      <a:pt x="1302012" y="1012171"/>
                      <a:pt x="1337698" y="1033352"/>
                      <a:pt x="1353722" y="1069407"/>
                    </a:cubicBezTo>
                    <a:cubicBezTo>
                      <a:pt x="1375086" y="1117480"/>
                      <a:pt x="1353436" y="1173782"/>
                      <a:pt x="1305363" y="1195137"/>
                    </a:cubicBezTo>
                    <a:lnTo>
                      <a:pt x="895969" y="1377083"/>
                    </a:lnTo>
                    <a:cubicBezTo>
                      <a:pt x="883396" y="1382665"/>
                      <a:pt x="870261" y="1385313"/>
                      <a:pt x="857336" y="1385313"/>
                    </a:cubicBezTo>
                    <a:cubicBezTo>
                      <a:pt x="820836" y="1385313"/>
                      <a:pt x="786012" y="1364225"/>
                      <a:pt x="770249" y="1328725"/>
                    </a:cubicBezTo>
                    <a:cubicBezTo>
                      <a:pt x="748884" y="1280652"/>
                      <a:pt x="770534" y="1224360"/>
                      <a:pt x="818607" y="1202995"/>
                    </a:cubicBezTo>
                    <a:lnTo>
                      <a:pt x="1228001" y="1021048"/>
                    </a:lnTo>
                    <a:cubicBezTo>
                      <a:pt x="1240010" y="1015712"/>
                      <a:pt x="1252536" y="1013061"/>
                      <a:pt x="1264905" y="1012839"/>
                    </a:cubicBezTo>
                    <a:close/>
                    <a:moveTo>
                      <a:pt x="859047" y="203200"/>
                    </a:moveTo>
                    <a:cubicBezTo>
                      <a:pt x="871419" y="203421"/>
                      <a:pt x="883951" y="206070"/>
                      <a:pt x="895969" y="211404"/>
                    </a:cubicBezTo>
                    <a:lnTo>
                      <a:pt x="1305363" y="393350"/>
                    </a:lnTo>
                    <a:cubicBezTo>
                      <a:pt x="1353436" y="414715"/>
                      <a:pt x="1375086" y="471008"/>
                      <a:pt x="1353721" y="519081"/>
                    </a:cubicBezTo>
                    <a:cubicBezTo>
                      <a:pt x="1337938" y="554571"/>
                      <a:pt x="1303115" y="575669"/>
                      <a:pt x="1266625" y="575669"/>
                    </a:cubicBezTo>
                    <a:cubicBezTo>
                      <a:pt x="1253699" y="575669"/>
                      <a:pt x="1240564" y="573021"/>
                      <a:pt x="1227991" y="567439"/>
                    </a:cubicBezTo>
                    <a:lnTo>
                      <a:pt x="818597" y="385492"/>
                    </a:lnTo>
                    <a:cubicBezTo>
                      <a:pt x="770525" y="364118"/>
                      <a:pt x="748874" y="307826"/>
                      <a:pt x="770248" y="259762"/>
                    </a:cubicBezTo>
                    <a:cubicBezTo>
                      <a:pt x="786264" y="223715"/>
                      <a:pt x="821933" y="202535"/>
                      <a:pt x="859047" y="203200"/>
                    </a:cubicBezTo>
                    <a:close/>
                    <a:moveTo>
                      <a:pt x="3903618" y="203181"/>
                    </a:moveTo>
                    <a:cubicBezTo>
                      <a:pt x="3940728" y="202511"/>
                      <a:pt x="3976399" y="223698"/>
                      <a:pt x="3992423" y="259753"/>
                    </a:cubicBezTo>
                    <a:cubicBezTo>
                      <a:pt x="4013787" y="307835"/>
                      <a:pt x="3992137" y="364128"/>
                      <a:pt x="3944064" y="385483"/>
                    </a:cubicBezTo>
                    <a:lnTo>
                      <a:pt x="3534670" y="567430"/>
                    </a:lnTo>
                    <a:cubicBezTo>
                      <a:pt x="3522097" y="573011"/>
                      <a:pt x="3508962" y="575659"/>
                      <a:pt x="3496037" y="575659"/>
                    </a:cubicBezTo>
                    <a:cubicBezTo>
                      <a:pt x="3459537" y="575659"/>
                      <a:pt x="3424713" y="554571"/>
                      <a:pt x="3408950" y="519071"/>
                    </a:cubicBezTo>
                    <a:cubicBezTo>
                      <a:pt x="3387585" y="470998"/>
                      <a:pt x="3409235" y="414706"/>
                      <a:pt x="3457308" y="393341"/>
                    </a:cubicBezTo>
                    <a:lnTo>
                      <a:pt x="3866702" y="211395"/>
                    </a:lnTo>
                    <a:cubicBezTo>
                      <a:pt x="3878718" y="206056"/>
                      <a:pt x="3891248" y="203404"/>
                      <a:pt x="3903618" y="203181"/>
                    </a:cubicBezTo>
                    <a:close/>
                    <a:moveTo>
                      <a:pt x="2447508" y="193432"/>
                    </a:moveTo>
                    <a:cubicBezTo>
                      <a:pt x="2400801" y="188925"/>
                      <a:pt x="2353070" y="189261"/>
                      <a:pt x="2304850" y="194612"/>
                    </a:cubicBezTo>
                    <a:cubicBezTo>
                      <a:pt x="2012670" y="226930"/>
                      <a:pt x="1767944" y="460321"/>
                      <a:pt x="1722939" y="749538"/>
                    </a:cubicBezTo>
                    <a:cubicBezTo>
                      <a:pt x="1685439" y="990425"/>
                      <a:pt x="1775450" y="1224617"/>
                      <a:pt x="1963702" y="1376007"/>
                    </a:cubicBezTo>
                    <a:cubicBezTo>
                      <a:pt x="1969665" y="1380817"/>
                      <a:pt x="1975542" y="1385484"/>
                      <a:pt x="1981590" y="1389980"/>
                    </a:cubicBezTo>
                    <a:cubicBezTo>
                      <a:pt x="1996859" y="1401410"/>
                      <a:pt x="2010841" y="1414431"/>
                      <a:pt x="2023491" y="1428623"/>
                    </a:cubicBezTo>
                    <a:lnTo>
                      <a:pt x="2286066" y="1428623"/>
                    </a:lnTo>
                    <a:lnTo>
                      <a:pt x="2286066" y="1087076"/>
                    </a:lnTo>
                    <a:lnTo>
                      <a:pt x="2123455" y="924465"/>
                    </a:lnTo>
                    <a:cubicBezTo>
                      <a:pt x="2086260" y="887260"/>
                      <a:pt x="2086260" y="826948"/>
                      <a:pt x="2123455" y="789753"/>
                    </a:cubicBezTo>
                    <a:cubicBezTo>
                      <a:pt x="2160660" y="752567"/>
                      <a:pt x="2220972" y="752567"/>
                      <a:pt x="2258168" y="789753"/>
                    </a:cubicBezTo>
                    <a:lnTo>
                      <a:pt x="2381326" y="912911"/>
                    </a:lnTo>
                    <a:lnTo>
                      <a:pt x="2504484" y="789762"/>
                    </a:lnTo>
                    <a:cubicBezTo>
                      <a:pt x="2541689" y="752577"/>
                      <a:pt x="2602001" y="752577"/>
                      <a:pt x="2639196" y="789762"/>
                    </a:cubicBezTo>
                    <a:cubicBezTo>
                      <a:pt x="2676391" y="826967"/>
                      <a:pt x="2676391" y="887279"/>
                      <a:pt x="2639196" y="924474"/>
                    </a:cubicBezTo>
                    <a:lnTo>
                      <a:pt x="2476585" y="1087085"/>
                    </a:lnTo>
                    <a:lnTo>
                      <a:pt x="2476585" y="1428633"/>
                    </a:lnTo>
                    <a:lnTo>
                      <a:pt x="2739018" y="1428633"/>
                    </a:lnTo>
                    <a:cubicBezTo>
                      <a:pt x="2751553" y="1414583"/>
                      <a:pt x="2765402" y="1401686"/>
                      <a:pt x="2780490" y="1390418"/>
                    </a:cubicBezTo>
                    <a:cubicBezTo>
                      <a:pt x="2786681" y="1385808"/>
                      <a:pt x="2792739" y="1381055"/>
                      <a:pt x="2798721" y="1376207"/>
                    </a:cubicBezTo>
                    <a:cubicBezTo>
                      <a:pt x="2957303" y="1248715"/>
                      <a:pt x="3048104" y="1059596"/>
                      <a:pt x="3048104" y="857113"/>
                    </a:cubicBezTo>
                    <a:cubicBezTo>
                      <a:pt x="3048104" y="667718"/>
                      <a:pt x="2967113" y="486581"/>
                      <a:pt x="2825896" y="360166"/>
                    </a:cubicBezTo>
                    <a:cubicBezTo>
                      <a:pt x="2718554" y="264068"/>
                      <a:pt x="2587632" y="206954"/>
                      <a:pt x="2447508" y="193432"/>
                    </a:cubicBezTo>
                    <a:close/>
                    <a:moveTo>
                      <a:pt x="2375213" y="10"/>
                    </a:moveTo>
                    <a:cubicBezTo>
                      <a:pt x="2587741" y="-1027"/>
                      <a:pt x="2794281" y="76167"/>
                      <a:pt x="2952959" y="218243"/>
                    </a:cubicBezTo>
                    <a:cubicBezTo>
                      <a:pt x="3134487" y="380759"/>
                      <a:pt x="3238595" y="613626"/>
                      <a:pt x="3238595" y="857123"/>
                    </a:cubicBezTo>
                    <a:cubicBezTo>
                      <a:pt x="3238595" y="1067083"/>
                      <a:pt x="3162690" y="1265822"/>
                      <a:pt x="3026683" y="1420717"/>
                    </a:cubicBezTo>
                    <a:lnTo>
                      <a:pt x="4134555" y="1913122"/>
                    </a:lnTo>
                    <a:cubicBezTo>
                      <a:pt x="4134640" y="1913150"/>
                      <a:pt x="4134707" y="1913207"/>
                      <a:pt x="4134793" y="1913245"/>
                    </a:cubicBezTo>
                    <a:cubicBezTo>
                      <a:pt x="4138641" y="1914969"/>
                      <a:pt x="4142365" y="1916998"/>
                      <a:pt x="4145984" y="1919237"/>
                    </a:cubicBezTo>
                    <a:cubicBezTo>
                      <a:pt x="4146670" y="1919656"/>
                      <a:pt x="4147318" y="1920094"/>
                      <a:pt x="4147985" y="1920532"/>
                    </a:cubicBezTo>
                    <a:cubicBezTo>
                      <a:pt x="4151090" y="1922561"/>
                      <a:pt x="4154090" y="1924761"/>
                      <a:pt x="4156976" y="1927180"/>
                    </a:cubicBezTo>
                    <a:cubicBezTo>
                      <a:pt x="4157376" y="1927523"/>
                      <a:pt x="4157805" y="1927828"/>
                      <a:pt x="4158205" y="1928171"/>
                    </a:cubicBezTo>
                    <a:cubicBezTo>
                      <a:pt x="4161244" y="1930810"/>
                      <a:pt x="4164129" y="1933686"/>
                      <a:pt x="4166863" y="1936753"/>
                    </a:cubicBezTo>
                    <a:cubicBezTo>
                      <a:pt x="4167539" y="1937506"/>
                      <a:pt x="4168149" y="1938296"/>
                      <a:pt x="4168797" y="1939068"/>
                    </a:cubicBezTo>
                    <a:cubicBezTo>
                      <a:pt x="4169892" y="1940373"/>
                      <a:pt x="4171035" y="1941620"/>
                      <a:pt x="4172073" y="1943002"/>
                    </a:cubicBezTo>
                    <a:lnTo>
                      <a:pt x="4743592" y="2705021"/>
                    </a:lnTo>
                    <a:cubicBezTo>
                      <a:pt x="4760995" y="2728224"/>
                      <a:pt x="4766881" y="2758094"/>
                      <a:pt x="4759585" y="2786155"/>
                    </a:cubicBezTo>
                    <a:cubicBezTo>
                      <a:pt x="4752279" y="2814215"/>
                      <a:pt x="4732591" y="2837437"/>
                      <a:pt x="4706093" y="2849210"/>
                    </a:cubicBezTo>
                    <a:lnTo>
                      <a:pt x="4191133" y="3078077"/>
                    </a:lnTo>
                    <a:lnTo>
                      <a:pt x="4191133" y="4019509"/>
                    </a:lnTo>
                    <a:cubicBezTo>
                      <a:pt x="4191133" y="4057152"/>
                      <a:pt x="4168968" y="4091270"/>
                      <a:pt x="4134573" y="4106548"/>
                    </a:cubicBezTo>
                    <a:lnTo>
                      <a:pt x="2420016" y="4868577"/>
                    </a:lnTo>
                    <a:cubicBezTo>
                      <a:pt x="2419855" y="4868644"/>
                      <a:pt x="2419693" y="4868691"/>
                      <a:pt x="2419530" y="4868758"/>
                    </a:cubicBezTo>
                    <a:cubicBezTo>
                      <a:pt x="2417025" y="4869863"/>
                      <a:pt x="2414444" y="4870825"/>
                      <a:pt x="2411825" y="4871711"/>
                    </a:cubicBezTo>
                    <a:cubicBezTo>
                      <a:pt x="2411358" y="4871873"/>
                      <a:pt x="2410901" y="4872073"/>
                      <a:pt x="2410425" y="4872225"/>
                    </a:cubicBezTo>
                    <a:cubicBezTo>
                      <a:pt x="2407500" y="4873159"/>
                      <a:pt x="2404519" y="4873949"/>
                      <a:pt x="2401490" y="4874606"/>
                    </a:cubicBezTo>
                    <a:cubicBezTo>
                      <a:pt x="2401309" y="4874654"/>
                      <a:pt x="2401128" y="4874711"/>
                      <a:pt x="2400947" y="4874749"/>
                    </a:cubicBezTo>
                    <a:cubicBezTo>
                      <a:pt x="2394613" y="4876083"/>
                      <a:pt x="2388050" y="4876797"/>
                      <a:pt x="2381326" y="4876797"/>
                    </a:cubicBezTo>
                    <a:cubicBezTo>
                      <a:pt x="2374601" y="4876797"/>
                      <a:pt x="2368038" y="4876073"/>
                      <a:pt x="2361704" y="4874749"/>
                    </a:cubicBezTo>
                    <a:cubicBezTo>
                      <a:pt x="2361523" y="4874701"/>
                      <a:pt x="2361342" y="4874644"/>
                      <a:pt x="2361161" y="4874606"/>
                    </a:cubicBezTo>
                    <a:cubicBezTo>
                      <a:pt x="2358123" y="4873949"/>
                      <a:pt x="2355142" y="4873159"/>
                      <a:pt x="2352227" y="4872225"/>
                    </a:cubicBezTo>
                    <a:cubicBezTo>
                      <a:pt x="2351751" y="4872073"/>
                      <a:pt x="2351293" y="4871873"/>
                      <a:pt x="2350827" y="4871711"/>
                    </a:cubicBezTo>
                    <a:cubicBezTo>
                      <a:pt x="2348207" y="4870825"/>
                      <a:pt x="2345636" y="4869863"/>
                      <a:pt x="2343121" y="4868758"/>
                    </a:cubicBezTo>
                    <a:cubicBezTo>
                      <a:pt x="2342959" y="4868691"/>
                      <a:pt x="2342797" y="4868644"/>
                      <a:pt x="2342635" y="4868577"/>
                    </a:cubicBezTo>
                    <a:lnTo>
                      <a:pt x="628078" y="4106548"/>
                    </a:lnTo>
                    <a:cubicBezTo>
                      <a:pt x="593683" y="4091261"/>
                      <a:pt x="571519" y="4057152"/>
                      <a:pt x="571519" y="4019509"/>
                    </a:cubicBezTo>
                    <a:lnTo>
                      <a:pt x="571519" y="3078077"/>
                    </a:lnTo>
                    <a:lnTo>
                      <a:pt x="56559" y="2849210"/>
                    </a:lnTo>
                    <a:cubicBezTo>
                      <a:pt x="30051" y="2837437"/>
                      <a:pt x="10363" y="2814225"/>
                      <a:pt x="3067" y="2786155"/>
                    </a:cubicBezTo>
                    <a:cubicBezTo>
                      <a:pt x="-4230" y="2758084"/>
                      <a:pt x="1647" y="2728224"/>
                      <a:pt x="19049" y="2705021"/>
                    </a:cubicBezTo>
                    <a:lnTo>
                      <a:pt x="590559" y="1943002"/>
                    </a:lnTo>
                    <a:cubicBezTo>
                      <a:pt x="591597" y="1941630"/>
                      <a:pt x="592731" y="1940382"/>
                      <a:pt x="593826" y="1939077"/>
                    </a:cubicBezTo>
                    <a:cubicBezTo>
                      <a:pt x="594483" y="1938296"/>
                      <a:pt x="595093" y="1937496"/>
                      <a:pt x="595769" y="1936744"/>
                    </a:cubicBezTo>
                    <a:cubicBezTo>
                      <a:pt x="598503" y="1933686"/>
                      <a:pt x="601379" y="1930819"/>
                      <a:pt x="604418" y="1928181"/>
                    </a:cubicBezTo>
                    <a:cubicBezTo>
                      <a:pt x="604827" y="1927828"/>
                      <a:pt x="605275" y="1927514"/>
                      <a:pt x="605685" y="1927171"/>
                    </a:cubicBezTo>
                    <a:cubicBezTo>
                      <a:pt x="608552" y="1924771"/>
                      <a:pt x="611543" y="1922570"/>
                      <a:pt x="614638" y="1920551"/>
                    </a:cubicBezTo>
                    <a:cubicBezTo>
                      <a:pt x="615315" y="1920113"/>
                      <a:pt x="615972" y="1919665"/>
                      <a:pt x="616658" y="1919237"/>
                    </a:cubicBezTo>
                    <a:cubicBezTo>
                      <a:pt x="620277" y="1916998"/>
                      <a:pt x="623992" y="1914969"/>
                      <a:pt x="627840" y="1913255"/>
                    </a:cubicBezTo>
                    <a:cubicBezTo>
                      <a:pt x="627926" y="1913217"/>
                      <a:pt x="627992" y="1913160"/>
                      <a:pt x="628078" y="1913122"/>
                    </a:cubicBezTo>
                    <a:lnTo>
                      <a:pt x="1735835" y="1420784"/>
                    </a:lnTo>
                    <a:cubicBezTo>
                      <a:pt x="1568910" y="1231227"/>
                      <a:pt x="1494472" y="978691"/>
                      <a:pt x="1534696" y="720277"/>
                    </a:cubicBezTo>
                    <a:cubicBezTo>
                      <a:pt x="1562947" y="538731"/>
                      <a:pt x="1653511" y="367281"/>
                      <a:pt x="1789680" y="237503"/>
                    </a:cubicBezTo>
                    <a:cubicBezTo>
                      <a:pt x="1925602" y="107972"/>
                      <a:pt x="2101110" y="25505"/>
                      <a:pt x="2283885" y="5283"/>
                    </a:cubicBezTo>
                    <a:cubicBezTo>
                      <a:pt x="2314369" y="1903"/>
                      <a:pt x="2344852" y="158"/>
                      <a:pt x="2375213" y="10"/>
                    </a:cubicBezTo>
                    <a:close/>
                  </a:path>
                </a:pathLst>
              </a:custGeom>
              <a:solidFill>
                <a:schemeClr val="accent3"/>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400">
                  <a:solidFill>
                    <a:schemeClr val="tx2"/>
                  </a:solidFill>
                </a:endParaRPr>
              </a:p>
            </p:txBody>
          </p:sp>
        </p:grpSp>
      </p:grpSp>
      <p:grpSp>
        <p:nvGrpSpPr>
          <p:cNvPr id="6" name="Group 5">
            <a:extLst>
              <a:ext uri="{FF2B5EF4-FFF2-40B4-BE49-F238E27FC236}">
                <a16:creationId xmlns:a16="http://schemas.microsoft.com/office/drawing/2014/main" id="{B99BC778-67D6-4A43-BB11-DA44F2138681}"/>
              </a:ext>
            </a:extLst>
          </p:cNvPr>
          <p:cNvGrpSpPr/>
          <p:nvPr/>
        </p:nvGrpSpPr>
        <p:grpSpPr>
          <a:xfrm>
            <a:off x="5990298" y="3605222"/>
            <a:ext cx="1420922" cy="1420887"/>
            <a:chOff x="10946748" y="7973807"/>
            <a:chExt cx="2509429" cy="2509367"/>
          </a:xfrm>
        </p:grpSpPr>
        <p:sp>
          <p:nvSpPr>
            <p:cNvPr id="31" name="Freeform 1687">
              <a:extLst>
                <a:ext uri="{FF2B5EF4-FFF2-40B4-BE49-F238E27FC236}">
                  <a16:creationId xmlns:a16="http://schemas.microsoft.com/office/drawing/2014/main" id="{EFA06B51-4C5A-604E-8B46-12E6A1A05183}"/>
                </a:ext>
              </a:extLst>
            </p:cNvPr>
            <p:cNvSpPr/>
            <p:nvPr/>
          </p:nvSpPr>
          <p:spPr>
            <a:xfrm>
              <a:off x="10946748" y="7973807"/>
              <a:ext cx="2509429" cy="2509367"/>
            </a:xfrm>
            <a:custGeom>
              <a:avLst/>
              <a:gdLst>
                <a:gd name="connsiteX0" fmla="*/ 1196717 w 2509429"/>
                <a:gd name="connsiteY0" fmla="*/ 39 h 2509367"/>
                <a:gd name="connsiteX1" fmla="*/ 1860231 w 2509429"/>
                <a:gd name="connsiteY1" fmla="*/ 184314 h 2509367"/>
                <a:gd name="connsiteX2" fmla="*/ 2265996 w 2509429"/>
                <a:gd name="connsiteY2" fmla="*/ 36677 h 2509367"/>
                <a:gd name="connsiteX3" fmla="*/ 2190749 w 2509429"/>
                <a:gd name="connsiteY3" fmla="*/ 461492 h 2509367"/>
                <a:gd name="connsiteX4" fmla="*/ 2199322 w 2509429"/>
                <a:gd name="connsiteY4" fmla="*/ 2174087 h 2509367"/>
                <a:gd name="connsiteX5" fmla="*/ 2093855 w 2509429"/>
                <a:gd name="connsiteY5" fmla="*/ 2085611 h 2509367"/>
                <a:gd name="connsiteX6" fmla="*/ 2024395 w 2509429"/>
                <a:gd name="connsiteY6" fmla="*/ 2162036 h 2509367"/>
                <a:gd name="connsiteX7" fmla="*/ 1185863 w 2509429"/>
                <a:gd name="connsiteY7" fmla="*/ 2509367 h 2509367"/>
                <a:gd name="connsiteX8" fmla="*/ 0 w 2509429"/>
                <a:gd name="connsiteY8" fmla="*/ 1323505 h 2509367"/>
                <a:gd name="connsiteX9" fmla="*/ 270794 w 2509429"/>
                <a:gd name="connsiteY9" fmla="*/ 569186 h 2509367"/>
                <a:gd name="connsiteX10" fmla="*/ 277459 w 2509429"/>
                <a:gd name="connsiteY10" fmla="*/ 561853 h 2509367"/>
                <a:gd name="connsiteX11" fmla="*/ 171449 w 2509429"/>
                <a:gd name="connsiteY11" fmla="*/ 472922 h 2509367"/>
                <a:gd name="connsiteX12" fmla="*/ 1196717 w 2509429"/>
                <a:gd name="connsiteY12" fmla="*/ 39 h 2509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9429" h="2509367">
                  <a:moveTo>
                    <a:pt x="1196717" y="39"/>
                  </a:moveTo>
                  <a:cubicBezTo>
                    <a:pt x="1425489" y="1791"/>
                    <a:pt x="1654848" y="62513"/>
                    <a:pt x="1860231" y="184314"/>
                  </a:cubicBezTo>
                  <a:lnTo>
                    <a:pt x="2265996" y="36677"/>
                  </a:lnTo>
                  <a:lnTo>
                    <a:pt x="2190749" y="461492"/>
                  </a:lnTo>
                  <a:cubicBezTo>
                    <a:pt x="2606039" y="944409"/>
                    <a:pt x="2622232" y="1670214"/>
                    <a:pt x="2199322" y="2174087"/>
                  </a:cubicBezTo>
                  <a:lnTo>
                    <a:pt x="2093855" y="2085611"/>
                  </a:lnTo>
                  <a:lnTo>
                    <a:pt x="2024395" y="2162036"/>
                  </a:lnTo>
                  <a:cubicBezTo>
                    <a:pt x="1809796" y="2376635"/>
                    <a:pt x="1513330" y="2509367"/>
                    <a:pt x="1185863" y="2509367"/>
                  </a:cubicBezTo>
                  <a:cubicBezTo>
                    <a:pt x="530929" y="2509367"/>
                    <a:pt x="0" y="1978439"/>
                    <a:pt x="0" y="1323505"/>
                  </a:cubicBezTo>
                  <a:cubicBezTo>
                    <a:pt x="0" y="1036971"/>
                    <a:pt x="101623" y="774173"/>
                    <a:pt x="270794" y="569186"/>
                  </a:cubicBezTo>
                  <a:lnTo>
                    <a:pt x="277459" y="561853"/>
                  </a:lnTo>
                  <a:lnTo>
                    <a:pt x="171449" y="472922"/>
                  </a:lnTo>
                  <a:cubicBezTo>
                    <a:pt x="435768" y="158002"/>
                    <a:pt x="815428" y="-2882"/>
                    <a:pt x="1196717" y="39"/>
                  </a:cubicBezTo>
                  <a:close/>
                </a:path>
              </a:pathLst>
            </a:custGeom>
            <a:ln/>
          </p:spPr>
          <p:style>
            <a:lnRef idx="0">
              <a:schemeClr val="accent4"/>
            </a:lnRef>
            <a:fillRef idx="3">
              <a:schemeClr val="accent4"/>
            </a:fillRef>
            <a:effectRef idx="3">
              <a:schemeClr val="accent4"/>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nvGrpSpPr>
            <p:cNvPr id="32" name="Group 31">
              <a:extLst>
                <a:ext uri="{FF2B5EF4-FFF2-40B4-BE49-F238E27FC236}">
                  <a16:creationId xmlns:a16="http://schemas.microsoft.com/office/drawing/2014/main" id="{97E27ACE-FA76-9C42-A047-4BAF275036DD}"/>
                </a:ext>
              </a:extLst>
            </p:cNvPr>
            <p:cNvGrpSpPr>
              <a:grpSpLocks noChangeAspect="1"/>
            </p:cNvGrpSpPr>
            <p:nvPr/>
          </p:nvGrpSpPr>
          <p:grpSpPr>
            <a:xfrm>
              <a:off x="11127307" y="8166490"/>
              <a:ext cx="2132561" cy="2124000"/>
              <a:chOff x="6599293" y="1970061"/>
              <a:chExt cx="625960" cy="623446"/>
            </a:xfrm>
          </p:grpSpPr>
          <p:sp>
            <p:nvSpPr>
              <p:cNvPr id="33" name="Oval 32">
                <a:extLst>
                  <a:ext uri="{FF2B5EF4-FFF2-40B4-BE49-F238E27FC236}">
                    <a16:creationId xmlns:a16="http://schemas.microsoft.com/office/drawing/2014/main" id="{2E465168-5106-8046-A866-4EF4081ADBE4}"/>
                  </a:ext>
                </a:extLst>
              </p:cNvPr>
              <p:cNvSpPr>
                <a:spLocks noChangeArrowheads="1"/>
              </p:cNvSpPr>
              <p:nvPr/>
            </p:nvSpPr>
            <p:spPr bwMode="auto">
              <a:xfrm>
                <a:off x="6599293" y="1970061"/>
                <a:ext cx="625960" cy="623446"/>
              </a:xfrm>
              <a:prstGeom prst="ellipse">
                <a:avLst/>
              </a:prstGeom>
              <a:ln w="9525">
                <a:noFill/>
                <a:round/>
                <a:headEnd/>
                <a:tailEnd/>
              </a:ln>
            </p:spPr>
            <p:style>
              <a:lnRef idx="1">
                <a:schemeClr val="accent4"/>
              </a:lnRef>
              <a:fillRef idx="3">
                <a:schemeClr val="accent4"/>
              </a:fillRef>
              <a:effectRef idx="2">
                <a:schemeClr val="accent4"/>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34" name="Oval 33">
                <a:extLst>
                  <a:ext uri="{FF2B5EF4-FFF2-40B4-BE49-F238E27FC236}">
                    <a16:creationId xmlns:a16="http://schemas.microsoft.com/office/drawing/2014/main" id="{EB51F86A-E2D6-7741-AFB5-5A7AB0BFAEFE}"/>
                  </a:ext>
                </a:extLst>
              </p:cNvPr>
              <p:cNvSpPr>
                <a:spLocks noChangeArrowheads="1"/>
              </p:cNvSpPr>
              <p:nvPr/>
            </p:nvSpPr>
            <p:spPr bwMode="auto">
              <a:xfrm>
                <a:off x="6653341" y="2024110"/>
                <a:ext cx="517863" cy="517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3600"/>
              </a:p>
            </p:txBody>
          </p:sp>
          <p:sp>
            <p:nvSpPr>
              <p:cNvPr id="35" name="Freeform: Shape 34">
                <a:extLst>
                  <a:ext uri="{FF2B5EF4-FFF2-40B4-BE49-F238E27FC236}">
                    <a16:creationId xmlns:a16="http://schemas.microsoft.com/office/drawing/2014/main" id="{4E77CCC4-F2EC-6540-83EB-01A4B06A06FC}"/>
                  </a:ext>
                </a:extLst>
              </p:cNvPr>
              <p:cNvSpPr>
                <a:spLocks noChangeAspect="1"/>
              </p:cNvSpPr>
              <p:nvPr/>
            </p:nvSpPr>
            <p:spPr>
              <a:xfrm>
                <a:off x="6803818" y="2170755"/>
                <a:ext cx="214392" cy="216000"/>
              </a:xfrm>
              <a:custGeom>
                <a:avLst/>
                <a:gdLst>
                  <a:gd name="connsiteX0" fmla="*/ 190490 w 4840434"/>
                  <a:gd name="connsiteY0" fmla="*/ 4284307 h 4876800"/>
                  <a:gd name="connsiteX1" fmla="*/ 190490 w 4840434"/>
                  <a:gd name="connsiteY1" fmla="*/ 4337552 h 4876800"/>
                  <a:gd name="connsiteX2" fmla="*/ 539239 w 4840434"/>
                  <a:gd name="connsiteY2" fmla="*/ 4686300 h 4876800"/>
                  <a:gd name="connsiteX3" fmla="*/ 4301204 w 4840434"/>
                  <a:gd name="connsiteY3" fmla="*/ 4686300 h 4876800"/>
                  <a:gd name="connsiteX4" fmla="*/ 4649943 w 4840434"/>
                  <a:gd name="connsiteY4" fmla="*/ 4337561 h 4876800"/>
                  <a:gd name="connsiteX5" fmla="*/ 4649924 w 4840434"/>
                  <a:gd name="connsiteY5" fmla="*/ 4337561 h 4876800"/>
                  <a:gd name="connsiteX6" fmla="*/ 4649924 w 4840434"/>
                  <a:gd name="connsiteY6" fmla="*/ 4284307 h 4876800"/>
                  <a:gd name="connsiteX7" fmla="*/ 2913240 w 4840434"/>
                  <a:gd name="connsiteY7" fmla="*/ 4284307 h 4876800"/>
                  <a:gd name="connsiteX8" fmla="*/ 2577227 w 4840434"/>
                  <a:gd name="connsiteY8" fmla="*/ 4538272 h 4876800"/>
                  <a:gd name="connsiteX9" fmla="*/ 2260702 w 4840434"/>
                  <a:gd name="connsiteY9" fmla="*/ 4538272 h 4876800"/>
                  <a:gd name="connsiteX10" fmla="*/ 1924688 w 4840434"/>
                  <a:gd name="connsiteY10" fmla="*/ 4284307 h 4876800"/>
                  <a:gd name="connsiteX11" fmla="*/ 4416000 w 4840434"/>
                  <a:gd name="connsiteY11" fmla="*/ 3712560 h 4876800"/>
                  <a:gd name="connsiteX12" fmla="*/ 4511250 w 4840434"/>
                  <a:gd name="connsiteY12" fmla="*/ 3807810 h 4876800"/>
                  <a:gd name="connsiteX13" fmla="*/ 4416000 w 4840434"/>
                  <a:gd name="connsiteY13" fmla="*/ 3903060 h 4876800"/>
                  <a:gd name="connsiteX14" fmla="*/ 4320750 w 4840434"/>
                  <a:gd name="connsiteY14" fmla="*/ 3807810 h 4876800"/>
                  <a:gd name="connsiteX15" fmla="*/ 4416000 w 4840434"/>
                  <a:gd name="connsiteY15" fmla="*/ 3712560 h 4876800"/>
                  <a:gd name="connsiteX16" fmla="*/ 2172548 w 4840434"/>
                  <a:gd name="connsiteY16" fmla="*/ 2644626 h 4876800"/>
                  <a:gd name="connsiteX17" fmla="*/ 2267798 w 4840434"/>
                  <a:gd name="connsiteY17" fmla="*/ 2739876 h 4876800"/>
                  <a:gd name="connsiteX18" fmla="*/ 2267798 w 4840434"/>
                  <a:gd name="connsiteY18" fmla="*/ 3127591 h 4876800"/>
                  <a:gd name="connsiteX19" fmla="*/ 2172548 w 4840434"/>
                  <a:gd name="connsiteY19" fmla="*/ 3222841 h 4876800"/>
                  <a:gd name="connsiteX20" fmla="*/ 2077298 w 4840434"/>
                  <a:gd name="connsiteY20" fmla="*/ 3127591 h 4876800"/>
                  <a:gd name="connsiteX21" fmla="*/ 2077298 w 4840434"/>
                  <a:gd name="connsiteY21" fmla="*/ 2739876 h 4876800"/>
                  <a:gd name="connsiteX22" fmla="*/ 2172548 w 4840434"/>
                  <a:gd name="connsiteY22" fmla="*/ 2644626 h 4876800"/>
                  <a:gd name="connsiteX23" fmla="*/ 2656466 w 4840434"/>
                  <a:gd name="connsiteY23" fmla="*/ 2622547 h 4876800"/>
                  <a:gd name="connsiteX24" fmla="*/ 2751716 w 4840434"/>
                  <a:gd name="connsiteY24" fmla="*/ 2717797 h 4876800"/>
                  <a:gd name="connsiteX25" fmla="*/ 2751716 w 4840434"/>
                  <a:gd name="connsiteY25" fmla="*/ 3289544 h 4876800"/>
                  <a:gd name="connsiteX26" fmla="*/ 2656466 w 4840434"/>
                  <a:gd name="connsiteY26" fmla="*/ 3384794 h 4876800"/>
                  <a:gd name="connsiteX27" fmla="*/ 2561216 w 4840434"/>
                  <a:gd name="connsiteY27" fmla="*/ 3289544 h 4876800"/>
                  <a:gd name="connsiteX28" fmla="*/ 2561216 w 4840434"/>
                  <a:gd name="connsiteY28" fmla="*/ 2717797 h 4876800"/>
                  <a:gd name="connsiteX29" fmla="*/ 2656466 w 4840434"/>
                  <a:gd name="connsiteY29" fmla="*/ 2622547 h 4876800"/>
                  <a:gd name="connsiteX30" fmla="*/ 2920117 w 4840434"/>
                  <a:gd name="connsiteY30" fmla="*/ 1701089 h 4876800"/>
                  <a:gd name="connsiteX31" fmla="*/ 2874626 w 4840434"/>
                  <a:gd name="connsiteY31" fmla="*/ 2061743 h 4876800"/>
                  <a:gd name="connsiteX32" fmla="*/ 2858967 w 4840434"/>
                  <a:gd name="connsiteY32" fmla="*/ 2185921 h 4876800"/>
                  <a:gd name="connsiteX33" fmla="*/ 3211097 w 4840434"/>
                  <a:gd name="connsiteY33" fmla="*/ 2503627 h 4876800"/>
                  <a:gd name="connsiteX34" fmla="*/ 3211097 w 4840434"/>
                  <a:gd name="connsiteY34" fmla="*/ 2292534 h 4876800"/>
                  <a:gd name="connsiteX35" fmla="*/ 2998632 w 4840434"/>
                  <a:gd name="connsiteY35" fmla="*/ 1779594 h 4876800"/>
                  <a:gd name="connsiteX36" fmla="*/ 1931698 w 4840434"/>
                  <a:gd name="connsiteY36" fmla="*/ 1694755 h 4876800"/>
                  <a:gd name="connsiteX37" fmla="*/ 1840868 w 4840434"/>
                  <a:gd name="connsiteY37" fmla="*/ 1780489 h 4876800"/>
                  <a:gd name="connsiteX38" fmla="*/ 1629356 w 4840434"/>
                  <a:gd name="connsiteY38" fmla="*/ 2292477 h 4876800"/>
                  <a:gd name="connsiteX39" fmla="*/ 1629356 w 4840434"/>
                  <a:gd name="connsiteY39" fmla="*/ 2503570 h 4876800"/>
                  <a:gd name="connsiteX40" fmla="*/ 1982476 w 4840434"/>
                  <a:gd name="connsiteY40" fmla="*/ 2184959 h 4876800"/>
                  <a:gd name="connsiteX41" fmla="*/ 843887 w 4840434"/>
                  <a:gd name="connsiteY41" fmla="*/ 1660408 h 4876800"/>
                  <a:gd name="connsiteX42" fmla="*/ 1241251 w 4840434"/>
                  <a:gd name="connsiteY42" fmla="*/ 1660408 h 4876800"/>
                  <a:gd name="connsiteX43" fmla="*/ 1336501 w 4840434"/>
                  <a:gd name="connsiteY43" fmla="*/ 1755658 h 4876800"/>
                  <a:gd name="connsiteX44" fmla="*/ 1241251 w 4840434"/>
                  <a:gd name="connsiteY44" fmla="*/ 1850908 h 4876800"/>
                  <a:gd name="connsiteX45" fmla="*/ 939137 w 4840434"/>
                  <a:gd name="connsiteY45" fmla="*/ 1850908 h 4876800"/>
                  <a:gd name="connsiteX46" fmla="*/ 939137 w 4840434"/>
                  <a:gd name="connsiteY46" fmla="*/ 3696291 h 4876800"/>
                  <a:gd name="connsiteX47" fmla="*/ 3933282 w 4840434"/>
                  <a:gd name="connsiteY47" fmla="*/ 3696291 h 4876800"/>
                  <a:gd name="connsiteX48" fmla="*/ 3933282 w 4840434"/>
                  <a:gd name="connsiteY48" fmla="*/ 1850908 h 4876800"/>
                  <a:gd name="connsiteX49" fmla="*/ 3549025 w 4840434"/>
                  <a:gd name="connsiteY49" fmla="*/ 1850908 h 4876800"/>
                  <a:gd name="connsiteX50" fmla="*/ 3453775 w 4840434"/>
                  <a:gd name="connsiteY50" fmla="*/ 1755658 h 4876800"/>
                  <a:gd name="connsiteX51" fmla="*/ 3549025 w 4840434"/>
                  <a:gd name="connsiteY51" fmla="*/ 1660408 h 4876800"/>
                  <a:gd name="connsiteX52" fmla="*/ 4028532 w 4840434"/>
                  <a:gd name="connsiteY52" fmla="*/ 1660408 h 4876800"/>
                  <a:gd name="connsiteX53" fmla="*/ 4123773 w 4840434"/>
                  <a:gd name="connsiteY53" fmla="*/ 1755658 h 4876800"/>
                  <a:gd name="connsiteX54" fmla="*/ 4123773 w 4840434"/>
                  <a:gd name="connsiteY54" fmla="*/ 3791541 h 4876800"/>
                  <a:gd name="connsiteX55" fmla="*/ 4028523 w 4840434"/>
                  <a:gd name="connsiteY55" fmla="*/ 3886791 h 4876800"/>
                  <a:gd name="connsiteX56" fmla="*/ 843887 w 4840434"/>
                  <a:gd name="connsiteY56" fmla="*/ 3886791 h 4876800"/>
                  <a:gd name="connsiteX57" fmla="*/ 748637 w 4840434"/>
                  <a:gd name="connsiteY57" fmla="*/ 3791541 h 4876800"/>
                  <a:gd name="connsiteX58" fmla="*/ 748637 w 4840434"/>
                  <a:gd name="connsiteY58" fmla="*/ 1755658 h 4876800"/>
                  <a:gd name="connsiteX59" fmla="*/ 843887 w 4840434"/>
                  <a:gd name="connsiteY59" fmla="*/ 1660408 h 4876800"/>
                  <a:gd name="connsiteX60" fmla="*/ 2420227 w 4840434"/>
                  <a:gd name="connsiteY60" fmla="*/ 910305 h 4876800"/>
                  <a:gd name="connsiteX61" fmla="*/ 2515477 w 4840434"/>
                  <a:gd name="connsiteY61" fmla="*/ 1005555 h 4876800"/>
                  <a:gd name="connsiteX62" fmla="*/ 2420227 w 4840434"/>
                  <a:gd name="connsiteY62" fmla="*/ 1100805 h 4876800"/>
                  <a:gd name="connsiteX63" fmla="*/ 2324977 w 4840434"/>
                  <a:gd name="connsiteY63" fmla="*/ 1005555 h 4876800"/>
                  <a:gd name="connsiteX64" fmla="*/ 2420227 w 4840434"/>
                  <a:gd name="connsiteY64" fmla="*/ 910305 h 4876800"/>
                  <a:gd name="connsiteX65" fmla="*/ 2431342 w 4840434"/>
                  <a:gd name="connsiteY65" fmla="*/ 204502 h 4876800"/>
                  <a:gd name="connsiteX66" fmla="*/ 2420436 w 4840434"/>
                  <a:gd name="connsiteY66" fmla="*/ 216884 h 4876800"/>
                  <a:gd name="connsiteX67" fmla="*/ 2080403 w 4840434"/>
                  <a:gd name="connsiteY67" fmla="*/ 1281303 h 4876800"/>
                  <a:gd name="connsiteX68" fmla="*/ 2101329 w 4840434"/>
                  <a:gd name="connsiteY68" fmla="*/ 1483252 h 4876800"/>
                  <a:gd name="connsiteX69" fmla="*/ 2101339 w 4840434"/>
                  <a:gd name="connsiteY69" fmla="*/ 1483290 h 4876800"/>
                  <a:gd name="connsiteX70" fmla="*/ 2109778 w 4840434"/>
                  <a:gd name="connsiteY70" fmla="*/ 1564767 h 4876800"/>
                  <a:gd name="connsiteX71" fmla="*/ 2184825 w 4840434"/>
                  <a:gd name="connsiteY71" fmla="*/ 2289115 h 4876800"/>
                  <a:gd name="connsiteX72" fmla="*/ 2415111 w 4840434"/>
                  <a:gd name="connsiteY72" fmla="*/ 2315718 h 4876800"/>
                  <a:gd name="connsiteX73" fmla="*/ 2418683 w 4840434"/>
                  <a:gd name="connsiteY73" fmla="*/ 2315727 h 4876800"/>
                  <a:gd name="connsiteX74" fmla="*/ 2653989 w 4840434"/>
                  <a:gd name="connsiteY74" fmla="*/ 2288772 h 4876800"/>
                  <a:gd name="connsiteX75" fmla="*/ 2663742 w 4840434"/>
                  <a:gd name="connsiteY75" fmla="*/ 2211419 h 4876800"/>
                  <a:gd name="connsiteX76" fmla="*/ 2663742 w 4840434"/>
                  <a:gd name="connsiteY76" fmla="*/ 2211400 h 4876800"/>
                  <a:gd name="connsiteX77" fmla="*/ 2755440 w 4840434"/>
                  <a:gd name="connsiteY77" fmla="*/ 1484271 h 4876800"/>
                  <a:gd name="connsiteX78" fmla="*/ 2755478 w 4840434"/>
                  <a:gd name="connsiteY78" fmla="*/ 1484062 h 4876800"/>
                  <a:gd name="connsiteX79" fmla="*/ 2777376 w 4840434"/>
                  <a:gd name="connsiteY79" fmla="*/ 1310430 h 4876800"/>
                  <a:gd name="connsiteX80" fmla="*/ 2431342 w 4840434"/>
                  <a:gd name="connsiteY80" fmla="*/ 204502 h 4876800"/>
                  <a:gd name="connsiteX81" fmla="*/ 2429818 w 4840434"/>
                  <a:gd name="connsiteY81" fmla="*/ 0 h 4876800"/>
                  <a:gd name="connsiteX82" fmla="*/ 2431028 w 4840434"/>
                  <a:gd name="connsiteY82" fmla="*/ 0 h 4876800"/>
                  <a:gd name="connsiteX83" fmla="*/ 2551462 w 4840434"/>
                  <a:gd name="connsiteY83" fmla="*/ 53378 h 4876800"/>
                  <a:gd name="connsiteX84" fmla="*/ 2568206 w 4840434"/>
                  <a:gd name="connsiteY84" fmla="*/ 71828 h 4876800"/>
                  <a:gd name="connsiteX85" fmla="*/ 2974095 w 4840434"/>
                  <a:gd name="connsiteY85" fmla="*/ 1257281 h 4876800"/>
                  <a:gd name="connsiteX86" fmla="*/ 4122239 w 4840434"/>
                  <a:gd name="connsiteY86" fmla="*/ 1257281 h 4876800"/>
                  <a:gd name="connsiteX87" fmla="*/ 4511212 w 4840434"/>
                  <a:gd name="connsiteY87" fmla="*/ 1646253 h 4876800"/>
                  <a:gd name="connsiteX88" fmla="*/ 4511212 w 4840434"/>
                  <a:gd name="connsiteY88" fmla="*/ 3392586 h 4876800"/>
                  <a:gd name="connsiteX89" fmla="*/ 4415962 w 4840434"/>
                  <a:gd name="connsiteY89" fmla="*/ 3487836 h 4876800"/>
                  <a:gd name="connsiteX90" fmla="*/ 4320712 w 4840434"/>
                  <a:gd name="connsiteY90" fmla="*/ 3392586 h 4876800"/>
                  <a:gd name="connsiteX91" fmla="*/ 4320712 w 4840434"/>
                  <a:gd name="connsiteY91" fmla="*/ 1646234 h 4876800"/>
                  <a:gd name="connsiteX92" fmla="*/ 4122239 w 4840434"/>
                  <a:gd name="connsiteY92" fmla="*/ 1447762 h 4876800"/>
                  <a:gd name="connsiteX93" fmla="*/ 2952074 w 4840434"/>
                  <a:gd name="connsiteY93" fmla="*/ 1447762 h 4876800"/>
                  <a:gd name="connsiteX94" fmla="*/ 2950302 w 4840434"/>
                  <a:gd name="connsiteY94" fmla="*/ 1461830 h 4876800"/>
                  <a:gd name="connsiteX95" fmla="*/ 3133344 w 4840434"/>
                  <a:gd name="connsiteY95" fmla="*/ 1644872 h 4876800"/>
                  <a:gd name="connsiteX96" fmla="*/ 3401597 w 4840434"/>
                  <a:gd name="connsiteY96" fmla="*/ 2292515 h 4876800"/>
                  <a:gd name="connsiteX97" fmla="*/ 3401597 w 4840434"/>
                  <a:gd name="connsiteY97" fmla="*/ 2717835 h 4876800"/>
                  <a:gd name="connsiteX98" fmla="*/ 3345037 w 4840434"/>
                  <a:gd name="connsiteY98" fmla="*/ 2804874 h 4876800"/>
                  <a:gd name="connsiteX99" fmla="*/ 3306356 w 4840434"/>
                  <a:gd name="connsiteY99" fmla="*/ 2813085 h 4876800"/>
                  <a:gd name="connsiteX100" fmla="*/ 3242529 w 4840434"/>
                  <a:gd name="connsiteY100" fmla="*/ 2788558 h 4876800"/>
                  <a:gd name="connsiteX101" fmla="*/ 2823534 w 4840434"/>
                  <a:gd name="connsiteY101" fmla="*/ 2410520 h 4876800"/>
                  <a:gd name="connsiteX102" fmla="*/ 2767422 w 4840434"/>
                  <a:gd name="connsiteY102" fmla="*/ 2455792 h 4876800"/>
                  <a:gd name="connsiteX103" fmla="*/ 2418674 w 4840434"/>
                  <a:gd name="connsiteY103" fmla="*/ 2506227 h 4876800"/>
                  <a:gd name="connsiteX104" fmla="*/ 2414454 w 4840434"/>
                  <a:gd name="connsiteY104" fmla="*/ 2506218 h 4876800"/>
                  <a:gd name="connsiteX105" fmla="*/ 2069887 w 4840434"/>
                  <a:gd name="connsiteY105" fmla="*/ 2455792 h 4876800"/>
                  <a:gd name="connsiteX106" fmla="*/ 2014728 w 4840434"/>
                  <a:gd name="connsiteY106" fmla="*/ 2412444 h 4876800"/>
                  <a:gd name="connsiteX107" fmla="*/ 1597923 w 4840434"/>
                  <a:gd name="connsiteY107" fmla="*/ 2788510 h 4876800"/>
                  <a:gd name="connsiteX108" fmla="*/ 1534096 w 4840434"/>
                  <a:gd name="connsiteY108" fmla="*/ 2813037 h 4876800"/>
                  <a:gd name="connsiteX109" fmla="*/ 1495415 w 4840434"/>
                  <a:gd name="connsiteY109" fmla="*/ 2804827 h 4876800"/>
                  <a:gd name="connsiteX110" fmla="*/ 1438856 w 4840434"/>
                  <a:gd name="connsiteY110" fmla="*/ 2717787 h 4876800"/>
                  <a:gd name="connsiteX111" fmla="*/ 1438856 w 4840434"/>
                  <a:gd name="connsiteY111" fmla="*/ 2292467 h 4876800"/>
                  <a:gd name="connsiteX112" fmla="*/ 1707108 w 4840434"/>
                  <a:gd name="connsiteY112" fmla="*/ 1644824 h 4876800"/>
                  <a:gd name="connsiteX113" fmla="*/ 1709080 w 4840434"/>
                  <a:gd name="connsiteY113" fmla="*/ 1642910 h 4876800"/>
                  <a:gd name="connsiteX114" fmla="*/ 1906991 w 4840434"/>
                  <a:gd name="connsiteY114" fmla="*/ 1456125 h 4876800"/>
                  <a:gd name="connsiteX115" fmla="*/ 1906124 w 4840434"/>
                  <a:gd name="connsiteY115" fmla="*/ 1447781 h 4876800"/>
                  <a:gd name="connsiteX116" fmla="*/ 718213 w 4840434"/>
                  <a:gd name="connsiteY116" fmla="*/ 1447781 h 4876800"/>
                  <a:gd name="connsiteX117" fmla="*/ 519741 w 4840434"/>
                  <a:gd name="connsiteY117" fmla="*/ 1646253 h 4876800"/>
                  <a:gd name="connsiteX118" fmla="*/ 519741 w 4840434"/>
                  <a:gd name="connsiteY118" fmla="*/ 4093807 h 4876800"/>
                  <a:gd name="connsiteX119" fmla="*/ 2006755 w 4840434"/>
                  <a:gd name="connsiteY119" fmla="*/ 4093807 h 4876800"/>
                  <a:gd name="connsiteX120" fmla="*/ 2102005 w 4840434"/>
                  <a:gd name="connsiteY120" fmla="*/ 4189057 h 4876800"/>
                  <a:gd name="connsiteX121" fmla="*/ 2260721 w 4840434"/>
                  <a:gd name="connsiteY121" fmla="*/ 4347772 h 4876800"/>
                  <a:gd name="connsiteX122" fmla="*/ 2577246 w 4840434"/>
                  <a:gd name="connsiteY122" fmla="*/ 4347772 h 4876800"/>
                  <a:gd name="connsiteX123" fmla="*/ 2735961 w 4840434"/>
                  <a:gd name="connsiteY123" fmla="*/ 4189057 h 4876800"/>
                  <a:gd name="connsiteX124" fmla="*/ 2831211 w 4840434"/>
                  <a:gd name="connsiteY124" fmla="*/ 4093807 h 4876800"/>
                  <a:gd name="connsiteX125" fmla="*/ 4745202 w 4840434"/>
                  <a:gd name="connsiteY125" fmla="*/ 4093807 h 4876800"/>
                  <a:gd name="connsiteX126" fmla="*/ 4840434 w 4840434"/>
                  <a:gd name="connsiteY126" fmla="*/ 4189057 h 4876800"/>
                  <a:gd name="connsiteX127" fmla="*/ 4840434 w 4840434"/>
                  <a:gd name="connsiteY127" fmla="*/ 4337561 h 4876800"/>
                  <a:gd name="connsiteX128" fmla="*/ 4301185 w 4840434"/>
                  <a:gd name="connsiteY128" fmla="*/ 4876800 h 4876800"/>
                  <a:gd name="connsiteX129" fmla="*/ 539239 w 4840434"/>
                  <a:gd name="connsiteY129" fmla="*/ 4876800 h 4876800"/>
                  <a:gd name="connsiteX130" fmla="*/ 0 w 4840434"/>
                  <a:gd name="connsiteY130" fmla="*/ 4337552 h 4876800"/>
                  <a:gd name="connsiteX131" fmla="*/ 0 w 4840434"/>
                  <a:gd name="connsiteY131" fmla="*/ 4189057 h 4876800"/>
                  <a:gd name="connsiteX132" fmla="*/ 95250 w 4840434"/>
                  <a:gd name="connsiteY132" fmla="*/ 4093807 h 4876800"/>
                  <a:gd name="connsiteX133" fmla="*/ 329250 w 4840434"/>
                  <a:gd name="connsiteY133" fmla="*/ 4093807 h 4876800"/>
                  <a:gd name="connsiteX134" fmla="*/ 329250 w 4840434"/>
                  <a:gd name="connsiteY134" fmla="*/ 1646253 h 4876800"/>
                  <a:gd name="connsiteX135" fmla="*/ 718223 w 4840434"/>
                  <a:gd name="connsiteY135" fmla="*/ 1257281 h 4876800"/>
                  <a:gd name="connsiteX136" fmla="*/ 1887036 w 4840434"/>
                  <a:gd name="connsiteY136" fmla="*/ 1257281 h 4876800"/>
                  <a:gd name="connsiteX137" fmla="*/ 2277427 w 4840434"/>
                  <a:gd name="connsiteY137" fmla="*/ 91030 h 4876800"/>
                  <a:gd name="connsiteX138" fmla="*/ 2308984 w 4840434"/>
                  <a:gd name="connsiteY138" fmla="*/ 55178 h 4876800"/>
                  <a:gd name="connsiteX139" fmla="*/ 2429818 w 4840434"/>
                  <a:gd name="connsiteY139"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840434" h="4876800">
                    <a:moveTo>
                      <a:pt x="190490" y="4284307"/>
                    </a:moveTo>
                    <a:lnTo>
                      <a:pt x="190490" y="4337552"/>
                    </a:lnTo>
                    <a:cubicBezTo>
                      <a:pt x="190490" y="4529852"/>
                      <a:pt x="346938" y="4686300"/>
                      <a:pt x="539239" y="4686300"/>
                    </a:cubicBezTo>
                    <a:lnTo>
                      <a:pt x="4301204" y="4686300"/>
                    </a:lnTo>
                    <a:cubicBezTo>
                      <a:pt x="4493504" y="4686300"/>
                      <a:pt x="4649952" y="4529852"/>
                      <a:pt x="4649943" y="4337561"/>
                    </a:cubicBezTo>
                    <a:lnTo>
                      <a:pt x="4649924" y="4337561"/>
                    </a:lnTo>
                    <a:lnTo>
                      <a:pt x="4649924" y="4284307"/>
                    </a:lnTo>
                    <a:lnTo>
                      <a:pt x="2913240" y="4284307"/>
                    </a:lnTo>
                    <a:cubicBezTo>
                      <a:pt x="2871683" y="4430725"/>
                      <a:pt x="2736780" y="4538272"/>
                      <a:pt x="2577227" y="4538272"/>
                    </a:cubicBezTo>
                    <a:lnTo>
                      <a:pt x="2260702" y="4538272"/>
                    </a:lnTo>
                    <a:cubicBezTo>
                      <a:pt x="2101148" y="4538272"/>
                      <a:pt x="1966246" y="4430725"/>
                      <a:pt x="1924688" y="4284307"/>
                    </a:cubicBezTo>
                    <a:close/>
                    <a:moveTo>
                      <a:pt x="4416000" y="3712560"/>
                    </a:moveTo>
                    <a:cubicBezTo>
                      <a:pt x="4468605" y="3712560"/>
                      <a:pt x="4511250" y="3755204"/>
                      <a:pt x="4511250" y="3807810"/>
                    </a:cubicBezTo>
                    <a:cubicBezTo>
                      <a:pt x="4511250" y="3860415"/>
                      <a:pt x="4468605" y="3903060"/>
                      <a:pt x="4416000" y="3903060"/>
                    </a:cubicBezTo>
                    <a:cubicBezTo>
                      <a:pt x="4363395" y="3903060"/>
                      <a:pt x="4320750" y="3860415"/>
                      <a:pt x="4320750" y="3807810"/>
                    </a:cubicBezTo>
                    <a:cubicBezTo>
                      <a:pt x="4320750" y="3755204"/>
                      <a:pt x="4363395" y="3712560"/>
                      <a:pt x="4416000" y="3712560"/>
                    </a:cubicBezTo>
                    <a:close/>
                    <a:moveTo>
                      <a:pt x="2172548" y="2644626"/>
                    </a:moveTo>
                    <a:cubicBezTo>
                      <a:pt x="2225154" y="2644626"/>
                      <a:pt x="2267798" y="2687279"/>
                      <a:pt x="2267798" y="2739876"/>
                    </a:cubicBezTo>
                    <a:lnTo>
                      <a:pt x="2267798" y="3127591"/>
                    </a:lnTo>
                    <a:cubicBezTo>
                      <a:pt x="2267798" y="3180197"/>
                      <a:pt x="2225145" y="3222841"/>
                      <a:pt x="2172548" y="3222841"/>
                    </a:cubicBezTo>
                    <a:cubicBezTo>
                      <a:pt x="2119951" y="3222841"/>
                      <a:pt x="2077298" y="3180188"/>
                      <a:pt x="2077298" y="3127591"/>
                    </a:cubicBezTo>
                    <a:lnTo>
                      <a:pt x="2077298" y="2739876"/>
                    </a:lnTo>
                    <a:cubicBezTo>
                      <a:pt x="2077298" y="2687279"/>
                      <a:pt x="2119951" y="2644626"/>
                      <a:pt x="2172548" y="2644626"/>
                    </a:cubicBezTo>
                    <a:close/>
                    <a:moveTo>
                      <a:pt x="2656466" y="2622547"/>
                    </a:moveTo>
                    <a:cubicBezTo>
                      <a:pt x="2709063" y="2622547"/>
                      <a:pt x="2751716" y="2665200"/>
                      <a:pt x="2751716" y="2717797"/>
                    </a:cubicBezTo>
                    <a:lnTo>
                      <a:pt x="2751716" y="3289544"/>
                    </a:lnTo>
                    <a:cubicBezTo>
                      <a:pt x="2751716" y="3342151"/>
                      <a:pt x="2709063" y="3384794"/>
                      <a:pt x="2656466" y="3384794"/>
                    </a:cubicBezTo>
                    <a:cubicBezTo>
                      <a:pt x="2603869" y="3384794"/>
                      <a:pt x="2561216" y="3342142"/>
                      <a:pt x="2561216" y="3289544"/>
                    </a:cubicBezTo>
                    <a:lnTo>
                      <a:pt x="2561216" y="2717797"/>
                    </a:lnTo>
                    <a:cubicBezTo>
                      <a:pt x="2561216" y="2665200"/>
                      <a:pt x="2603869" y="2622547"/>
                      <a:pt x="2656466" y="2622547"/>
                    </a:cubicBezTo>
                    <a:close/>
                    <a:moveTo>
                      <a:pt x="2920117" y="1701089"/>
                    </a:moveTo>
                    <a:lnTo>
                      <a:pt x="2874626" y="2061743"/>
                    </a:lnTo>
                    <a:lnTo>
                      <a:pt x="2858967" y="2185921"/>
                    </a:lnTo>
                    <a:lnTo>
                      <a:pt x="3211097" y="2503627"/>
                    </a:lnTo>
                    <a:lnTo>
                      <a:pt x="3211097" y="2292534"/>
                    </a:lnTo>
                    <a:cubicBezTo>
                      <a:pt x="3211097" y="2098776"/>
                      <a:pt x="3135639" y="1916611"/>
                      <a:pt x="2998632" y="1779594"/>
                    </a:cubicBezTo>
                    <a:close/>
                    <a:moveTo>
                      <a:pt x="1931698" y="1694755"/>
                    </a:moveTo>
                    <a:lnTo>
                      <a:pt x="1840868" y="1780489"/>
                    </a:lnTo>
                    <a:cubicBezTo>
                      <a:pt x="1704470" y="1917392"/>
                      <a:pt x="1629356" y="2099167"/>
                      <a:pt x="1629356" y="2292477"/>
                    </a:cubicBezTo>
                    <a:lnTo>
                      <a:pt x="1629356" y="2503570"/>
                    </a:lnTo>
                    <a:lnTo>
                      <a:pt x="1982476" y="2184959"/>
                    </a:lnTo>
                    <a:close/>
                    <a:moveTo>
                      <a:pt x="843887" y="1660408"/>
                    </a:moveTo>
                    <a:lnTo>
                      <a:pt x="1241251" y="1660408"/>
                    </a:lnTo>
                    <a:cubicBezTo>
                      <a:pt x="1293848" y="1660408"/>
                      <a:pt x="1336501" y="1703061"/>
                      <a:pt x="1336501" y="1755658"/>
                    </a:cubicBezTo>
                    <a:cubicBezTo>
                      <a:pt x="1336501" y="1808255"/>
                      <a:pt x="1293848" y="1850908"/>
                      <a:pt x="1241251" y="1850908"/>
                    </a:cubicBezTo>
                    <a:lnTo>
                      <a:pt x="939137" y="1850908"/>
                    </a:lnTo>
                    <a:lnTo>
                      <a:pt x="939137" y="3696291"/>
                    </a:lnTo>
                    <a:lnTo>
                      <a:pt x="3933282" y="3696291"/>
                    </a:lnTo>
                    <a:lnTo>
                      <a:pt x="3933282" y="1850908"/>
                    </a:lnTo>
                    <a:lnTo>
                      <a:pt x="3549025" y="1850908"/>
                    </a:lnTo>
                    <a:cubicBezTo>
                      <a:pt x="3496428" y="1850908"/>
                      <a:pt x="3453775" y="1808255"/>
                      <a:pt x="3453775" y="1755658"/>
                    </a:cubicBezTo>
                    <a:cubicBezTo>
                      <a:pt x="3453775" y="1703061"/>
                      <a:pt x="3496428" y="1660408"/>
                      <a:pt x="3549025" y="1660408"/>
                    </a:cubicBezTo>
                    <a:lnTo>
                      <a:pt x="4028532" y="1660408"/>
                    </a:lnTo>
                    <a:cubicBezTo>
                      <a:pt x="4081130" y="1660408"/>
                      <a:pt x="4123782" y="1703061"/>
                      <a:pt x="4123773" y="1755658"/>
                    </a:cubicBezTo>
                    <a:lnTo>
                      <a:pt x="4123773" y="3791541"/>
                    </a:lnTo>
                    <a:cubicBezTo>
                      <a:pt x="4123773" y="3844138"/>
                      <a:pt x="4081120" y="3886791"/>
                      <a:pt x="4028523" y="3886791"/>
                    </a:cubicBezTo>
                    <a:lnTo>
                      <a:pt x="843887" y="3886791"/>
                    </a:lnTo>
                    <a:cubicBezTo>
                      <a:pt x="791290" y="3886791"/>
                      <a:pt x="748637" y="3844138"/>
                      <a:pt x="748637" y="3791541"/>
                    </a:cubicBezTo>
                    <a:lnTo>
                      <a:pt x="748637" y="1755658"/>
                    </a:lnTo>
                    <a:cubicBezTo>
                      <a:pt x="748637" y="1703061"/>
                      <a:pt x="791290" y="1660408"/>
                      <a:pt x="843887" y="1660408"/>
                    </a:cubicBezTo>
                    <a:close/>
                    <a:moveTo>
                      <a:pt x="2420227" y="910305"/>
                    </a:moveTo>
                    <a:cubicBezTo>
                      <a:pt x="2472832" y="910305"/>
                      <a:pt x="2515477" y="952950"/>
                      <a:pt x="2515477" y="1005555"/>
                    </a:cubicBezTo>
                    <a:cubicBezTo>
                      <a:pt x="2515477" y="1058160"/>
                      <a:pt x="2472832" y="1100805"/>
                      <a:pt x="2420227" y="1100805"/>
                    </a:cubicBezTo>
                    <a:cubicBezTo>
                      <a:pt x="2367622" y="1100805"/>
                      <a:pt x="2324977" y="1058160"/>
                      <a:pt x="2324977" y="1005555"/>
                    </a:cubicBezTo>
                    <a:cubicBezTo>
                      <a:pt x="2324977" y="952950"/>
                      <a:pt x="2367622" y="910305"/>
                      <a:pt x="2420227" y="910305"/>
                    </a:cubicBezTo>
                    <a:close/>
                    <a:moveTo>
                      <a:pt x="2431342" y="204502"/>
                    </a:moveTo>
                    <a:lnTo>
                      <a:pt x="2420436" y="216884"/>
                    </a:lnTo>
                    <a:cubicBezTo>
                      <a:pt x="2164404" y="507825"/>
                      <a:pt x="2040464" y="895797"/>
                      <a:pt x="2080403" y="1281303"/>
                    </a:cubicBezTo>
                    <a:lnTo>
                      <a:pt x="2101329" y="1483252"/>
                    </a:lnTo>
                    <a:cubicBezTo>
                      <a:pt x="2101339" y="1483271"/>
                      <a:pt x="2101339" y="1483280"/>
                      <a:pt x="2101339" y="1483290"/>
                    </a:cubicBezTo>
                    <a:lnTo>
                      <a:pt x="2109778" y="1564767"/>
                    </a:lnTo>
                    <a:lnTo>
                      <a:pt x="2184825" y="2289115"/>
                    </a:lnTo>
                    <a:cubicBezTo>
                      <a:pt x="2260301" y="2306517"/>
                      <a:pt x="2337501" y="2315451"/>
                      <a:pt x="2415111" y="2315718"/>
                    </a:cubicBezTo>
                    <a:cubicBezTo>
                      <a:pt x="2416302" y="2315727"/>
                      <a:pt x="2417493" y="2315727"/>
                      <a:pt x="2418683" y="2315727"/>
                    </a:cubicBezTo>
                    <a:cubicBezTo>
                      <a:pt x="2497998" y="2315727"/>
                      <a:pt x="2576865" y="2306679"/>
                      <a:pt x="2653989" y="2288772"/>
                    </a:cubicBezTo>
                    <a:lnTo>
                      <a:pt x="2663742" y="2211419"/>
                    </a:lnTo>
                    <a:cubicBezTo>
                      <a:pt x="2663742" y="2211410"/>
                      <a:pt x="2663742" y="2211410"/>
                      <a:pt x="2663742" y="2211400"/>
                    </a:cubicBezTo>
                    <a:lnTo>
                      <a:pt x="2755440" y="1484271"/>
                    </a:lnTo>
                    <a:cubicBezTo>
                      <a:pt x="2755449" y="1484204"/>
                      <a:pt x="2755468" y="1484138"/>
                      <a:pt x="2755478" y="1484062"/>
                    </a:cubicBezTo>
                    <a:lnTo>
                      <a:pt x="2777376" y="1310430"/>
                    </a:lnTo>
                    <a:cubicBezTo>
                      <a:pt x="2828077" y="908447"/>
                      <a:pt x="2701976" y="505730"/>
                      <a:pt x="2431342" y="204502"/>
                    </a:cubicBezTo>
                    <a:close/>
                    <a:moveTo>
                      <a:pt x="2429818" y="0"/>
                    </a:moveTo>
                    <a:cubicBezTo>
                      <a:pt x="2430218" y="0"/>
                      <a:pt x="2430627" y="0"/>
                      <a:pt x="2431028" y="0"/>
                    </a:cubicBezTo>
                    <a:cubicBezTo>
                      <a:pt x="2476833" y="0"/>
                      <a:pt x="2520677" y="19412"/>
                      <a:pt x="2551462" y="53378"/>
                    </a:cubicBezTo>
                    <a:lnTo>
                      <a:pt x="2568206" y="71828"/>
                    </a:lnTo>
                    <a:cubicBezTo>
                      <a:pt x="2861805" y="395668"/>
                      <a:pt x="3007471" y="823903"/>
                      <a:pt x="2974095" y="1257281"/>
                    </a:cubicBezTo>
                    <a:lnTo>
                      <a:pt x="4122239" y="1257281"/>
                    </a:lnTo>
                    <a:cubicBezTo>
                      <a:pt x="4336723" y="1257281"/>
                      <a:pt x="4511212" y="1431769"/>
                      <a:pt x="4511212" y="1646253"/>
                    </a:cubicBezTo>
                    <a:lnTo>
                      <a:pt x="4511212" y="3392586"/>
                    </a:lnTo>
                    <a:cubicBezTo>
                      <a:pt x="4511212" y="3445183"/>
                      <a:pt x="4468559" y="3487836"/>
                      <a:pt x="4415962" y="3487836"/>
                    </a:cubicBezTo>
                    <a:cubicBezTo>
                      <a:pt x="4363364" y="3487836"/>
                      <a:pt x="4320712" y="3445183"/>
                      <a:pt x="4320712" y="3392586"/>
                    </a:cubicBezTo>
                    <a:lnTo>
                      <a:pt x="4320712" y="1646234"/>
                    </a:lnTo>
                    <a:cubicBezTo>
                      <a:pt x="4320712" y="1536801"/>
                      <a:pt x="4231672" y="1447762"/>
                      <a:pt x="4122239" y="1447762"/>
                    </a:cubicBezTo>
                    <a:lnTo>
                      <a:pt x="2952074" y="1447762"/>
                    </a:lnTo>
                    <a:lnTo>
                      <a:pt x="2950302" y="1461830"/>
                    </a:lnTo>
                    <a:lnTo>
                      <a:pt x="3133344" y="1644872"/>
                    </a:lnTo>
                    <a:cubicBezTo>
                      <a:pt x="3306327" y="1817875"/>
                      <a:pt x="3401597" y="2047875"/>
                      <a:pt x="3401597" y="2292515"/>
                    </a:cubicBezTo>
                    <a:lnTo>
                      <a:pt x="3401597" y="2717835"/>
                    </a:lnTo>
                    <a:cubicBezTo>
                      <a:pt x="3401597" y="2755468"/>
                      <a:pt x="3379422" y="2789587"/>
                      <a:pt x="3345037" y="2804874"/>
                    </a:cubicBezTo>
                    <a:cubicBezTo>
                      <a:pt x="3332616" y="2810399"/>
                      <a:pt x="3319434" y="2813085"/>
                      <a:pt x="3306356" y="2813085"/>
                    </a:cubicBezTo>
                    <a:cubicBezTo>
                      <a:pt x="3283220" y="2813085"/>
                      <a:pt x="3260388" y="2804655"/>
                      <a:pt x="3242529" y="2788558"/>
                    </a:cubicBezTo>
                    <a:lnTo>
                      <a:pt x="2823534" y="2410520"/>
                    </a:lnTo>
                    <a:cubicBezTo>
                      <a:pt x="2811637" y="2431970"/>
                      <a:pt x="2791835" y="2448573"/>
                      <a:pt x="2767422" y="2455792"/>
                    </a:cubicBezTo>
                    <a:cubicBezTo>
                      <a:pt x="2654093" y="2489263"/>
                      <a:pt x="2536774" y="2506227"/>
                      <a:pt x="2418674" y="2506227"/>
                    </a:cubicBezTo>
                    <a:cubicBezTo>
                      <a:pt x="2417264" y="2506227"/>
                      <a:pt x="2415854" y="2506218"/>
                      <a:pt x="2414454" y="2506218"/>
                    </a:cubicBezTo>
                    <a:cubicBezTo>
                      <a:pt x="2297744" y="2505818"/>
                      <a:pt x="2181815" y="2488854"/>
                      <a:pt x="2069887" y="2455792"/>
                    </a:cubicBezTo>
                    <a:cubicBezTo>
                      <a:pt x="2046151" y="2448782"/>
                      <a:pt x="2026729" y="2432971"/>
                      <a:pt x="2014728" y="2412444"/>
                    </a:cubicBezTo>
                    <a:lnTo>
                      <a:pt x="1597923" y="2788510"/>
                    </a:lnTo>
                    <a:cubicBezTo>
                      <a:pt x="1580074" y="2804607"/>
                      <a:pt x="1557232" y="2813037"/>
                      <a:pt x="1534096" y="2813037"/>
                    </a:cubicBezTo>
                    <a:cubicBezTo>
                      <a:pt x="1521018" y="2813037"/>
                      <a:pt x="1507836" y="2810351"/>
                      <a:pt x="1495415" y="2804827"/>
                    </a:cubicBezTo>
                    <a:cubicBezTo>
                      <a:pt x="1461020" y="2789530"/>
                      <a:pt x="1438856" y="2755420"/>
                      <a:pt x="1438856" y="2717787"/>
                    </a:cubicBezTo>
                    <a:lnTo>
                      <a:pt x="1438856" y="2292467"/>
                    </a:lnTo>
                    <a:cubicBezTo>
                      <a:pt x="1438856" y="2047837"/>
                      <a:pt x="1534125" y="1817827"/>
                      <a:pt x="1707108" y="1644824"/>
                    </a:cubicBezTo>
                    <a:cubicBezTo>
                      <a:pt x="1707756" y="1644186"/>
                      <a:pt x="1708423" y="1643539"/>
                      <a:pt x="1709080" y="1642910"/>
                    </a:cubicBezTo>
                    <a:lnTo>
                      <a:pt x="1906991" y="1456125"/>
                    </a:lnTo>
                    <a:lnTo>
                      <a:pt x="1906124" y="1447781"/>
                    </a:lnTo>
                    <a:lnTo>
                      <a:pt x="718213" y="1447781"/>
                    </a:lnTo>
                    <a:cubicBezTo>
                      <a:pt x="608781" y="1447781"/>
                      <a:pt x="519741" y="1536820"/>
                      <a:pt x="519741" y="1646253"/>
                    </a:cubicBezTo>
                    <a:lnTo>
                      <a:pt x="519741" y="4093807"/>
                    </a:lnTo>
                    <a:lnTo>
                      <a:pt x="2006755" y="4093807"/>
                    </a:lnTo>
                    <a:cubicBezTo>
                      <a:pt x="2059352" y="4093807"/>
                      <a:pt x="2102005" y="4136460"/>
                      <a:pt x="2102005" y="4189057"/>
                    </a:cubicBezTo>
                    <a:cubicBezTo>
                      <a:pt x="2102005" y="4276573"/>
                      <a:pt x="2173205" y="4347772"/>
                      <a:pt x="2260721" y="4347772"/>
                    </a:cubicBezTo>
                    <a:lnTo>
                      <a:pt x="2577246" y="4347772"/>
                    </a:lnTo>
                    <a:cubicBezTo>
                      <a:pt x="2664762" y="4347772"/>
                      <a:pt x="2735961" y="4276573"/>
                      <a:pt x="2735961" y="4189057"/>
                    </a:cubicBezTo>
                    <a:cubicBezTo>
                      <a:pt x="2735961" y="4136460"/>
                      <a:pt x="2778614" y="4093807"/>
                      <a:pt x="2831211" y="4093807"/>
                    </a:cubicBezTo>
                    <a:lnTo>
                      <a:pt x="4745202" y="4093807"/>
                    </a:lnTo>
                    <a:cubicBezTo>
                      <a:pt x="4797800" y="4093807"/>
                      <a:pt x="4840452" y="4136450"/>
                      <a:pt x="4840434" y="4189057"/>
                    </a:cubicBezTo>
                    <a:lnTo>
                      <a:pt x="4840434" y="4337561"/>
                    </a:lnTo>
                    <a:cubicBezTo>
                      <a:pt x="4840434" y="4634903"/>
                      <a:pt x="4598527" y="4876800"/>
                      <a:pt x="4301185" y="4876800"/>
                    </a:cubicBezTo>
                    <a:lnTo>
                      <a:pt x="539239" y="4876800"/>
                    </a:lnTo>
                    <a:cubicBezTo>
                      <a:pt x="241916" y="4876800"/>
                      <a:pt x="0" y="4634894"/>
                      <a:pt x="0" y="4337552"/>
                    </a:cubicBezTo>
                    <a:lnTo>
                      <a:pt x="0" y="4189057"/>
                    </a:lnTo>
                    <a:cubicBezTo>
                      <a:pt x="0" y="4136460"/>
                      <a:pt x="42653" y="4093807"/>
                      <a:pt x="95250" y="4093807"/>
                    </a:cubicBezTo>
                    <a:lnTo>
                      <a:pt x="329250" y="4093807"/>
                    </a:lnTo>
                    <a:lnTo>
                      <a:pt x="329250" y="1646253"/>
                    </a:lnTo>
                    <a:cubicBezTo>
                      <a:pt x="329250" y="1431769"/>
                      <a:pt x="503739" y="1257281"/>
                      <a:pt x="718223" y="1257281"/>
                    </a:cubicBezTo>
                    <a:lnTo>
                      <a:pt x="1887036" y="1257281"/>
                    </a:lnTo>
                    <a:cubicBezTo>
                      <a:pt x="1855060" y="833580"/>
                      <a:pt x="1996059" y="410765"/>
                      <a:pt x="2277427" y="91030"/>
                    </a:cubicBezTo>
                    <a:lnTo>
                      <a:pt x="2308984" y="55178"/>
                    </a:lnTo>
                    <a:cubicBezTo>
                      <a:pt x="2339530" y="20459"/>
                      <a:pt x="2383574" y="343"/>
                      <a:pt x="2429818" y="0"/>
                    </a:cubicBezTo>
                    <a:close/>
                  </a:path>
                </a:pathLst>
              </a:custGeom>
              <a:solidFill>
                <a:schemeClr val="accent4"/>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400">
                  <a:solidFill>
                    <a:schemeClr val="tx2"/>
                  </a:solidFill>
                </a:endParaRPr>
              </a:p>
            </p:txBody>
          </p:sp>
        </p:grpSp>
      </p:grpSp>
      <p:grpSp>
        <p:nvGrpSpPr>
          <p:cNvPr id="7" name="Group 6">
            <a:extLst>
              <a:ext uri="{FF2B5EF4-FFF2-40B4-BE49-F238E27FC236}">
                <a16:creationId xmlns:a16="http://schemas.microsoft.com/office/drawing/2014/main" id="{522D259A-5994-C946-B626-AB5FF8073044}"/>
              </a:ext>
            </a:extLst>
          </p:cNvPr>
          <p:cNvGrpSpPr/>
          <p:nvPr/>
        </p:nvGrpSpPr>
        <p:grpSpPr>
          <a:xfrm>
            <a:off x="7553216" y="2234099"/>
            <a:ext cx="1420688" cy="1421161"/>
            <a:chOff x="13416580" y="5382536"/>
            <a:chExt cx="2509015" cy="2509850"/>
          </a:xfrm>
        </p:grpSpPr>
        <p:sp>
          <p:nvSpPr>
            <p:cNvPr id="26" name="Freeform 1688">
              <a:extLst>
                <a:ext uri="{FF2B5EF4-FFF2-40B4-BE49-F238E27FC236}">
                  <a16:creationId xmlns:a16="http://schemas.microsoft.com/office/drawing/2014/main" id="{7BFA0185-EDA2-C543-AE03-DF908EDA2950}"/>
                </a:ext>
              </a:extLst>
            </p:cNvPr>
            <p:cNvSpPr/>
            <p:nvPr/>
          </p:nvSpPr>
          <p:spPr>
            <a:xfrm>
              <a:off x="13416580" y="5382536"/>
              <a:ext cx="2509015" cy="2509850"/>
            </a:xfrm>
            <a:custGeom>
              <a:avLst/>
              <a:gdLst>
                <a:gd name="connsiteX0" fmla="*/ 1185862 w 2509015"/>
                <a:gd name="connsiteY0" fmla="*/ 0 h 2509850"/>
                <a:gd name="connsiteX1" fmla="*/ 2024394 w 2509015"/>
                <a:gd name="connsiteY1" fmla="*/ 347332 h 2509850"/>
                <a:gd name="connsiteX2" fmla="*/ 2093854 w 2509015"/>
                <a:gd name="connsiteY2" fmla="*/ 423757 h 2509850"/>
                <a:gd name="connsiteX3" fmla="*/ 2199323 w 2509015"/>
                <a:gd name="connsiteY3" fmla="*/ 335280 h 2509850"/>
                <a:gd name="connsiteX4" fmla="*/ 2184083 w 2509015"/>
                <a:gd name="connsiteY4" fmla="*/ 2055495 h 2509850"/>
                <a:gd name="connsiteX5" fmla="*/ 2255521 w 2509015"/>
                <a:gd name="connsiteY5" fmla="*/ 2461260 h 2509850"/>
                <a:gd name="connsiteX6" fmla="*/ 1867852 w 2509015"/>
                <a:gd name="connsiteY6" fmla="*/ 2320290 h 2509850"/>
                <a:gd name="connsiteX7" fmla="*/ 171450 w 2509015"/>
                <a:gd name="connsiteY7" fmla="*/ 2036445 h 2509850"/>
                <a:gd name="connsiteX8" fmla="*/ 277459 w 2509015"/>
                <a:gd name="connsiteY8" fmla="*/ 1947515 h 2509850"/>
                <a:gd name="connsiteX9" fmla="*/ 270793 w 2509015"/>
                <a:gd name="connsiteY9" fmla="*/ 1940182 h 2509850"/>
                <a:gd name="connsiteX10" fmla="*/ 0 w 2509015"/>
                <a:gd name="connsiteY10" fmla="*/ 1185863 h 2509850"/>
                <a:gd name="connsiteX11" fmla="*/ 1185862 w 2509015"/>
                <a:gd name="connsiteY11" fmla="*/ 0 h 2509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09015" h="2509850">
                  <a:moveTo>
                    <a:pt x="1185862" y="0"/>
                  </a:moveTo>
                  <a:cubicBezTo>
                    <a:pt x="1513329" y="0"/>
                    <a:pt x="1809795" y="132733"/>
                    <a:pt x="2024394" y="347332"/>
                  </a:cubicBezTo>
                  <a:lnTo>
                    <a:pt x="2093854" y="423757"/>
                  </a:lnTo>
                  <a:lnTo>
                    <a:pt x="2199323" y="335280"/>
                  </a:lnTo>
                  <a:cubicBezTo>
                    <a:pt x="2624138" y="842010"/>
                    <a:pt x="2605088" y="1572578"/>
                    <a:pt x="2184083" y="2055495"/>
                  </a:cubicBezTo>
                  <a:lnTo>
                    <a:pt x="2255521" y="2461260"/>
                  </a:lnTo>
                  <a:lnTo>
                    <a:pt x="1867852" y="2320290"/>
                  </a:lnTo>
                  <a:cubicBezTo>
                    <a:pt x="1319213" y="2651760"/>
                    <a:pt x="596265" y="2543175"/>
                    <a:pt x="171450" y="2036445"/>
                  </a:cubicBezTo>
                  <a:lnTo>
                    <a:pt x="277459" y="1947515"/>
                  </a:lnTo>
                  <a:lnTo>
                    <a:pt x="270793" y="1940182"/>
                  </a:lnTo>
                  <a:cubicBezTo>
                    <a:pt x="101623" y="1735195"/>
                    <a:pt x="0" y="1472397"/>
                    <a:pt x="0" y="1185863"/>
                  </a:cubicBezTo>
                  <a:cubicBezTo>
                    <a:pt x="0" y="530929"/>
                    <a:pt x="530929" y="0"/>
                    <a:pt x="1185862" y="0"/>
                  </a:cubicBezTo>
                  <a:close/>
                </a:path>
              </a:pathLst>
            </a:custGeom>
            <a:ln/>
          </p:spPr>
          <p:style>
            <a:lnRef idx="0">
              <a:schemeClr val="accent5"/>
            </a:lnRef>
            <a:fillRef idx="3">
              <a:schemeClr val="accent5"/>
            </a:fillRef>
            <a:effectRef idx="3">
              <a:schemeClr val="accent5"/>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nvGrpSpPr>
            <p:cNvPr id="27" name="Group 26">
              <a:extLst>
                <a:ext uri="{FF2B5EF4-FFF2-40B4-BE49-F238E27FC236}">
                  <a16:creationId xmlns:a16="http://schemas.microsoft.com/office/drawing/2014/main" id="{B516ECF5-7542-0741-B9B8-D0E546347935}"/>
                </a:ext>
              </a:extLst>
            </p:cNvPr>
            <p:cNvGrpSpPr>
              <a:grpSpLocks noChangeAspect="1"/>
            </p:cNvGrpSpPr>
            <p:nvPr/>
          </p:nvGrpSpPr>
          <p:grpSpPr>
            <a:xfrm>
              <a:off x="13604806" y="5583081"/>
              <a:ext cx="2132561" cy="2124000"/>
              <a:chOff x="8230812" y="1970061"/>
              <a:chExt cx="625960" cy="623446"/>
            </a:xfrm>
          </p:grpSpPr>
          <p:sp>
            <p:nvSpPr>
              <p:cNvPr id="28" name="Oval 27">
                <a:extLst>
                  <a:ext uri="{FF2B5EF4-FFF2-40B4-BE49-F238E27FC236}">
                    <a16:creationId xmlns:a16="http://schemas.microsoft.com/office/drawing/2014/main" id="{ABA4EE79-20AA-0F45-A6B1-48B8F7FF162E}"/>
                  </a:ext>
                </a:extLst>
              </p:cNvPr>
              <p:cNvSpPr>
                <a:spLocks noChangeArrowheads="1"/>
              </p:cNvSpPr>
              <p:nvPr/>
            </p:nvSpPr>
            <p:spPr bwMode="auto">
              <a:xfrm>
                <a:off x="8230812" y="1970061"/>
                <a:ext cx="625960" cy="623446"/>
              </a:xfrm>
              <a:prstGeom prst="ellipse">
                <a:avLst/>
              </a:prstGeom>
              <a:ln w="9525">
                <a:noFill/>
                <a:round/>
                <a:headEnd/>
                <a:tailEnd/>
              </a:ln>
            </p:spPr>
            <p:style>
              <a:lnRef idx="1">
                <a:schemeClr val="accent5"/>
              </a:lnRef>
              <a:fillRef idx="3">
                <a:schemeClr val="accent5"/>
              </a:fillRef>
              <a:effectRef idx="2">
                <a:schemeClr val="accent5"/>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29" name="Oval 28">
                <a:extLst>
                  <a:ext uri="{FF2B5EF4-FFF2-40B4-BE49-F238E27FC236}">
                    <a16:creationId xmlns:a16="http://schemas.microsoft.com/office/drawing/2014/main" id="{6F7E1C2F-6680-4648-9C41-CDF8463C6009}"/>
                  </a:ext>
                </a:extLst>
              </p:cNvPr>
              <p:cNvSpPr>
                <a:spLocks noChangeArrowheads="1"/>
              </p:cNvSpPr>
              <p:nvPr/>
            </p:nvSpPr>
            <p:spPr bwMode="auto">
              <a:xfrm>
                <a:off x="8284860" y="2024110"/>
                <a:ext cx="517863" cy="517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3600"/>
              </a:p>
            </p:txBody>
          </p:sp>
          <p:sp>
            <p:nvSpPr>
              <p:cNvPr id="30" name="Freeform: Shape 29">
                <a:extLst>
                  <a:ext uri="{FF2B5EF4-FFF2-40B4-BE49-F238E27FC236}">
                    <a16:creationId xmlns:a16="http://schemas.microsoft.com/office/drawing/2014/main" id="{09F418F8-279E-8F48-A570-C65BA8B078B7}"/>
                  </a:ext>
                </a:extLst>
              </p:cNvPr>
              <p:cNvSpPr>
                <a:spLocks noChangeAspect="1"/>
              </p:cNvSpPr>
              <p:nvPr/>
            </p:nvSpPr>
            <p:spPr>
              <a:xfrm>
                <a:off x="8434533" y="2160751"/>
                <a:ext cx="216000" cy="216000"/>
              </a:xfrm>
              <a:custGeom>
                <a:avLst/>
                <a:gdLst>
                  <a:gd name="connsiteX0" fmla="*/ 2438409 w 4876819"/>
                  <a:gd name="connsiteY0" fmla="*/ 3629225 h 4876819"/>
                  <a:gd name="connsiteX1" fmla="*/ 2548509 w 4876819"/>
                  <a:gd name="connsiteY1" fmla="*/ 3739324 h 4876819"/>
                  <a:gd name="connsiteX2" fmla="*/ 2548509 w 4876819"/>
                  <a:gd name="connsiteY2" fmla="*/ 3875656 h 4876819"/>
                  <a:gd name="connsiteX3" fmla="*/ 2438409 w 4876819"/>
                  <a:gd name="connsiteY3" fmla="*/ 3985755 h 4876819"/>
                  <a:gd name="connsiteX4" fmla="*/ 2328310 w 4876819"/>
                  <a:gd name="connsiteY4" fmla="*/ 3875656 h 4876819"/>
                  <a:gd name="connsiteX5" fmla="*/ 2328310 w 4876819"/>
                  <a:gd name="connsiteY5" fmla="*/ 3739324 h 4876819"/>
                  <a:gd name="connsiteX6" fmla="*/ 2438409 w 4876819"/>
                  <a:gd name="connsiteY6" fmla="*/ 3629225 h 4876819"/>
                  <a:gd name="connsiteX7" fmla="*/ 1801545 w 4876819"/>
                  <a:gd name="connsiteY7" fmla="*/ 3455761 h 4876819"/>
                  <a:gd name="connsiteX8" fmla="*/ 1842992 w 4876819"/>
                  <a:gd name="connsiteY8" fmla="*/ 3469691 h 4876819"/>
                  <a:gd name="connsiteX9" fmla="*/ 1883292 w 4876819"/>
                  <a:gd name="connsiteY9" fmla="*/ 3620091 h 4876819"/>
                  <a:gd name="connsiteX10" fmla="*/ 1815141 w 4876819"/>
                  <a:gd name="connsiteY10" fmla="*/ 3738153 h 4876819"/>
                  <a:gd name="connsiteX11" fmla="*/ 1719681 w 4876819"/>
                  <a:gd name="connsiteY11" fmla="*/ 3793227 h 4876819"/>
                  <a:gd name="connsiteX12" fmla="*/ 1664741 w 4876819"/>
                  <a:gd name="connsiteY12" fmla="*/ 3778454 h 4876819"/>
                  <a:gd name="connsiteX13" fmla="*/ 1624441 w 4876819"/>
                  <a:gd name="connsiteY13" fmla="*/ 3628054 h 4876819"/>
                  <a:gd name="connsiteX14" fmla="*/ 1692592 w 4876819"/>
                  <a:gd name="connsiteY14" fmla="*/ 3509991 h 4876819"/>
                  <a:gd name="connsiteX15" fmla="*/ 1801545 w 4876819"/>
                  <a:gd name="connsiteY15" fmla="*/ 3455761 h 4876819"/>
                  <a:gd name="connsiteX16" fmla="*/ 3075282 w 4876819"/>
                  <a:gd name="connsiteY16" fmla="*/ 3455748 h 4876819"/>
                  <a:gd name="connsiteX17" fmla="*/ 3184217 w 4876819"/>
                  <a:gd name="connsiteY17" fmla="*/ 3509982 h 4876819"/>
                  <a:gd name="connsiteX18" fmla="*/ 3252368 w 4876819"/>
                  <a:gd name="connsiteY18" fmla="*/ 3628044 h 4876819"/>
                  <a:gd name="connsiteX19" fmla="*/ 3212068 w 4876819"/>
                  <a:gd name="connsiteY19" fmla="*/ 3778444 h 4876819"/>
                  <a:gd name="connsiteX20" fmla="*/ 3157127 w 4876819"/>
                  <a:gd name="connsiteY20" fmla="*/ 3793217 h 4876819"/>
                  <a:gd name="connsiteX21" fmla="*/ 3061668 w 4876819"/>
                  <a:gd name="connsiteY21" fmla="*/ 3738144 h 4876819"/>
                  <a:gd name="connsiteX22" fmla="*/ 2993517 w 4876819"/>
                  <a:gd name="connsiteY22" fmla="*/ 3620081 h 4876819"/>
                  <a:gd name="connsiteX23" fmla="*/ 3033817 w 4876819"/>
                  <a:gd name="connsiteY23" fmla="*/ 3469681 h 4876819"/>
                  <a:gd name="connsiteX24" fmla="*/ 3075282 w 4876819"/>
                  <a:gd name="connsiteY24" fmla="*/ 3455748 h 4876819"/>
                  <a:gd name="connsiteX25" fmla="*/ 1298175 w 4876819"/>
                  <a:gd name="connsiteY25" fmla="*/ 2979586 h 4876819"/>
                  <a:gd name="connsiteX26" fmla="*/ 1407119 w 4876819"/>
                  <a:gd name="connsiteY26" fmla="*/ 3033817 h 4876819"/>
                  <a:gd name="connsiteX27" fmla="*/ 1366819 w 4876819"/>
                  <a:gd name="connsiteY27" fmla="*/ 3184217 h 4876819"/>
                  <a:gd name="connsiteX28" fmla="*/ 1248756 w 4876819"/>
                  <a:gd name="connsiteY28" fmla="*/ 3252369 h 4876819"/>
                  <a:gd name="connsiteX29" fmla="*/ 1193816 w 4876819"/>
                  <a:gd name="connsiteY29" fmla="*/ 3267142 h 4876819"/>
                  <a:gd name="connsiteX30" fmla="*/ 1098357 w 4876819"/>
                  <a:gd name="connsiteY30" fmla="*/ 3212068 h 4876819"/>
                  <a:gd name="connsiteX31" fmla="*/ 1138657 w 4876819"/>
                  <a:gd name="connsiteY31" fmla="*/ 3061669 h 4876819"/>
                  <a:gd name="connsiteX32" fmla="*/ 1256719 w 4876819"/>
                  <a:gd name="connsiteY32" fmla="*/ 2993517 h 4876819"/>
                  <a:gd name="connsiteX33" fmla="*/ 1298175 w 4876819"/>
                  <a:gd name="connsiteY33" fmla="*/ 2979586 h 4876819"/>
                  <a:gd name="connsiteX34" fmla="*/ 3578635 w 4876819"/>
                  <a:gd name="connsiteY34" fmla="*/ 2979585 h 4876819"/>
                  <a:gd name="connsiteX35" fmla="*/ 3620081 w 4876819"/>
                  <a:gd name="connsiteY35" fmla="*/ 2993527 h 4876819"/>
                  <a:gd name="connsiteX36" fmla="*/ 3738143 w 4876819"/>
                  <a:gd name="connsiteY36" fmla="*/ 3061678 h 4876819"/>
                  <a:gd name="connsiteX37" fmla="*/ 3778443 w 4876819"/>
                  <a:gd name="connsiteY37" fmla="*/ 3212078 h 4876819"/>
                  <a:gd name="connsiteX38" fmla="*/ 3682984 w 4876819"/>
                  <a:gd name="connsiteY38" fmla="*/ 3267152 h 4876819"/>
                  <a:gd name="connsiteX39" fmla="*/ 3628043 w 4876819"/>
                  <a:gd name="connsiteY39" fmla="*/ 3252378 h 4876819"/>
                  <a:gd name="connsiteX40" fmla="*/ 3509981 w 4876819"/>
                  <a:gd name="connsiteY40" fmla="*/ 3184227 h 4876819"/>
                  <a:gd name="connsiteX41" fmla="*/ 3469681 w 4876819"/>
                  <a:gd name="connsiteY41" fmla="*/ 3033827 h 4876819"/>
                  <a:gd name="connsiteX42" fmla="*/ 3578635 w 4876819"/>
                  <a:gd name="connsiteY42" fmla="*/ 2979585 h 4876819"/>
                  <a:gd name="connsiteX43" fmla="*/ 1832886 w 4876819"/>
                  <a:gd name="connsiteY43" fmla="*/ 2397004 h 4876819"/>
                  <a:gd name="connsiteX44" fmla="*/ 1788842 w 4876819"/>
                  <a:gd name="connsiteY44" fmla="*/ 2441048 h 4876819"/>
                  <a:gd name="connsiteX45" fmla="*/ 1832886 w 4876819"/>
                  <a:gd name="connsiteY45" fmla="*/ 2485092 h 4876819"/>
                  <a:gd name="connsiteX46" fmla="*/ 2189197 w 4876819"/>
                  <a:gd name="connsiteY46" fmla="*/ 2485092 h 4876819"/>
                  <a:gd name="connsiteX47" fmla="*/ 2185263 w 4876819"/>
                  <a:gd name="connsiteY47" fmla="*/ 2440972 h 4876819"/>
                  <a:gd name="connsiteX48" fmla="*/ 2185263 w 4876819"/>
                  <a:gd name="connsiteY48" fmla="*/ 2397004 h 4876819"/>
                  <a:gd name="connsiteX49" fmla="*/ 3739324 w 4876819"/>
                  <a:gd name="connsiteY49" fmla="*/ 2328301 h 4876819"/>
                  <a:gd name="connsiteX50" fmla="*/ 3875656 w 4876819"/>
                  <a:gd name="connsiteY50" fmla="*/ 2328301 h 4876819"/>
                  <a:gd name="connsiteX51" fmla="*/ 3985755 w 4876819"/>
                  <a:gd name="connsiteY51" fmla="*/ 2438400 h 4876819"/>
                  <a:gd name="connsiteX52" fmla="*/ 3875656 w 4876819"/>
                  <a:gd name="connsiteY52" fmla="*/ 2548500 h 4876819"/>
                  <a:gd name="connsiteX53" fmla="*/ 3739324 w 4876819"/>
                  <a:gd name="connsiteY53" fmla="*/ 2548500 h 4876819"/>
                  <a:gd name="connsiteX54" fmla="*/ 3629225 w 4876819"/>
                  <a:gd name="connsiteY54" fmla="*/ 2438400 h 4876819"/>
                  <a:gd name="connsiteX55" fmla="*/ 3739324 w 4876819"/>
                  <a:gd name="connsiteY55" fmla="*/ 2328301 h 4876819"/>
                  <a:gd name="connsiteX56" fmla="*/ 1001154 w 4876819"/>
                  <a:gd name="connsiteY56" fmla="*/ 2328301 h 4876819"/>
                  <a:gd name="connsiteX57" fmla="*/ 1137486 w 4876819"/>
                  <a:gd name="connsiteY57" fmla="*/ 2328301 h 4876819"/>
                  <a:gd name="connsiteX58" fmla="*/ 1247585 w 4876819"/>
                  <a:gd name="connsiteY58" fmla="*/ 2438400 h 4876819"/>
                  <a:gd name="connsiteX59" fmla="*/ 1137486 w 4876819"/>
                  <a:gd name="connsiteY59" fmla="*/ 2548500 h 4876819"/>
                  <a:gd name="connsiteX60" fmla="*/ 1001154 w 4876819"/>
                  <a:gd name="connsiteY60" fmla="*/ 2548500 h 4876819"/>
                  <a:gd name="connsiteX61" fmla="*/ 891055 w 4876819"/>
                  <a:gd name="connsiteY61" fmla="*/ 2438400 h 4876819"/>
                  <a:gd name="connsiteX62" fmla="*/ 1001154 w 4876819"/>
                  <a:gd name="connsiteY62" fmla="*/ 2328301 h 4876819"/>
                  <a:gd name="connsiteX63" fmla="*/ 2438400 w 4876819"/>
                  <a:gd name="connsiteY63" fmla="*/ 1752124 h 4876819"/>
                  <a:gd name="connsiteX64" fmla="*/ 2394432 w 4876819"/>
                  <a:gd name="connsiteY64" fmla="*/ 1796091 h 4876819"/>
                  <a:gd name="connsiteX65" fmla="*/ 2394432 w 4876819"/>
                  <a:gd name="connsiteY65" fmla="*/ 2440972 h 4876819"/>
                  <a:gd name="connsiteX66" fmla="*/ 2438400 w 4876819"/>
                  <a:gd name="connsiteY66" fmla="*/ 2484949 h 4876819"/>
                  <a:gd name="connsiteX67" fmla="*/ 2482377 w 4876819"/>
                  <a:gd name="connsiteY67" fmla="*/ 2440972 h 4876819"/>
                  <a:gd name="connsiteX68" fmla="*/ 2482377 w 4876819"/>
                  <a:gd name="connsiteY68" fmla="*/ 1796091 h 4876819"/>
                  <a:gd name="connsiteX69" fmla="*/ 2438400 w 4876819"/>
                  <a:gd name="connsiteY69" fmla="*/ 1752124 h 4876819"/>
                  <a:gd name="connsiteX70" fmla="*/ 1207318 w 4876819"/>
                  <a:gd name="connsiteY70" fmla="*/ 1610497 h 4876819"/>
                  <a:gd name="connsiteX71" fmla="*/ 1248766 w 4876819"/>
                  <a:gd name="connsiteY71" fmla="*/ 1624432 h 4876819"/>
                  <a:gd name="connsiteX72" fmla="*/ 1366828 w 4876819"/>
                  <a:gd name="connsiteY72" fmla="*/ 1692583 h 4876819"/>
                  <a:gd name="connsiteX73" fmla="*/ 1407128 w 4876819"/>
                  <a:gd name="connsiteY73" fmla="*/ 1842983 h 4876819"/>
                  <a:gd name="connsiteX74" fmla="*/ 1311669 w 4876819"/>
                  <a:gd name="connsiteY74" fmla="*/ 1898056 h 4876819"/>
                  <a:gd name="connsiteX75" fmla="*/ 1256728 w 4876819"/>
                  <a:gd name="connsiteY75" fmla="*/ 1883283 h 4876819"/>
                  <a:gd name="connsiteX76" fmla="*/ 1138666 w 4876819"/>
                  <a:gd name="connsiteY76" fmla="*/ 1815132 h 4876819"/>
                  <a:gd name="connsiteX77" fmla="*/ 1098366 w 4876819"/>
                  <a:gd name="connsiteY77" fmla="*/ 1664732 h 4876819"/>
                  <a:gd name="connsiteX78" fmla="*/ 1207318 w 4876819"/>
                  <a:gd name="connsiteY78" fmla="*/ 1610497 h 4876819"/>
                  <a:gd name="connsiteX79" fmla="*/ 3669509 w 4876819"/>
                  <a:gd name="connsiteY79" fmla="*/ 1610491 h 4876819"/>
                  <a:gd name="connsiteX80" fmla="*/ 3778444 w 4876819"/>
                  <a:gd name="connsiteY80" fmla="*/ 1664723 h 4876819"/>
                  <a:gd name="connsiteX81" fmla="*/ 3738144 w 4876819"/>
                  <a:gd name="connsiteY81" fmla="*/ 1815122 h 4876819"/>
                  <a:gd name="connsiteX82" fmla="*/ 3620081 w 4876819"/>
                  <a:gd name="connsiteY82" fmla="*/ 1883274 h 4876819"/>
                  <a:gd name="connsiteX83" fmla="*/ 3565141 w 4876819"/>
                  <a:gd name="connsiteY83" fmla="*/ 1898047 h 4876819"/>
                  <a:gd name="connsiteX84" fmla="*/ 3469682 w 4876819"/>
                  <a:gd name="connsiteY84" fmla="*/ 1842974 h 4876819"/>
                  <a:gd name="connsiteX85" fmla="*/ 3509982 w 4876819"/>
                  <a:gd name="connsiteY85" fmla="*/ 1692574 h 4876819"/>
                  <a:gd name="connsiteX86" fmla="*/ 3628044 w 4876819"/>
                  <a:gd name="connsiteY86" fmla="*/ 1624422 h 4876819"/>
                  <a:gd name="connsiteX87" fmla="*/ 3669509 w 4876819"/>
                  <a:gd name="connsiteY87" fmla="*/ 1610491 h 4876819"/>
                  <a:gd name="connsiteX88" fmla="*/ 2438409 w 4876819"/>
                  <a:gd name="connsiteY88" fmla="*/ 1542936 h 4876819"/>
                  <a:gd name="connsiteX89" fmla="*/ 2691574 w 4876819"/>
                  <a:gd name="connsiteY89" fmla="*/ 1796091 h 4876819"/>
                  <a:gd name="connsiteX90" fmla="*/ 2691574 w 4876819"/>
                  <a:gd name="connsiteY90" fmla="*/ 2440972 h 4876819"/>
                  <a:gd name="connsiteX91" fmla="*/ 2674582 w 4876819"/>
                  <a:gd name="connsiteY91" fmla="*/ 2531983 h 4876819"/>
                  <a:gd name="connsiteX92" fmla="*/ 3088033 w 4876819"/>
                  <a:gd name="connsiteY92" fmla="*/ 2945530 h 4876819"/>
                  <a:gd name="connsiteX93" fmla="*/ 3088024 w 4876819"/>
                  <a:gd name="connsiteY93" fmla="*/ 3093396 h 4876819"/>
                  <a:gd name="connsiteX94" fmla="*/ 3014024 w 4876819"/>
                  <a:gd name="connsiteY94" fmla="*/ 3124114 h 4876819"/>
                  <a:gd name="connsiteX95" fmla="*/ 2940148 w 4876819"/>
                  <a:gd name="connsiteY95" fmla="*/ 3093396 h 4876819"/>
                  <a:gd name="connsiteX96" fmla="*/ 2525392 w 4876819"/>
                  <a:gd name="connsiteY96" fmla="*/ 2678735 h 4876819"/>
                  <a:gd name="connsiteX97" fmla="*/ 2443181 w 4876819"/>
                  <a:gd name="connsiteY97" fmla="*/ 2694013 h 4876819"/>
                  <a:gd name="connsiteX98" fmla="*/ 2438428 w 4876819"/>
                  <a:gd name="connsiteY98" fmla="*/ 2694280 h 4876819"/>
                  <a:gd name="connsiteX99" fmla="*/ 1832876 w 4876819"/>
                  <a:gd name="connsiteY99" fmla="*/ 2694280 h 4876819"/>
                  <a:gd name="connsiteX100" fmla="*/ 1579645 w 4876819"/>
                  <a:gd name="connsiteY100" fmla="*/ 2441048 h 4876819"/>
                  <a:gd name="connsiteX101" fmla="*/ 1832876 w 4876819"/>
                  <a:gd name="connsiteY101" fmla="*/ 2187816 h 4876819"/>
                  <a:gd name="connsiteX102" fmla="*/ 2185254 w 4876819"/>
                  <a:gd name="connsiteY102" fmla="*/ 2187816 h 4876819"/>
                  <a:gd name="connsiteX103" fmla="*/ 2185254 w 4876819"/>
                  <a:gd name="connsiteY103" fmla="*/ 1796091 h 4876819"/>
                  <a:gd name="connsiteX104" fmla="*/ 2438409 w 4876819"/>
                  <a:gd name="connsiteY104" fmla="*/ 1542936 h 4876819"/>
                  <a:gd name="connsiteX105" fmla="*/ 1706188 w 4876819"/>
                  <a:gd name="connsiteY105" fmla="*/ 1084435 h 4876819"/>
                  <a:gd name="connsiteX106" fmla="*/ 1815122 w 4876819"/>
                  <a:gd name="connsiteY106" fmla="*/ 1138667 h 4876819"/>
                  <a:gd name="connsiteX107" fmla="*/ 1883273 w 4876819"/>
                  <a:gd name="connsiteY107" fmla="*/ 1256729 h 4876819"/>
                  <a:gd name="connsiteX108" fmla="*/ 1842973 w 4876819"/>
                  <a:gd name="connsiteY108" fmla="*/ 1407129 h 4876819"/>
                  <a:gd name="connsiteX109" fmla="*/ 1788033 w 4876819"/>
                  <a:gd name="connsiteY109" fmla="*/ 1421902 h 4876819"/>
                  <a:gd name="connsiteX110" fmla="*/ 1692573 w 4876819"/>
                  <a:gd name="connsiteY110" fmla="*/ 1366828 h 4876819"/>
                  <a:gd name="connsiteX111" fmla="*/ 1624422 w 4876819"/>
                  <a:gd name="connsiteY111" fmla="*/ 1248766 h 4876819"/>
                  <a:gd name="connsiteX112" fmla="*/ 1664722 w 4876819"/>
                  <a:gd name="connsiteY112" fmla="*/ 1098366 h 4876819"/>
                  <a:gd name="connsiteX113" fmla="*/ 1706188 w 4876819"/>
                  <a:gd name="connsiteY113" fmla="*/ 1084435 h 4876819"/>
                  <a:gd name="connsiteX114" fmla="*/ 3170632 w 4876819"/>
                  <a:gd name="connsiteY114" fmla="*/ 1084430 h 4876819"/>
                  <a:gd name="connsiteX115" fmla="*/ 3212078 w 4876819"/>
                  <a:gd name="connsiteY115" fmla="*/ 1098366 h 4876819"/>
                  <a:gd name="connsiteX116" fmla="*/ 3252378 w 4876819"/>
                  <a:gd name="connsiteY116" fmla="*/ 1248765 h 4876819"/>
                  <a:gd name="connsiteX117" fmla="*/ 3184227 w 4876819"/>
                  <a:gd name="connsiteY117" fmla="*/ 1366828 h 4876819"/>
                  <a:gd name="connsiteX118" fmla="*/ 3088767 w 4876819"/>
                  <a:gd name="connsiteY118" fmla="*/ 1421901 h 4876819"/>
                  <a:gd name="connsiteX119" fmla="*/ 3033827 w 4876819"/>
                  <a:gd name="connsiteY119" fmla="*/ 1407128 h 4876819"/>
                  <a:gd name="connsiteX120" fmla="*/ 2993527 w 4876819"/>
                  <a:gd name="connsiteY120" fmla="*/ 1256728 h 4876819"/>
                  <a:gd name="connsiteX121" fmla="*/ 3061678 w 4876819"/>
                  <a:gd name="connsiteY121" fmla="*/ 1138666 h 4876819"/>
                  <a:gd name="connsiteX122" fmla="*/ 3170632 w 4876819"/>
                  <a:gd name="connsiteY122" fmla="*/ 1084430 h 4876819"/>
                  <a:gd name="connsiteX123" fmla="*/ 2438409 w 4876819"/>
                  <a:gd name="connsiteY123" fmla="*/ 891055 h 4876819"/>
                  <a:gd name="connsiteX124" fmla="*/ 2548509 w 4876819"/>
                  <a:gd name="connsiteY124" fmla="*/ 1001154 h 4876819"/>
                  <a:gd name="connsiteX125" fmla="*/ 2548509 w 4876819"/>
                  <a:gd name="connsiteY125" fmla="*/ 1137486 h 4876819"/>
                  <a:gd name="connsiteX126" fmla="*/ 2438409 w 4876819"/>
                  <a:gd name="connsiteY126" fmla="*/ 1247585 h 4876819"/>
                  <a:gd name="connsiteX127" fmla="*/ 2328310 w 4876819"/>
                  <a:gd name="connsiteY127" fmla="*/ 1137486 h 4876819"/>
                  <a:gd name="connsiteX128" fmla="*/ 2328310 w 4876819"/>
                  <a:gd name="connsiteY128" fmla="*/ 1001154 h 4876819"/>
                  <a:gd name="connsiteX129" fmla="*/ 2438409 w 4876819"/>
                  <a:gd name="connsiteY129" fmla="*/ 891055 h 4876819"/>
                  <a:gd name="connsiteX130" fmla="*/ 2438409 w 4876819"/>
                  <a:gd name="connsiteY130" fmla="*/ 717423 h 4876819"/>
                  <a:gd name="connsiteX131" fmla="*/ 717423 w 4876819"/>
                  <a:gd name="connsiteY131" fmla="*/ 2438400 h 4876819"/>
                  <a:gd name="connsiteX132" fmla="*/ 2438409 w 4876819"/>
                  <a:gd name="connsiteY132" fmla="*/ 4159387 h 4876819"/>
                  <a:gd name="connsiteX133" fmla="*/ 4159396 w 4876819"/>
                  <a:gd name="connsiteY133" fmla="*/ 2438410 h 4876819"/>
                  <a:gd name="connsiteX134" fmla="*/ 2438409 w 4876819"/>
                  <a:gd name="connsiteY134" fmla="*/ 717423 h 4876819"/>
                  <a:gd name="connsiteX135" fmla="*/ 2438409 w 4876819"/>
                  <a:gd name="connsiteY135" fmla="*/ 497215 h 4876819"/>
                  <a:gd name="connsiteX136" fmla="*/ 4379595 w 4876819"/>
                  <a:gd name="connsiteY136" fmla="*/ 2438410 h 4876819"/>
                  <a:gd name="connsiteX137" fmla="*/ 2438409 w 4876819"/>
                  <a:gd name="connsiteY137" fmla="*/ 4379595 h 4876819"/>
                  <a:gd name="connsiteX138" fmla="*/ 497224 w 4876819"/>
                  <a:gd name="connsiteY138" fmla="*/ 2438400 h 4876819"/>
                  <a:gd name="connsiteX139" fmla="*/ 2438409 w 4876819"/>
                  <a:gd name="connsiteY139" fmla="*/ 497215 h 4876819"/>
                  <a:gd name="connsiteX140" fmla="*/ 2438409 w 4876819"/>
                  <a:gd name="connsiteY140" fmla="*/ 0 h 4876819"/>
                  <a:gd name="connsiteX141" fmla="*/ 3946465 w 4876819"/>
                  <a:gd name="connsiteY141" fmla="*/ 522141 h 4876819"/>
                  <a:gd name="connsiteX142" fmla="*/ 3964800 w 4876819"/>
                  <a:gd name="connsiteY142" fmla="*/ 676770 h 4876819"/>
                  <a:gd name="connsiteX143" fmla="*/ 3810171 w 4876819"/>
                  <a:gd name="connsiteY143" fmla="*/ 695106 h 4876819"/>
                  <a:gd name="connsiteX144" fmla="*/ 2438409 w 4876819"/>
                  <a:gd name="connsiteY144" fmla="*/ 220199 h 4876819"/>
                  <a:gd name="connsiteX145" fmla="*/ 220199 w 4876819"/>
                  <a:gd name="connsiteY145" fmla="*/ 2438409 h 4876819"/>
                  <a:gd name="connsiteX146" fmla="*/ 2438400 w 4876819"/>
                  <a:gd name="connsiteY146" fmla="*/ 4656601 h 4876819"/>
                  <a:gd name="connsiteX147" fmla="*/ 4656601 w 4876819"/>
                  <a:gd name="connsiteY147" fmla="*/ 2438400 h 4876819"/>
                  <a:gd name="connsiteX148" fmla="*/ 4181161 w 4876819"/>
                  <a:gd name="connsiteY148" fmla="*/ 1066028 h 4876819"/>
                  <a:gd name="connsiteX149" fmla="*/ 4199430 w 4876819"/>
                  <a:gd name="connsiteY149" fmla="*/ 911390 h 4876819"/>
                  <a:gd name="connsiteX150" fmla="*/ 4354058 w 4876819"/>
                  <a:gd name="connsiteY150" fmla="*/ 929668 h 4876819"/>
                  <a:gd name="connsiteX151" fmla="*/ 4876819 w 4876819"/>
                  <a:gd name="connsiteY151" fmla="*/ 2438409 h 4876819"/>
                  <a:gd name="connsiteX152" fmla="*/ 4162625 w 4876819"/>
                  <a:gd name="connsiteY152" fmla="*/ 4162625 h 4876819"/>
                  <a:gd name="connsiteX153" fmla="*/ 2438409 w 4876819"/>
                  <a:gd name="connsiteY153" fmla="*/ 4876819 h 4876819"/>
                  <a:gd name="connsiteX154" fmla="*/ 714194 w 4876819"/>
                  <a:gd name="connsiteY154" fmla="*/ 4162625 h 4876819"/>
                  <a:gd name="connsiteX155" fmla="*/ 0 w 4876819"/>
                  <a:gd name="connsiteY155" fmla="*/ 2438409 h 4876819"/>
                  <a:gd name="connsiteX156" fmla="*/ 714194 w 4876819"/>
                  <a:gd name="connsiteY156" fmla="*/ 714194 h 4876819"/>
                  <a:gd name="connsiteX157" fmla="*/ 2438409 w 4876819"/>
                  <a:gd name="connsiteY157" fmla="*/ 0 h 487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4876819" h="4876819">
                    <a:moveTo>
                      <a:pt x="2438409" y="3629225"/>
                    </a:moveTo>
                    <a:cubicBezTo>
                      <a:pt x="2499207" y="3629225"/>
                      <a:pt x="2548509" y="3678517"/>
                      <a:pt x="2548509" y="3739324"/>
                    </a:cubicBezTo>
                    <a:lnTo>
                      <a:pt x="2548509" y="3875656"/>
                    </a:lnTo>
                    <a:cubicBezTo>
                      <a:pt x="2548509" y="3936454"/>
                      <a:pt x="2499207" y="3985755"/>
                      <a:pt x="2438409" y="3985755"/>
                    </a:cubicBezTo>
                    <a:cubicBezTo>
                      <a:pt x="2377611" y="3985755"/>
                      <a:pt x="2328310" y="3936454"/>
                      <a:pt x="2328310" y="3875656"/>
                    </a:cubicBezTo>
                    <a:lnTo>
                      <a:pt x="2328310" y="3739324"/>
                    </a:lnTo>
                    <a:cubicBezTo>
                      <a:pt x="2328310" y="3678526"/>
                      <a:pt x="2377611" y="3629225"/>
                      <a:pt x="2438409" y="3629225"/>
                    </a:cubicBezTo>
                    <a:close/>
                    <a:moveTo>
                      <a:pt x="1801545" y="3455761"/>
                    </a:moveTo>
                    <a:cubicBezTo>
                      <a:pt x="1815739" y="3457521"/>
                      <a:pt x="1829824" y="3462093"/>
                      <a:pt x="1842992" y="3469691"/>
                    </a:cubicBezTo>
                    <a:cubicBezTo>
                      <a:pt x="1895656" y="3500076"/>
                      <a:pt x="1913696" y="3567427"/>
                      <a:pt x="1883292" y="3620091"/>
                    </a:cubicBezTo>
                    <a:lnTo>
                      <a:pt x="1815141" y="3738153"/>
                    </a:lnTo>
                    <a:cubicBezTo>
                      <a:pt x="1794748" y="3773472"/>
                      <a:pt x="1757734" y="3793227"/>
                      <a:pt x="1719681" y="3793227"/>
                    </a:cubicBezTo>
                    <a:cubicBezTo>
                      <a:pt x="1701012" y="3793227"/>
                      <a:pt x="1682086" y="3788465"/>
                      <a:pt x="1664741" y="3778454"/>
                    </a:cubicBezTo>
                    <a:cubicBezTo>
                      <a:pt x="1612077" y="3748050"/>
                      <a:pt x="1594028" y="3680718"/>
                      <a:pt x="1624441" y="3628054"/>
                    </a:cubicBezTo>
                    <a:lnTo>
                      <a:pt x="1692592" y="3509991"/>
                    </a:lnTo>
                    <a:cubicBezTo>
                      <a:pt x="1715388" y="3470501"/>
                      <a:pt x="1758961" y="3450481"/>
                      <a:pt x="1801545" y="3455761"/>
                    </a:cubicBezTo>
                    <a:close/>
                    <a:moveTo>
                      <a:pt x="3075282" y="3455748"/>
                    </a:moveTo>
                    <a:cubicBezTo>
                      <a:pt x="3117873" y="3450466"/>
                      <a:pt x="3161429" y="3470492"/>
                      <a:pt x="3184217" y="3509982"/>
                    </a:cubicBezTo>
                    <a:lnTo>
                      <a:pt x="3252368" y="3628044"/>
                    </a:lnTo>
                    <a:cubicBezTo>
                      <a:pt x="3282781" y="3680708"/>
                      <a:pt x="3264731" y="3748050"/>
                      <a:pt x="3212068" y="3778444"/>
                    </a:cubicBezTo>
                    <a:cubicBezTo>
                      <a:pt x="3194732" y="3788445"/>
                      <a:pt x="3175796" y="3793217"/>
                      <a:pt x="3157127" y="3793217"/>
                    </a:cubicBezTo>
                    <a:cubicBezTo>
                      <a:pt x="3119066" y="3793217"/>
                      <a:pt x="3082061" y="3773462"/>
                      <a:pt x="3061668" y="3738144"/>
                    </a:cubicBezTo>
                    <a:lnTo>
                      <a:pt x="2993517" y="3620081"/>
                    </a:lnTo>
                    <a:cubicBezTo>
                      <a:pt x="2963113" y="3567418"/>
                      <a:pt x="2981153" y="3500076"/>
                      <a:pt x="3033817" y="3469681"/>
                    </a:cubicBezTo>
                    <a:cubicBezTo>
                      <a:pt x="3046995" y="3462080"/>
                      <a:pt x="3061085" y="3457508"/>
                      <a:pt x="3075282" y="3455748"/>
                    </a:cubicBezTo>
                    <a:close/>
                    <a:moveTo>
                      <a:pt x="1298175" y="2979586"/>
                    </a:moveTo>
                    <a:cubicBezTo>
                      <a:pt x="1340764" y="2974309"/>
                      <a:pt x="1384330" y="2994341"/>
                      <a:pt x="1407119" y="3033817"/>
                    </a:cubicBezTo>
                    <a:cubicBezTo>
                      <a:pt x="1437532" y="3086481"/>
                      <a:pt x="1419492" y="3153823"/>
                      <a:pt x="1366819" y="3184217"/>
                    </a:cubicBezTo>
                    <a:lnTo>
                      <a:pt x="1248756" y="3252369"/>
                    </a:lnTo>
                    <a:cubicBezTo>
                      <a:pt x="1231411" y="3262379"/>
                      <a:pt x="1212485" y="3267142"/>
                      <a:pt x="1193816" y="3267142"/>
                    </a:cubicBezTo>
                    <a:cubicBezTo>
                      <a:pt x="1155754" y="3267142"/>
                      <a:pt x="1118750" y="3247387"/>
                      <a:pt x="1098357" y="3212068"/>
                    </a:cubicBezTo>
                    <a:cubicBezTo>
                      <a:pt x="1067953" y="3159405"/>
                      <a:pt x="1085993" y="3092063"/>
                      <a:pt x="1138657" y="3061669"/>
                    </a:cubicBezTo>
                    <a:lnTo>
                      <a:pt x="1256719" y="2993517"/>
                    </a:lnTo>
                    <a:cubicBezTo>
                      <a:pt x="1269892" y="2985917"/>
                      <a:pt x="1283979" y="2981345"/>
                      <a:pt x="1298175" y="2979586"/>
                    </a:cubicBezTo>
                    <a:close/>
                    <a:moveTo>
                      <a:pt x="3578635" y="2979585"/>
                    </a:moveTo>
                    <a:cubicBezTo>
                      <a:pt x="3592829" y="2981347"/>
                      <a:pt x="3606913" y="2985922"/>
                      <a:pt x="3620081" y="2993527"/>
                    </a:cubicBezTo>
                    <a:lnTo>
                      <a:pt x="3738143" y="3061678"/>
                    </a:lnTo>
                    <a:cubicBezTo>
                      <a:pt x="3790807" y="3092073"/>
                      <a:pt x="3808847" y="3159414"/>
                      <a:pt x="3778443" y="3212078"/>
                    </a:cubicBezTo>
                    <a:cubicBezTo>
                      <a:pt x="3758050" y="3247397"/>
                      <a:pt x="3721036" y="3267152"/>
                      <a:pt x="3682984" y="3267152"/>
                    </a:cubicBezTo>
                    <a:cubicBezTo>
                      <a:pt x="3664315" y="3267152"/>
                      <a:pt x="3645388" y="3262389"/>
                      <a:pt x="3628043" y="3252378"/>
                    </a:cubicBezTo>
                    <a:lnTo>
                      <a:pt x="3509981" y="3184227"/>
                    </a:lnTo>
                    <a:cubicBezTo>
                      <a:pt x="3457317" y="3153823"/>
                      <a:pt x="3439268" y="3086491"/>
                      <a:pt x="3469681" y="3033827"/>
                    </a:cubicBezTo>
                    <a:cubicBezTo>
                      <a:pt x="3492484" y="2994337"/>
                      <a:pt x="3536054" y="2974300"/>
                      <a:pt x="3578635" y="2979585"/>
                    </a:cubicBezTo>
                    <a:close/>
                    <a:moveTo>
                      <a:pt x="1832886" y="2397004"/>
                    </a:moveTo>
                    <a:cubicBezTo>
                      <a:pt x="1808550" y="2397004"/>
                      <a:pt x="1788842" y="2416826"/>
                      <a:pt x="1788842" y="2441048"/>
                    </a:cubicBezTo>
                    <a:cubicBezTo>
                      <a:pt x="1788842" y="2465270"/>
                      <a:pt x="1808550" y="2485092"/>
                      <a:pt x="1832886" y="2485092"/>
                    </a:cubicBezTo>
                    <a:lnTo>
                      <a:pt x="2189197" y="2485092"/>
                    </a:lnTo>
                    <a:cubicBezTo>
                      <a:pt x="2186664" y="2470756"/>
                      <a:pt x="2185263" y="2456021"/>
                      <a:pt x="2185263" y="2440972"/>
                    </a:cubicBezTo>
                    <a:lnTo>
                      <a:pt x="2185263" y="2397004"/>
                    </a:lnTo>
                    <a:close/>
                    <a:moveTo>
                      <a:pt x="3739324" y="2328301"/>
                    </a:moveTo>
                    <a:lnTo>
                      <a:pt x="3875656" y="2328301"/>
                    </a:lnTo>
                    <a:cubicBezTo>
                      <a:pt x="3936454" y="2328301"/>
                      <a:pt x="3985755" y="2377612"/>
                      <a:pt x="3985755" y="2438400"/>
                    </a:cubicBezTo>
                    <a:cubicBezTo>
                      <a:pt x="3985755" y="2499198"/>
                      <a:pt x="3936454" y="2548500"/>
                      <a:pt x="3875656" y="2548500"/>
                    </a:cubicBezTo>
                    <a:lnTo>
                      <a:pt x="3739324" y="2548500"/>
                    </a:lnTo>
                    <a:cubicBezTo>
                      <a:pt x="3678526" y="2548500"/>
                      <a:pt x="3629225" y="2499198"/>
                      <a:pt x="3629225" y="2438400"/>
                    </a:cubicBezTo>
                    <a:cubicBezTo>
                      <a:pt x="3629225" y="2377593"/>
                      <a:pt x="3678517" y="2328301"/>
                      <a:pt x="3739324" y="2328301"/>
                    </a:cubicBezTo>
                    <a:close/>
                    <a:moveTo>
                      <a:pt x="1001154" y="2328301"/>
                    </a:moveTo>
                    <a:lnTo>
                      <a:pt x="1137486" y="2328301"/>
                    </a:lnTo>
                    <a:cubicBezTo>
                      <a:pt x="1198284" y="2328301"/>
                      <a:pt x="1247585" y="2377612"/>
                      <a:pt x="1247585" y="2438400"/>
                    </a:cubicBezTo>
                    <a:cubicBezTo>
                      <a:pt x="1247585" y="2499198"/>
                      <a:pt x="1198284" y="2548500"/>
                      <a:pt x="1137486" y="2548500"/>
                    </a:cubicBezTo>
                    <a:lnTo>
                      <a:pt x="1001154" y="2548500"/>
                    </a:lnTo>
                    <a:cubicBezTo>
                      <a:pt x="940356" y="2548500"/>
                      <a:pt x="891055" y="2499198"/>
                      <a:pt x="891055" y="2438400"/>
                    </a:cubicBezTo>
                    <a:cubicBezTo>
                      <a:pt x="891055" y="2377602"/>
                      <a:pt x="940356" y="2328301"/>
                      <a:pt x="1001154" y="2328301"/>
                    </a:cubicBezTo>
                    <a:close/>
                    <a:moveTo>
                      <a:pt x="2438400" y="1752124"/>
                    </a:moveTo>
                    <a:cubicBezTo>
                      <a:pt x="2414159" y="1752124"/>
                      <a:pt x="2394432" y="1771850"/>
                      <a:pt x="2394432" y="1796091"/>
                    </a:cubicBezTo>
                    <a:lnTo>
                      <a:pt x="2394432" y="2440972"/>
                    </a:lnTo>
                    <a:cubicBezTo>
                      <a:pt x="2394432" y="2465223"/>
                      <a:pt x="2414159" y="2484949"/>
                      <a:pt x="2438400" y="2484949"/>
                    </a:cubicBezTo>
                    <a:cubicBezTo>
                      <a:pt x="2462650" y="2484949"/>
                      <a:pt x="2482377" y="2465213"/>
                      <a:pt x="2482377" y="2440972"/>
                    </a:cubicBezTo>
                    <a:lnTo>
                      <a:pt x="2482377" y="1796091"/>
                    </a:lnTo>
                    <a:cubicBezTo>
                      <a:pt x="2482377" y="1771850"/>
                      <a:pt x="2462641" y="1752124"/>
                      <a:pt x="2438400" y="1752124"/>
                    </a:cubicBezTo>
                    <a:close/>
                    <a:moveTo>
                      <a:pt x="1207318" y="1610497"/>
                    </a:moveTo>
                    <a:cubicBezTo>
                      <a:pt x="1221513" y="1612258"/>
                      <a:pt x="1235597" y="1616831"/>
                      <a:pt x="1248766" y="1624432"/>
                    </a:cubicBezTo>
                    <a:lnTo>
                      <a:pt x="1366828" y="1692583"/>
                    </a:lnTo>
                    <a:cubicBezTo>
                      <a:pt x="1419492" y="1722977"/>
                      <a:pt x="1437523" y="1790319"/>
                      <a:pt x="1407128" y="1842983"/>
                    </a:cubicBezTo>
                    <a:cubicBezTo>
                      <a:pt x="1386735" y="1878301"/>
                      <a:pt x="1349721" y="1898056"/>
                      <a:pt x="1311669" y="1898056"/>
                    </a:cubicBezTo>
                    <a:cubicBezTo>
                      <a:pt x="1293000" y="1898056"/>
                      <a:pt x="1274073" y="1893294"/>
                      <a:pt x="1256728" y="1883283"/>
                    </a:cubicBezTo>
                    <a:lnTo>
                      <a:pt x="1138666" y="1815132"/>
                    </a:lnTo>
                    <a:cubicBezTo>
                      <a:pt x="1086002" y="1784728"/>
                      <a:pt x="1067952" y="1717396"/>
                      <a:pt x="1098366" y="1664732"/>
                    </a:cubicBezTo>
                    <a:cubicBezTo>
                      <a:pt x="1121161" y="1625234"/>
                      <a:pt x="1164734" y="1605212"/>
                      <a:pt x="1207318" y="1610497"/>
                    </a:cubicBezTo>
                    <a:close/>
                    <a:moveTo>
                      <a:pt x="3669509" y="1610491"/>
                    </a:moveTo>
                    <a:cubicBezTo>
                      <a:pt x="3712100" y="1605214"/>
                      <a:pt x="3755656" y="1625246"/>
                      <a:pt x="3778444" y="1664723"/>
                    </a:cubicBezTo>
                    <a:cubicBezTo>
                      <a:pt x="3808857" y="1717386"/>
                      <a:pt x="3790807" y="1784728"/>
                      <a:pt x="3738144" y="1815122"/>
                    </a:cubicBezTo>
                    <a:lnTo>
                      <a:pt x="3620081" y="1883274"/>
                    </a:lnTo>
                    <a:cubicBezTo>
                      <a:pt x="3602736" y="1893285"/>
                      <a:pt x="3583810" y="1898047"/>
                      <a:pt x="3565141" y="1898047"/>
                    </a:cubicBezTo>
                    <a:cubicBezTo>
                      <a:pt x="3527079" y="1898047"/>
                      <a:pt x="3490074" y="1878292"/>
                      <a:pt x="3469682" y="1842974"/>
                    </a:cubicBezTo>
                    <a:cubicBezTo>
                      <a:pt x="3439278" y="1790310"/>
                      <a:pt x="3457318" y="1722978"/>
                      <a:pt x="3509982" y="1692574"/>
                    </a:cubicBezTo>
                    <a:lnTo>
                      <a:pt x="3628044" y="1624422"/>
                    </a:lnTo>
                    <a:cubicBezTo>
                      <a:pt x="3641222" y="1616821"/>
                      <a:pt x="3655312" y="1612250"/>
                      <a:pt x="3669509" y="1610491"/>
                    </a:cubicBezTo>
                    <a:close/>
                    <a:moveTo>
                      <a:pt x="2438409" y="1542936"/>
                    </a:moveTo>
                    <a:cubicBezTo>
                      <a:pt x="2578008" y="1542936"/>
                      <a:pt x="2691574" y="1656493"/>
                      <a:pt x="2691574" y="1796091"/>
                    </a:cubicBezTo>
                    <a:lnTo>
                      <a:pt x="2691574" y="2440972"/>
                    </a:lnTo>
                    <a:cubicBezTo>
                      <a:pt x="2691574" y="2473042"/>
                      <a:pt x="2685516" y="2503722"/>
                      <a:pt x="2674582" y="2531983"/>
                    </a:cubicBezTo>
                    <a:lnTo>
                      <a:pt x="3088033" y="2945530"/>
                    </a:lnTo>
                    <a:cubicBezTo>
                      <a:pt x="3128877" y="2986373"/>
                      <a:pt x="3128877" y="3052553"/>
                      <a:pt x="3088024" y="3093396"/>
                    </a:cubicBezTo>
                    <a:cubicBezTo>
                      <a:pt x="3067650" y="3113875"/>
                      <a:pt x="3040904" y="3124114"/>
                      <a:pt x="3014024" y="3124114"/>
                    </a:cubicBezTo>
                    <a:cubicBezTo>
                      <a:pt x="2987268" y="3124114"/>
                      <a:pt x="2960513" y="3113875"/>
                      <a:pt x="2940148" y="3093396"/>
                    </a:cubicBezTo>
                    <a:lnTo>
                      <a:pt x="2525392" y="2678735"/>
                    </a:lnTo>
                    <a:cubicBezTo>
                      <a:pt x="2499674" y="2688164"/>
                      <a:pt x="2472004" y="2693470"/>
                      <a:pt x="2443181" y="2694013"/>
                    </a:cubicBezTo>
                    <a:cubicBezTo>
                      <a:pt x="2441619" y="2694146"/>
                      <a:pt x="2440048" y="2694280"/>
                      <a:pt x="2438428" y="2694280"/>
                    </a:cubicBezTo>
                    <a:lnTo>
                      <a:pt x="1832876" y="2694280"/>
                    </a:lnTo>
                    <a:cubicBezTo>
                      <a:pt x="1693268" y="2694280"/>
                      <a:pt x="1579645" y="2580656"/>
                      <a:pt x="1579645" y="2441048"/>
                    </a:cubicBezTo>
                    <a:cubicBezTo>
                      <a:pt x="1579645" y="2301440"/>
                      <a:pt x="1693268" y="2187816"/>
                      <a:pt x="1832876" y="2187816"/>
                    </a:cubicBezTo>
                    <a:lnTo>
                      <a:pt x="2185254" y="2187816"/>
                    </a:lnTo>
                    <a:lnTo>
                      <a:pt x="2185254" y="1796091"/>
                    </a:lnTo>
                    <a:cubicBezTo>
                      <a:pt x="2185254" y="1656493"/>
                      <a:pt x="2298811" y="1542936"/>
                      <a:pt x="2438409" y="1542936"/>
                    </a:cubicBezTo>
                    <a:close/>
                    <a:moveTo>
                      <a:pt x="1706188" y="1084435"/>
                    </a:moveTo>
                    <a:cubicBezTo>
                      <a:pt x="1748781" y="1079158"/>
                      <a:pt x="1792340" y="1099190"/>
                      <a:pt x="1815122" y="1138667"/>
                    </a:cubicBezTo>
                    <a:lnTo>
                      <a:pt x="1883273" y="1256729"/>
                    </a:lnTo>
                    <a:cubicBezTo>
                      <a:pt x="1913686" y="1309383"/>
                      <a:pt x="1895636" y="1376725"/>
                      <a:pt x="1842973" y="1407129"/>
                    </a:cubicBezTo>
                    <a:cubicBezTo>
                      <a:pt x="1825628" y="1417140"/>
                      <a:pt x="1806701" y="1421902"/>
                      <a:pt x="1788033" y="1421902"/>
                    </a:cubicBezTo>
                    <a:cubicBezTo>
                      <a:pt x="1749971" y="1421902"/>
                      <a:pt x="1712966" y="1402147"/>
                      <a:pt x="1692573" y="1366828"/>
                    </a:cubicBezTo>
                    <a:lnTo>
                      <a:pt x="1624422" y="1248766"/>
                    </a:lnTo>
                    <a:cubicBezTo>
                      <a:pt x="1594018" y="1196102"/>
                      <a:pt x="1612058" y="1128761"/>
                      <a:pt x="1664722" y="1098366"/>
                    </a:cubicBezTo>
                    <a:cubicBezTo>
                      <a:pt x="1677900" y="1090765"/>
                      <a:pt x="1691990" y="1086194"/>
                      <a:pt x="1706188" y="1084435"/>
                    </a:cubicBezTo>
                    <a:close/>
                    <a:moveTo>
                      <a:pt x="3170632" y="1084430"/>
                    </a:moveTo>
                    <a:cubicBezTo>
                      <a:pt x="3184826" y="1086192"/>
                      <a:pt x="3198910" y="1090765"/>
                      <a:pt x="3212078" y="1098366"/>
                    </a:cubicBezTo>
                    <a:cubicBezTo>
                      <a:pt x="3264732" y="1128769"/>
                      <a:pt x="3282782" y="1196102"/>
                      <a:pt x="3252378" y="1248765"/>
                    </a:cubicBezTo>
                    <a:lnTo>
                      <a:pt x="3184227" y="1366828"/>
                    </a:lnTo>
                    <a:cubicBezTo>
                      <a:pt x="3163834" y="1402146"/>
                      <a:pt x="3126820" y="1421901"/>
                      <a:pt x="3088767" y="1421901"/>
                    </a:cubicBezTo>
                    <a:cubicBezTo>
                      <a:pt x="3070098" y="1421901"/>
                      <a:pt x="3051172" y="1417139"/>
                      <a:pt x="3033827" y="1407128"/>
                    </a:cubicBezTo>
                    <a:cubicBezTo>
                      <a:pt x="2981163" y="1376724"/>
                      <a:pt x="2963114" y="1309392"/>
                      <a:pt x="2993527" y="1256728"/>
                    </a:cubicBezTo>
                    <a:lnTo>
                      <a:pt x="3061678" y="1138666"/>
                    </a:lnTo>
                    <a:cubicBezTo>
                      <a:pt x="3084481" y="1099168"/>
                      <a:pt x="3128051" y="1079146"/>
                      <a:pt x="3170632" y="1084430"/>
                    </a:cubicBezTo>
                    <a:close/>
                    <a:moveTo>
                      <a:pt x="2438409" y="891055"/>
                    </a:moveTo>
                    <a:cubicBezTo>
                      <a:pt x="2499207" y="891055"/>
                      <a:pt x="2548509" y="940366"/>
                      <a:pt x="2548509" y="1001154"/>
                    </a:cubicBezTo>
                    <a:lnTo>
                      <a:pt x="2548509" y="1137486"/>
                    </a:lnTo>
                    <a:cubicBezTo>
                      <a:pt x="2548509" y="1198284"/>
                      <a:pt x="2499207" y="1247585"/>
                      <a:pt x="2438409" y="1247585"/>
                    </a:cubicBezTo>
                    <a:cubicBezTo>
                      <a:pt x="2377602" y="1247585"/>
                      <a:pt x="2328310" y="1198284"/>
                      <a:pt x="2328310" y="1137486"/>
                    </a:cubicBezTo>
                    <a:lnTo>
                      <a:pt x="2328310" y="1001154"/>
                    </a:lnTo>
                    <a:cubicBezTo>
                      <a:pt x="2328310" y="940356"/>
                      <a:pt x="2377611" y="891055"/>
                      <a:pt x="2438409" y="891055"/>
                    </a:cubicBezTo>
                    <a:close/>
                    <a:moveTo>
                      <a:pt x="2438409" y="717423"/>
                    </a:moveTo>
                    <a:cubicBezTo>
                      <a:pt x="1489453" y="717423"/>
                      <a:pt x="717423" y="1489443"/>
                      <a:pt x="717423" y="2438400"/>
                    </a:cubicBezTo>
                    <a:cubicBezTo>
                      <a:pt x="717423" y="3387357"/>
                      <a:pt x="1489462" y="4159387"/>
                      <a:pt x="2438409" y="4159387"/>
                    </a:cubicBezTo>
                    <a:cubicBezTo>
                      <a:pt x="3387356" y="4159387"/>
                      <a:pt x="4159396" y="3387367"/>
                      <a:pt x="4159396" y="2438410"/>
                    </a:cubicBezTo>
                    <a:cubicBezTo>
                      <a:pt x="4159396" y="1489453"/>
                      <a:pt x="3387366" y="717423"/>
                      <a:pt x="2438409" y="717423"/>
                    </a:cubicBezTo>
                    <a:close/>
                    <a:moveTo>
                      <a:pt x="2438409" y="497215"/>
                    </a:moveTo>
                    <a:cubicBezTo>
                      <a:pt x="3508781" y="497215"/>
                      <a:pt x="4379595" y="1368038"/>
                      <a:pt x="4379595" y="2438410"/>
                    </a:cubicBezTo>
                    <a:cubicBezTo>
                      <a:pt x="4379595" y="3508782"/>
                      <a:pt x="3508791" y="4379595"/>
                      <a:pt x="2438409" y="4379595"/>
                    </a:cubicBezTo>
                    <a:cubicBezTo>
                      <a:pt x="1368028" y="4379595"/>
                      <a:pt x="497224" y="3508772"/>
                      <a:pt x="497224" y="2438400"/>
                    </a:cubicBezTo>
                    <a:cubicBezTo>
                      <a:pt x="497224" y="1368028"/>
                      <a:pt x="1368028" y="497215"/>
                      <a:pt x="2438409" y="497215"/>
                    </a:cubicBezTo>
                    <a:close/>
                    <a:moveTo>
                      <a:pt x="2438409" y="0"/>
                    </a:moveTo>
                    <a:cubicBezTo>
                      <a:pt x="2991469" y="0"/>
                      <a:pt x="3512934" y="180556"/>
                      <a:pt x="3946465" y="522141"/>
                    </a:cubicBezTo>
                    <a:cubicBezTo>
                      <a:pt x="3994233" y="559775"/>
                      <a:pt x="4002433" y="629012"/>
                      <a:pt x="3964800" y="676770"/>
                    </a:cubicBezTo>
                    <a:cubicBezTo>
                      <a:pt x="3927167" y="724528"/>
                      <a:pt x="3857958" y="732768"/>
                      <a:pt x="3810171" y="695106"/>
                    </a:cubicBezTo>
                    <a:cubicBezTo>
                      <a:pt x="3415875" y="384410"/>
                      <a:pt x="2941539" y="220199"/>
                      <a:pt x="2438409" y="220199"/>
                    </a:cubicBezTo>
                    <a:cubicBezTo>
                      <a:pt x="1215285" y="220199"/>
                      <a:pt x="220199" y="1215295"/>
                      <a:pt x="220199" y="2438409"/>
                    </a:cubicBezTo>
                    <a:cubicBezTo>
                      <a:pt x="220199" y="3661524"/>
                      <a:pt x="1215285" y="4656601"/>
                      <a:pt x="2438400" y="4656601"/>
                    </a:cubicBezTo>
                    <a:cubicBezTo>
                      <a:pt x="3661515" y="4656601"/>
                      <a:pt x="4656601" y="3661524"/>
                      <a:pt x="4656601" y="2438400"/>
                    </a:cubicBezTo>
                    <a:cubicBezTo>
                      <a:pt x="4656601" y="1934984"/>
                      <a:pt x="4492200" y="1460420"/>
                      <a:pt x="4181161" y="1066028"/>
                    </a:cubicBezTo>
                    <a:cubicBezTo>
                      <a:pt x="4143499" y="1018279"/>
                      <a:pt x="4151681" y="949052"/>
                      <a:pt x="4199430" y="911390"/>
                    </a:cubicBezTo>
                    <a:cubicBezTo>
                      <a:pt x="4247159" y="873747"/>
                      <a:pt x="4316416" y="881929"/>
                      <a:pt x="4354058" y="929668"/>
                    </a:cubicBezTo>
                    <a:cubicBezTo>
                      <a:pt x="4696035" y="1363304"/>
                      <a:pt x="4876800" y="1885016"/>
                      <a:pt x="4876819" y="2438409"/>
                    </a:cubicBezTo>
                    <a:cubicBezTo>
                      <a:pt x="4876819" y="3089738"/>
                      <a:pt x="4623178" y="3702063"/>
                      <a:pt x="4162625" y="4162625"/>
                    </a:cubicBezTo>
                    <a:cubicBezTo>
                      <a:pt x="3702053" y="4623178"/>
                      <a:pt x="3089738" y="4876819"/>
                      <a:pt x="2438409" y="4876819"/>
                    </a:cubicBezTo>
                    <a:cubicBezTo>
                      <a:pt x="1787080" y="4876819"/>
                      <a:pt x="1174756" y="4623178"/>
                      <a:pt x="714194" y="4162625"/>
                    </a:cubicBezTo>
                    <a:cubicBezTo>
                      <a:pt x="253641" y="3702053"/>
                      <a:pt x="0" y="3089738"/>
                      <a:pt x="0" y="2438409"/>
                    </a:cubicBezTo>
                    <a:cubicBezTo>
                      <a:pt x="0" y="1787080"/>
                      <a:pt x="253641" y="1174756"/>
                      <a:pt x="714194" y="714194"/>
                    </a:cubicBezTo>
                    <a:cubicBezTo>
                      <a:pt x="1174756" y="253641"/>
                      <a:pt x="1787090" y="0"/>
                      <a:pt x="2438409" y="0"/>
                    </a:cubicBezTo>
                    <a:close/>
                  </a:path>
                </a:pathLst>
              </a:custGeom>
              <a:solidFill>
                <a:schemeClr val="accent5"/>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400">
                  <a:solidFill>
                    <a:schemeClr val="tx2"/>
                  </a:solidFill>
                </a:endParaRPr>
              </a:p>
            </p:txBody>
          </p:sp>
        </p:grpSp>
      </p:grpSp>
      <p:grpSp>
        <p:nvGrpSpPr>
          <p:cNvPr id="8" name="Group 7">
            <a:extLst>
              <a:ext uri="{FF2B5EF4-FFF2-40B4-BE49-F238E27FC236}">
                <a16:creationId xmlns:a16="http://schemas.microsoft.com/office/drawing/2014/main" id="{8680EC74-295E-6D43-9FA0-7E3C53A3FEE1}"/>
              </a:ext>
            </a:extLst>
          </p:cNvPr>
          <p:cNvGrpSpPr/>
          <p:nvPr/>
        </p:nvGrpSpPr>
        <p:grpSpPr>
          <a:xfrm>
            <a:off x="8806264" y="3605222"/>
            <a:ext cx="1421198" cy="1420887"/>
            <a:chOff x="15886412" y="7973807"/>
            <a:chExt cx="2509916" cy="2509367"/>
          </a:xfrm>
        </p:grpSpPr>
        <p:sp>
          <p:nvSpPr>
            <p:cNvPr id="21" name="Freeform 1689">
              <a:extLst>
                <a:ext uri="{FF2B5EF4-FFF2-40B4-BE49-F238E27FC236}">
                  <a16:creationId xmlns:a16="http://schemas.microsoft.com/office/drawing/2014/main" id="{70FE3A87-E342-3C49-8D97-DA64FE5944FE}"/>
                </a:ext>
              </a:extLst>
            </p:cNvPr>
            <p:cNvSpPr/>
            <p:nvPr/>
          </p:nvSpPr>
          <p:spPr>
            <a:xfrm>
              <a:off x="15886412" y="7973807"/>
              <a:ext cx="2509916" cy="2509367"/>
            </a:xfrm>
            <a:custGeom>
              <a:avLst/>
              <a:gdLst>
                <a:gd name="connsiteX0" fmla="*/ 1196716 w 2509916"/>
                <a:gd name="connsiteY0" fmla="*/ 39 h 2509367"/>
                <a:gd name="connsiteX1" fmla="*/ 1860231 w 2509916"/>
                <a:gd name="connsiteY1" fmla="*/ 184314 h 2509367"/>
                <a:gd name="connsiteX2" fmla="*/ 2265999 w 2509916"/>
                <a:gd name="connsiteY2" fmla="*/ 36677 h 2509367"/>
                <a:gd name="connsiteX3" fmla="*/ 2190751 w 2509916"/>
                <a:gd name="connsiteY3" fmla="*/ 461492 h 2509367"/>
                <a:gd name="connsiteX4" fmla="*/ 2200275 w 2509916"/>
                <a:gd name="connsiteY4" fmla="*/ 2174087 h 2509367"/>
                <a:gd name="connsiteX5" fmla="*/ 2094245 w 2509916"/>
                <a:gd name="connsiteY5" fmla="*/ 2085181 h 2509367"/>
                <a:gd name="connsiteX6" fmla="*/ 2024393 w 2509916"/>
                <a:gd name="connsiteY6" fmla="*/ 2162036 h 2509367"/>
                <a:gd name="connsiteX7" fmla="*/ 1185863 w 2509916"/>
                <a:gd name="connsiteY7" fmla="*/ 2509367 h 2509367"/>
                <a:gd name="connsiteX8" fmla="*/ 0 w 2509916"/>
                <a:gd name="connsiteY8" fmla="*/ 1323505 h 2509367"/>
                <a:gd name="connsiteX9" fmla="*/ 270794 w 2509916"/>
                <a:gd name="connsiteY9" fmla="*/ 569186 h 2509367"/>
                <a:gd name="connsiteX10" fmla="*/ 277481 w 2509916"/>
                <a:gd name="connsiteY10" fmla="*/ 561828 h 2509367"/>
                <a:gd name="connsiteX11" fmla="*/ 171450 w 2509916"/>
                <a:gd name="connsiteY11" fmla="*/ 472922 h 2509367"/>
                <a:gd name="connsiteX12" fmla="*/ 1196716 w 2509916"/>
                <a:gd name="connsiteY12" fmla="*/ 39 h 2509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9916" h="2509367">
                  <a:moveTo>
                    <a:pt x="1196716" y="39"/>
                  </a:moveTo>
                  <a:cubicBezTo>
                    <a:pt x="1425489" y="1791"/>
                    <a:pt x="1654847" y="62513"/>
                    <a:pt x="1860231" y="184314"/>
                  </a:cubicBezTo>
                  <a:lnTo>
                    <a:pt x="2265999" y="36677"/>
                  </a:lnTo>
                  <a:lnTo>
                    <a:pt x="2190751" y="461492"/>
                  </a:lnTo>
                  <a:cubicBezTo>
                    <a:pt x="2606039" y="944409"/>
                    <a:pt x="2623185" y="1670214"/>
                    <a:pt x="2200275" y="2174087"/>
                  </a:cubicBezTo>
                  <a:lnTo>
                    <a:pt x="2094245" y="2085181"/>
                  </a:lnTo>
                  <a:lnTo>
                    <a:pt x="2024393" y="2162036"/>
                  </a:lnTo>
                  <a:cubicBezTo>
                    <a:pt x="1809795" y="2376635"/>
                    <a:pt x="1513329" y="2509367"/>
                    <a:pt x="1185863" y="2509367"/>
                  </a:cubicBezTo>
                  <a:cubicBezTo>
                    <a:pt x="530929" y="2509367"/>
                    <a:pt x="0" y="1978439"/>
                    <a:pt x="0" y="1323505"/>
                  </a:cubicBezTo>
                  <a:cubicBezTo>
                    <a:pt x="0" y="1036971"/>
                    <a:pt x="101623" y="774173"/>
                    <a:pt x="270794" y="569186"/>
                  </a:cubicBezTo>
                  <a:lnTo>
                    <a:pt x="277481" y="561828"/>
                  </a:lnTo>
                  <a:lnTo>
                    <a:pt x="171450" y="472922"/>
                  </a:lnTo>
                  <a:cubicBezTo>
                    <a:pt x="435769" y="158002"/>
                    <a:pt x="815429" y="-2882"/>
                    <a:pt x="1196716" y="39"/>
                  </a:cubicBezTo>
                  <a:close/>
                </a:path>
              </a:pathLst>
            </a:custGeom>
            <a:ln/>
          </p:spPr>
          <p:style>
            <a:lnRef idx="0">
              <a:schemeClr val="accent6"/>
            </a:lnRef>
            <a:fillRef idx="3">
              <a:schemeClr val="accent6"/>
            </a:fillRef>
            <a:effectRef idx="3">
              <a:schemeClr val="accent6"/>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nvGrpSpPr>
            <p:cNvPr id="22" name="Group 21">
              <a:extLst>
                <a:ext uri="{FF2B5EF4-FFF2-40B4-BE49-F238E27FC236}">
                  <a16:creationId xmlns:a16="http://schemas.microsoft.com/office/drawing/2014/main" id="{4E5F1FD3-CEA3-FA4F-8384-095E0A4DE70A}"/>
                </a:ext>
              </a:extLst>
            </p:cNvPr>
            <p:cNvGrpSpPr>
              <a:grpSpLocks noChangeAspect="1"/>
            </p:cNvGrpSpPr>
            <p:nvPr/>
          </p:nvGrpSpPr>
          <p:grpSpPr>
            <a:xfrm>
              <a:off x="16075089" y="8172302"/>
              <a:ext cx="2132561" cy="2124000"/>
              <a:chOff x="9862331" y="1970061"/>
              <a:chExt cx="625960" cy="623446"/>
            </a:xfrm>
          </p:grpSpPr>
          <p:sp>
            <p:nvSpPr>
              <p:cNvPr id="23" name="Oval 22">
                <a:extLst>
                  <a:ext uri="{FF2B5EF4-FFF2-40B4-BE49-F238E27FC236}">
                    <a16:creationId xmlns:a16="http://schemas.microsoft.com/office/drawing/2014/main" id="{9585BB27-8F52-424D-B045-B3CE2BE17E7A}"/>
                  </a:ext>
                </a:extLst>
              </p:cNvPr>
              <p:cNvSpPr>
                <a:spLocks noChangeArrowheads="1"/>
              </p:cNvSpPr>
              <p:nvPr/>
            </p:nvSpPr>
            <p:spPr bwMode="auto">
              <a:xfrm>
                <a:off x="9862331" y="1970061"/>
                <a:ext cx="625960" cy="623446"/>
              </a:xfrm>
              <a:prstGeom prst="ellipse">
                <a:avLst/>
              </a:prstGeom>
              <a:ln w="9525">
                <a:noFill/>
                <a:round/>
                <a:headEnd/>
                <a:tailEnd/>
              </a:ln>
            </p:spPr>
            <p:style>
              <a:lnRef idx="1">
                <a:schemeClr val="accent6"/>
              </a:lnRef>
              <a:fillRef idx="3">
                <a:schemeClr val="accent6"/>
              </a:fillRef>
              <a:effectRef idx="2">
                <a:schemeClr val="accent6"/>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24" name="Oval 23">
                <a:extLst>
                  <a:ext uri="{FF2B5EF4-FFF2-40B4-BE49-F238E27FC236}">
                    <a16:creationId xmlns:a16="http://schemas.microsoft.com/office/drawing/2014/main" id="{71218565-F9D1-5349-86BB-FD934764DC0D}"/>
                  </a:ext>
                </a:extLst>
              </p:cNvPr>
              <p:cNvSpPr>
                <a:spLocks noChangeArrowheads="1"/>
              </p:cNvSpPr>
              <p:nvPr/>
            </p:nvSpPr>
            <p:spPr bwMode="auto">
              <a:xfrm>
                <a:off x="9916379" y="2024110"/>
                <a:ext cx="517863" cy="517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3600"/>
              </a:p>
            </p:txBody>
          </p:sp>
          <p:sp>
            <p:nvSpPr>
              <p:cNvPr id="25" name="Freeform: Shape 24">
                <a:extLst>
                  <a:ext uri="{FF2B5EF4-FFF2-40B4-BE49-F238E27FC236}">
                    <a16:creationId xmlns:a16="http://schemas.microsoft.com/office/drawing/2014/main" id="{8665525A-D1B9-9545-A83A-52F0ECF95AD6}"/>
                  </a:ext>
                </a:extLst>
              </p:cNvPr>
              <p:cNvSpPr>
                <a:spLocks noChangeAspect="1"/>
              </p:cNvSpPr>
              <p:nvPr/>
            </p:nvSpPr>
            <p:spPr>
              <a:xfrm>
                <a:off x="10067288" y="2170755"/>
                <a:ext cx="216042" cy="216000"/>
              </a:xfrm>
              <a:custGeom>
                <a:avLst/>
                <a:gdLst>
                  <a:gd name="connsiteX0" fmla="*/ 818578 w 1828799"/>
                  <a:gd name="connsiteY0" fmla="*/ 708214 h 1828434"/>
                  <a:gd name="connsiteX1" fmla="*/ 845807 w 1828799"/>
                  <a:gd name="connsiteY1" fmla="*/ 709436 h 1828434"/>
                  <a:gd name="connsiteX2" fmla="*/ 884811 w 1828799"/>
                  <a:gd name="connsiteY2" fmla="*/ 756363 h 1828434"/>
                  <a:gd name="connsiteX3" fmla="*/ 837884 w 1828799"/>
                  <a:gd name="connsiteY3" fmla="*/ 795368 h 1828434"/>
                  <a:gd name="connsiteX4" fmla="*/ 818574 w 1828799"/>
                  <a:gd name="connsiteY4" fmla="*/ 794510 h 1828434"/>
                  <a:gd name="connsiteX5" fmla="*/ 603222 w 1828799"/>
                  <a:gd name="connsiteY5" fmla="*/ 1009860 h 1828434"/>
                  <a:gd name="connsiteX6" fmla="*/ 818570 w 1828799"/>
                  <a:gd name="connsiteY6" fmla="*/ 1225155 h 1828434"/>
                  <a:gd name="connsiteX7" fmla="*/ 1033866 w 1828799"/>
                  <a:gd name="connsiteY7" fmla="*/ 1009860 h 1828434"/>
                  <a:gd name="connsiteX8" fmla="*/ 1033041 w 1828799"/>
                  <a:gd name="connsiteY8" fmla="*/ 991186 h 1828434"/>
                  <a:gd name="connsiteX9" fmla="*/ 1072181 w 1828799"/>
                  <a:gd name="connsiteY9" fmla="*/ 944372 h 1828434"/>
                  <a:gd name="connsiteX10" fmla="*/ 1118991 w 1828799"/>
                  <a:gd name="connsiteY10" fmla="*/ 983514 h 1828434"/>
                  <a:gd name="connsiteX11" fmla="*/ 1120166 w 1828799"/>
                  <a:gd name="connsiteY11" fmla="*/ 1009853 h 1828434"/>
                  <a:gd name="connsiteX12" fmla="*/ 818578 w 1828799"/>
                  <a:gd name="connsiteY12" fmla="*/ 1311440 h 1828434"/>
                  <a:gd name="connsiteX13" fmla="*/ 516936 w 1828799"/>
                  <a:gd name="connsiteY13" fmla="*/ 1009853 h 1828434"/>
                  <a:gd name="connsiteX14" fmla="*/ 818578 w 1828799"/>
                  <a:gd name="connsiteY14" fmla="*/ 708214 h 1828434"/>
                  <a:gd name="connsiteX15" fmla="*/ 818582 w 1828799"/>
                  <a:gd name="connsiteY15" fmla="*/ 449775 h 1828434"/>
                  <a:gd name="connsiteX16" fmla="*/ 1024975 w 1828799"/>
                  <a:gd name="connsiteY16" fmla="*/ 489133 h 1828434"/>
                  <a:gd name="connsiteX17" fmla="*/ 1049110 w 1828799"/>
                  <a:gd name="connsiteY17" fmla="*/ 545173 h 1828434"/>
                  <a:gd name="connsiteX18" fmla="*/ 993071 w 1828799"/>
                  <a:gd name="connsiteY18" fmla="*/ 569308 h 1828434"/>
                  <a:gd name="connsiteX19" fmla="*/ 818578 w 1828799"/>
                  <a:gd name="connsiteY19" fmla="*/ 536068 h 1828434"/>
                  <a:gd name="connsiteX20" fmla="*/ 344739 w 1828799"/>
                  <a:gd name="connsiteY20" fmla="*/ 1009860 h 1828434"/>
                  <a:gd name="connsiteX21" fmla="*/ 818578 w 1828799"/>
                  <a:gd name="connsiteY21" fmla="*/ 1483652 h 1828434"/>
                  <a:gd name="connsiteX22" fmla="*/ 1292369 w 1828799"/>
                  <a:gd name="connsiteY22" fmla="*/ 1009860 h 1828434"/>
                  <a:gd name="connsiteX23" fmla="*/ 1259330 w 1828799"/>
                  <a:gd name="connsiteY23" fmla="*/ 835659 h 1828434"/>
                  <a:gd name="connsiteX24" fmla="*/ 1283590 w 1828799"/>
                  <a:gd name="connsiteY24" fmla="*/ 779670 h 1828434"/>
                  <a:gd name="connsiteX25" fmla="*/ 1339579 w 1828799"/>
                  <a:gd name="connsiteY25" fmla="*/ 803930 h 1828434"/>
                  <a:gd name="connsiteX26" fmla="*/ 1378659 w 1828799"/>
                  <a:gd name="connsiteY26" fmla="*/ 1009860 h 1828434"/>
                  <a:gd name="connsiteX27" fmla="*/ 818578 w 1828799"/>
                  <a:gd name="connsiteY27" fmla="*/ 1569941 h 1828434"/>
                  <a:gd name="connsiteX28" fmla="*/ 258450 w 1828799"/>
                  <a:gd name="connsiteY28" fmla="*/ 1009857 h 1828434"/>
                  <a:gd name="connsiteX29" fmla="*/ 818582 w 1828799"/>
                  <a:gd name="connsiteY29" fmla="*/ 449775 h 1828434"/>
                  <a:gd name="connsiteX30" fmla="*/ 1566726 w 1828799"/>
                  <a:gd name="connsiteY30" fmla="*/ 323091 h 1828434"/>
                  <a:gd name="connsiteX31" fmla="*/ 1302732 w 1828799"/>
                  <a:gd name="connsiteY31" fmla="*/ 587086 h 1828434"/>
                  <a:gd name="connsiteX32" fmla="*/ 1460595 w 1828799"/>
                  <a:gd name="connsiteY32" fmla="*/ 587086 h 1828434"/>
                  <a:gd name="connsiteX33" fmla="*/ 1491081 w 1828799"/>
                  <a:gd name="connsiteY33" fmla="*/ 574466 h 1828434"/>
                  <a:gd name="connsiteX34" fmla="*/ 1742434 w 1828799"/>
                  <a:gd name="connsiteY34" fmla="*/ 323113 h 1828434"/>
                  <a:gd name="connsiteX35" fmla="*/ 818574 w 1828799"/>
                  <a:gd name="connsiteY35" fmla="*/ 191278 h 1828434"/>
                  <a:gd name="connsiteX36" fmla="*/ 1044617 w 1828799"/>
                  <a:gd name="connsiteY36" fmla="*/ 222953 h 1828434"/>
                  <a:gd name="connsiteX37" fmla="*/ 1074182 w 1828799"/>
                  <a:gd name="connsiteY37" fmla="*/ 276328 h 1828434"/>
                  <a:gd name="connsiteX38" fmla="*/ 1020807 w 1828799"/>
                  <a:gd name="connsiteY38" fmla="*/ 305892 h 1828434"/>
                  <a:gd name="connsiteX39" fmla="*/ 818574 w 1828799"/>
                  <a:gd name="connsiteY39" fmla="*/ 277574 h 1828434"/>
                  <a:gd name="connsiteX40" fmla="*/ 86293 w 1828799"/>
                  <a:gd name="connsiteY40" fmla="*/ 1009853 h 1828434"/>
                  <a:gd name="connsiteX41" fmla="*/ 818574 w 1828799"/>
                  <a:gd name="connsiteY41" fmla="*/ 1742137 h 1828434"/>
                  <a:gd name="connsiteX42" fmla="*/ 1550805 w 1828799"/>
                  <a:gd name="connsiteY42" fmla="*/ 1009853 h 1828434"/>
                  <a:gd name="connsiteX43" fmla="*/ 1522620 w 1828799"/>
                  <a:gd name="connsiteY43" fmla="*/ 807962 h 1828434"/>
                  <a:gd name="connsiteX44" fmla="*/ 1552231 w 1828799"/>
                  <a:gd name="connsiteY44" fmla="*/ 754613 h 1828434"/>
                  <a:gd name="connsiteX45" fmla="*/ 1605580 w 1828799"/>
                  <a:gd name="connsiteY45" fmla="*/ 784223 h 1828434"/>
                  <a:gd name="connsiteX46" fmla="*/ 1637098 w 1828799"/>
                  <a:gd name="connsiteY46" fmla="*/ 1009856 h 1828434"/>
                  <a:gd name="connsiteX47" fmla="*/ 818574 w 1828799"/>
                  <a:gd name="connsiteY47" fmla="*/ 1828434 h 1828434"/>
                  <a:gd name="connsiteX48" fmla="*/ 0 w 1828799"/>
                  <a:gd name="connsiteY48" fmla="*/ 1009856 h 1828434"/>
                  <a:gd name="connsiteX49" fmla="*/ 818574 w 1828799"/>
                  <a:gd name="connsiteY49" fmla="*/ 191278 h 1828434"/>
                  <a:gd name="connsiteX50" fmla="*/ 1505708 w 1828799"/>
                  <a:gd name="connsiteY50" fmla="*/ 86379 h 1828434"/>
                  <a:gd name="connsiteX51" fmla="*/ 1254332 w 1828799"/>
                  <a:gd name="connsiteY51" fmla="*/ 337718 h 1828434"/>
                  <a:gd name="connsiteX52" fmla="*/ 1241709 w 1828799"/>
                  <a:gd name="connsiteY52" fmla="*/ 368200 h 1828434"/>
                  <a:gd name="connsiteX53" fmla="*/ 1241706 w 1828799"/>
                  <a:gd name="connsiteY53" fmla="*/ 368200 h 1828434"/>
                  <a:gd name="connsiteX54" fmla="*/ 1241706 w 1828799"/>
                  <a:gd name="connsiteY54" fmla="*/ 526075 h 1828434"/>
                  <a:gd name="connsiteX55" fmla="*/ 1505708 w 1828799"/>
                  <a:gd name="connsiteY55" fmla="*/ 262073 h 1828434"/>
                  <a:gd name="connsiteX56" fmla="*/ 1513856 w 1828799"/>
                  <a:gd name="connsiteY56" fmla="*/ 396 h 1828434"/>
                  <a:gd name="connsiteX57" fmla="*/ 1538715 w 1828799"/>
                  <a:gd name="connsiteY57" fmla="*/ 6609 h 1828434"/>
                  <a:gd name="connsiteX58" fmla="*/ 1592000 w 1828799"/>
                  <a:gd name="connsiteY58" fmla="*/ 86354 h 1828434"/>
                  <a:gd name="connsiteX59" fmla="*/ 1592000 w 1828799"/>
                  <a:gd name="connsiteY59" fmla="*/ 236795 h 1828434"/>
                  <a:gd name="connsiteX60" fmla="*/ 1742444 w 1828799"/>
                  <a:gd name="connsiteY60" fmla="*/ 236795 h 1828434"/>
                  <a:gd name="connsiteX61" fmla="*/ 1822190 w 1828799"/>
                  <a:gd name="connsiteY61" fmla="*/ 290080 h 1828434"/>
                  <a:gd name="connsiteX62" fmla="*/ 1803473 w 1828799"/>
                  <a:gd name="connsiteY62" fmla="*/ 384102 h 1828434"/>
                  <a:gd name="connsiteX63" fmla="*/ 1552095 w 1828799"/>
                  <a:gd name="connsiteY63" fmla="*/ 635488 h 1828434"/>
                  <a:gd name="connsiteX64" fmla="*/ 1460591 w 1828799"/>
                  <a:gd name="connsiteY64" fmla="*/ 673379 h 1828434"/>
                  <a:gd name="connsiteX65" fmla="*/ 1216435 w 1828799"/>
                  <a:gd name="connsiteY65" fmla="*/ 673379 h 1828434"/>
                  <a:gd name="connsiteX66" fmla="*/ 865780 w 1828799"/>
                  <a:gd name="connsiteY66" fmla="*/ 1024033 h 1828434"/>
                  <a:gd name="connsiteX67" fmla="*/ 835273 w 1828799"/>
                  <a:gd name="connsiteY67" fmla="*/ 1036671 h 1828434"/>
                  <a:gd name="connsiteX68" fmla="*/ 804765 w 1828799"/>
                  <a:gd name="connsiteY68" fmla="*/ 1024033 h 1828434"/>
                  <a:gd name="connsiteX69" fmla="*/ 804765 w 1828799"/>
                  <a:gd name="connsiteY69" fmla="*/ 963011 h 1828434"/>
                  <a:gd name="connsiteX70" fmla="*/ 1155416 w 1828799"/>
                  <a:gd name="connsiteY70" fmla="*/ 612360 h 1828434"/>
                  <a:gd name="connsiteX71" fmla="*/ 1155416 w 1828799"/>
                  <a:gd name="connsiteY71" fmla="*/ 368204 h 1828434"/>
                  <a:gd name="connsiteX72" fmla="*/ 1193310 w 1828799"/>
                  <a:gd name="connsiteY72" fmla="*/ 276700 h 1828434"/>
                  <a:gd name="connsiteX73" fmla="*/ 1444686 w 1828799"/>
                  <a:gd name="connsiteY73" fmla="*/ 25322 h 1828434"/>
                  <a:gd name="connsiteX74" fmla="*/ 1513856 w 1828799"/>
                  <a:gd name="connsiteY74" fmla="*/ 396 h 182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828799" h="1828434">
                    <a:moveTo>
                      <a:pt x="818578" y="708214"/>
                    </a:moveTo>
                    <a:cubicBezTo>
                      <a:pt x="827844" y="708214"/>
                      <a:pt x="837006" y="708625"/>
                      <a:pt x="845807" y="709436"/>
                    </a:cubicBezTo>
                    <a:cubicBezTo>
                      <a:pt x="869535" y="711629"/>
                      <a:pt x="886997" y="732635"/>
                      <a:pt x="884811" y="756363"/>
                    </a:cubicBezTo>
                    <a:cubicBezTo>
                      <a:pt x="882622" y="780094"/>
                      <a:pt x="861634" y="797547"/>
                      <a:pt x="837884" y="795368"/>
                    </a:cubicBezTo>
                    <a:cubicBezTo>
                      <a:pt x="831701" y="794800"/>
                      <a:pt x="825208" y="794510"/>
                      <a:pt x="818574" y="794510"/>
                    </a:cubicBezTo>
                    <a:cubicBezTo>
                      <a:pt x="699830" y="794510"/>
                      <a:pt x="603229" y="891112"/>
                      <a:pt x="603222" y="1009860"/>
                    </a:cubicBezTo>
                    <a:cubicBezTo>
                      <a:pt x="603222" y="1128571"/>
                      <a:pt x="699827" y="1225155"/>
                      <a:pt x="818570" y="1225155"/>
                    </a:cubicBezTo>
                    <a:cubicBezTo>
                      <a:pt x="937282" y="1225155"/>
                      <a:pt x="1033866" y="1128578"/>
                      <a:pt x="1033866" y="1009860"/>
                    </a:cubicBezTo>
                    <a:cubicBezTo>
                      <a:pt x="1033866" y="1003613"/>
                      <a:pt x="1033587" y="997330"/>
                      <a:pt x="1033041" y="991186"/>
                    </a:cubicBezTo>
                    <a:cubicBezTo>
                      <a:pt x="1030919" y="967451"/>
                      <a:pt x="1048446" y="946490"/>
                      <a:pt x="1072181" y="944372"/>
                    </a:cubicBezTo>
                    <a:cubicBezTo>
                      <a:pt x="1095906" y="942347"/>
                      <a:pt x="1116876" y="959778"/>
                      <a:pt x="1118991" y="983514"/>
                    </a:cubicBezTo>
                    <a:cubicBezTo>
                      <a:pt x="1119769" y="992193"/>
                      <a:pt x="1120162" y="1001062"/>
                      <a:pt x="1120166" y="1009853"/>
                    </a:cubicBezTo>
                    <a:cubicBezTo>
                      <a:pt x="1120166" y="1176152"/>
                      <a:pt x="984874" y="1311440"/>
                      <a:pt x="818578" y="1311440"/>
                    </a:cubicBezTo>
                    <a:cubicBezTo>
                      <a:pt x="652253" y="1311440"/>
                      <a:pt x="516936" y="1176152"/>
                      <a:pt x="516936" y="1009853"/>
                    </a:cubicBezTo>
                    <a:cubicBezTo>
                      <a:pt x="516936" y="843524"/>
                      <a:pt x="652253" y="708214"/>
                      <a:pt x="818578" y="708214"/>
                    </a:cubicBezTo>
                    <a:close/>
                    <a:moveTo>
                      <a:pt x="818582" y="449775"/>
                    </a:moveTo>
                    <a:cubicBezTo>
                      <a:pt x="889901" y="449775"/>
                      <a:pt x="959346" y="463016"/>
                      <a:pt x="1024975" y="489133"/>
                    </a:cubicBezTo>
                    <a:cubicBezTo>
                      <a:pt x="1047114" y="497942"/>
                      <a:pt x="1057922" y="523030"/>
                      <a:pt x="1049110" y="545173"/>
                    </a:cubicBezTo>
                    <a:cubicBezTo>
                      <a:pt x="1040299" y="567307"/>
                      <a:pt x="1015206" y="578127"/>
                      <a:pt x="993071" y="569308"/>
                    </a:cubicBezTo>
                    <a:cubicBezTo>
                      <a:pt x="937636" y="547251"/>
                      <a:pt x="878928" y="536068"/>
                      <a:pt x="818578" y="536068"/>
                    </a:cubicBezTo>
                    <a:cubicBezTo>
                      <a:pt x="557305" y="536068"/>
                      <a:pt x="344739" y="748612"/>
                      <a:pt x="344739" y="1009860"/>
                    </a:cubicBezTo>
                    <a:cubicBezTo>
                      <a:pt x="344739" y="1271107"/>
                      <a:pt x="557305" y="1483652"/>
                      <a:pt x="818578" y="1483652"/>
                    </a:cubicBezTo>
                    <a:cubicBezTo>
                      <a:pt x="1079832" y="1483652"/>
                      <a:pt x="1292369" y="1271107"/>
                      <a:pt x="1292369" y="1009860"/>
                    </a:cubicBezTo>
                    <a:cubicBezTo>
                      <a:pt x="1292369" y="949721"/>
                      <a:pt x="1281257" y="891112"/>
                      <a:pt x="1259330" y="835659"/>
                    </a:cubicBezTo>
                    <a:cubicBezTo>
                      <a:pt x="1250571" y="813499"/>
                      <a:pt x="1261430" y="788432"/>
                      <a:pt x="1283590" y="779670"/>
                    </a:cubicBezTo>
                    <a:cubicBezTo>
                      <a:pt x="1305757" y="770919"/>
                      <a:pt x="1330821" y="781770"/>
                      <a:pt x="1339579" y="803930"/>
                    </a:cubicBezTo>
                    <a:cubicBezTo>
                      <a:pt x="1365507" y="869531"/>
                      <a:pt x="1378659" y="938812"/>
                      <a:pt x="1378659" y="1009860"/>
                    </a:cubicBezTo>
                    <a:cubicBezTo>
                      <a:pt x="1378659" y="1318692"/>
                      <a:pt x="1127406" y="1569941"/>
                      <a:pt x="818578" y="1569941"/>
                    </a:cubicBezTo>
                    <a:cubicBezTo>
                      <a:pt x="509717" y="1569941"/>
                      <a:pt x="258450" y="1318688"/>
                      <a:pt x="258450" y="1009857"/>
                    </a:cubicBezTo>
                    <a:cubicBezTo>
                      <a:pt x="258450" y="701024"/>
                      <a:pt x="509728" y="449775"/>
                      <a:pt x="818582" y="449775"/>
                    </a:cubicBezTo>
                    <a:close/>
                    <a:moveTo>
                      <a:pt x="1566726" y="323091"/>
                    </a:moveTo>
                    <a:lnTo>
                      <a:pt x="1302732" y="587086"/>
                    </a:lnTo>
                    <a:lnTo>
                      <a:pt x="1460595" y="587086"/>
                    </a:lnTo>
                    <a:cubicBezTo>
                      <a:pt x="1471950" y="587086"/>
                      <a:pt x="1483065" y="582482"/>
                      <a:pt x="1491081" y="574466"/>
                    </a:cubicBezTo>
                    <a:lnTo>
                      <a:pt x="1742434" y="323113"/>
                    </a:lnTo>
                    <a:close/>
                    <a:moveTo>
                      <a:pt x="818574" y="191278"/>
                    </a:moveTo>
                    <a:cubicBezTo>
                      <a:pt x="895377" y="191278"/>
                      <a:pt x="971433" y="201936"/>
                      <a:pt x="1044617" y="222953"/>
                    </a:cubicBezTo>
                    <a:cubicBezTo>
                      <a:pt x="1067524" y="229526"/>
                      <a:pt x="1080757" y="253421"/>
                      <a:pt x="1074182" y="276328"/>
                    </a:cubicBezTo>
                    <a:cubicBezTo>
                      <a:pt x="1067609" y="299234"/>
                      <a:pt x="1043714" y="312464"/>
                      <a:pt x="1020807" y="305892"/>
                    </a:cubicBezTo>
                    <a:cubicBezTo>
                      <a:pt x="955363" y="287101"/>
                      <a:pt x="887319" y="277574"/>
                      <a:pt x="818574" y="277574"/>
                    </a:cubicBezTo>
                    <a:cubicBezTo>
                      <a:pt x="414791" y="277574"/>
                      <a:pt x="86293" y="606069"/>
                      <a:pt x="86293" y="1009853"/>
                    </a:cubicBezTo>
                    <a:cubicBezTo>
                      <a:pt x="86293" y="1413635"/>
                      <a:pt x="414795" y="1742137"/>
                      <a:pt x="818574" y="1742137"/>
                    </a:cubicBezTo>
                    <a:cubicBezTo>
                      <a:pt x="1222329" y="1742137"/>
                      <a:pt x="1550805" y="1413632"/>
                      <a:pt x="1550805" y="1009853"/>
                    </a:cubicBezTo>
                    <a:cubicBezTo>
                      <a:pt x="1550805" y="941266"/>
                      <a:pt x="1541322" y="873336"/>
                      <a:pt x="1522620" y="807962"/>
                    </a:cubicBezTo>
                    <a:cubicBezTo>
                      <a:pt x="1516065" y="785056"/>
                      <a:pt x="1529321" y="761171"/>
                      <a:pt x="1552231" y="754613"/>
                    </a:cubicBezTo>
                    <a:cubicBezTo>
                      <a:pt x="1575155" y="748072"/>
                      <a:pt x="1599026" y="761313"/>
                      <a:pt x="1605580" y="784223"/>
                    </a:cubicBezTo>
                    <a:cubicBezTo>
                      <a:pt x="1626494" y="857319"/>
                      <a:pt x="1637098" y="933232"/>
                      <a:pt x="1637098" y="1009856"/>
                    </a:cubicBezTo>
                    <a:cubicBezTo>
                      <a:pt x="1637098" y="1461223"/>
                      <a:pt x="1269910" y="1828434"/>
                      <a:pt x="818574" y="1828434"/>
                    </a:cubicBezTo>
                    <a:cubicBezTo>
                      <a:pt x="367210" y="1828434"/>
                      <a:pt x="0" y="1461220"/>
                      <a:pt x="0" y="1009856"/>
                    </a:cubicBezTo>
                    <a:cubicBezTo>
                      <a:pt x="0" y="558492"/>
                      <a:pt x="367210" y="191281"/>
                      <a:pt x="818574" y="191278"/>
                    </a:cubicBezTo>
                    <a:close/>
                    <a:moveTo>
                      <a:pt x="1505708" y="86379"/>
                    </a:moveTo>
                    <a:lnTo>
                      <a:pt x="1254332" y="337718"/>
                    </a:lnTo>
                    <a:cubicBezTo>
                      <a:pt x="1246195" y="345851"/>
                      <a:pt x="1241713" y="356681"/>
                      <a:pt x="1241709" y="368200"/>
                    </a:cubicBezTo>
                    <a:lnTo>
                      <a:pt x="1241706" y="368200"/>
                    </a:lnTo>
                    <a:lnTo>
                      <a:pt x="1241706" y="526075"/>
                    </a:lnTo>
                    <a:lnTo>
                      <a:pt x="1505708" y="262073"/>
                    </a:lnTo>
                    <a:close/>
                    <a:moveTo>
                      <a:pt x="1513856" y="396"/>
                    </a:moveTo>
                    <a:cubicBezTo>
                      <a:pt x="1522253" y="1205"/>
                      <a:pt x="1530626" y="3258"/>
                      <a:pt x="1538715" y="6609"/>
                    </a:cubicBezTo>
                    <a:cubicBezTo>
                      <a:pt x="1571084" y="20014"/>
                      <a:pt x="1592000" y="51314"/>
                      <a:pt x="1592000" y="86354"/>
                    </a:cubicBezTo>
                    <a:lnTo>
                      <a:pt x="1592000" y="236795"/>
                    </a:lnTo>
                    <a:lnTo>
                      <a:pt x="1742444" y="236795"/>
                    </a:lnTo>
                    <a:cubicBezTo>
                      <a:pt x="1777481" y="236795"/>
                      <a:pt x="1808785" y="257712"/>
                      <a:pt x="1822190" y="290080"/>
                    </a:cubicBezTo>
                    <a:cubicBezTo>
                      <a:pt x="1835592" y="322430"/>
                      <a:pt x="1828248" y="359331"/>
                      <a:pt x="1803473" y="384102"/>
                    </a:cubicBezTo>
                    <a:lnTo>
                      <a:pt x="1552095" y="635488"/>
                    </a:lnTo>
                    <a:cubicBezTo>
                      <a:pt x="1527664" y="659920"/>
                      <a:pt x="1495163" y="673379"/>
                      <a:pt x="1460591" y="673379"/>
                    </a:cubicBezTo>
                    <a:lnTo>
                      <a:pt x="1216435" y="673379"/>
                    </a:lnTo>
                    <a:lnTo>
                      <a:pt x="865780" y="1024033"/>
                    </a:lnTo>
                    <a:cubicBezTo>
                      <a:pt x="857358" y="1032456"/>
                      <a:pt x="846313" y="1036671"/>
                      <a:pt x="835273" y="1036671"/>
                    </a:cubicBezTo>
                    <a:cubicBezTo>
                      <a:pt x="824232" y="1036671"/>
                      <a:pt x="813188" y="1032456"/>
                      <a:pt x="804765" y="1024033"/>
                    </a:cubicBezTo>
                    <a:cubicBezTo>
                      <a:pt x="787917" y="1007181"/>
                      <a:pt x="787917" y="979860"/>
                      <a:pt x="804765" y="963011"/>
                    </a:cubicBezTo>
                    <a:lnTo>
                      <a:pt x="1155416" y="612360"/>
                    </a:lnTo>
                    <a:lnTo>
                      <a:pt x="1155416" y="368204"/>
                    </a:lnTo>
                    <a:cubicBezTo>
                      <a:pt x="1155416" y="333632"/>
                      <a:pt x="1168872" y="301135"/>
                      <a:pt x="1193310" y="276700"/>
                    </a:cubicBezTo>
                    <a:lnTo>
                      <a:pt x="1444686" y="25322"/>
                    </a:lnTo>
                    <a:cubicBezTo>
                      <a:pt x="1463261" y="6746"/>
                      <a:pt x="1488666" y="-2031"/>
                      <a:pt x="1513856" y="396"/>
                    </a:cubicBezTo>
                    <a:close/>
                  </a:path>
                </a:pathLst>
              </a:custGeom>
              <a:solidFill>
                <a:schemeClr val="accent6"/>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400">
                  <a:solidFill>
                    <a:schemeClr val="tx2"/>
                  </a:solidFill>
                </a:endParaRPr>
              </a:p>
            </p:txBody>
          </p:sp>
        </p:grpSp>
      </p:grpSp>
      <p:sp>
        <p:nvSpPr>
          <p:cNvPr id="10" name="TextBox 1734">
            <a:extLst>
              <a:ext uri="{FF2B5EF4-FFF2-40B4-BE49-F238E27FC236}">
                <a16:creationId xmlns:a16="http://schemas.microsoft.com/office/drawing/2014/main" id="{47BC6083-E80A-AE46-88F1-1ABF07B9661D}"/>
              </a:ext>
            </a:extLst>
          </p:cNvPr>
          <p:cNvSpPr txBox="1"/>
          <p:nvPr/>
        </p:nvSpPr>
        <p:spPr>
          <a:xfrm>
            <a:off x="1876532" y="3821345"/>
            <a:ext cx="1188383" cy="369332"/>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400" b="1" dirty="0">
                <a:solidFill>
                  <a:schemeClr val="accent1"/>
                </a:solidFill>
                <a:latin typeface="Roboto Black" panose="02000000000000000000" pitchFamily="2" charset="0"/>
                <a:ea typeface="Roboto Black" panose="02000000000000000000" pitchFamily="2" charset="0"/>
              </a:rPr>
              <a:t>2021</a:t>
            </a:r>
          </a:p>
        </p:txBody>
      </p:sp>
      <p:sp>
        <p:nvSpPr>
          <p:cNvPr id="11" name="TextBox 1735">
            <a:extLst>
              <a:ext uri="{FF2B5EF4-FFF2-40B4-BE49-F238E27FC236}">
                <a16:creationId xmlns:a16="http://schemas.microsoft.com/office/drawing/2014/main" id="{37814A42-F740-494D-9244-7AAFF761B4C8}"/>
              </a:ext>
            </a:extLst>
          </p:cNvPr>
          <p:cNvSpPr txBox="1"/>
          <p:nvPr/>
        </p:nvSpPr>
        <p:spPr>
          <a:xfrm>
            <a:off x="3286453" y="3063811"/>
            <a:ext cx="1188383" cy="369332"/>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400" b="1" dirty="0">
                <a:solidFill>
                  <a:schemeClr val="accent2"/>
                </a:solidFill>
                <a:latin typeface="Roboto Black" panose="02000000000000000000" pitchFamily="2" charset="0"/>
                <a:ea typeface="Roboto Black" panose="02000000000000000000" pitchFamily="2" charset="0"/>
              </a:rPr>
              <a:t>2022</a:t>
            </a:r>
          </a:p>
        </p:txBody>
      </p:sp>
      <p:sp>
        <p:nvSpPr>
          <p:cNvPr id="12" name="TextBox 1736">
            <a:extLst>
              <a:ext uri="{FF2B5EF4-FFF2-40B4-BE49-F238E27FC236}">
                <a16:creationId xmlns:a16="http://schemas.microsoft.com/office/drawing/2014/main" id="{9F4AC7F4-A855-EA4E-819A-3E906F2B603E}"/>
              </a:ext>
            </a:extLst>
          </p:cNvPr>
          <p:cNvSpPr txBox="1"/>
          <p:nvPr/>
        </p:nvSpPr>
        <p:spPr>
          <a:xfrm>
            <a:off x="4733290" y="3820452"/>
            <a:ext cx="1188383" cy="369332"/>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400" b="1" dirty="0">
                <a:solidFill>
                  <a:schemeClr val="accent3"/>
                </a:solidFill>
                <a:latin typeface="Roboto Black" panose="02000000000000000000" pitchFamily="2" charset="0"/>
                <a:ea typeface="Roboto Black" panose="02000000000000000000" pitchFamily="2" charset="0"/>
              </a:rPr>
              <a:t>2023</a:t>
            </a:r>
          </a:p>
        </p:txBody>
      </p:sp>
      <p:sp>
        <p:nvSpPr>
          <p:cNvPr id="13" name="TextBox 1737">
            <a:extLst>
              <a:ext uri="{FF2B5EF4-FFF2-40B4-BE49-F238E27FC236}">
                <a16:creationId xmlns:a16="http://schemas.microsoft.com/office/drawing/2014/main" id="{5979FB5C-3D24-7C40-A1FC-2B05A72A3C37}"/>
              </a:ext>
            </a:extLst>
          </p:cNvPr>
          <p:cNvSpPr txBox="1"/>
          <p:nvPr/>
        </p:nvSpPr>
        <p:spPr>
          <a:xfrm>
            <a:off x="6100758" y="3063811"/>
            <a:ext cx="1188383" cy="369332"/>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400" b="1" dirty="0">
                <a:solidFill>
                  <a:schemeClr val="accent4"/>
                </a:solidFill>
                <a:latin typeface="Roboto Black" panose="02000000000000000000" pitchFamily="2" charset="0"/>
                <a:ea typeface="Roboto Black" panose="02000000000000000000" pitchFamily="2" charset="0"/>
              </a:rPr>
              <a:t>2024</a:t>
            </a:r>
          </a:p>
        </p:txBody>
      </p:sp>
      <p:sp>
        <p:nvSpPr>
          <p:cNvPr id="14" name="TextBox 1738">
            <a:extLst>
              <a:ext uri="{FF2B5EF4-FFF2-40B4-BE49-F238E27FC236}">
                <a16:creationId xmlns:a16="http://schemas.microsoft.com/office/drawing/2014/main" id="{159382C6-9247-F144-9BA3-0D155CB4CD6B}"/>
              </a:ext>
            </a:extLst>
          </p:cNvPr>
          <p:cNvSpPr txBox="1"/>
          <p:nvPr/>
        </p:nvSpPr>
        <p:spPr>
          <a:xfrm>
            <a:off x="7543274" y="3816617"/>
            <a:ext cx="1188383" cy="369332"/>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400" b="1" dirty="0">
                <a:solidFill>
                  <a:schemeClr val="accent5"/>
                </a:solidFill>
                <a:latin typeface="Roboto Black" panose="02000000000000000000" pitchFamily="2" charset="0"/>
                <a:ea typeface="Roboto Black" panose="02000000000000000000" pitchFamily="2" charset="0"/>
              </a:rPr>
              <a:t>2025</a:t>
            </a:r>
          </a:p>
        </p:txBody>
      </p:sp>
      <p:sp>
        <p:nvSpPr>
          <p:cNvPr id="15" name="TextBox 1739">
            <a:extLst>
              <a:ext uri="{FF2B5EF4-FFF2-40B4-BE49-F238E27FC236}">
                <a16:creationId xmlns:a16="http://schemas.microsoft.com/office/drawing/2014/main" id="{09866BE1-6DDF-DF4B-99BD-19B14618AB7A}"/>
              </a:ext>
            </a:extLst>
          </p:cNvPr>
          <p:cNvSpPr txBox="1"/>
          <p:nvPr/>
        </p:nvSpPr>
        <p:spPr>
          <a:xfrm>
            <a:off x="8936091" y="3180626"/>
            <a:ext cx="1188383" cy="369332"/>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400" b="1" dirty="0">
                <a:solidFill>
                  <a:schemeClr val="accent6"/>
                </a:solidFill>
                <a:latin typeface="Roboto Black" panose="02000000000000000000" pitchFamily="2" charset="0"/>
                <a:ea typeface="Roboto Black" panose="02000000000000000000" pitchFamily="2" charset="0"/>
              </a:rPr>
              <a:t>2026</a:t>
            </a:r>
          </a:p>
        </p:txBody>
      </p:sp>
      <p:sp>
        <p:nvSpPr>
          <p:cNvPr id="53" name="Inhaltsplatzhalter 4">
            <a:extLst>
              <a:ext uri="{FF2B5EF4-FFF2-40B4-BE49-F238E27FC236}">
                <a16:creationId xmlns:a16="http://schemas.microsoft.com/office/drawing/2014/main" id="{E2FEF2A1-130C-9B6B-EC32-1808CBD51F27}"/>
              </a:ext>
            </a:extLst>
          </p:cNvPr>
          <p:cNvSpPr txBox="1">
            <a:spLocks/>
          </p:cNvSpPr>
          <p:nvPr/>
        </p:nvSpPr>
        <p:spPr>
          <a:xfrm>
            <a:off x="3880644" y="1262023"/>
            <a:ext cx="3010474" cy="807913"/>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50000"/>
              </a:lnSpc>
              <a:spcAft>
                <a:spcPts val="1200"/>
              </a:spcAft>
              <a:buNone/>
            </a:pPr>
            <a:r>
              <a:rPr lang="en-US" sz="1200" b="1" dirty="0">
                <a:solidFill>
                  <a:schemeClr val="tx1">
                    <a:lumMod val="75000"/>
                    <a:lumOff val="25000"/>
                  </a:schemeClr>
                </a:solidFill>
                <a:ea typeface="Open Sans" panose="020B0606030504020204" pitchFamily="34" charset="0"/>
                <a:cs typeface="Open Sans" panose="020B0606030504020204" pitchFamily="34" charset="0"/>
              </a:rPr>
              <a:t>Title goes here</a:t>
            </a:r>
            <a:br>
              <a:rPr lang="en-US" sz="1200" b="1" dirty="0">
                <a:solidFill>
                  <a:schemeClr val="tx1">
                    <a:lumMod val="75000"/>
                    <a:lumOff val="25000"/>
                  </a:schemeClr>
                </a:solidFill>
                <a:ea typeface="Open Sans" panose="020B0606030504020204" pitchFamily="34" charset="0"/>
                <a:cs typeface="Open Sans" panose="020B0606030504020204" pitchFamily="34" charset="0"/>
              </a:rPr>
            </a:br>
            <a:r>
              <a:rPr lang="en-US" sz="1200" dirty="0">
                <a:solidFill>
                  <a:schemeClr val="tx1">
                    <a:lumMod val="75000"/>
                    <a:lumOff val="25000"/>
                  </a:schemeClr>
                </a:solidFill>
                <a:ea typeface="Open Sans" panose="020B0606030504020204" pitchFamily="34" charset="0"/>
                <a:cs typeface="Open Sans" panose="020B0606030504020204" pitchFamily="34" charset="0"/>
              </a:rPr>
              <a:t>This is a sample text. You simply add your own text and description here</a:t>
            </a:r>
          </a:p>
        </p:txBody>
      </p:sp>
      <p:sp>
        <p:nvSpPr>
          <p:cNvPr id="61" name="TextBox 60">
            <a:extLst>
              <a:ext uri="{FF2B5EF4-FFF2-40B4-BE49-F238E27FC236}">
                <a16:creationId xmlns:a16="http://schemas.microsoft.com/office/drawing/2014/main" id="{CF6469C7-4016-D81E-9523-55B79D21819D}"/>
              </a:ext>
            </a:extLst>
          </p:cNvPr>
          <p:cNvSpPr txBox="1"/>
          <p:nvPr/>
        </p:nvSpPr>
        <p:spPr>
          <a:xfrm>
            <a:off x="2684901" y="472569"/>
            <a:ext cx="7162845" cy="769441"/>
          </a:xfrm>
          <a:prstGeom prst="rect">
            <a:avLst/>
          </a:prstGeom>
          <a:noFill/>
        </p:spPr>
        <p:txBody>
          <a:bodyPr wrap="square" rtlCol="0">
            <a:spAutoFit/>
          </a:bodyPr>
          <a:lstStyle/>
          <a:p>
            <a:pPr algn="ctr"/>
            <a:r>
              <a:rPr lang="en-US" sz="4400" b="1" dirty="0">
                <a:solidFill>
                  <a:schemeClr val="tx1">
                    <a:lumMod val="75000"/>
                    <a:lumOff val="25000"/>
                  </a:schemeClr>
                </a:solidFill>
                <a:latin typeface="+mj-lt"/>
              </a:rPr>
              <a:t>TIMELINE</a:t>
            </a:r>
          </a:p>
        </p:txBody>
      </p:sp>
      <p:sp>
        <p:nvSpPr>
          <p:cNvPr id="2" name="Slide Number Placeholder 1">
            <a:extLst>
              <a:ext uri="{FF2B5EF4-FFF2-40B4-BE49-F238E27FC236}">
                <a16:creationId xmlns:a16="http://schemas.microsoft.com/office/drawing/2014/main" id="{864B4F3B-5655-13FA-4F36-C5FB97E98D73}"/>
              </a:ext>
            </a:extLst>
          </p:cNvPr>
          <p:cNvSpPr>
            <a:spLocks noGrp="1"/>
          </p:cNvSpPr>
          <p:nvPr>
            <p:ph type="sldNum" sz="quarter" idx="11"/>
          </p:nvPr>
        </p:nvSpPr>
        <p:spPr/>
        <p:txBody>
          <a:bodyPr/>
          <a:lstStyle/>
          <a:p>
            <a:fld id="{7737D3DD-0AB3-4F16-99FA-6262B2B4036D}" type="slidenum">
              <a:rPr lang="en-MY" smtClean="0"/>
              <a:t>23</a:t>
            </a:fld>
            <a:endParaRPr lang="en-MY"/>
          </a:p>
        </p:txBody>
      </p:sp>
      <p:sp>
        <p:nvSpPr>
          <p:cNvPr id="52" name="Inhaltsplatzhalter 4">
            <a:extLst>
              <a:ext uri="{FF2B5EF4-FFF2-40B4-BE49-F238E27FC236}">
                <a16:creationId xmlns:a16="http://schemas.microsoft.com/office/drawing/2014/main" id="{A4D2698D-A873-D8F7-DCF3-58EED8E1CBA4}"/>
              </a:ext>
            </a:extLst>
          </p:cNvPr>
          <p:cNvSpPr txBox="1">
            <a:spLocks/>
          </p:cNvSpPr>
          <p:nvPr/>
        </p:nvSpPr>
        <p:spPr>
          <a:xfrm>
            <a:off x="7158152" y="1276649"/>
            <a:ext cx="3010474" cy="807913"/>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50000"/>
              </a:lnSpc>
              <a:spcAft>
                <a:spcPts val="1200"/>
              </a:spcAft>
              <a:buNone/>
            </a:pPr>
            <a:r>
              <a:rPr lang="en-US" sz="1200" b="1" dirty="0">
                <a:solidFill>
                  <a:schemeClr val="tx1">
                    <a:lumMod val="75000"/>
                    <a:lumOff val="25000"/>
                  </a:schemeClr>
                </a:solidFill>
                <a:ea typeface="Open Sans" panose="020B0606030504020204" pitchFamily="34" charset="0"/>
                <a:cs typeface="Open Sans" panose="020B0606030504020204" pitchFamily="34" charset="0"/>
              </a:rPr>
              <a:t>Title goes here</a:t>
            </a:r>
            <a:br>
              <a:rPr lang="en-US" sz="1200" b="1" dirty="0">
                <a:solidFill>
                  <a:schemeClr val="tx1">
                    <a:lumMod val="75000"/>
                    <a:lumOff val="25000"/>
                  </a:schemeClr>
                </a:solidFill>
                <a:ea typeface="Open Sans" panose="020B0606030504020204" pitchFamily="34" charset="0"/>
                <a:cs typeface="Open Sans" panose="020B0606030504020204" pitchFamily="34" charset="0"/>
              </a:rPr>
            </a:br>
            <a:r>
              <a:rPr lang="en-US" sz="1200" dirty="0">
                <a:solidFill>
                  <a:schemeClr val="tx1">
                    <a:lumMod val="75000"/>
                    <a:lumOff val="25000"/>
                  </a:schemeClr>
                </a:solidFill>
                <a:ea typeface="Open Sans" panose="020B0606030504020204" pitchFamily="34" charset="0"/>
                <a:cs typeface="Open Sans" panose="020B0606030504020204" pitchFamily="34" charset="0"/>
              </a:rPr>
              <a:t>This is a sample text. You simply add your own text and description here</a:t>
            </a:r>
          </a:p>
        </p:txBody>
      </p:sp>
      <p:sp>
        <p:nvSpPr>
          <p:cNvPr id="55" name="Inhaltsplatzhalter 4">
            <a:extLst>
              <a:ext uri="{FF2B5EF4-FFF2-40B4-BE49-F238E27FC236}">
                <a16:creationId xmlns:a16="http://schemas.microsoft.com/office/drawing/2014/main" id="{2C6BE670-FC73-3E1A-C51B-38880C2AB4ED}"/>
              </a:ext>
            </a:extLst>
          </p:cNvPr>
          <p:cNvSpPr txBox="1">
            <a:spLocks/>
          </p:cNvSpPr>
          <p:nvPr/>
        </p:nvSpPr>
        <p:spPr>
          <a:xfrm>
            <a:off x="603136" y="1267948"/>
            <a:ext cx="3010474" cy="807913"/>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50000"/>
              </a:lnSpc>
              <a:spcAft>
                <a:spcPts val="1200"/>
              </a:spcAft>
              <a:buNone/>
            </a:pPr>
            <a:r>
              <a:rPr lang="en-US" sz="1200" b="1" dirty="0">
                <a:solidFill>
                  <a:schemeClr val="tx1">
                    <a:lumMod val="75000"/>
                    <a:lumOff val="25000"/>
                  </a:schemeClr>
                </a:solidFill>
                <a:ea typeface="Open Sans" panose="020B0606030504020204" pitchFamily="34" charset="0"/>
                <a:cs typeface="Open Sans" panose="020B0606030504020204" pitchFamily="34" charset="0"/>
              </a:rPr>
              <a:t>Title goes here</a:t>
            </a:r>
            <a:br>
              <a:rPr lang="en-US" sz="1200" b="1" dirty="0">
                <a:solidFill>
                  <a:schemeClr val="tx1">
                    <a:lumMod val="75000"/>
                    <a:lumOff val="25000"/>
                  </a:schemeClr>
                </a:solidFill>
                <a:ea typeface="Open Sans" panose="020B0606030504020204" pitchFamily="34" charset="0"/>
                <a:cs typeface="Open Sans" panose="020B0606030504020204" pitchFamily="34" charset="0"/>
              </a:rPr>
            </a:br>
            <a:r>
              <a:rPr lang="en-US" sz="1200" dirty="0">
                <a:solidFill>
                  <a:schemeClr val="tx1">
                    <a:lumMod val="75000"/>
                    <a:lumOff val="25000"/>
                  </a:schemeClr>
                </a:solidFill>
                <a:ea typeface="Open Sans" panose="020B0606030504020204" pitchFamily="34" charset="0"/>
                <a:cs typeface="Open Sans" panose="020B0606030504020204" pitchFamily="34" charset="0"/>
              </a:rPr>
              <a:t>This is a sample text. You simply add your own text and description here</a:t>
            </a:r>
          </a:p>
        </p:txBody>
      </p:sp>
      <p:sp>
        <p:nvSpPr>
          <p:cNvPr id="56" name="Inhaltsplatzhalter 4">
            <a:extLst>
              <a:ext uri="{FF2B5EF4-FFF2-40B4-BE49-F238E27FC236}">
                <a16:creationId xmlns:a16="http://schemas.microsoft.com/office/drawing/2014/main" id="{1DD605D2-34B2-4401-C345-6EDA6E147F52}"/>
              </a:ext>
            </a:extLst>
          </p:cNvPr>
          <p:cNvSpPr txBox="1">
            <a:spLocks/>
          </p:cNvSpPr>
          <p:nvPr/>
        </p:nvSpPr>
        <p:spPr>
          <a:xfrm>
            <a:off x="4981844" y="5177394"/>
            <a:ext cx="3010474" cy="807913"/>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50000"/>
              </a:lnSpc>
              <a:spcAft>
                <a:spcPts val="1200"/>
              </a:spcAft>
              <a:buNone/>
            </a:pPr>
            <a:r>
              <a:rPr lang="en-US" sz="1200" b="1" dirty="0">
                <a:solidFill>
                  <a:schemeClr val="tx1">
                    <a:lumMod val="75000"/>
                    <a:lumOff val="25000"/>
                  </a:schemeClr>
                </a:solidFill>
                <a:ea typeface="Open Sans" panose="020B0606030504020204" pitchFamily="34" charset="0"/>
                <a:cs typeface="Open Sans" panose="020B0606030504020204" pitchFamily="34" charset="0"/>
              </a:rPr>
              <a:t>Title goes here</a:t>
            </a:r>
            <a:br>
              <a:rPr lang="en-US" sz="1200" b="1" dirty="0">
                <a:solidFill>
                  <a:schemeClr val="tx1">
                    <a:lumMod val="75000"/>
                    <a:lumOff val="25000"/>
                  </a:schemeClr>
                </a:solidFill>
                <a:ea typeface="Open Sans" panose="020B0606030504020204" pitchFamily="34" charset="0"/>
                <a:cs typeface="Open Sans" panose="020B0606030504020204" pitchFamily="34" charset="0"/>
              </a:rPr>
            </a:br>
            <a:r>
              <a:rPr lang="en-US" sz="1200" dirty="0">
                <a:solidFill>
                  <a:schemeClr val="tx1">
                    <a:lumMod val="75000"/>
                    <a:lumOff val="25000"/>
                  </a:schemeClr>
                </a:solidFill>
                <a:ea typeface="Open Sans" panose="020B0606030504020204" pitchFamily="34" charset="0"/>
                <a:cs typeface="Open Sans" panose="020B0606030504020204" pitchFamily="34" charset="0"/>
              </a:rPr>
              <a:t>This is a sample text. You simply add your own text and description here</a:t>
            </a:r>
          </a:p>
        </p:txBody>
      </p:sp>
      <p:sp>
        <p:nvSpPr>
          <p:cNvPr id="57" name="Inhaltsplatzhalter 4">
            <a:extLst>
              <a:ext uri="{FF2B5EF4-FFF2-40B4-BE49-F238E27FC236}">
                <a16:creationId xmlns:a16="http://schemas.microsoft.com/office/drawing/2014/main" id="{932DFADF-8B48-6377-EB1C-18122E2CB8A8}"/>
              </a:ext>
            </a:extLst>
          </p:cNvPr>
          <p:cNvSpPr txBox="1">
            <a:spLocks/>
          </p:cNvSpPr>
          <p:nvPr/>
        </p:nvSpPr>
        <p:spPr>
          <a:xfrm>
            <a:off x="8259352" y="5192020"/>
            <a:ext cx="3010474" cy="807913"/>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50000"/>
              </a:lnSpc>
              <a:spcAft>
                <a:spcPts val="1200"/>
              </a:spcAft>
              <a:buNone/>
            </a:pPr>
            <a:r>
              <a:rPr lang="en-US" sz="1200" b="1" dirty="0">
                <a:solidFill>
                  <a:schemeClr val="tx1">
                    <a:lumMod val="75000"/>
                    <a:lumOff val="25000"/>
                  </a:schemeClr>
                </a:solidFill>
                <a:ea typeface="Open Sans" panose="020B0606030504020204" pitchFamily="34" charset="0"/>
                <a:cs typeface="Open Sans" panose="020B0606030504020204" pitchFamily="34" charset="0"/>
              </a:rPr>
              <a:t>Title goes here</a:t>
            </a:r>
            <a:br>
              <a:rPr lang="en-US" sz="1200" b="1" dirty="0">
                <a:solidFill>
                  <a:schemeClr val="tx1">
                    <a:lumMod val="75000"/>
                    <a:lumOff val="25000"/>
                  </a:schemeClr>
                </a:solidFill>
                <a:ea typeface="Open Sans" panose="020B0606030504020204" pitchFamily="34" charset="0"/>
                <a:cs typeface="Open Sans" panose="020B0606030504020204" pitchFamily="34" charset="0"/>
              </a:rPr>
            </a:br>
            <a:r>
              <a:rPr lang="en-US" sz="1200" dirty="0">
                <a:solidFill>
                  <a:schemeClr val="tx1">
                    <a:lumMod val="75000"/>
                    <a:lumOff val="25000"/>
                  </a:schemeClr>
                </a:solidFill>
                <a:ea typeface="Open Sans" panose="020B0606030504020204" pitchFamily="34" charset="0"/>
                <a:cs typeface="Open Sans" panose="020B0606030504020204" pitchFamily="34" charset="0"/>
              </a:rPr>
              <a:t>This is a sample text. You simply add your own text and description here</a:t>
            </a:r>
          </a:p>
        </p:txBody>
      </p:sp>
      <p:sp>
        <p:nvSpPr>
          <p:cNvPr id="58" name="Inhaltsplatzhalter 4">
            <a:extLst>
              <a:ext uri="{FF2B5EF4-FFF2-40B4-BE49-F238E27FC236}">
                <a16:creationId xmlns:a16="http://schemas.microsoft.com/office/drawing/2014/main" id="{07D03BBB-0CBB-90BE-14BF-5386A0AB3EA8}"/>
              </a:ext>
            </a:extLst>
          </p:cNvPr>
          <p:cNvSpPr txBox="1">
            <a:spLocks/>
          </p:cNvSpPr>
          <p:nvPr/>
        </p:nvSpPr>
        <p:spPr>
          <a:xfrm>
            <a:off x="1704336" y="5183319"/>
            <a:ext cx="3010474" cy="807913"/>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50000"/>
              </a:lnSpc>
              <a:spcAft>
                <a:spcPts val="1200"/>
              </a:spcAft>
              <a:buNone/>
            </a:pPr>
            <a:r>
              <a:rPr lang="en-US" sz="1200" b="1" dirty="0">
                <a:solidFill>
                  <a:schemeClr val="tx1">
                    <a:lumMod val="75000"/>
                    <a:lumOff val="25000"/>
                  </a:schemeClr>
                </a:solidFill>
                <a:ea typeface="Open Sans" panose="020B0606030504020204" pitchFamily="34" charset="0"/>
                <a:cs typeface="Open Sans" panose="020B0606030504020204" pitchFamily="34" charset="0"/>
              </a:rPr>
              <a:t>Title goes here</a:t>
            </a:r>
            <a:br>
              <a:rPr lang="en-US" sz="1200" b="1" dirty="0">
                <a:solidFill>
                  <a:schemeClr val="tx1">
                    <a:lumMod val="75000"/>
                    <a:lumOff val="25000"/>
                  </a:schemeClr>
                </a:solidFill>
                <a:ea typeface="Open Sans" panose="020B0606030504020204" pitchFamily="34" charset="0"/>
                <a:cs typeface="Open Sans" panose="020B0606030504020204" pitchFamily="34" charset="0"/>
              </a:rPr>
            </a:br>
            <a:r>
              <a:rPr lang="en-US" sz="1200" dirty="0">
                <a:solidFill>
                  <a:schemeClr val="tx1">
                    <a:lumMod val="75000"/>
                    <a:lumOff val="25000"/>
                  </a:schemeClr>
                </a:solidFill>
                <a:ea typeface="Open Sans" panose="020B0606030504020204" pitchFamily="34" charset="0"/>
                <a:cs typeface="Open Sans" panose="020B0606030504020204" pitchFamily="34" charset="0"/>
              </a:rPr>
              <a:t>This is a sample text. You simply add your own text and description here</a:t>
            </a:r>
          </a:p>
        </p:txBody>
      </p:sp>
    </p:spTree>
    <p:extLst>
      <p:ext uri="{BB962C8B-B14F-4D97-AF65-F5344CB8AC3E}">
        <p14:creationId xmlns:p14="http://schemas.microsoft.com/office/powerpoint/2010/main" val="2247884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F00E881-F09C-CF4C-A220-EFAEB7DCF5BE}"/>
              </a:ext>
            </a:extLst>
          </p:cNvPr>
          <p:cNvGrpSpPr/>
          <p:nvPr/>
        </p:nvGrpSpPr>
        <p:grpSpPr>
          <a:xfrm>
            <a:off x="259893" y="3676835"/>
            <a:ext cx="2111492" cy="2538683"/>
            <a:chOff x="3129251" y="6940614"/>
            <a:chExt cx="3370897" cy="4052887"/>
          </a:xfrm>
        </p:grpSpPr>
        <p:sp>
          <p:nvSpPr>
            <p:cNvPr id="59" name="Freeform 487">
              <a:extLst>
                <a:ext uri="{FF2B5EF4-FFF2-40B4-BE49-F238E27FC236}">
                  <a16:creationId xmlns:a16="http://schemas.microsoft.com/office/drawing/2014/main" id="{201D9C79-3093-C24F-B633-FEF83FAF18F2}"/>
                </a:ext>
              </a:extLst>
            </p:cNvPr>
            <p:cNvSpPr/>
            <p:nvPr/>
          </p:nvSpPr>
          <p:spPr>
            <a:xfrm>
              <a:off x="4720878" y="7780719"/>
              <a:ext cx="57150" cy="2274569"/>
            </a:xfrm>
            <a:custGeom>
              <a:avLst/>
              <a:gdLst>
                <a:gd name="connsiteX0" fmla="*/ 0 w 57150"/>
                <a:gd name="connsiteY0" fmla="*/ 0 h 2274569"/>
                <a:gd name="connsiteX1" fmla="*/ 57150 w 57150"/>
                <a:gd name="connsiteY1" fmla="*/ 0 h 2274569"/>
                <a:gd name="connsiteX2" fmla="*/ 57150 w 57150"/>
                <a:gd name="connsiteY2" fmla="*/ 2274570 h 2274569"/>
                <a:gd name="connsiteX3" fmla="*/ 0 w 57150"/>
                <a:gd name="connsiteY3" fmla="*/ 2274570 h 2274569"/>
              </a:gdLst>
              <a:ahLst/>
              <a:cxnLst>
                <a:cxn ang="0">
                  <a:pos x="connsiteX0" y="connsiteY0"/>
                </a:cxn>
                <a:cxn ang="0">
                  <a:pos x="connsiteX1" y="connsiteY1"/>
                </a:cxn>
                <a:cxn ang="0">
                  <a:pos x="connsiteX2" y="connsiteY2"/>
                </a:cxn>
                <a:cxn ang="0">
                  <a:pos x="connsiteX3" y="connsiteY3"/>
                </a:cxn>
              </a:cxnLst>
              <a:rect l="l" t="t" r="r" b="b"/>
              <a:pathLst>
                <a:path w="57150" h="2274569">
                  <a:moveTo>
                    <a:pt x="0" y="0"/>
                  </a:moveTo>
                  <a:lnTo>
                    <a:pt x="57150" y="0"/>
                  </a:lnTo>
                  <a:lnTo>
                    <a:pt x="57150" y="2274570"/>
                  </a:lnTo>
                  <a:lnTo>
                    <a:pt x="0" y="2274570"/>
                  </a:lnTo>
                  <a:close/>
                </a:path>
              </a:pathLst>
            </a:custGeom>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60" name="Freeform 1492">
              <a:extLst>
                <a:ext uri="{FF2B5EF4-FFF2-40B4-BE49-F238E27FC236}">
                  <a16:creationId xmlns:a16="http://schemas.microsoft.com/office/drawing/2014/main" id="{5DEFDE7A-C30E-2A40-B706-61004AD3164B}"/>
                </a:ext>
              </a:extLst>
            </p:cNvPr>
            <p:cNvSpPr/>
            <p:nvPr/>
          </p:nvSpPr>
          <p:spPr>
            <a:xfrm>
              <a:off x="3129251" y="6940614"/>
              <a:ext cx="3370897" cy="420052"/>
            </a:xfrm>
            <a:custGeom>
              <a:avLst/>
              <a:gdLst>
                <a:gd name="connsiteX0" fmla="*/ 0 w 3370897"/>
                <a:gd name="connsiteY0" fmla="*/ 0 h 420052"/>
                <a:gd name="connsiteX1" fmla="*/ 545783 w 3370897"/>
                <a:gd name="connsiteY1" fmla="*/ 420052 h 420052"/>
                <a:gd name="connsiteX2" fmla="*/ 3370898 w 3370897"/>
                <a:gd name="connsiteY2" fmla="*/ 420052 h 420052"/>
                <a:gd name="connsiteX3" fmla="*/ 2825115 w 3370897"/>
                <a:gd name="connsiteY3" fmla="*/ 0 h 420052"/>
              </a:gdLst>
              <a:ahLst/>
              <a:cxnLst>
                <a:cxn ang="0">
                  <a:pos x="connsiteX0" y="connsiteY0"/>
                </a:cxn>
                <a:cxn ang="0">
                  <a:pos x="connsiteX1" y="connsiteY1"/>
                </a:cxn>
                <a:cxn ang="0">
                  <a:pos x="connsiteX2" y="connsiteY2"/>
                </a:cxn>
                <a:cxn ang="0">
                  <a:pos x="connsiteX3" y="connsiteY3"/>
                </a:cxn>
              </a:cxnLst>
              <a:rect l="l" t="t" r="r" b="b"/>
              <a:pathLst>
                <a:path w="3370897" h="420052">
                  <a:moveTo>
                    <a:pt x="0" y="0"/>
                  </a:moveTo>
                  <a:lnTo>
                    <a:pt x="545783" y="420052"/>
                  </a:lnTo>
                  <a:lnTo>
                    <a:pt x="3370898" y="420052"/>
                  </a:lnTo>
                  <a:lnTo>
                    <a:pt x="2825115" y="0"/>
                  </a:lnTo>
                  <a:close/>
                </a:path>
              </a:pathLst>
            </a:custGeom>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61" name="Freeform 1493">
              <a:extLst>
                <a:ext uri="{FF2B5EF4-FFF2-40B4-BE49-F238E27FC236}">
                  <a16:creationId xmlns:a16="http://schemas.microsoft.com/office/drawing/2014/main" id="{B9B4A10B-379D-9B4B-9DFF-9EB427BC7366}"/>
                </a:ext>
              </a:extLst>
            </p:cNvPr>
            <p:cNvSpPr/>
            <p:nvPr/>
          </p:nvSpPr>
          <p:spPr>
            <a:xfrm>
              <a:off x="3129251" y="7360666"/>
              <a:ext cx="3370897" cy="420052"/>
            </a:xfrm>
            <a:custGeom>
              <a:avLst/>
              <a:gdLst>
                <a:gd name="connsiteX0" fmla="*/ 0 w 3370897"/>
                <a:gd name="connsiteY0" fmla="*/ 420053 h 420052"/>
                <a:gd name="connsiteX1" fmla="*/ 2825115 w 3370897"/>
                <a:gd name="connsiteY1" fmla="*/ 420053 h 420052"/>
                <a:gd name="connsiteX2" fmla="*/ 3370898 w 3370897"/>
                <a:gd name="connsiteY2" fmla="*/ 0 h 420052"/>
                <a:gd name="connsiteX3" fmla="*/ 545783 w 3370897"/>
                <a:gd name="connsiteY3" fmla="*/ 0 h 420052"/>
              </a:gdLst>
              <a:ahLst/>
              <a:cxnLst>
                <a:cxn ang="0">
                  <a:pos x="connsiteX0" y="connsiteY0"/>
                </a:cxn>
                <a:cxn ang="0">
                  <a:pos x="connsiteX1" y="connsiteY1"/>
                </a:cxn>
                <a:cxn ang="0">
                  <a:pos x="connsiteX2" y="connsiteY2"/>
                </a:cxn>
                <a:cxn ang="0">
                  <a:pos x="connsiteX3" y="connsiteY3"/>
                </a:cxn>
              </a:cxnLst>
              <a:rect l="l" t="t" r="r" b="b"/>
              <a:pathLst>
                <a:path w="3370897" h="420052">
                  <a:moveTo>
                    <a:pt x="0" y="420053"/>
                  </a:moveTo>
                  <a:lnTo>
                    <a:pt x="2825115" y="420053"/>
                  </a:lnTo>
                  <a:lnTo>
                    <a:pt x="3370898" y="0"/>
                  </a:lnTo>
                  <a:lnTo>
                    <a:pt x="545783" y="0"/>
                  </a:lnTo>
                  <a:close/>
                </a:path>
              </a:pathLst>
            </a:custGeom>
            <a:solidFill>
              <a:schemeClr val="accent1">
                <a:lumMod val="75000"/>
              </a:schemeClr>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grpSp>
          <p:nvGrpSpPr>
            <p:cNvPr id="62" name="Group 61">
              <a:extLst>
                <a:ext uri="{FF2B5EF4-FFF2-40B4-BE49-F238E27FC236}">
                  <a16:creationId xmlns:a16="http://schemas.microsoft.com/office/drawing/2014/main" id="{1989644B-8966-4E49-9313-FCF322DB6516}"/>
                </a:ext>
              </a:extLst>
            </p:cNvPr>
            <p:cNvGrpSpPr/>
            <p:nvPr/>
          </p:nvGrpSpPr>
          <p:grpSpPr>
            <a:xfrm>
              <a:off x="3861723" y="9178492"/>
              <a:ext cx="1764029" cy="1815009"/>
              <a:chOff x="3861723" y="9178492"/>
              <a:chExt cx="1764029" cy="1815009"/>
            </a:xfrm>
          </p:grpSpPr>
          <p:sp>
            <p:nvSpPr>
              <p:cNvPr id="64" name="Freeform 494">
                <a:extLst>
                  <a:ext uri="{FF2B5EF4-FFF2-40B4-BE49-F238E27FC236}">
                    <a16:creationId xmlns:a16="http://schemas.microsoft.com/office/drawing/2014/main" id="{45BE9FF0-DC20-5449-86DB-FDA0A4DC8108}"/>
                  </a:ext>
                </a:extLst>
              </p:cNvPr>
              <p:cNvSpPr/>
              <p:nvPr/>
            </p:nvSpPr>
            <p:spPr>
              <a:xfrm>
                <a:off x="3861723" y="9673337"/>
                <a:ext cx="1764029" cy="1320164"/>
              </a:xfrm>
              <a:custGeom>
                <a:avLst/>
                <a:gdLst>
                  <a:gd name="connsiteX0" fmla="*/ 1479233 w 1764029"/>
                  <a:gd name="connsiteY0" fmla="*/ 216217 h 1320164"/>
                  <a:gd name="connsiteX1" fmla="*/ 1519238 w 1764029"/>
                  <a:gd name="connsiteY1" fmla="*/ 438150 h 1320164"/>
                  <a:gd name="connsiteX2" fmla="*/ 882015 w 1764029"/>
                  <a:gd name="connsiteY2" fmla="*/ 1075372 h 1320164"/>
                  <a:gd name="connsiteX3" fmla="*/ 244792 w 1764029"/>
                  <a:gd name="connsiteY3" fmla="*/ 438150 h 1320164"/>
                  <a:gd name="connsiteX4" fmla="*/ 289560 w 1764029"/>
                  <a:gd name="connsiteY4" fmla="*/ 202882 h 1320164"/>
                  <a:gd name="connsiteX5" fmla="*/ 116205 w 1764029"/>
                  <a:gd name="connsiteY5" fmla="*/ 0 h 1320164"/>
                  <a:gd name="connsiteX6" fmla="*/ 0 w 1764029"/>
                  <a:gd name="connsiteY6" fmla="*/ 438150 h 1320164"/>
                  <a:gd name="connsiteX7" fmla="*/ 882015 w 1764029"/>
                  <a:gd name="connsiteY7" fmla="*/ 1320165 h 1320164"/>
                  <a:gd name="connsiteX8" fmla="*/ 1764030 w 1764029"/>
                  <a:gd name="connsiteY8" fmla="*/ 438150 h 1320164"/>
                  <a:gd name="connsiteX9" fmla="*/ 1654493 w 1764029"/>
                  <a:gd name="connsiteY9" fmla="*/ 11430 h 1320164"/>
                  <a:gd name="connsiteX10" fmla="*/ 1479233 w 1764029"/>
                  <a:gd name="connsiteY10" fmla="*/ 216217 h 132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64029" h="1320164">
                    <a:moveTo>
                      <a:pt x="1479233" y="216217"/>
                    </a:moveTo>
                    <a:cubicBezTo>
                      <a:pt x="1504950" y="285750"/>
                      <a:pt x="1519238" y="360045"/>
                      <a:pt x="1519238" y="438150"/>
                    </a:cubicBezTo>
                    <a:cubicBezTo>
                      <a:pt x="1519238" y="789622"/>
                      <a:pt x="1234440" y="1075372"/>
                      <a:pt x="882015" y="1075372"/>
                    </a:cubicBezTo>
                    <a:cubicBezTo>
                      <a:pt x="530543" y="1075372"/>
                      <a:pt x="244792" y="790575"/>
                      <a:pt x="244792" y="438150"/>
                    </a:cubicBezTo>
                    <a:cubicBezTo>
                      <a:pt x="244792" y="355282"/>
                      <a:pt x="260985" y="275272"/>
                      <a:pt x="289560" y="202882"/>
                    </a:cubicBezTo>
                    <a:lnTo>
                      <a:pt x="116205" y="0"/>
                    </a:lnTo>
                    <a:cubicBezTo>
                      <a:pt x="41910" y="128588"/>
                      <a:pt x="0" y="278130"/>
                      <a:pt x="0" y="438150"/>
                    </a:cubicBezTo>
                    <a:cubicBezTo>
                      <a:pt x="0" y="924877"/>
                      <a:pt x="394335" y="1320165"/>
                      <a:pt x="882015" y="1320165"/>
                    </a:cubicBezTo>
                    <a:cubicBezTo>
                      <a:pt x="1368743" y="1320165"/>
                      <a:pt x="1764030" y="925830"/>
                      <a:pt x="1764030" y="438150"/>
                    </a:cubicBezTo>
                    <a:cubicBezTo>
                      <a:pt x="1764030" y="283845"/>
                      <a:pt x="1724025" y="138113"/>
                      <a:pt x="1654493" y="11430"/>
                    </a:cubicBezTo>
                    <a:lnTo>
                      <a:pt x="1479233" y="216217"/>
                    </a:lnTo>
                    <a:close/>
                  </a:path>
                </a:pathLst>
              </a:custGeom>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nvGrpSpPr>
              <p:cNvPr id="65" name="Group 64">
                <a:extLst>
                  <a:ext uri="{FF2B5EF4-FFF2-40B4-BE49-F238E27FC236}">
                    <a16:creationId xmlns:a16="http://schemas.microsoft.com/office/drawing/2014/main" id="{2D0087AD-C145-624D-AEE7-9FE4ACB79BAD}"/>
                  </a:ext>
                </a:extLst>
              </p:cNvPr>
              <p:cNvGrpSpPr>
                <a:grpSpLocks noChangeAspect="1"/>
              </p:cNvGrpSpPr>
              <p:nvPr/>
            </p:nvGrpSpPr>
            <p:grpSpPr>
              <a:xfrm>
                <a:off x="3911692" y="9178492"/>
                <a:ext cx="1698821" cy="1692000"/>
                <a:chOff x="1702222" y="1970061"/>
                <a:chExt cx="625960" cy="623446"/>
              </a:xfrm>
            </p:grpSpPr>
            <p:sp>
              <p:nvSpPr>
                <p:cNvPr id="66" name="Oval 65">
                  <a:extLst>
                    <a:ext uri="{FF2B5EF4-FFF2-40B4-BE49-F238E27FC236}">
                      <a16:creationId xmlns:a16="http://schemas.microsoft.com/office/drawing/2014/main" id="{0DD7F9C4-F36E-5A42-A0A7-A2B4BA7E1F02}"/>
                    </a:ext>
                  </a:extLst>
                </p:cNvPr>
                <p:cNvSpPr>
                  <a:spLocks noChangeArrowheads="1"/>
                </p:cNvSpPr>
                <p:nvPr/>
              </p:nvSpPr>
              <p:spPr bwMode="auto">
                <a:xfrm>
                  <a:off x="1702222" y="1970061"/>
                  <a:ext cx="625960" cy="623446"/>
                </a:xfrm>
                <a:prstGeom prst="ellipse">
                  <a:avLst/>
                </a:prstGeom>
                <a:ln w="9525">
                  <a:noFill/>
                  <a:round/>
                  <a:headEnd/>
                  <a:tailEnd/>
                </a:ln>
              </p:spPr>
              <p:style>
                <a:lnRef idx="1">
                  <a:schemeClr val="accent1"/>
                </a:lnRef>
                <a:fillRef idx="3">
                  <a:schemeClr val="accent1"/>
                </a:fillRef>
                <a:effectRef idx="2">
                  <a:schemeClr val="accent1"/>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68" name="Freeform: Shape 67">
                  <a:extLst>
                    <a:ext uri="{FF2B5EF4-FFF2-40B4-BE49-F238E27FC236}">
                      <a16:creationId xmlns:a16="http://schemas.microsoft.com/office/drawing/2014/main" id="{78B13044-EBE4-D841-8548-99E6DC0DA56D}"/>
                    </a:ext>
                  </a:extLst>
                </p:cNvPr>
                <p:cNvSpPr>
                  <a:spLocks noChangeAspect="1"/>
                </p:cNvSpPr>
                <p:nvPr/>
              </p:nvSpPr>
              <p:spPr>
                <a:xfrm>
                  <a:off x="1803654" y="2074205"/>
                  <a:ext cx="393453" cy="464738"/>
                </a:xfrm>
                <a:custGeom>
                  <a:avLst/>
                  <a:gdLst>
                    <a:gd name="connsiteX0" fmla="*/ 3591916 w 3998519"/>
                    <a:gd name="connsiteY0" fmla="*/ 630326 h 4722952"/>
                    <a:gd name="connsiteX1" fmla="*/ 3998366 w 3998519"/>
                    <a:gd name="connsiteY1" fmla="*/ 1751837 h 4722952"/>
                    <a:gd name="connsiteX2" fmla="*/ 3998519 w 3998519"/>
                    <a:gd name="connsiteY2" fmla="*/ 2029815 h 4722952"/>
                    <a:gd name="connsiteX3" fmla="*/ 3161462 w 3998519"/>
                    <a:gd name="connsiteY3" fmla="*/ 3661105 h 4722952"/>
                    <a:gd name="connsiteX4" fmla="*/ 3161462 w 3998519"/>
                    <a:gd name="connsiteY4" fmla="*/ 4722952 h 4722952"/>
                    <a:gd name="connsiteX5" fmla="*/ 3009062 w 3998519"/>
                    <a:gd name="connsiteY5" fmla="*/ 4722952 h 4722952"/>
                    <a:gd name="connsiteX6" fmla="*/ 3009062 w 3998519"/>
                    <a:gd name="connsiteY6" fmla="*/ 3581476 h 4722952"/>
                    <a:gd name="connsiteX7" fmla="*/ 3042056 w 3998519"/>
                    <a:gd name="connsiteY7" fmla="*/ 3558768 h 4722952"/>
                    <a:gd name="connsiteX8" fmla="*/ 3846119 w 3998519"/>
                    <a:gd name="connsiteY8" fmla="*/ 2029967 h 4722952"/>
                    <a:gd name="connsiteX9" fmla="*/ 3845966 w 3998519"/>
                    <a:gd name="connsiteY9" fmla="*/ 1827809 h 4722952"/>
                    <a:gd name="connsiteX10" fmla="*/ 3613937 w 3998519"/>
                    <a:gd name="connsiteY10" fmla="*/ 1827428 h 4722952"/>
                    <a:gd name="connsiteX11" fmla="*/ 2407158 w 3998519"/>
                    <a:gd name="connsiteY11" fmla="*/ 3112465 h 4722952"/>
                    <a:gd name="connsiteX12" fmla="*/ 2389479 w 3998519"/>
                    <a:gd name="connsiteY12" fmla="*/ 2961132 h 4722952"/>
                    <a:gd name="connsiteX13" fmla="*/ 3465119 w 3998519"/>
                    <a:gd name="connsiteY13" fmla="*/ 1751152 h 4722952"/>
                    <a:gd name="connsiteX14" fmla="*/ 3393033 w 3998519"/>
                    <a:gd name="connsiteY14" fmla="*/ 1339062 h 4722952"/>
                    <a:gd name="connsiteX15" fmla="*/ 3118028 w 3998519"/>
                    <a:gd name="connsiteY15" fmla="*/ 1476527 h 4722952"/>
                    <a:gd name="connsiteX16" fmla="*/ 3160319 w 3998519"/>
                    <a:gd name="connsiteY16" fmla="*/ 1751152 h 4722952"/>
                    <a:gd name="connsiteX17" fmla="*/ 2999079 w 3998519"/>
                    <a:gd name="connsiteY17" fmla="*/ 2269235 h 4722952"/>
                    <a:gd name="connsiteX18" fmla="*/ 2873654 w 3998519"/>
                    <a:gd name="connsiteY18" fmla="*/ 2182748 h 4722952"/>
                    <a:gd name="connsiteX19" fmla="*/ 2951150 w 3998519"/>
                    <a:gd name="connsiteY19" fmla="*/ 2039111 h 4722952"/>
                    <a:gd name="connsiteX20" fmla="*/ 2668219 w 3998519"/>
                    <a:gd name="connsiteY20" fmla="*/ 1925954 h 4722952"/>
                    <a:gd name="connsiteX21" fmla="*/ 2245919 w 3998519"/>
                    <a:gd name="connsiteY21" fmla="*/ 2208352 h 4722952"/>
                    <a:gd name="connsiteX22" fmla="*/ 1827276 w 3998519"/>
                    <a:gd name="connsiteY22" fmla="*/ 1934184 h 4722952"/>
                    <a:gd name="connsiteX23" fmla="*/ 1966874 w 3998519"/>
                    <a:gd name="connsiteY23" fmla="*/ 1872995 h 4722952"/>
                    <a:gd name="connsiteX24" fmla="*/ 2245919 w 3998519"/>
                    <a:gd name="connsiteY24" fmla="*/ 2055952 h 4722952"/>
                    <a:gd name="connsiteX25" fmla="*/ 2550719 w 3998519"/>
                    <a:gd name="connsiteY25" fmla="*/ 1751152 h 4722952"/>
                    <a:gd name="connsiteX26" fmla="*/ 2245919 w 3998519"/>
                    <a:gd name="connsiteY26" fmla="*/ 1446352 h 4722952"/>
                    <a:gd name="connsiteX27" fmla="*/ 1966874 w 3998519"/>
                    <a:gd name="connsiteY27" fmla="*/ 1629384 h 4722952"/>
                    <a:gd name="connsiteX28" fmla="*/ 1827276 w 3998519"/>
                    <a:gd name="connsiteY28" fmla="*/ 1568195 h 4722952"/>
                    <a:gd name="connsiteX29" fmla="*/ 2245919 w 3998519"/>
                    <a:gd name="connsiteY29" fmla="*/ 1293952 h 4722952"/>
                    <a:gd name="connsiteX30" fmla="*/ 2703119 w 3998519"/>
                    <a:gd name="connsiteY30" fmla="*/ 1751152 h 4722952"/>
                    <a:gd name="connsiteX31" fmla="*/ 2701899 w 3998519"/>
                    <a:gd name="connsiteY31" fmla="*/ 1775231 h 4722952"/>
                    <a:gd name="connsiteX32" fmla="*/ 2994279 w 3998519"/>
                    <a:gd name="connsiteY32" fmla="*/ 1892198 h 4722952"/>
                    <a:gd name="connsiteX33" fmla="*/ 3007919 w 3998519"/>
                    <a:gd name="connsiteY33" fmla="*/ 1751152 h 4722952"/>
                    <a:gd name="connsiteX34" fmla="*/ 2245919 w 3998519"/>
                    <a:gd name="connsiteY34" fmla="*/ 989152 h 4722952"/>
                    <a:gd name="connsiteX35" fmla="*/ 1814322 w 3998519"/>
                    <a:gd name="connsiteY35" fmla="*/ 1123416 h 4722952"/>
                    <a:gd name="connsiteX36" fmla="*/ 1727835 w 3998519"/>
                    <a:gd name="connsiteY36" fmla="*/ 997991 h 4722952"/>
                    <a:gd name="connsiteX37" fmla="*/ 2245919 w 3998519"/>
                    <a:gd name="connsiteY37" fmla="*/ 836752 h 4722952"/>
                    <a:gd name="connsiteX38" fmla="*/ 3059354 w 3998519"/>
                    <a:gd name="connsiteY38" fmla="*/ 1335404 h 4722952"/>
                    <a:gd name="connsiteX39" fmla="*/ 3331692 w 3998519"/>
                    <a:gd name="connsiteY39" fmla="*/ 1199235 h 4722952"/>
                    <a:gd name="connsiteX40" fmla="*/ 3202762 w 3998519"/>
                    <a:gd name="connsiteY40" fmla="*/ 997153 h 4722952"/>
                    <a:gd name="connsiteX41" fmla="*/ 3322396 w 3998519"/>
                    <a:gd name="connsiteY41" fmla="*/ 902817 h 4722952"/>
                    <a:gd name="connsiteX42" fmla="*/ 3614394 w 3998519"/>
                    <a:gd name="connsiteY42" fmla="*/ 1675104 h 4722952"/>
                    <a:gd name="connsiteX43" fmla="*/ 3842614 w 3998519"/>
                    <a:gd name="connsiteY43" fmla="*/ 1675485 h 4722952"/>
                    <a:gd name="connsiteX44" fmla="*/ 3474949 w 3998519"/>
                    <a:gd name="connsiteY44" fmla="*/ 727938 h 4722952"/>
                    <a:gd name="connsiteX45" fmla="*/ 2247214 w 3998519"/>
                    <a:gd name="connsiteY45" fmla="*/ 0 h 4722952"/>
                    <a:gd name="connsiteX46" fmla="*/ 2269388 w 3998519"/>
                    <a:gd name="connsiteY46" fmla="*/ 152 h 4722952"/>
                    <a:gd name="connsiteX47" fmla="*/ 3366668 w 3998519"/>
                    <a:gd name="connsiteY47" fmla="*/ 405003 h 4722952"/>
                    <a:gd name="connsiteX48" fmla="*/ 3269209 w 3998519"/>
                    <a:gd name="connsiteY48" fmla="*/ 522122 h 4722952"/>
                    <a:gd name="connsiteX49" fmla="*/ 2322119 w 3998519"/>
                    <a:gd name="connsiteY49" fmla="*/ 155600 h 4722952"/>
                    <a:gd name="connsiteX50" fmla="*/ 2322119 w 3998519"/>
                    <a:gd name="connsiteY50" fmla="*/ 382676 h 4722952"/>
                    <a:gd name="connsiteX51" fmla="*/ 3094253 w 3998519"/>
                    <a:gd name="connsiteY51" fmla="*/ 674675 h 4722952"/>
                    <a:gd name="connsiteX52" fmla="*/ 2999918 w 3998519"/>
                    <a:gd name="connsiteY52" fmla="*/ 794309 h 4722952"/>
                    <a:gd name="connsiteX53" fmla="*/ 2245919 w 3998519"/>
                    <a:gd name="connsiteY53" fmla="*/ 531952 h 4722952"/>
                    <a:gd name="connsiteX54" fmla="*/ 1026719 w 3998519"/>
                    <a:gd name="connsiteY54" fmla="*/ 1751152 h 4722952"/>
                    <a:gd name="connsiteX55" fmla="*/ 1723720 w 3998519"/>
                    <a:gd name="connsiteY55" fmla="*/ 2851328 h 4722952"/>
                    <a:gd name="connsiteX56" fmla="*/ 1837106 w 3998519"/>
                    <a:gd name="connsiteY56" fmla="*/ 2567940 h 4722952"/>
                    <a:gd name="connsiteX57" fmla="*/ 1331519 w 3998519"/>
                    <a:gd name="connsiteY57" fmla="*/ 1751152 h 4722952"/>
                    <a:gd name="connsiteX58" fmla="*/ 1492758 w 3998519"/>
                    <a:gd name="connsiteY58" fmla="*/ 1232992 h 4722952"/>
                    <a:gd name="connsiteX59" fmla="*/ 1618259 w 3998519"/>
                    <a:gd name="connsiteY59" fmla="*/ 1319479 h 4722952"/>
                    <a:gd name="connsiteX60" fmla="*/ 1483919 w 3998519"/>
                    <a:gd name="connsiteY60" fmla="*/ 1751152 h 4722952"/>
                    <a:gd name="connsiteX61" fmla="*/ 2245919 w 3998519"/>
                    <a:gd name="connsiteY61" fmla="*/ 2513152 h 4722952"/>
                    <a:gd name="connsiteX62" fmla="*/ 2677516 w 3998519"/>
                    <a:gd name="connsiteY62" fmla="*/ 2378888 h 4722952"/>
                    <a:gd name="connsiteX63" fmla="*/ 2764002 w 3998519"/>
                    <a:gd name="connsiteY63" fmla="*/ 2504313 h 4722952"/>
                    <a:gd name="connsiteX64" fmla="*/ 2245919 w 3998519"/>
                    <a:gd name="connsiteY64" fmla="*/ 2665552 h 4722952"/>
                    <a:gd name="connsiteX65" fmla="*/ 1978228 w 3998519"/>
                    <a:gd name="connsiteY65" fmla="*/ 2625471 h 4722952"/>
                    <a:gd name="connsiteX66" fmla="*/ 1865071 w 3998519"/>
                    <a:gd name="connsiteY66" fmla="*/ 2908401 h 4722952"/>
                    <a:gd name="connsiteX67" fmla="*/ 2102358 w 3998519"/>
                    <a:gd name="connsiteY67" fmla="*/ 2961132 h 4722952"/>
                    <a:gd name="connsiteX68" fmla="*/ 2084679 w 3998519"/>
                    <a:gd name="connsiteY68" fmla="*/ 3112465 h 4722952"/>
                    <a:gd name="connsiteX69" fmla="*/ 874319 w 3998519"/>
                    <a:gd name="connsiteY69" fmla="*/ 1751152 h 4722952"/>
                    <a:gd name="connsiteX70" fmla="*/ 2169719 w 3998519"/>
                    <a:gd name="connsiteY70" fmla="*/ 383438 h 4722952"/>
                    <a:gd name="connsiteX71" fmla="*/ 2169719 w 3998519"/>
                    <a:gd name="connsiteY71" fmla="*/ 155829 h 4722952"/>
                    <a:gd name="connsiteX72" fmla="*/ 680390 w 3998519"/>
                    <a:gd name="connsiteY72" fmla="*/ 1433627 h 4722952"/>
                    <a:gd name="connsiteX73" fmla="*/ 669874 w 3998519"/>
                    <a:gd name="connsiteY73" fmla="*/ 2020748 h 4722952"/>
                    <a:gd name="connsiteX74" fmla="*/ 674370 w 3998519"/>
                    <a:gd name="connsiteY74" fmla="*/ 2047265 h 4722952"/>
                    <a:gd name="connsiteX75" fmla="*/ 227000 w 3998519"/>
                    <a:gd name="connsiteY75" fmla="*/ 2847365 h 4722952"/>
                    <a:gd name="connsiteX76" fmla="*/ 721842 w 3998519"/>
                    <a:gd name="connsiteY76" fmla="*/ 2989097 h 4722952"/>
                    <a:gd name="connsiteX77" fmla="*/ 723062 w 3998519"/>
                    <a:gd name="connsiteY77" fmla="*/ 3884752 h 4722952"/>
                    <a:gd name="connsiteX78" fmla="*/ 1485138 w 3998519"/>
                    <a:gd name="connsiteY78" fmla="*/ 3884752 h 4722952"/>
                    <a:gd name="connsiteX79" fmla="*/ 1485138 w 3998519"/>
                    <a:gd name="connsiteY79" fmla="*/ 4722952 h 4722952"/>
                    <a:gd name="connsiteX80" fmla="*/ 1332738 w 3998519"/>
                    <a:gd name="connsiteY80" fmla="*/ 4722952 h 4722952"/>
                    <a:gd name="connsiteX81" fmla="*/ 1332738 w 3998519"/>
                    <a:gd name="connsiteY81" fmla="*/ 4037152 h 4722952"/>
                    <a:gd name="connsiteX82" fmla="*/ 570814 w 3998519"/>
                    <a:gd name="connsiteY82" fmla="*/ 4037152 h 4722952"/>
                    <a:gd name="connsiteX83" fmla="*/ 569595 w 3998519"/>
                    <a:gd name="connsiteY83" fmla="*/ 3104007 h 4722952"/>
                    <a:gd name="connsiteX84" fmla="*/ 0 w 3998519"/>
                    <a:gd name="connsiteY84" fmla="*/ 2940939 h 4722952"/>
                    <a:gd name="connsiteX85" fmla="*/ 515264 w 3998519"/>
                    <a:gd name="connsiteY85" fmla="*/ 2019452 h 4722952"/>
                    <a:gd name="connsiteX86" fmla="*/ 531266 w 3998519"/>
                    <a:gd name="connsiteY86" fmla="*/ 1401927 h 4722952"/>
                    <a:gd name="connsiteX87" fmla="*/ 2247214 w 3998519"/>
                    <a:gd name="connsiteY87" fmla="*/ 0 h 4722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998519" h="4722952">
                      <a:moveTo>
                        <a:pt x="3591916" y="630326"/>
                      </a:moveTo>
                      <a:cubicBezTo>
                        <a:pt x="3854043" y="944422"/>
                        <a:pt x="3998366" y="1342796"/>
                        <a:pt x="3998366" y="1751837"/>
                      </a:cubicBezTo>
                      <a:lnTo>
                        <a:pt x="3998519" y="2029815"/>
                      </a:lnTo>
                      <a:cubicBezTo>
                        <a:pt x="3998976" y="2677058"/>
                        <a:pt x="3686861" y="3283762"/>
                        <a:pt x="3161462" y="3661105"/>
                      </a:cubicBezTo>
                      <a:lnTo>
                        <a:pt x="3161462" y="4722952"/>
                      </a:lnTo>
                      <a:lnTo>
                        <a:pt x="3009062" y="4722952"/>
                      </a:lnTo>
                      <a:lnTo>
                        <a:pt x="3009062" y="3581476"/>
                      </a:lnTo>
                      <a:lnTo>
                        <a:pt x="3042056" y="3558768"/>
                      </a:lnTo>
                      <a:cubicBezTo>
                        <a:pt x="3545967" y="3211906"/>
                        <a:pt x="3846576" y="2640405"/>
                        <a:pt x="3846119" y="2029967"/>
                      </a:cubicBezTo>
                      <a:lnTo>
                        <a:pt x="3845966" y="1827809"/>
                      </a:lnTo>
                      <a:lnTo>
                        <a:pt x="3613937" y="1827428"/>
                      </a:lnTo>
                      <a:cubicBezTo>
                        <a:pt x="3577361" y="2488539"/>
                        <a:pt x="3071698" y="3034512"/>
                        <a:pt x="2407158" y="3112465"/>
                      </a:cubicBezTo>
                      <a:lnTo>
                        <a:pt x="2389479" y="2961132"/>
                      </a:lnTo>
                      <a:cubicBezTo>
                        <a:pt x="3002737" y="2889199"/>
                        <a:pt x="3465119" y="2368905"/>
                        <a:pt x="3465119" y="1751152"/>
                      </a:cubicBezTo>
                      <a:cubicBezTo>
                        <a:pt x="3465119" y="1608429"/>
                        <a:pt x="3440277" y="1469821"/>
                        <a:pt x="3393033" y="1339062"/>
                      </a:cubicBezTo>
                      <a:lnTo>
                        <a:pt x="3118028" y="1476527"/>
                      </a:lnTo>
                      <a:cubicBezTo>
                        <a:pt x="3145383" y="1563242"/>
                        <a:pt x="3160319" y="1655444"/>
                        <a:pt x="3160319" y="1751152"/>
                      </a:cubicBezTo>
                      <a:cubicBezTo>
                        <a:pt x="3160319" y="1936927"/>
                        <a:pt x="3104616" y="2116150"/>
                        <a:pt x="2999079" y="2269235"/>
                      </a:cubicBezTo>
                      <a:lnTo>
                        <a:pt x="2873654" y="2182748"/>
                      </a:lnTo>
                      <a:cubicBezTo>
                        <a:pt x="2904896" y="2137409"/>
                        <a:pt x="2930576" y="2089251"/>
                        <a:pt x="2951150" y="2039111"/>
                      </a:cubicBezTo>
                      <a:lnTo>
                        <a:pt x="2668219" y="1925954"/>
                      </a:lnTo>
                      <a:cubicBezTo>
                        <a:pt x="2599410" y="2091537"/>
                        <a:pt x="2436114" y="2208352"/>
                        <a:pt x="2245919" y="2208352"/>
                      </a:cubicBezTo>
                      <a:cubicBezTo>
                        <a:pt x="2064486" y="2208352"/>
                        <a:pt x="1900199" y="2100681"/>
                        <a:pt x="1827276" y="1934184"/>
                      </a:cubicBezTo>
                      <a:lnTo>
                        <a:pt x="1966874" y="1872995"/>
                      </a:lnTo>
                      <a:cubicBezTo>
                        <a:pt x="2015566" y="1984171"/>
                        <a:pt x="2125065" y="2055952"/>
                        <a:pt x="2245919" y="2055952"/>
                      </a:cubicBezTo>
                      <a:cubicBezTo>
                        <a:pt x="2414016" y="2055952"/>
                        <a:pt x="2550719" y="1919249"/>
                        <a:pt x="2550719" y="1751152"/>
                      </a:cubicBezTo>
                      <a:cubicBezTo>
                        <a:pt x="2550719" y="1583054"/>
                        <a:pt x="2414016" y="1446352"/>
                        <a:pt x="2245919" y="1446352"/>
                      </a:cubicBezTo>
                      <a:cubicBezTo>
                        <a:pt x="2125065" y="1446352"/>
                        <a:pt x="2015566" y="1518132"/>
                        <a:pt x="1966874" y="1629384"/>
                      </a:cubicBezTo>
                      <a:lnTo>
                        <a:pt x="1827276" y="1568195"/>
                      </a:lnTo>
                      <a:cubicBezTo>
                        <a:pt x="1900199" y="1401622"/>
                        <a:pt x="2064486" y="1293952"/>
                        <a:pt x="2245919" y="1293952"/>
                      </a:cubicBezTo>
                      <a:cubicBezTo>
                        <a:pt x="2498065" y="1293952"/>
                        <a:pt x="2703119" y="1499006"/>
                        <a:pt x="2703119" y="1751152"/>
                      </a:cubicBezTo>
                      <a:cubicBezTo>
                        <a:pt x="2703119" y="1759305"/>
                        <a:pt x="2702357" y="1767230"/>
                        <a:pt x="2701899" y="1775231"/>
                      </a:cubicBezTo>
                      <a:lnTo>
                        <a:pt x="2994279" y="1892198"/>
                      </a:lnTo>
                      <a:cubicBezTo>
                        <a:pt x="3002966" y="1846021"/>
                        <a:pt x="3007919" y="1798929"/>
                        <a:pt x="3007919" y="1751152"/>
                      </a:cubicBezTo>
                      <a:cubicBezTo>
                        <a:pt x="3007919" y="1330985"/>
                        <a:pt x="2666085" y="989152"/>
                        <a:pt x="2245919" y="989152"/>
                      </a:cubicBezTo>
                      <a:cubicBezTo>
                        <a:pt x="2091080" y="989152"/>
                        <a:pt x="1941881" y="1035557"/>
                        <a:pt x="1814322" y="1123416"/>
                      </a:cubicBezTo>
                      <a:lnTo>
                        <a:pt x="1727835" y="997991"/>
                      </a:lnTo>
                      <a:cubicBezTo>
                        <a:pt x="1880921" y="892454"/>
                        <a:pt x="2060143" y="836752"/>
                        <a:pt x="2245919" y="836752"/>
                      </a:cubicBezTo>
                      <a:cubicBezTo>
                        <a:pt x="2600401" y="836752"/>
                        <a:pt x="2907640" y="1039825"/>
                        <a:pt x="3059354" y="1335404"/>
                      </a:cubicBezTo>
                      <a:lnTo>
                        <a:pt x="3331692" y="1199235"/>
                      </a:lnTo>
                      <a:cubicBezTo>
                        <a:pt x="3295574" y="1128750"/>
                        <a:pt x="3253054" y="1060932"/>
                        <a:pt x="3202762" y="997153"/>
                      </a:cubicBezTo>
                      <a:lnTo>
                        <a:pt x="3322396" y="902817"/>
                      </a:lnTo>
                      <a:cubicBezTo>
                        <a:pt x="3499637" y="1127378"/>
                        <a:pt x="3599078" y="1393088"/>
                        <a:pt x="3614394" y="1675104"/>
                      </a:cubicBezTo>
                      <a:lnTo>
                        <a:pt x="3842614" y="1675485"/>
                      </a:lnTo>
                      <a:cubicBezTo>
                        <a:pt x="3825926" y="1329080"/>
                        <a:pt x="3697833" y="995095"/>
                        <a:pt x="3474949" y="727938"/>
                      </a:cubicBezTo>
                      <a:close/>
                      <a:moveTo>
                        <a:pt x="2247214" y="0"/>
                      </a:moveTo>
                      <a:cubicBezTo>
                        <a:pt x="2254606" y="0"/>
                        <a:pt x="2261921" y="76"/>
                        <a:pt x="2269388" y="152"/>
                      </a:cubicBezTo>
                      <a:cubicBezTo>
                        <a:pt x="2669667" y="5258"/>
                        <a:pt x="3059354" y="149123"/>
                        <a:pt x="3366668" y="405003"/>
                      </a:cubicBezTo>
                      <a:lnTo>
                        <a:pt x="3269209" y="522122"/>
                      </a:lnTo>
                      <a:cubicBezTo>
                        <a:pt x="3002661" y="300228"/>
                        <a:pt x="2668143" y="172059"/>
                        <a:pt x="2322119" y="155600"/>
                      </a:cubicBezTo>
                      <a:lnTo>
                        <a:pt x="2322119" y="382676"/>
                      </a:lnTo>
                      <a:cubicBezTo>
                        <a:pt x="2604059" y="398069"/>
                        <a:pt x="2869768" y="497510"/>
                        <a:pt x="3094253" y="674675"/>
                      </a:cubicBezTo>
                      <a:lnTo>
                        <a:pt x="2999918" y="794309"/>
                      </a:lnTo>
                      <a:cubicBezTo>
                        <a:pt x="2782367" y="622630"/>
                        <a:pt x="2521610" y="531952"/>
                        <a:pt x="2245919" y="531952"/>
                      </a:cubicBezTo>
                      <a:cubicBezTo>
                        <a:pt x="1573682" y="531952"/>
                        <a:pt x="1026719" y="1078916"/>
                        <a:pt x="1026719" y="1751152"/>
                      </a:cubicBezTo>
                      <a:cubicBezTo>
                        <a:pt x="1026719" y="2233117"/>
                        <a:pt x="1308811" y="2654655"/>
                        <a:pt x="1723720" y="2851328"/>
                      </a:cubicBezTo>
                      <a:lnTo>
                        <a:pt x="1837106" y="2567940"/>
                      </a:lnTo>
                      <a:cubicBezTo>
                        <a:pt x="1537868" y="2417521"/>
                        <a:pt x="1331519" y="2108378"/>
                        <a:pt x="1331519" y="1751152"/>
                      </a:cubicBezTo>
                      <a:cubicBezTo>
                        <a:pt x="1331519" y="1565376"/>
                        <a:pt x="1387221" y="1386154"/>
                        <a:pt x="1492758" y="1232992"/>
                      </a:cubicBezTo>
                      <a:lnTo>
                        <a:pt x="1618259" y="1319479"/>
                      </a:lnTo>
                      <a:cubicBezTo>
                        <a:pt x="1530324" y="1447114"/>
                        <a:pt x="1483919" y="1596390"/>
                        <a:pt x="1483919" y="1751152"/>
                      </a:cubicBezTo>
                      <a:cubicBezTo>
                        <a:pt x="1483919" y="2171319"/>
                        <a:pt x="1825752" y="2513152"/>
                        <a:pt x="2245919" y="2513152"/>
                      </a:cubicBezTo>
                      <a:cubicBezTo>
                        <a:pt x="2400757" y="2513152"/>
                        <a:pt x="2549957" y="2466746"/>
                        <a:pt x="2677516" y="2378888"/>
                      </a:cubicBezTo>
                      <a:lnTo>
                        <a:pt x="2764002" y="2504313"/>
                      </a:lnTo>
                      <a:cubicBezTo>
                        <a:pt x="2610917" y="2609850"/>
                        <a:pt x="2431694" y="2665552"/>
                        <a:pt x="2245919" y="2665552"/>
                      </a:cubicBezTo>
                      <a:cubicBezTo>
                        <a:pt x="2152802" y="2665552"/>
                        <a:pt x="2062962" y="2651379"/>
                        <a:pt x="1978228" y="2625471"/>
                      </a:cubicBezTo>
                      <a:lnTo>
                        <a:pt x="1865071" y="2908401"/>
                      </a:lnTo>
                      <a:cubicBezTo>
                        <a:pt x="1941042" y="2933243"/>
                        <a:pt x="2020214" y="2951531"/>
                        <a:pt x="2102358" y="2961132"/>
                      </a:cubicBezTo>
                      <a:lnTo>
                        <a:pt x="2084679" y="3112465"/>
                      </a:lnTo>
                      <a:cubicBezTo>
                        <a:pt x="1394612" y="3031541"/>
                        <a:pt x="874319" y="2446249"/>
                        <a:pt x="874319" y="1751152"/>
                      </a:cubicBezTo>
                      <a:cubicBezTo>
                        <a:pt x="874319" y="1020623"/>
                        <a:pt x="1448943" y="423291"/>
                        <a:pt x="2169719" y="383438"/>
                      </a:cubicBezTo>
                      <a:lnTo>
                        <a:pt x="2169719" y="155829"/>
                      </a:lnTo>
                      <a:cubicBezTo>
                        <a:pt x="1451076" y="191262"/>
                        <a:pt x="833171" y="714070"/>
                        <a:pt x="680390" y="1433627"/>
                      </a:cubicBezTo>
                      <a:cubicBezTo>
                        <a:pt x="639699" y="1624736"/>
                        <a:pt x="636270" y="1822323"/>
                        <a:pt x="669874" y="2020748"/>
                      </a:cubicBezTo>
                      <a:lnTo>
                        <a:pt x="674370" y="2047265"/>
                      </a:lnTo>
                      <a:lnTo>
                        <a:pt x="227000" y="2847365"/>
                      </a:lnTo>
                      <a:lnTo>
                        <a:pt x="721842" y="2989097"/>
                      </a:lnTo>
                      <a:lnTo>
                        <a:pt x="723062" y="3884752"/>
                      </a:lnTo>
                      <a:lnTo>
                        <a:pt x="1485138" y="3884752"/>
                      </a:lnTo>
                      <a:lnTo>
                        <a:pt x="1485138" y="4722952"/>
                      </a:lnTo>
                      <a:lnTo>
                        <a:pt x="1332738" y="4722952"/>
                      </a:lnTo>
                      <a:lnTo>
                        <a:pt x="1332738" y="4037152"/>
                      </a:lnTo>
                      <a:lnTo>
                        <a:pt x="570814" y="4037152"/>
                      </a:lnTo>
                      <a:lnTo>
                        <a:pt x="569595" y="3104007"/>
                      </a:lnTo>
                      <a:lnTo>
                        <a:pt x="0" y="2940939"/>
                      </a:lnTo>
                      <a:lnTo>
                        <a:pt x="515264" y="2019452"/>
                      </a:lnTo>
                      <a:cubicBezTo>
                        <a:pt x="483184" y="1810893"/>
                        <a:pt x="488518" y="1603324"/>
                        <a:pt x="531266" y="1401927"/>
                      </a:cubicBezTo>
                      <a:cubicBezTo>
                        <a:pt x="704545" y="586359"/>
                        <a:pt x="1424102" y="0"/>
                        <a:pt x="2247214" y="0"/>
                      </a:cubicBezTo>
                      <a:close/>
                    </a:path>
                  </a:pathLst>
                </a:custGeom>
                <a:solidFill>
                  <a:schemeClr val="bg1"/>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400">
                    <a:solidFill>
                      <a:schemeClr val="tx2"/>
                    </a:solidFill>
                  </a:endParaRPr>
                </a:p>
              </p:txBody>
            </p:sp>
          </p:grpSp>
        </p:grpSp>
      </p:grpSp>
      <p:grpSp>
        <p:nvGrpSpPr>
          <p:cNvPr id="4" name="Group 3">
            <a:extLst>
              <a:ext uri="{FF2B5EF4-FFF2-40B4-BE49-F238E27FC236}">
                <a16:creationId xmlns:a16="http://schemas.microsoft.com/office/drawing/2014/main" id="{58F998BF-F517-1E4B-A34F-F784BD2E1D5E}"/>
              </a:ext>
            </a:extLst>
          </p:cNvPr>
          <p:cNvGrpSpPr/>
          <p:nvPr/>
        </p:nvGrpSpPr>
        <p:grpSpPr>
          <a:xfrm>
            <a:off x="2132300" y="1699586"/>
            <a:ext cx="2111491" cy="2503481"/>
            <a:chOff x="6347748" y="3784029"/>
            <a:chExt cx="3370897" cy="3996689"/>
          </a:xfrm>
        </p:grpSpPr>
        <p:sp>
          <p:nvSpPr>
            <p:cNvPr id="49" name="Freeform 484">
              <a:extLst>
                <a:ext uri="{FF2B5EF4-FFF2-40B4-BE49-F238E27FC236}">
                  <a16:creationId xmlns:a16="http://schemas.microsoft.com/office/drawing/2014/main" id="{02C3E2A6-0601-154B-B112-7140413FCDB9}"/>
                </a:ext>
              </a:extLst>
            </p:cNvPr>
            <p:cNvSpPr/>
            <p:nvPr/>
          </p:nvSpPr>
          <p:spPr>
            <a:xfrm>
              <a:off x="7939376" y="4666044"/>
              <a:ext cx="57150" cy="2274570"/>
            </a:xfrm>
            <a:custGeom>
              <a:avLst/>
              <a:gdLst>
                <a:gd name="connsiteX0" fmla="*/ 0 w 57150"/>
                <a:gd name="connsiteY0" fmla="*/ 0 h 2274570"/>
                <a:gd name="connsiteX1" fmla="*/ 57150 w 57150"/>
                <a:gd name="connsiteY1" fmla="*/ 0 h 2274570"/>
                <a:gd name="connsiteX2" fmla="*/ 57150 w 57150"/>
                <a:gd name="connsiteY2" fmla="*/ 2274570 h 2274570"/>
                <a:gd name="connsiteX3" fmla="*/ 0 w 57150"/>
                <a:gd name="connsiteY3" fmla="*/ 2274570 h 2274570"/>
              </a:gdLst>
              <a:ahLst/>
              <a:cxnLst>
                <a:cxn ang="0">
                  <a:pos x="connsiteX0" y="connsiteY0"/>
                </a:cxn>
                <a:cxn ang="0">
                  <a:pos x="connsiteX1" y="connsiteY1"/>
                </a:cxn>
                <a:cxn ang="0">
                  <a:pos x="connsiteX2" y="connsiteY2"/>
                </a:cxn>
                <a:cxn ang="0">
                  <a:pos x="connsiteX3" y="connsiteY3"/>
                </a:cxn>
              </a:cxnLst>
              <a:rect l="l" t="t" r="r" b="b"/>
              <a:pathLst>
                <a:path w="57150" h="2274570">
                  <a:moveTo>
                    <a:pt x="0" y="0"/>
                  </a:moveTo>
                  <a:lnTo>
                    <a:pt x="57150" y="0"/>
                  </a:lnTo>
                  <a:lnTo>
                    <a:pt x="57150" y="2274570"/>
                  </a:lnTo>
                  <a:lnTo>
                    <a:pt x="0" y="2274570"/>
                  </a:lnTo>
                  <a:close/>
                </a:path>
              </a:pathLst>
            </a:custGeom>
            <a:ln>
              <a:noFill/>
            </a:ln>
          </p:spPr>
          <p:style>
            <a:lnRef idx="1">
              <a:schemeClr val="accent2"/>
            </a:lnRef>
            <a:fillRef idx="3">
              <a:schemeClr val="accent2"/>
            </a:fillRef>
            <a:effectRef idx="2">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50" name="Freeform 1489">
              <a:extLst>
                <a:ext uri="{FF2B5EF4-FFF2-40B4-BE49-F238E27FC236}">
                  <a16:creationId xmlns:a16="http://schemas.microsoft.com/office/drawing/2014/main" id="{6C25EC5A-70FF-1B4D-9789-1DBBDCF91456}"/>
                </a:ext>
              </a:extLst>
            </p:cNvPr>
            <p:cNvSpPr/>
            <p:nvPr/>
          </p:nvSpPr>
          <p:spPr>
            <a:xfrm>
              <a:off x="6347748" y="7360666"/>
              <a:ext cx="3370897" cy="420052"/>
            </a:xfrm>
            <a:custGeom>
              <a:avLst/>
              <a:gdLst>
                <a:gd name="connsiteX0" fmla="*/ 0 w 3370897"/>
                <a:gd name="connsiteY0" fmla="*/ 420053 h 420052"/>
                <a:gd name="connsiteX1" fmla="*/ 2825115 w 3370897"/>
                <a:gd name="connsiteY1" fmla="*/ 420053 h 420052"/>
                <a:gd name="connsiteX2" fmla="*/ 3370898 w 3370897"/>
                <a:gd name="connsiteY2" fmla="*/ 0 h 420052"/>
                <a:gd name="connsiteX3" fmla="*/ 545783 w 3370897"/>
                <a:gd name="connsiteY3" fmla="*/ 0 h 420052"/>
              </a:gdLst>
              <a:ahLst/>
              <a:cxnLst>
                <a:cxn ang="0">
                  <a:pos x="connsiteX0" y="connsiteY0"/>
                </a:cxn>
                <a:cxn ang="0">
                  <a:pos x="connsiteX1" y="connsiteY1"/>
                </a:cxn>
                <a:cxn ang="0">
                  <a:pos x="connsiteX2" y="connsiteY2"/>
                </a:cxn>
                <a:cxn ang="0">
                  <a:pos x="connsiteX3" y="connsiteY3"/>
                </a:cxn>
              </a:cxnLst>
              <a:rect l="l" t="t" r="r" b="b"/>
              <a:pathLst>
                <a:path w="3370897" h="420052">
                  <a:moveTo>
                    <a:pt x="0" y="420053"/>
                  </a:moveTo>
                  <a:lnTo>
                    <a:pt x="2825115" y="420053"/>
                  </a:lnTo>
                  <a:lnTo>
                    <a:pt x="3370898" y="0"/>
                  </a:lnTo>
                  <a:lnTo>
                    <a:pt x="545783" y="0"/>
                  </a:lnTo>
                  <a:close/>
                </a:path>
              </a:pathLst>
            </a:custGeom>
            <a:solidFill>
              <a:schemeClr val="accent2">
                <a:lumMod val="75000"/>
              </a:schemeClr>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51" name="Freeform 1490">
              <a:extLst>
                <a:ext uri="{FF2B5EF4-FFF2-40B4-BE49-F238E27FC236}">
                  <a16:creationId xmlns:a16="http://schemas.microsoft.com/office/drawing/2014/main" id="{162D9B01-4761-B74E-B324-D7AF0DB59A8C}"/>
                </a:ext>
              </a:extLst>
            </p:cNvPr>
            <p:cNvSpPr/>
            <p:nvPr/>
          </p:nvSpPr>
          <p:spPr>
            <a:xfrm>
              <a:off x="6347748" y="6940614"/>
              <a:ext cx="3370897" cy="420052"/>
            </a:xfrm>
            <a:custGeom>
              <a:avLst/>
              <a:gdLst>
                <a:gd name="connsiteX0" fmla="*/ 0 w 3370897"/>
                <a:gd name="connsiteY0" fmla="*/ 0 h 420052"/>
                <a:gd name="connsiteX1" fmla="*/ 545783 w 3370897"/>
                <a:gd name="connsiteY1" fmla="*/ 420052 h 420052"/>
                <a:gd name="connsiteX2" fmla="*/ 3370898 w 3370897"/>
                <a:gd name="connsiteY2" fmla="*/ 420052 h 420052"/>
                <a:gd name="connsiteX3" fmla="*/ 2825115 w 3370897"/>
                <a:gd name="connsiteY3" fmla="*/ 0 h 420052"/>
              </a:gdLst>
              <a:ahLst/>
              <a:cxnLst>
                <a:cxn ang="0">
                  <a:pos x="connsiteX0" y="connsiteY0"/>
                </a:cxn>
                <a:cxn ang="0">
                  <a:pos x="connsiteX1" y="connsiteY1"/>
                </a:cxn>
                <a:cxn ang="0">
                  <a:pos x="connsiteX2" y="connsiteY2"/>
                </a:cxn>
                <a:cxn ang="0">
                  <a:pos x="connsiteX3" y="connsiteY3"/>
                </a:cxn>
              </a:cxnLst>
              <a:rect l="l" t="t" r="r" b="b"/>
              <a:pathLst>
                <a:path w="3370897" h="420052">
                  <a:moveTo>
                    <a:pt x="0" y="0"/>
                  </a:moveTo>
                  <a:lnTo>
                    <a:pt x="545783" y="420052"/>
                  </a:lnTo>
                  <a:lnTo>
                    <a:pt x="3370898" y="420052"/>
                  </a:lnTo>
                  <a:lnTo>
                    <a:pt x="2825115" y="0"/>
                  </a:lnTo>
                  <a:close/>
                </a:path>
              </a:pathLst>
            </a:custGeom>
            <a:ln>
              <a:noFill/>
            </a:ln>
          </p:spPr>
          <p:style>
            <a:lnRef idx="1">
              <a:schemeClr val="accent2"/>
            </a:lnRef>
            <a:fillRef idx="3">
              <a:schemeClr val="accent2"/>
            </a:fillRef>
            <a:effectRef idx="2">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dirty="0"/>
            </a:p>
          </p:txBody>
        </p:sp>
        <p:grpSp>
          <p:nvGrpSpPr>
            <p:cNvPr id="52" name="Group 51">
              <a:extLst>
                <a:ext uri="{FF2B5EF4-FFF2-40B4-BE49-F238E27FC236}">
                  <a16:creationId xmlns:a16="http://schemas.microsoft.com/office/drawing/2014/main" id="{24207ABB-B0E7-894C-99E7-AD5EFA54D62C}"/>
                </a:ext>
              </a:extLst>
            </p:cNvPr>
            <p:cNvGrpSpPr/>
            <p:nvPr/>
          </p:nvGrpSpPr>
          <p:grpSpPr>
            <a:xfrm>
              <a:off x="7080220" y="3784029"/>
              <a:ext cx="1764030" cy="1855618"/>
              <a:chOff x="7080220" y="3784029"/>
              <a:chExt cx="1764030" cy="1855618"/>
            </a:xfrm>
          </p:grpSpPr>
          <p:sp>
            <p:nvSpPr>
              <p:cNvPr id="54" name="Freeform 491">
                <a:extLst>
                  <a:ext uri="{FF2B5EF4-FFF2-40B4-BE49-F238E27FC236}">
                    <a16:creationId xmlns:a16="http://schemas.microsoft.com/office/drawing/2014/main" id="{FE7D9606-0D17-E645-B6AA-51088CA48283}"/>
                  </a:ext>
                </a:extLst>
              </p:cNvPr>
              <p:cNvSpPr/>
              <p:nvPr/>
            </p:nvSpPr>
            <p:spPr>
              <a:xfrm>
                <a:off x="7080220" y="3784029"/>
                <a:ext cx="1764030" cy="1320165"/>
              </a:xfrm>
              <a:custGeom>
                <a:avLst/>
                <a:gdLst>
                  <a:gd name="connsiteX0" fmla="*/ 284798 w 1764030"/>
                  <a:gd name="connsiteY0" fmla="*/ 1103948 h 1320165"/>
                  <a:gd name="connsiteX1" fmla="*/ 244793 w 1764030"/>
                  <a:gd name="connsiteY1" fmla="*/ 882015 h 1320165"/>
                  <a:gd name="connsiteX2" fmla="*/ 882015 w 1764030"/>
                  <a:gd name="connsiteY2" fmla="*/ 244792 h 1320165"/>
                  <a:gd name="connsiteX3" fmla="*/ 1519238 w 1764030"/>
                  <a:gd name="connsiteY3" fmla="*/ 882015 h 1320165"/>
                  <a:gd name="connsiteX4" fmla="*/ 1474470 w 1764030"/>
                  <a:gd name="connsiteY4" fmla="*/ 1117282 h 1320165"/>
                  <a:gd name="connsiteX5" fmla="*/ 1647825 w 1764030"/>
                  <a:gd name="connsiteY5" fmla="*/ 1320165 h 1320165"/>
                  <a:gd name="connsiteX6" fmla="*/ 1764030 w 1764030"/>
                  <a:gd name="connsiteY6" fmla="*/ 882015 h 1320165"/>
                  <a:gd name="connsiteX7" fmla="*/ 882015 w 1764030"/>
                  <a:gd name="connsiteY7" fmla="*/ 0 h 1320165"/>
                  <a:gd name="connsiteX8" fmla="*/ 0 w 1764030"/>
                  <a:gd name="connsiteY8" fmla="*/ 882015 h 1320165"/>
                  <a:gd name="connsiteX9" fmla="*/ 109538 w 1764030"/>
                  <a:gd name="connsiteY9" fmla="*/ 1308735 h 1320165"/>
                  <a:gd name="connsiteX10" fmla="*/ 284798 w 1764030"/>
                  <a:gd name="connsiteY10" fmla="*/ 1103948 h 1320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64030" h="1320165">
                    <a:moveTo>
                      <a:pt x="284798" y="1103948"/>
                    </a:moveTo>
                    <a:cubicBezTo>
                      <a:pt x="259080" y="1034415"/>
                      <a:pt x="244793" y="960120"/>
                      <a:pt x="244793" y="882015"/>
                    </a:cubicBezTo>
                    <a:cubicBezTo>
                      <a:pt x="244793" y="530543"/>
                      <a:pt x="529590" y="244792"/>
                      <a:pt x="882015" y="244792"/>
                    </a:cubicBezTo>
                    <a:cubicBezTo>
                      <a:pt x="1233488" y="244792"/>
                      <a:pt x="1519238" y="529590"/>
                      <a:pt x="1519238" y="882015"/>
                    </a:cubicBezTo>
                    <a:cubicBezTo>
                      <a:pt x="1519238" y="964882"/>
                      <a:pt x="1503045" y="1044892"/>
                      <a:pt x="1474470" y="1117282"/>
                    </a:cubicBezTo>
                    <a:lnTo>
                      <a:pt x="1647825" y="1320165"/>
                    </a:lnTo>
                    <a:cubicBezTo>
                      <a:pt x="1722120" y="1191578"/>
                      <a:pt x="1764030" y="1042035"/>
                      <a:pt x="1764030" y="882015"/>
                    </a:cubicBezTo>
                    <a:cubicBezTo>
                      <a:pt x="1764030" y="395288"/>
                      <a:pt x="1369695" y="0"/>
                      <a:pt x="882015" y="0"/>
                    </a:cubicBezTo>
                    <a:cubicBezTo>
                      <a:pt x="395288" y="0"/>
                      <a:pt x="0" y="394335"/>
                      <a:pt x="0" y="882015"/>
                    </a:cubicBezTo>
                    <a:cubicBezTo>
                      <a:pt x="0" y="1036320"/>
                      <a:pt x="40005" y="1182053"/>
                      <a:pt x="109538" y="1308735"/>
                    </a:cubicBezTo>
                    <a:lnTo>
                      <a:pt x="284798" y="1103948"/>
                    </a:lnTo>
                    <a:close/>
                  </a:path>
                </a:pathLst>
              </a:custGeom>
              <a:ln>
                <a:noFill/>
              </a:ln>
            </p:spPr>
            <p:style>
              <a:lnRef idx="1">
                <a:schemeClr val="accent2"/>
              </a:lnRef>
              <a:fillRef idx="3">
                <a:schemeClr val="accent2"/>
              </a:fillRef>
              <a:effectRef idx="2">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nvGrpSpPr>
              <p:cNvPr id="55" name="Group 54">
                <a:extLst>
                  <a:ext uri="{FF2B5EF4-FFF2-40B4-BE49-F238E27FC236}">
                    <a16:creationId xmlns:a16="http://schemas.microsoft.com/office/drawing/2014/main" id="{8A1B9BA6-1B7D-6E43-B0EF-8357DDD3A32A}"/>
                  </a:ext>
                </a:extLst>
              </p:cNvPr>
              <p:cNvGrpSpPr>
                <a:grpSpLocks noChangeAspect="1"/>
              </p:cNvGrpSpPr>
              <p:nvPr/>
            </p:nvGrpSpPr>
            <p:grpSpPr>
              <a:xfrm>
                <a:off x="7125204" y="3947647"/>
                <a:ext cx="1692000" cy="1692000"/>
                <a:chOff x="3336255" y="1970061"/>
                <a:chExt cx="623446" cy="623446"/>
              </a:xfrm>
            </p:grpSpPr>
            <p:sp>
              <p:nvSpPr>
                <p:cNvPr id="56" name="Oval 55">
                  <a:extLst>
                    <a:ext uri="{FF2B5EF4-FFF2-40B4-BE49-F238E27FC236}">
                      <a16:creationId xmlns:a16="http://schemas.microsoft.com/office/drawing/2014/main" id="{0FA40E8B-1851-2545-BDF8-902B8DE20548}"/>
                    </a:ext>
                  </a:extLst>
                </p:cNvPr>
                <p:cNvSpPr>
                  <a:spLocks noChangeArrowheads="1"/>
                </p:cNvSpPr>
                <p:nvPr/>
              </p:nvSpPr>
              <p:spPr bwMode="auto">
                <a:xfrm>
                  <a:off x="3336255" y="1970061"/>
                  <a:ext cx="623446" cy="623446"/>
                </a:xfrm>
                <a:prstGeom prst="ellipse">
                  <a:avLst/>
                </a:prstGeom>
                <a:ln w="9525">
                  <a:noFill/>
                  <a:round/>
                  <a:headEnd/>
                  <a:tailEnd/>
                </a:ln>
              </p:spPr>
              <p:style>
                <a:lnRef idx="1">
                  <a:schemeClr val="accent2"/>
                </a:lnRef>
                <a:fillRef idx="3">
                  <a:schemeClr val="accent2"/>
                </a:fillRef>
                <a:effectRef idx="2">
                  <a:schemeClr val="accent2"/>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58" name="Freeform: Shape 57">
                  <a:extLst>
                    <a:ext uri="{FF2B5EF4-FFF2-40B4-BE49-F238E27FC236}">
                      <a16:creationId xmlns:a16="http://schemas.microsoft.com/office/drawing/2014/main" id="{C2E8B208-A9C1-6040-B9BA-5B951690B85B}"/>
                    </a:ext>
                  </a:extLst>
                </p:cNvPr>
                <p:cNvSpPr>
                  <a:spLocks noChangeAspect="1"/>
                </p:cNvSpPr>
                <p:nvPr/>
              </p:nvSpPr>
              <p:spPr>
                <a:xfrm>
                  <a:off x="3445613" y="2057392"/>
                  <a:ext cx="393029" cy="409002"/>
                </a:xfrm>
                <a:custGeom>
                  <a:avLst/>
                  <a:gdLst>
                    <a:gd name="connsiteX0" fmla="*/ 1676418 w 4686339"/>
                    <a:gd name="connsiteY0" fmla="*/ 4057640 h 4876799"/>
                    <a:gd name="connsiteX1" fmla="*/ 1743782 w 4686339"/>
                    <a:gd name="connsiteY1" fmla="*/ 4085517 h 4876799"/>
                    <a:gd name="connsiteX2" fmla="*/ 1743782 w 4686339"/>
                    <a:gd name="connsiteY2" fmla="*/ 4220244 h 4876799"/>
                    <a:gd name="connsiteX3" fmla="*/ 1115132 w 4686339"/>
                    <a:gd name="connsiteY3" fmla="*/ 4848894 h 4876799"/>
                    <a:gd name="connsiteX4" fmla="*/ 980405 w 4686339"/>
                    <a:gd name="connsiteY4" fmla="*/ 4848894 h 4876799"/>
                    <a:gd name="connsiteX5" fmla="*/ 980405 w 4686339"/>
                    <a:gd name="connsiteY5" fmla="*/ 4714204 h 4876799"/>
                    <a:gd name="connsiteX6" fmla="*/ 1609055 w 4686339"/>
                    <a:gd name="connsiteY6" fmla="*/ 4085517 h 4876799"/>
                    <a:gd name="connsiteX7" fmla="*/ 1676418 w 4686339"/>
                    <a:gd name="connsiteY7" fmla="*/ 4057640 h 4876799"/>
                    <a:gd name="connsiteX8" fmla="*/ 723918 w 4686339"/>
                    <a:gd name="connsiteY8" fmla="*/ 4057640 h 4876799"/>
                    <a:gd name="connsiteX9" fmla="*/ 791282 w 4686339"/>
                    <a:gd name="connsiteY9" fmla="*/ 4085517 h 4876799"/>
                    <a:gd name="connsiteX10" fmla="*/ 791282 w 4686339"/>
                    <a:gd name="connsiteY10" fmla="*/ 4220244 h 4876799"/>
                    <a:gd name="connsiteX11" fmla="*/ 162594 w 4686339"/>
                    <a:gd name="connsiteY11" fmla="*/ 4848894 h 4876799"/>
                    <a:gd name="connsiteX12" fmla="*/ 27905 w 4686339"/>
                    <a:gd name="connsiteY12" fmla="*/ 4848894 h 4876799"/>
                    <a:gd name="connsiteX13" fmla="*/ 27905 w 4686339"/>
                    <a:gd name="connsiteY13" fmla="*/ 4714167 h 4876799"/>
                    <a:gd name="connsiteX14" fmla="*/ 656555 w 4686339"/>
                    <a:gd name="connsiteY14" fmla="*/ 4085517 h 4876799"/>
                    <a:gd name="connsiteX15" fmla="*/ 723918 w 4686339"/>
                    <a:gd name="connsiteY15" fmla="*/ 4057640 h 4876799"/>
                    <a:gd name="connsiteX16" fmla="*/ 723918 w 4686339"/>
                    <a:gd name="connsiteY16" fmla="*/ 3105112 h 4876799"/>
                    <a:gd name="connsiteX17" fmla="*/ 791282 w 4686339"/>
                    <a:gd name="connsiteY17" fmla="*/ 3133017 h 4876799"/>
                    <a:gd name="connsiteX18" fmla="*/ 791282 w 4686339"/>
                    <a:gd name="connsiteY18" fmla="*/ 3267744 h 4876799"/>
                    <a:gd name="connsiteX19" fmla="*/ 162594 w 4686339"/>
                    <a:gd name="connsiteY19" fmla="*/ 3896394 h 4876799"/>
                    <a:gd name="connsiteX20" fmla="*/ 27905 w 4686339"/>
                    <a:gd name="connsiteY20" fmla="*/ 3896394 h 4876799"/>
                    <a:gd name="connsiteX21" fmla="*/ 27905 w 4686339"/>
                    <a:gd name="connsiteY21" fmla="*/ 3761667 h 4876799"/>
                    <a:gd name="connsiteX22" fmla="*/ 656555 w 4686339"/>
                    <a:gd name="connsiteY22" fmla="*/ 3133017 h 4876799"/>
                    <a:gd name="connsiteX23" fmla="*/ 723918 w 4686339"/>
                    <a:gd name="connsiteY23" fmla="*/ 3105112 h 4876799"/>
                    <a:gd name="connsiteX24" fmla="*/ 2254932 w 4686339"/>
                    <a:gd name="connsiteY24" fmla="*/ 2409080 h 4876799"/>
                    <a:gd name="connsiteX25" fmla="*/ 1764134 w 4686339"/>
                    <a:gd name="connsiteY25" fmla="*/ 3145258 h 4876799"/>
                    <a:gd name="connsiteX26" fmla="*/ 2535362 w 4686339"/>
                    <a:gd name="connsiteY26" fmla="*/ 2759607 h 4876799"/>
                    <a:gd name="connsiteX27" fmla="*/ 3716052 w 4686339"/>
                    <a:gd name="connsiteY27" fmla="*/ 1956680 h 4876799"/>
                    <a:gd name="connsiteX28" fmla="*/ 3796122 w 4686339"/>
                    <a:gd name="connsiteY28" fmla="*/ 2065027 h 4876799"/>
                    <a:gd name="connsiteX29" fmla="*/ 3610124 w 4686339"/>
                    <a:gd name="connsiteY29" fmla="*/ 3305472 h 4876799"/>
                    <a:gd name="connsiteX30" fmla="*/ 3501777 w 4686339"/>
                    <a:gd name="connsiteY30" fmla="*/ 3385541 h 4876799"/>
                    <a:gd name="connsiteX31" fmla="*/ 3421708 w 4686339"/>
                    <a:gd name="connsiteY31" fmla="*/ 3277194 h 4876799"/>
                    <a:gd name="connsiteX32" fmla="*/ 3607743 w 4686339"/>
                    <a:gd name="connsiteY32" fmla="*/ 2036749 h 4876799"/>
                    <a:gd name="connsiteX33" fmla="*/ 3716052 w 4686339"/>
                    <a:gd name="connsiteY33" fmla="*/ 1956680 h 4876799"/>
                    <a:gd name="connsiteX34" fmla="*/ 3771937 w 4686339"/>
                    <a:gd name="connsiteY34" fmla="*/ 1581112 h 4876799"/>
                    <a:gd name="connsiteX35" fmla="*/ 3867187 w 4686339"/>
                    <a:gd name="connsiteY35" fmla="*/ 1676362 h 4876799"/>
                    <a:gd name="connsiteX36" fmla="*/ 3771937 w 4686339"/>
                    <a:gd name="connsiteY36" fmla="*/ 1771612 h 4876799"/>
                    <a:gd name="connsiteX37" fmla="*/ 3676687 w 4686339"/>
                    <a:gd name="connsiteY37" fmla="*/ 1676362 h 4876799"/>
                    <a:gd name="connsiteX38" fmla="*/ 3771937 w 4686339"/>
                    <a:gd name="connsiteY38" fmla="*/ 1581112 h 4876799"/>
                    <a:gd name="connsiteX39" fmla="*/ 3596506 w 4686339"/>
                    <a:gd name="connsiteY39" fmla="*/ 879573 h 4876799"/>
                    <a:gd name="connsiteX40" fmla="*/ 1764730 w 4686339"/>
                    <a:gd name="connsiteY40" fmla="*/ 2112763 h 4876799"/>
                    <a:gd name="connsiteX41" fmla="*/ 1639602 w 4686339"/>
                    <a:gd name="connsiteY41" fmla="*/ 2988654 h 4876799"/>
                    <a:gd name="connsiteX42" fmla="*/ 2168686 w 4686339"/>
                    <a:gd name="connsiteY42" fmla="*/ 2195065 h 4876799"/>
                    <a:gd name="connsiteX43" fmla="*/ 2169691 w 4686339"/>
                    <a:gd name="connsiteY43" fmla="*/ 2193688 h 4876799"/>
                    <a:gd name="connsiteX44" fmla="*/ 2173151 w 4686339"/>
                    <a:gd name="connsiteY44" fmla="*/ 2189037 h 4876799"/>
                    <a:gd name="connsiteX45" fmla="*/ 2175718 w 4686339"/>
                    <a:gd name="connsiteY45" fmla="*/ 2185875 h 4876799"/>
                    <a:gd name="connsiteX46" fmla="*/ 2178881 w 4686339"/>
                    <a:gd name="connsiteY46" fmla="*/ 2182377 h 4876799"/>
                    <a:gd name="connsiteX47" fmla="*/ 2182453 w 4686339"/>
                    <a:gd name="connsiteY47" fmla="*/ 2178768 h 4876799"/>
                    <a:gd name="connsiteX48" fmla="*/ 2183495 w 4686339"/>
                    <a:gd name="connsiteY48" fmla="*/ 2177727 h 4876799"/>
                    <a:gd name="connsiteX49" fmla="*/ 3994733 w 4686339"/>
                    <a:gd name="connsiteY49" fmla="*/ 381855 h 4876799"/>
                    <a:gd name="connsiteX50" fmla="*/ 445219 w 4686339"/>
                    <a:gd name="connsiteY50" fmla="*/ 1493936 h 4876799"/>
                    <a:gd name="connsiteX51" fmla="*/ 1663936 w 4686339"/>
                    <a:gd name="connsiteY51" fmla="*/ 1950950 h 4876799"/>
                    <a:gd name="connsiteX52" fmla="*/ 4439729 w 4686339"/>
                    <a:gd name="connsiteY52" fmla="*/ 363586 h 4876799"/>
                    <a:gd name="connsiteX53" fmla="*/ 2377864 w 4686339"/>
                    <a:gd name="connsiteY53" fmla="*/ 2257833 h 4876799"/>
                    <a:gd name="connsiteX54" fmla="*/ 3718917 w 4686339"/>
                    <a:gd name="connsiteY54" fmla="*/ 3934159 h 4876799"/>
                    <a:gd name="connsiteX55" fmla="*/ 4603515 w 4686339"/>
                    <a:gd name="connsiteY55" fmla="*/ 743 h 4876799"/>
                    <a:gd name="connsiteX56" fmla="*/ 4663716 w 4686339"/>
                    <a:gd name="connsiteY56" fmla="*/ 33522 h 4876799"/>
                    <a:gd name="connsiteX57" fmla="*/ 4663716 w 4686339"/>
                    <a:gd name="connsiteY57" fmla="*/ 33560 h 4876799"/>
                    <a:gd name="connsiteX58" fmla="*/ 4663790 w 4686339"/>
                    <a:gd name="connsiteY58" fmla="*/ 33597 h 4876799"/>
                    <a:gd name="connsiteX59" fmla="*/ 4684291 w 4686339"/>
                    <a:gd name="connsiteY59" fmla="*/ 114894 h 4876799"/>
                    <a:gd name="connsiteX60" fmla="*/ 3865327 w 4686339"/>
                    <a:gd name="connsiteY60" fmla="*/ 4171726 h 4876799"/>
                    <a:gd name="connsiteX61" fmla="*/ 3697560 w 4686339"/>
                    <a:gd name="connsiteY61" fmla="*/ 4212393 h 4876799"/>
                    <a:gd name="connsiteX62" fmla="*/ 2657066 w 4686339"/>
                    <a:gd name="connsiteY62" fmla="*/ 2911747 h 4876799"/>
                    <a:gd name="connsiteX63" fmla="*/ 1528539 w 4686339"/>
                    <a:gd name="connsiteY63" fmla="*/ 3476066 h 4876799"/>
                    <a:gd name="connsiteX64" fmla="*/ 1391543 w 4686339"/>
                    <a:gd name="connsiteY64" fmla="*/ 3378770 h 4876799"/>
                    <a:gd name="connsiteX65" fmla="*/ 1391617 w 4686339"/>
                    <a:gd name="connsiteY65" fmla="*/ 3377393 h 4876799"/>
                    <a:gd name="connsiteX66" fmla="*/ 1571290 w 4686339"/>
                    <a:gd name="connsiteY66" fmla="*/ 2119684 h 4876799"/>
                    <a:gd name="connsiteX67" fmla="*/ 118951 w 4686339"/>
                    <a:gd name="connsiteY67" fmla="*/ 1575047 h 4876799"/>
                    <a:gd name="connsiteX68" fmla="*/ 123937 w 4686339"/>
                    <a:gd name="connsiteY68" fmla="*/ 1394965 h 4876799"/>
                    <a:gd name="connsiteX69" fmla="*/ 4560838 w 4686339"/>
                    <a:gd name="connsiteY69" fmla="*/ 4873 h 4876799"/>
                    <a:gd name="connsiteX70" fmla="*/ 4603515 w 4686339"/>
                    <a:gd name="connsiteY70" fmla="*/ 743 h 4876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4686339" h="4876799">
                      <a:moveTo>
                        <a:pt x="1676418" y="4057640"/>
                      </a:moveTo>
                      <a:cubicBezTo>
                        <a:pt x="1700799" y="4057640"/>
                        <a:pt x="1725179" y="4066932"/>
                        <a:pt x="1743782" y="4085517"/>
                      </a:cubicBezTo>
                      <a:cubicBezTo>
                        <a:pt x="1780989" y="4122724"/>
                        <a:pt x="1780989" y="4183037"/>
                        <a:pt x="1743782" y="4220244"/>
                      </a:cubicBezTo>
                      <a:lnTo>
                        <a:pt x="1115132" y="4848894"/>
                      </a:lnTo>
                      <a:cubicBezTo>
                        <a:pt x="1077925" y="4886101"/>
                        <a:pt x="1017612" y="4886101"/>
                        <a:pt x="980405" y="4848894"/>
                      </a:cubicBezTo>
                      <a:cubicBezTo>
                        <a:pt x="943198" y="4811687"/>
                        <a:pt x="943198" y="4751374"/>
                        <a:pt x="980405" y="4714204"/>
                      </a:cubicBezTo>
                      <a:lnTo>
                        <a:pt x="1609055" y="4085517"/>
                      </a:lnTo>
                      <a:cubicBezTo>
                        <a:pt x="1627658" y="4066932"/>
                        <a:pt x="1652038" y="4057640"/>
                        <a:pt x="1676418" y="4057640"/>
                      </a:cubicBezTo>
                      <a:close/>
                      <a:moveTo>
                        <a:pt x="723918" y="4057640"/>
                      </a:moveTo>
                      <a:cubicBezTo>
                        <a:pt x="748298" y="4057640"/>
                        <a:pt x="772678" y="4066932"/>
                        <a:pt x="791282" y="4085517"/>
                      </a:cubicBezTo>
                      <a:cubicBezTo>
                        <a:pt x="828452" y="4122724"/>
                        <a:pt x="828452" y="4183037"/>
                        <a:pt x="791282" y="4220244"/>
                      </a:cubicBezTo>
                      <a:lnTo>
                        <a:pt x="162594" y="4848894"/>
                      </a:lnTo>
                      <a:cubicBezTo>
                        <a:pt x="125387" y="4886064"/>
                        <a:pt x="65112" y="4886101"/>
                        <a:pt x="27905" y="4848894"/>
                      </a:cubicBezTo>
                      <a:cubicBezTo>
                        <a:pt x="-9302" y="4811687"/>
                        <a:pt x="-9302" y="4751374"/>
                        <a:pt x="27905" y="4714167"/>
                      </a:cubicBezTo>
                      <a:lnTo>
                        <a:pt x="656555" y="4085517"/>
                      </a:lnTo>
                      <a:cubicBezTo>
                        <a:pt x="675158" y="4066932"/>
                        <a:pt x="699538" y="4057640"/>
                        <a:pt x="723918" y="4057640"/>
                      </a:cubicBezTo>
                      <a:close/>
                      <a:moveTo>
                        <a:pt x="723918" y="3105112"/>
                      </a:moveTo>
                      <a:cubicBezTo>
                        <a:pt x="748298" y="3105112"/>
                        <a:pt x="772678" y="3114414"/>
                        <a:pt x="791282" y="3133017"/>
                      </a:cubicBezTo>
                      <a:cubicBezTo>
                        <a:pt x="828452" y="3170224"/>
                        <a:pt x="828452" y="3230537"/>
                        <a:pt x="791282" y="3267744"/>
                      </a:cubicBezTo>
                      <a:lnTo>
                        <a:pt x="162594" y="3896394"/>
                      </a:lnTo>
                      <a:cubicBezTo>
                        <a:pt x="125387" y="3933564"/>
                        <a:pt x="65112" y="3933564"/>
                        <a:pt x="27905" y="3896394"/>
                      </a:cubicBezTo>
                      <a:cubicBezTo>
                        <a:pt x="-9302" y="3859187"/>
                        <a:pt x="-9302" y="3798874"/>
                        <a:pt x="27905" y="3761667"/>
                      </a:cubicBezTo>
                      <a:lnTo>
                        <a:pt x="656555" y="3133017"/>
                      </a:lnTo>
                      <a:cubicBezTo>
                        <a:pt x="675158" y="3114414"/>
                        <a:pt x="699538" y="3105112"/>
                        <a:pt x="723918" y="3105112"/>
                      </a:cubicBezTo>
                      <a:close/>
                      <a:moveTo>
                        <a:pt x="2254932" y="2409080"/>
                      </a:moveTo>
                      <a:lnTo>
                        <a:pt x="1764134" y="3145258"/>
                      </a:lnTo>
                      <a:lnTo>
                        <a:pt x="2535362" y="2759607"/>
                      </a:lnTo>
                      <a:close/>
                      <a:moveTo>
                        <a:pt x="3716052" y="1956680"/>
                      </a:moveTo>
                      <a:cubicBezTo>
                        <a:pt x="3768105" y="1964493"/>
                        <a:pt x="3803935" y="2013011"/>
                        <a:pt x="3796122" y="2065027"/>
                      </a:cubicBezTo>
                      <a:lnTo>
                        <a:pt x="3610124" y="3305472"/>
                      </a:lnTo>
                      <a:cubicBezTo>
                        <a:pt x="3602310" y="3357524"/>
                        <a:pt x="3553793" y="3393318"/>
                        <a:pt x="3501777" y="3385541"/>
                      </a:cubicBezTo>
                      <a:cubicBezTo>
                        <a:pt x="3449762" y="3377728"/>
                        <a:pt x="3413894" y="3329247"/>
                        <a:pt x="3421708" y="3277194"/>
                      </a:cubicBezTo>
                      <a:lnTo>
                        <a:pt x="3607743" y="2036749"/>
                      </a:lnTo>
                      <a:cubicBezTo>
                        <a:pt x="3615556" y="1984734"/>
                        <a:pt x="3664000" y="1948941"/>
                        <a:pt x="3716052" y="1956680"/>
                      </a:cubicBezTo>
                      <a:close/>
                      <a:moveTo>
                        <a:pt x="3771937" y="1581112"/>
                      </a:moveTo>
                      <a:cubicBezTo>
                        <a:pt x="3824510" y="1581112"/>
                        <a:pt x="3867187" y="1623788"/>
                        <a:pt x="3867187" y="1676362"/>
                      </a:cubicBezTo>
                      <a:cubicBezTo>
                        <a:pt x="3867187" y="1728935"/>
                        <a:pt x="3824510" y="1771612"/>
                        <a:pt x="3771937" y="1771612"/>
                      </a:cubicBezTo>
                      <a:cubicBezTo>
                        <a:pt x="3719363" y="1771612"/>
                        <a:pt x="3676687" y="1728935"/>
                        <a:pt x="3676687" y="1676362"/>
                      </a:cubicBezTo>
                      <a:cubicBezTo>
                        <a:pt x="3676687" y="1623788"/>
                        <a:pt x="3719363" y="1581112"/>
                        <a:pt x="3771937" y="1581112"/>
                      </a:cubicBezTo>
                      <a:close/>
                      <a:moveTo>
                        <a:pt x="3596506" y="879573"/>
                      </a:moveTo>
                      <a:lnTo>
                        <a:pt x="1764730" y="2112763"/>
                      </a:lnTo>
                      <a:lnTo>
                        <a:pt x="1639602" y="2988654"/>
                      </a:lnTo>
                      <a:lnTo>
                        <a:pt x="2168686" y="2195065"/>
                      </a:lnTo>
                      <a:cubicBezTo>
                        <a:pt x="2168984" y="2194581"/>
                        <a:pt x="2169356" y="2194172"/>
                        <a:pt x="2169691" y="2193688"/>
                      </a:cubicBezTo>
                      <a:cubicBezTo>
                        <a:pt x="2170770" y="2192088"/>
                        <a:pt x="2171923" y="2190563"/>
                        <a:pt x="2173151" y="2189037"/>
                      </a:cubicBezTo>
                      <a:cubicBezTo>
                        <a:pt x="2173970" y="2187958"/>
                        <a:pt x="2174826" y="2186917"/>
                        <a:pt x="2175718" y="2185875"/>
                      </a:cubicBezTo>
                      <a:cubicBezTo>
                        <a:pt x="2176723" y="2184684"/>
                        <a:pt x="2177802" y="2183531"/>
                        <a:pt x="2178881" y="2182377"/>
                      </a:cubicBezTo>
                      <a:cubicBezTo>
                        <a:pt x="2180072" y="2181150"/>
                        <a:pt x="2181225" y="2179922"/>
                        <a:pt x="2182453" y="2178768"/>
                      </a:cubicBezTo>
                      <a:cubicBezTo>
                        <a:pt x="2182825" y="2178433"/>
                        <a:pt x="2183123" y="2178061"/>
                        <a:pt x="2183495" y="2177727"/>
                      </a:cubicBezTo>
                      <a:close/>
                      <a:moveTo>
                        <a:pt x="3994733" y="381855"/>
                      </a:moveTo>
                      <a:lnTo>
                        <a:pt x="445219" y="1493936"/>
                      </a:lnTo>
                      <a:lnTo>
                        <a:pt x="1663936" y="1950950"/>
                      </a:lnTo>
                      <a:close/>
                      <a:moveTo>
                        <a:pt x="4439729" y="363586"/>
                      </a:moveTo>
                      <a:lnTo>
                        <a:pt x="2377864" y="2257833"/>
                      </a:lnTo>
                      <a:cubicBezTo>
                        <a:pt x="2435424" y="2329792"/>
                        <a:pt x="3657749" y="3857661"/>
                        <a:pt x="3718917" y="3934159"/>
                      </a:cubicBezTo>
                      <a:close/>
                      <a:moveTo>
                        <a:pt x="4603515" y="743"/>
                      </a:moveTo>
                      <a:cubicBezTo>
                        <a:pt x="4604482" y="1710"/>
                        <a:pt x="4638378" y="3720"/>
                        <a:pt x="4663716" y="33522"/>
                      </a:cubicBezTo>
                      <a:lnTo>
                        <a:pt x="4663716" y="33560"/>
                      </a:lnTo>
                      <a:cubicBezTo>
                        <a:pt x="4663753" y="33597"/>
                        <a:pt x="4663753" y="33597"/>
                        <a:pt x="4663790" y="33597"/>
                      </a:cubicBezTo>
                      <a:cubicBezTo>
                        <a:pt x="4682914" y="56182"/>
                        <a:pt x="4690319" y="86170"/>
                        <a:pt x="4684291" y="114894"/>
                      </a:cubicBezTo>
                      <a:lnTo>
                        <a:pt x="3865327" y="4171726"/>
                      </a:lnTo>
                      <a:cubicBezTo>
                        <a:pt x="3849254" y="4251200"/>
                        <a:pt x="3747827" y="4275236"/>
                        <a:pt x="3697560" y="4212393"/>
                      </a:cubicBezTo>
                      <a:lnTo>
                        <a:pt x="2657066" y="2911747"/>
                      </a:lnTo>
                      <a:lnTo>
                        <a:pt x="1528539" y="3476066"/>
                      </a:lnTo>
                      <a:cubicBezTo>
                        <a:pt x="1460041" y="3510296"/>
                        <a:pt x="1381981" y="3453816"/>
                        <a:pt x="1391543" y="3378770"/>
                      </a:cubicBezTo>
                      <a:cubicBezTo>
                        <a:pt x="1391580" y="3378323"/>
                        <a:pt x="1391543" y="3377877"/>
                        <a:pt x="1391617" y="3377393"/>
                      </a:cubicBezTo>
                      <a:lnTo>
                        <a:pt x="1571290" y="2119684"/>
                      </a:lnTo>
                      <a:lnTo>
                        <a:pt x="118951" y="1575047"/>
                      </a:lnTo>
                      <a:cubicBezTo>
                        <a:pt x="34268" y="1543272"/>
                        <a:pt x="37765" y="1421977"/>
                        <a:pt x="123937" y="1394965"/>
                      </a:cubicBezTo>
                      <a:lnTo>
                        <a:pt x="4560838" y="4873"/>
                      </a:lnTo>
                      <a:cubicBezTo>
                        <a:pt x="4576167" y="-299"/>
                        <a:pt x="4589190" y="-745"/>
                        <a:pt x="4603515" y="743"/>
                      </a:cubicBezTo>
                      <a:close/>
                    </a:path>
                  </a:pathLst>
                </a:custGeom>
                <a:solidFill>
                  <a:schemeClr val="bg1"/>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400">
                    <a:solidFill>
                      <a:schemeClr val="tx2"/>
                    </a:solidFill>
                  </a:endParaRPr>
                </a:p>
              </p:txBody>
            </p:sp>
          </p:grpSp>
        </p:grpSp>
      </p:grpSp>
      <p:grpSp>
        <p:nvGrpSpPr>
          <p:cNvPr id="5" name="Group 4">
            <a:extLst>
              <a:ext uri="{FF2B5EF4-FFF2-40B4-BE49-F238E27FC236}">
                <a16:creationId xmlns:a16="http://schemas.microsoft.com/office/drawing/2014/main" id="{D2B4121E-08A4-D64D-B620-D538D728B1F6}"/>
              </a:ext>
            </a:extLst>
          </p:cNvPr>
          <p:cNvGrpSpPr/>
          <p:nvPr/>
        </p:nvGrpSpPr>
        <p:grpSpPr>
          <a:xfrm>
            <a:off x="4015497" y="3676835"/>
            <a:ext cx="2112088" cy="2539279"/>
            <a:chOff x="9566245" y="6940614"/>
            <a:chExt cx="3371850" cy="4053839"/>
          </a:xfrm>
        </p:grpSpPr>
        <p:sp>
          <p:nvSpPr>
            <p:cNvPr id="39" name="Freeform 488">
              <a:extLst>
                <a:ext uri="{FF2B5EF4-FFF2-40B4-BE49-F238E27FC236}">
                  <a16:creationId xmlns:a16="http://schemas.microsoft.com/office/drawing/2014/main" id="{B44D8C4D-3AF3-B840-ACB4-E9F09B886739}"/>
                </a:ext>
              </a:extLst>
            </p:cNvPr>
            <p:cNvSpPr/>
            <p:nvPr/>
          </p:nvSpPr>
          <p:spPr>
            <a:xfrm>
              <a:off x="11157873" y="7780719"/>
              <a:ext cx="57150" cy="2274569"/>
            </a:xfrm>
            <a:custGeom>
              <a:avLst/>
              <a:gdLst>
                <a:gd name="connsiteX0" fmla="*/ 0 w 57150"/>
                <a:gd name="connsiteY0" fmla="*/ 0 h 2274569"/>
                <a:gd name="connsiteX1" fmla="*/ 57150 w 57150"/>
                <a:gd name="connsiteY1" fmla="*/ 0 h 2274569"/>
                <a:gd name="connsiteX2" fmla="*/ 57150 w 57150"/>
                <a:gd name="connsiteY2" fmla="*/ 2274570 h 2274569"/>
                <a:gd name="connsiteX3" fmla="*/ 0 w 57150"/>
                <a:gd name="connsiteY3" fmla="*/ 2274570 h 2274569"/>
              </a:gdLst>
              <a:ahLst/>
              <a:cxnLst>
                <a:cxn ang="0">
                  <a:pos x="connsiteX0" y="connsiteY0"/>
                </a:cxn>
                <a:cxn ang="0">
                  <a:pos x="connsiteX1" y="connsiteY1"/>
                </a:cxn>
                <a:cxn ang="0">
                  <a:pos x="connsiteX2" y="connsiteY2"/>
                </a:cxn>
                <a:cxn ang="0">
                  <a:pos x="connsiteX3" y="connsiteY3"/>
                </a:cxn>
              </a:cxnLst>
              <a:rect l="l" t="t" r="r" b="b"/>
              <a:pathLst>
                <a:path w="57150" h="2274569">
                  <a:moveTo>
                    <a:pt x="0" y="0"/>
                  </a:moveTo>
                  <a:lnTo>
                    <a:pt x="57150" y="0"/>
                  </a:lnTo>
                  <a:lnTo>
                    <a:pt x="57150" y="2274570"/>
                  </a:lnTo>
                  <a:lnTo>
                    <a:pt x="0" y="2274570"/>
                  </a:lnTo>
                  <a:close/>
                </a:path>
              </a:pathLst>
            </a:custGeom>
            <a:ln>
              <a:noFill/>
            </a:ln>
          </p:spPr>
          <p:style>
            <a:lnRef idx="1">
              <a:schemeClr val="accent3"/>
            </a:lnRef>
            <a:fillRef idx="3">
              <a:schemeClr val="accent3"/>
            </a:fillRef>
            <a:effectRef idx="2">
              <a:schemeClr val="accent3"/>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40" name="Freeform 1486">
              <a:extLst>
                <a:ext uri="{FF2B5EF4-FFF2-40B4-BE49-F238E27FC236}">
                  <a16:creationId xmlns:a16="http://schemas.microsoft.com/office/drawing/2014/main" id="{9A2D807C-BBED-AC4D-92CE-5068787E2CBA}"/>
                </a:ext>
              </a:extLst>
            </p:cNvPr>
            <p:cNvSpPr/>
            <p:nvPr/>
          </p:nvSpPr>
          <p:spPr>
            <a:xfrm>
              <a:off x="9566245" y="6940614"/>
              <a:ext cx="3371850" cy="420052"/>
            </a:xfrm>
            <a:custGeom>
              <a:avLst/>
              <a:gdLst>
                <a:gd name="connsiteX0" fmla="*/ 0 w 3371850"/>
                <a:gd name="connsiteY0" fmla="*/ 0 h 420052"/>
                <a:gd name="connsiteX1" fmla="*/ 545782 w 3371850"/>
                <a:gd name="connsiteY1" fmla="*/ 420052 h 420052"/>
                <a:gd name="connsiteX2" fmla="*/ 3371850 w 3371850"/>
                <a:gd name="connsiteY2" fmla="*/ 420052 h 420052"/>
                <a:gd name="connsiteX3" fmla="*/ 2825115 w 3371850"/>
                <a:gd name="connsiteY3" fmla="*/ 0 h 420052"/>
              </a:gdLst>
              <a:ahLst/>
              <a:cxnLst>
                <a:cxn ang="0">
                  <a:pos x="connsiteX0" y="connsiteY0"/>
                </a:cxn>
                <a:cxn ang="0">
                  <a:pos x="connsiteX1" y="connsiteY1"/>
                </a:cxn>
                <a:cxn ang="0">
                  <a:pos x="connsiteX2" y="connsiteY2"/>
                </a:cxn>
                <a:cxn ang="0">
                  <a:pos x="connsiteX3" y="connsiteY3"/>
                </a:cxn>
              </a:cxnLst>
              <a:rect l="l" t="t" r="r" b="b"/>
              <a:pathLst>
                <a:path w="3371850" h="420052">
                  <a:moveTo>
                    <a:pt x="0" y="0"/>
                  </a:moveTo>
                  <a:lnTo>
                    <a:pt x="545782" y="420052"/>
                  </a:lnTo>
                  <a:lnTo>
                    <a:pt x="3371850" y="420052"/>
                  </a:lnTo>
                  <a:lnTo>
                    <a:pt x="2825115" y="0"/>
                  </a:lnTo>
                  <a:close/>
                </a:path>
              </a:pathLst>
            </a:custGeom>
            <a:ln>
              <a:noFill/>
            </a:ln>
          </p:spPr>
          <p:style>
            <a:lnRef idx="1">
              <a:schemeClr val="accent3"/>
            </a:lnRef>
            <a:fillRef idx="3">
              <a:schemeClr val="accent3"/>
            </a:fillRef>
            <a:effectRef idx="2">
              <a:schemeClr val="accent3"/>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41" name="Freeform 1487">
              <a:extLst>
                <a:ext uri="{FF2B5EF4-FFF2-40B4-BE49-F238E27FC236}">
                  <a16:creationId xmlns:a16="http://schemas.microsoft.com/office/drawing/2014/main" id="{5FDA5045-7597-F841-B369-5AA6FE7B94F0}"/>
                </a:ext>
              </a:extLst>
            </p:cNvPr>
            <p:cNvSpPr/>
            <p:nvPr/>
          </p:nvSpPr>
          <p:spPr>
            <a:xfrm>
              <a:off x="9566245" y="7360666"/>
              <a:ext cx="3371850" cy="420052"/>
            </a:xfrm>
            <a:custGeom>
              <a:avLst/>
              <a:gdLst>
                <a:gd name="connsiteX0" fmla="*/ 0 w 3371850"/>
                <a:gd name="connsiteY0" fmla="*/ 420053 h 420052"/>
                <a:gd name="connsiteX1" fmla="*/ 2825115 w 3371850"/>
                <a:gd name="connsiteY1" fmla="*/ 420053 h 420052"/>
                <a:gd name="connsiteX2" fmla="*/ 3371850 w 3371850"/>
                <a:gd name="connsiteY2" fmla="*/ 0 h 420052"/>
                <a:gd name="connsiteX3" fmla="*/ 545782 w 3371850"/>
                <a:gd name="connsiteY3" fmla="*/ 0 h 420052"/>
              </a:gdLst>
              <a:ahLst/>
              <a:cxnLst>
                <a:cxn ang="0">
                  <a:pos x="connsiteX0" y="connsiteY0"/>
                </a:cxn>
                <a:cxn ang="0">
                  <a:pos x="connsiteX1" y="connsiteY1"/>
                </a:cxn>
                <a:cxn ang="0">
                  <a:pos x="connsiteX2" y="connsiteY2"/>
                </a:cxn>
                <a:cxn ang="0">
                  <a:pos x="connsiteX3" y="connsiteY3"/>
                </a:cxn>
              </a:cxnLst>
              <a:rect l="l" t="t" r="r" b="b"/>
              <a:pathLst>
                <a:path w="3371850" h="420052">
                  <a:moveTo>
                    <a:pt x="0" y="420053"/>
                  </a:moveTo>
                  <a:lnTo>
                    <a:pt x="2825115" y="420053"/>
                  </a:lnTo>
                  <a:lnTo>
                    <a:pt x="3371850" y="0"/>
                  </a:lnTo>
                  <a:lnTo>
                    <a:pt x="545782" y="0"/>
                  </a:lnTo>
                  <a:close/>
                </a:path>
              </a:pathLst>
            </a:custGeom>
            <a:solidFill>
              <a:schemeClr val="accent3">
                <a:lumMod val="75000"/>
              </a:schemeClr>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grpSp>
          <p:nvGrpSpPr>
            <p:cNvPr id="42" name="Group 41">
              <a:extLst>
                <a:ext uri="{FF2B5EF4-FFF2-40B4-BE49-F238E27FC236}">
                  <a16:creationId xmlns:a16="http://schemas.microsoft.com/office/drawing/2014/main" id="{55E413FA-376C-8A4F-85ED-D7B981634734}"/>
                </a:ext>
              </a:extLst>
            </p:cNvPr>
            <p:cNvGrpSpPr/>
            <p:nvPr/>
          </p:nvGrpSpPr>
          <p:grpSpPr>
            <a:xfrm>
              <a:off x="10299670" y="9170271"/>
              <a:ext cx="1764030" cy="1824182"/>
              <a:chOff x="10299670" y="9170271"/>
              <a:chExt cx="1764030" cy="1824182"/>
            </a:xfrm>
          </p:grpSpPr>
          <p:sp>
            <p:nvSpPr>
              <p:cNvPr id="44" name="Freeform 495">
                <a:extLst>
                  <a:ext uri="{FF2B5EF4-FFF2-40B4-BE49-F238E27FC236}">
                    <a16:creationId xmlns:a16="http://schemas.microsoft.com/office/drawing/2014/main" id="{00433BD8-67AE-1048-9A81-A8992C537420}"/>
                  </a:ext>
                </a:extLst>
              </p:cNvPr>
              <p:cNvSpPr/>
              <p:nvPr/>
            </p:nvSpPr>
            <p:spPr>
              <a:xfrm>
                <a:off x="10299670" y="9674289"/>
                <a:ext cx="1764030" cy="1320164"/>
              </a:xfrm>
              <a:custGeom>
                <a:avLst/>
                <a:gdLst>
                  <a:gd name="connsiteX0" fmla="*/ 1478280 w 1764030"/>
                  <a:gd name="connsiteY0" fmla="*/ 215265 h 1320164"/>
                  <a:gd name="connsiteX1" fmla="*/ 1518285 w 1764030"/>
                  <a:gd name="connsiteY1" fmla="*/ 437198 h 1320164"/>
                  <a:gd name="connsiteX2" fmla="*/ 881063 w 1764030"/>
                  <a:gd name="connsiteY2" fmla="*/ 1074420 h 1320164"/>
                  <a:gd name="connsiteX3" fmla="*/ 243840 w 1764030"/>
                  <a:gd name="connsiteY3" fmla="*/ 437198 h 1320164"/>
                  <a:gd name="connsiteX4" fmla="*/ 288607 w 1764030"/>
                  <a:gd name="connsiteY4" fmla="*/ 201930 h 1320164"/>
                  <a:gd name="connsiteX5" fmla="*/ 116205 w 1764030"/>
                  <a:gd name="connsiteY5" fmla="*/ 0 h 1320164"/>
                  <a:gd name="connsiteX6" fmla="*/ 0 w 1764030"/>
                  <a:gd name="connsiteY6" fmla="*/ 438150 h 1320164"/>
                  <a:gd name="connsiteX7" fmla="*/ 882015 w 1764030"/>
                  <a:gd name="connsiteY7" fmla="*/ 1320165 h 1320164"/>
                  <a:gd name="connsiteX8" fmla="*/ 1764030 w 1764030"/>
                  <a:gd name="connsiteY8" fmla="*/ 438150 h 1320164"/>
                  <a:gd name="connsiteX9" fmla="*/ 1654493 w 1764030"/>
                  <a:gd name="connsiteY9" fmla="*/ 11430 h 1320164"/>
                  <a:gd name="connsiteX10" fmla="*/ 1478280 w 1764030"/>
                  <a:gd name="connsiteY10" fmla="*/ 215265 h 132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64030" h="1320164">
                    <a:moveTo>
                      <a:pt x="1478280" y="215265"/>
                    </a:moveTo>
                    <a:cubicBezTo>
                      <a:pt x="1503998" y="284798"/>
                      <a:pt x="1518285" y="359093"/>
                      <a:pt x="1518285" y="437198"/>
                    </a:cubicBezTo>
                    <a:cubicBezTo>
                      <a:pt x="1518285" y="788670"/>
                      <a:pt x="1233488" y="1074420"/>
                      <a:pt x="881063" y="1074420"/>
                    </a:cubicBezTo>
                    <a:cubicBezTo>
                      <a:pt x="529590" y="1074420"/>
                      <a:pt x="243840" y="789623"/>
                      <a:pt x="243840" y="437198"/>
                    </a:cubicBezTo>
                    <a:cubicBezTo>
                      <a:pt x="243840" y="354330"/>
                      <a:pt x="260032" y="274320"/>
                      <a:pt x="288607" y="201930"/>
                    </a:cubicBezTo>
                    <a:lnTo>
                      <a:pt x="116205" y="0"/>
                    </a:lnTo>
                    <a:cubicBezTo>
                      <a:pt x="41910" y="128588"/>
                      <a:pt x="0" y="278130"/>
                      <a:pt x="0" y="438150"/>
                    </a:cubicBezTo>
                    <a:cubicBezTo>
                      <a:pt x="0" y="924877"/>
                      <a:pt x="394335" y="1320165"/>
                      <a:pt x="882015" y="1320165"/>
                    </a:cubicBezTo>
                    <a:cubicBezTo>
                      <a:pt x="1368743" y="1320165"/>
                      <a:pt x="1764030" y="925830"/>
                      <a:pt x="1764030" y="438150"/>
                    </a:cubicBezTo>
                    <a:cubicBezTo>
                      <a:pt x="1764030" y="283845"/>
                      <a:pt x="1724025" y="138113"/>
                      <a:pt x="1654493" y="11430"/>
                    </a:cubicBezTo>
                    <a:lnTo>
                      <a:pt x="1478280" y="215265"/>
                    </a:lnTo>
                    <a:close/>
                  </a:path>
                </a:pathLst>
              </a:custGeom>
              <a:ln>
                <a:noFill/>
              </a:ln>
            </p:spPr>
            <p:style>
              <a:lnRef idx="1">
                <a:schemeClr val="accent3"/>
              </a:lnRef>
              <a:fillRef idx="3">
                <a:schemeClr val="accent3"/>
              </a:fillRef>
              <a:effectRef idx="2">
                <a:schemeClr val="accent3"/>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nvGrpSpPr>
              <p:cNvPr id="45" name="Group 44">
                <a:extLst>
                  <a:ext uri="{FF2B5EF4-FFF2-40B4-BE49-F238E27FC236}">
                    <a16:creationId xmlns:a16="http://schemas.microsoft.com/office/drawing/2014/main" id="{66B8EF55-ED78-E345-B261-D74B130D150B}"/>
                  </a:ext>
                </a:extLst>
              </p:cNvPr>
              <p:cNvGrpSpPr>
                <a:grpSpLocks noChangeAspect="1"/>
              </p:cNvGrpSpPr>
              <p:nvPr/>
            </p:nvGrpSpPr>
            <p:grpSpPr>
              <a:xfrm>
                <a:off x="10335685" y="9170271"/>
                <a:ext cx="1692000" cy="1692000"/>
                <a:chOff x="4967774" y="1970061"/>
                <a:chExt cx="623446" cy="623446"/>
              </a:xfrm>
            </p:grpSpPr>
            <p:sp>
              <p:nvSpPr>
                <p:cNvPr id="46" name="Oval 45">
                  <a:extLst>
                    <a:ext uri="{FF2B5EF4-FFF2-40B4-BE49-F238E27FC236}">
                      <a16:creationId xmlns:a16="http://schemas.microsoft.com/office/drawing/2014/main" id="{7C28E64C-1DDE-5D40-96BC-F52B3B912BA9}"/>
                    </a:ext>
                  </a:extLst>
                </p:cNvPr>
                <p:cNvSpPr>
                  <a:spLocks noChangeArrowheads="1"/>
                </p:cNvSpPr>
                <p:nvPr/>
              </p:nvSpPr>
              <p:spPr bwMode="auto">
                <a:xfrm>
                  <a:off x="4967774" y="1970061"/>
                  <a:ext cx="623446" cy="623446"/>
                </a:xfrm>
                <a:prstGeom prst="ellipse">
                  <a:avLst/>
                </a:prstGeom>
                <a:ln w="9525">
                  <a:noFill/>
                  <a:round/>
                  <a:headEnd/>
                  <a:tailEnd/>
                </a:ln>
              </p:spPr>
              <p:style>
                <a:lnRef idx="1">
                  <a:schemeClr val="accent3"/>
                </a:lnRef>
                <a:fillRef idx="3">
                  <a:schemeClr val="accent3"/>
                </a:fillRef>
                <a:effectRef idx="2">
                  <a:schemeClr val="accent3"/>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48" name="Freeform: Shape 47">
                  <a:extLst>
                    <a:ext uri="{FF2B5EF4-FFF2-40B4-BE49-F238E27FC236}">
                      <a16:creationId xmlns:a16="http://schemas.microsoft.com/office/drawing/2014/main" id="{DFF93C69-85F9-1B4F-813E-039C648F74D1}"/>
                    </a:ext>
                  </a:extLst>
                </p:cNvPr>
                <p:cNvSpPr>
                  <a:spLocks noChangeAspect="1"/>
                </p:cNvSpPr>
                <p:nvPr/>
              </p:nvSpPr>
              <p:spPr>
                <a:xfrm>
                  <a:off x="5067822" y="2066665"/>
                  <a:ext cx="442382" cy="452990"/>
                </a:xfrm>
                <a:custGeom>
                  <a:avLst/>
                  <a:gdLst>
                    <a:gd name="connsiteX0" fmla="*/ 2381326 w 4762649"/>
                    <a:gd name="connsiteY0" fmla="*/ 3238431 h 4876797"/>
                    <a:gd name="connsiteX1" fmla="*/ 2476576 w 4762649"/>
                    <a:gd name="connsiteY1" fmla="*/ 3333681 h 4876797"/>
                    <a:gd name="connsiteX2" fmla="*/ 2381326 w 4762649"/>
                    <a:gd name="connsiteY2" fmla="*/ 3428931 h 4876797"/>
                    <a:gd name="connsiteX3" fmla="*/ 2286076 w 4762649"/>
                    <a:gd name="connsiteY3" fmla="*/ 3333681 h 4876797"/>
                    <a:gd name="connsiteX4" fmla="*/ 2381326 w 4762649"/>
                    <a:gd name="connsiteY4" fmla="*/ 3238431 h 4876797"/>
                    <a:gd name="connsiteX5" fmla="*/ 2381326 w 4762649"/>
                    <a:gd name="connsiteY5" fmla="*/ 2920924 h 4876797"/>
                    <a:gd name="connsiteX6" fmla="*/ 1885997 w 4762649"/>
                    <a:gd name="connsiteY6" fmla="*/ 3581349 h 4876797"/>
                    <a:gd name="connsiteX7" fmla="*/ 1771116 w 4762649"/>
                    <a:gd name="connsiteY7" fmla="*/ 3611239 h 4876797"/>
                    <a:gd name="connsiteX8" fmla="*/ 762019 w 4762649"/>
                    <a:gd name="connsiteY8" fmla="*/ 3162745 h 4876797"/>
                    <a:gd name="connsiteX9" fmla="*/ 762019 w 4762649"/>
                    <a:gd name="connsiteY9" fmla="*/ 3957606 h 4876797"/>
                    <a:gd name="connsiteX10" fmla="*/ 2286076 w 4762649"/>
                    <a:gd name="connsiteY10" fmla="*/ 4634957 h 4876797"/>
                    <a:gd name="connsiteX11" fmla="*/ 2286076 w 4762649"/>
                    <a:gd name="connsiteY11" fmla="*/ 3714699 h 4876797"/>
                    <a:gd name="connsiteX12" fmla="*/ 2381326 w 4762649"/>
                    <a:gd name="connsiteY12" fmla="*/ 3619449 h 4876797"/>
                    <a:gd name="connsiteX13" fmla="*/ 2476576 w 4762649"/>
                    <a:gd name="connsiteY13" fmla="*/ 3714699 h 4876797"/>
                    <a:gd name="connsiteX14" fmla="*/ 2476576 w 4762649"/>
                    <a:gd name="connsiteY14" fmla="*/ 4634957 h 4876797"/>
                    <a:gd name="connsiteX15" fmla="*/ 4000623 w 4762649"/>
                    <a:gd name="connsiteY15" fmla="*/ 3957606 h 4876797"/>
                    <a:gd name="connsiteX16" fmla="*/ 4000623 w 4762649"/>
                    <a:gd name="connsiteY16" fmla="*/ 3162745 h 4876797"/>
                    <a:gd name="connsiteX17" fmla="*/ 2991526 w 4762649"/>
                    <a:gd name="connsiteY17" fmla="*/ 3611229 h 4876797"/>
                    <a:gd name="connsiteX18" fmla="*/ 2952883 w 4762649"/>
                    <a:gd name="connsiteY18" fmla="*/ 3619449 h 4876797"/>
                    <a:gd name="connsiteX19" fmla="*/ 2876645 w 4762649"/>
                    <a:gd name="connsiteY19" fmla="*/ 3581340 h 4876797"/>
                    <a:gd name="connsiteX20" fmla="*/ 697439 w 4762649"/>
                    <a:gd name="connsiteY20" fmla="*/ 2118014 h 4876797"/>
                    <a:gd name="connsiteX21" fmla="*/ 243192 w 4762649"/>
                    <a:gd name="connsiteY21" fmla="*/ 2723699 h 4876797"/>
                    <a:gd name="connsiteX22" fmla="*/ 1779146 w 4762649"/>
                    <a:gd name="connsiteY22" fmla="*/ 3406337 h 4876797"/>
                    <a:gd name="connsiteX23" fmla="*/ 2233393 w 4762649"/>
                    <a:gd name="connsiteY23" fmla="*/ 2800661 h 4876797"/>
                    <a:gd name="connsiteX24" fmla="*/ 4065222 w 4762649"/>
                    <a:gd name="connsiteY24" fmla="*/ 2118005 h 4876797"/>
                    <a:gd name="connsiteX25" fmla="*/ 2529268 w 4762649"/>
                    <a:gd name="connsiteY25" fmla="*/ 2800652 h 4876797"/>
                    <a:gd name="connsiteX26" fmla="*/ 2983515 w 4762649"/>
                    <a:gd name="connsiteY26" fmla="*/ 3406327 h 4876797"/>
                    <a:gd name="connsiteX27" fmla="*/ 4519469 w 4762649"/>
                    <a:gd name="connsiteY27" fmla="*/ 2723680 h 4876797"/>
                    <a:gd name="connsiteX28" fmla="*/ 2571826 w 4762649"/>
                    <a:gd name="connsiteY28" fmla="*/ 2000142 h 4876797"/>
                    <a:gd name="connsiteX29" fmla="*/ 2571825 w 4762649"/>
                    <a:gd name="connsiteY29" fmla="*/ 2000152 h 4876797"/>
                    <a:gd name="connsiteX30" fmla="*/ 2190816 w 4762649"/>
                    <a:gd name="connsiteY30" fmla="*/ 2000152 h 4876797"/>
                    <a:gd name="connsiteX31" fmla="*/ 2246642 w 4762649"/>
                    <a:gd name="connsiteY31" fmla="*/ 2134826 h 4876797"/>
                    <a:gd name="connsiteX32" fmla="*/ 2381316 w 4762649"/>
                    <a:gd name="connsiteY32" fmla="*/ 2190652 h 4876797"/>
                    <a:gd name="connsiteX33" fmla="*/ 2567949 w 4762649"/>
                    <a:gd name="connsiteY33" fmla="*/ 2038486 h 4876797"/>
                    <a:gd name="connsiteX34" fmla="*/ 2571825 w 4762649"/>
                    <a:gd name="connsiteY34" fmla="*/ 2000152 h 4876797"/>
                    <a:gd name="connsiteX35" fmla="*/ 2571826 w 4762649"/>
                    <a:gd name="connsiteY35" fmla="*/ 2000152 h 4876797"/>
                    <a:gd name="connsiteX36" fmla="*/ 2095566 w 4762649"/>
                    <a:gd name="connsiteY36" fmla="*/ 1619142 h 4876797"/>
                    <a:gd name="connsiteX37" fmla="*/ 2095566 w 4762649"/>
                    <a:gd name="connsiteY37" fmla="*/ 1714392 h 4876797"/>
                    <a:gd name="connsiteX38" fmla="*/ 2149554 w 4762649"/>
                    <a:gd name="connsiteY38" fmla="*/ 1800317 h 4876797"/>
                    <a:gd name="connsiteX39" fmla="*/ 2190816 w 4762649"/>
                    <a:gd name="connsiteY39" fmla="*/ 1809642 h 4876797"/>
                    <a:gd name="connsiteX40" fmla="*/ 2571835 w 4762649"/>
                    <a:gd name="connsiteY40" fmla="*/ 1809642 h 4876797"/>
                    <a:gd name="connsiteX41" fmla="*/ 2608831 w 4762649"/>
                    <a:gd name="connsiteY41" fmla="*/ 1802213 h 4876797"/>
                    <a:gd name="connsiteX42" fmla="*/ 2667085 w 4762649"/>
                    <a:gd name="connsiteY42" fmla="*/ 1714392 h 4876797"/>
                    <a:gd name="connsiteX43" fmla="*/ 2667085 w 4762649"/>
                    <a:gd name="connsiteY43" fmla="*/ 1619142 h 4876797"/>
                    <a:gd name="connsiteX44" fmla="*/ 2875769 w 4762649"/>
                    <a:gd name="connsiteY44" fmla="*/ 1562106 h 4876797"/>
                    <a:gd name="connsiteX45" fmla="*/ 2867358 w 4762649"/>
                    <a:gd name="connsiteY45" fmla="*/ 1575565 h 4876797"/>
                    <a:gd name="connsiteX46" fmla="*/ 2857576 w 4762649"/>
                    <a:gd name="connsiteY46" fmla="*/ 1617513 h 4876797"/>
                    <a:gd name="connsiteX47" fmla="*/ 2857576 w 4762649"/>
                    <a:gd name="connsiteY47" fmla="*/ 1714383 h 4876797"/>
                    <a:gd name="connsiteX48" fmla="*/ 2762326 w 4762649"/>
                    <a:gd name="connsiteY48" fmla="*/ 1927257 h 4876797"/>
                    <a:gd name="connsiteX49" fmla="*/ 2762326 w 4762649"/>
                    <a:gd name="connsiteY49" fmla="*/ 2000142 h 4876797"/>
                    <a:gd name="connsiteX50" fmla="*/ 2381316 w 4762649"/>
                    <a:gd name="connsiteY50" fmla="*/ 2381152 h 4876797"/>
                    <a:gd name="connsiteX51" fmla="*/ 2111930 w 4762649"/>
                    <a:gd name="connsiteY51" fmla="*/ 2269528 h 4876797"/>
                    <a:gd name="connsiteX52" fmla="*/ 2000307 w 4762649"/>
                    <a:gd name="connsiteY52" fmla="*/ 2000142 h 4876797"/>
                    <a:gd name="connsiteX53" fmla="*/ 2000307 w 4762649"/>
                    <a:gd name="connsiteY53" fmla="*/ 1927219 h 4876797"/>
                    <a:gd name="connsiteX54" fmla="*/ 1905057 w 4762649"/>
                    <a:gd name="connsiteY54" fmla="*/ 1714383 h 4876797"/>
                    <a:gd name="connsiteX55" fmla="*/ 1905057 w 4762649"/>
                    <a:gd name="connsiteY55" fmla="*/ 1617513 h 4876797"/>
                    <a:gd name="connsiteX56" fmla="*/ 1895208 w 4762649"/>
                    <a:gd name="connsiteY56" fmla="*/ 1575622 h 4876797"/>
                    <a:gd name="connsiteX57" fmla="*/ 1886797 w 4762649"/>
                    <a:gd name="connsiteY57" fmla="*/ 1562135 h 4876797"/>
                    <a:gd name="connsiteX58" fmla="*/ 901303 w 4762649"/>
                    <a:gd name="connsiteY58" fmla="*/ 2000142 h 4876797"/>
                    <a:gd name="connsiteX59" fmla="*/ 2381326 w 4762649"/>
                    <a:gd name="connsiteY59" fmla="*/ 2657929 h 4876797"/>
                    <a:gd name="connsiteX60" fmla="*/ 3861330 w 4762649"/>
                    <a:gd name="connsiteY60" fmla="*/ 2000142 h 4876797"/>
                    <a:gd name="connsiteX61" fmla="*/ 3497753 w 4762649"/>
                    <a:gd name="connsiteY61" fmla="*/ 1012853 h 4876797"/>
                    <a:gd name="connsiteX62" fmla="*/ 3534670 w 4762649"/>
                    <a:gd name="connsiteY62" fmla="*/ 1021058 h 4876797"/>
                    <a:gd name="connsiteX63" fmla="*/ 3944064 w 4762649"/>
                    <a:gd name="connsiteY63" fmla="*/ 1203005 h 4876797"/>
                    <a:gd name="connsiteX64" fmla="*/ 3992422 w 4762649"/>
                    <a:gd name="connsiteY64" fmla="*/ 1328735 h 4876797"/>
                    <a:gd name="connsiteX65" fmla="*/ 3905326 w 4762649"/>
                    <a:gd name="connsiteY65" fmla="*/ 1385323 h 4876797"/>
                    <a:gd name="connsiteX66" fmla="*/ 3866692 w 4762649"/>
                    <a:gd name="connsiteY66" fmla="*/ 1377093 h 4876797"/>
                    <a:gd name="connsiteX67" fmla="*/ 3457298 w 4762649"/>
                    <a:gd name="connsiteY67" fmla="*/ 1195147 h 4876797"/>
                    <a:gd name="connsiteX68" fmla="*/ 3408949 w 4762649"/>
                    <a:gd name="connsiteY68" fmla="*/ 1069417 h 4876797"/>
                    <a:gd name="connsiteX69" fmla="*/ 3497753 w 4762649"/>
                    <a:gd name="connsiteY69" fmla="*/ 1012853 h 4876797"/>
                    <a:gd name="connsiteX70" fmla="*/ 1264905 w 4762649"/>
                    <a:gd name="connsiteY70" fmla="*/ 1012839 h 4876797"/>
                    <a:gd name="connsiteX71" fmla="*/ 1353722 w 4762649"/>
                    <a:gd name="connsiteY71" fmla="*/ 1069407 h 4876797"/>
                    <a:gd name="connsiteX72" fmla="*/ 1305363 w 4762649"/>
                    <a:gd name="connsiteY72" fmla="*/ 1195137 h 4876797"/>
                    <a:gd name="connsiteX73" fmla="*/ 895969 w 4762649"/>
                    <a:gd name="connsiteY73" fmla="*/ 1377083 h 4876797"/>
                    <a:gd name="connsiteX74" fmla="*/ 857336 w 4762649"/>
                    <a:gd name="connsiteY74" fmla="*/ 1385313 h 4876797"/>
                    <a:gd name="connsiteX75" fmla="*/ 770249 w 4762649"/>
                    <a:gd name="connsiteY75" fmla="*/ 1328725 h 4876797"/>
                    <a:gd name="connsiteX76" fmla="*/ 818607 w 4762649"/>
                    <a:gd name="connsiteY76" fmla="*/ 1202995 h 4876797"/>
                    <a:gd name="connsiteX77" fmla="*/ 1228001 w 4762649"/>
                    <a:gd name="connsiteY77" fmla="*/ 1021048 h 4876797"/>
                    <a:gd name="connsiteX78" fmla="*/ 1264905 w 4762649"/>
                    <a:gd name="connsiteY78" fmla="*/ 1012839 h 4876797"/>
                    <a:gd name="connsiteX79" fmla="*/ 859047 w 4762649"/>
                    <a:gd name="connsiteY79" fmla="*/ 203200 h 4876797"/>
                    <a:gd name="connsiteX80" fmla="*/ 895969 w 4762649"/>
                    <a:gd name="connsiteY80" fmla="*/ 211404 h 4876797"/>
                    <a:gd name="connsiteX81" fmla="*/ 1305363 w 4762649"/>
                    <a:gd name="connsiteY81" fmla="*/ 393350 h 4876797"/>
                    <a:gd name="connsiteX82" fmla="*/ 1353721 w 4762649"/>
                    <a:gd name="connsiteY82" fmla="*/ 519081 h 4876797"/>
                    <a:gd name="connsiteX83" fmla="*/ 1266625 w 4762649"/>
                    <a:gd name="connsiteY83" fmla="*/ 575669 h 4876797"/>
                    <a:gd name="connsiteX84" fmla="*/ 1227991 w 4762649"/>
                    <a:gd name="connsiteY84" fmla="*/ 567439 h 4876797"/>
                    <a:gd name="connsiteX85" fmla="*/ 818597 w 4762649"/>
                    <a:gd name="connsiteY85" fmla="*/ 385492 h 4876797"/>
                    <a:gd name="connsiteX86" fmla="*/ 770248 w 4762649"/>
                    <a:gd name="connsiteY86" fmla="*/ 259762 h 4876797"/>
                    <a:gd name="connsiteX87" fmla="*/ 859047 w 4762649"/>
                    <a:gd name="connsiteY87" fmla="*/ 203200 h 4876797"/>
                    <a:gd name="connsiteX88" fmla="*/ 3903618 w 4762649"/>
                    <a:gd name="connsiteY88" fmla="*/ 203181 h 4876797"/>
                    <a:gd name="connsiteX89" fmla="*/ 3992423 w 4762649"/>
                    <a:gd name="connsiteY89" fmla="*/ 259753 h 4876797"/>
                    <a:gd name="connsiteX90" fmla="*/ 3944064 w 4762649"/>
                    <a:gd name="connsiteY90" fmla="*/ 385483 h 4876797"/>
                    <a:gd name="connsiteX91" fmla="*/ 3534670 w 4762649"/>
                    <a:gd name="connsiteY91" fmla="*/ 567430 h 4876797"/>
                    <a:gd name="connsiteX92" fmla="*/ 3496037 w 4762649"/>
                    <a:gd name="connsiteY92" fmla="*/ 575659 h 4876797"/>
                    <a:gd name="connsiteX93" fmla="*/ 3408950 w 4762649"/>
                    <a:gd name="connsiteY93" fmla="*/ 519071 h 4876797"/>
                    <a:gd name="connsiteX94" fmla="*/ 3457308 w 4762649"/>
                    <a:gd name="connsiteY94" fmla="*/ 393341 h 4876797"/>
                    <a:gd name="connsiteX95" fmla="*/ 3866702 w 4762649"/>
                    <a:gd name="connsiteY95" fmla="*/ 211395 h 4876797"/>
                    <a:gd name="connsiteX96" fmla="*/ 3903618 w 4762649"/>
                    <a:gd name="connsiteY96" fmla="*/ 203181 h 4876797"/>
                    <a:gd name="connsiteX97" fmla="*/ 2447508 w 4762649"/>
                    <a:gd name="connsiteY97" fmla="*/ 193432 h 4876797"/>
                    <a:gd name="connsiteX98" fmla="*/ 2304850 w 4762649"/>
                    <a:gd name="connsiteY98" fmla="*/ 194612 h 4876797"/>
                    <a:gd name="connsiteX99" fmla="*/ 1722939 w 4762649"/>
                    <a:gd name="connsiteY99" fmla="*/ 749538 h 4876797"/>
                    <a:gd name="connsiteX100" fmla="*/ 1963702 w 4762649"/>
                    <a:gd name="connsiteY100" fmla="*/ 1376007 h 4876797"/>
                    <a:gd name="connsiteX101" fmla="*/ 1981590 w 4762649"/>
                    <a:gd name="connsiteY101" fmla="*/ 1389980 h 4876797"/>
                    <a:gd name="connsiteX102" fmla="*/ 2023491 w 4762649"/>
                    <a:gd name="connsiteY102" fmla="*/ 1428623 h 4876797"/>
                    <a:gd name="connsiteX103" fmla="*/ 2286066 w 4762649"/>
                    <a:gd name="connsiteY103" fmla="*/ 1428623 h 4876797"/>
                    <a:gd name="connsiteX104" fmla="*/ 2286066 w 4762649"/>
                    <a:gd name="connsiteY104" fmla="*/ 1087076 h 4876797"/>
                    <a:gd name="connsiteX105" fmla="*/ 2123455 w 4762649"/>
                    <a:gd name="connsiteY105" fmla="*/ 924465 h 4876797"/>
                    <a:gd name="connsiteX106" fmla="*/ 2123455 w 4762649"/>
                    <a:gd name="connsiteY106" fmla="*/ 789753 h 4876797"/>
                    <a:gd name="connsiteX107" fmla="*/ 2258168 w 4762649"/>
                    <a:gd name="connsiteY107" fmla="*/ 789753 h 4876797"/>
                    <a:gd name="connsiteX108" fmla="*/ 2381326 w 4762649"/>
                    <a:gd name="connsiteY108" fmla="*/ 912911 h 4876797"/>
                    <a:gd name="connsiteX109" fmla="*/ 2504484 w 4762649"/>
                    <a:gd name="connsiteY109" fmla="*/ 789762 h 4876797"/>
                    <a:gd name="connsiteX110" fmla="*/ 2639196 w 4762649"/>
                    <a:gd name="connsiteY110" fmla="*/ 789762 h 4876797"/>
                    <a:gd name="connsiteX111" fmla="*/ 2639196 w 4762649"/>
                    <a:gd name="connsiteY111" fmla="*/ 924474 h 4876797"/>
                    <a:gd name="connsiteX112" fmla="*/ 2476585 w 4762649"/>
                    <a:gd name="connsiteY112" fmla="*/ 1087085 h 4876797"/>
                    <a:gd name="connsiteX113" fmla="*/ 2476585 w 4762649"/>
                    <a:gd name="connsiteY113" fmla="*/ 1428633 h 4876797"/>
                    <a:gd name="connsiteX114" fmla="*/ 2739018 w 4762649"/>
                    <a:gd name="connsiteY114" fmla="*/ 1428633 h 4876797"/>
                    <a:gd name="connsiteX115" fmla="*/ 2780490 w 4762649"/>
                    <a:gd name="connsiteY115" fmla="*/ 1390418 h 4876797"/>
                    <a:gd name="connsiteX116" fmla="*/ 2798721 w 4762649"/>
                    <a:gd name="connsiteY116" fmla="*/ 1376207 h 4876797"/>
                    <a:gd name="connsiteX117" fmla="*/ 3048104 w 4762649"/>
                    <a:gd name="connsiteY117" fmla="*/ 857113 h 4876797"/>
                    <a:gd name="connsiteX118" fmla="*/ 2825896 w 4762649"/>
                    <a:gd name="connsiteY118" fmla="*/ 360166 h 4876797"/>
                    <a:gd name="connsiteX119" fmla="*/ 2447508 w 4762649"/>
                    <a:gd name="connsiteY119" fmla="*/ 193432 h 4876797"/>
                    <a:gd name="connsiteX120" fmla="*/ 2375213 w 4762649"/>
                    <a:gd name="connsiteY120" fmla="*/ 10 h 4876797"/>
                    <a:gd name="connsiteX121" fmla="*/ 2952959 w 4762649"/>
                    <a:gd name="connsiteY121" fmla="*/ 218243 h 4876797"/>
                    <a:gd name="connsiteX122" fmla="*/ 3238595 w 4762649"/>
                    <a:gd name="connsiteY122" fmla="*/ 857123 h 4876797"/>
                    <a:gd name="connsiteX123" fmla="*/ 3026683 w 4762649"/>
                    <a:gd name="connsiteY123" fmla="*/ 1420717 h 4876797"/>
                    <a:gd name="connsiteX124" fmla="*/ 4134555 w 4762649"/>
                    <a:gd name="connsiteY124" fmla="*/ 1913122 h 4876797"/>
                    <a:gd name="connsiteX125" fmla="*/ 4134793 w 4762649"/>
                    <a:gd name="connsiteY125" fmla="*/ 1913245 h 4876797"/>
                    <a:gd name="connsiteX126" fmla="*/ 4145984 w 4762649"/>
                    <a:gd name="connsiteY126" fmla="*/ 1919237 h 4876797"/>
                    <a:gd name="connsiteX127" fmla="*/ 4147985 w 4762649"/>
                    <a:gd name="connsiteY127" fmla="*/ 1920532 h 4876797"/>
                    <a:gd name="connsiteX128" fmla="*/ 4156976 w 4762649"/>
                    <a:gd name="connsiteY128" fmla="*/ 1927180 h 4876797"/>
                    <a:gd name="connsiteX129" fmla="*/ 4158205 w 4762649"/>
                    <a:gd name="connsiteY129" fmla="*/ 1928171 h 4876797"/>
                    <a:gd name="connsiteX130" fmla="*/ 4166863 w 4762649"/>
                    <a:gd name="connsiteY130" fmla="*/ 1936753 h 4876797"/>
                    <a:gd name="connsiteX131" fmla="*/ 4168797 w 4762649"/>
                    <a:gd name="connsiteY131" fmla="*/ 1939068 h 4876797"/>
                    <a:gd name="connsiteX132" fmla="*/ 4172073 w 4762649"/>
                    <a:gd name="connsiteY132" fmla="*/ 1943002 h 4876797"/>
                    <a:gd name="connsiteX133" fmla="*/ 4743592 w 4762649"/>
                    <a:gd name="connsiteY133" fmla="*/ 2705021 h 4876797"/>
                    <a:gd name="connsiteX134" fmla="*/ 4759585 w 4762649"/>
                    <a:gd name="connsiteY134" fmla="*/ 2786155 h 4876797"/>
                    <a:gd name="connsiteX135" fmla="*/ 4706093 w 4762649"/>
                    <a:gd name="connsiteY135" fmla="*/ 2849210 h 4876797"/>
                    <a:gd name="connsiteX136" fmla="*/ 4191133 w 4762649"/>
                    <a:gd name="connsiteY136" fmla="*/ 3078077 h 4876797"/>
                    <a:gd name="connsiteX137" fmla="*/ 4191133 w 4762649"/>
                    <a:gd name="connsiteY137" fmla="*/ 4019509 h 4876797"/>
                    <a:gd name="connsiteX138" fmla="*/ 4134573 w 4762649"/>
                    <a:gd name="connsiteY138" fmla="*/ 4106548 h 4876797"/>
                    <a:gd name="connsiteX139" fmla="*/ 2420016 w 4762649"/>
                    <a:gd name="connsiteY139" fmla="*/ 4868577 h 4876797"/>
                    <a:gd name="connsiteX140" fmla="*/ 2419530 w 4762649"/>
                    <a:gd name="connsiteY140" fmla="*/ 4868758 h 4876797"/>
                    <a:gd name="connsiteX141" fmla="*/ 2411825 w 4762649"/>
                    <a:gd name="connsiteY141" fmla="*/ 4871711 h 4876797"/>
                    <a:gd name="connsiteX142" fmla="*/ 2410425 w 4762649"/>
                    <a:gd name="connsiteY142" fmla="*/ 4872225 h 4876797"/>
                    <a:gd name="connsiteX143" fmla="*/ 2401490 w 4762649"/>
                    <a:gd name="connsiteY143" fmla="*/ 4874606 h 4876797"/>
                    <a:gd name="connsiteX144" fmla="*/ 2400947 w 4762649"/>
                    <a:gd name="connsiteY144" fmla="*/ 4874749 h 4876797"/>
                    <a:gd name="connsiteX145" fmla="*/ 2381326 w 4762649"/>
                    <a:gd name="connsiteY145" fmla="*/ 4876797 h 4876797"/>
                    <a:gd name="connsiteX146" fmla="*/ 2361704 w 4762649"/>
                    <a:gd name="connsiteY146" fmla="*/ 4874749 h 4876797"/>
                    <a:gd name="connsiteX147" fmla="*/ 2361161 w 4762649"/>
                    <a:gd name="connsiteY147" fmla="*/ 4874606 h 4876797"/>
                    <a:gd name="connsiteX148" fmla="*/ 2352227 w 4762649"/>
                    <a:gd name="connsiteY148" fmla="*/ 4872225 h 4876797"/>
                    <a:gd name="connsiteX149" fmla="*/ 2350827 w 4762649"/>
                    <a:gd name="connsiteY149" fmla="*/ 4871711 h 4876797"/>
                    <a:gd name="connsiteX150" fmla="*/ 2343121 w 4762649"/>
                    <a:gd name="connsiteY150" fmla="*/ 4868758 h 4876797"/>
                    <a:gd name="connsiteX151" fmla="*/ 2342635 w 4762649"/>
                    <a:gd name="connsiteY151" fmla="*/ 4868577 h 4876797"/>
                    <a:gd name="connsiteX152" fmla="*/ 628078 w 4762649"/>
                    <a:gd name="connsiteY152" fmla="*/ 4106548 h 4876797"/>
                    <a:gd name="connsiteX153" fmla="*/ 571519 w 4762649"/>
                    <a:gd name="connsiteY153" fmla="*/ 4019509 h 4876797"/>
                    <a:gd name="connsiteX154" fmla="*/ 571519 w 4762649"/>
                    <a:gd name="connsiteY154" fmla="*/ 3078077 h 4876797"/>
                    <a:gd name="connsiteX155" fmla="*/ 56559 w 4762649"/>
                    <a:gd name="connsiteY155" fmla="*/ 2849210 h 4876797"/>
                    <a:gd name="connsiteX156" fmla="*/ 3067 w 4762649"/>
                    <a:gd name="connsiteY156" fmla="*/ 2786155 h 4876797"/>
                    <a:gd name="connsiteX157" fmla="*/ 19049 w 4762649"/>
                    <a:gd name="connsiteY157" fmla="*/ 2705021 h 4876797"/>
                    <a:gd name="connsiteX158" fmla="*/ 590559 w 4762649"/>
                    <a:gd name="connsiteY158" fmla="*/ 1943002 h 4876797"/>
                    <a:gd name="connsiteX159" fmla="*/ 593826 w 4762649"/>
                    <a:gd name="connsiteY159" fmla="*/ 1939077 h 4876797"/>
                    <a:gd name="connsiteX160" fmla="*/ 595769 w 4762649"/>
                    <a:gd name="connsiteY160" fmla="*/ 1936744 h 4876797"/>
                    <a:gd name="connsiteX161" fmla="*/ 604418 w 4762649"/>
                    <a:gd name="connsiteY161" fmla="*/ 1928181 h 4876797"/>
                    <a:gd name="connsiteX162" fmla="*/ 605685 w 4762649"/>
                    <a:gd name="connsiteY162" fmla="*/ 1927171 h 4876797"/>
                    <a:gd name="connsiteX163" fmla="*/ 614638 w 4762649"/>
                    <a:gd name="connsiteY163" fmla="*/ 1920551 h 4876797"/>
                    <a:gd name="connsiteX164" fmla="*/ 616658 w 4762649"/>
                    <a:gd name="connsiteY164" fmla="*/ 1919237 h 4876797"/>
                    <a:gd name="connsiteX165" fmla="*/ 627840 w 4762649"/>
                    <a:gd name="connsiteY165" fmla="*/ 1913255 h 4876797"/>
                    <a:gd name="connsiteX166" fmla="*/ 628078 w 4762649"/>
                    <a:gd name="connsiteY166" fmla="*/ 1913122 h 4876797"/>
                    <a:gd name="connsiteX167" fmla="*/ 1735835 w 4762649"/>
                    <a:gd name="connsiteY167" fmla="*/ 1420784 h 4876797"/>
                    <a:gd name="connsiteX168" fmla="*/ 1534696 w 4762649"/>
                    <a:gd name="connsiteY168" fmla="*/ 720277 h 4876797"/>
                    <a:gd name="connsiteX169" fmla="*/ 1789680 w 4762649"/>
                    <a:gd name="connsiteY169" fmla="*/ 237503 h 4876797"/>
                    <a:gd name="connsiteX170" fmla="*/ 2283885 w 4762649"/>
                    <a:gd name="connsiteY170" fmla="*/ 5283 h 4876797"/>
                    <a:gd name="connsiteX171" fmla="*/ 2375213 w 4762649"/>
                    <a:gd name="connsiteY171" fmla="*/ 10 h 487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4762649" h="4876797">
                      <a:moveTo>
                        <a:pt x="2381326" y="3238431"/>
                      </a:moveTo>
                      <a:cubicBezTo>
                        <a:pt x="2433904" y="3238431"/>
                        <a:pt x="2476576" y="3281103"/>
                        <a:pt x="2476576" y="3333681"/>
                      </a:cubicBezTo>
                      <a:cubicBezTo>
                        <a:pt x="2476576" y="3386259"/>
                        <a:pt x="2433904" y="3428931"/>
                        <a:pt x="2381326" y="3428931"/>
                      </a:cubicBezTo>
                      <a:cubicBezTo>
                        <a:pt x="2328748" y="3428931"/>
                        <a:pt x="2286076" y="3386259"/>
                        <a:pt x="2286076" y="3333681"/>
                      </a:cubicBezTo>
                      <a:cubicBezTo>
                        <a:pt x="2286076" y="3281103"/>
                        <a:pt x="2328748" y="3238431"/>
                        <a:pt x="2381326" y="3238431"/>
                      </a:cubicBezTo>
                      <a:close/>
                      <a:moveTo>
                        <a:pt x="2381326" y="2920924"/>
                      </a:moveTo>
                      <a:lnTo>
                        <a:pt x="1885997" y="3581349"/>
                      </a:lnTo>
                      <a:cubicBezTo>
                        <a:pt x="1859356" y="3616887"/>
                        <a:pt x="1811683" y="3629289"/>
                        <a:pt x="1771116" y="3611239"/>
                      </a:cubicBezTo>
                      <a:lnTo>
                        <a:pt x="762019" y="3162745"/>
                      </a:lnTo>
                      <a:lnTo>
                        <a:pt x="762019" y="3957606"/>
                      </a:lnTo>
                      <a:lnTo>
                        <a:pt x="2286076" y="4634957"/>
                      </a:lnTo>
                      <a:lnTo>
                        <a:pt x="2286076" y="3714699"/>
                      </a:lnTo>
                      <a:cubicBezTo>
                        <a:pt x="2286076" y="3662102"/>
                        <a:pt x="2328719" y="3619449"/>
                        <a:pt x="2381326" y="3619449"/>
                      </a:cubicBezTo>
                      <a:cubicBezTo>
                        <a:pt x="2433932" y="3619449"/>
                        <a:pt x="2476576" y="3662102"/>
                        <a:pt x="2476576" y="3714699"/>
                      </a:cubicBezTo>
                      <a:lnTo>
                        <a:pt x="2476576" y="4634957"/>
                      </a:lnTo>
                      <a:lnTo>
                        <a:pt x="4000623" y="3957606"/>
                      </a:lnTo>
                      <a:lnTo>
                        <a:pt x="4000623" y="3162745"/>
                      </a:lnTo>
                      <a:lnTo>
                        <a:pt x="2991526" y="3611229"/>
                      </a:lnTo>
                      <a:cubicBezTo>
                        <a:pt x="2979048" y="3616782"/>
                        <a:pt x="2965885" y="3619449"/>
                        <a:pt x="2952883" y="3619449"/>
                      </a:cubicBezTo>
                      <a:cubicBezTo>
                        <a:pt x="2923613" y="3619449"/>
                        <a:pt x="2895095" y="3605933"/>
                        <a:pt x="2876645" y="3581340"/>
                      </a:cubicBezTo>
                      <a:close/>
                      <a:moveTo>
                        <a:pt x="697439" y="2118014"/>
                      </a:moveTo>
                      <a:lnTo>
                        <a:pt x="243192" y="2723699"/>
                      </a:lnTo>
                      <a:lnTo>
                        <a:pt x="1779146" y="3406337"/>
                      </a:lnTo>
                      <a:lnTo>
                        <a:pt x="2233393" y="2800661"/>
                      </a:lnTo>
                      <a:close/>
                      <a:moveTo>
                        <a:pt x="4065222" y="2118005"/>
                      </a:moveTo>
                      <a:lnTo>
                        <a:pt x="2529268" y="2800652"/>
                      </a:lnTo>
                      <a:lnTo>
                        <a:pt x="2983515" y="3406327"/>
                      </a:lnTo>
                      <a:lnTo>
                        <a:pt x="4519469" y="2723680"/>
                      </a:lnTo>
                      <a:close/>
                      <a:moveTo>
                        <a:pt x="2571826" y="2000142"/>
                      </a:moveTo>
                      <a:lnTo>
                        <a:pt x="2571825" y="2000152"/>
                      </a:lnTo>
                      <a:lnTo>
                        <a:pt x="2190816" y="2000152"/>
                      </a:lnTo>
                      <a:cubicBezTo>
                        <a:pt x="2190816" y="2050996"/>
                        <a:pt x="2210647" y="2098831"/>
                        <a:pt x="2246642" y="2134826"/>
                      </a:cubicBezTo>
                      <a:cubicBezTo>
                        <a:pt x="2282647" y="2170821"/>
                        <a:pt x="2330472" y="2190652"/>
                        <a:pt x="2381316" y="2190652"/>
                      </a:cubicBezTo>
                      <a:cubicBezTo>
                        <a:pt x="2473237" y="2190652"/>
                        <a:pt x="2550155" y="2125215"/>
                        <a:pt x="2567949" y="2038486"/>
                      </a:cubicBezTo>
                      <a:lnTo>
                        <a:pt x="2571825" y="2000152"/>
                      </a:lnTo>
                      <a:lnTo>
                        <a:pt x="2571826" y="2000152"/>
                      </a:lnTo>
                      <a:close/>
                      <a:moveTo>
                        <a:pt x="2095566" y="1619142"/>
                      </a:moveTo>
                      <a:lnTo>
                        <a:pt x="2095566" y="1714392"/>
                      </a:lnTo>
                      <a:cubicBezTo>
                        <a:pt x="2095566" y="1751359"/>
                        <a:pt x="2116255" y="1784277"/>
                        <a:pt x="2149554" y="1800317"/>
                      </a:cubicBezTo>
                      <a:cubicBezTo>
                        <a:pt x="2162422" y="1806499"/>
                        <a:pt x="2176319" y="1809642"/>
                        <a:pt x="2190816" y="1809642"/>
                      </a:cubicBezTo>
                      <a:lnTo>
                        <a:pt x="2571835" y="1809642"/>
                      </a:lnTo>
                      <a:cubicBezTo>
                        <a:pt x="2584723" y="1809642"/>
                        <a:pt x="2597172" y="1807147"/>
                        <a:pt x="2608831" y="1802213"/>
                      </a:cubicBezTo>
                      <a:cubicBezTo>
                        <a:pt x="2644225" y="1787239"/>
                        <a:pt x="2667085" y="1752778"/>
                        <a:pt x="2667085" y="1714392"/>
                      </a:cubicBezTo>
                      <a:lnTo>
                        <a:pt x="2667085" y="1619142"/>
                      </a:lnTo>
                      <a:close/>
                      <a:moveTo>
                        <a:pt x="2875769" y="1562106"/>
                      </a:moveTo>
                      <a:cubicBezTo>
                        <a:pt x="2872616" y="1566374"/>
                        <a:pt x="2869711" y="1570822"/>
                        <a:pt x="2867358" y="1575565"/>
                      </a:cubicBezTo>
                      <a:cubicBezTo>
                        <a:pt x="2860938" y="1588462"/>
                        <a:pt x="2857576" y="1602931"/>
                        <a:pt x="2857576" y="1617513"/>
                      </a:cubicBezTo>
                      <a:lnTo>
                        <a:pt x="2857576" y="1714383"/>
                      </a:lnTo>
                      <a:cubicBezTo>
                        <a:pt x="2857576" y="1797326"/>
                        <a:pt x="2821876" y="1874022"/>
                        <a:pt x="2762326" y="1927257"/>
                      </a:cubicBezTo>
                      <a:lnTo>
                        <a:pt x="2762326" y="2000142"/>
                      </a:lnTo>
                      <a:cubicBezTo>
                        <a:pt x="2762326" y="2210225"/>
                        <a:pt x="2591409" y="2381152"/>
                        <a:pt x="2381316" y="2381152"/>
                      </a:cubicBezTo>
                      <a:cubicBezTo>
                        <a:pt x="2279589" y="2381152"/>
                        <a:pt x="2183920" y="2341509"/>
                        <a:pt x="2111930" y="2269528"/>
                      </a:cubicBezTo>
                      <a:cubicBezTo>
                        <a:pt x="2039950" y="2197557"/>
                        <a:pt x="2000307" y="2101879"/>
                        <a:pt x="2000307" y="2000142"/>
                      </a:cubicBezTo>
                      <a:lnTo>
                        <a:pt x="2000307" y="1927219"/>
                      </a:lnTo>
                      <a:cubicBezTo>
                        <a:pt x="1940852" y="1873679"/>
                        <a:pt x="1905057" y="1796297"/>
                        <a:pt x="1905057" y="1714383"/>
                      </a:cubicBezTo>
                      <a:lnTo>
                        <a:pt x="1905057" y="1617513"/>
                      </a:lnTo>
                      <a:cubicBezTo>
                        <a:pt x="1905057" y="1602797"/>
                        <a:pt x="1901742" y="1588700"/>
                        <a:pt x="1895208" y="1575622"/>
                      </a:cubicBezTo>
                      <a:cubicBezTo>
                        <a:pt x="1892808" y="1570812"/>
                        <a:pt x="1889921" y="1566383"/>
                        <a:pt x="1886797" y="1562135"/>
                      </a:cubicBezTo>
                      <a:lnTo>
                        <a:pt x="901303" y="2000142"/>
                      </a:lnTo>
                      <a:lnTo>
                        <a:pt x="2381326" y="2657929"/>
                      </a:lnTo>
                      <a:lnTo>
                        <a:pt x="3861330" y="2000142"/>
                      </a:lnTo>
                      <a:close/>
                      <a:moveTo>
                        <a:pt x="3497753" y="1012853"/>
                      </a:moveTo>
                      <a:cubicBezTo>
                        <a:pt x="3510123" y="1013075"/>
                        <a:pt x="3522654" y="1015724"/>
                        <a:pt x="3534670" y="1021058"/>
                      </a:cubicBezTo>
                      <a:lnTo>
                        <a:pt x="3944064" y="1203005"/>
                      </a:lnTo>
                      <a:cubicBezTo>
                        <a:pt x="3992137" y="1224370"/>
                        <a:pt x="4013787" y="1280662"/>
                        <a:pt x="3992422" y="1328735"/>
                      </a:cubicBezTo>
                      <a:cubicBezTo>
                        <a:pt x="3976639" y="1364225"/>
                        <a:pt x="3941816" y="1385323"/>
                        <a:pt x="3905326" y="1385323"/>
                      </a:cubicBezTo>
                      <a:cubicBezTo>
                        <a:pt x="3892400" y="1385323"/>
                        <a:pt x="3879265" y="1382675"/>
                        <a:pt x="3866692" y="1377093"/>
                      </a:cubicBezTo>
                      <a:lnTo>
                        <a:pt x="3457298" y="1195147"/>
                      </a:lnTo>
                      <a:cubicBezTo>
                        <a:pt x="3409225" y="1173773"/>
                        <a:pt x="3387575" y="1117480"/>
                        <a:pt x="3408949" y="1069417"/>
                      </a:cubicBezTo>
                      <a:cubicBezTo>
                        <a:pt x="3424965" y="1033362"/>
                        <a:pt x="3460640" y="1012186"/>
                        <a:pt x="3497753" y="1012853"/>
                      </a:cubicBezTo>
                      <a:close/>
                      <a:moveTo>
                        <a:pt x="1264905" y="1012839"/>
                      </a:moveTo>
                      <a:cubicBezTo>
                        <a:pt x="1302012" y="1012171"/>
                        <a:pt x="1337698" y="1033352"/>
                        <a:pt x="1353722" y="1069407"/>
                      </a:cubicBezTo>
                      <a:cubicBezTo>
                        <a:pt x="1375086" y="1117480"/>
                        <a:pt x="1353436" y="1173782"/>
                        <a:pt x="1305363" y="1195137"/>
                      </a:cubicBezTo>
                      <a:lnTo>
                        <a:pt x="895969" y="1377083"/>
                      </a:lnTo>
                      <a:cubicBezTo>
                        <a:pt x="883396" y="1382665"/>
                        <a:pt x="870261" y="1385313"/>
                        <a:pt x="857336" y="1385313"/>
                      </a:cubicBezTo>
                      <a:cubicBezTo>
                        <a:pt x="820836" y="1385313"/>
                        <a:pt x="786012" y="1364225"/>
                        <a:pt x="770249" y="1328725"/>
                      </a:cubicBezTo>
                      <a:cubicBezTo>
                        <a:pt x="748884" y="1280652"/>
                        <a:pt x="770534" y="1224360"/>
                        <a:pt x="818607" y="1202995"/>
                      </a:cubicBezTo>
                      <a:lnTo>
                        <a:pt x="1228001" y="1021048"/>
                      </a:lnTo>
                      <a:cubicBezTo>
                        <a:pt x="1240010" y="1015712"/>
                        <a:pt x="1252536" y="1013061"/>
                        <a:pt x="1264905" y="1012839"/>
                      </a:cubicBezTo>
                      <a:close/>
                      <a:moveTo>
                        <a:pt x="859047" y="203200"/>
                      </a:moveTo>
                      <a:cubicBezTo>
                        <a:pt x="871419" y="203421"/>
                        <a:pt x="883951" y="206070"/>
                        <a:pt x="895969" y="211404"/>
                      </a:cubicBezTo>
                      <a:lnTo>
                        <a:pt x="1305363" y="393350"/>
                      </a:lnTo>
                      <a:cubicBezTo>
                        <a:pt x="1353436" y="414715"/>
                        <a:pt x="1375086" y="471008"/>
                        <a:pt x="1353721" y="519081"/>
                      </a:cubicBezTo>
                      <a:cubicBezTo>
                        <a:pt x="1337938" y="554571"/>
                        <a:pt x="1303115" y="575669"/>
                        <a:pt x="1266625" y="575669"/>
                      </a:cubicBezTo>
                      <a:cubicBezTo>
                        <a:pt x="1253699" y="575669"/>
                        <a:pt x="1240564" y="573021"/>
                        <a:pt x="1227991" y="567439"/>
                      </a:cubicBezTo>
                      <a:lnTo>
                        <a:pt x="818597" y="385492"/>
                      </a:lnTo>
                      <a:cubicBezTo>
                        <a:pt x="770525" y="364118"/>
                        <a:pt x="748874" y="307826"/>
                        <a:pt x="770248" y="259762"/>
                      </a:cubicBezTo>
                      <a:cubicBezTo>
                        <a:pt x="786264" y="223715"/>
                        <a:pt x="821933" y="202535"/>
                        <a:pt x="859047" y="203200"/>
                      </a:cubicBezTo>
                      <a:close/>
                      <a:moveTo>
                        <a:pt x="3903618" y="203181"/>
                      </a:moveTo>
                      <a:cubicBezTo>
                        <a:pt x="3940728" y="202511"/>
                        <a:pt x="3976399" y="223698"/>
                        <a:pt x="3992423" y="259753"/>
                      </a:cubicBezTo>
                      <a:cubicBezTo>
                        <a:pt x="4013787" y="307835"/>
                        <a:pt x="3992137" y="364128"/>
                        <a:pt x="3944064" y="385483"/>
                      </a:cubicBezTo>
                      <a:lnTo>
                        <a:pt x="3534670" y="567430"/>
                      </a:lnTo>
                      <a:cubicBezTo>
                        <a:pt x="3522097" y="573011"/>
                        <a:pt x="3508962" y="575659"/>
                        <a:pt x="3496037" y="575659"/>
                      </a:cubicBezTo>
                      <a:cubicBezTo>
                        <a:pt x="3459537" y="575659"/>
                        <a:pt x="3424713" y="554571"/>
                        <a:pt x="3408950" y="519071"/>
                      </a:cubicBezTo>
                      <a:cubicBezTo>
                        <a:pt x="3387585" y="470998"/>
                        <a:pt x="3409235" y="414706"/>
                        <a:pt x="3457308" y="393341"/>
                      </a:cubicBezTo>
                      <a:lnTo>
                        <a:pt x="3866702" y="211395"/>
                      </a:lnTo>
                      <a:cubicBezTo>
                        <a:pt x="3878718" y="206056"/>
                        <a:pt x="3891248" y="203404"/>
                        <a:pt x="3903618" y="203181"/>
                      </a:cubicBezTo>
                      <a:close/>
                      <a:moveTo>
                        <a:pt x="2447508" y="193432"/>
                      </a:moveTo>
                      <a:cubicBezTo>
                        <a:pt x="2400801" y="188925"/>
                        <a:pt x="2353070" y="189261"/>
                        <a:pt x="2304850" y="194612"/>
                      </a:cubicBezTo>
                      <a:cubicBezTo>
                        <a:pt x="2012670" y="226930"/>
                        <a:pt x="1767944" y="460321"/>
                        <a:pt x="1722939" y="749538"/>
                      </a:cubicBezTo>
                      <a:cubicBezTo>
                        <a:pt x="1685439" y="990425"/>
                        <a:pt x="1775450" y="1224617"/>
                        <a:pt x="1963702" y="1376007"/>
                      </a:cubicBezTo>
                      <a:cubicBezTo>
                        <a:pt x="1969665" y="1380817"/>
                        <a:pt x="1975542" y="1385484"/>
                        <a:pt x="1981590" y="1389980"/>
                      </a:cubicBezTo>
                      <a:cubicBezTo>
                        <a:pt x="1996859" y="1401410"/>
                        <a:pt x="2010841" y="1414431"/>
                        <a:pt x="2023491" y="1428623"/>
                      </a:cubicBezTo>
                      <a:lnTo>
                        <a:pt x="2286066" y="1428623"/>
                      </a:lnTo>
                      <a:lnTo>
                        <a:pt x="2286066" y="1087076"/>
                      </a:lnTo>
                      <a:lnTo>
                        <a:pt x="2123455" y="924465"/>
                      </a:lnTo>
                      <a:cubicBezTo>
                        <a:pt x="2086260" y="887260"/>
                        <a:pt x="2086260" y="826948"/>
                        <a:pt x="2123455" y="789753"/>
                      </a:cubicBezTo>
                      <a:cubicBezTo>
                        <a:pt x="2160660" y="752567"/>
                        <a:pt x="2220972" y="752567"/>
                        <a:pt x="2258168" y="789753"/>
                      </a:cubicBezTo>
                      <a:lnTo>
                        <a:pt x="2381326" y="912911"/>
                      </a:lnTo>
                      <a:lnTo>
                        <a:pt x="2504484" y="789762"/>
                      </a:lnTo>
                      <a:cubicBezTo>
                        <a:pt x="2541689" y="752577"/>
                        <a:pt x="2602001" y="752577"/>
                        <a:pt x="2639196" y="789762"/>
                      </a:cubicBezTo>
                      <a:cubicBezTo>
                        <a:pt x="2676391" y="826967"/>
                        <a:pt x="2676391" y="887279"/>
                        <a:pt x="2639196" y="924474"/>
                      </a:cubicBezTo>
                      <a:lnTo>
                        <a:pt x="2476585" y="1087085"/>
                      </a:lnTo>
                      <a:lnTo>
                        <a:pt x="2476585" y="1428633"/>
                      </a:lnTo>
                      <a:lnTo>
                        <a:pt x="2739018" y="1428633"/>
                      </a:lnTo>
                      <a:cubicBezTo>
                        <a:pt x="2751553" y="1414583"/>
                        <a:pt x="2765402" y="1401686"/>
                        <a:pt x="2780490" y="1390418"/>
                      </a:cubicBezTo>
                      <a:cubicBezTo>
                        <a:pt x="2786681" y="1385808"/>
                        <a:pt x="2792739" y="1381055"/>
                        <a:pt x="2798721" y="1376207"/>
                      </a:cubicBezTo>
                      <a:cubicBezTo>
                        <a:pt x="2957303" y="1248715"/>
                        <a:pt x="3048104" y="1059596"/>
                        <a:pt x="3048104" y="857113"/>
                      </a:cubicBezTo>
                      <a:cubicBezTo>
                        <a:pt x="3048104" y="667718"/>
                        <a:pt x="2967113" y="486581"/>
                        <a:pt x="2825896" y="360166"/>
                      </a:cubicBezTo>
                      <a:cubicBezTo>
                        <a:pt x="2718554" y="264068"/>
                        <a:pt x="2587632" y="206954"/>
                        <a:pt x="2447508" y="193432"/>
                      </a:cubicBezTo>
                      <a:close/>
                      <a:moveTo>
                        <a:pt x="2375213" y="10"/>
                      </a:moveTo>
                      <a:cubicBezTo>
                        <a:pt x="2587741" y="-1027"/>
                        <a:pt x="2794281" y="76167"/>
                        <a:pt x="2952959" y="218243"/>
                      </a:cubicBezTo>
                      <a:cubicBezTo>
                        <a:pt x="3134487" y="380759"/>
                        <a:pt x="3238595" y="613626"/>
                        <a:pt x="3238595" y="857123"/>
                      </a:cubicBezTo>
                      <a:cubicBezTo>
                        <a:pt x="3238595" y="1067083"/>
                        <a:pt x="3162690" y="1265822"/>
                        <a:pt x="3026683" y="1420717"/>
                      </a:cubicBezTo>
                      <a:lnTo>
                        <a:pt x="4134555" y="1913122"/>
                      </a:lnTo>
                      <a:cubicBezTo>
                        <a:pt x="4134640" y="1913150"/>
                        <a:pt x="4134707" y="1913207"/>
                        <a:pt x="4134793" y="1913245"/>
                      </a:cubicBezTo>
                      <a:cubicBezTo>
                        <a:pt x="4138641" y="1914969"/>
                        <a:pt x="4142365" y="1916998"/>
                        <a:pt x="4145984" y="1919237"/>
                      </a:cubicBezTo>
                      <a:cubicBezTo>
                        <a:pt x="4146670" y="1919656"/>
                        <a:pt x="4147318" y="1920094"/>
                        <a:pt x="4147985" y="1920532"/>
                      </a:cubicBezTo>
                      <a:cubicBezTo>
                        <a:pt x="4151090" y="1922561"/>
                        <a:pt x="4154090" y="1924761"/>
                        <a:pt x="4156976" y="1927180"/>
                      </a:cubicBezTo>
                      <a:cubicBezTo>
                        <a:pt x="4157376" y="1927523"/>
                        <a:pt x="4157805" y="1927828"/>
                        <a:pt x="4158205" y="1928171"/>
                      </a:cubicBezTo>
                      <a:cubicBezTo>
                        <a:pt x="4161244" y="1930810"/>
                        <a:pt x="4164129" y="1933686"/>
                        <a:pt x="4166863" y="1936753"/>
                      </a:cubicBezTo>
                      <a:cubicBezTo>
                        <a:pt x="4167539" y="1937506"/>
                        <a:pt x="4168149" y="1938296"/>
                        <a:pt x="4168797" y="1939068"/>
                      </a:cubicBezTo>
                      <a:cubicBezTo>
                        <a:pt x="4169892" y="1940373"/>
                        <a:pt x="4171035" y="1941620"/>
                        <a:pt x="4172073" y="1943002"/>
                      </a:cubicBezTo>
                      <a:lnTo>
                        <a:pt x="4743592" y="2705021"/>
                      </a:lnTo>
                      <a:cubicBezTo>
                        <a:pt x="4760995" y="2728224"/>
                        <a:pt x="4766881" y="2758094"/>
                        <a:pt x="4759585" y="2786155"/>
                      </a:cubicBezTo>
                      <a:cubicBezTo>
                        <a:pt x="4752279" y="2814215"/>
                        <a:pt x="4732591" y="2837437"/>
                        <a:pt x="4706093" y="2849210"/>
                      </a:cubicBezTo>
                      <a:lnTo>
                        <a:pt x="4191133" y="3078077"/>
                      </a:lnTo>
                      <a:lnTo>
                        <a:pt x="4191133" y="4019509"/>
                      </a:lnTo>
                      <a:cubicBezTo>
                        <a:pt x="4191133" y="4057152"/>
                        <a:pt x="4168968" y="4091270"/>
                        <a:pt x="4134573" y="4106548"/>
                      </a:cubicBezTo>
                      <a:lnTo>
                        <a:pt x="2420016" y="4868577"/>
                      </a:lnTo>
                      <a:cubicBezTo>
                        <a:pt x="2419855" y="4868644"/>
                        <a:pt x="2419693" y="4868691"/>
                        <a:pt x="2419530" y="4868758"/>
                      </a:cubicBezTo>
                      <a:cubicBezTo>
                        <a:pt x="2417025" y="4869863"/>
                        <a:pt x="2414444" y="4870825"/>
                        <a:pt x="2411825" y="4871711"/>
                      </a:cubicBezTo>
                      <a:cubicBezTo>
                        <a:pt x="2411358" y="4871873"/>
                        <a:pt x="2410901" y="4872073"/>
                        <a:pt x="2410425" y="4872225"/>
                      </a:cubicBezTo>
                      <a:cubicBezTo>
                        <a:pt x="2407500" y="4873159"/>
                        <a:pt x="2404519" y="4873949"/>
                        <a:pt x="2401490" y="4874606"/>
                      </a:cubicBezTo>
                      <a:cubicBezTo>
                        <a:pt x="2401309" y="4874654"/>
                        <a:pt x="2401128" y="4874711"/>
                        <a:pt x="2400947" y="4874749"/>
                      </a:cubicBezTo>
                      <a:cubicBezTo>
                        <a:pt x="2394613" y="4876083"/>
                        <a:pt x="2388050" y="4876797"/>
                        <a:pt x="2381326" y="4876797"/>
                      </a:cubicBezTo>
                      <a:cubicBezTo>
                        <a:pt x="2374601" y="4876797"/>
                        <a:pt x="2368038" y="4876073"/>
                        <a:pt x="2361704" y="4874749"/>
                      </a:cubicBezTo>
                      <a:cubicBezTo>
                        <a:pt x="2361523" y="4874701"/>
                        <a:pt x="2361342" y="4874644"/>
                        <a:pt x="2361161" y="4874606"/>
                      </a:cubicBezTo>
                      <a:cubicBezTo>
                        <a:pt x="2358123" y="4873949"/>
                        <a:pt x="2355142" y="4873159"/>
                        <a:pt x="2352227" y="4872225"/>
                      </a:cubicBezTo>
                      <a:cubicBezTo>
                        <a:pt x="2351751" y="4872073"/>
                        <a:pt x="2351293" y="4871873"/>
                        <a:pt x="2350827" y="4871711"/>
                      </a:cubicBezTo>
                      <a:cubicBezTo>
                        <a:pt x="2348207" y="4870825"/>
                        <a:pt x="2345636" y="4869863"/>
                        <a:pt x="2343121" y="4868758"/>
                      </a:cubicBezTo>
                      <a:cubicBezTo>
                        <a:pt x="2342959" y="4868691"/>
                        <a:pt x="2342797" y="4868644"/>
                        <a:pt x="2342635" y="4868577"/>
                      </a:cubicBezTo>
                      <a:lnTo>
                        <a:pt x="628078" y="4106548"/>
                      </a:lnTo>
                      <a:cubicBezTo>
                        <a:pt x="593683" y="4091261"/>
                        <a:pt x="571519" y="4057152"/>
                        <a:pt x="571519" y="4019509"/>
                      </a:cubicBezTo>
                      <a:lnTo>
                        <a:pt x="571519" y="3078077"/>
                      </a:lnTo>
                      <a:lnTo>
                        <a:pt x="56559" y="2849210"/>
                      </a:lnTo>
                      <a:cubicBezTo>
                        <a:pt x="30051" y="2837437"/>
                        <a:pt x="10363" y="2814225"/>
                        <a:pt x="3067" y="2786155"/>
                      </a:cubicBezTo>
                      <a:cubicBezTo>
                        <a:pt x="-4230" y="2758084"/>
                        <a:pt x="1647" y="2728224"/>
                        <a:pt x="19049" y="2705021"/>
                      </a:cubicBezTo>
                      <a:lnTo>
                        <a:pt x="590559" y="1943002"/>
                      </a:lnTo>
                      <a:cubicBezTo>
                        <a:pt x="591597" y="1941630"/>
                        <a:pt x="592731" y="1940382"/>
                        <a:pt x="593826" y="1939077"/>
                      </a:cubicBezTo>
                      <a:cubicBezTo>
                        <a:pt x="594483" y="1938296"/>
                        <a:pt x="595093" y="1937496"/>
                        <a:pt x="595769" y="1936744"/>
                      </a:cubicBezTo>
                      <a:cubicBezTo>
                        <a:pt x="598503" y="1933686"/>
                        <a:pt x="601379" y="1930819"/>
                        <a:pt x="604418" y="1928181"/>
                      </a:cubicBezTo>
                      <a:cubicBezTo>
                        <a:pt x="604827" y="1927828"/>
                        <a:pt x="605275" y="1927514"/>
                        <a:pt x="605685" y="1927171"/>
                      </a:cubicBezTo>
                      <a:cubicBezTo>
                        <a:pt x="608552" y="1924771"/>
                        <a:pt x="611543" y="1922570"/>
                        <a:pt x="614638" y="1920551"/>
                      </a:cubicBezTo>
                      <a:cubicBezTo>
                        <a:pt x="615315" y="1920113"/>
                        <a:pt x="615972" y="1919665"/>
                        <a:pt x="616658" y="1919237"/>
                      </a:cubicBezTo>
                      <a:cubicBezTo>
                        <a:pt x="620277" y="1916998"/>
                        <a:pt x="623992" y="1914969"/>
                        <a:pt x="627840" y="1913255"/>
                      </a:cubicBezTo>
                      <a:cubicBezTo>
                        <a:pt x="627926" y="1913217"/>
                        <a:pt x="627992" y="1913160"/>
                        <a:pt x="628078" y="1913122"/>
                      </a:cubicBezTo>
                      <a:lnTo>
                        <a:pt x="1735835" y="1420784"/>
                      </a:lnTo>
                      <a:cubicBezTo>
                        <a:pt x="1568910" y="1231227"/>
                        <a:pt x="1494472" y="978691"/>
                        <a:pt x="1534696" y="720277"/>
                      </a:cubicBezTo>
                      <a:cubicBezTo>
                        <a:pt x="1562947" y="538731"/>
                        <a:pt x="1653511" y="367281"/>
                        <a:pt x="1789680" y="237503"/>
                      </a:cubicBezTo>
                      <a:cubicBezTo>
                        <a:pt x="1925602" y="107972"/>
                        <a:pt x="2101110" y="25505"/>
                        <a:pt x="2283885" y="5283"/>
                      </a:cubicBezTo>
                      <a:cubicBezTo>
                        <a:pt x="2314369" y="1903"/>
                        <a:pt x="2344852" y="158"/>
                        <a:pt x="2375213" y="10"/>
                      </a:cubicBezTo>
                      <a:close/>
                    </a:path>
                  </a:pathLst>
                </a:custGeom>
                <a:solidFill>
                  <a:schemeClr val="bg1"/>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400">
                    <a:solidFill>
                      <a:schemeClr val="tx2"/>
                    </a:solidFill>
                  </a:endParaRPr>
                </a:p>
              </p:txBody>
            </p:sp>
          </p:grpSp>
        </p:grpSp>
      </p:grpSp>
      <p:grpSp>
        <p:nvGrpSpPr>
          <p:cNvPr id="6" name="Group 5">
            <a:extLst>
              <a:ext uri="{FF2B5EF4-FFF2-40B4-BE49-F238E27FC236}">
                <a16:creationId xmlns:a16="http://schemas.microsoft.com/office/drawing/2014/main" id="{87297CCF-89A7-514D-A90E-DE9C281E188A}"/>
              </a:ext>
            </a:extLst>
          </p:cNvPr>
          <p:cNvGrpSpPr/>
          <p:nvPr/>
        </p:nvGrpSpPr>
        <p:grpSpPr>
          <a:xfrm>
            <a:off x="5889278" y="1704808"/>
            <a:ext cx="2112088" cy="2503481"/>
            <a:chOff x="12784743" y="3784029"/>
            <a:chExt cx="3371849" cy="3996689"/>
          </a:xfrm>
        </p:grpSpPr>
        <p:sp>
          <p:nvSpPr>
            <p:cNvPr id="29" name="Freeform 485">
              <a:extLst>
                <a:ext uri="{FF2B5EF4-FFF2-40B4-BE49-F238E27FC236}">
                  <a16:creationId xmlns:a16="http://schemas.microsoft.com/office/drawing/2014/main" id="{5844BFB3-E6D9-0F4C-80F5-11544A87AD1B}"/>
                </a:ext>
              </a:extLst>
            </p:cNvPr>
            <p:cNvSpPr/>
            <p:nvPr/>
          </p:nvSpPr>
          <p:spPr>
            <a:xfrm>
              <a:off x="14376371" y="4666044"/>
              <a:ext cx="57150" cy="2274570"/>
            </a:xfrm>
            <a:custGeom>
              <a:avLst/>
              <a:gdLst>
                <a:gd name="connsiteX0" fmla="*/ 0 w 57150"/>
                <a:gd name="connsiteY0" fmla="*/ 0 h 2274570"/>
                <a:gd name="connsiteX1" fmla="*/ 57150 w 57150"/>
                <a:gd name="connsiteY1" fmla="*/ 0 h 2274570"/>
                <a:gd name="connsiteX2" fmla="*/ 57150 w 57150"/>
                <a:gd name="connsiteY2" fmla="*/ 2274570 h 2274570"/>
                <a:gd name="connsiteX3" fmla="*/ 0 w 57150"/>
                <a:gd name="connsiteY3" fmla="*/ 2274570 h 2274570"/>
              </a:gdLst>
              <a:ahLst/>
              <a:cxnLst>
                <a:cxn ang="0">
                  <a:pos x="connsiteX0" y="connsiteY0"/>
                </a:cxn>
                <a:cxn ang="0">
                  <a:pos x="connsiteX1" y="connsiteY1"/>
                </a:cxn>
                <a:cxn ang="0">
                  <a:pos x="connsiteX2" y="connsiteY2"/>
                </a:cxn>
                <a:cxn ang="0">
                  <a:pos x="connsiteX3" y="connsiteY3"/>
                </a:cxn>
              </a:cxnLst>
              <a:rect l="l" t="t" r="r" b="b"/>
              <a:pathLst>
                <a:path w="57150" h="2274570">
                  <a:moveTo>
                    <a:pt x="0" y="0"/>
                  </a:moveTo>
                  <a:lnTo>
                    <a:pt x="57150" y="0"/>
                  </a:lnTo>
                  <a:lnTo>
                    <a:pt x="57150" y="2274570"/>
                  </a:lnTo>
                  <a:lnTo>
                    <a:pt x="0" y="2274570"/>
                  </a:lnTo>
                  <a:close/>
                </a:path>
              </a:pathLst>
            </a:custGeom>
            <a:ln>
              <a:noFill/>
            </a:ln>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30" name="Freeform 1483">
              <a:extLst>
                <a:ext uri="{FF2B5EF4-FFF2-40B4-BE49-F238E27FC236}">
                  <a16:creationId xmlns:a16="http://schemas.microsoft.com/office/drawing/2014/main" id="{38A01166-0F4E-824E-9C6D-99A69A81DAB6}"/>
                </a:ext>
              </a:extLst>
            </p:cNvPr>
            <p:cNvSpPr/>
            <p:nvPr/>
          </p:nvSpPr>
          <p:spPr>
            <a:xfrm>
              <a:off x="12784743" y="7360666"/>
              <a:ext cx="3371849" cy="420052"/>
            </a:xfrm>
            <a:custGeom>
              <a:avLst/>
              <a:gdLst>
                <a:gd name="connsiteX0" fmla="*/ 0 w 3371849"/>
                <a:gd name="connsiteY0" fmla="*/ 420053 h 420052"/>
                <a:gd name="connsiteX1" fmla="*/ 2825115 w 3371849"/>
                <a:gd name="connsiteY1" fmla="*/ 420053 h 420052"/>
                <a:gd name="connsiteX2" fmla="*/ 3371850 w 3371849"/>
                <a:gd name="connsiteY2" fmla="*/ 0 h 420052"/>
                <a:gd name="connsiteX3" fmla="*/ 545782 w 3371849"/>
                <a:gd name="connsiteY3" fmla="*/ 0 h 420052"/>
              </a:gdLst>
              <a:ahLst/>
              <a:cxnLst>
                <a:cxn ang="0">
                  <a:pos x="connsiteX0" y="connsiteY0"/>
                </a:cxn>
                <a:cxn ang="0">
                  <a:pos x="connsiteX1" y="connsiteY1"/>
                </a:cxn>
                <a:cxn ang="0">
                  <a:pos x="connsiteX2" y="connsiteY2"/>
                </a:cxn>
                <a:cxn ang="0">
                  <a:pos x="connsiteX3" y="connsiteY3"/>
                </a:cxn>
              </a:cxnLst>
              <a:rect l="l" t="t" r="r" b="b"/>
              <a:pathLst>
                <a:path w="3371849" h="420052">
                  <a:moveTo>
                    <a:pt x="0" y="420053"/>
                  </a:moveTo>
                  <a:lnTo>
                    <a:pt x="2825115" y="420053"/>
                  </a:lnTo>
                  <a:lnTo>
                    <a:pt x="3371850" y="0"/>
                  </a:lnTo>
                  <a:lnTo>
                    <a:pt x="545782" y="0"/>
                  </a:lnTo>
                  <a:close/>
                </a:path>
              </a:pathLst>
            </a:custGeom>
            <a:solidFill>
              <a:schemeClr val="accent4">
                <a:lumMod val="75000"/>
              </a:schemeClr>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31" name="Freeform 1484">
              <a:extLst>
                <a:ext uri="{FF2B5EF4-FFF2-40B4-BE49-F238E27FC236}">
                  <a16:creationId xmlns:a16="http://schemas.microsoft.com/office/drawing/2014/main" id="{45B83CB4-18F0-FD46-909D-EBDAE6840693}"/>
                </a:ext>
              </a:extLst>
            </p:cNvPr>
            <p:cNvSpPr/>
            <p:nvPr/>
          </p:nvSpPr>
          <p:spPr>
            <a:xfrm>
              <a:off x="12784743" y="6940614"/>
              <a:ext cx="3371849" cy="420052"/>
            </a:xfrm>
            <a:custGeom>
              <a:avLst/>
              <a:gdLst>
                <a:gd name="connsiteX0" fmla="*/ 0 w 3371849"/>
                <a:gd name="connsiteY0" fmla="*/ 0 h 420052"/>
                <a:gd name="connsiteX1" fmla="*/ 545782 w 3371849"/>
                <a:gd name="connsiteY1" fmla="*/ 420052 h 420052"/>
                <a:gd name="connsiteX2" fmla="*/ 3371850 w 3371849"/>
                <a:gd name="connsiteY2" fmla="*/ 420052 h 420052"/>
                <a:gd name="connsiteX3" fmla="*/ 2825115 w 3371849"/>
                <a:gd name="connsiteY3" fmla="*/ 0 h 420052"/>
              </a:gdLst>
              <a:ahLst/>
              <a:cxnLst>
                <a:cxn ang="0">
                  <a:pos x="connsiteX0" y="connsiteY0"/>
                </a:cxn>
                <a:cxn ang="0">
                  <a:pos x="connsiteX1" y="connsiteY1"/>
                </a:cxn>
                <a:cxn ang="0">
                  <a:pos x="connsiteX2" y="connsiteY2"/>
                </a:cxn>
                <a:cxn ang="0">
                  <a:pos x="connsiteX3" y="connsiteY3"/>
                </a:cxn>
              </a:cxnLst>
              <a:rect l="l" t="t" r="r" b="b"/>
              <a:pathLst>
                <a:path w="3371849" h="420052">
                  <a:moveTo>
                    <a:pt x="0" y="0"/>
                  </a:moveTo>
                  <a:lnTo>
                    <a:pt x="545782" y="420052"/>
                  </a:lnTo>
                  <a:lnTo>
                    <a:pt x="3371850" y="420052"/>
                  </a:lnTo>
                  <a:lnTo>
                    <a:pt x="2825115" y="0"/>
                  </a:lnTo>
                  <a:close/>
                </a:path>
              </a:pathLst>
            </a:custGeom>
            <a:ln>
              <a:noFill/>
            </a:ln>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nvGrpSpPr>
            <p:cNvPr id="32" name="Group 31">
              <a:extLst>
                <a:ext uri="{FF2B5EF4-FFF2-40B4-BE49-F238E27FC236}">
                  <a16:creationId xmlns:a16="http://schemas.microsoft.com/office/drawing/2014/main" id="{3D788C10-76CF-D440-8FEF-387E1645ADAF}"/>
                </a:ext>
              </a:extLst>
            </p:cNvPr>
            <p:cNvGrpSpPr/>
            <p:nvPr/>
          </p:nvGrpSpPr>
          <p:grpSpPr>
            <a:xfrm>
              <a:off x="13517215" y="3784029"/>
              <a:ext cx="1764030" cy="1812722"/>
              <a:chOff x="13517215" y="3784029"/>
              <a:chExt cx="1764030" cy="1812722"/>
            </a:xfrm>
          </p:grpSpPr>
          <p:sp>
            <p:nvSpPr>
              <p:cNvPr id="34" name="Freeform 492">
                <a:extLst>
                  <a:ext uri="{FF2B5EF4-FFF2-40B4-BE49-F238E27FC236}">
                    <a16:creationId xmlns:a16="http://schemas.microsoft.com/office/drawing/2014/main" id="{7AC015CB-42BD-B148-8795-ABC5A9524681}"/>
                  </a:ext>
                </a:extLst>
              </p:cNvPr>
              <p:cNvSpPr/>
              <p:nvPr/>
            </p:nvSpPr>
            <p:spPr>
              <a:xfrm>
                <a:off x="13517215" y="3784029"/>
                <a:ext cx="1764030" cy="1320165"/>
              </a:xfrm>
              <a:custGeom>
                <a:avLst/>
                <a:gdLst>
                  <a:gd name="connsiteX0" fmla="*/ 284798 w 1764030"/>
                  <a:gd name="connsiteY0" fmla="*/ 1103948 h 1320165"/>
                  <a:gd name="connsiteX1" fmla="*/ 244793 w 1764030"/>
                  <a:gd name="connsiteY1" fmla="*/ 882015 h 1320165"/>
                  <a:gd name="connsiteX2" fmla="*/ 882015 w 1764030"/>
                  <a:gd name="connsiteY2" fmla="*/ 244792 h 1320165"/>
                  <a:gd name="connsiteX3" fmla="*/ 1519238 w 1764030"/>
                  <a:gd name="connsiteY3" fmla="*/ 882015 h 1320165"/>
                  <a:gd name="connsiteX4" fmla="*/ 1474471 w 1764030"/>
                  <a:gd name="connsiteY4" fmla="*/ 1117282 h 1320165"/>
                  <a:gd name="connsiteX5" fmla="*/ 1647825 w 1764030"/>
                  <a:gd name="connsiteY5" fmla="*/ 1320165 h 1320165"/>
                  <a:gd name="connsiteX6" fmla="*/ 1764031 w 1764030"/>
                  <a:gd name="connsiteY6" fmla="*/ 882015 h 1320165"/>
                  <a:gd name="connsiteX7" fmla="*/ 882015 w 1764030"/>
                  <a:gd name="connsiteY7" fmla="*/ 0 h 1320165"/>
                  <a:gd name="connsiteX8" fmla="*/ 0 w 1764030"/>
                  <a:gd name="connsiteY8" fmla="*/ 882015 h 1320165"/>
                  <a:gd name="connsiteX9" fmla="*/ 109538 w 1764030"/>
                  <a:gd name="connsiteY9" fmla="*/ 1308735 h 1320165"/>
                  <a:gd name="connsiteX10" fmla="*/ 284798 w 1764030"/>
                  <a:gd name="connsiteY10" fmla="*/ 1103948 h 1320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64030" h="1320165">
                    <a:moveTo>
                      <a:pt x="284798" y="1103948"/>
                    </a:moveTo>
                    <a:cubicBezTo>
                      <a:pt x="259080" y="1034415"/>
                      <a:pt x="244793" y="960120"/>
                      <a:pt x="244793" y="882015"/>
                    </a:cubicBezTo>
                    <a:cubicBezTo>
                      <a:pt x="244793" y="530543"/>
                      <a:pt x="529590" y="244792"/>
                      <a:pt x="882015" y="244792"/>
                    </a:cubicBezTo>
                    <a:cubicBezTo>
                      <a:pt x="1233488" y="244792"/>
                      <a:pt x="1519238" y="529590"/>
                      <a:pt x="1519238" y="882015"/>
                    </a:cubicBezTo>
                    <a:cubicBezTo>
                      <a:pt x="1519238" y="964882"/>
                      <a:pt x="1503046" y="1044892"/>
                      <a:pt x="1474471" y="1117282"/>
                    </a:cubicBezTo>
                    <a:lnTo>
                      <a:pt x="1647825" y="1320165"/>
                    </a:lnTo>
                    <a:cubicBezTo>
                      <a:pt x="1722121" y="1191578"/>
                      <a:pt x="1764031" y="1042035"/>
                      <a:pt x="1764031" y="882015"/>
                    </a:cubicBezTo>
                    <a:cubicBezTo>
                      <a:pt x="1764031" y="395288"/>
                      <a:pt x="1369696" y="0"/>
                      <a:pt x="882015" y="0"/>
                    </a:cubicBezTo>
                    <a:cubicBezTo>
                      <a:pt x="395288" y="0"/>
                      <a:pt x="0" y="394335"/>
                      <a:pt x="0" y="882015"/>
                    </a:cubicBezTo>
                    <a:cubicBezTo>
                      <a:pt x="0" y="1036320"/>
                      <a:pt x="40005" y="1182053"/>
                      <a:pt x="109538" y="1308735"/>
                    </a:cubicBezTo>
                    <a:lnTo>
                      <a:pt x="284798" y="1103948"/>
                    </a:lnTo>
                    <a:close/>
                  </a:path>
                </a:pathLst>
              </a:custGeom>
              <a:ln>
                <a:noFill/>
              </a:ln>
            </p:spPr>
            <p:style>
              <a:lnRef idx="1">
                <a:schemeClr val="accent4"/>
              </a:lnRef>
              <a:fillRef idx="3">
                <a:schemeClr val="accent4"/>
              </a:fillRef>
              <a:effectRef idx="2">
                <a:schemeClr val="accent4"/>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nvGrpSpPr>
              <p:cNvPr id="35" name="Group 34">
                <a:extLst>
                  <a:ext uri="{FF2B5EF4-FFF2-40B4-BE49-F238E27FC236}">
                    <a16:creationId xmlns:a16="http://schemas.microsoft.com/office/drawing/2014/main" id="{82FBAB72-151C-674F-A6C3-CBF6F66DF6F5}"/>
                  </a:ext>
                </a:extLst>
              </p:cNvPr>
              <p:cNvGrpSpPr>
                <a:grpSpLocks noChangeAspect="1"/>
              </p:cNvGrpSpPr>
              <p:nvPr/>
            </p:nvGrpSpPr>
            <p:grpSpPr>
              <a:xfrm>
                <a:off x="13563590" y="3904751"/>
                <a:ext cx="1698821" cy="1692000"/>
                <a:chOff x="6599292" y="1970061"/>
                <a:chExt cx="625960" cy="623446"/>
              </a:xfrm>
            </p:grpSpPr>
            <p:sp>
              <p:nvSpPr>
                <p:cNvPr id="36" name="Oval 35">
                  <a:extLst>
                    <a:ext uri="{FF2B5EF4-FFF2-40B4-BE49-F238E27FC236}">
                      <a16:creationId xmlns:a16="http://schemas.microsoft.com/office/drawing/2014/main" id="{5E1CD9FD-3E1C-F34B-982B-883CEFD4157B}"/>
                    </a:ext>
                  </a:extLst>
                </p:cNvPr>
                <p:cNvSpPr>
                  <a:spLocks noChangeArrowheads="1"/>
                </p:cNvSpPr>
                <p:nvPr/>
              </p:nvSpPr>
              <p:spPr bwMode="auto">
                <a:xfrm>
                  <a:off x="6599292" y="1970061"/>
                  <a:ext cx="625960" cy="623446"/>
                </a:xfrm>
                <a:prstGeom prst="ellipse">
                  <a:avLst/>
                </a:prstGeom>
                <a:ln w="9525">
                  <a:noFill/>
                  <a:round/>
                  <a:headEnd/>
                  <a:tailEnd/>
                </a:ln>
              </p:spPr>
              <p:style>
                <a:lnRef idx="1">
                  <a:schemeClr val="accent4"/>
                </a:lnRef>
                <a:fillRef idx="3">
                  <a:schemeClr val="accent4"/>
                </a:fillRef>
                <a:effectRef idx="2">
                  <a:schemeClr val="accent4"/>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38" name="Freeform: Shape 37">
                  <a:extLst>
                    <a:ext uri="{FF2B5EF4-FFF2-40B4-BE49-F238E27FC236}">
                      <a16:creationId xmlns:a16="http://schemas.microsoft.com/office/drawing/2014/main" id="{619DD3E5-F537-D747-9D8B-A457F686C4A9}"/>
                    </a:ext>
                  </a:extLst>
                </p:cNvPr>
                <p:cNvSpPr>
                  <a:spLocks noChangeAspect="1"/>
                </p:cNvSpPr>
                <p:nvPr/>
              </p:nvSpPr>
              <p:spPr>
                <a:xfrm>
                  <a:off x="6704604" y="2029217"/>
                  <a:ext cx="421435" cy="424596"/>
                </a:xfrm>
                <a:custGeom>
                  <a:avLst/>
                  <a:gdLst>
                    <a:gd name="connsiteX0" fmla="*/ 190490 w 4840434"/>
                    <a:gd name="connsiteY0" fmla="*/ 4284307 h 4876800"/>
                    <a:gd name="connsiteX1" fmla="*/ 190490 w 4840434"/>
                    <a:gd name="connsiteY1" fmla="*/ 4337552 h 4876800"/>
                    <a:gd name="connsiteX2" fmla="*/ 539239 w 4840434"/>
                    <a:gd name="connsiteY2" fmla="*/ 4686300 h 4876800"/>
                    <a:gd name="connsiteX3" fmla="*/ 4301204 w 4840434"/>
                    <a:gd name="connsiteY3" fmla="*/ 4686300 h 4876800"/>
                    <a:gd name="connsiteX4" fmla="*/ 4649943 w 4840434"/>
                    <a:gd name="connsiteY4" fmla="*/ 4337561 h 4876800"/>
                    <a:gd name="connsiteX5" fmla="*/ 4649924 w 4840434"/>
                    <a:gd name="connsiteY5" fmla="*/ 4337561 h 4876800"/>
                    <a:gd name="connsiteX6" fmla="*/ 4649924 w 4840434"/>
                    <a:gd name="connsiteY6" fmla="*/ 4284307 h 4876800"/>
                    <a:gd name="connsiteX7" fmla="*/ 2913240 w 4840434"/>
                    <a:gd name="connsiteY7" fmla="*/ 4284307 h 4876800"/>
                    <a:gd name="connsiteX8" fmla="*/ 2577227 w 4840434"/>
                    <a:gd name="connsiteY8" fmla="*/ 4538272 h 4876800"/>
                    <a:gd name="connsiteX9" fmla="*/ 2260702 w 4840434"/>
                    <a:gd name="connsiteY9" fmla="*/ 4538272 h 4876800"/>
                    <a:gd name="connsiteX10" fmla="*/ 1924688 w 4840434"/>
                    <a:gd name="connsiteY10" fmla="*/ 4284307 h 4876800"/>
                    <a:gd name="connsiteX11" fmla="*/ 4416000 w 4840434"/>
                    <a:gd name="connsiteY11" fmla="*/ 3712560 h 4876800"/>
                    <a:gd name="connsiteX12" fmla="*/ 4511250 w 4840434"/>
                    <a:gd name="connsiteY12" fmla="*/ 3807810 h 4876800"/>
                    <a:gd name="connsiteX13" fmla="*/ 4416000 w 4840434"/>
                    <a:gd name="connsiteY13" fmla="*/ 3903060 h 4876800"/>
                    <a:gd name="connsiteX14" fmla="*/ 4320750 w 4840434"/>
                    <a:gd name="connsiteY14" fmla="*/ 3807810 h 4876800"/>
                    <a:gd name="connsiteX15" fmla="*/ 4416000 w 4840434"/>
                    <a:gd name="connsiteY15" fmla="*/ 3712560 h 4876800"/>
                    <a:gd name="connsiteX16" fmla="*/ 2172548 w 4840434"/>
                    <a:gd name="connsiteY16" fmla="*/ 2644626 h 4876800"/>
                    <a:gd name="connsiteX17" fmla="*/ 2267798 w 4840434"/>
                    <a:gd name="connsiteY17" fmla="*/ 2739876 h 4876800"/>
                    <a:gd name="connsiteX18" fmla="*/ 2267798 w 4840434"/>
                    <a:gd name="connsiteY18" fmla="*/ 3127591 h 4876800"/>
                    <a:gd name="connsiteX19" fmla="*/ 2172548 w 4840434"/>
                    <a:gd name="connsiteY19" fmla="*/ 3222841 h 4876800"/>
                    <a:gd name="connsiteX20" fmla="*/ 2077298 w 4840434"/>
                    <a:gd name="connsiteY20" fmla="*/ 3127591 h 4876800"/>
                    <a:gd name="connsiteX21" fmla="*/ 2077298 w 4840434"/>
                    <a:gd name="connsiteY21" fmla="*/ 2739876 h 4876800"/>
                    <a:gd name="connsiteX22" fmla="*/ 2172548 w 4840434"/>
                    <a:gd name="connsiteY22" fmla="*/ 2644626 h 4876800"/>
                    <a:gd name="connsiteX23" fmla="*/ 2656466 w 4840434"/>
                    <a:gd name="connsiteY23" fmla="*/ 2622547 h 4876800"/>
                    <a:gd name="connsiteX24" fmla="*/ 2751716 w 4840434"/>
                    <a:gd name="connsiteY24" fmla="*/ 2717797 h 4876800"/>
                    <a:gd name="connsiteX25" fmla="*/ 2751716 w 4840434"/>
                    <a:gd name="connsiteY25" fmla="*/ 3289544 h 4876800"/>
                    <a:gd name="connsiteX26" fmla="*/ 2656466 w 4840434"/>
                    <a:gd name="connsiteY26" fmla="*/ 3384794 h 4876800"/>
                    <a:gd name="connsiteX27" fmla="*/ 2561216 w 4840434"/>
                    <a:gd name="connsiteY27" fmla="*/ 3289544 h 4876800"/>
                    <a:gd name="connsiteX28" fmla="*/ 2561216 w 4840434"/>
                    <a:gd name="connsiteY28" fmla="*/ 2717797 h 4876800"/>
                    <a:gd name="connsiteX29" fmla="*/ 2656466 w 4840434"/>
                    <a:gd name="connsiteY29" fmla="*/ 2622547 h 4876800"/>
                    <a:gd name="connsiteX30" fmla="*/ 2920117 w 4840434"/>
                    <a:gd name="connsiteY30" fmla="*/ 1701089 h 4876800"/>
                    <a:gd name="connsiteX31" fmla="*/ 2874626 w 4840434"/>
                    <a:gd name="connsiteY31" fmla="*/ 2061743 h 4876800"/>
                    <a:gd name="connsiteX32" fmla="*/ 2858967 w 4840434"/>
                    <a:gd name="connsiteY32" fmla="*/ 2185921 h 4876800"/>
                    <a:gd name="connsiteX33" fmla="*/ 3211097 w 4840434"/>
                    <a:gd name="connsiteY33" fmla="*/ 2503627 h 4876800"/>
                    <a:gd name="connsiteX34" fmla="*/ 3211097 w 4840434"/>
                    <a:gd name="connsiteY34" fmla="*/ 2292534 h 4876800"/>
                    <a:gd name="connsiteX35" fmla="*/ 2998632 w 4840434"/>
                    <a:gd name="connsiteY35" fmla="*/ 1779594 h 4876800"/>
                    <a:gd name="connsiteX36" fmla="*/ 1931698 w 4840434"/>
                    <a:gd name="connsiteY36" fmla="*/ 1694755 h 4876800"/>
                    <a:gd name="connsiteX37" fmla="*/ 1840868 w 4840434"/>
                    <a:gd name="connsiteY37" fmla="*/ 1780489 h 4876800"/>
                    <a:gd name="connsiteX38" fmla="*/ 1629356 w 4840434"/>
                    <a:gd name="connsiteY38" fmla="*/ 2292477 h 4876800"/>
                    <a:gd name="connsiteX39" fmla="*/ 1629356 w 4840434"/>
                    <a:gd name="connsiteY39" fmla="*/ 2503570 h 4876800"/>
                    <a:gd name="connsiteX40" fmla="*/ 1982476 w 4840434"/>
                    <a:gd name="connsiteY40" fmla="*/ 2184959 h 4876800"/>
                    <a:gd name="connsiteX41" fmla="*/ 843887 w 4840434"/>
                    <a:gd name="connsiteY41" fmla="*/ 1660408 h 4876800"/>
                    <a:gd name="connsiteX42" fmla="*/ 1241251 w 4840434"/>
                    <a:gd name="connsiteY42" fmla="*/ 1660408 h 4876800"/>
                    <a:gd name="connsiteX43" fmla="*/ 1336501 w 4840434"/>
                    <a:gd name="connsiteY43" fmla="*/ 1755658 h 4876800"/>
                    <a:gd name="connsiteX44" fmla="*/ 1241251 w 4840434"/>
                    <a:gd name="connsiteY44" fmla="*/ 1850908 h 4876800"/>
                    <a:gd name="connsiteX45" fmla="*/ 939137 w 4840434"/>
                    <a:gd name="connsiteY45" fmla="*/ 1850908 h 4876800"/>
                    <a:gd name="connsiteX46" fmla="*/ 939137 w 4840434"/>
                    <a:gd name="connsiteY46" fmla="*/ 3696291 h 4876800"/>
                    <a:gd name="connsiteX47" fmla="*/ 3933282 w 4840434"/>
                    <a:gd name="connsiteY47" fmla="*/ 3696291 h 4876800"/>
                    <a:gd name="connsiteX48" fmla="*/ 3933282 w 4840434"/>
                    <a:gd name="connsiteY48" fmla="*/ 1850908 h 4876800"/>
                    <a:gd name="connsiteX49" fmla="*/ 3549025 w 4840434"/>
                    <a:gd name="connsiteY49" fmla="*/ 1850908 h 4876800"/>
                    <a:gd name="connsiteX50" fmla="*/ 3453775 w 4840434"/>
                    <a:gd name="connsiteY50" fmla="*/ 1755658 h 4876800"/>
                    <a:gd name="connsiteX51" fmla="*/ 3549025 w 4840434"/>
                    <a:gd name="connsiteY51" fmla="*/ 1660408 h 4876800"/>
                    <a:gd name="connsiteX52" fmla="*/ 4028532 w 4840434"/>
                    <a:gd name="connsiteY52" fmla="*/ 1660408 h 4876800"/>
                    <a:gd name="connsiteX53" fmla="*/ 4123773 w 4840434"/>
                    <a:gd name="connsiteY53" fmla="*/ 1755658 h 4876800"/>
                    <a:gd name="connsiteX54" fmla="*/ 4123773 w 4840434"/>
                    <a:gd name="connsiteY54" fmla="*/ 3791541 h 4876800"/>
                    <a:gd name="connsiteX55" fmla="*/ 4028523 w 4840434"/>
                    <a:gd name="connsiteY55" fmla="*/ 3886791 h 4876800"/>
                    <a:gd name="connsiteX56" fmla="*/ 843887 w 4840434"/>
                    <a:gd name="connsiteY56" fmla="*/ 3886791 h 4876800"/>
                    <a:gd name="connsiteX57" fmla="*/ 748637 w 4840434"/>
                    <a:gd name="connsiteY57" fmla="*/ 3791541 h 4876800"/>
                    <a:gd name="connsiteX58" fmla="*/ 748637 w 4840434"/>
                    <a:gd name="connsiteY58" fmla="*/ 1755658 h 4876800"/>
                    <a:gd name="connsiteX59" fmla="*/ 843887 w 4840434"/>
                    <a:gd name="connsiteY59" fmla="*/ 1660408 h 4876800"/>
                    <a:gd name="connsiteX60" fmla="*/ 2420227 w 4840434"/>
                    <a:gd name="connsiteY60" fmla="*/ 910305 h 4876800"/>
                    <a:gd name="connsiteX61" fmla="*/ 2515477 w 4840434"/>
                    <a:gd name="connsiteY61" fmla="*/ 1005555 h 4876800"/>
                    <a:gd name="connsiteX62" fmla="*/ 2420227 w 4840434"/>
                    <a:gd name="connsiteY62" fmla="*/ 1100805 h 4876800"/>
                    <a:gd name="connsiteX63" fmla="*/ 2324977 w 4840434"/>
                    <a:gd name="connsiteY63" fmla="*/ 1005555 h 4876800"/>
                    <a:gd name="connsiteX64" fmla="*/ 2420227 w 4840434"/>
                    <a:gd name="connsiteY64" fmla="*/ 910305 h 4876800"/>
                    <a:gd name="connsiteX65" fmla="*/ 2431342 w 4840434"/>
                    <a:gd name="connsiteY65" fmla="*/ 204502 h 4876800"/>
                    <a:gd name="connsiteX66" fmla="*/ 2420436 w 4840434"/>
                    <a:gd name="connsiteY66" fmla="*/ 216884 h 4876800"/>
                    <a:gd name="connsiteX67" fmla="*/ 2080403 w 4840434"/>
                    <a:gd name="connsiteY67" fmla="*/ 1281303 h 4876800"/>
                    <a:gd name="connsiteX68" fmla="*/ 2101329 w 4840434"/>
                    <a:gd name="connsiteY68" fmla="*/ 1483252 h 4876800"/>
                    <a:gd name="connsiteX69" fmla="*/ 2101339 w 4840434"/>
                    <a:gd name="connsiteY69" fmla="*/ 1483290 h 4876800"/>
                    <a:gd name="connsiteX70" fmla="*/ 2109778 w 4840434"/>
                    <a:gd name="connsiteY70" fmla="*/ 1564767 h 4876800"/>
                    <a:gd name="connsiteX71" fmla="*/ 2184825 w 4840434"/>
                    <a:gd name="connsiteY71" fmla="*/ 2289115 h 4876800"/>
                    <a:gd name="connsiteX72" fmla="*/ 2415111 w 4840434"/>
                    <a:gd name="connsiteY72" fmla="*/ 2315718 h 4876800"/>
                    <a:gd name="connsiteX73" fmla="*/ 2418683 w 4840434"/>
                    <a:gd name="connsiteY73" fmla="*/ 2315727 h 4876800"/>
                    <a:gd name="connsiteX74" fmla="*/ 2653989 w 4840434"/>
                    <a:gd name="connsiteY74" fmla="*/ 2288772 h 4876800"/>
                    <a:gd name="connsiteX75" fmla="*/ 2663742 w 4840434"/>
                    <a:gd name="connsiteY75" fmla="*/ 2211419 h 4876800"/>
                    <a:gd name="connsiteX76" fmla="*/ 2663742 w 4840434"/>
                    <a:gd name="connsiteY76" fmla="*/ 2211400 h 4876800"/>
                    <a:gd name="connsiteX77" fmla="*/ 2755440 w 4840434"/>
                    <a:gd name="connsiteY77" fmla="*/ 1484271 h 4876800"/>
                    <a:gd name="connsiteX78" fmla="*/ 2755478 w 4840434"/>
                    <a:gd name="connsiteY78" fmla="*/ 1484062 h 4876800"/>
                    <a:gd name="connsiteX79" fmla="*/ 2777376 w 4840434"/>
                    <a:gd name="connsiteY79" fmla="*/ 1310430 h 4876800"/>
                    <a:gd name="connsiteX80" fmla="*/ 2431342 w 4840434"/>
                    <a:gd name="connsiteY80" fmla="*/ 204502 h 4876800"/>
                    <a:gd name="connsiteX81" fmla="*/ 2429818 w 4840434"/>
                    <a:gd name="connsiteY81" fmla="*/ 0 h 4876800"/>
                    <a:gd name="connsiteX82" fmla="*/ 2431028 w 4840434"/>
                    <a:gd name="connsiteY82" fmla="*/ 0 h 4876800"/>
                    <a:gd name="connsiteX83" fmla="*/ 2551462 w 4840434"/>
                    <a:gd name="connsiteY83" fmla="*/ 53378 h 4876800"/>
                    <a:gd name="connsiteX84" fmla="*/ 2568206 w 4840434"/>
                    <a:gd name="connsiteY84" fmla="*/ 71828 h 4876800"/>
                    <a:gd name="connsiteX85" fmla="*/ 2974095 w 4840434"/>
                    <a:gd name="connsiteY85" fmla="*/ 1257281 h 4876800"/>
                    <a:gd name="connsiteX86" fmla="*/ 4122239 w 4840434"/>
                    <a:gd name="connsiteY86" fmla="*/ 1257281 h 4876800"/>
                    <a:gd name="connsiteX87" fmla="*/ 4511212 w 4840434"/>
                    <a:gd name="connsiteY87" fmla="*/ 1646253 h 4876800"/>
                    <a:gd name="connsiteX88" fmla="*/ 4511212 w 4840434"/>
                    <a:gd name="connsiteY88" fmla="*/ 3392586 h 4876800"/>
                    <a:gd name="connsiteX89" fmla="*/ 4415962 w 4840434"/>
                    <a:gd name="connsiteY89" fmla="*/ 3487836 h 4876800"/>
                    <a:gd name="connsiteX90" fmla="*/ 4320712 w 4840434"/>
                    <a:gd name="connsiteY90" fmla="*/ 3392586 h 4876800"/>
                    <a:gd name="connsiteX91" fmla="*/ 4320712 w 4840434"/>
                    <a:gd name="connsiteY91" fmla="*/ 1646234 h 4876800"/>
                    <a:gd name="connsiteX92" fmla="*/ 4122239 w 4840434"/>
                    <a:gd name="connsiteY92" fmla="*/ 1447762 h 4876800"/>
                    <a:gd name="connsiteX93" fmla="*/ 2952074 w 4840434"/>
                    <a:gd name="connsiteY93" fmla="*/ 1447762 h 4876800"/>
                    <a:gd name="connsiteX94" fmla="*/ 2950302 w 4840434"/>
                    <a:gd name="connsiteY94" fmla="*/ 1461830 h 4876800"/>
                    <a:gd name="connsiteX95" fmla="*/ 3133344 w 4840434"/>
                    <a:gd name="connsiteY95" fmla="*/ 1644872 h 4876800"/>
                    <a:gd name="connsiteX96" fmla="*/ 3401597 w 4840434"/>
                    <a:gd name="connsiteY96" fmla="*/ 2292515 h 4876800"/>
                    <a:gd name="connsiteX97" fmla="*/ 3401597 w 4840434"/>
                    <a:gd name="connsiteY97" fmla="*/ 2717835 h 4876800"/>
                    <a:gd name="connsiteX98" fmla="*/ 3345037 w 4840434"/>
                    <a:gd name="connsiteY98" fmla="*/ 2804874 h 4876800"/>
                    <a:gd name="connsiteX99" fmla="*/ 3306356 w 4840434"/>
                    <a:gd name="connsiteY99" fmla="*/ 2813085 h 4876800"/>
                    <a:gd name="connsiteX100" fmla="*/ 3242529 w 4840434"/>
                    <a:gd name="connsiteY100" fmla="*/ 2788558 h 4876800"/>
                    <a:gd name="connsiteX101" fmla="*/ 2823534 w 4840434"/>
                    <a:gd name="connsiteY101" fmla="*/ 2410520 h 4876800"/>
                    <a:gd name="connsiteX102" fmla="*/ 2767422 w 4840434"/>
                    <a:gd name="connsiteY102" fmla="*/ 2455792 h 4876800"/>
                    <a:gd name="connsiteX103" fmla="*/ 2418674 w 4840434"/>
                    <a:gd name="connsiteY103" fmla="*/ 2506227 h 4876800"/>
                    <a:gd name="connsiteX104" fmla="*/ 2414454 w 4840434"/>
                    <a:gd name="connsiteY104" fmla="*/ 2506218 h 4876800"/>
                    <a:gd name="connsiteX105" fmla="*/ 2069887 w 4840434"/>
                    <a:gd name="connsiteY105" fmla="*/ 2455792 h 4876800"/>
                    <a:gd name="connsiteX106" fmla="*/ 2014728 w 4840434"/>
                    <a:gd name="connsiteY106" fmla="*/ 2412444 h 4876800"/>
                    <a:gd name="connsiteX107" fmla="*/ 1597923 w 4840434"/>
                    <a:gd name="connsiteY107" fmla="*/ 2788510 h 4876800"/>
                    <a:gd name="connsiteX108" fmla="*/ 1534096 w 4840434"/>
                    <a:gd name="connsiteY108" fmla="*/ 2813037 h 4876800"/>
                    <a:gd name="connsiteX109" fmla="*/ 1495415 w 4840434"/>
                    <a:gd name="connsiteY109" fmla="*/ 2804827 h 4876800"/>
                    <a:gd name="connsiteX110" fmla="*/ 1438856 w 4840434"/>
                    <a:gd name="connsiteY110" fmla="*/ 2717787 h 4876800"/>
                    <a:gd name="connsiteX111" fmla="*/ 1438856 w 4840434"/>
                    <a:gd name="connsiteY111" fmla="*/ 2292467 h 4876800"/>
                    <a:gd name="connsiteX112" fmla="*/ 1707108 w 4840434"/>
                    <a:gd name="connsiteY112" fmla="*/ 1644824 h 4876800"/>
                    <a:gd name="connsiteX113" fmla="*/ 1709080 w 4840434"/>
                    <a:gd name="connsiteY113" fmla="*/ 1642910 h 4876800"/>
                    <a:gd name="connsiteX114" fmla="*/ 1906991 w 4840434"/>
                    <a:gd name="connsiteY114" fmla="*/ 1456125 h 4876800"/>
                    <a:gd name="connsiteX115" fmla="*/ 1906124 w 4840434"/>
                    <a:gd name="connsiteY115" fmla="*/ 1447781 h 4876800"/>
                    <a:gd name="connsiteX116" fmla="*/ 718213 w 4840434"/>
                    <a:gd name="connsiteY116" fmla="*/ 1447781 h 4876800"/>
                    <a:gd name="connsiteX117" fmla="*/ 519741 w 4840434"/>
                    <a:gd name="connsiteY117" fmla="*/ 1646253 h 4876800"/>
                    <a:gd name="connsiteX118" fmla="*/ 519741 w 4840434"/>
                    <a:gd name="connsiteY118" fmla="*/ 4093807 h 4876800"/>
                    <a:gd name="connsiteX119" fmla="*/ 2006755 w 4840434"/>
                    <a:gd name="connsiteY119" fmla="*/ 4093807 h 4876800"/>
                    <a:gd name="connsiteX120" fmla="*/ 2102005 w 4840434"/>
                    <a:gd name="connsiteY120" fmla="*/ 4189057 h 4876800"/>
                    <a:gd name="connsiteX121" fmla="*/ 2260721 w 4840434"/>
                    <a:gd name="connsiteY121" fmla="*/ 4347772 h 4876800"/>
                    <a:gd name="connsiteX122" fmla="*/ 2577246 w 4840434"/>
                    <a:gd name="connsiteY122" fmla="*/ 4347772 h 4876800"/>
                    <a:gd name="connsiteX123" fmla="*/ 2735961 w 4840434"/>
                    <a:gd name="connsiteY123" fmla="*/ 4189057 h 4876800"/>
                    <a:gd name="connsiteX124" fmla="*/ 2831211 w 4840434"/>
                    <a:gd name="connsiteY124" fmla="*/ 4093807 h 4876800"/>
                    <a:gd name="connsiteX125" fmla="*/ 4745202 w 4840434"/>
                    <a:gd name="connsiteY125" fmla="*/ 4093807 h 4876800"/>
                    <a:gd name="connsiteX126" fmla="*/ 4840434 w 4840434"/>
                    <a:gd name="connsiteY126" fmla="*/ 4189057 h 4876800"/>
                    <a:gd name="connsiteX127" fmla="*/ 4840434 w 4840434"/>
                    <a:gd name="connsiteY127" fmla="*/ 4337561 h 4876800"/>
                    <a:gd name="connsiteX128" fmla="*/ 4301185 w 4840434"/>
                    <a:gd name="connsiteY128" fmla="*/ 4876800 h 4876800"/>
                    <a:gd name="connsiteX129" fmla="*/ 539239 w 4840434"/>
                    <a:gd name="connsiteY129" fmla="*/ 4876800 h 4876800"/>
                    <a:gd name="connsiteX130" fmla="*/ 0 w 4840434"/>
                    <a:gd name="connsiteY130" fmla="*/ 4337552 h 4876800"/>
                    <a:gd name="connsiteX131" fmla="*/ 0 w 4840434"/>
                    <a:gd name="connsiteY131" fmla="*/ 4189057 h 4876800"/>
                    <a:gd name="connsiteX132" fmla="*/ 95250 w 4840434"/>
                    <a:gd name="connsiteY132" fmla="*/ 4093807 h 4876800"/>
                    <a:gd name="connsiteX133" fmla="*/ 329250 w 4840434"/>
                    <a:gd name="connsiteY133" fmla="*/ 4093807 h 4876800"/>
                    <a:gd name="connsiteX134" fmla="*/ 329250 w 4840434"/>
                    <a:gd name="connsiteY134" fmla="*/ 1646253 h 4876800"/>
                    <a:gd name="connsiteX135" fmla="*/ 718223 w 4840434"/>
                    <a:gd name="connsiteY135" fmla="*/ 1257281 h 4876800"/>
                    <a:gd name="connsiteX136" fmla="*/ 1887036 w 4840434"/>
                    <a:gd name="connsiteY136" fmla="*/ 1257281 h 4876800"/>
                    <a:gd name="connsiteX137" fmla="*/ 2277427 w 4840434"/>
                    <a:gd name="connsiteY137" fmla="*/ 91030 h 4876800"/>
                    <a:gd name="connsiteX138" fmla="*/ 2308984 w 4840434"/>
                    <a:gd name="connsiteY138" fmla="*/ 55178 h 4876800"/>
                    <a:gd name="connsiteX139" fmla="*/ 2429818 w 4840434"/>
                    <a:gd name="connsiteY139"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840434" h="4876800">
                      <a:moveTo>
                        <a:pt x="190490" y="4284307"/>
                      </a:moveTo>
                      <a:lnTo>
                        <a:pt x="190490" y="4337552"/>
                      </a:lnTo>
                      <a:cubicBezTo>
                        <a:pt x="190490" y="4529852"/>
                        <a:pt x="346938" y="4686300"/>
                        <a:pt x="539239" y="4686300"/>
                      </a:cubicBezTo>
                      <a:lnTo>
                        <a:pt x="4301204" y="4686300"/>
                      </a:lnTo>
                      <a:cubicBezTo>
                        <a:pt x="4493504" y="4686300"/>
                        <a:pt x="4649952" y="4529852"/>
                        <a:pt x="4649943" y="4337561"/>
                      </a:cubicBezTo>
                      <a:lnTo>
                        <a:pt x="4649924" y="4337561"/>
                      </a:lnTo>
                      <a:lnTo>
                        <a:pt x="4649924" y="4284307"/>
                      </a:lnTo>
                      <a:lnTo>
                        <a:pt x="2913240" y="4284307"/>
                      </a:lnTo>
                      <a:cubicBezTo>
                        <a:pt x="2871683" y="4430725"/>
                        <a:pt x="2736780" y="4538272"/>
                        <a:pt x="2577227" y="4538272"/>
                      </a:cubicBezTo>
                      <a:lnTo>
                        <a:pt x="2260702" y="4538272"/>
                      </a:lnTo>
                      <a:cubicBezTo>
                        <a:pt x="2101148" y="4538272"/>
                        <a:pt x="1966246" y="4430725"/>
                        <a:pt x="1924688" y="4284307"/>
                      </a:cubicBezTo>
                      <a:close/>
                      <a:moveTo>
                        <a:pt x="4416000" y="3712560"/>
                      </a:moveTo>
                      <a:cubicBezTo>
                        <a:pt x="4468605" y="3712560"/>
                        <a:pt x="4511250" y="3755204"/>
                        <a:pt x="4511250" y="3807810"/>
                      </a:cubicBezTo>
                      <a:cubicBezTo>
                        <a:pt x="4511250" y="3860415"/>
                        <a:pt x="4468605" y="3903060"/>
                        <a:pt x="4416000" y="3903060"/>
                      </a:cubicBezTo>
                      <a:cubicBezTo>
                        <a:pt x="4363395" y="3903060"/>
                        <a:pt x="4320750" y="3860415"/>
                        <a:pt x="4320750" y="3807810"/>
                      </a:cubicBezTo>
                      <a:cubicBezTo>
                        <a:pt x="4320750" y="3755204"/>
                        <a:pt x="4363395" y="3712560"/>
                        <a:pt x="4416000" y="3712560"/>
                      </a:cubicBezTo>
                      <a:close/>
                      <a:moveTo>
                        <a:pt x="2172548" y="2644626"/>
                      </a:moveTo>
                      <a:cubicBezTo>
                        <a:pt x="2225154" y="2644626"/>
                        <a:pt x="2267798" y="2687279"/>
                        <a:pt x="2267798" y="2739876"/>
                      </a:cubicBezTo>
                      <a:lnTo>
                        <a:pt x="2267798" y="3127591"/>
                      </a:lnTo>
                      <a:cubicBezTo>
                        <a:pt x="2267798" y="3180197"/>
                        <a:pt x="2225145" y="3222841"/>
                        <a:pt x="2172548" y="3222841"/>
                      </a:cubicBezTo>
                      <a:cubicBezTo>
                        <a:pt x="2119951" y="3222841"/>
                        <a:pt x="2077298" y="3180188"/>
                        <a:pt x="2077298" y="3127591"/>
                      </a:cubicBezTo>
                      <a:lnTo>
                        <a:pt x="2077298" y="2739876"/>
                      </a:lnTo>
                      <a:cubicBezTo>
                        <a:pt x="2077298" y="2687279"/>
                        <a:pt x="2119951" y="2644626"/>
                        <a:pt x="2172548" y="2644626"/>
                      </a:cubicBezTo>
                      <a:close/>
                      <a:moveTo>
                        <a:pt x="2656466" y="2622547"/>
                      </a:moveTo>
                      <a:cubicBezTo>
                        <a:pt x="2709063" y="2622547"/>
                        <a:pt x="2751716" y="2665200"/>
                        <a:pt x="2751716" y="2717797"/>
                      </a:cubicBezTo>
                      <a:lnTo>
                        <a:pt x="2751716" y="3289544"/>
                      </a:lnTo>
                      <a:cubicBezTo>
                        <a:pt x="2751716" y="3342151"/>
                        <a:pt x="2709063" y="3384794"/>
                        <a:pt x="2656466" y="3384794"/>
                      </a:cubicBezTo>
                      <a:cubicBezTo>
                        <a:pt x="2603869" y="3384794"/>
                        <a:pt x="2561216" y="3342142"/>
                        <a:pt x="2561216" y="3289544"/>
                      </a:cubicBezTo>
                      <a:lnTo>
                        <a:pt x="2561216" y="2717797"/>
                      </a:lnTo>
                      <a:cubicBezTo>
                        <a:pt x="2561216" y="2665200"/>
                        <a:pt x="2603869" y="2622547"/>
                        <a:pt x="2656466" y="2622547"/>
                      </a:cubicBezTo>
                      <a:close/>
                      <a:moveTo>
                        <a:pt x="2920117" y="1701089"/>
                      </a:moveTo>
                      <a:lnTo>
                        <a:pt x="2874626" y="2061743"/>
                      </a:lnTo>
                      <a:lnTo>
                        <a:pt x="2858967" y="2185921"/>
                      </a:lnTo>
                      <a:lnTo>
                        <a:pt x="3211097" y="2503627"/>
                      </a:lnTo>
                      <a:lnTo>
                        <a:pt x="3211097" y="2292534"/>
                      </a:lnTo>
                      <a:cubicBezTo>
                        <a:pt x="3211097" y="2098776"/>
                        <a:pt x="3135639" y="1916611"/>
                        <a:pt x="2998632" y="1779594"/>
                      </a:cubicBezTo>
                      <a:close/>
                      <a:moveTo>
                        <a:pt x="1931698" y="1694755"/>
                      </a:moveTo>
                      <a:lnTo>
                        <a:pt x="1840868" y="1780489"/>
                      </a:lnTo>
                      <a:cubicBezTo>
                        <a:pt x="1704470" y="1917392"/>
                        <a:pt x="1629356" y="2099167"/>
                        <a:pt x="1629356" y="2292477"/>
                      </a:cubicBezTo>
                      <a:lnTo>
                        <a:pt x="1629356" y="2503570"/>
                      </a:lnTo>
                      <a:lnTo>
                        <a:pt x="1982476" y="2184959"/>
                      </a:lnTo>
                      <a:close/>
                      <a:moveTo>
                        <a:pt x="843887" y="1660408"/>
                      </a:moveTo>
                      <a:lnTo>
                        <a:pt x="1241251" y="1660408"/>
                      </a:lnTo>
                      <a:cubicBezTo>
                        <a:pt x="1293848" y="1660408"/>
                        <a:pt x="1336501" y="1703061"/>
                        <a:pt x="1336501" y="1755658"/>
                      </a:cubicBezTo>
                      <a:cubicBezTo>
                        <a:pt x="1336501" y="1808255"/>
                        <a:pt x="1293848" y="1850908"/>
                        <a:pt x="1241251" y="1850908"/>
                      </a:cubicBezTo>
                      <a:lnTo>
                        <a:pt x="939137" y="1850908"/>
                      </a:lnTo>
                      <a:lnTo>
                        <a:pt x="939137" y="3696291"/>
                      </a:lnTo>
                      <a:lnTo>
                        <a:pt x="3933282" y="3696291"/>
                      </a:lnTo>
                      <a:lnTo>
                        <a:pt x="3933282" y="1850908"/>
                      </a:lnTo>
                      <a:lnTo>
                        <a:pt x="3549025" y="1850908"/>
                      </a:lnTo>
                      <a:cubicBezTo>
                        <a:pt x="3496428" y="1850908"/>
                        <a:pt x="3453775" y="1808255"/>
                        <a:pt x="3453775" y="1755658"/>
                      </a:cubicBezTo>
                      <a:cubicBezTo>
                        <a:pt x="3453775" y="1703061"/>
                        <a:pt x="3496428" y="1660408"/>
                        <a:pt x="3549025" y="1660408"/>
                      </a:cubicBezTo>
                      <a:lnTo>
                        <a:pt x="4028532" y="1660408"/>
                      </a:lnTo>
                      <a:cubicBezTo>
                        <a:pt x="4081130" y="1660408"/>
                        <a:pt x="4123782" y="1703061"/>
                        <a:pt x="4123773" y="1755658"/>
                      </a:cubicBezTo>
                      <a:lnTo>
                        <a:pt x="4123773" y="3791541"/>
                      </a:lnTo>
                      <a:cubicBezTo>
                        <a:pt x="4123773" y="3844138"/>
                        <a:pt x="4081120" y="3886791"/>
                        <a:pt x="4028523" y="3886791"/>
                      </a:cubicBezTo>
                      <a:lnTo>
                        <a:pt x="843887" y="3886791"/>
                      </a:lnTo>
                      <a:cubicBezTo>
                        <a:pt x="791290" y="3886791"/>
                        <a:pt x="748637" y="3844138"/>
                        <a:pt x="748637" y="3791541"/>
                      </a:cubicBezTo>
                      <a:lnTo>
                        <a:pt x="748637" y="1755658"/>
                      </a:lnTo>
                      <a:cubicBezTo>
                        <a:pt x="748637" y="1703061"/>
                        <a:pt x="791290" y="1660408"/>
                        <a:pt x="843887" y="1660408"/>
                      </a:cubicBezTo>
                      <a:close/>
                      <a:moveTo>
                        <a:pt x="2420227" y="910305"/>
                      </a:moveTo>
                      <a:cubicBezTo>
                        <a:pt x="2472832" y="910305"/>
                        <a:pt x="2515477" y="952950"/>
                        <a:pt x="2515477" y="1005555"/>
                      </a:cubicBezTo>
                      <a:cubicBezTo>
                        <a:pt x="2515477" y="1058160"/>
                        <a:pt x="2472832" y="1100805"/>
                        <a:pt x="2420227" y="1100805"/>
                      </a:cubicBezTo>
                      <a:cubicBezTo>
                        <a:pt x="2367622" y="1100805"/>
                        <a:pt x="2324977" y="1058160"/>
                        <a:pt x="2324977" y="1005555"/>
                      </a:cubicBezTo>
                      <a:cubicBezTo>
                        <a:pt x="2324977" y="952950"/>
                        <a:pt x="2367622" y="910305"/>
                        <a:pt x="2420227" y="910305"/>
                      </a:cubicBezTo>
                      <a:close/>
                      <a:moveTo>
                        <a:pt x="2431342" y="204502"/>
                      </a:moveTo>
                      <a:lnTo>
                        <a:pt x="2420436" y="216884"/>
                      </a:lnTo>
                      <a:cubicBezTo>
                        <a:pt x="2164404" y="507825"/>
                        <a:pt x="2040464" y="895797"/>
                        <a:pt x="2080403" y="1281303"/>
                      </a:cubicBezTo>
                      <a:lnTo>
                        <a:pt x="2101329" y="1483252"/>
                      </a:lnTo>
                      <a:cubicBezTo>
                        <a:pt x="2101339" y="1483271"/>
                        <a:pt x="2101339" y="1483280"/>
                        <a:pt x="2101339" y="1483290"/>
                      </a:cubicBezTo>
                      <a:lnTo>
                        <a:pt x="2109778" y="1564767"/>
                      </a:lnTo>
                      <a:lnTo>
                        <a:pt x="2184825" y="2289115"/>
                      </a:lnTo>
                      <a:cubicBezTo>
                        <a:pt x="2260301" y="2306517"/>
                        <a:pt x="2337501" y="2315451"/>
                        <a:pt x="2415111" y="2315718"/>
                      </a:cubicBezTo>
                      <a:cubicBezTo>
                        <a:pt x="2416302" y="2315727"/>
                        <a:pt x="2417493" y="2315727"/>
                        <a:pt x="2418683" y="2315727"/>
                      </a:cubicBezTo>
                      <a:cubicBezTo>
                        <a:pt x="2497998" y="2315727"/>
                        <a:pt x="2576865" y="2306679"/>
                        <a:pt x="2653989" y="2288772"/>
                      </a:cubicBezTo>
                      <a:lnTo>
                        <a:pt x="2663742" y="2211419"/>
                      </a:lnTo>
                      <a:cubicBezTo>
                        <a:pt x="2663742" y="2211410"/>
                        <a:pt x="2663742" y="2211410"/>
                        <a:pt x="2663742" y="2211400"/>
                      </a:cubicBezTo>
                      <a:lnTo>
                        <a:pt x="2755440" y="1484271"/>
                      </a:lnTo>
                      <a:cubicBezTo>
                        <a:pt x="2755449" y="1484204"/>
                        <a:pt x="2755468" y="1484138"/>
                        <a:pt x="2755478" y="1484062"/>
                      </a:cubicBezTo>
                      <a:lnTo>
                        <a:pt x="2777376" y="1310430"/>
                      </a:lnTo>
                      <a:cubicBezTo>
                        <a:pt x="2828077" y="908447"/>
                        <a:pt x="2701976" y="505730"/>
                        <a:pt x="2431342" y="204502"/>
                      </a:cubicBezTo>
                      <a:close/>
                      <a:moveTo>
                        <a:pt x="2429818" y="0"/>
                      </a:moveTo>
                      <a:cubicBezTo>
                        <a:pt x="2430218" y="0"/>
                        <a:pt x="2430627" y="0"/>
                        <a:pt x="2431028" y="0"/>
                      </a:cubicBezTo>
                      <a:cubicBezTo>
                        <a:pt x="2476833" y="0"/>
                        <a:pt x="2520677" y="19412"/>
                        <a:pt x="2551462" y="53378"/>
                      </a:cubicBezTo>
                      <a:lnTo>
                        <a:pt x="2568206" y="71828"/>
                      </a:lnTo>
                      <a:cubicBezTo>
                        <a:pt x="2861805" y="395668"/>
                        <a:pt x="3007471" y="823903"/>
                        <a:pt x="2974095" y="1257281"/>
                      </a:cubicBezTo>
                      <a:lnTo>
                        <a:pt x="4122239" y="1257281"/>
                      </a:lnTo>
                      <a:cubicBezTo>
                        <a:pt x="4336723" y="1257281"/>
                        <a:pt x="4511212" y="1431769"/>
                        <a:pt x="4511212" y="1646253"/>
                      </a:cubicBezTo>
                      <a:lnTo>
                        <a:pt x="4511212" y="3392586"/>
                      </a:lnTo>
                      <a:cubicBezTo>
                        <a:pt x="4511212" y="3445183"/>
                        <a:pt x="4468559" y="3487836"/>
                        <a:pt x="4415962" y="3487836"/>
                      </a:cubicBezTo>
                      <a:cubicBezTo>
                        <a:pt x="4363364" y="3487836"/>
                        <a:pt x="4320712" y="3445183"/>
                        <a:pt x="4320712" y="3392586"/>
                      </a:cubicBezTo>
                      <a:lnTo>
                        <a:pt x="4320712" y="1646234"/>
                      </a:lnTo>
                      <a:cubicBezTo>
                        <a:pt x="4320712" y="1536801"/>
                        <a:pt x="4231672" y="1447762"/>
                        <a:pt x="4122239" y="1447762"/>
                      </a:cubicBezTo>
                      <a:lnTo>
                        <a:pt x="2952074" y="1447762"/>
                      </a:lnTo>
                      <a:lnTo>
                        <a:pt x="2950302" y="1461830"/>
                      </a:lnTo>
                      <a:lnTo>
                        <a:pt x="3133344" y="1644872"/>
                      </a:lnTo>
                      <a:cubicBezTo>
                        <a:pt x="3306327" y="1817875"/>
                        <a:pt x="3401597" y="2047875"/>
                        <a:pt x="3401597" y="2292515"/>
                      </a:cubicBezTo>
                      <a:lnTo>
                        <a:pt x="3401597" y="2717835"/>
                      </a:lnTo>
                      <a:cubicBezTo>
                        <a:pt x="3401597" y="2755468"/>
                        <a:pt x="3379422" y="2789587"/>
                        <a:pt x="3345037" y="2804874"/>
                      </a:cubicBezTo>
                      <a:cubicBezTo>
                        <a:pt x="3332616" y="2810399"/>
                        <a:pt x="3319434" y="2813085"/>
                        <a:pt x="3306356" y="2813085"/>
                      </a:cubicBezTo>
                      <a:cubicBezTo>
                        <a:pt x="3283220" y="2813085"/>
                        <a:pt x="3260388" y="2804655"/>
                        <a:pt x="3242529" y="2788558"/>
                      </a:cubicBezTo>
                      <a:lnTo>
                        <a:pt x="2823534" y="2410520"/>
                      </a:lnTo>
                      <a:cubicBezTo>
                        <a:pt x="2811637" y="2431970"/>
                        <a:pt x="2791835" y="2448573"/>
                        <a:pt x="2767422" y="2455792"/>
                      </a:cubicBezTo>
                      <a:cubicBezTo>
                        <a:pt x="2654093" y="2489263"/>
                        <a:pt x="2536774" y="2506227"/>
                        <a:pt x="2418674" y="2506227"/>
                      </a:cubicBezTo>
                      <a:cubicBezTo>
                        <a:pt x="2417264" y="2506227"/>
                        <a:pt x="2415854" y="2506218"/>
                        <a:pt x="2414454" y="2506218"/>
                      </a:cubicBezTo>
                      <a:cubicBezTo>
                        <a:pt x="2297744" y="2505818"/>
                        <a:pt x="2181815" y="2488854"/>
                        <a:pt x="2069887" y="2455792"/>
                      </a:cubicBezTo>
                      <a:cubicBezTo>
                        <a:pt x="2046151" y="2448782"/>
                        <a:pt x="2026729" y="2432971"/>
                        <a:pt x="2014728" y="2412444"/>
                      </a:cubicBezTo>
                      <a:lnTo>
                        <a:pt x="1597923" y="2788510"/>
                      </a:lnTo>
                      <a:cubicBezTo>
                        <a:pt x="1580074" y="2804607"/>
                        <a:pt x="1557232" y="2813037"/>
                        <a:pt x="1534096" y="2813037"/>
                      </a:cubicBezTo>
                      <a:cubicBezTo>
                        <a:pt x="1521018" y="2813037"/>
                        <a:pt x="1507836" y="2810351"/>
                        <a:pt x="1495415" y="2804827"/>
                      </a:cubicBezTo>
                      <a:cubicBezTo>
                        <a:pt x="1461020" y="2789530"/>
                        <a:pt x="1438856" y="2755420"/>
                        <a:pt x="1438856" y="2717787"/>
                      </a:cubicBezTo>
                      <a:lnTo>
                        <a:pt x="1438856" y="2292467"/>
                      </a:lnTo>
                      <a:cubicBezTo>
                        <a:pt x="1438856" y="2047837"/>
                        <a:pt x="1534125" y="1817827"/>
                        <a:pt x="1707108" y="1644824"/>
                      </a:cubicBezTo>
                      <a:cubicBezTo>
                        <a:pt x="1707756" y="1644186"/>
                        <a:pt x="1708423" y="1643539"/>
                        <a:pt x="1709080" y="1642910"/>
                      </a:cubicBezTo>
                      <a:lnTo>
                        <a:pt x="1906991" y="1456125"/>
                      </a:lnTo>
                      <a:lnTo>
                        <a:pt x="1906124" y="1447781"/>
                      </a:lnTo>
                      <a:lnTo>
                        <a:pt x="718213" y="1447781"/>
                      </a:lnTo>
                      <a:cubicBezTo>
                        <a:pt x="608781" y="1447781"/>
                        <a:pt x="519741" y="1536820"/>
                        <a:pt x="519741" y="1646253"/>
                      </a:cubicBezTo>
                      <a:lnTo>
                        <a:pt x="519741" y="4093807"/>
                      </a:lnTo>
                      <a:lnTo>
                        <a:pt x="2006755" y="4093807"/>
                      </a:lnTo>
                      <a:cubicBezTo>
                        <a:pt x="2059352" y="4093807"/>
                        <a:pt x="2102005" y="4136460"/>
                        <a:pt x="2102005" y="4189057"/>
                      </a:cubicBezTo>
                      <a:cubicBezTo>
                        <a:pt x="2102005" y="4276573"/>
                        <a:pt x="2173205" y="4347772"/>
                        <a:pt x="2260721" y="4347772"/>
                      </a:cubicBezTo>
                      <a:lnTo>
                        <a:pt x="2577246" y="4347772"/>
                      </a:lnTo>
                      <a:cubicBezTo>
                        <a:pt x="2664762" y="4347772"/>
                        <a:pt x="2735961" y="4276573"/>
                        <a:pt x="2735961" y="4189057"/>
                      </a:cubicBezTo>
                      <a:cubicBezTo>
                        <a:pt x="2735961" y="4136460"/>
                        <a:pt x="2778614" y="4093807"/>
                        <a:pt x="2831211" y="4093807"/>
                      </a:cubicBezTo>
                      <a:lnTo>
                        <a:pt x="4745202" y="4093807"/>
                      </a:lnTo>
                      <a:cubicBezTo>
                        <a:pt x="4797800" y="4093807"/>
                        <a:pt x="4840452" y="4136450"/>
                        <a:pt x="4840434" y="4189057"/>
                      </a:cubicBezTo>
                      <a:lnTo>
                        <a:pt x="4840434" y="4337561"/>
                      </a:lnTo>
                      <a:cubicBezTo>
                        <a:pt x="4840434" y="4634903"/>
                        <a:pt x="4598527" y="4876800"/>
                        <a:pt x="4301185" y="4876800"/>
                      </a:cubicBezTo>
                      <a:lnTo>
                        <a:pt x="539239" y="4876800"/>
                      </a:lnTo>
                      <a:cubicBezTo>
                        <a:pt x="241916" y="4876800"/>
                        <a:pt x="0" y="4634894"/>
                        <a:pt x="0" y="4337552"/>
                      </a:cubicBezTo>
                      <a:lnTo>
                        <a:pt x="0" y="4189057"/>
                      </a:lnTo>
                      <a:cubicBezTo>
                        <a:pt x="0" y="4136460"/>
                        <a:pt x="42653" y="4093807"/>
                        <a:pt x="95250" y="4093807"/>
                      </a:cubicBezTo>
                      <a:lnTo>
                        <a:pt x="329250" y="4093807"/>
                      </a:lnTo>
                      <a:lnTo>
                        <a:pt x="329250" y="1646253"/>
                      </a:lnTo>
                      <a:cubicBezTo>
                        <a:pt x="329250" y="1431769"/>
                        <a:pt x="503739" y="1257281"/>
                        <a:pt x="718223" y="1257281"/>
                      </a:cubicBezTo>
                      <a:lnTo>
                        <a:pt x="1887036" y="1257281"/>
                      </a:lnTo>
                      <a:cubicBezTo>
                        <a:pt x="1855060" y="833580"/>
                        <a:pt x="1996059" y="410765"/>
                        <a:pt x="2277427" y="91030"/>
                      </a:cubicBezTo>
                      <a:lnTo>
                        <a:pt x="2308984" y="55178"/>
                      </a:lnTo>
                      <a:cubicBezTo>
                        <a:pt x="2339530" y="20459"/>
                        <a:pt x="2383574" y="343"/>
                        <a:pt x="2429818" y="0"/>
                      </a:cubicBezTo>
                      <a:close/>
                    </a:path>
                  </a:pathLst>
                </a:custGeom>
                <a:solidFill>
                  <a:schemeClr val="bg1"/>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400">
                    <a:solidFill>
                      <a:schemeClr val="tx2"/>
                    </a:solidFill>
                  </a:endParaRPr>
                </a:p>
              </p:txBody>
            </p:sp>
          </p:grpSp>
        </p:grpSp>
      </p:grpSp>
      <p:grpSp>
        <p:nvGrpSpPr>
          <p:cNvPr id="7" name="Group 6">
            <a:extLst>
              <a:ext uri="{FF2B5EF4-FFF2-40B4-BE49-F238E27FC236}">
                <a16:creationId xmlns:a16="http://schemas.microsoft.com/office/drawing/2014/main" id="{E2C9424D-415A-5C4D-A322-8E47497FFC11}"/>
              </a:ext>
            </a:extLst>
          </p:cNvPr>
          <p:cNvGrpSpPr/>
          <p:nvPr/>
        </p:nvGrpSpPr>
        <p:grpSpPr>
          <a:xfrm>
            <a:off x="7786626" y="3671159"/>
            <a:ext cx="2111492" cy="2538683"/>
            <a:chOff x="15972761" y="6940614"/>
            <a:chExt cx="3370897" cy="4052887"/>
          </a:xfrm>
        </p:grpSpPr>
        <p:sp>
          <p:nvSpPr>
            <p:cNvPr id="19" name="Freeform 489">
              <a:extLst>
                <a:ext uri="{FF2B5EF4-FFF2-40B4-BE49-F238E27FC236}">
                  <a16:creationId xmlns:a16="http://schemas.microsoft.com/office/drawing/2014/main" id="{8B17992C-9C52-884E-80E3-251033A5791A}"/>
                </a:ext>
              </a:extLst>
            </p:cNvPr>
            <p:cNvSpPr/>
            <p:nvPr/>
          </p:nvSpPr>
          <p:spPr>
            <a:xfrm>
              <a:off x="17594868" y="7780719"/>
              <a:ext cx="57150" cy="2274569"/>
            </a:xfrm>
            <a:custGeom>
              <a:avLst/>
              <a:gdLst>
                <a:gd name="connsiteX0" fmla="*/ 0 w 57150"/>
                <a:gd name="connsiteY0" fmla="*/ 0 h 2274569"/>
                <a:gd name="connsiteX1" fmla="*/ 57150 w 57150"/>
                <a:gd name="connsiteY1" fmla="*/ 0 h 2274569"/>
                <a:gd name="connsiteX2" fmla="*/ 57150 w 57150"/>
                <a:gd name="connsiteY2" fmla="*/ 2274570 h 2274569"/>
                <a:gd name="connsiteX3" fmla="*/ 0 w 57150"/>
                <a:gd name="connsiteY3" fmla="*/ 2274570 h 2274569"/>
              </a:gdLst>
              <a:ahLst/>
              <a:cxnLst>
                <a:cxn ang="0">
                  <a:pos x="connsiteX0" y="connsiteY0"/>
                </a:cxn>
                <a:cxn ang="0">
                  <a:pos x="connsiteX1" y="connsiteY1"/>
                </a:cxn>
                <a:cxn ang="0">
                  <a:pos x="connsiteX2" y="connsiteY2"/>
                </a:cxn>
                <a:cxn ang="0">
                  <a:pos x="connsiteX3" y="connsiteY3"/>
                </a:cxn>
              </a:cxnLst>
              <a:rect l="l" t="t" r="r" b="b"/>
              <a:pathLst>
                <a:path w="57150" h="2274569">
                  <a:moveTo>
                    <a:pt x="0" y="0"/>
                  </a:moveTo>
                  <a:lnTo>
                    <a:pt x="57150" y="0"/>
                  </a:lnTo>
                  <a:lnTo>
                    <a:pt x="57150" y="2274570"/>
                  </a:lnTo>
                  <a:lnTo>
                    <a:pt x="0" y="2274570"/>
                  </a:lnTo>
                  <a:close/>
                </a:path>
              </a:pathLst>
            </a:custGeom>
            <a:ln/>
          </p:spPr>
          <p:style>
            <a:lnRef idx="1">
              <a:schemeClr val="accent5"/>
            </a:lnRef>
            <a:fillRef idx="3">
              <a:schemeClr val="accent5"/>
            </a:fillRef>
            <a:effectRef idx="2">
              <a:schemeClr val="accent5"/>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20" name="Freeform 1495">
              <a:extLst>
                <a:ext uri="{FF2B5EF4-FFF2-40B4-BE49-F238E27FC236}">
                  <a16:creationId xmlns:a16="http://schemas.microsoft.com/office/drawing/2014/main" id="{66C6D4C5-A840-9B45-8B68-2CACBFF118E1}"/>
                </a:ext>
              </a:extLst>
            </p:cNvPr>
            <p:cNvSpPr/>
            <p:nvPr/>
          </p:nvSpPr>
          <p:spPr>
            <a:xfrm>
              <a:off x="15972761" y="7360666"/>
              <a:ext cx="3370897" cy="420052"/>
            </a:xfrm>
            <a:custGeom>
              <a:avLst/>
              <a:gdLst>
                <a:gd name="connsiteX0" fmla="*/ 0 w 3370897"/>
                <a:gd name="connsiteY0" fmla="*/ 420053 h 420052"/>
                <a:gd name="connsiteX1" fmla="*/ 2825115 w 3370897"/>
                <a:gd name="connsiteY1" fmla="*/ 420053 h 420052"/>
                <a:gd name="connsiteX2" fmla="*/ 3370898 w 3370897"/>
                <a:gd name="connsiteY2" fmla="*/ 0 h 420052"/>
                <a:gd name="connsiteX3" fmla="*/ 545782 w 3370897"/>
                <a:gd name="connsiteY3" fmla="*/ 0 h 420052"/>
              </a:gdLst>
              <a:ahLst/>
              <a:cxnLst>
                <a:cxn ang="0">
                  <a:pos x="connsiteX0" y="connsiteY0"/>
                </a:cxn>
                <a:cxn ang="0">
                  <a:pos x="connsiteX1" y="connsiteY1"/>
                </a:cxn>
                <a:cxn ang="0">
                  <a:pos x="connsiteX2" y="connsiteY2"/>
                </a:cxn>
                <a:cxn ang="0">
                  <a:pos x="connsiteX3" y="connsiteY3"/>
                </a:cxn>
              </a:cxnLst>
              <a:rect l="l" t="t" r="r" b="b"/>
              <a:pathLst>
                <a:path w="3370897" h="420052">
                  <a:moveTo>
                    <a:pt x="0" y="420053"/>
                  </a:moveTo>
                  <a:lnTo>
                    <a:pt x="2825115" y="420053"/>
                  </a:lnTo>
                  <a:lnTo>
                    <a:pt x="3370898" y="0"/>
                  </a:lnTo>
                  <a:lnTo>
                    <a:pt x="545782" y="0"/>
                  </a:lnTo>
                  <a:close/>
                </a:path>
              </a:pathLst>
            </a:custGeom>
            <a:solidFill>
              <a:schemeClr val="accent5">
                <a:lumMod val="75000"/>
              </a:schemeClr>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21" name="Freeform 1496">
              <a:extLst>
                <a:ext uri="{FF2B5EF4-FFF2-40B4-BE49-F238E27FC236}">
                  <a16:creationId xmlns:a16="http://schemas.microsoft.com/office/drawing/2014/main" id="{D0EEB189-D830-5D40-A5DF-3157AC5C9F22}"/>
                </a:ext>
              </a:extLst>
            </p:cNvPr>
            <p:cNvSpPr/>
            <p:nvPr/>
          </p:nvSpPr>
          <p:spPr>
            <a:xfrm>
              <a:off x="15972761" y="6940614"/>
              <a:ext cx="3370897" cy="420052"/>
            </a:xfrm>
            <a:custGeom>
              <a:avLst/>
              <a:gdLst>
                <a:gd name="connsiteX0" fmla="*/ 0 w 3370897"/>
                <a:gd name="connsiteY0" fmla="*/ 0 h 420052"/>
                <a:gd name="connsiteX1" fmla="*/ 545782 w 3370897"/>
                <a:gd name="connsiteY1" fmla="*/ 420052 h 420052"/>
                <a:gd name="connsiteX2" fmla="*/ 3370898 w 3370897"/>
                <a:gd name="connsiteY2" fmla="*/ 420052 h 420052"/>
                <a:gd name="connsiteX3" fmla="*/ 2825115 w 3370897"/>
                <a:gd name="connsiteY3" fmla="*/ 0 h 420052"/>
              </a:gdLst>
              <a:ahLst/>
              <a:cxnLst>
                <a:cxn ang="0">
                  <a:pos x="connsiteX0" y="connsiteY0"/>
                </a:cxn>
                <a:cxn ang="0">
                  <a:pos x="connsiteX1" y="connsiteY1"/>
                </a:cxn>
                <a:cxn ang="0">
                  <a:pos x="connsiteX2" y="connsiteY2"/>
                </a:cxn>
                <a:cxn ang="0">
                  <a:pos x="connsiteX3" y="connsiteY3"/>
                </a:cxn>
              </a:cxnLst>
              <a:rect l="l" t="t" r="r" b="b"/>
              <a:pathLst>
                <a:path w="3370897" h="420052">
                  <a:moveTo>
                    <a:pt x="0" y="0"/>
                  </a:moveTo>
                  <a:lnTo>
                    <a:pt x="545782" y="420052"/>
                  </a:lnTo>
                  <a:lnTo>
                    <a:pt x="3370898" y="420052"/>
                  </a:lnTo>
                  <a:lnTo>
                    <a:pt x="2825115" y="0"/>
                  </a:lnTo>
                  <a:close/>
                </a:path>
              </a:pathLst>
            </a:custGeom>
            <a:ln/>
          </p:spPr>
          <p:style>
            <a:lnRef idx="1">
              <a:schemeClr val="accent5"/>
            </a:lnRef>
            <a:fillRef idx="3">
              <a:schemeClr val="accent5"/>
            </a:fillRef>
            <a:effectRef idx="2">
              <a:schemeClr val="accent5"/>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nvGrpSpPr>
            <p:cNvPr id="22" name="Group 21">
              <a:extLst>
                <a:ext uri="{FF2B5EF4-FFF2-40B4-BE49-F238E27FC236}">
                  <a16:creationId xmlns:a16="http://schemas.microsoft.com/office/drawing/2014/main" id="{7282768E-4879-6145-996B-661108A8A8DD}"/>
                </a:ext>
              </a:extLst>
            </p:cNvPr>
            <p:cNvGrpSpPr/>
            <p:nvPr/>
          </p:nvGrpSpPr>
          <p:grpSpPr>
            <a:xfrm>
              <a:off x="16735713" y="9167296"/>
              <a:ext cx="1764029" cy="1826205"/>
              <a:chOff x="16735713" y="9167296"/>
              <a:chExt cx="1764029" cy="1826205"/>
            </a:xfrm>
          </p:grpSpPr>
          <p:sp>
            <p:nvSpPr>
              <p:cNvPr id="24" name="Freeform 496">
                <a:extLst>
                  <a:ext uri="{FF2B5EF4-FFF2-40B4-BE49-F238E27FC236}">
                    <a16:creationId xmlns:a16="http://schemas.microsoft.com/office/drawing/2014/main" id="{94FF1E55-6316-5047-AEBA-E9BA9E41BC80}"/>
                  </a:ext>
                </a:extLst>
              </p:cNvPr>
              <p:cNvSpPr/>
              <p:nvPr/>
            </p:nvSpPr>
            <p:spPr>
              <a:xfrm>
                <a:off x="16735713" y="9673337"/>
                <a:ext cx="1764029" cy="1320164"/>
              </a:xfrm>
              <a:custGeom>
                <a:avLst/>
                <a:gdLst>
                  <a:gd name="connsiteX0" fmla="*/ 1479233 w 1764029"/>
                  <a:gd name="connsiteY0" fmla="*/ 216217 h 1320164"/>
                  <a:gd name="connsiteX1" fmla="*/ 1519238 w 1764029"/>
                  <a:gd name="connsiteY1" fmla="*/ 438150 h 1320164"/>
                  <a:gd name="connsiteX2" fmla="*/ 882015 w 1764029"/>
                  <a:gd name="connsiteY2" fmla="*/ 1075372 h 1320164"/>
                  <a:gd name="connsiteX3" fmla="*/ 244792 w 1764029"/>
                  <a:gd name="connsiteY3" fmla="*/ 438150 h 1320164"/>
                  <a:gd name="connsiteX4" fmla="*/ 289560 w 1764029"/>
                  <a:gd name="connsiteY4" fmla="*/ 202882 h 1320164"/>
                  <a:gd name="connsiteX5" fmla="*/ 116205 w 1764029"/>
                  <a:gd name="connsiteY5" fmla="*/ 0 h 1320164"/>
                  <a:gd name="connsiteX6" fmla="*/ 0 w 1764029"/>
                  <a:gd name="connsiteY6" fmla="*/ 438150 h 1320164"/>
                  <a:gd name="connsiteX7" fmla="*/ 882015 w 1764029"/>
                  <a:gd name="connsiteY7" fmla="*/ 1320165 h 1320164"/>
                  <a:gd name="connsiteX8" fmla="*/ 1764030 w 1764029"/>
                  <a:gd name="connsiteY8" fmla="*/ 438150 h 1320164"/>
                  <a:gd name="connsiteX9" fmla="*/ 1654492 w 1764029"/>
                  <a:gd name="connsiteY9" fmla="*/ 11430 h 1320164"/>
                  <a:gd name="connsiteX10" fmla="*/ 1479233 w 1764029"/>
                  <a:gd name="connsiteY10" fmla="*/ 216217 h 1320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64029" h="1320164">
                    <a:moveTo>
                      <a:pt x="1479233" y="216217"/>
                    </a:moveTo>
                    <a:cubicBezTo>
                      <a:pt x="1504950" y="285750"/>
                      <a:pt x="1519238" y="360045"/>
                      <a:pt x="1519238" y="438150"/>
                    </a:cubicBezTo>
                    <a:cubicBezTo>
                      <a:pt x="1519238" y="789622"/>
                      <a:pt x="1234440" y="1075372"/>
                      <a:pt x="882015" y="1075372"/>
                    </a:cubicBezTo>
                    <a:cubicBezTo>
                      <a:pt x="530542" y="1075372"/>
                      <a:pt x="244792" y="790575"/>
                      <a:pt x="244792" y="438150"/>
                    </a:cubicBezTo>
                    <a:cubicBezTo>
                      <a:pt x="244792" y="355282"/>
                      <a:pt x="260985" y="275272"/>
                      <a:pt x="289560" y="202882"/>
                    </a:cubicBezTo>
                    <a:lnTo>
                      <a:pt x="116205" y="0"/>
                    </a:lnTo>
                    <a:cubicBezTo>
                      <a:pt x="41910" y="128588"/>
                      <a:pt x="0" y="278130"/>
                      <a:pt x="0" y="438150"/>
                    </a:cubicBezTo>
                    <a:cubicBezTo>
                      <a:pt x="0" y="924877"/>
                      <a:pt x="394335" y="1320165"/>
                      <a:pt x="882015" y="1320165"/>
                    </a:cubicBezTo>
                    <a:cubicBezTo>
                      <a:pt x="1368742" y="1320165"/>
                      <a:pt x="1764030" y="925830"/>
                      <a:pt x="1764030" y="438150"/>
                    </a:cubicBezTo>
                    <a:cubicBezTo>
                      <a:pt x="1764030" y="283845"/>
                      <a:pt x="1724025" y="138113"/>
                      <a:pt x="1654492" y="11430"/>
                    </a:cubicBezTo>
                    <a:lnTo>
                      <a:pt x="1479233" y="216217"/>
                    </a:lnTo>
                    <a:close/>
                  </a:path>
                </a:pathLst>
              </a:custGeom>
              <a:ln/>
            </p:spPr>
            <p:style>
              <a:lnRef idx="1">
                <a:schemeClr val="accent5"/>
              </a:lnRef>
              <a:fillRef idx="3">
                <a:schemeClr val="accent5"/>
              </a:fillRef>
              <a:effectRef idx="2">
                <a:schemeClr val="accent5"/>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nvGrpSpPr>
              <p:cNvPr id="25" name="Group 24">
                <a:extLst>
                  <a:ext uri="{FF2B5EF4-FFF2-40B4-BE49-F238E27FC236}">
                    <a16:creationId xmlns:a16="http://schemas.microsoft.com/office/drawing/2014/main" id="{4B7C7D6A-E0E7-D841-93A2-609A8C035635}"/>
                  </a:ext>
                </a:extLst>
              </p:cNvPr>
              <p:cNvGrpSpPr>
                <a:grpSpLocks noChangeAspect="1"/>
              </p:cNvGrpSpPr>
              <p:nvPr/>
            </p:nvGrpSpPr>
            <p:grpSpPr>
              <a:xfrm>
                <a:off x="16768050" y="9167296"/>
                <a:ext cx="1698821" cy="1692000"/>
                <a:chOff x="8230812" y="1970061"/>
                <a:chExt cx="625960" cy="623446"/>
              </a:xfrm>
            </p:grpSpPr>
            <p:sp>
              <p:nvSpPr>
                <p:cNvPr id="26" name="Oval 25">
                  <a:extLst>
                    <a:ext uri="{FF2B5EF4-FFF2-40B4-BE49-F238E27FC236}">
                      <a16:creationId xmlns:a16="http://schemas.microsoft.com/office/drawing/2014/main" id="{6836FDD4-3FB8-8140-A0CD-FF35FF11B9F2}"/>
                    </a:ext>
                  </a:extLst>
                </p:cNvPr>
                <p:cNvSpPr>
                  <a:spLocks noChangeArrowheads="1"/>
                </p:cNvSpPr>
                <p:nvPr/>
              </p:nvSpPr>
              <p:spPr bwMode="auto">
                <a:xfrm>
                  <a:off x="8230812" y="1970061"/>
                  <a:ext cx="625960" cy="623446"/>
                </a:xfrm>
                <a:prstGeom prst="ellipse">
                  <a:avLst/>
                </a:prstGeom>
                <a:ln w="9525">
                  <a:noFill/>
                  <a:round/>
                  <a:headEnd/>
                  <a:tailEnd/>
                </a:ln>
              </p:spPr>
              <p:style>
                <a:lnRef idx="1">
                  <a:schemeClr val="accent5"/>
                </a:lnRef>
                <a:fillRef idx="3">
                  <a:schemeClr val="accent5"/>
                </a:fillRef>
                <a:effectRef idx="2">
                  <a:schemeClr val="accent5"/>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28" name="Freeform: Shape 27">
                  <a:extLst>
                    <a:ext uri="{FF2B5EF4-FFF2-40B4-BE49-F238E27FC236}">
                      <a16:creationId xmlns:a16="http://schemas.microsoft.com/office/drawing/2014/main" id="{49CA0327-CA2F-6E4D-95A8-452CC05739D6}"/>
                    </a:ext>
                  </a:extLst>
                </p:cNvPr>
                <p:cNvSpPr>
                  <a:spLocks noChangeAspect="1"/>
                </p:cNvSpPr>
                <p:nvPr/>
              </p:nvSpPr>
              <p:spPr>
                <a:xfrm>
                  <a:off x="8303505" y="2102146"/>
                  <a:ext cx="463928" cy="463928"/>
                </a:xfrm>
                <a:custGeom>
                  <a:avLst/>
                  <a:gdLst>
                    <a:gd name="connsiteX0" fmla="*/ 2438409 w 4876819"/>
                    <a:gd name="connsiteY0" fmla="*/ 3629225 h 4876819"/>
                    <a:gd name="connsiteX1" fmla="*/ 2548509 w 4876819"/>
                    <a:gd name="connsiteY1" fmla="*/ 3739324 h 4876819"/>
                    <a:gd name="connsiteX2" fmla="*/ 2548509 w 4876819"/>
                    <a:gd name="connsiteY2" fmla="*/ 3875656 h 4876819"/>
                    <a:gd name="connsiteX3" fmla="*/ 2438409 w 4876819"/>
                    <a:gd name="connsiteY3" fmla="*/ 3985755 h 4876819"/>
                    <a:gd name="connsiteX4" fmla="*/ 2328310 w 4876819"/>
                    <a:gd name="connsiteY4" fmla="*/ 3875656 h 4876819"/>
                    <a:gd name="connsiteX5" fmla="*/ 2328310 w 4876819"/>
                    <a:gd name="connsiteY5" fmla="*/ 3739324 h 4876819"/>
                    <a:gd name="connsiteX6" fmla="*/ 2438409 w 4876819"/>
                    <a:gd name="connsiteY6" fmla="*/ 3629225 h 4876819"/>
                    <a:gd name="connsiteX7" fmla="*/ 1801545 w 4876819"/>
                    <a:gd name="connsiteY7" fmla="*/ 3455761 h 4876819"/>
                    <a:gd name="connsiteX8" fmla="*/ 1842992 w 4876819"/>
                    <a:gd name="connsiteY8" fmla="*/ 3469691 h 4876819"/>
                    <a:gd name="connsiteX9" fmla="*/ 1883292 w 4876819"/>
                    <a:gd name="connsiteY9" fmla="*/ 3620091 h 4876819"/>
                    <a:gd name="connsiteX10" fmla="*/ 1815141 w 4876819"/>
                    <a:gd name="connsiteY10" fmla="*/ 3738153 h 4876819"/>
                    <a:gd name="connsiteX11" fmla="*/ 1719681 w 4876819"/>
                    <a:gd name="connsiteY11" fmla="*/ 3793227 h 4876819"/>
                    <a:gd name="connsiteX12" fmla="*/ 1664741 w 4876819"/>
                    <a:gd name="connsiteY12" fmla="*/ 3778454 h 4876819"/>
                    <a:gd name="connsiteX13" fmla="*/ 1624441 w 4876819"/>
                    <a:gd name="connsiteY13" fmla="*/ 3628054 h 4876819"/>
                    <a:gd name="connsiteX14" fmla="*/ 1692592 w 4876819"/>
                    <a:gd name="connsiteY14" fmla="*/ 3509991 h 4876819"/>
                    <a:gd name="connsiteX15" fmla="*/ 1801545 w 4876819"/>
                    <a:gd name="connsiteY15" fmla="*/ 3455761 h 4876819"/>
                    <a:gd name="connsiteX16" fmla="*/ 3075282 w 4876819"/>
                    <a:gd name="connsiteY16" fmla="*/ 3455748 h 4876819"/>
                    <a:gd name="connsiteX17" fmla="*/ 3184217 w 4876819"/>
                    <a:gd name="connsiteY17" fmla="*/ 3509982 h 4876819"/>
                    <a:gd name="connsiteX18" fmla="*/ 3252368 w 4876819"/>
                    <a:gd name="connsiteY18" fmla="*/ 3628044 h 4876819"/>
                    <a:gd name="connsiteX19" fmla="*/ 3212068 w 4876819"/>
                    <a:gd name="connsiteY19" fmla="*/ 3778444 h 4876819"/>
                    <a:gd name="connsiteX20" fmla="*/ 3157127 w 4876819"/>
                    <a:gd name="connsiteY20" fmla="*/ 3793217 h 4876819"/>
                    <a:gd name="connsiteX21" fmla="*/ 3061668 w 4876819"/>
                    <a:gd name="connsiteY21" fmla="*/ 3738144 h 4876819"/>
                    <a:gd name="connsiteX22" fmla="*/ 2993517 w 4876819"/>
                    <a:gd name="connsiteY22" fmla="*/ 3620081 h 4876819"/>
                    <a:gd name="connsiteX23" fmla="*/ 3033817 w 4876819"/>
                    <a:gd name="connsiteY23" fmla="*/ 3469681 h 4876819"/>
                    <a:gd name="connsiteX24" fmla="*/ 3075282 w 4876819"/>
                    <a:gd name="connsiteY24" fmla="*/ 3455748 h 4876819"/>
                    <a:gd name="connsiteX25" fmla="*/ 1298175 w 4876819"/>
                    <a:gd name="connsiteY25" fmla="*/ 2979586 h 4876819"/>
                    <a:gd name="connsiteX26" fmla="*/ 1407119 w 4876819"/>
                    <a:gd name="connsiteY26" fmla="*/ 3033817 h 4876819"/>
                    <a:gd name="connsiteX27" fmla="*/ 1366819 w 4876819"/>
                    <a:gd name="connsiteY27" fmla="*/ 3184217 h 4876819"/>
                    <a:gd name="connsiteX28" fmla="*/ 1248756 w 4876819"/>
                    <a:gd name="connsiteY28" fmla="*/ 3252369 h 4876819"/>
                    <a:gd name="connsiteX29" fmla="*/ 1193816 w 4876819"/>
                    <a:gd name="connsiteY29" fmla="*/ 3267142 h 4876819"/>
                    <a:gd name="connsiteX30" fmla="*/ 1098357 w 4876819"/>
                    <a:gd name="connsiteY30" fmla="*/ 3212068 h 4876819"/>
                    <a:gd name="connsiteX31" fmla="*/ 1138657 w 4876819"/>
                    <a:gd name="connsiteY31" fmla="*/ 3061669 h 4876819"/>
                    <a:gd name="connsiteX32" fmla="*/ 1256719 w 4876819"/>
                    <a:gd name="connsiteY32" fmla="*/ 2993517 h 4876819"/>
                    <a:gd name="connsiteX33" fmla="*/ 1298175 w 4876819"/>
                    <a:gd name="connsiteY33" fmla="*/ 2979586 h 4876819"/>
                    <a:gd name="connsiteX34" fmla="*/ 3578635 w 4876819"/>
                    <a:gd name="connsiteY34" fmla="*/ 2979585 h 4876819"/>
                    <a:gd name="connsiteX35" fmla="*/ 3620081 w 4876819"/>
                    <a:gd name="connsiteY35" fmla="*/ 2993527 h 4876819"/>
                    <a:gd name="connsiteX36" fmla="*/ 3738143 w 4876819"/>
                    <a:gd name="connsiteY36" fmla="*/ 3061678 h 4876819"/>
                    <a:gd name="connsiteX37" fmla="*/ 3778443 w 4876819"/>
                    <a:gd name="connsiteY37" fmla="*/ 3212078 h 4876819"/>
                    <a:gd name="connsiteX38" fmla="*/ 3682984 w 4876819"/>
                    <a:gd name="connsiteY38" fmla="*/ 3267152 h 4876819"/>
                    <a:gd name="connsiteX39" fmla="*/ 3628043 w 4876819"/>
                    <a:gd name="connsiteY39" fmla="*/ 3252378 h 4876819"/>
                    <a:gd name="connsiteX40" fmla="*/ 3509981 w 4876819"/>
                    <a:gd name="connsiteY40" fmla="*/ 3184227 h 4876819"/>
                    <a:gd name="connsiteX41" fmla="*/ 3469681 w 4876819"/>
                    <a:gd name="connsiteY41" fmla="*/ 3033827 h 4876819"/>
                    <a:gd name="connsiteX42" fmla="*/ 3578635 w 4876819"/>
                    <a:gd name="connsiteY42" fmla="*/ 2979585 h 4876819"/>
                    <a:gd name="connsiteX43" fmla="*/ 1832886 w 4876819"/>
                    <a:gd name="connsiteY43" fmla="*/ 2397004 h 4876819"/>
                    <a:gd name="connsiteX44" fmla="*/ 1788842 w 4876819"/>
                    <a:gd name="connsiteY44" fmla="*/ 2441048 h 4876819"/>
                    <a:gd name="connsiteX45" fmla="*/ 1832886 w 4876819"/>
                    <a:gd name="connsiteY45" fmla="*/ 2485092 h 4876819"/>
                    <a:gd name="connsiteX46" fmla="*/ 2189197 w 4876819"/>
                    <a:gd name="connsiteY46" fmla="*/ 2485092 h 4876819"/>
                    <a:gd name="connsiteX47" fmla="*/ 2185263 w 4876819"/>
                    <a:gd name="connsiteY47" fmla="*/ 2440972 h 4876819"/>
                    <a:gd name="connsiteX48" fmla="*/ 2185263 w 4876819"/>
                    <a:gd name="connsiteY48" fmla="*/ 2397004 h 4876819"/>
                    <a:gd name="connsiteX49" fmla="*/ 3739324 w 4876819"/>
                    <a:gd name="connsiteY49" fmla="*/ 2328301 h 4876819"/>
                    <a:gd name="connsiteX50" fmla="*/ 3875656 w 4876819"/>
                    <a:gd name="connsiteY50" fmla="*/ 2328301 h 4876819"/>
                    <a:gd name="connsiteX51" fmla="*/ 3985755 w 4876819"/>
                    <a:gd name="connsiteY51" fmla="*/ 2438400 h 4876819"/>
                    <a:gd name="connsiteX52" fmla="*/ 3875656 w 4876819"/>
                    <a:gd name="connsiteY52" fmla="*/ 2548500 h 4876819"/>
                    <a:gd name="connsiteX53" fmla="*/ 3739324 w 4876819"/>
                    <a:gd name="connsiteY53" fmla="*/ 2548500 h 4876819"/>
                    <a:gd name="connsiteX54" fmla="*/ 3629225 w 4876819"/>
                    <a:gd name="connsiteY54" fmla="*/ 2438400 h 4876819"/>
                    <a:gd name="connsiteX55" fmla="*/ 3739324 w 4876819"/>
                    <a:gd name="connsiteY55" fmla="*/ 2328301 h 4876819"/>
                    <a:gd name="connsiteX56" fmla="*/ 1001154 w 4876819"/>
                    <a:gd name="connsiteY56" fmla="*/ 2328301 h 4876819"/>
                    <a:gd name="connsiteX57" fmla="*/ 1137486 w 4876819"/>
                    <a:gd name="connsiteY57" fmla="*/ 2328301 h 4876819"/>
                    <a:gd name="connsiteX58" fmla="*/ 1247585 w 4876819"/>
                    <a:gd name="connsiteY58" fmla="*/ 2438400 h 4876819"/>
                    <a:gd name="connsiteX59" fmla="*/ 1137486 w 4876819"/>
                    <a:gd name="connsiteY59" fmla="*/ 2548500 h 4876819"/>
                    <a:gd name="connsiteX60" fmla="*/ 1001154 w 4876819"/>
                    <a:gd name="connsiteY60" fmla="*/ 2548500 h 4876819"/>
                    <a:gd name="connsiteX61" fmla="*/ 891055 w 4876819"/>
                    <a:gd name="connsiteY61" fmla="*/ 2438400 h 4876819"/>
                    <a:gd name="connsiteX62" fmla="*/ 1001154 w 4876819"/>
                    <a:gd name="connsiteY62" fmla="*/ 2328301 h 4876819"/>
                    <a:gd name="connsiteX63" fmla="*/ 2438400 w 4876819"/>
                    <a:gd name="connsiteY63" fmla="*/ 1752124 h 4876819"/>
                    <a:gd name="connsiteX64" fmla="*/ 2394432 w 4876819"/>
                    <a:gd name="connsiteY64" fmla="*/ 1796091 h 4876819"/>
                    <a:gd name="connsiteX65" fmla="*/ 2394432 w 4876819"/>
                    <a:gd name="connsiteY65" fmla="*/ 2440972 h 4876819"/>
                    <a:gd name="connsiteX66" fmla="*/ 2438400 w 4876819"/>
                    <a:gd name="connsiteY66" fmla="*/ 2484949 h 4876819"/>
                    <a:gd name="connsiteX67" fmla="*/ 2482377 w 4876819"/>
                    <a:gd name="connsiteY67" fmla="*/ 2440972 h 4876819"/>
                    <a:gd name="connsiteX68" fmla="*/ 2482377 w 4876819"/>
                    <a:gd name="connsiteY68" fmla="*/ 1796091 h 4876819"/>
                    <a:gd name="connsiteX69" fmla="*/ 2438400 w 4876819"/>
                    <a:gd name="connsiteY69" fmla="*/ 1752124 h 4876819"/>
                    <a:gd name="connsiteX70" fmla="*/ 1207318 w 4876819"/>
                    <a:gd name="connsiteY70" fmla="*/ 1610497 h 4876819"/>
                    <a:gd name="connsiteX71" fmla="*/ 1248766 w 4876819"/>
                    <a:gd name="connsiteY71" fmla="*/ 1624432 h 4876819"/>
                    <a:gd name="connsiteX72" fmla="*/ 1366828 w 4876819"/>
                    <a:gd name="connsiteY72" fmla="*/ 1692583 h 4876819"/>
                    <a:gd name="connsiteX73" fmla="*/ 1407128 w 4876819"/>
                    <a:gd name="connsiteY73" fmla="*/ 1842983 h 4876819"/>
                    <a:gd name="connsiteX74" fmla="*/ 1311669 w 4876819"/>
                    <a:gd name="connsiteY74" fmla="*/ 1898056 h 4876819"/>
                    <a:gd name="connsiteX75" fmla="*/ 1256728 w 4876819"/>
                    <a:gd name="connsiteY75" fmla="*/ 1883283 h 4876819"/>
                    <a:gd name="connsiteX76" fmla="*/ 1138666 w 4876819"/>
                    <a:gd name="connsiteY76" fmla="*/ 1815132 h 4876819"/>
                    <a:gd name="connsiteX77" fmla="*/ 1098366 w 4876819"/>
                    <a:gd name="connsiteY77" fmla="*/ 1664732 h 4876819"/>
                    <a:gd name="connsiteX78" fmla="*/ 1207318 w 4876819"/>
                    <a:gd name="connsiteY78" fmla="*/ 1610497 h 4876819"/>
                    <a:gd name="connsiteX79" fmla="*/ 3669509 w 4876819"/>
                    <a:gd name="connsiteY79" fmla="*/ 1610491 h 4876819"/>
                    <a:gd name="connsiteX80" fmla="*/ 3778444 w 4876819"/>
                    <a:gd name="connsiteY80" fmla="*/ 1664723 h 4876819"/>
                    <a:gd name="connsiteX81" fmla="*/ 3738144 w 4876819"/>
                    <a:gd name="connsiteY81" fmla="*/ 1815122 h 4876819"/>
                    <a:gd name="connsiteX82" fmla="*/ 3620081 w 4876819"/>
                    <a:gd name="connsiteY82" fmla="*/ 1883274 h 4876819"/>
                    <a:gd name="connsiteX83" fmla="*/ 3565141 w 4876819"/>
                    <a:gd name="connsiteY83" fmla="*/ 1898047 h 4876819"/>
                    <a:gd name="connsiteX84" fmla="*/ 3469682 w 4876819"/>
                    <a:gd name="connsiteY84" fmla="*/ 1842974 h 4876819"/>
                    <a:gd name="connsiteX85" fmla="*/ 3509982 w 4876819"/>
                    <a:gd name="connsiteY85" fmla="*/ 1692574 h 4876819"/>
                    <a:gd name="connsiteX86" fmla="*/ 3628044 w 4876819"/>
                    <a:gd name="connsiteY86" fmla="*/ 1624422 h 4876819"/>
                    <a:gd name="connsiteX87" fmla="*/ 3669509 w 4876819"/>
                    <a:gd name="connsiteY87" fmla="*/ 1610491 h 4876819"/>
                    <a:gd name="connsiteX88" fmla="*/ 2438409 w 4876819"/>
                    <a:gd name="connsiteY88" fmla="*/ 1542936 h 4876819"/>
                    <a:gd name="connsiteX89" fmla="*/ 2691574 w 4876819"/>
                    <a:gd name="connsiteY89" fmla="*/ 1796091 h 4876819"/>
                    <a:gd name="connsiteX90" fmla="*/ 2691574 w 4876819"/>
                    <a:gd name="connsiteY90" fmla="*/ 2440972 h 4876819"/>
                    <a:gd name="connsiteX91" fmla="*/ 2674582 w 4876819"/>
                    <a:gd name="connsiteY91" fmla="*/ 2531983 h 4876819"/>
                    <a:gd name="connsiteX92" fmla="*/ 3088033 w 4876819"/>
                    <a:gd name="connsiteY92" fmla="*/ 2945530 h 4876819"/>
                    <a:gd name="connsiteX93" fmla="*/ 3088024 w 4876819"/>
                    <a:gd name="connsiteY93" fmla="*/ 3093396 h 4876819"/>
                    <a:gd name="connsiteX94" fmla="*/ 3014024 w 4876819"/>
                    <a:gd name="connsiteY94" fmla="*/ 3124114 h 4876819"/>
                    <a:gd name="connsiteX95" fmla="*/ 2940148 w 4876819"/>
                    <a:gd name="connsiteY95" fmla="*/ 3093396 h 4876819"/>
                    <a:gd name="connsiteX96" fmla="*/ 2525392 w 4876819"/>
                    <a:gd name="connsiteY96" fmla="*/ 2678735 h 4876819"/>
                    <a:gd name="connsiteX97" fmla="*/ 2443181 w 4876819"/>
                    <a:gd name="connsiteY97" fmla="*/ 2694013 h 4876819"/>
                    <a:gd name="connsiteX98" fmla="*/ 2438428 w 4876819"/>
                    <a:gd name="connsiteY98" fmla="*/ 2694280 h 4876819"/>
                    <a:gd name="connsiteX99" fmla="*/ 1832876 w 4876819"/>
                    <a:gd name="connsiteY99" fmla="*/ 2694280 h 4876819"/>
                    <a:gd name="connsiteX100" fmla="*/ 1579645 w 4876819"/>
                    <a:gd name="connsiteY100" fmla="*/ 2441048 h 4876819"/>
                    <a:gd name="connsiteX101" fmla="*/ 1832876 w 4876819"/>
                    <a:gd name="connsiteY101" fmla="*/ 2187816 h 4876819"/>
                    <a:gd name="connsiteX102" fmla="*/ 2185254 w 4876819"/>
                    <a:gd name="connsiteY102" fmla="*/ 2187816 h 4876819"/>
                    <a:gd name="connsiteX103" fmla="*/ 2185254 w 4876819"/>
                    <a:gd name="connsiteY103" fmla="*/ 1796091 h 4876819"/>
                    <a:gd name="connsiteX104" fmla="*/ 2438409 w 4876819"/>
                    <a:gd name="connsiteY104" fmla="*/ 1542936 h 4876819"/>
                    <a:gd name="connsiteX105" fmla="*/ 1706188 w 4876819"/>
                    <a:gd name="connsiteY105" fmla="*/ 1084435 h 4876819"/>
                    <a:gd name="connsiteX106" fmla="*/ 1815122 w 4876819"/>
                    <a:gd name="connsiteY106" fmla="*/ 1138667 h 4876819"/>
                    <a:gd name="connsiteX107" fmla="*/ 1883273 w 4876819"/>
                    <a:gd name="connsiteY107" fmla="*/ 1256729 h 4876819"/>
                    <a:gd name="connsiteX108" fmla="*/ 1842973 w 4876819"/>
                    <a:gd name="connsiteY108" fmla="*/ 1407129 h 4876819"/>
                    <a:gd name="connsiteX109" fmla="*/ 1788033 w 4876819"/>
                    <a:gd name="connsiteY109" fmla="*/ 1421902 h 4876819"/>
                    <a:gd name="connsiteX110" fmla="*/ 1692573 w 4876819"/>
                    <a:gd name="connsiteY110" fmla="*/ 1366828 h 4876819"/>
                    <a:gd name="connsiteX111" fmla="*/ 1624422 w 4876819"/>
                    <a:gd name="connsiteY111" fmla="*/ 1248766 h 4876819"/>
                    <a:gd name="connsiteX112" fmla="*/ 1664722 w 4876819"/>
                    <a:gd name="connsiteY112" fmla="*/ 1098366 h 4876819"/>
                    <a:gd name="connsiteX113" fmla="*/ 1706188 w 4876819"/>
                    <a:gd name="connsiteY113" fmla="*/ 1084435 h 4876819"/>
                    <a:gd name="connsiteX114" fmla="*/ 3170632 w 4876819"/>
                    <a:gd name="connsiteY114" fmla="*/ 1084430 h 4876819"/>
                    <a:gd name="connsiteX115" fmla="*/ 3212078 w 4876819"/>
                    <a:gd name="connsiteY115" fmla="*/ 1098366 h 4876819"/>
                    <a:gd name="connsiteX116" fmla="*/ 3252378 w 4876819"/>
                    <a:gd name="connsiteY116" fmla="*/ 1248765 h 4876819"/>
                    <a:gd name="connsiteX117" fmla="*/ 3184227 w 4876819"/>
                    <a:gd name="connsiteY117" fmla="*/ 1366828 h 4876819"/>
                    <a:gd name="connsiteX118" fmla="*/ 3088767 w 4876819"/>
                    <a:gd name="connsiteY118" fmla="*/ 1421901 h 4876819"/>
                    <a:gd name="connsiteX119" fmla="*/ 3033827 w 4876819"/>
                    <a:gd name="connsiteY119" fmla="*/ 1407128 h 4876819"/>
                    <a:gd name="connsiteX120" fmla="*/ 2993527 w 4876819"/>
                    <a:gd name="connsiteY120" fmla="*/ 1256728 h 4876819"/>
                    <a:gd name="connsiteX121" fmla="*/ 3061678 w 4876819"/>
                    <a:gd name="connsiteY121" fmla="*/ 1138666 h 4876819"/>
                    <a:gd name="connsiteX122" fmla="*/ 3170632 w 4876819"/>
                    <a:gd name="connsiteY122" fmla="*/ 1084430 h 4876819"/>
                    <a:gd name="connsiteX123" fmla="*/ 2438409 w 4876819"/>
                    <a:gd name="connsiteY123" fmla="*/ 891055 h 4876819"/>
                    <a:gd name="connsiteX124" fmla="*/ 2548509 w 4876819"/>
                    <a:gd name="connsiteY124" fmla="*/ 1001154 h 4876819"/>
                    <a:gd name="connsiteX125" fmla="*/ 2548509 w 4876819"/>
                    <a:gd name="connsiteY125" fmla="*/ 1137486 h 4876819"/>
                    <a:gd name="connsiteX126" fmla="*/ 2438409 w 4876819"/>
                    <a:gd name="connsiteY126" fmla="*/ 1247585 h 4876819"/>
                    <a:gd name="connsiteX127" fmla="*/ 2328310 w 4876819"/>
                    <a:gd name="connsiteY127" fmla="*/ 1137486 h 4876819"/>
                    <a:gd name="connsiteX128" fmla="*/ 2328310 w 4876819"/>
                    <a:gd name="connsiteY128" fmla="*/ 1001154 h 4876819"/>
                    <a:gd name="connsiteX129" fmla="*/ 2438409 w 4876819"/>
                    <a:gd name="connsiteY129" fmla="*/ 891055 h 4876819"/>
                    <a:gd name="connsiteX130" fmla="*/ 2438409 w 4876819"/>
                    <a:gd name="connsiteY130" fmla="*/ 717423 h 4876819"/>
                    <a:gd name="connsiteX131" fmla="*/ 717423 w 4876819"/>
                    <a:gd name="connsiteY131" fmla="*/ 2438400 h 4876819"/>
                    <a:gd name="connsiteX132" fmla="*/ 2438409 w 4876819"/>
                    <a:gd name="connsiteY132" fmla="*/ 4159387 h 4876819"/>
                    <a:gd name="connsiteX133" fmla="*/ 4159396 w 4876819"/>
                    <a:gd name="connsiteY133" fmla="*/ 2438410 h 4876819"/>
                    <a:gd name="connsiteX134" fmla="*/ 2438409 w 4876819"/>
                    <a:gd name="connsiteY134" fmla="*/ 717423 h 4876819"/>
                    <a:gd name="connsiteX135" fmla="*/ 2438409 w 4876819"/>
                    <a:gd name="connsiteY135" fmla="*/ 497215 h 4876819"/>
                    <a:gd name="connsiteX136" fmla="*/ 4379595 w 4876819"/>
                    <a:gd name="connsiteY136" fmla="*/ 2438410 h 4876819"/>
                    <a:gd name="connsiteX137" fmla="*/ 2438409 w 4876819"/>
                    <a:gd name="connsiteY137" fmla="*/ 4379595 h 4876819"/>
                    <a:gd name="connsiteX138" fmla="*/ 497224 w 4876819"/>
                    <a:gd name="connsiteY138" fmla="*/ 2438400 h 4876819"/>
                    <a:gd name="connsiteX139" fmla="*/ 2438409 w 4876819"/>
                    <a:gd name="connsiteY139" fmla="*/ 497215 h 4876819"/>
                    <a:gd name="connsiteX140" fmla="*/ 2438409 w 4876819"/>
                    <a:gd name="connsiteY140" fmla="*/ 0 h 4876819"/>
                    <a:gd name="connsiteX141" fmla="*/ 3946465 w 4876819"/>
                    <a:gd name="connsiteY141" fmla="*/ 522141 h 4876819"/>
                    <a:gd name="connsiteX142" fmla="*/ 3964800 w 4876819"/>
                    <a:gd name="connsiteY142" fmla="*/ 676770 h 4876819"/>
                    <a:gd name="connsiteX143" fmla="*/ 3810171 w 4876819"/>
                    <a:gd name="connsiteY143" fmla="*/ 695106 h 4876819"/>
                    <a:gd name="connsiteX144" fmla="*/ 2438409 w 4876819"/>
                    <a:gd name="connsiteY144" fmla="*/ 220199 h 4876819"/>
                    <a:gd name="connsiteX145" fmla="*/ 220199 w 4876819"/>
                    <a:gd name="connsiteY145" fmla="*/ 2438409 h 4876819"/>
                    <a:gd name="connsiteX146" fmla="*/ 2438400 w 4876819"/>
                    <a:gd name="connsiteY146" fmla="*/ 4656601 h 4876819"/>
                    <a:gd name="connsiteX147" fmla="*/ 4656601 w 4876819"/>
                    <a:gd name="connsiteY147" fmla="*/ 2438400 h 4876819"/>
                    <a:gd name="connsiteX148" fmla="*/ 4181161 w 4876819"/>
                    <a:gd name="connsiteY148" fmla="*/ 1066028 h 4876819"/>
                    <a:gd name="connsiteX149" fmla="*/ 4199430 w 4876819"/>
                    <a:gd name="connsiteY149" fmla="*/ 911390 h 4876819"/>
                    <a:gd name="connsiteX150" fmla="*/ 4354058 w 4876819"/>
                    <a:gd name="connsiteY150" fmla="*/ 929668 h 4876819"/>
                    <a:gd name="connsiteX151" fmla="*/ 4876819 w 4876819"/>
                    <a:gd name="connsiteY151" fmla="*/ 2438409 h 4876819"/>
                    <a:gd name="connsiteX152" fmla="*/ 4162625 w 4876819"/>
                    <a:gd name="connsiteY152" fmla="*/ 4162625 h 4876819"/>
                    <a:gd name="connsiteX153" fmla="*/ 2438409 w 4876819"/>
                    <a:gd name="connsiteY153" fmla="*/ 4876819 h 4876819"/>
                    <a:gd name="connsiteX154" fmla="*/ 714194 w 4876819"/>
                    <a:gd name="connsiteY154" fmla="*/ 4162625 h 4876819"/>
                    <a:gd name="connsiteX155" fmla="*/ 0 w 4876819"/>
                    <a:gd name="connsiteY155" fmla="*/ 2438409 h 4876819"/>
                    <a:gd name="connsiteX156" fmla="*/ 714194 w 4876819"/>
                    <a:gd name="connsiteY156" fmla="*/ 714194 h 4876819"/>
                    <a:gd name="connsiteX157" fmla="*/ 2438409 w 4876819"/>
                    <a:gd name="connsiteY157" fmla="*/ 0 h 4876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4876819" h="4876819">
                      <a:moveTo>
                        <a:pt x="2438409" y="3629225"/>
                      </a:moveTo>
                      <a:cubicBezTo>
                        <a:pt x="2499207" y="3629225"/>
                        <a:pt x="2548509" y="3678517"/>
                        <a:pt x="2548509" y="3739324"/>
                      </a:cubicBezTo>
                      <a:lnTo>
                        <a:pt x="2548509" y="3875656"/>
                      </a:lnTo>
                      <a:cubicBezTo>
                        <a:pt x="2548509" y="3936454"/>
                        <a:pt x="2499207" y="3985755"/>
                        <a:pt x="2438409" y="3985755"/>
                      </a:cubicBezTo>
                      <a:cubicBezTo>
                        <a:pt x="2377611" y="3985755"/>
                        <a:pt x="2328310" y="3936454"/>
                        <a:pt x="2328310" y="3875656"/>
                      </a:cubicBezTo>
                      <a:lnTo>
                        <a:pt x="2328310" y="3739324"/>
                      </a:lnTo>
                      <a:cubicBezTo>
                        <a:pt x="2328310" y="3678526"/>
                        <a:pt x="2377611" y="3629225"/>
                        <a:pt x="2438409" y="3629225"/>
                      </a:cubicBezTo>
                      <a:close/>
                      <a:moveTo>
                        <a:pt x="1801545" y="3455761"/>
                      </a:moveTo>
                      <a:cubicBezTo>
                        <a:pt x="1815739" y="3457521"/>
                        <a:pt x="1829824" y="3462093"/>
                        <a:pt x="1842992" y="3469691"/>
                      </a:cubicBezTo>
                      <a:cubicBezTo>
                        <a:pt x="1895656" y="3500076"/>
                        <a:pt x="1913696" y="3567427"/>
                        <a:pt x="1883292" y="3620091"/>
                      </a:cubicBezTo>
                      <a:lnTo>
                        <a:pt x="1815141" y="3738153"/>
                      </a:lnTo>
                      <a:cubicBezTo>
                        <a:pt x="1794748" y="3773472"/>
                        <a:pt x="1757734" y="3793227"/>
                        <a:pt x="1719681" y="3793227"/>
                      </a:cubicBezTo>
                      <a:cubicBezTo>
                        <a:pt x="1701012" y="3793227"/>
                        <a:pt x="1682086" y="3788465"/>
                        <a:pt x="1664741" y="3778454"/>
                      </a:cubicBezTo>
                      <a:cubicBezTo>
                        <a:pt x="1612077" y="3748050"/>
                        <a:pt x="1594028" y="3680718"/>
                        <a:pt x="1624441" y="3628054"/>
                      </a:cubicBezTo>
                      <a:lnTo>
                        <a:pt x="1692592" y="3509991"/>
                      </a:lnTo>
                      <a:cubicBezTo>
                        <a:pt x="1715388" y="3470501"/>
                        <a:pt x="1758961" y="3450481"/>
                        <a:pt x="1801545" y="3455761"/>
                      </a:cubicBezTo>
                      <a:close/>
                      <a:moveTo>
                        <a:pt x="3075282" y="3455748"/>
                      </a:moveTo>
                      <a:cubicBezTo>
                        <a:pt x="3117873" y="3450466"/>
                        <a:pt x="3161429" y="3470492"/>
                        <a:pt x="3184217" y="3509982"/>
                      </a:cubicBezTo>
                      <a:lnTo>
                        <a:pt x="3252368" y="3628044"/>
                      </a:lnTo>
                      <a:cubicBezTo>
                        <a:pt x="3282781" y="3680708"/>
                        <a:pt x="3264731" y="3748050"/>
                        <a:pt x="3212068" y="3778444"/>
                      </a:cubicBezTo>
                      <a:cubicBezTo>
                        <a:pt x="3194732" y="3788445"/>
                        <a:pt x="3175796" y="3793217"/>
                        <a:pt x="3157127" y="3793217"/>
                      </a:cubicBezTo>
                      <a:cubicBezTo>
                        <a:pt x="3119066" y="3793217"/>
                        <a:pt x="3082061" y="3773462"/>
                        <a:pt x="3061668" y="3738144"/>
                      </a:cubicBezTo>
                      <a:lnTo>
                        <a:pt x="2993517" y="3620081"/>
                      </a:lnTo>
                      <a:cubicBezTo>
                        <a:pt x="2963113" y="3567418"/>
                        <a:pt x="2981153" y="3500076"/>
                        <a:pt x="3033817" y="3469681"/>
                      </a:cubicBezTo>
                      <a:cubicBezTo>
                        <a:pt x="3046995" y="3462080"/>
                        <a:pt x="3061085" y="3457508"/>
                        <a:pt x="3075282" y="3455748"/>
                      </a:cubicBezTo>
                      <a:close/>
                      <a:moveTo>
                        <a:pt x="1298175" y="2979586"/>
                      </a:moveTo>
                      <a:cubicBezTo>
                        <a:pt x="1340764" y="2974309"/>
                        <a:pt x="1384330" y="2994341"/>
                        <a:pt x="1407119" y="3033817"/>
                      </a:cubicBezTo>
                      <a:cubicBezTo>
                        <a:pt x="1437532" y="3086481"/>
                        <a:pt x="1419492" y="3153823"/>
                        <a:pt x="1366819" y="3184217"/>
                      </a:cubicBezTo>
                      <a:lnTo>
                        <a:pt x="1248756" y="3252369"/>
                      </a:lnTo>
                      <a:cubicBezTo>
                        <a:pt x="1231411" y="3262379"/>
                        <a:pt x="1212485" y="3267142"/>
                        <a:pt x="1193816" y="3267142"/>
                      </a:cubicBezTo>
                      <a:cubicBezTo>
                        <a:pt x="1155754" y="3267142"/>
                        <a:pt x="1118750" y="3247387"/>
                        <a:pt x="1098357" y="3212068"/>
                      </a:cubicBezTo>
                      <a:cubicBezTo>
                        <a:pt x="1067953" y="3159405"/>
                        <a:pt x="1085993" y="3092063"/>
                        <a:pt x="1138657" y="3061669"/>
                      </a:cubicBezTo>
                      <a:lnTo>
                        <a:pt x="1256719" y="2993517"/>
                      </a:lnTo>
                      <a:cubicBezTo>
                        <a:pt x="1269892" y="2985917"/>
                        <a:pt x="1283979" y="2981345"/>
                        <a:pt x="1298175" y="2979586"/>
                      </a:cubicBezTo>
                      <a:close/>
                      <a:moveTo>
                        <a:pt x="3578635" y="2979585"/>
                      </a:moveTo>
                      <a:cubicBezTo>
                        <a:pt x="3592829" y="2981347"/>
                        <a:pt x="3606913" y="2985922"/>
                        <a:pt x="3620081" y="2993527"/>
                      </a:cubicBezTo>
                      <a:lnTo>
                        <a:pt x="3738143" y="3061678"/>
                      </a:lnTo>
                      <a:cubicBezTo>
                        <a:pt x="3790807" y="3092073"/>
                        <a:pt x="3808847" y="3159414"/>
                        <a:pt x="3778443" y="3212078"/>
                      </a:cubicBezTo>
                      <a:cubicBezTo>
                        <a:pt x="3758050" y="3247397"/>
                        <a:pt x="3721036" y="3267152"/>
                        <a:pt x="3682984" y="3267152"/>
                      </a:cubicBezTo>
                      <a:cubicBezTo>
                        <a:pt x="3664315" y="3267152"/>
                        <a:pt x="3645388" y="3262389"/>
                        <a:pt x="3628043" y="3252378"/>
                      </a:cubicBezTo>
                      <a:lnTo>
                        <a:pt x="3509981" y="3184227"/>
                      </a:lnTo>
                      <a:cubicBezTo>
                        <a:pt x="3457317" y="3153823"/>
                        <a:pt x="3439268" y="3086491"/>
                        <a:pt x="3469681" y="3033827"/>
                      </a:cubicBezTo>
                      <a:cubicBezTo>
                        <a:pt x="3492484" y="2994337"/>
                        <a:pt x="3536054" y="2974300"/>
                        <a:pt x="3578635" y="2979585"/>
                      </a:cubicBezTo>
                      <a:close/>
                      <a:moveTo>
                        <a:pt x="1832886" y="2397004"/>
                      </a:moveTo>
                      <a:cubicBezTo>
                        <a:pt x="1808550" y="2397004"/>
                        <a:pt x="1788842" y="2416826"/>
                        <a:pt x="1788842" y="2441048"/>
                      </a:cubicBezTo>
                      <a:cubicBezTo>
                        <a:pt x="1788842" y="2465270"/>
                        <a:pt x="1808550" y="2485092"/>
                        <a:pt x="1832886" y="2485092"/>
                      </a:cubicBezTo>
                      <a:lnTo>
                        <a:pt x="2189197" y="2485092"/>
                      </a:lnTo>
                      <a:cubicBezTo>
                        <a:pt x="2186664" y="2470756"/>
                        <a:pt x="2185263" y="2456021"/>
                        <a:pt x="2185263" y="2440972"/>
                      </a:cubicBezTo>
                      <a:lnTo>
                        <a:pt x="2185263" y="2397004"/>
                      </a:lnTo>
                      <a:close/>
                      <a:moveTo>
                        <a:pt x="3739324" y="2328301"/>
                      </a:moveTo>
                      <a:lnTo>
                        <a:pt x="3875656" y="2328301"/>
                      </a:lnTo>
                      <a:cubicBezTo>
                        <a:pt x="3936454" y="2328301"/>
                        <a:pt x="3985755" y="2377612"/>
                        <a:pt x="3985755" y="2438400"/>
                      </a:cubicBezTo>
                      <a:cubicBezTo>
                        <a:pt x="3985755" y="2499198"/>
                        <a:pt x="3936454" y="2548500"/>
                        <a:pt x="3875656" y="2548500"/>
                      </a:cubicBezTo>
                      <a:lnTo>
                        <a:pt x="3739324" y="2548500"/>
                      </a:lnTo>
                      <a:cubicBezTo>
                        <a:pt x="3678526" y="2548500"/>
                        <a:pt x="3629225" y="2499198"/>
                        <a:pt x="3629225" y="2438400"/>
                      </a:cubicBezTo>
                      <a:cubicBezTo>
                        <a:pt x="3629225" y="2377593"/>
                        <a:pt x="3678517" y="2328301"/>
                        <a:pt x="3739324" y="2328301"/>
                      </a:cubicBezTo>
                      <a:close/>
                      <a:moveTo>
                        <a:pt x="1001154" y="2328301"/>
                      </a:moveTo>
                      <a:lnTo>
                        <a:pt x="1137486" y="2328301"/>
                      </a:lnTo>
                      <a:cubicBezTo>
                        <a:pt x="1198284" y="2328301"/>
                        <a:pt x="1247585" y="2377612"/>
                        <a:pt x="1247585" y="2438400"/>
                      </a:cubicBezTo>
                      <a:cubicBezTo>
                        <a:pt x="1247585" y="2499198"/>
                        <a:pt x="1198284" y="2548500"/>
                        <a:pt x="1137486" y="2548500"/>
                      </a:cubicBezTo>
                      <a:lnTo>
                        <a:pt x="1001154" y="2548500"/>
                      </a:lnTo>
                      <a:cubicBezTo>
                        <a:pt x="940356" y="2548500"/>
                        <a:pt x="891055" y="2499198"/>
                        <a:pt x="891055" y="2438400"/>
                      </a:cubicBezTo>
                      <a:cubicBezTo>
                        <a:pt x="891055" y="2377602"/>
                        <a:pt x="940356" y="2328301"/>
                        <a:pt x="1001154" y="2328301"/>
                      </a:cubicBezTo>
                      <a:close/>
                      <a:moveTo>
                        <a:pt x="2438400" y="1752124"/>
                      </a:moveTo>
                      <a:cubicBezTo>
                        <a:pt x="2414159" y="1752124"/>
                        <a:pt x="2394432" y="1771850"/>
                        <a:pt x="2394432" y="1796091"/>
                      </a:cubicBezTo>
                      <a:lnTo>
                        <a:pt x="2394432" y="2440972"/>
                      </a:lnTo>
                      <a:cubicBezTo>
                        <a:pt x="2394432" y="2465223"/>
                        <a:pt x="2414159" y="2484949"/>
                        <a:pt x="2438400" y="2484949"/>
                      </a:cubicBezTo>
                      <a:cubicBezTo>
                        <a:pt x="2462650" y="2484949"/>
                        <a:pt x="2482377" y="2465213"/>
                        <a:pt x="2482377" y="2440972"/>
                      </a:cubicBezTo>
                      <a:lnTo>
                        <a:pt x="2482377" y="1796091"/>
                      </a:lnTo>
                      <a:cubicBezTo>
                        <a:pt x="2482377" y="1771850"/>
                        <a:pt x="2462641" y="1752124"/>
                        <a:pt x="2438400" y="1752124"/>
                      </a:cubicBezTo>
                      <a:close/>
                      <a:moveTo>
                        <a:pt x="1207318" y="1610497"/>
                      </a:moveTo>
                      <a:cubicBezTo>
                        <a:pt x="1221513" y="1612258"/>
                        <a:pt x="1235597" y="1616831"/>
                        <a:pt x="1248766" y="1624432"/>
                      </a:cubicBezTo>
                      <a:lnTo>
                        <a:pt x="1366828" y="1692583"/>
                      </a:lnTo>
                      <a:cubicBezTo>
                        <a:pt x="1419492" y="1722977"/>
                        <a:pt x="1437523" y="1790319"/>
                        <a:pt x="1407128" y="1842983"/>
                      </a:cubicBezTo>
                      <a:cubicBezTo>
                        <a:pt x="1386735" y="1878301"/>
                        <a:pt x="1349721" y="1898056"/>
                        <a:pt x="1311669" y="1898056"/>
                      </a:cubicBezTo>
                      <a:cubicBezTo>
                        <a:pt x="1293000" y="1898056"/>
                        <a:pt x="1274073" y="1893294"/>
                        <a:pt x="1256728" y="1883283"/>
                      </a:cubicBezTo>
                      <a:lnTo>
                        <a:pt x="1138666" y="1815132"/>
                      </a:lnTo>
                      <a:cubicBezTo>
                        <a:pt x="1086002" y="1784728"/>
                        <a:pt x="1067952" y="1717396"/>
                        <a:pt x="1098366" y="1664732"/>
                      </a:cubicBezTo>
                      <a:cubicBezTo>
                        <a:pt x="1121161" y="1625234"/>
                        <a:pt x="1164734" y="1605212"/>
                        <a:pt x="1207318" y="1610497"/>
                      </a:cubicBezTo>
                      <a:close/>
                      <a:moveTo>
                        <a:pt x="3669509" y="1610491"/>
                      </a:moveTo>
                      <a:cubicBezTo>
                        <a:pt x="3712100" y="1605214"/>
                        <a:pt x="3755656" y="1625246"/>
                        <a:pt x="3778444" y="1664723"/>
                      </a:cubicBezTo>
                      <a:cubicBezTo>
                        <a:pt x="3808857" y="1717386"/>
                        <a:pt x="3790807" y="1784728"/>
                        <a:pt x="3738144" y="1815122"/>
                      </a:cubicBezTo>
                      <a:lnTo>
                        <a:pt x="3620081" y="1883274"/>
                      </a:lnTo>
                      <a:cubicBezTo>
                        <a:pt x="3602736" y="1893285"/>
                        <a:pt x="3583810" y="1898047"/>
                        <a:pt x="3565141" y="1898047"/>
                      </a:cubicBezTo>
                      <a:cubicBezTo>
                        <a:pt x="3527079" y="1898047"/>
                        <a:pt x="3490074" y="1878292"/>
                        <a:pt x="3469682" y="1842974"/>
                      </a:cubicBezTo>
                      <a:cubicBezTo>
                        <a:pt x="3439278" y="1790310"/>
                        <a:pt x="3457318" y="1722978"/>
                        <a:pt x="3509982" y="1692574"/>
                      </a:cubicBezTo>
                      <a:lnTo>
                        <a:pt x="3628044" y="1624422"/>
                      </a:lnTo>
                      <a:cubicBezTo>
                        <a:pt x="3641222" y="1616821"/>
                        <a:pt x="3655312" y="1612250"/>
                        <a:pt x="3669509" y="1610491"/>
                      </a:cubicBezTo>
                      <a:close/>
                      <a:moveTo>
                        <a:pt x="2438409" y="1542936"/>
                      </a:moveTo>
                      <a:cubicBezTo>
                        <a:pt x="2578008" y="1542936"/>
                        <a:pt x="2691574" y="1656493"/>
                        <a:pt x="2691574" y="1796091"/>
                      </a:cubicBezTo>
                      <a:lnTo>
                        <a:pt x="2691574" y="2440972"/>
                      </a:lnTo>
                      <a:cubicBezTo>
                        <a:pt x="2691574" y="2473042"/>
                        <a:pt x="2685516" y="2503722"/>
                        <a:pt x="2674582" y="2531983"/>
                      </a:cubicBezTo>
                      <a:lnTo>
                        <a:pt x="3088033" y="2945530"/>
                      </a:lnTo>
                      <a:cubicBezTo>
                        <a:pt x="3128877" y="2986373"/>
                        <a:pt x="3128877" y="3052553"/>
                        <a:pt x="3088024" y="3093396"/>
                      </a:cubicBezTo>
                      <a:cubicBezTo>
                        <a:pt x="3067650" y="3113875"/>
                        <a:pt x="3040904" y="3124114"/>
                        <a:pt x="3014024" y="3124114"/>
                      </a:cubicBezTo>
                      <a:cubicBezTo>
                        <a:pt x="2987268" y="3124114"/>
                        <a:pt x="2960513" y="3113875"/>
                        <a:pt x="2940148" y="3093396"/>
                      </a:cubicBezTo>
                      <a:lnTo>
                        <a:pt x="2525392" y="2678735"/>
                      </a:lnTo>
                      <a:cubicBezTo>
                        <a:pt x="2499674" y="2688164"/>
                        <a:pt x="2472004" y="2693470"/>
                        <a:pt x="2443181" y="2694013"/>
                      </a:cubicBezTo>
                      <a:cubicBezTo>
                        <a:pt x="2441619" y="2694146"/>
                        <a:pt x="2440048" y="2694280"/>
                        <a:pt x="2438428" y="2694280"/>
                      </a:cubicBezTo>
                      <a:lnTo>
                        <a:pt x="1832876" y="2694280"/>
                      </a:lnTo>
                      <a:cubicBezTo>
                        <a:pt x="1693268" y="2694280"/>
                        <a:pt x="1579645" y="2580656"/>
                        <a:pt x="1579645" y="2441048"/>
                      </a:cubicBezTo>
                      <a:cubicBezTo>
                        <a:pt x="1579645" y="2301440"/>
                        <a:pt x="1693268" y="2187816"/>
                        <a:pt x="1832876" y="2187816"/>
                      </a:cubicBezTo>
                      <a:lnTo>
                        <a:pt x="2185254" y="2187816"/>
                      </a:lnTo>
                      <a:lnTo>
                        <a:pt x="2185254" y="1796091"/>
                      </a:lnTo>
                      <a:cubicBezTo>
                        <a:pt x="2185254" y="1656493"/>
                        <a:pt x="2298811" y="1542936"/>
                        <a:pt x="2438409" y="1542936"/>
                      </a:cubicBezTo>
                      <a:close/>
                      <a:moveTo>
                        <a:pt x="1706188" y="1084435"/>
                      </a:moveTo>
                      <a:cubicBezTo>
                        <a:pt x="1748781" y="1079158"/>
                        <a:pt x="1792340" y="1099190"/>
                        <a:pt x="1815122" y="1138667"/>
                      </a:cubicBezTo>
                      <a:lnTo>
                        <a:pt x="1883273" y="1256729"/>
                      </a:lnTo>
                      <a:cubicBezTo>
                        <a:pt x="1913686" y="1309383"/>
                        <a:pt x="1895636" y="1376725"/>
                        <a:pt x="1842973" y="1407129"/>
                      </a:cubicBezTo>
                      <a:cubicBezTo>
                        <a:pt x="1825628" y="1417140"/>
                        <a:pt x="1806701" y="1421902"/>
                        <a:pt x="1788033" y="1421902"/>
                      </a:cubicBezTo>
                      <a:cubicBezTo>
                        <a:pt x="1749971" y="1421902"/>
                        <a:pt x="1712966" y="1402147"/>
                        <a:pt x="1692573" y="1366828"/>
                      </a:cubicBezTo>
                      <a:lnTo>
                        <a:pt x="1624422" y="1248766"/>
                      </a:lnTo>
                      <a:cubicBezTo>
                        <a:pt x="1594018" y="1196102"/>
                        <a:pt x="1612058" y="1128761"/>
                        <a:pt x="1664722" y="1098366"/>
                      </a:cubicBezTo>
                      <a:cubicBezTo>
                        <a:pt x="1677900" y="1090765"/>
                        <a:pt x="1691990" y="1086194"/>
                        <a:pt x="1706188" y="1084435"/>
                      </a:cubicBezTo>
                      <a:close/>
                      <a:moveTo>
                        <a:pt x="3170632" y="1084430"/>
                      </a:moveTo>
                      <a:cubicBezTo>
                        <a:pt x="3184826" y="1086192"/>
                        <a:pt x="3198910" y="1090765"/>
                        <a:pt x="3212078" y="1098366"/>
                      </a:cubicBezTo>
                      <a:cubicBezTo>
                        <a:pt x="3264732" y="1128769"/>
                        <a:pt x="3282782" y="1196102"/>
                        <a:pt x="3252378" y="1248765"/>
                      </a:cubicBezTo>
                      <a:lnTo>
                        <a:pt x="3184227" y="1366828"/>
                      </a:lnTo>
                      <a:cubicBezTo>
                        <a:pt x="3163834" y="1402146"/>
                        <a:pt x="3126820" y="1421901"/>
                        <a:pt x="3088767" y="1421901"/>
                      </a:cubicBezTo>
                      <a:cubicBezTo>
                        <a:pt x="3070098" y="1421901"/>
                        <a:pt x="3051172" y="1417139"/>
                        <a:pt x="3033827" y="1407128"/>
                      </a:cubicBezTo>
                      <a:cubicBezTo>
                        <a:pt x="2981163" y="1376724"/>
                        <a:pt x="2963114" y="1309392"/>
                        <a:pt x="2993527" y="1256728"/>
                      </a:cubicBezTo>
                      <a:lnTo>
                        <a:pt x="3061678" y="1138666"/>
                      </a:lnTo>
                      <a:cubicBezTo>
                        <a:pt x="3084481" y="1099168"/>
                        <a:pt x="3128051" y="1079146"/>
                        <a:pt x="3170632" y="1084430"/>
                      </a:cubicBezTo>
                      <a:close/>
                      <a:moveTo>
                        <a:pt x="2438409" y="891055"/>
                      </a:moveTo>
                      <a:cubicBezTo>
                        <a:pt x="2499207" y="891055"/>
                        <a:pt x="2548509" y="940366"/>
                        <a:pt x="2548509" y="1001154"/>
                      </a:cubicBezTo>
                      <a:lnTo>
                        <a:pt x="2548509" y="1137486"/>
                      </a:lnTo>
                      <a:cubicBezTo>
                        <a:pt x="2548509" y="1198284"/>
                        <a:pt x="2499207" y="1247585"/>
                        <a:pt x="2438409" y="1247585"/>
                      </a:cubicBezTo>
                      <a:cubicBezTo>
                        <a:pt x="2377602" y="1247585"/>
                        <a:pt x="2328310" y="1198284"/>
                        <a:pt x="2328310" y="1137486"/>
                      </a:cubicBezTo>
                      <a:lnTo>
                        <a:pt x="2328310" y="1001154"/>
                      </a:lnTo>
                      <a:cubicBezTo>
                        <a:pt x="2328310" y="940356"/>
                        <a:pt x="2377611" y="891055"/>
                        <a:pt x="2438409" y="891055"/>
                      </a:cubicBezTo>
                      <a:close/>
                      <a:moveTo>
                        <a:pt x="2438409" y="717423"/>
                      </a:moveTo>
                      <a:cubicBezTo>
                        <a:pt x="1489453" y="717423"/>
                        <a:pt x="717423" y="1489443"/>
                        <a:pt x="717423" y="2438400"/>
                      </a:cubicBezTo>
                      <a:cubicBezTo>
                        <a:pt x="717423" y="3387357"/>
                        <a:pt x="1489462" y="4159387"/>
                        <a:pt x="2438409" y="4159387"/>
                      </a:cubicBezTo>
                      <a:cubicBezTo>
                        <a:pt x="3387356" y="4159387"/>
                        <a:pt x="4159396" y="3387367"/>
                        <a:pt x="4159396" y="2438410"/>
                      </a:cubicBezTo>
                      <a:cubicBezTo>
                        <a:pt x="4159396" y="1489453"/>
                        <a:pt x="3387366" y="717423"/>
                        <a:pt x="2438409" y="717423"/>
                      </a:cubicBezTo>
                      <a:close/>
                      <a:moveTo>
                        <a:pt x="2438409" y="497215"/>
                      </a:moveTo>
                      <a:cubicBezTo>
                        <a:pt x="3508781" y="497215"/>
                        <a:pt x="4379595" y="1368038"/>
                        <a:pt x="4379595" y="2438410"/>
                      </a:cubicBezTo>
                      <a:cubicBezTo>
                        <a:pt x="4379595" y="3508782"/>
                        <a:pt x="3508791" y="4379595"/>
                        <a:pt x="2438409" y="4379595"/>
                      </a:cubicBezTo>
                      <a:cubicBezTo>
                        <a:pt x="1368028" y="4379595"/>
                        <a:pt x="497224" y="3508772"/>
                        <a:pt x="497224" y="2438400"/>
                      </a:cubicBezTo>
                      <a:cubicBezTo>
                        <a:pt x="497224" y="1368028"/>
                        <a:pt x="1368028" y="497215"/>
                        <a:pt x="2438409" y="497215"/>
                      </a:cubicBezTo>
                      <a:close/>
                      <a:moveTo>
                        <a:pt x="2438409" y="0"/>
                      </a:moveTo>
                      <a:cubicBezTo>
                        <a:pt x="2991469" y="0"/>
                        <a:pt x="3512934" y="180556"/>
                        <a:pt x="3946465" y="522141"/>
                      </a:cubicBezTo>
                      <a:cubicBezTo>
                        <a:pt x="3994233" y="559775"/>
                        <a:pt x="4002433" y="629012"/>
                        <a:pt x="3964800" y="676770"/>
                      </a:cubicBezTo>
                      <a:cubicBezTo>
                        <a:pt x="3927167" y="724528"/>
                        <a:pt x="3857958" y="732768"/>
                        <a:pt x="3810171" y="695106"/>
                      </a:cubicBezTo>
                      <a:cubicBezTo>
                        <a:pt x="3415875" y="384410"/>
                        <a:pt x="2941539" y="220199"/>
                        <a:pt x="2438409" y="220199"/>
                      </a:cubicBezTo>
                      <a:cubicBezTo>
                        <a:pt x="1215285" y="220199"/>
                        <a:pt x="220199" y="1215295"/>
                        <a:pt x="220199" y="2438409"/>
                      </a:cubicBezTo>
                      <a:cubicBezTo>
                        <a:pt x="220199" y="3661524"/>
                        <a:pt x="1215285" y="4656601"/>
                        <a:pt x="2438400" y="4656601"/>
                      </a:cubicBezTo>
                      <a:cubicBezTo>
                        <a:pt x="3661515" y="4656601"/>
                        <a:pt x="4656601" y="3661524"/>
                        <a:pt x="4656601" y="2438400"/>
                      </a:cubicBezTo>
                      <a:cubicBezTo>
                        <a:pt x="4656601" y="1934984"/>
                        <a:pt x="4492200" y="1460420"/>
                        <a:pt x="4181161" y="1066028"/>
                      </a:cubicBezTo>
                      <a:cubicBezTo>
                        <a:pt x="4143499" y="1018279"/>
                        <a:pt x="4151681" y="949052"/>
                        <a:pt x="4199430" y="911390"/>
                      </a:cubicBezTo>
                      <a:cubicBezTo>
                        <a:pt x="4247159" y="873747"/>
                        <a:pt x="4316416" y="881929"/>
                        <a:pt x="4354058" y="929668"/>
                      </a:cubicBezTo>
                      <a:cubicBezTo>
                        <a:pt x="4696035" y="1363304"/>
                        <a:pt x="4876800" y="1885016"/>
                        <a:pt x="4876819" y="2438409"/>
                      </a:cubicBezTo>
                      <a:cubicBezTo>
                        <a:pt x="4876819" y="3089738"/>
                        <a:pt x="4623178" y="3702063"/>
                        <a:pt x="4162625" y="4162625"/>
                      </a:cubicBezTo>
                      <a:cubicBezTo>
                        <a:pt x="3702053" y="4623178"/>
                        <a:pt x="3089738" y="4876819"/>
                        <a:pt x="2438409" y="4876819"/>
                      </a:cubicBezTo>
                      <a:cubicBezTo>
                        <a:pt x="1787080" y="4876819"/>
                        <a:pt x="1174756" y="4623178"/>
                        <a:pt x="714194" y="4162625"/>
                      </a:cubicBezTo>
                      <a:cubicBezTo>
                        <a:pt x="253641" y="3702053"/>
                        <a:pt x="0" y="3089738"/>
                        <a:pt x="0" y="2438409"/>
                      </a:cubicBezTo>
                      <a:cubicBezTo>
                        <a:pt x="0" y="1787080"/>
                        <a:pt x="253641" y="1174756"/>
                        <a:pt x="714194" y="714194"/>
                      </a:cubicBezTo>
                      <a:cubicBezTo>
                        <a:pt x="1174756" y="253641"/>
                        <a:pt x="1787090" y="0"/>
                        <a:pt x="2438409" y="0"/>
                      </a:cubicBezTo>
                      <a:close/>
                    </a:path>
                  </a:pathLst>
                </a:custGeom>
                <a:solidFill>
                  <a:schemeClr val="bg1"/>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400">
                    <a:solidFill>
                      <a:schemeClr val="tx2"/>
                    </a:solidFill>
                  </a:endParaRPr>
                </a:p>
              </p:txBody>
            </p:sp>
          </p:grpSp>
        </p:grpSp>
      </p:grpSp>
      <p:grpSp>
        <p:nvGrpSpPr>
          <p:cNvPr id="8" name="Group 7">
            <a:extLst>
              <a:ext uri="{FF2B5EF4-FFF2-40B4-BE49-F238E27FC236}">
                <a16:creationId xmlns:a16="http://schemas.microsoft.com/office/drawing/2014/main" id="{2A36733D-7325-304E-ADB8-65B5F79DF84C}"/>
              </a:ext>
            </a:extLst>
          </p:cNvPr>
          <p:cNvGrpSpPr/>
          <p:nvPr/>
        </p:nvGrpSpPr>
        <p:grpSpPr>
          <a:xfrm>
            <a:off x="9660407" y="1679756"/>
            <a:ext cx="2111491" cy="2503481"/>
            <a:chOff x="19160778" y="3784029"/>
            <a:chExt cx="3370897" cy="3996689"/>
          </a:xfrm>
        </p:grpSpPr>
        <p:sp>
          <p:nvSpPr>
            <p:cNvPr id="9" name="Freeform 486">
              <a:extLst>
                <a:ext uri="{FF2B5EF4-FFF2-40B4-BE49-F238E27FC236}">
                  <a16:creationId xmlns:a16="http://schemas.microsoft.com/office/drawing/2014/main" id="{DDB68013-A545-2749-BF79-8449DF203D8A}"/>
                </a:ext>
              </a:extLst>
            </p:cNvPr>
            <p:cNvSpPr/>
            <p:nvPr/>
          </p:nvSpPr>
          <p:spPr>
            <a:xfrm>
              <a:off x="20813366" y="4666044"/>
              <a:ext cx="57150" cy="2274570"/>
            </a:xfrm>
            <a:custGeom>
              <a:avLst/>
              <a:gdLst>
                <a:gd name="connsiteX0" fmla="*/ 0 w 57150"/>
                <a:gd name="connsiteY0" fmla="*/ 0 h 2274570"/>
                <a:gd name="connsiteX1" fmla="*/ 57150 w 57150"/>
                <a:gd name="connsiteY1" fmla="*/ 0 h 2274570"/>
                <a:gd name="connsiteX2" fmla="*/ 57150 w 57150"/>
                <a:gd name="connsiteY2" fmla="*/ 2274570 h 2274570"/>
                <a:gd name="connsiteX3" fmla="*/ 0 w 57150"/>
                <a:gd name="connsiteY3" fmla="*/ 2274570 h 2274570"/>
              </a:gdLst>
              <a:ahLst/>
              <a:cxnLst>
                <a:cxn ang="0">
                  <a:pos x="connsiteX0" y="connsiteY0"/>
                </a:cxn>
                <a:cxn ang="0">
                  <a:pos x="connsiteX1" y="connsiteY1"/>
                </a:cxn>
                <a:cxn ang="0">
                  <a:pos x="connsiteX2" y="connsiteY2"/>
                </a:cxn>
                <a:cxn ang="0">
                  <a:pos x="connsiteX3" y="connsiteY3"/>
                </a:cxn>
              </a:cxnLst>
              <a:rect l="l" t="t" r="r" b="b"/>
              <a:pathLst>
                <a:path w="57150" h="2274570">
                  <a:moveTo>
                    <a:pt x="0" y="0"/>
                  </a:moveTo>
                  <a:lnTo>
                    <a:pt x="57150" y="0"/>
                  </a:lnTo>
                  <a:lnTo>
                    <a:pt x="57150" y="2274570"/>
                  </a:lnTo>
                  <a:lnTo>
                    <a:pt x="0" y="2274570"/>
                  </a:lnTo>
                  <a:close/>
                </a:path>
              </a:pathLst>
            </a:custGeom>
            <a:ln>
              <a:noFill/>
            </a:ln>
          </p:spPr>
          <p:style>
            <a:lnRef idx="1">
              <a:schemeClr val="accent6"/>
            </a:lnRef>
            <a:fillRef idx="3">
              <a:schemeClr val="accent6"/>
            </a:fillRef>
            <a:effectRef idx="2">
              <a:schemeClr val="accent6"/>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10" name="Freeform 1498">
              <a:extLst>
                <a:ext uri="{FF2B5EF4-FFF2-40B4-BE49-F238E27FC236}">
                  <a16:creationId xmlns:a16="http://schemas.microsoft.com/office/drawing/2014/main" id="{82BB69C0-3875-1646-8A79-B6BDAA226DCC}"/>
                </a:ext>
              </a:extLst>
            </p:cNvPr>
            <p:cNvSpPr/>
            <p:nvPr/>
          </p:nvSpPr>
          <p:spPr>
            <a:xfrm>
              <a:off x="19160778" y="7360666"/>
              <a:ext cx="3370897" cy="420052"/>
            </a:xfrm>
            <a:custGeom>
              <a:avLst/>
              <a:gdLst>
                <a:gd name="connsiteX0" fmla="*/ 0 w 3370897"/>
                <a:gd name="connsiteY0" fmla="*/ 420053 h 420052"/>
                <a:gd name="connsiteX1" fmla="*/ 2825115 w 3370897"/>
                <a:gd name="connsiteY1" fmla="*/ 420053 h 420052"/>
                <a:gd name="connsiteX2" fmla="*/ 3370898 w 3370897"/>
                <a:gd name="connsiteY2" fmla="*/ 0 h 420052"/>
                <a:gd name="connsiteX3" fmla="*/ 545783 w 3370897"/>
                <a:gd name="connsiteY3" fmla="*/ 0 h 420052"/>
              </a:gdLst>
              <a:ahLst/>
              <a:cxnLst>
                <a:cxn ang="0">
                  <a:pos x="connsiteX0" y="connsiteY0"/>
                </a:cxn>
                <a:cxn ang="0">
                  <a:pos x="connsiteX1" y="connsiteY1"/>
                </a:cxn>
                <a:cxn ang="0">
                  <a:pos x="connsiteX2" y="connsiteY2"/>
                </a:cxn>
                <a:cxn ang="0">
                  <a:pos x="connsiteX3" y="connsiteY3"/>
                </a:cxn>
              </a:cxnLst>
              <a:rect l="l" t="t" r="r" b="b"/>
              <a:pathLst>
                <a:path w="3370897" h="420052">
                  <a:moveTo>
                    <a:pt x="0" y="420053"/>
                  </a:moveTo>
                  <a:lnTo>
                    <a:pt x="2825115" y="420053"/>
                  </a:lnTo>
                  <a:lnTo>
                    <a:pt x="3370898" y="0"/>
                  </a:lnTo>
                  <a:lnTo>
                    <a:pt x="545783" y="0"/>
                  </a:lnTo>
                  <a:close/>
                </a:path>
              </a:pathLst>
            </a:custGeom>
            <a:solidFill>
              <a:schemeClr val="accent6">
                <a:lumMod val="75000"/>
              </a:schemeClr>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1" name="Freeform 1499">
              <a:extLst>
                <a:ext uri="{FF2B5EF4-FFF2-40B4-BE49-F238E27FC236}">
                  <a16:creationId xmlns:a16="http://schemas.microsoft.com/office/drawing/2014/main" id="{54204D08-DABE-A84C-A8C4-63491A70B5E0}"/>
                </a:ext>
              </a:extLst>
            </p:cNvPr>
            <p:cNvSpPr/>
            <p:nvPr/>
          </p:nvSpPr>
          <p:spPr>
            <a:xfrm>
              <a:off x="19160778" y="6940614"/>
              <a:ext cx="3370897" cy="420052"/>
            </a:xfrm>
            <a:custGeom>
              <a:avLst/>
              <a:gdLst>
                <a:gd name="connsiteX0" fmla="*/ 0 w 3370897"/>
                <a:gd name="connsiteY0" fmla="*/ 0 h 420052"/>
                <a:gd name="connsiteX1" fmla="*/ 545783 w 3370897"/>
                <a:gd name="connsiteY1" fmla="*/ 420052 h 420052"/>
                <a:gd name="connsiteX2" fmla="*/ 3370898 w 3370897"/>
                <a:gd name="connsiteY2" fmla="*/ 420052 h 420052"/>
                <a:gd name="connsiteX3" fmla="*/ 2825115 w 3370897"/>
                <a:gd name="connsiteY3" fmla="*/ 0 h 420052"/>
              </a:gdLst>
              <a:ahLst/>
              <a:cxnLst>
                <a:cxn ang="0">
                  <a:pos x="connsiteX0" y="connsiteY0"/>
                </a:cxn>
                <a:cxn ang="0">
                  <a:pos x="connsiteX1" y="connsiteY1"/>
                </a:cxn>
                <a:cxn ang="0">
                  <a:pos x="connsiteX2" y="connsiteY2"/>
                </a:cxn>
                <a:cxn ang="0">
                  <a:pos x="connsiteX3" y="connsiteY3"/>
                </a:cxn>
              </a:cxnLst>
              <a:rect l="l" t="t" r="r" b="b"/>
              <a:pathLst>
                <a:path w="3370897" h="420052">
                  <a:moveTo>
                    <a:pt x="0" y="0"/>
                  </a:moveTo>
                  <a:lnTo>
                    <a:pt x="545783" y="420052"/>
                  </a:lnTo>
                  <a:lnTo>
                    <a:pt x="3370898" y="420052"/>
                  </a:lnTo>
                  <a:lnTo>
                    <a:pt x="2825115" y="0"/>
                  </a:lnTo>
                  <a:close/>
                </a:path>
              </a:pathLst>
            </a:custGeom>
            <a:ln>
              <a:noFill/>
            </a:ln>
          </p:spPr>
          <p:style>
            <a:lnRef idx="1">
              <a:schemeClr val="accent6"/>
            </a:lnRef>
            <a:fillRef idx="3">
              <a:schemeClr val="accent6"/>
            </a:fillRef>
            <a:effectRef idx="2">
              <a:schemeClr val="accent6"/>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nvGrpSpPr>
            <p:cNvPr id="12" name="Group 11">
              <a:extLst>
                <a:ext uri="{FF2B5EF4-FFF2-40B4-BE49-F238E27FC236}">
                  <a16:creationId xmlns:a16="http://schemas.microsoft.com/office/drawing/2014/main" id="{1FAC6F2B-192F-7940-82CE-6A9F382BC8F0}"/>
                </a:ext>
              </a:extLst>
            </p:cNvPr>
            <p:cNvGrpSpPr/>
            <p:nvPr/>
          </p:nvGrpSpPr>
          <p:grpSpPr>
            <a:xfrm>
              <a:off x="19954211" y="3784029"/>
              <a:ext cx="1764029" cy="1863839"/>
              <a:chOff x="19954211" y="3784029"/>
              <a:chExt cx="1764029" cy="1863839"/>
            </a:xfrm>
          </p:grpSpPr>
          <p:sp>
            <p:nvSpPr>
              <p:cNvPr id="14" name="Freeform 493">
                <a:extLst>
                  <a:ext uri="{FF2B5EF4-FFF2-40B4-BE49-F238E27FC236}">
                    <a16:creationId xmlns:a16="http://schemas.microsoft.com/office/drawing/2014/main" id="{33998218-E1CA-8343-A757-A147FD82811A}"/>
                  </a:ext>
                </a:extLst>
              </p:cNvPr>
              <p:cNvSpPr/>
              <p:nvPr/>
            </p:nvSpPr>
            <p:spPr>
              <a:xfrm>
                <a:off x="19954211" y="3784029"/>
                <a:ext cx="1764029" cy="1320165"/>
              </a:xfrm>
              <a:custGeom>
                <a:avLst/>
                <a:gdLst>
                  <a:gd name="connsiteX0" fmla="*/ 284798 w 1764029"/>
                  <a:gd name="connsiteY0" fmla="*/ 1103948 h 1320165"/>
                  <a:gd name="connsiteX1" fmla="*/ 244792 w 1764029"/>
                  <a:gd name="connsiteY1" fmla="*/ 882015 h 1320165"/>
                  <a:gd name="connsiteX2" fmla="*/ 882015 w 1764029"/>
                  <a:gd name="connsiteY2" fmla="*/ 244792 h 1320165"/>
                  <a:gd name="connsiteX3" fmla="*/ 1519238 w 1764029"/>
                  <a:gd name="connsiteY3" fmla="*/ 882015 h 1320165"/>
                  <a:gd name="connsiteX4" fmla="*/ 1474469 w 1764029"/>
                  <a:gd name="connsiteY4" fmla="*/ 1117282 h 1320165"/>
                  <a:gd name="connsiteX5" fmla="*/ 1647825 w 1764029"/>
                  <a:gd name="connsiteY5" fmla="*/ 1320165 h 1320165"/>
                  <a:gd name="connsiteX6" fmla="*/ 1764030 w 1764029"/>
                  <a:gd name="connsiteY6" fmla="*/ 882015 h 1320165"/>
                  <a:gd name="connsiteX7" fmla="*/ 882015 w 1764029"/>
                  <a:gd name="connsiteY7" fmla="*/ 0 h 1320165"/>
                  <a:gd name="connsiteX8" fmla="*/ 0 w 1764029"/>
                  <a:gd name="connsiteY8" fmla="*/ 882015 h 1320165"/>
                  <a:gd name="connsiteX9" fmla="*/ 109538 w 1764029"/>
                  <a:gd name="connsiteY9" fmla="*/ 1308735 h 1320165"/>
                  <a:gd name="connsiteX10" fmla="*/ 284798 w 1764029"/>
                  <a:gd name="connsiteY10" fmla="*/ 1103948 h 1320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64029" h="1320165">
                    <a:moveTo>
                      <a:pt x="284798" y="1103948"/>
                    </a:moveTo>
                    <a:cubicBezTo>
                      <a:pt x="259080" y="1034415"/>
                      <a:pt x="244792" y="960120"/>
                      <a:pt x="244792" y="882015"/>
                    </a:cubicBezTo>
                    <a:cubicBezTo>
                      <a:pt x="244792" y="530543"/>
                      <a:pt x="529590" y="244792"/>
                      <a:pt x="882015" y="244792"/>
                    </a:cubicBezTo>
                    <a:cubicBezTo>
                      <a:pt x="1234440" y="244792"/>
                      <a:pt x="1519238" y="529590"/>
                      <a:pt x="1519238" y="882015"/>
                    </a:cubicBezTo>
                    <a:cubicBezTo>
                      <a:pt x="1519238" y="964882"/>
                      <a:pt x="1503044" y="1044892"/>
                      <a:pt x="1474469" y="1117282"/>
                    </a:cubicBezTo>
                    <a:lnTo>
                      <a:pt x="1647825" y="1320165"/>
                    </a:lnTo>
                    <a:cubicBezTo>
                      <a:pt x="1722119" y="1191578"/>
                      <a:pt x="1764030" y="1042035"/>
                      <a:pt x="1764030" y="882015"/>
                    </a:cubicBezTo>
                    <a:cubicBezTo>
                      <a:pt x="1764030" y="395288"/>
                      <a:pt x="1369694" y="0"/>
                      <a:pt x="882015" y="0"/>
                    </a:cubicBezTo>
                    <a:cubicBezTo>
                      <a:pt x="394335" y="0"/>
                      <a:pt x="0" y="394335"/>
                      <a:pt x="0" y="882015"/>
                    </a:cubicBezTo>
                    <a:cubicBezTo>
                      <a:pt x="0" y="1036320"/>
                      <a:pt x="40005" y="1182053"/>
                      <a:pt x="109538" y="1308735"/>
                    </a:cubicBezTo>
                    <a:lnTo>
                      <a:pt x="284798" y="1103948"/>
                    </a:lnTo>
                    <a:close/>
                  </a:path>
                </a:pathLst>
              </a:custGeom>
              <a:ln>
                <a:noFill/>
              </a:ln>
            </p:spPr>
            <p:style>
              <a:lnRef idx="1">
                <a:schemeClr val="accent6"/>
              </a:lnRef>
              <a:fillRef idx="3">
                <a:schemeClr val="accent6"/>
              </a:fillRef>
              <a:effectRef idx="2">
                <a:schemeClr val="accent6"/>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nvGrpSpPr>
              <p:cNvPr id="15" name="Group 14">
                <a:extLst>
                  <a:ext uri="{FF2B5EF4-FFF2-40B4-BE49-F238E27FC236}">
                    <a16:creationId xmlns:a16="http://schemas.microsoft.com/office/drawing/2014/main" id="{4BDD590D-FF01-9C45-91C3-E8E1BFDE24A8}"/>
                  </a:ext>
                </a:extLst>
              </p:cNvPr>
              <p:cNvGrpSpPr>
                <a:grpSpLocks noChangeAspect="1"/>
              </p:cNvGrpSpPr>
              <p:nvPr/>
            </p:nvGrpSpPr>
            <p:grpSpPr>
              <a:xfrm>
                <a:off x="20000588" y="3955868"/>
                <a:ext cx="1698821" cy="1692000"/>
                <a:chOff x="9862331" y="1970061"/>
                <a:chExt cx="625960" cy="623446"/>
              </a:xfrm>
            </p:grpSpPr>
            <p:sp>
              <p:nvSpPr>
                <p:cNvPr id="16" name="Oval 15">
                  <a:extLst>
                    <a:ext uri="{FF2B5EF4-FFF2-40B4-BE49-F238E27FC236}">
                      <a16:creationId xmlns:a16="http://schemas.microsoft.com/office/drawing/2014/main" id="{61E662EB-EBF7-EA46-8A8B-54F1DA62E146}"/>
                    </a:ext>
                  </a:extLst>
                </p:cNvPr>
                <p:cNvSpPr>
                  <a:spLocks noChangeArrowheads="1"/>
                </p:cNvSpPr>
                <p:nvPr/>
              </p:nvSpPr>
              <p:spPr bwMode="auto">
                <a:xfrm>
                  <a:off x="9862331" y="1970061"/>
                  <a:ext cx="625960" cy="623446"/>
                </a:xfrm>
                <a:prstGeom prst="ellipse">
                  <a:avLst/>
                </a:prstGeom>
                <a:ln w="9525">
                  <a:noFill/>
                  <a:round/>
                  <a:headEnd/>
                  <a:tailEnd/>
                </a:ln>
              </p:spPr>
              <p:style>
                <a:lnRef idx="1">
                  <a:schemeClr val="accent6"/>
                </a:lnRef>
                <a:fillRef idx="3">
                  <a:schemeClr val="accent6"/>
                </a:fillRef>
                <a:effectRef idx="2">
                  <a:schemeClr val="accent6"/>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18" name="Freeform: Shape 17">
                  <a:extLst>
                    <a:ext uri="{FF2B5EF4-FFF2-40B4-BE49-F238E27FC236}">
                      <a16:creationId xmlns:a16="http://schemas.microsoft.com/office/drawing/2014/main" id="{860609D0-3A1F-3A4C-8B0C-6236691DCDC1}"/>
                    </a:ext>
                  </a:extLst>
                </p:cNvPr>
                <p:cNvSpPr>
                  <a:spLocks noChangeAspect="1"/>
                </p:cNvSpPr>
                <p:nvPr/>
              </p:nvSpPr>
              <p:spPr>
                <a:xfrm>
                  <a:off x="9960355" y="2035647"/>
                  <a:ext cx="445030" cy="444943"/>
                </a:xfrm>
                <a:custGeom>
                  <a:avLst/>
                  <a:gdLst>
                    <a:gd name="connsiteX0" fmla="*/ 818578 w 1828799"/>
                    <a:gd name="connsiteY0" fmla="*/ 708214 h 1828434"/>
                    <a:gd name="connsiteX1" fmla="*/ 845807 w 1828799"/>
                    <a:gd name="connsiteY1" fmla="*/ 709436 h 1828434"/>
                    <a:gd name="connsiteX2" fmla="*/ 884811 w 1828799"/>
                    <a:gd name="connsiteY2" fmla="*/ 756363 h 1828434"/>
                    <a:gd name="connsiteX3" fmla="*/ 837884 w 1828799"/>
                    <a:gd name="connsiteY3" fmla="*/ 795368 h 1828434"/>
                    <a:gd name="connsiteX4" fmla="*/ 818574 w 1828799"/>
                    <a:gd name="connsiteY4" fmla="*/ 794510 h 1828434"/>
                    <a:gd name="connsiteX5" fmla="*/ 603222 w 1828799"/>
                    <a:gd name="connsiteY5" fmla="*/ 1009860 h 1828434"/>
                    <a:gd name="connsiteX6" fmla="*/ 818570 w 1828799"/>
                    <a:gd name="connsiteY6" fmla="*/ 1225155 h 1828434"/>
                    <a:gd name="connsiteX7" fmla="*/ 1033866 w 1828799"/>
                    <a:gd name="connsiteY7" fmla="*/ 1009860 h 1828434"/>
                    <a:gd name="connsiteX8" fmla="*/ 1033041 w 1828799"/>
                    <a:gd name="connsiteY8" fmla="*/ 991186 h 1828434"/>
                    <a:gd name="connsiteX9" fmla="*/ 1072181 w 1828799"/>
                    <a:gd name="connsiteY9" fmla="*/ 944372 h 1828434"/>
                    <a:gd name="connsiteX10" fmla="*/ 1118991 w 1828799"/>
                    <a:gd name="connsiteY10" fmla="*/ 983514 h 1828434"/>
                    <a:gd name="connsiteX11" fmla="*/ 1120166 w 1828799"/>
                    <a:gd name="connsiteY11" fmla="*/ 1009853 h 1828434"/>
                    <a:gd name="connsiteX12" fmla="*/ 818578 w 1828799"/>
                    <a:gd name="connsiteY12" fmla="*/ 1311440 h 1828434"/>
                    <a:gd name="connsiteX13" fmla="*/ 516936 w 1828799"/>
                    <a:gd name="connsiteY13" fmla="*/ 1009853 h 1828434"/>
                    <a:gd name="connsiteX14" fmla="*/ 818578 w 1828799"/>
                    <a:gd name="connsiteY14" fmla="*/ 708214 h 1828434"/>
                    <a:gd name="connsiteX15" fmla="*/ 818582 w 1828799"/>
                    <a:gd name="connsiteY15" fmla="*/ 449775 h 1828434"/>
                    <a:gd name="connsiteX16" fmla="*/ 1024975 w 1828799"/>
                    <a:gd name="connsiteY16" fmla="*/ 489133 h 1828434"/>
                    <a:gd name="connsiteX17" fmla="*/ 1049110 w 1828799"/>
                    <a:gd name="connsiteY17" fmla="*/ 545173 h 1828434"/>
                    <a:gd name="connsiteX18" fmla="*/ 993071 w 1828799"/>
                    <a:gd name="connsiteY18" fmla="*/ 569308 h 1828434"/>
                    <a:gd name="connsiteX19" fmla="*/ 818578 w 1828799"/>
                    <a:gd name="connsiteY19" fmla="*/ 536068 h 1828434"/>
                    <a:gd name="connsiteX20" fmla="*/ 344739 w 1828799"/>
                    <a:gd name="connsiteY20" fmla="*/ 1009860 h 1828434"/>
                    <a:gd name="connsiteX21" fmla="*/ 818578 w 1828799"/>
                    <a:gd name="connsiteY21" fmla="*/ 1483652 h 1828434"/>
                    <a:gd name="connsiteX22" fmla="*/ 1292369 w 1828799"/>
                    <a:gd name="connsiteY22" fmla="*/ 1009860 h 1828434"/>
                    <a:gd name="connsiteX23" fmla="*/ 1259330 w 1828799"/>
                    <a:gd name="connsiteY23" fmla="*/ 835659 h 1828434"/>
                    <a:gd name="connsiteX24" fmla="*/ 1283590 w 1828799"/>
                    <a:gd name="connsiteY24" fmla="*/ 779670 h 1828434"/>
                    <a:gd name="connsiteX25" fmla="*/ 1339579 w 1828799"/>
                    <a:gd name="connsiteY25" fmla="*/ 803930 h 1828434"/>
                    <a:gd name="connsiteX26" fmla="*/ 1378659 w 1828799"/>
                    <a:gd name="connsiteY26" fmla="*/ 1009860 h 1828434"/>
                    <a:gd name="connsiteX27" fmla="*/ 818578 w 1828799"/>
                    <a:gd name="connsiteY27" fmla="*/ 1569941 h 1828434"/>
                    <a:gd name="connsiteX28" fmla="*/ 258450 w 1828799"/>
                    <a:gd name="connsiteY28" fmla="*/ 1009857 h 1828434"/>
                    <a:gd name="connsiteX29" fmla="*/ 818582 w 1828799"/>
                    <a:gd name="connsiteY29" fmla="*/ 449775 h 1828434"/>
                    <a:gd name="connsiteX30" fmla="*/ 1566726 w 1828799"/>
                    <a:gd name="connsiteY30" fmla="*/ 323091 h 1828434"/>
                    <a:gd name="connsiteX31" fmla="*/ 1302732 w 1828799"/>
                    <a:gd name="connsiteY31" fmla="*/ 587086 h 1828434"/>
                    <a:gd name="connsiteX32" fmla="*/ 1460595 w 1828799"/>
                    <a:gd name="connsiteY32" fmla="*/ 587086 h 1828434"/>
                    <a:gd name="connsiteX33" fmla="*/ 1491081 w 1828799"/>
                    <a:gd name="connsiteY33" fmla="*/ 574466 h 1828434"/>
                    <a:gd name="connsiteX34" fmla="*/ 1742434 w 1828799"/>
                    <a:gd name="connsiteY34" fmla="*/ 323113 h 1828434"/>
                    <a:gd name="connsiteX35" fmla="*/ 818574 w 1828799"/>
                    <a:gd name="connsiteY35" fmla="*/ 191278 h 1828434"/>
                    <a:gd name="connsiteX36" fmla="*/ 1044617 w 1828799"/>
                    <a:gd name="connsiteY36" fmla="*/ 222953 h 1828434"/>
                    <a:gd name="connsiteX37" fmla="*/ 1074182 w 1828799"/>
                    <a:gd name="connsiteY37" fmla="*/ 276328 h 1828434"/>
                    <a:gd name="connsiteX38" fmla="*/ 1020807 w 1828799"/>
                    <a:gd name="connsiteY38" fmla="*/ 305892 h 1828434"/>
                    <a:gd name="connsiteX39" fmla="*/ 818574 w 1828799"/>
                    <a:gd name="connsiteY39" fmla="*/ 277574 h 1828434"/>
                    <a:gd name="connsiteX40" fmla="*/ 86293 w 1828799"/>
                    <a:gd name="connsiteY40" fmla="*/ 1009853 h 1828434"/>
                    <a:gd name="connsiteX41" fmla="*/ 818574 w 1828799"/>
                    <a:gd name="connsiteY41" fmla="*/ 1742137 h 1828434"/>
                    <a:gd name="connsiteX42" fmla="*/ 1550805 w 1828799"/>
                    <a:gd name="connsiteY42" fmla="*/ 1009853 h 1828434"/>
                    <a:gd name="connsiteX43" fmla="*/ 1522620 w 1828799"/>
                    <a:gd name="connsiteY43" fmla="*/ 807962 h 1828434"/>
                    <a:gd name="connsiteX44" fmla="*/ 1552231 w 1828799"/>
                    <a:gd name="connsiteY44" fmla="*/ 754613 h 1828434"/>
                    <a:gd name="connsiteX45" fmla="*/ 1605580 w 1828799"/>
                    <a:gd name="connsiteY45" fmla="*/ 784223 h 1828434"/>
                    <a:gd name="connsiteX46" fmla="*/ 1637098 w 1828799"/>
                    <a:gd name="connsiteY46" fmla="*/ 1009856 h 1828434"/>
                    <a:gd name="connsiteX47" fmla="*/ 818574 w 1828799"/>
                    <a:gd name="connsiteY47" fmla="*/ 1828434 h 1828434"/>
                    <a:gd name="connsiteX48" fmla="*/ 0 w 1828799"/>
                    <a:gd name="connsiteY48" fmla="*/ 1009856 h 1828434"/>
                    <a:gd name="connsiteX49" fmla="*/ 818574 w 1828799"/>
                    <a:gd name="connsiteY49" fmla="*/ 191278 h 1828434"/>
                    <a:gd name="connsiteX50" fmla="*/ 1505708 w 1828799"/>
                    <a:gd name="connsiteY50" fmla="*/ 86379 h 1828434"/>
                    <a:gd name="connsiteX51" fmla="*/ 1254332 w 1828799"/>
                    <a:gd name="connsiteY51" fmla="*/ 337718 h 1828434"/>
                    <a:gd name="connsiteX52" fmla="*/ 1241709 w 1828799"/>
                    <a:gd name="connsiteY52" fmla="*/ 368200 h 1828434"/>
                    <a:gd name="connsiteX53" fmla="*/ 1241706 w 1828799"/>
                    <a:gd name="connsiteY53" fmla="*/ 368200 h 1828434"/>
                    <a:gd name="connsiteX54" fmla="*/ 1241706 w 1828799"/>
                    <a:gd name="connsiteY54" fmla="*/ 526075 h 1828434"/>
                    <a:gd name="connsiteX55" fmla="*/ 1505708 w 1828799"/>
                    <a:gd name="connsiteY55" fmla="*/ 262073 h 1828434"/>
                    <a:gd name="connsiteX56" fmla="*/ 1513856 w 1828799"/>
                    <a:gd name="connsiteY56" fmla="*/ 396 h 1828434"/>
                    <a:gd name="connsiteX57" fmla="*/ 1538715 w 1828799"/>
                    <a:gd name="connsiteY57" fmla="*/ 6609 h 1828434"/>
                    <a:gd name="connsiteX58" fmla="*/ 1592000 w 1828799"/>
                    <a:gd name="connsiteY58" fmla="*/ 86354 h 1828434"/>
                    <a:gd name="connsiteX59" fmla="*/ 1592000 w 1828799"/>
                    <a:gd name="connsiteY59" fmla="*/ 236795 h 1828434"/>
                    <a:gd name="connsiteX60" fmla="*/ 1742444 w 1828799"/>
                    <a:gd name="connsiteY60" fmla="*/ 236795 h 1828434"/>
                    <a:gd name="connsiteX61" fmla="*/ 1822190 w 1828799"/>
                    <a:gd name="connsiteY61" fmla="*/ 290080 h 1828434"/>
                    <a:gd name="connsiteX62" fmla="*/ 1803473 w 1828799"/>
                    <a:gd name="connsiteY62" fmla="*/ 384102 h 1828434"/>
                    <a:gd name="connsiteX63" fmla="*/ 1552095 w 1828799"/>
                    <a:gd name="connsiteY63" fmla="*/ 635488 h 1828434"/>
                    <a:gd name="connsiteX64" fmla="*/ 1460591 w 1828799"/>
                    <a:gd name="connsiteY64" fmla="*/ 673379 h 1828434"/>
                    <a:gd name="connsiteX65" fmla="*/ 1216435 w 1828799"/>
                    <a:gd name="connsiteY65" fmla="*/ 673379 h 1828434"/>
                    <a:gd name="connsiteX66" fmla="*/ 865780 w 1828799"/>
                    <a:gd name="connsiteY66" fmla="*/ 1024033 h 1828434"/>
                    <a:gd name="connsiteX67" fmla="*/ 835273 w 1828799"/>
                    <a:gd name="connsiteY67" fmla="*/ 1036671 h 1828434"/>
                    <a:gd name="connsiteX68" fmla="*/ 804765 w 1828799"/>
                    <a:gd name="connsiteY68" fmla="*/ 1024033 h 1828434"/>
                    <a:gd name="connsiteX69" fmla="*/ 804765 w 1828799"/>
                    <a:gd name="connsiteY69" fmla="*/ 963011 h 1828434"/>
                    <a:gd name="connsiteX70" fmla="*/ 1155416 w 1828799"/>
                    <a:gd name="connsiteY70" fmla="*/ 612360 h 1828434"/>
                    <a:gd name="connsiteX71" fmla="*/ 1155416 w 1828799"/>
                    <a:gd name="connsiteY71" fmla="*/ 368204 h 1828434"/>
                    <a:gd name="connsiteX72" fmla="*/ 1193310 w 1828799"/>
                    <a:gd name="connsiteY72" fmla="*/ 276700 h 1828434"/>
                    <a:gd name="connsiteX73" fmla="*/ 1444686 w 1828799"/>
                    <a:gd name="connsiteY73" fmla="*/ 25322 h 1828434"/>
                    <a:gd name="connsiteX74" fmla="*/ 1513856 w 1828799"/>
                    <a:gd name="connsiteY74" fmla="*/ 396 h 1828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828799" h="1828434">
                      <a:moveTo>
                        <a:pt x="818578" y="708214"/>
                      </a:moveTo>
                      <a:cubicBezTo>
                        <a:pt x="827844" y="708214"/>
                        <a:pt x="837006" y="708625"/>
                        <a:pt x="845807" y="709436"/>
                      </a:cubicBezTo>
                      <a:cubicBezTo>
                        <a:pt x="869535" y="711629"/>
                        <a:pt x="886997" y="732635"/>
                        <a:pt x="884811" y="756363"/>
                      </a:cubicBezTo>
                      <a:cubicBezTo>
                        <a:pt x="882622" y="780094"/>
                        <a:pt x="861634" y="797547"/>
                        <a:pt x="837884" y="795368"/>
                      </a:cubicBezTo>
                      <a:cubicBezTo>
                        <a:pt x="831701" y="794800"/>
                        <a:pt x="825208" y="794510"/>
                        <a:pt x="818574" y="794510"/>
                      </a:cubicBezTo>
                      <a:cubicBezTo>
                        <a:pt x="699830" y="794510"/>
                        <a:pt x="603229" y="891112"/>
                        <a:pt x="603222" y="1009860"/>
                      </a:cubicBezTo>
                      <a:cubicBezTo>
                        <a:pt x="603222" y="1128571"/>
                        <a:pt x="699827" y="1225155"/>
                        <a:pt x="818570" y="1225155"/>
                      </a:cubicBezTo>
                      <a:cubicBezTo>
                        <a:pt x="937282" y="1225155"/>
                        <a:pt x="1033866" y="1128578"/>
                        <a:pt x="1033866" y="1009860"/>
                      </a:cubicBezTo>
                      <a:cubicBezTo>
                        <a:pt x="1033866" y="1003613"/>
                        <a:pt x="1033587" y="997330"/>
                        <a:pt x="1033041" y="991186"/>
                      </a:cubicBezTo>
                      <a:cubicBezTo>
                        <a:pt x="1030919" y="967451"/>
                        <a:pt x="1048446" y="946490"/>
                        <a:pt x="1072181" y="944372"/>
                      </a:cubicBezTo>
                      <a:cubicBezTo>
                        <a:pt x="1095906" y="942347"/>
                        <a:pt x="1116876" y="959778"/>
                        <a:pt x="1118991" y="983514"/>
                      </a:cubicBezTo>
                      <a:cubicBezTo>
                        <a:pt x="1119769" y="992193"/>
                        <a:pt x="1120162" y="1001062"/>
                        <a:pt x="1120166" y="1009853"/>
                      </a:cubicBezTo>
                      <a:cubicBezTo>
                        <a:pt x="1120166" y="1176152"/>
                        <a:pt x="984874" y="1311440"/>
                        <a:pt x="818578" y="1311440"/>
                      </a:cubicBezTo>
                      <a:cubicBezTo>
                        <a:pt x="652253" y="1311440"/>
                        <a:pt x="516936" y="1176152"/>
                        <a:pt x="516936" y="1009853"/>
                      </a:cubicBezTo>
                      <a:cubicBezTo>
                        <a:pt x="516936" y="843524"/>
                        <a:pt x="652253" y="708214"/>
                        <a:pt x="818578" y="708214"/>
                      </a:cubicBezTo>
                      <a:close/>
                      <a:moveTo>
                        <a:pt x="818582" y="449775"/>
                      </a:moveTo>
                      <a:cubicBezTo>
                        <a:pt x="889901" y="449775"/>
                        <a:pt x="959346" y="463016"/>
                        <a:pt x="1024975" y="489133"/>
                      </a:cubicBezTo>
                      <a:cubicBezTo>
                        <a:pt x="1047114" y="497942"/>
                        <a:pt x="1057922" y="523030"/>
                        <a:pt x="1049110" y="545173"/>
                      </a:cubicBezTo>
                      <a:cubicBezTo>
                        <a:pt x="1040299" y="567307"/>
                        <a:pt x="1015206" y="578127"/>
                        <a:pt x="993071" y="569308"/>
                      </a:cubicBezTo>
                      <a:cubicBezTo>
                        <a:pt x="937636" y="547251"/>
                        <a:pt x="878928" y="536068"/>
                        <a:pt x="818578" y="536068"/>
                      </a:cubicBezTo>
                      <a:cubicBezTo>
                        <a:pt x="557305" y="536068"/>
                        <a:pt x="344739" y="748612"/>
                        <a:pt x="344739" y="1009860"/>
                      </a:cubicBezTo>
                      <a:cubicBezTo>
                        <a:pt x="344739" y="1271107"/>
                        <a:pt x="557305" y="1483652"/>
                        <a:pt x="818578" y="1483652"/>
                      </a:cubicBezTo>
                      <a:cubicBezTo>
                        <a:pt x="1079832" y="1483652"/>
                        <a:pt x="1292369" y="1271107"/>
                        <a:pt x="1292369" y="1009860"/>
                      </a:cubicBezTo>
                      <a:cubicBezTo>
                        <a:pt x="1292369" y="949721"/>
                        <a:pt x="1281257" y="891112"/>
                        <a:pt x="1259330" y="835659"/>
                      </a:cubicBezTo>
                      <a:cubicBezTo>
                        <a:pt x="1250571" y="813499"/>
                        <a:pt x="1261430" y="788432"/>
                        <a:pt x="1283590" y="779670"/>
                      </a:cubicBezTo>
                      <a:cubicBezTo>
                        <a:pt x="1305757" y="770919"/>
                        <a:pt x="1330821" y="781770"/>
                        <a:pt x="1339579" y="803930"/>
                      </a:cubicBezTo>
                      <a:cubicBezTo>
                        <a:pt x="1365507" y="869531"/>
                        <a:pt x="1378659" y="938812"/>
                        <a:pt x="1378659" y="1009860"/>
                      </a:cubicBezTo>
                      <a:cubicBezTo>
                        <a:pt x="1378659" y="1318692"/>
                        <a:pt x="1127406" y="1569941"/>
                        <a:pt x="818578" y="1569941"/>
                      </a:cubicBezTo>
                      <a:cubicBezTo>
                        <a:pt x="509717" y="1569941"/>
                        <a:pt x="258450" y="1318688"/>
                        <a:pt x="258450" y="1009857"/>
                      </a:cubicBezTo>
                      <a:cubicBezTo>
                        <a:pt x="258450" y="701024"/>
                        <a:pt x="509728" y="449775"/>
                        <a:pt x="818582" y="449775"/>
                      </a:cubicBezTo>
                      <a:close/>
                      <a:moveTo>
                        <a:pt x="1566726" y="323091"/>
                      </a:moveTo>
                      <a:lnTo>
                        <a:pt x="1302732" y="587086"/>
                      </a:lnTo>
                      <a:lnTo>
                        <a:pt x="1460595" y="587086"/>
                      </a:lnTo>
                      <a:cubicBezTo>
                        <a:pt x="1471950" y="587086"/>
                        <a:pt x="1483065" y="582482"/>
                        <a:pt x="1491081" y="574466"/>
                      </a:cubicBezTo>
                      <a:lnTo>
                        <a:pt x="1742434" y="323113"/>
                      </a:lnTo>
                      <a:close/>
                      <a:moveTo>
                        <a:pt x="818574" y="191278"/>
                      </a:moveTo>
                      <a:cubicBezTo>
                        <a:pt x="895377" y="191278"/>
                        <a:pt x="971433" y="201936"/>
                        <a:pt x="1044617" y="222953"/>
                      </a:cubicBezTo>
                      <a:cubicBezTo>
                        <a:pt x="1067524" y="229526"/>
                        <a:pt x="1080757" y="253421"/>
                        <a:pt x="1074182" y="276328"/>
                      </a:cubicBezTo>
                      <a:cubicBezTo>
                        <a:pt x="1067609" y="299234"/>
                        <a:pt x="1043714" y="312464"/>
                        <a:pt x="1020807" y="305892"/>
                      </a:cubicBezTo>
                      <a:cubicBezTo>
                        <a:pt x="955363" y="287101"/>
                        <a:pt x="887319" y="277574"/>
                        <a:pt x="818574" y="277574"/>
                      </a:cubicBezTo>
                      <a:cubicBezTo>
                        <a:pt x="414791" y="277574"/>
                        <a:pt x="86293" y="606069"/>
                        <a:pt x="86293" y="1009853"/>
                      </a:cubicBezTo>
                      <a:cubicBezTo>
                        <a:pt x="86293" y="1413635"/>
                        <a:pt x="414795" y="1742137"/>
                        <a:pt x="818574" y="1742137"/>
                      </a:cubicBezTo>
                      <a:cubicBezTo>
                        <a:pt x="1222329" y="1742137"/>
                        <a:pt x="1550805" y="1413632"/>
                        <a:pt x="1550805" y="1009853"/>
                      </a:cubicBezTo>
                      <a:cubicBezTo>
                        <a:pt x="1550805" y="941266"/>
                        <a:pt x="1541322" y="873336"/>
                        <a:pt x="1522620" y="807962"/>
                      </a:cubicBezTo>
                      <a:cubicBezTo>
                        <a:pt x="1516065" y="785056"/>
                        <a:pt x="1529321" y="761171"/>
                        <a:pt x="1552231" y="754613"/>
                      </a:cubicBezTo>
                      <a:cubicBezTo>
                        <a:pt x="1575155" y="748072"/>
                        <a:pt x="1599026" y="761313"/>
                        <a:pt x="1605580" y="784223"/>
                      </a:cubicBezTo>
                      <a:cubicBezTo>
                        <a:pt x="1626494" y="857319"/>
                        <a:pt x="1637098" y="933232"/>
                        <a:pt x="1637098" y="1009856"/>
                      </a:cubicBezTo>
                      <a:cubicBezTo>
                        <a:pt x="1637098" y="1461223"/>
                        <a:pt x="1269910" y="1828434"/>
                        <a:pt x="818574" y="1828434"/>
                      </a:cubicBezTo>
                      <a:cubicBezTo>
                        <a:pt x="367210" y="1828434"/>
                        <a:pt x="0" y="1461220"/>
                        <a:pt x="0" y="1009856"/>
                      </a:cubicBezTo>
                      <a:cubicBezTo>
                        <a:pt x="0" y="558492"/>
                        <a:pt x="367210" y="191281"/>
                        <a:pt x="818574" y="191278"/>
                      </a:cubicBezTo>
                      <a:close/>
                      <a:moveTo>
                        <a:pt x="1505708" y="86379"/>
                      </a:moveTo>
                      <a:lnTo>
                        <a:pt x="1254332" y="337718"/>
                      </a:lnTo>
                      <a:cubicBezTo>
                        <a:pt x="1246195" y="345851"/>
                        <a:pt x="1241713" y="356681"/>
                        <a:pt x="1241709" y="368200"/>
                      </a:cubicBezTo>
                      <a:lnTo>
                        <a:pt x="1241706" y="368200"/>
                      </a:lnTo>
                      <a:lnTo>
                        <a:pt x="1241706" y="526075"/>
                      </a:lnTo>
                      <a:lnTo>
                        <a:pt x="1505708" y="262073"/>
                      </a:lnTo>
                      <a:close/>
                      <a:moveTo>
                        <a:pt x="1513856" y="396"/>
                      </a:moveTo>
                      <a:cubicBezTo>
                        <a:pt x="1522253" y="1205"/>
                        <a:pt x="1530626" y="3258"/>
                        <a:pt x="1538715" y="6609"/>
                      </a:cubicBezTo>
                      <a:cubicBezTo>
                        <a:pt x="1571084" y="20014"/>
                        <a:pt x="1592000" y="51314"/>
                        <a:pt x="1592000" y="86354"/>
                      </a:cubicBezTo>
                      <a:lnTo>
                        <a:pt x="1592000" y="236795"/>
                      </a:lnTo>
                      <a:lnTo>
                        <a:pt x="1742444" y="236795"/>
                      </a:lnTo>
                      <a:cubicBezTo>
                        <a:pt x="1777481" y="236795"/>
                        <a:pt x="1808785" y="257712"/>
                        <a:pt x="1822190" y="290080"/>
                      </a:cubicBezTo>
                      <a:cubicBezTo>
                        <a:pt x="1835592" y="322430"/>
                        <a:pt x="1828248" y="359331"/>
                        <a:pt x="1803473" y="384102"/>
                      </a:cubicBezTo>
                      <a:lnTo>
                        <a:pt x="1552095" y="635488"/>
                      </a:lnTo>
                      <a:cubicBezTo>
                        <a:pt x="1527664" y="659920"/>
                        <a:pt x="1495163" y="673379"/>
                        <a:pt x="1460591" y="673379"/>
                      </a:cubicBezTo>
                      <a:lnTo>
                        <a:pt x="1216435" y="673379"/>
                      </a:lnTo>
                      <a:lnTo>
                        <a:pt x="865780" y="1024033"/>
                      </a:lnTo>
                      <a:cubicBezTo>
                        <a:pt x="857358" y="1032456"/>
                        <a:pt x="846313" y="1036671"/>
                        <a:pt x="835273" y="1036671"/>
                      </a:cubicBezTo>
                      <a:cubicBezTo>
                        <a:pt x="824232" y="1036671"/>
                        <a:pt x="813188" y="1032456"/>
                        <a:pt x="804765" y="1024033"/>
                      </a:cubicBezTo>
                      <a:cubicBezTo>
                        <a:pt x="787917" y="1007181"/>
                        <a:pt x="787917" y="979860"/>
                        <a:pt x="804765" y="963011"/>
                      </a:cubicBezTo>
                      <a:lnTo>
                        <a:pt x="1155416" y="612360"/>
                      </a:lnTo>
                      <a:lnTo>
                        <a:pt x="1155416" y="368204"/>
                      </a:lnTo>
                      <a:cubicBezTo>
                        <a:pt x="1155416" y="333632"/>
                        <a:pt x="1168872" y="301135"/>
                        <a:pt x="1193310" y="276700"/>
                      </a:cubicBezTo>
                      <a:lnTo>
                        <a:pt x="1444686" y="25322"/>
                      </a:lnTo>
                      <a:cubicBezTo>
                        <a:pt x="1463261" y="6746"/>
                        <a:pt x="1488666" y="-2031"/>
                        <a:pt x="1513856" y="396"/>
                      </a:cubicBezTo>
                      <a:close/>
                    </a:path>
                  </a:pathLst>
                </a:custGeom>
                <a:solidFill>
                  <a:schemeClr val="bg1"/>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2400">
                    <a:solidFill>
                      <a:schemeClr val="tx2"/>
                    </a:solidFill>
                  </a:endParaRPr>
                </a:p>
              </p:txBody>
            </p:sp>
          </p:grpSp>
        </p:grpSp>
      </p:grpSp>
      <p:sp>
        <p:nvSpPr>
          <p:cNvPr id="69" name="TextBox 1572">
            <a:extLst>
              <a:ext uri="{FF2B5EF4-FFF2-40B4-BE49-F238E27FC236}">
                <a16:creationId xmlns:a16="http://schemas.microsoft.com/office/drawing/2014/main" id="{94083CF6-FD4E-6603-5F0A-ACE6E9E51079}"/>
              </a:ext>
            </a:extLst>
          </p:cNvPr>
          <p:cNvSpPr txBox="1"/>
          <p:nvPr/>
        </p:nvSpPr>
        <p:spPr>
          <a:xfrm>
            <a:off x="10052570" y="3792415"/>
            <a:ext cx="1314635" cy="307777"/>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000" b="1" dirty="0">
                <a:solidFill>
                  <a:schemeClr val="bg1"/>
                </a:solidFill>
                <a:latin typeface="Poppins" panose="00000500000000000000" pitchFamily="50" charset="0"/>
                <a:ea typeface="Roboto Black" panose="02000000000000000000" pitchFamily="2" charset="0"/>
                <a:cs typeface="Poppins" panose="00000500000000000000" pitchFamily="50" charset="0"/>
              </a:rPr>
              <a:t>2027</a:t>
            </a:r>
          </a:p>
        </p:txBody>
      </p:sp>
      <p:sp>
        <p:nvSpPr>
          <p:cNvPr id="70" name="TextBox 1572">
            <a:extLst>
              <a:ext uri="{FF2B5EF4-FFF2-40B4-BE49-F238E27FC236}">
                <a16:creationId xmlns:a16="http://schemas.microsoft.com/office/drawing/2014/main" id="{EBDC71E4-7FB8-F622-C8F5-F9E678EC8452}"/>
              </a:ext>
            </a:extLst>
          </p:cNvPr>
          <p:cNvSpPr txBox="1"/>
          <p:nvPr/>
        </p:nvSpPr>
        <p:spPr>
          <a:xfrm>
            <a:off x="8223219" y="3812239"/>
            <a:ext cx="1314635" cy="307777"/>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000" b="1" dirty="0">
                <a:solidFill>
                  <a:schemeClr val="bg1"/>
                </a:solidFill>
                <a:latin typeface="Poppins" panose="00000500000000000000" pitchFamily="50" charset="0"/>
                <a:ea typeface="Roboto Black" panose="02000000000000000000" pitchFamily="2" charset="0"/>
                <a:cs typeface="Poppins" panose="00000500000000000000" pitchFamily="50" charset="0"/>
              </a:rPr>
              <a:t>2026</a:t>
            </a:r>
          </a:p>
        </p:txBody>
      </p:sp>
      <p:sp>
        <p:nvSpPr>
          <p:cNvPr id="71" name="TextBox 1572">
            <a:extLst>
              <a:ext uri="{FF2B5EF4-FFF2-40B4-BE49-F238E27FC236}">
                <a16:creationId xmlns:a16="http://schemas.microsoft.com/office/drawing/2014/main" id="{726AE4E9-7E08-3B4D-5D09-5A564ECC37AD}"/>
              </a:ext>
            </a:extLst>
          </p:cNvPr>
          <p:cNvSpPr txBox="1"/>
          <p:nvPr/>
        </p:nvSpPr>
        <p:spPr>
          <a:xfrm>
            <a:off x="6285538" y="3824165"/>
            <a:ext cx="1314635" cy="307777"/>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000" b="1" dirty="0">
                <a:solidFill>
                  <a:schemeClr val="bg1"/>
                </a:solidFill>
                <a:latin typeface="Poppins" panose="00000500000000000000" pitchFamily="50" charset="0"/>
                <a:ea typeface="Roboto Black" panose="02000000000000000000" pitchFamily="2" charset="0"/>
                <a:cs typeface="Poppins" panose="00000500000000000000" pitchFamily="50" charset="0"/>
              </a:rPr>
              <a:t>2025</a:t>
            </a:r>
          </a:p>
        </p:txBody>
      </p:sp>
      <p:sp>
        <p:nvSpPr>
          <p:cNvPr id="72" name="TextBox 1572">
            <a:extLst>
              <a:ext uri="{FF2B5EF4-FFF2-40B4-BE49-F238E27FC236}">
                <a16:creationId xmlns:a16="http://schemas.microsoft.com/office/drawing/2014/main" id="{22822751-6224-01F4-C5B4-469C5744F6B2}"/>
              </a:ext>
            </a:extLst>
          </p:cNvPr>
          <p:cNvSpPr txBox="1"/>
          <p:nvPr/>
        </p:nvSpPr>
        <p:spPr>
          <a:xfrm>
            <a:off x="4398074" y="3843900"/>
            <a:ext cx="1314635" cy="307777"/>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000" b="1" dirty="0">
                <a:solidFill>
                  <a:schemeClr val="bg1"/>
                </a:solidFill>
                <a:latin typeface="Poppins" panose="00000500000000000000" pitchFamily="50" charset="0"/>
                <a:ea typeface="Roboto Black" panose="02000000000000000000" pitchFamily="2" charset="0"/>
                <a:cs typeface="Poppins" panose="00000500000000000000" pitchFamily="50" charset="0"/>
              </a:rPr>
              <a:t>2024</a:t>
            </a:r>
          </a:p>
        </p:txBody>
      </p:sp>
      <p:sp>
        <p:nvSpPr>
          <p:cNvPr id="73" name="TextBox 1572">
            <a:extLst>
              <a:ext uri="{FF2B5EF4-FFF2-40B4-BE49-F238E27FC236}">
                <a16:creationId xmlns:a16="http://schemas.microsoft.com/office/drawing/2014/main" id="{21C96D23-3204-6651-305E-E93955C87AB2}"/>
              </a:ext>
            </a:extLst>
          </p:cNvPr>
          <p:cNvSpPr txBox="1"/>
          <p:nvPr/>
        </p:nvSpPr>
        <p:spPr>
          <a:xfrm>
            <a:off x="2601774" y="3836725"/>
            <a:ext cx="1314635" cy="307777"/>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000" b="1" dirty="0">
                <a:solidFill>
                  <a:schemeClr val="bg1"/>
                </a:solidFill>
                <a:latin typeface="Poppins" panose="00000500000000000000" pitchFamily="50" charset="0"/>
                <a:ea typeface="Roboto Black" panose="02000000000000000000" pitchFamily="2" charset="0"/>
                <a:cs typeface="Poppins" panose="00000500000000000000" pitchFamily="50" charset="0"/>
              </a:rPr>
              <a:t>2023</a:t>
            </a:r>
          </a:p>
        </p:txBody>
      </p:sp>
      <p:sp>
        <p:nvSpPr>
          <p:cNvPr id="74" name="TextBox 1572">
            <a:extLst>
              <a:ext uri="{FF2B5EF4-FFF2-40B4-BE49-F238E27FC236}">
                <a16:creationId xmlns:a16="http://schemas.microsoft.com/office/drawing/2014/main" id="{9CA52E1C-C3B4-6A46-839C-F8181FEBE4B7}"/>
              </a:ext>
            </a:extLst>
          </p:cNvPr>
          <p:cNvSpPr txBox="1"/>
          <p:nvPr/>
        </p:nvSpPr>
        <p:spPr>
          <a:xfrm>
            <a:off x="714310" y="3856460"/>
            <a:ext cx="1314635" cy="307777"/>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000" b="1" dirty="0">
                <a:solidFill>
                  <a:schemeClr val="bg1"/>
                </a:solidFill>
                <a:latin typeface="Poppins" panose="00000500000000000000" pitchFamily="50" charset="0"/>
                <a:ea typeface="Roboto Black" panose="02000000000000000000" pitchFamily="2" charset="0"/>
                <a:cs typeface="Poppins" panose="00000500000000000000" pitchFamily="50" charset="0"/>
              </a:rPr>
              <a:t>2022</a:t>
            </a:r>
          </a:p>
        </p:txBody>
      </p:sp>
      <p:sp>
        <p:nvSpPr>
          <p:cNvPr id="83" name="TextBox 82">
            <a:extLst>
              <a:ext uri="{FF2B5EF4-FFF2-40B4-BE49-F238E27FC236}">
                <a16:creationId xmlns:a16="http://schemas.microsoft.com/office/drawing/2014/main" id="{5AE6D58C-B54E-05AA-11E9-4EBA38C1C4FE}"/>
              </a:ext>
            </a:extLst>
          </p:cNvPr>
          <p:cNvSpPr txBox="1"/>
          <p:nvPr/>
        </p:nvSpPr>
        <p:spPr>
          <a:xfrm>
            <a:off x="2684901" y="657224"/>
            <a:ext cx="7162845"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TIMELINE</a:t>
            </a:r>
          </a:p>
        </p:txBody>
      </p:sp>
      <p:sp>
        <p:nvSpPr>
          <p:cNvPr id="85" name="Inhaltsplatzhalter 4">
            <a:extLst>
              <a:ext uri="{FF2B5EF4-FFF2-40B4-BE49-F238E27FC236}">
                <a16:creationId xmlns:a16="http://schemas.microsoft.com/office/drawing/2014/main" id="{2C3FF61E-4DDA-3FA8-5437-149CA8798B13}"/>
              </a:ext>
            </a:extLst>
          </p:cNvPr>
          <p:cNvSpPr txBox="1">
            <a:spLocks/>
          </p:cNvSpPr>
          <p:nvPr/>
        </p:nvSpPr>
        <p:spPr>
          <a:xfrm>
            <a:off x="7647106" y="2307529"/>
            <a:ext cx="2267960" cy="1248419"/>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spcAft>
                <a:spcPts val="1200"/>
              </a:spcAft>
            </a:pPr>
            <a:r>
              <a:rPr lang="en-US" sz="1100" b="1" dirty="0">
                <a:solidFill>
                  <a:schemeClr val="tx1">
                    <a:lumMod val="85000"/>
                    <a:lumOff val="15000"/>
                  </a:schemeClr>
                </a:solidFill>
                <a:ea typeface="Open Sans" panose="020B0606030504020204" pitchFamily="34" charset="0"/>
                <a:cs typeface="Open Sans" panose="020B0606030504020204" pitchFamily="34" charset="0"/>
              </a:rPr>
              <a:t>Title goes here</a:t>
            </a:r>
            <a:br>
              <a:rPr lang="en-US" sz="1100" b="1" dirty="0">
                <a:solidFill>
                  <a:schemeClr val="tx1">
                    <a:lumMod val="85000"/>
                    <a:lumOff val="15000"/>
                  </a:schemeClr>
                </a:solidFill>
                <a:ea typeface="Open Sans" panose="020B0606030504020204" pitchFamily="34" charset="0"/>
                <a:cs typeface="Open Sans" panose="020B0606030504020204" pitchFamily="34" charset="0"/>
              </a:rPr>
            </a:br>
            <a:r>
              <a:rPr lang="en-US" sz="1100" dirty="0">
                <a:solidFill>
                  <a:schemeClr val="tx1">
                    <a:lumMod val="85000"/>
                    <a:lumOff val="15000"/>
                  </a:schemeClr>
                </a:solidFill>
                <a:ea typeface="Open Sans" panose="020B0606030504020204" pitchFamily="34" charset="0"/>
                <a:cs typeface="Open Sans" panose="020B0606030504020204" pitchFamily="34" charset="0"/>
              </a:rPr>
              <a:t>This is a sample text. You simply add your own text and description here. </a:t>
            </a:r>
            <a:r>
              <a:rPr lang="en-US" sz="1100" dirty="0">
                <a:solidFill>
                  <a:schemeClr val="tx1">
                    <a:lumMod val="85000"/>
                    <a:lumOff val="15000"/>
                  </a:schemeClr>
                </a:solidFill>
              </a:rPr>
              <a:t>Lorem ipsum dolor sit </a:t>
            </a:r>
            <a:r>
              <a:rPr lang="en-US" sz="1100" dirty="0" err="1">
                <a:solidFill>
                  <a:schemeClr val="tx1">
                    <a:lumMod val="85000"/>
                    <a:lumOff val="15000"/>
                  </a:schemeClr>
                </a:solidFill>
              </a:rPr>
              <a:t>amet</a:t>
            </a:r>
            <a:endParaRPr lang="en-US" sz="1100" dirty="0">
              <a:solidFill>
                <a:schemeClr val="tx1">
                  <a:lumMod val="85000"/>
                  <a:lumOff val="15000"/>
                </a:schemeClr>
              </a:solidFill>
              <a:ea typeface="Open Sans" panose="020B0606030504020204" pitchFamily="34" charset="0"/>
              <a:cs typeface="Open Sans" panose="020B0606030504020204" pitchFamily="34" charset="0"/>
            </a:endParaRPr>
          </a:p>
        </p:txBody>
      </p:sp>
      <p:sp>
        <p:nvSpPr>
          <p:cNvPr id="2" name="Slide Number Placeholder 1">
            <a:extLst>
              <a:ext uri="{FF2B5EF4-FFF2-40B4-BE49-F238E27FC236}">
                <a16:creationId xmlns:a16="http://schemas.microsoft.com/office/drawing/2014/main" id="{3580F5EB-74A7-05A5-8F0E-B1163022BD23}"/>
              </a:ext>
            </a:extLst>
          </p:cNvPr>
          <p:cNvSpPr>
            <a:spLocks noGrp="1"/>
          </p:cNvSpPr>
          <p:nvPr>
            <p:ph type="sldNum" sz="quarter" idx="11"/>
          </p:nvPr>
        </p:nvSpPr>
        <p:spPr/>
        <p:txBody>
          <a:bodyPr/>
          <a:lstStyle/>
          <a:p>
            <a:fld id="{7737D3DD-0AB3-4F16-99FA-6262B2B4036D}" type="slidenum">
              <a:rPr lang="en-MY" smtClean="0"/>
              <a:t>24</a:t>
            </a:fld>
            <a:endParaRPr lang="en-MY"/>
          </a:p>
        </p:txBody>
      </p:sp>
      <p:sp>
        <p:nvSpPr>
          <p:cNvPr id="75" name="Inhaltsplatzhalter 4">
            <a:extLst>
              <a:ext uri="{FF2B5EF4-FFF2-40B4-BE49-F238E27FC236}">
                <a16:creationId xmlns:a16="http://schemas.microsoft.com/office/drawing/2014/main" id="{68868962-2347-3A01-AA33-2DCB88563885}"/>
              </a:ext>
            </a:extLst>
          </p:cNvPr>
          <p:cNvSpPr txBox="1">
            <a:spLocks/>
          </p:cNvSpPr>
          <p:nvPr/>
        </p:nvSpPr>
        <p:spPr>
          <a:xfrm>
            <a:off x="3846327" y="2281660"/>
            <a:ext cx="2267960" cy="1248419"/>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spcAft>
                <a:spcPts val="1200"/>
              </a:spcAft>
            </a:pPr>
            <a:r>
              <a:rPr lang="en-US" sz="1100" b="1" dirty="0">
                <a:solidFill>
                  <a:schemeClr val="tx1">
                    <a:lumMod val="85000"/>
                    <a:lumOff val="15000"/>
                  </a:schemeClr>
                </a:solidFill>
                <a:ea typeface="Open Sans" panose="020B0606030504020204" pitchFamily="34" charset="0"/>
                <a:cs typeface="Open Sans" panose="020B0606030504020204" pitchFamily="34" charset="0"/>
              </a:rPr>
              <a:t>Title goes here</a:t>
            </a:r>
            <a:br>
              <a:rPr lang="en-US" sz="1100" b="1" dirty="0">
                <a:solidFill>
                  <a:schemeClr val="tx1">
                    <a:lumMod val="85000"/>
                    <a:lumOff val="15000"/>
                  </a:schemeClr>
                </a:solidFill>
                <a:ea typeface="Open Sans" panose="020B0606030504020204" pitchFamily="34" charset="0"/>
                <a:cs typeface="Open Sans" panose="020B0606030504020204" pitchFamily="34" charset="0"/>
              </a:rPr>
            </a:br>
            <a:r>
              <a:rPr lang="en-US" sz="1100" dirty="0">
                <a:solidFill>
                  <a:schemeClr val="tx1">
                    <a:lumMod val="85000"/>
                    <a:lumOff val="15000"/>
                  </a:schemeClr>
                </a:solidFill>
                <a:ea typeface="Open Sans" panose="020B0606030504020204" pitchFamily="34" charset="0"/>
                <a:cs typeface="Open Sans" panose="020B0606030504020204" pitchFamily="34" charset="0"/>
              </a:rPr>
              <a:t>This is a sample text. You simply add your own text and description here. </a:t>
            </a:r>
            <a:r>
              <a:rPr lang="en-US" sz="1100" dirty="0">
                <a:solidFill>
                  <a:schemeClr val="tx1">
                    <a:lumMod val="85000"/>
                    <a:lumOff val="15000"/>
                  </a:schemeClr>
                </a:solidFill>
              </a:rPr>
              <a:t>Lorem ipsum dolor sit </a:t>
            </a:r>
            <a:r>
              <a:rPr lang="en-US" sz="1100" dirty="0" err="1">
                <a:solidFill>
                  <a:schemeClr val="tx1">
                    <a:lumMod val="85000"/>
                    <a:lumOff val="15000"/>
                  </a:schemeClr>
                </a:solidFill>
              </a:rPr>
              <a:t>amet</a:t>
            </a:r>
            <a:endParaRPr lang="en-US" sz="1100" dirty="0">
              <a:solidFill>
                <a:schemeClr val="tx1">
                  <a:lumMod val="85000"/>
                  <a:lumOff val="15000"/>
                </a:schemeClr>
              </a:solidFill>
              <a:ea typeface="Open Sans" panose="020B0606030504020204" pitchFamily="34" charset="0"/>
              <a:cs typeface="Open Sans" panose="020B0606030504020204" pitchFamily="34" charset="0"/>
            </a:endParaRPr>
          </a:p>
        </p:txBody>
      </p:sp>
      <p:sp>
        <p:nvSpPr>
          <p:cNvPr id="76" name="Inhaltsplatzhalter 4">
            <a:extLst>
              <a:ext uri="{FF2B5EF4-FFF2-40B4-BE49-F238E27FC236}">
                <a16:creationId xmlns:a16="http://schemas.microsoft.com/office/drawing/2014/main" id="{412F96AC-7A45-1F26-3620-940FA3B061EC}"/>
              </a:ext>
            </a:extLst>
          </p:cNvPr>
          <p:cNvSpPr txBox="1">
            <a:spLocks/>
          </p:cNvSpPr>
          <p:nvPr/>
        </p:nvSpPr>
        <p:spPr>
          <a:xfrm>
            <a:off x="108540" y="2271209"/>
            <a:ext cx="2267960" cy="1248419"/>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spcAft>
                <a:spcPts val="1200"/>
              </a:spcAft>
            </a:pPr>
            <a:r>
              <a:rPr lang="en-US" sz="1100" b="1" dirty="0">
                <a:solidFill>
                  <a:schemeClr val="tx1">
                    <a:lumMod val="85000"/>
                    <a:lumOff val="15000"/>
                  </a:schemeClr>
                </a:solidFill>
                <a:ea typeface="Open Sans" panose="020B0606030504020204" pitchFamily="34" charset="0"/>
                <a:cs typeface="Open Sans" panose="020B0606030504020204" pitchFamily="34" charset="0"/>
              </a:rPr>
              <a:t>Title goes here</a:t>
            </a:r>
            <a:br>
              <a:rPr lang="en-US" sz="1100" b="1" dirty="0">
                <a:solidFill>
                  <a:schemeClr val="tx1">
                    <a:lumMod val="85000"/>
                    <a:lumOff val="15000"/>
                  </a:schemeClr>
                </a:solidFill>
                <a:ea typeface="Open Sans" panose="020B0606030504020204" pitchFamily="34" charset="0"/>
                <a:cs typeface="Open Sans" panose="020B0606030504020204" pitchFamily="34" charset="0"/>
              </a:rPr>
            </a:br>
            <a:r>
              <a:rPr lang="en-US" sz="1100" dirty="0">
                <a:solidFill>
                  <a:schemeClr val="tx1">
                    <a:lumMod val="85000"/>
                    <a:lumOff val="15000"/>
                  </a:schemeClr>
                </a:solidFill>
                <a:ea typeface="Open Sans" panose="020B0606030504020204" pitchFamily="34" charset="0"/>
                <a:cs typeface="Open Sans" panose="020B0606030504020204" pitchFamily="34" charset="0"/>
              </a:rPr>
              <a:t>This is a sample text. You simply add your own text and description here. </a:t>
            </a:r>
            <a:r>
              <a:rPr lang="en-US" sz="1100" dirty="0">
                <a:solidFill>
                  <a:schemeClr val="tx1">
                    <a:lumMod val="85000"/>
                    <a:lumOff val="15000"/>
                  </a:schemeClr>
                </a:solidFill>
              </a:rPr>
              <a:t>Lorem ipsum dolor sit </a:t>
            </a:r>
            <a:r>
              <a:rPr lang="en-US" sz="1100" dirty="0" err="1">
                <a:solidFill>
                  <a:schemeClr val="tx1">
                    <a:lumMod val="85000"/>
                    <a:lumOff val="15000"/>
                  </a:schemeClr>
                </a:solidFill>
              </a:rPr>
              <a:t>amet</a:t>
            </a:r>
            <a:endParaRPr lang="en-US" sz="1100" dirty="0">
              <a:solidFill>
                <a:schemeClr val="tx1">
                  <a:lumMod val="85000"/>
                  <a:lumOff val="15000"/>
                </a:schemeClr>
              </a:solidFill>
              <a:ea typeface="Open Sans" panose="020B0606030504020204" pitchFamily="34" charset="0"/>
              <a:cs typeface="Open Sans" panose="020B0606030504020204" pitchFamily="34" charset="0"/>
            </a:endParaRPr>
          </a:p>
        </p:txBody>
      </p:sp>
      <p:sp>
        <p:nvSpPr>
          <p:cNvPr id="77" name="Inhaltsplatzhalter 4">
            <a:extLst>
              <a:ext uri="{FF2B5EF4-FFF2-40B4-BE49-F238E27FC236}">
                <a16:creationId xmlns:a16="http://schemas.microsoft.com/office/drawing/2014/main" id="{0393736A-C415-C52D-7584-CE52199095DC}"/>
              </a:ext>
            </a:extLst>
          </p:cNvPr>
          <p:cNvSpPr txBox="1">
            <a:spLocks/>
          </p:cNvSpPr>
          <p:nvPr/>
        </p:nvSpPr>
        <p:spPr>
          <a:xfrm>
            <a:off x="9525214" y="4351945"/>
            <a:ext cx="2267960" cy="1248419"/>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spcAft>
                <a:spcPts val="1200"/>
              </a:spcAft>
            </a:pPr>
            <a:r>
              <a:rPr lang="en-US" sz="1100" b="1" dirty="0">
                <a:solidFill>
                  <a:schemeClr val="tx1">
                    <a:lumMod val="85000"/>
                    <a:lumOff val="15000"/>
                  </a:schemeClr>
                </a:solidFill>
                <a:ea typeface="Open Sans" panose="020B0606030504020204" pitchFamily="34" charset="0"/>
                <a:cs typeface="Open Sans" panose="020B0606030504020204" pitchFamily="34" charset="0"/>
              </a:rPr>
              <a:t>Title goes here</a:t>
            </a:r>
            <a:br>
              <a:rPr lang="en-US" sz="1100" b="1" dirty="0">
                <a:solidFill>
                  <a:schemeClr val="tx1">
                    <a:lumMod val="85000"/>
                    <a:lumOff val="15000"/>
                  </a:schemeClr>
                </a:solidFill>
                <a:ea typeface="Open Sans" panose="020B0606030504020204" pitchFamily="34" charset="0"/>
                <a:cs typeface="Open Sans" panose="020B0606030504020204" pitchFamily="34" charset="0"/>
              </a:rPr>
            </a:br>
            <a:r>
              <a:rPr lang="en-US" sz="1100" dirty="0">
                <a:solidFill>
                  <a:schemeClr val="tx1">
                    <a:lumMod val="85000"/>
                    <a:lumOff val="15000"/>
                  </a:schemeClr>
                </a:solidFill>
                <a:ea typeface="Open Sans" panose="020B0606030504020204" pitchFamily="34" charset="0"/>
                <a:cs typeface="Open Sans" panose="020B0606030504020204" pitchFamily="34" charset="0"/>
              </a:rPr>
              <a:t>This is a sample text. You simply add your own text and description here. </a:t>
            </a:r>
            <a:r>
              <a:rPr lang="en-US" sz="1100" dirty="0">
                <a:solidFill>
                  <a:schemeClr val="tx1">
                    <a:lumMod val="85000"/>
                    <a:lumOff val="15000"/>
                  </a:schemeClr>
                </a:solidFill>
              </a:rPr>
              <a:t>Lorem ipsum dolor sit </a:t>
            </a:r>
            <a:r>
              <a:rPr lang="en-US" sz="1100" dirty="0" err="1">
                <a:solidFill>
                  <a:schemeClr val="tx1">
                    <a:lumMod val="85000"/>
                    <a:lumOff val="15000"/>
                  </a:schemeClr>
                </a:solidFill>
              </a:rPr>
              <a:t>amet</a:t>
            </a:r>
            <a:endParaRPr lang="en-US" sz="1100" dirty="0">
              <a:solidFill>
                <a:schemeClr val="tx1">
                  <a:lumMod val="85000"/>
                  <a:lumOff val="15000"/>
                </a:schemeClr>
              </a:solidFill>
              <a:ea typeface="Open Sans" panose="020B0606030504020204" pitchFamily="34" charset="0"/>
              <a:cs typeface="Open Sans" panose="020B0606030504020204" pitchFamily="34" charset="0"/>
            </a:endParaRPr>
          </a:p>
        </p:txBody>
      </p:sp>
      <p:sp>
        <p:nvSpPr>
          <p:cNvPr id="78" name="Inhaltsplatzhalter 4">
            <a:extLst>
              <a:ext uri="{FF2B5EF4-FFF2-40B4-BE49-F238E27FC236}">
                <a16:creationId xmlns:a16="http://schemas.microsoft.com/office/drawing/2014/main" id="{5364901C-C6B1-75CC-946B-1F155E60E464}"/>
              </a:ext>
            </a:extLst>
          </p:cNvPr>
          <p:cNvSpPr txBox="1">
            <a:spLocks/>
          </p:cNvSpPr>
          <p:nvPr/>
        </p:nvSpPr>
        <p:spPr>
          <a:xfrm>
            <a:off x="5724435" y="4326076"/>
            <a:ext cx="2267960" cy="1248419"/>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spcAft>
                <a:spcPts val="1200"/>
              </a:spcAft>
            </a:pPr>
            <a:r>
              <a:rPr lang="en-US" sz="1100" b="1" dirty="0">
                <a:solidFill>
                  <a:schemeClr val="tx1">
                    <a:lumMod val="85000"/>
                    <a:lumOff val="15000"/>
                  </a:schemeClr>
                </a:solidFill>
                <a:ea typeface="Open Sans" panose="020B0606030504020204" pitchFamily="34" charset="0"/>
                <a:cs typeface="Open Sans" panose="020B0606030504020204" pitchFamily="34" charset="0"/>
              </a:rPr>
              <a:t>Title goes here</a:t>
            </a:r>
            <a:br>
              <a:rPr lang="en-US" sz="1100" b="1" dirty="0">
                <a:solidFill>
                  <a:schemeClr val="tx1">
                    <a:lumMod val="85000"/>
                    <a:lumOff val="15000"/>
                  </a:schemeClr>
                </a:solidFill>
                <a:ea typeface="Open Sans" panose="020B0606030504020204" pitchFamily="34" charset="0"/>
                <a:cs typeface="Open Sans" panose="020B0606030504020204" pitchFamily="34" charset="0"/>
              </a:rPr>
            </a:br>
            <a:r>
              <a:rPr lang="en-US" sz="1100" dirty="0">
                <a:solidFill>
                  <a:schemeClr val="tx1">
                    <a:lumMod val="85000"/>
                    <a:lumOff val="15000"/>
                  </a:schemeClr>
                </a:solidFill>
                <a:ea typeface="Open Sans" panose="020B0606030504020204" pitchFamily="34" charset="0"/>
                <a:cs typeface="Open Sans" panose="020B0606030504020204" pitchFamily="34" charset="0"/>
              </a:rPr>
              <a:t>This is a sample text. You simply add your own text and description here. </a:t>
            </a:r>
            <a:r>
              <a:rPr lang="en-US" sz="1100" dirty="0">
                <a:solidFill>
                  <a:schemeClr val="tx1">
                    <a:lumMod val="85000"/>
                    <a:lumOff val="15000"/>
                  </a:schemeClr>
                </a:solidFill>
              </a:rPr>
              <a:t>Lorem ipsum dolor sit </a:t>
            </a:r>
            <a:r>
              <a:rPr lang="en-US" sz="1100" dirty="0" err="1">
                <a:solidFill>
                  <a:schemeClr val="tx1">
                    <a:lumMod val="85000"/>
                    <a:lumOff val="15000"/>
                  </a:schemeClr>
                </a:solidFill>
              </a:rPr>
              <a:t>amet</a:t>
            </a:r>
            <a:endParaRPr lang="en-US" sz="1100" dirty="0">
              <a:solidFill>
                <a:schemeClr val="tx1">
                  <a:lumMod val="85000"/>
                  <a:lumOff val="15000"/>
                </a:schemeClr>
              </a:solidFill>
              <a:ea typeface="Open Sans" panose="020B0606030504020204" pitchFamily="34" charset="0"/>
              <a:cs typeface="Open Sans" panose="020B0606030504020204" pitchFamily="34" charset="0"/>
            </a:endParaRPr>
          </a:p>
        </p:txBody>
      </p:sp>
      <p:sp>
        <p:nvSpPr>
          <p:cNvPr id="79" name="Inhaltsplatzhalter 4">
            <a:extLst>
              <a:ext uri="{FF2B5EF4-FFF2-40B4-BE49-F238E27FC236}">
                <a16:creationId xmlns:a16="http://schemas.microsoft.com/office/drawing/2014/main" id="{B58BCD8E-2B3A-EE86-19F2-D1525ADD2B8E}"/>
              </a:ext>
            </a:extLst>
          </p:cNvPr>
          <p:cNvSpPr txBox="1">
            <a:spLocks/>
          </p:cNvSpPr>
          <p:nvPr/>
        </p:nvSpPr>
        <p:spPr>
          <a:xfrm>
            <a:off x="1986648" y="4315625"/>
            <a:ext cx="2267960" cy="1248419"/>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spcAft>
                <a:spcPts val="1200"/>
              </a:spcAft>
            </a:pPr>
            <a:r>
              <a:rPr lang="en-US" sz="1100" b="1" dirty="0">
                <a:solidFill>
                  <a:schemeClr val="tx1">
                    <a:lumMod val="85000"/>
                    <a:lumOff val="15000"/>
                  </a:schemeClr>
                </a:solidFill>
                <a:ea typeface="Open Sans" panose="020B0606030504020204" pitchFamily="34" charset="0"/>
                <a:cs typeface="Open Sans" panose="020B0606030504020204" pitchFamily="34" charset="0"/>
              </a:rPr>
              <a:t>Title goes here</a:t>
            </a:r>
            <a:br>
              <a:rPr lang="en-US" sz="1100" b="1" dirty="0">
                <a:solidFill>
                  <a:schemeClr val="tx1">
                    <a:lumMod val="85000"/>
                    <a:lumOff val="15000"/>
                  </a:schemeClr>
                </a:solidFill>
                <a:ea typeface="Open Sans" panose="020B0606030504020204" pitchFamily="34" charset="0"/>
                <a:cs typeface="Open Sans" panose="020B0606030504020204" pitchFamily="34" charset="0"/>
              </a:rPr>
            </a:br>
            <a:r>
              <a:rPr lang="en-US" sz="1100" dirty="0">
                <a:solidFill>
                  <a:schemeClr val="tx1">
                    <a:lumMod val="85000"/>
                    <a:lumOff val="15000"/>
                  </a:schemeClr>
                </a:solidFill>
                <a:ea typeface="Open Sans" panose="020B0606030504020204" pitchFamily="34" charset="0"/>
                <a:cs typeface="Open Sans" panose="020B0606030504020204" pitchFamily="34" charset="0"/>
              </a:rPr>
              <a:t>This is a sample text. You simply add your own text and description here. </a:t>
            </a:r>
            <a:r>
              <a:rPr lang="en-US" sz="1100" dirty="0">
                <a:solidFill>
                  <a:schemeClr val="tx1">
                    <a:lumMod val="85000"/>
                    <a:lumOff val="15000"/>
                  </a:schemeClr>
                </a:solidFill>
              </a:rPr>
              <a:t>Lorem ipsum dolor sit </a:t>
            </a:r>
            <a:r>
              <a:rPr lang="en-US" sz="1100" dirty="0" err="1">
                <a:solidFill>
                  <a:schemeClr val="tx1">
                    <a:lumMod val="85000"/>
                    <a:lumOff val="15000"/>
                  </a:schemeClr>
                </a:solidFill>
              </a:rPr>
              <a:t>amet</a:t>
            </a:r>
            <a:endParaRPr lang="en-US" sz="1100" dirty="0">
              <a:solidFill>
                <a:schemeClr val="tx1">
                  <a:lumMod val="85000"/>
                  <a:lumOff val="15000"/>
                </a:schemeClr>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722669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extBox 82">
            <a:extLst>
              <a:ext uri="{FF2B5EF4-FFF2-40B4-BE49-F238E27FC236}">
                <a16:creationId xmlns:a16="http://schemas.microsoft.com/office/drawing/2014/main" id="{5AE6D58C-B54E-05AA-11E9-4EBA38C1C4FE}"/>
              </a:ext>
            </a:extLst>
          </p:cNvPr>
          <p:cNvSpPr txBox="1"/>
          <p:nvPr/>
        </p:nvSpPr>
        <p:spPr>
          <a:xfrm>
            <a:off x="2684901" y="657224"/>
            <a:ext cx="7162845"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TIMELINE</a:t>
            </a:r>
          </a:p>
        </p:txBody>
      </p:sp>
      <p:sp>
        <p:nvSpPr>
          <p:cNvPr id="2" name="Slide Number Placeholder 1">
            <a:extLst>
              <a:ext uri="{FF2B5EF4-FFF2-40B4-BE49-F238E27FC236}">
                <a16:creationId xmlns:a16="http://schemas.microsoft.com/office/drawing/2014/main" id="{3580F5EB-74A7-05A5-8F0E-B1163022BD23}"/>
              </a:ext>
            </a:extLst>
          </p:cNvPr>
          <p:cNvSpPr>
            <a:spLocks noGrp="1"/>
          </p:cNvSpPr>
          <p:nvPr>
            <p:ph type="sldNum" sz="quarter" idx="11"/>
          </p:nvPr>
        </p:nvSpPr>
        <p:spPr/>
        <p:txBody>
          <a:bodyPr/>
          <a:lstStyle/>
          <a:p>
            <a:fld id="{7737D3DD-0AB3-4F16-99FA-6262B2B4036D}" type="slidenum">
              <a:rPr lang="en-MY" smtClean="0"/>
              <a:t>25</a:t>
            </a:fld>
            <a:endParaRPr lang="en-MY"/>
          </a:p>
        </p:txBody>
      </p:sp>
      <p:sp>
        <p:nvSpPr>
          <p:cNvPr id="80" name="Rectangle: Rounded Corners 79">
            <a:extLst>
              <a:ext uri="{FF2B5EF4-FFF2-40B4-BE49-F238E27FC236}">
                <a16:creationId xmlns:a16="http://schemas.microsoft.com/office/drawing/2014/main" id="{6CF47B53-1F01-C0BC-3DC2-B0971A3DB19E}"/>
              </a:ext>
            </a:extLst>
          </p:cNvPr>
          <p:cNvSpPr/>
          <p:nvPr/>
        </p:nvSpPr>
        <p:spPr>
          <a:xfrm>
            <a:off x="1092027" y="3521798"/>
            <a:ext cx="10007946" cy="796705"/>
          </a:xfrm>
          <a:prstGeom prst="roundRect">
            <a:avLst>
              <a:gd name="adj" fmla="val 50000"/>
            </a:avLst>
          </a:prstGeom>
          <a:noFill/>
          <a:ln w="635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E9CEA1BF-8BA5-BDB5-8A08-47BDC3942CCB}"/>
              </a:ext>
            </a:extLst>
          </p:cNvPr>
          <p:cNvSpPr/>
          <p:nvPr/>
        </p:nvSpPr>
        <p:spPr>
          <a:xfrm>
            <a:off x="1092027" y="1634049"/>
            <a:ext cx="3262746" cy="17616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CD8DD4B3-C09C-458C-0C55-37752E04ABF9}"/>
              </a:ext>
            </a:extLst>
          </p:cNvPr>
          <p:cNvSpPr/>
          <p:nvPr/>
        </p:nvSpPr>
        <p:spPr>
          <a:xfrm>
            <a:off x="2383610" y="3182007"/>
            <a:ext cx="679581" cy="679581"/>
          </a:xfrm>
          <a:prstGeom prst="ellipse">
            <a:avLst/>
          </a:prstGeom>
          <a:solidFill>
            <a:schemeClr val="accent1"/>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dirty="0">
              <a:solidFill>
                <a:schemeClr val="bg1">
                  <a:lumMod val="95000"/>
                </a:schemeClr>
              </a:solidFill>
            </a:endParaRPr>
          </a:p>
        </p:txBody>
      </p:sp>
      <p:sp>
        <p:nvSpPr>
          <p:cNvPr id="84" name="Rectangle 83">
            <a:extLst>
              <a:ext uri="{FF2B5EF4-FFF2-40B4-BE49-F238E27FC236}">
                <a16:creationId xmlns:a16="http://schemas.microsoft.com/office/drawing/2014/main" id="{E267F02E-4E3A-CDDE-ABBE-D58C91707902}"/>
              </a:ext>
            </a:extLst>
          </p:cNvPr>
          <p:cNvSpPr/>
          <p:nvPr/>
        </p:nvSpPr>
        <p:spPr>
          <a:xfrm>
            <a:off x="1092027" y="4444639"/>
            <a:ext cx="3262746" cy="17616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0035B753-5269-A991-8E8A-09F351B68958}"/>
              </a:ext>
            </a:extLst>
          </p:cNvPr>
          <p:cNvSpPr/>
          <p:nvPr/>
        </p:nvSpPr>
        <p:spPr>
          <a:xfrm>
            <a:off x="2383610" y="3978712"/>
            <a:ext cx="679581" cy="679581"/>
          </a:xfrm>
          <a:prstGeom prst="ellipse">
            <a:avLst/>
          </a:prstGeom>
          <a:solidFill>
            <a:schemeClr val="accent1"/>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dirty="0">
              <a:solidFill>
                <a:schemeClr val="bg1">
                  <a:lumMod val="95000"/>
                </a:schemeClr>
              </a:solidFill>
            </a:endParaRPr>
          </a:p>
        </p:txBody>
      </p:sp>
      <p:sp>
        <p:nvSpPr>
          <p:cNvPr id="87" name="Rectangle 86">
            <a:extLst>
              <a:ext uri="{FF2B5EF4-FFF2-40B4-BE49-F238E27FC236}">
                <a16:creationId xmlns:a16="http://schemas.microsoft.com/office/drawing/2014/main" id="{1602E24C-3BE2-5C73-B88E-6C151F79E207}"/>
              </a:ext>
            </a:extLst>
          </p:cNvPr>
          <p:cNvSpPr/>
          <p:nvPr/>
        </p:nvSpPr>
        <p:spPr>
          <a:xfrm>
            <a:off x="4464627" y="1634049"/>
            <a:ext cx="3262746" cy="17616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33FAB467-6147-56F5-28A3-24812DAAC047}"/>
              </a:ext>
            </a:extLst>
          </p:cNvPr>
          <p:cNvSpPr/>
          <p:nvPr/>
        </p:nvSpPr>
        <p:spPr>
          <a:xfrm>
            <a:off x="5756210" y="3182007"/>
            <a:ext cx="679581" cy="679581"/>
          </a:xfrm>
          <a:prstGeom prst="ellipse">
            <a:avLst/>
          </a:prstGeom>
          <a:solidFill>
            <a:schemeClr val="accent1"/>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dirty="0">
              <a:solidFill>
                <a:schemeClr val="bg1">
                  <a:lumMod val="95000"/>
                </a:schemeClr>
              </a:solidFill>
            </a:endParaRPr>
          </a:p>
        </p:txBody>
      </p:sp>
      <p:sp>
        <p:nvSpPr>
          <p:cNvPr id="89" name="Rectangle 88">
            <a:extLst>
              <a:ext uri="{FF2B5EF4-FFF2-40B4-BE49-F238E27FC236}">
                <a16:creationId xmlns:a16="http://schemas.microsoft.com/office/drawing/2014/main" id="{39E20BD4-E4A4-7CFF-9A31-513D01D47733}"/>
              </a:ext>
            </a:extLst>
          </p:cNvPr>
          <p:cNvSpPr/>
          <p:nvPr/>
        </p:nvSpPr>
        <p:spPr>
          <a:xfrm>
            <a:off x="4464627" y="4444639"/>
            <a:ext cx="3262746" cy="17616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F1AD8DE8-FB79-379A-5CDE-F27E6712C75B}"/>
              </a:ext>
            </a:extLst>
          </p:cNvPr>
          <p:cNvSpPr/>
          <p:nvPr/>
        </p:nvSpPr>
        <p:spPr>
          <a:xfrm>
            <a:off x="5756210" y="3978712"/>
            <a:ext cx="679581" cy="679581"/>
          </a:xfrm>
          <a:prstGeom prst="ellipse">
            <a:avLst/>
          </a:prstGeom>
          <a:solidFill>
            <a:schemeClr val="accent1"/>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dirty="0">
              <a:solidFill>
                <a:schemeClr val="bg1">
                  <a:lumMod val="95000"/>
                </a:schemeClr>
              </a:solidFill>
            </a:endParaRPr>
          </a:p>
        </p:txBody>
      </p:sp>
      <p:sp>
        <p:nvSpPr>
          <p:cNvPr id="91" name="Rectangle 90">
            <a:extLst>
              <a:ext uri="{FF2B5EF4-FFF2-40B4-BE49-F238E27FC236}">
                <a16:creationId xmlns:a16="http://schemas.microsoft.com/office/drawing/2014/main" id="{670DB868-2CB5-8B35-C07F-9DC030FA4776}"/>
              </a:ext>
            </a:extLst>
          </p:cNvPr>
          <p:cNvSpPr/>
          <p:nvPr/>
        </p:nvSpPr>
        <p:spPr>
          <a:xfrm>
            <a:off x="7837227" y="1634049"/>
            <a:ext cx="3262746" cy="17616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F7A39691-B907-F8AD-1158-BE811CB0B21D}"/>
              </a:ext>
            </a:extLst>
          </p:cNvPr>
          <p:cNvSpPr/>
          <p:nvPr/>
        </p:nvSpPr>
        <p:spPr>
          <a:xfrm>
            <a:off x="9128810" y="3182007"/>
            <a:ext cx="679581" cy="679581"/>
          </a:xfrm>
          <a:prstGeom prst="ellipse">
            <a:avLst/>
          </a:prstGeom>
          <a:solidFill>
            <a:schemeClr val="accent1"/>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dirty="0">
              <a:solidFill>
                <a:schemeClr val="bg1">
                  <a:lumMod val="95000"/>
                </a:schemeClr>
              </a:solidFill>
            </a:endParaRPr>
          </a:p>
        </p:txBody>
      </p:sp>
      <p:sp>
        <p:nvSpPr>
          <p:cNvPr id="93" name="Rectangle 92">
            <a:extLst>
              <a:ext uri="{FF2B5EF4-FFF2-40B4-BE49-F238E27FC236}">
                <a16:creationId xmlns:a16="http://schemas.microsoft.com/office/drawing/2014/main" id="{1FD2C6E8-05D6-BCAE-DDF7-2B607F3F0A21}"/>
              </a:ext>
            </a:extLst>
          </p:cNvPr>
          <p:cNvSpPr/>
          <p:nvPr/>
        </p:nvSpPr>
        <p:spPr>
          <a:xfrm>
            <a:off x="7837227" y="4444639"/>
            <a:ext cx="3262746" cy="176161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007601ED-AE0A-87D0-9CB7-BE3174C4DA84}"/>
              </a:ext>
            </a:extLst>
          </p:cNvPr>
          <p:cNvSpPr/>
          <p:nvPr/>
        </p:nvSpPr>
        <p:spPr>
          <a:xfrm>
            <a:off x="9128810" y="3978712"/>
            <a:ext cx="679581" cy="679581"/>
          </a:xfrm>
          <a:prstGeom prst="ellipse">
            <a:avLst/>
          </a:prstGeom>
          <a:solidFill>
            <a:schemeClr val="accent1"/>
          </a:solidFill>
          <a:ln w="508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en-US" dirty="0">
              <a:solidFill>
                <a:schemeClr val="bg1">
                  <a:lumMod val="95000"/>
                </a:schemeClr>
              </a:solidFill>
            </a:endParaRPr>
          </a:p>
        </p:txBody>
      </p:sp>
      <p:grpSp>
        <p:nvGrpSpPr>
          <p:cNvPr id="95" name="Group 94">
            <a:extLst>
              <a:ext uri="{FF2B5EF4-FFF2-40B4-BE49-F238E27FC236}">
                <a16:creationId xmlns:a16="http://schemas.microsoft.com/office/drawing/2014/main" id="{9F9FA333-F4C4-1DC7-7F63-438ED2495E18}"/>
              </a:ext>
            </a:extLst>
          </p:cNvPr>
          <p:cNvGrpSpPr/>
          <p:nvPr/>
        </p:nvGrpSpPr>
        <p:grpSpPr>
          <a:xfrm>
            <a:off x="2530136" y="3365181"/>
            <a:ext cx="386528" cy="313232"/>
            <a:chOff x="4200435" y="3581492"/>
            <a:chExt cx="611202" cy="495300"/>
          </a:xfrm>
          <a:solidFill>
            <a:schemeClr val="bg1"/>
          </a:solidFill>
        </p:grpSpPr>
        <p:sp>
          <p:nvSpPr>
            <p:cNvPr id="96" name="Freeform: Shape 95">
              <a:extLst>
                <a:ext uri="{FF2B5EF4-FFF2-40B4-BE49-F238E27FC236}">
                  <a16:creationId xmlns:a16="http://schemas.microsoft.com/office/drawing/2014/main" id="{D4AF6D3C-29DD-B40F-547A-ACD855337DD2}"/>
                </a:ext>
              </a:extLst>
            </p:cNvPr>
            <p:cNvSpPr/>
            <p:nvPr/>
          </p:nvSpPr>
          <p:spPr>
            <a:xfrm>
              <a:off x="4200435" y="3581492"/>
              <a:ext cx="428625" cy="495300"/>
            </a:xfrm>
            <a:custGeom>
              <a:avLst/>
              <a:gdLst>
                <a:gd name="connsiteX0" fmla="*/ 279940 w 428625"/>
                <a:gd name="connsiteY0" fmla="*/ 251936 h 495300"/>
                <a:gd name="connsiteX1" fmla="*/ 432626 w 428625"/>
                <a:gd name="connsiteY1" fmla="*/ 99250 h 495300"/>
                <a:gd name="connsiteX2" fmla="*/ 432626 w 428625"/>
                <a:gd name="connsiteY2" fmla="*/ 73819 h 495300"/>
                <a:gd name="connsiteX3" fmla="*/ 254413 w 428625"/>
                <a:gd name="connsiteY3" fmla="*/ 0 h 495300"/>
                <a:gd name="connsiteX4" fmla="*/ 0 w 428625"/>
                <a:gd name="connsiteY4" fmla="*/ 252032 h 495300"/>
                <a:gd name="connsiteX5" fmla="*/ 254413 w 428625"/>
                <a:gd name="connsiteY5" fmla="*/ 504063 h 495300"/>
                <a:gd name="connsiteX6" fmla="*/ 432626 w 428625"/>
                <a:gd name="connsiteY6" fmla="*/ 430244 h 495300"/>
                <a:gd name="connsiteX7" fmla="*/ 432626 w 428625"/>
                <a:gd name="connsiteY7" fmla="*/ 404813 h 495300"/>
                <a:gd name="connsiteX8" fmla="*/ 279940 w 428625"/>
                <a:gd name="connsiteY8" fmla="*/ 251936 h 495300"/>
                <a:gd name="connsiteX9" fmla="*/ 254508 w 428625"/>
                <a:gd name="connsiteY9" fmla="*/ 467868 h 495300"/>
                <a:gd name="connsiteX10" fmla="*/ 36100 w 428625"/>
                <a:gd name="connsiteY10" fmla="*/ 251841 h 495300"/>
                <a:gd name="connsiteX11" fmla="*/ 254508 w 428625"/>
                <a:gd name="connsiteY11" fmla="*/ 35814 h 495300"/>
                <a:gd name="connsiteX12" fmla="*/ 393954 w 428625"/>
                <a:gd name="connsiteY12" fmla="*/ 86868 h 495300"/>
                <a:gd name="connsiteX13" fmla="*/ 241745 w 428625"/>
                <a:gd name="connsiteY13" fmla="*/ 239078 h 495300"/>
                <a:gd name="connsiteX14" fmla="*/ 241745 w 428625"/>
                <a:gd name="connsiteY14" fmla="*/ 264509 h 495300"/>
                <a:gd name="connsiteX15" fmla="*/ 393954 w 428625"/>
                <a:gd name="connsiteY15" fmla="*/ 416719 h 495300"/>
                <a:gd name="connsiteX16" fmla="*/ 254508 w 428625"/>
                <a:gd name="connsiteY16" fmla="*/ 467868 h 495300"/>
                <a:gd name="connsiteX17" fmla="*/ 254508 w 428625"/>
                <a:gd name="connsiteY17" fmla="*/ 467868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8625" h="495300">
                  <a:moveTo>
                    <a:pt x="279940" y="251936"/>
                  </a:moveTo>
                  <a:lnTo>
                    <a:pt x="432626" y="99250"/>
                  </a:lnTo>
                  <a:cubicBezTo>
                    <a:pt x="439674" y="92202"/>
                    <a:pt x="439674" y="80867"/>
                    <a:pt x="432626" y="73819"/>
                  </a:cubicBezTo>
                  <a:cubicBezTo>
                    <a:pt x="385001" y="26194"/>
                    <a:pt x="321755" y="0"/>
                    <a:pt x="254413" y="0"/>
                  </a:cubicBezTo>
                  <a:cubicBezTo>
                    <a:pt x="115062" y="0"/>
                    <a:pt x="0" y="112776"/>
                    <a:pt x="0" y="252032"/>
                  </a:cubicBezTo>
                  <a:cubicBezTo>
                    <a:pt x="0" y="391382"/>
                    <a:pt x="115157" y="504063"/>
                    <a:pt x="254413" y="504063"/>
                  </a:cubicBezTo>
                  <a:cubicBezTo>
                    <a:pt x="321755" y="504063"/>
                    <a:pt x="385001" y="477869"/>
                    <a:pt x="432626" y="430244"/>
                  </a:cubicBezTo>
                  <a:cubicBezTo>
                    <a:pt x="439674" y="423196"/>
                    <a:pt x="439674" y="411861"/>
                    <a:pt x="432626" y="404813"/>
                  </a:cubicBezTo>
                  <a:lnTo>
                    <a:pt x="279940" y="251936"/>
                  </a:lnTo>
                  <a:close/>
                  <a:moveTo>
                    <a:pt x="254508" y="467868"/>
                  </a:moveTo>
                  <a:cubicBezTo>
                    <a:pt x="134112" y="467868"/>
                    <a:pt x="36100" y="370999"/>
                    <a:pt x="36100" y="251841"/>
                  </a:cubicBezTo>
                  <a:cubicBezTo>
                    <a:pt x="36100" y="132683"/>
                    <a:pt x="134112" y="35814"/>
                    <a:pt x="254508" y="35814"/>
                  </a:cubicBezTo>
                  <a:cubicBezTo>
                    <a:pt x="306134" y="35814"/>
                    <a:pt x="354997" y="53816"/>
                    <a:pt x="393954" y="86868"/>
                  </a:cubicBezTo>
                  <a:lnTo>
                    <a:pt x="241745" y="239078"/>
                  </a:lnTo>
                  <a:cubicBezTo>
                    <a:pt x="234696" y="246126"/>
                    <a:pt x="234696" y="257461"/>
                    <a:pt x="241745" y="264509"/>
                  </a:cubicBezTo>
                  <a:lnTo>
                    <a:pt x="393954" y="416719"/>
                  </a:lnTo>
                  <a:cubicBezTo>
                    <a:pt x="354997" y="449866"/>
                    <a:pt x="306134" y="467868"/>
                    <a:pt x="254508" y="467868"/>
                  </a:cubicBezTo>
                  <a:lnTo>
                    <a:pt x="254508" y="467868"/>
                  </a:lnTo>
                  <a:close/>
                </a:path>
              </a:pathLst>
            </a:custGeom>
            <a:grpFill/>
            <a:ln w="9525" cap="flat">
              <a:noFill/>
              <a:prstDash val="solid"/>
              <a:miter/>
            </a:ln>
          </p:spPr>
          <p:txBody>
            <a:bodyPr rtlCol="0" anchor="ctr"/>
            <a:lstStyle/>
            <a:p>
              <a:endParaRPr lang="en-ID"/>
            </a:p>
          </p:txBody>
        </p:sp>
        <p:sp>
          <p:nvSpPr>
            <p:cNvPr id="97" name="Freeform: Shape 96">
              <a:extLst>
                <a:ext uri="{FF2B5EF4-FFF2-40B4-BE49-F238E27FC236}">
                  <a16:creationId xmlns:a16="http://schemas.microsoft.com/office/drawing/2014/main" id="{9FBA7344-6E26-EA93-47A8-3D5C918E460C}"/>
                </a:ext>
              </a:extLst>
            </p:cNvPr>
            <p:cNvSpPr/>
            <p:nvPr/>
          </p:nvSpPr>
          <p:spPr>
            <a:xfrm>
              <a:off x="4544936" y="3649920"/>
              <a:ext cx="266701" cy="361950"/>
            </a:xfrm>
            <a:custGeom>
              <a:avLst/>
              <a:gdLst>
                <a:gd name="connsiteX0" fmla="*/ 170700 w 266700"/>
                <a:gd name="connsiteY0" fmla="*/ 5298 h 361950"/>
                <a:gd name="connsiteX1" fmla="*/ 5251 w 266700"/>
                <a:gd name="connsiteY1" fmla="*/ 170748 h 361950"/>
                <a:gd name="connsiteX2" fmla="*/ 5251 w 266700"/>
                <a:gd name="connsiteY2" fmla="*/ 196179 h 361950"/>
                <a:gd name="connsiteX3" fmla="*/ 170700 w 266700"/>
                <a:gd name="connsiteY3" fmla="*/ 361629 h 361950"/>
                <a:gd name="connsiteX4" fmla="*/ 183464 w 266700"/>
                <a:gd name="connsiteY4" fmla="*/ 366867 h 361950"/>
                <a:gd name="connsiteX5" fmla="*/ 196227 w 266700"/>
                <a:gd name="connsiteY5" fmla="*/ 361629 h 361950"/>
                <a:gd name="connsiteX6" fmla="*/ 270046 w 266700"/>
                <a:gd name="connsiteY6" fmla="*/ 183416 h 361950"/>
                <a:gd name="connsiteX7" fmla="*/ 196227 w 266700"/>
                <a:gd name="connsiteY7" fmla="*/ 5203 h 361950"/>
                <a:gd name="connsiteX8" fmla="*/ 170700 w 266700"/>
                <a:gd name="connsiteY8" fmla="*/ 5298 h 361950"/>
                <a:gd name="connsiteX9" fmla="*/ 170700 w 266700"/>
                <a:gd name="connsiteY9" fmla="*/ 5298 h 361950"/>
                <a:gd name="connsiteX10" fmla="*/ 182892 w 266700"/>
                <a:gd name="connsiteY10" fmla="*/ 43970 h 361950"/>
                <a:gd name="connsiteX11" fmla="*/ 214420 w 266700"/>
                <a:gd name="connsiteY11" fmla="*/ 93500 h 361950"/>
                <a:gd name="connsiteX12" fmla="*/ 133457 w 266700"/>
                <a:gd name="connsiteY12" fmla="*/ 93500 h 361950"/>
                <a:gd name="connsiteX13" fmla="*/ 182892 w 266700"/>
                <a:gd name="connsiteY13" fmla="*/ 43970 h 361950"/>
                <a:gd name="connsiteX14" fmla="*/ 61448 w 266700"/>
                <a:gd name="connsiteY14" fmla="*/ 201418 h 361950"/>
                <a:gd name="connsiteX15" fmla="*/ 233279 w 266700"/>
                <a:gd name="connsiteY15" fmla="*/ 201418 h 361950"/>
                <a:gd name="connsiteX16" fmla="*/ 227278 w 266700"/>
                <a:gd name="connsiteY16" fmla="*/ 237423 h 361950"/>
                <a:gd name="connsiteX17" fmla="*/ 97548 w 266700"/>
                <a:gd name="connsiteY17" fmla="*/ 237423 h 361950"/>
                <a:gd name="connsiteX18" fmla="*/ 61448 w 266700"/>
                <a:gd name="connsiteY18" fmla="*/ 201418 h 361950"/>
                <a:gd name="connsiteX19" fmla="*/ 97453 w 266700"/>
                <a:gd name="connsiteY19" fmla="*/ 129504 h 361950"/>
                <a:gd name="connsiteX20" fmla="*/ 227183 w 266700"/>
                <a:gd name="connsiteY20" fmla="*/ 129504 h 361950"/>
                <a:gd name="connsiteX21" fmla="*/ 233184 w 266700"/>
                <a:gd name="connsiteY21" fmla="*/ 165509 h 361950"/>
                <a:gd name="connsiteX22" fmla="*/ 61353 w 266700"/>
                <a:gd name="connsiteY22" fmla="*/ 165509 h 361950"/>
                <a:gd name="connsiteX23" fmla="*/ 97453 w 266700"/>
                <a:gd name="connsiteY23" fmla="*/ 129504 h 361950"/>
                <a:gd name="connsiteX24" fmla="*/ 182892 w 266700"/>
                <a:gd name="connsiteY24" fmla="*/ 322957 h 361950"/>
                <a:gd name="connsiteX25" fmla="*/ 133362 w 266700"/>
                <a:gd name="connsiteY25" fmla="*/ 273427 h 361950"/>
                <a:gd name="connsiteX26" fmla="*/ 214324 w 266700"/>
                <a:gd name="connsiteY26" fmla="*/ 273427 h 361950"/>
                <a:gd name="connsiteX27" fmla="*/ 182892 w 266700"/>
                <a:gd name="connsiteY27" fmla="*/ 322957 h 361950"/>
                <a:gd name="connsiteX28" fmla="*/ 182892 w 266700"/>
                <a:gd name="connsiteY28" fmla="*/ 322957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66700" h="361950">
                  <a:moveTo>
                    <a:pt x="170700" y="5298"/>
                  </a:moveTo>
                  <a:cubicBezTo>
                    <a:pt x="163366" y="12633"/>
                    <a:pt x="8966" y="167033"/>
                    <a:pt x="5251" y="170748"/>
                  </a:cubicBezTo>
                  <a:cubicBezTo>
                    <a:pt x="-1798" y="177796"/>
                    <a:pt x="-1702" y="189226"/>
                    <a:pt x="5251" y="196179"/>
                  </a:cubicBezTo>
                  <a:cubicBezTo>
                    <a:pt x="8966" y="199894"/>
                    <a:pt x="163366" y="354294"/>
                    <a:pt x="170700" y="361629"/>
                  </a:cubicBezTo>
                  <a:cubicBezTo>
                    <a:pt x="174224" y="365153"/>
                    <a:pt x="178796" y="366867"/>
                    <a:pt x="183464" y="366867"/>
                  </a:cubicBezTo>
                  <a:cubicBezTo>
                    <a:pt x="188035" y="366867"/>
                    <a:pt x="192703" y="365153"/>
                    <a:pt x="196227" y="361629"/>
                  </a:cubicBezTo>
                  <a:cubicBezTo>
                    <a:pt x="243852" y="314004"/>
                    <a:pt x="270046" y="250758"/>
                    <a:pt x="270046" y="183416"/>
                  </a:cubicBezTo>
                  <a:cubicBezTo>
                    <a:pt x="270046" y="116074"/>
                    <a:pt x="243852" y="52828"/>
                    <a:pt x="196227" y="5203"/>
                  </a:cubicBezTo>
                  <a:cubicBezTo>
                    <a:pt x="189083" y="-1750"/>
                    <a:pt x="177749" y="-1750"/>
                    <a:pt x="170700" y="5298"/>
                  </a:cubicBezTo>
                  <a:lnTo>
                    <a:pt x="170700" y="5298"/>
                  </a:lnTo>
                  <a:close/>
                  <a:moveTo>
                    <a:pt x="182892" y="43970"/>
                  </a:moveTo>
                  <a:cubicBezTo>
                    <a:pt x="195751" y="59115"/>
                    <a:pt x="206324" y="75783"/>
                    <a:pt x="214420" y="93500"/>
                  </a:cubicBezTo>
                  <a:lnTo>
                    <a:pt x="133457" y="93500"/>
                  </a:lnTo>
                  <a:lnTo>
                    <a:pt x="182892" y="43970"/>
                  </a:lnTo>
                  <a:close/>
                  <a:moveTo>
                    <a:pt x="61448" y="201418"/>
                  </a:moveTo>
                  <a:lnTo>
                    <a:pt x="233279" y="201418"/>
                  </a:lnTo>
                  <a:cubicBezTo>
                    <a:pt x="232232" y="213705"/>
                    <a:pt x="230231" y="225707"/>
                    <a:pt x="227278" y="237423"/>
                  </a:cubicBezTo>
                  <a:lnTo>
                    <a:pt x="97548" y="237423"/>
                  </a:lnTo>
                  <a:lnTo>
                    <a:pt x="61448" y="201418"/>
                  </a:lnTo>
                  <a:close/>
                  <a:moveTo>
                    <a:pt x="97453" y="129504"/>
                  </a:moveTo>
                  <a:lnTo>
                    <a:pt x="227183" y="129504"/>
                  </a:lnTo>
                  <a:cubicBezTo>
                    <a:pt x="230231" y="141220"/>
                    <a:pt x="232232" y="153222"/>
                    <a:pt x="233184" y="165509"/>
                  </a:cubicBezTo>
                  <a:lnTo>
                    <a:pt x="61353" y="165509"/>
                  </a:lnTo>
                  <a:lnTo>
                    <a:pt x="97453" y="129504"/>
                  </a:lnTo>
                  <a:close/>
                  <a:moveTo>
                    <a:pt x="182892" y="322957"/>
                  </a:moveTo>
                  <a:lnTo>
                    <a:pt x="133362" y="273427"/>
                  </a:lnTo>
                  <a:lnTo>
                    <a:pt x="214324" y="273427"/>
                  </a:lnTo>
                  <a:cubicBezTo>
                    <a:pt x="206324" y="291144"/>
                    <a:pt x="195751" y="307812"/>
                    <a:pt x="182892" y="322957"/>
                  </a:cubicBezTo>
                  <a:lnTo>
                    <a:pt x="182892" y="322957"/>
                  </a:lnTo>
                  <a:close/>
                </a:path>
              </a:pathLst>
            </a:custGeom>
            <a:grpFill/>
            <a:ln w="9525" cap="flat">
              <a:noFill/>
              <a:prstDash val="solid"/>
              <a:miter/>
            </a:ln>
          </p:spPr>
          <p:txBody>
            <a:bodyPr rtlCol="0" anchor="ctr"/>
            <a:lstStyle/>
            <a:p>
              <a:endParaRPr lang="en-ID"/>
            </a:p>
          </p:txBody>
        </p:sp>
      </p:grpSp>
      <p:grpSp>
        <p:nvGrpSpPr>
          <p:cNvPr id="98" name="Group 97">
            <a:extLst>
              <a:ext uri="{FF2B5EF4-FFF2-40B4-BE49-F238E27FC236}">
                <a16:creationId xmlns:a16="http://schemas.microsoft.com/office/drawing/2014/main" id="{ADA7391A-EF98-27FE-8A01-797F9AD4FD1B}"/>
              </a:ext>
            </a:extLst>
          </p:cNvPr>
          <p:cNvGrpSpPr/>
          <p:nvPr/>
        </p:nvGrpSpPr>
        <p:grpSpPr>
          <a:xfrm>
            <a:off x="5903976" y="3307558"/>
            <a:ext cx="384048" cy="384048"/>
            <a:chOff x="7315200" y="1828800"/>
            <a:chExt cx="608552" cy="609600"/>
          </a:xfrm>
          <a:solidFill>
            <a:schemeClr val="bg1"/>
          </a:solidFill>
        </p:grpSpPr>
        <p:sp>
          <p:nvSpPr>
            <p:cNvPr id="99" name="Freeform: Shape 98">
              <a:extLst>
                <a:ext uri="{FF2B5EF4-FFF2-40B4-BE49-F238E27FC236}">
                  <a16:creationId xmlns:a16="http://schemas.microsoft.com/office/drawing/2014/main" id="{BBE40C6D-157C-01DD-2431-55D27A5D5578}"/>
                </a:ext>
              </a:extLst>
            </p:cNvPr>
            <p:cNvSpPr/>
            <p:nvPr/>
          </p:nvSpPr>
          <p:spPr>
            <a:xfrm>
              <a:off x="7315200" y="1828800"/>
              <a:ext cx="247650" cy="609600"/>
            </a:xfrm>
            <a:custGeom>
              <a:avLst/>
              <a:gdLst>
                <a:gd name="connsiteX0" fmla="*/ 235172 w 247650"/>
                <a:gd name="connsiteY0" fmla="*/ 434340 h 609600"/>
                <a:gd name="connsiteX1" fmla="*/ 162020 w 247650"/>
                <a:gd name="connsiteY1" fmla="*/ 434340 h 609600"/>
                <a:gd name="connsiteX2" fmla="*/ 144018 w 247650"/>
                <a:gd name="connsiteY2" fmla="*/ 416338 h 609600"/>
                <a:gd name="connsiteX3" fmla="*/ 144018 w 247650"/>
                <a:gd name="connsiteY3" fmla="*/ 198025 h 609600"/>
                <a:gd name="connsiteX4" fmla="*/ 162020 w 247650"/>
                <a:gd name="connsiteY4" fmla="*/ 180023 h 609600"/>
                <a:gd name="connsiteX5" fmla="*/ 235172 w 247650"/>
                <a:gd name="connsiteY5" fmla="*/ 180023 h 609600"/>
                <a:gd name="connsiteX6" fmla="*/ 253175 w 247650"/>
                <a:gd name="connsiteY6" fmla="*/ 162020 h 609600"/>
                <a:gd name="connsiteX7" fmla="*/ 253175 w 247650"/>
                <a:gd name="connsiteY7" fmla="*/ 18002 h 609600"/>
                <a:gd name="connsiteX8" fmla="*/ 235172 w 247650"/>
                <a:gd name="connsiteY8" fmla="*/ 0 h 609600"/>
                <a:gd name="connsiteX9" fmla="*/ 162020 w 247650"/>
                <a:gd name="connsiteY9" fmla="*/ 0 h 609600"/>
                <a:gd name="connsiteX10" fmla="*/ 0 w 247650"/>
                <a:gd name="connsiteY10" fmla="*/ 162020 h 609600"/>
                <a:gd name="connsiteX11" fmla="*/ 0 w 247650"/>
                <a:gd name="connsiteY11" fmla="*/ 452438 h 609600"/>
                <a:gd name="connsiteX12" fmla="*/ 162020 w 247650"/>
                <a:gd name="connsiteY12" fmla="*/ 614458 h 609600"/>
                <a:gd name="connsiteX13" fmla="*/ 235172 w 247650"/>
                <a:gd name="connsiteY13" fmla="*/ 614458 h 609600"/>
                <a:gd name="connsiteX14" fmla="*/ 253175 w 247650"/>
                <a:gd name="connsiteY14" fmla="*/ 596456 h 609600"/>
                <a:gd name="connsiteX15" fmla="*/ 253175 w 247650"/>
                <a:gd name="connsiteY15" fmla="*/ 452342 h 609600"/>
                <a:gd name="connsiteX16" fmla="*/ 235172 w 247650"/>
                <a:gd name="connsiteY16" fmla="*/ 434340 h 609600"/>
                <a:gd name="connsiteX17" fmla="*/ 235172 w 247650"/>
                <a:gd name="connsiteY17" fmla="*/ 434340 h 609600"/>
                <a:gd name="connsiteX18" fmla="*/ 217170 w 247650"/>
                <a:gd name="connsiteY18" fmla="*/ 144018 h 609600"/>
                <a:gd name="connsiteX19" fmla="*/ 179927 w 247650"/>
                <a:gd name="connsiteY19" fmla="*/ 144018 h 609600"/>
                <a:gd name="connsiteX20" fmla="*/ 179927 w 247650"/>
                <a:gd name="connsiteY20" fmla="*/ 36005 h 609600"/>
                <a:gd name="connsiteX21" fmla="*/ 217170 w 247650"/>
                <a:gd name="connsiteY21" fmla="*/ 36005 h 609600"/>
                <a:gd name="connsiteX22" fmla="*/ 217170 w 247650"/>
                <a:gd name="connsiteY22" fmla="*/ 144018 h 609600"/>
                <a:gd name="connsiteX23" fmla="*/ 36005 w 247650"/>
                <a:gd name="connsiteY23" fmla="*/ 452342 h 609600"/>
                <a:gd name="connsiteX24" fmla="*/ 36005 w 247650"/>
                <a:gd name="connsiteY24" fmla="*/ 162020 h 609600"/>
                <a:gd name="connsiteX25" fmla="*/ 144018 w 247650"/>
                <a:gd name="connsiteY25" fmla="*/ 37338 h 609600"/>
                <a:gd name="connsiteX26" fmla="*/ 144018 w 247650"/>
                <a:gd name="connsiteY26" fmla="*/ 147161 h 609600"/>
                <a:gd name="connsiteX27" fmla="*/ 108014 w 247650"/>
                <a:gd name="connsiteY27" fmla="*/ 198025 h 609600"/>
                <a:gd name="connsiteX28" fmla="*/ 108014 w 247650"/>
                <a:gd name="connsiteY28" fmla="*/ 416433 h 609600"/>
                <a:gd name="connsiteX29" fmla="*/ 144018 w 247650"/>
                <a:gd name="connsiteY29" fmla="*/ 467297 h 609600"/>
                <a:gd name="connsiteX30" fmla="*/ 144018 w 247650"/>
                <a:gd name="connsiteY30" fmla="*/ 577120 h 609600"/>
                <a:gd name="connsiteX31" fmla="*/ 36005 w 247650"/>
                <a:gd name="connsiteY31" fmla="*/ 452342 h 609600"/>
                <a:gd name="connsiteX32" fmla="*/ 36005 w 247650"/>
                <a:gd name="connsiteY32" fmla="*/ 452342 h 609600"/>
                <a:gd name="connsiteX33" fmla="*/ 217170 w 247650"/>
                <a:gd name="connsiteY33" fmla="*/ 578358 h 609600"/>
                <a:gd name="connsiteX34" fmla="*/ 179927 w 247650"/>
                <a:gd name="connsiteY34" fmla="*/ 578358 h 609600"/>
                <a:gd name="connsiteX35" fmla="*/ 179927 w 247650"/>
                <a:gd name="connsiteY35" fmla="*/ 470345 h 609600"/>
                <a:gd name="connsiteX36" fmla="*/ 217170 w 247650"/>
                <a:gd name="connsiteY36" fmla="*/ 470345 h 609600"/>
                <a:gd name="connsiteX37" fmla="*/ 217170 w 247650"/>
                <a:gd name="connsiteY37" fmla="*/ 578358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47650" h="609600">
                  <a:moveTo>
                    <a:pt x="235172" y="434340"/>
                  </a:moveTo>
                  <a:lnTo>
                    <a:pt x="162020" y="434340"/>
                  </a:lnTo>
                  <a:cubicBezTo>
                    <a:pt x="152114" y="434340"/>
                    <a:pt x="144018" y="426244"/>
                    <a:pt x="144018" y="416338"/>
                  </a:cubicBezTo>
                  <a:lnTo>
                    <a:pt x="144018" y="198025"/>
                  </a:lnTo>
                  <a:cubicBezTo>
                    <a:pt x="144018" y="188119"/>
                    <a:pt x="152114" y="180023"/>
                    <a:pt x="162020" y="180023"/>
                  </a:cubicBezTo>
                  <a:lnTo>
                    <a:pt x="235172" y="180023"/>
                  </a:lnTo>
                  <a:cubicBezTo>
                    <a:pt x="245078" y="180023"/>
                    <a:pt x="253175" y="171926"/>
                    <a:pt x="253175" y="162020"/>
                  </a:cubicBezTo>
                  <a:lnTo>
                    <a:pt x="253175" y="18002"/>
                  </a:lnTo>
                  <a:cubicBezTo>
                    <a:pt x="253175" y="8096"/>
                    <a:pt x="245078" y="0"/>
                    <a:pt x="235172" y="0"/>
                  </a:cubicBezTo>
                  <a:lnTo>
                    <a:pt x="162020" y="0"/>
                  </a:lnTo>
                  <a:cubicBezTo>
                    <a:pt x="72676" y="0"/>
                    <a:pt x="0" y="72676"/>
                    <a:pt x="0" y="162020"/>
                  </a:cubicBezTo>
                  <a:lnTo>
                    <a:pt x="0" y="452438"/>
                  </a:lnTo>
                  <a:cubicBezTo>
                    <a:pt x="0" y="541782"/>
                    <a:pt x="72676" y="614458"/>
                    <a:pt x="162020" y="614458"/>
                  </a:cubicBezTo>
                  <a:lnTo>
                    <a:pt x="235172" y="614458"/>
                  </a:lnTo>
                  <a:cubicBezTo>
                    <a:pt x="245078" y="614458"/>
                    <a:pt x="253175" y="606362"/>
                    <a:pt x="253175" y="596456"/>
                  </a:cubicBezTo>
                  <a:lnTo>
                    <a:pt x="253175" y="452342"/>
                  </a:lnTo>
                  <a:cubicBezTo>
                    <a:pt x="253175" y="442436"/>
                    <a:pt x="245173" y="434340"/>
                    <a:pt x="235172" y="434340"/>
                  </a:cubicBezTo>
                  <a:lnTo>
                    <a:pt x="235172" y="434340"/>
                  </a:lnTo>
                  <a:close/>
                  <a:moveTo>
                    <a:pt x="217170" y="144018"/>
                  </a:moveTo>
                  <a:lnTo>
                    <a:pt x="179927" y="144018"/>
                  </a:lnTo>
                  <a:lnTo>
                    <a:pt x="179927" y="36005"/>
                  </a:lnTo>
                  <a:lnTo>
                    <a:pt x="217170" y="36005"/>
                  </a:lnTo>
                  <a:lnTo>
                    <a:pt x="217170" y="144018"/>
                  </a:lnTo>
                  <a:close/>
                  <a:moveTo>
                    <a:pt x="36005" y="452342"/>
                  </a:moveTo>
                  <a:lnTo>
                    <a:pt x="36005" y="162020"/>
                  </a:lnTo>
                  <a:cubicBezTo>
                    <a:pt x="36005" y="98679"/>
                    <a:pt x="83058" y="46101"/>
                    <a:pt x="144018" y="37338"/>
                  </a:cubicBezTo>
                  <a:lnTo>
                    <a:pt x="144018" y="147161"/>
                  </a:lnTo>
                  <a:cubicBezTo>
                    <a:pt x="123063" y="154591"/>
                    <a:pt x="108014" y="174593"/>
                    <a:pt x="108014" y="198025"/>
                  </a:cubicBezTo>
                  <a:lnTo>
                    <a:pt x="108014" y="416433"/>
                  </a:lnTo>
                  <a:cubicBezTo>
                    <a:pt x="108014" y="439865"/>
                    <a:pt x="123063" y="459867"/>
                    <a:pt x="144018" y="467297"/>
                  </a:cubicBezTo>
                  <a:lnTo>
                    <a:pt x="144018" y="577120"/>
                  </a:lnTo>
                  <a:cubicBezTo>
                    <a:pt x="83058" y="568357"/>
                    <a:pt x="36005" y="515779"/>
                    <a:pt x="36005" y="452342"/>
                  </a:cubicBezTo>
                  <a:lnTo>
                    <a:pt x="36005" y="452342"/>
                  </a:lnTo>
                  <a:close/>
                  <a:moveTo>
                    <a:pt x="217170" y="578358"/>
                  </a:moveTo>
                  <a:lnTo>
                    <a:pt x="179927" y="578358"/>
                  </a:lnTo>
                  <a:lnTo>
                    <a:pt x="179927" y="470345"/>
                  </a:lnTo>
                  <a:lnTo>
                    <a:pt x="217170" y="470345"/>
                  </a:lnTo>
                  <a:lnTo>
                    <a:pt x="217170" y="578358"/>
                  </a:lnTo>
                  <a:close/>
                </a:path>
              </a:pathLst>
            </a:custGeom>
            <a:grpFill/>
            <a:ln w="9525" cap="flat">
              <a:noFill/>
              <a:prstDash val="solid"/>
              <a:miter/>
            </a:ln>
          </p:spPr>
          <p:txBody>
            <a:bodyPr rtlCol="0" anchor="ctr"/>
            <a:lstStyle/>
            <a:p>
              <a:endParaRPr lang="en-ID"/>
            </a:p>
          </p:txBody>
        </p:sp>
        <p:sp>
          <p:nvSpPr>
            <p:cNvPr id="100" name="Freeform: Shape 99">
              <a:extLst>
                <a:ext uri="{FF2B5EF4-FFF2-40B4-BE49-F238E27FC236}">
                  <a16:creationId xmlns:a16="http://schemas.microsoft.com/office/drawing/2014/main" id="{A1296313-A8EB-9447-63D9-0F6C571A4DB3}"/>
                </a:ext>
              </a:extLst>
            </p:cNvPr>
            <p:cNvSpPr/>
            <p:nvPr/>
          </p:nvSpPr>
          <p:spPr>
            <a:xfrm>
              <a:off x="7641562" y="2008822"/>
              <a:ext cx="247650" cy="247650"/>
            </a:xfrm>
            <a:custGeom>
              <a:avLst/>
              <a:gdLst>
                <a:gd name="connsiteX0" fmla="*/ 125980 w 247650"/>
                <a:gd name="connsiteY0" fmla="*/ 0 h 247650"/>
                <a:gd name="connsiteX1" fmla="*/ 113217 w 247650"/>
                <a:gd name="connsiteY1" fmla="*/ 5334 h 247650"/>
                <a:gd name="connsiteX2" fmla="*/ 5203 w 247650"/>
                <a:gd name="connsiteY2" fmla="*/ 114491 h 247650"/>
                <a:gd name="connsiteX3" fmla="*/ 5298 w 247650"/>
                <a:gd name="connsiteY3" fmla="*/ 139922 h 247650"/>
                <a:gd name="connsiteX4" fmla="*/ 30730 w 247650"/>
                <a:gd name="connsiteY4" fmla="*/ 139827 h 247650"/>
                <a:gd name="connsiteX5" fmla="*/ 35969 w 247650"/>
                <a:gd name="connsiteY5" fmla="*/ 134588 h 247650"/>
                <a:gd name="connsiteX6" fmla="*/ 35969 w 247650"/>
                <a:gd name="connsiteY6" fmla="*/ 236411 h 247650"/>
                <a:gd name="connsiteX7" fmla="*/ 53971 w 247650"/>
                <a:gd name="connsiteY7" fmla="*/ 254413 h 247650"/>
                <a:gd name="connsiteX8" fmla="*/ 197989 w 247650"/>
                <a:gd name="connsiteY8" fmla="*/ 254413 h 247650"/>
                <a:gd name="connsiteX9" fmla="*/ 215991 w 247650"/>
                <a:gd name="connsiteY9" fmla="*/ 236411 h 247650"/>
                <a:gd name="connsiteX10" fmla="*/ 215991 w 247650"/>
                <a:gd name="connsiteY10" fmla="*/ 134588 h 247650"/>
                <a:gd name="connsiteX11" fmla="*/ 221230 w 247650"/>
                <a:gd name="connsiteY11" fmla="*/ 139827 h 247650"/>
                <a:gd name="connsiteX12" fmla="*/ 246661 w 247650"/>
                <a:gd name="connsiteY12" fmla="*/ 139922 h 247650"/>
                <a:gd name="connsiteX13" fmla="*/ 246757 w 247650"/>
                <a:gd name="connsiteY13" fmla="*/ 114491 h 247650"/>
                <a:gd name="connsiteX14" fmla="*/ 138744 w 247650"/>
                <a:gd name="connsiteY14" fmla="*/ 5334 h 247650"/>
                <a:gd name="connsiteX15" fmla="*/ 125980 w 247650"/>
                <a:gd name="connsiteY15" fmla="*/ 0 h 247650"/>
                <a:gd name="connsiteX16" fmla="*/ 125980 w 247650"/>
                <a:gd name="connsiteY16" fmla="*/ 0 h 247650"/>
                <a:gd name="connsiteX17" fmla="*/ 179986 w 247650"/>
                <a:gd name="connsiteY17" fmla="*/ 218313 h 247650"/>
                <a:gd name="connsiteX18" fmla="*/ 143982 w 247650"/>
                <a:gd name="connsiteY18" fmla="*/ 218313 h 247650"/>
                <a:gd name="connsiteX19" fmla="*/ 143982 w 247650"/>
                <a:gd name="connsiteY19" fmla="*/ 163163 h 247650"/>
                <a:gd name="connsiteX20" fmla="*/ 125980 w 247650"/>
                <a:gd name="connsiteY20" fmla="*/ 145161 h 247650"/>
                <a:gd name="connsiteX21" fmla="*/ 107977 w 247650"/>
                <a:gd name="connsiteY21" fmla="*/ 163163 h 247650"/>
                <a:gd name="connsiteX22" fmla="*/ 107977 w 247650"/>
                <a:gd name="connsiteY22" fmla="*/ 218313 h 247650"/>
                <a:gd name="connsiteX23" fmla="*/ 71973 w 247650"/>
                <a:gd name="connsiteY23" fmla="*/ 218313 h 247650"/>
                <a:gd name="connsiteX24" fmla="*/ 71973 w 247650"/>
                <a:gd name="connsiteY24" fmla="*/ 98203 h 247650"/>
                <a:gd name="connsiteX25" fmla="*/ 125980 w 247650"/>
                <a:gd name="connsiteY25" fmla="*/ 43625 h 247650"/>
                <a:gd name="connsiteX26" fmla="*/ 179986 w 247650"/>
                <a:gd name="connsiteY26" fmla="*/ 98203 h 247650"/>
                <a:gd name="connsiteX27" fmla="*/ 179986 w 247650"/>
                <a:gd name="connsiteY27" fmla="*/ 218313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47650" h="247650">
                  <a:moveTo>
                    <a:pt x="125980" y="0"/>
                  </a:moveTo>
                  <a:cubicBezTo>
                    <a:pt x="121217" y="0"/>
                    <a:pt x="116550" y="1905"/>
                    <a:pt x="113217" y="5334"/>
                  </a:cubicBezTo>
                  <a:lnTo>
                    <a:pt x="5203" y="114491"/>
                  </a:lnTo>
                  <a:cubicBezTo>
                    <a:pt x="-1750" y="121539"/>
                    <a:pt x="-1750" y="132969"/>
                    <a:pt x="5298" y="139922"/>
                  </a:cubicBezTo>
                  <a:cubicBezTo>
                    <a:pt x="12347" y="146876"/>
                    <a:pt x="23777" y="146876"/>
                    <a:pt x="30730" y="139827"/>
                  </a:cubicBezTo>
                  <a:lnTo>
                    <a:pt x="35969" y="134588"/>
                  </a:lnTo>
                  <a:lnTo>
                    <a:pt x="35969" y="236411"/>
                  </a:lnTo>
                  <a:cubicBezTo>
                    <a:pt x="35969" y="246316"/>
                    <a:pt x="44065" y="254413"/>
                    <a:pt x="53971" y="254413"/>
                  </a:cubicBezTo>
                  <a:lnTo>
                    <a:pt x="197989" y="254413"/>
                  </a:lnTo>
                  <a:cubicBezTo>
                    <a:pt x="207895" y="254413"/>
                    <a:pt x="215991" y="246316"/>
                    <a:pt x="215991" y="236411"/>
                  </a:cubicBezTo>
                  <a:lnTo>
                    <a:pt x="215991" y="134588"/>
                  </a:lnTo>
                  <a:lnTo>
                    <a:pt x="221230" y="139827"/>
                  </a:lnTo>
                  <a:cubicBezTo>
                    <a:pt x="228183" y="146876"/>
                    <a:pt x="239613" y="146971"/>
                    <a:pt x="246661" y="139922"/>
                  </a:cubicBezTo>
                  <a:cubicBezTo>
                    <a:pt x="253710" y="132969"/>
                    <a:pt x="253805" y="121539"/>
                    <a:pt x="246757" y="114491"/>
                  </a:cubicBezTo>
                  <a:lnTo>
                    <a:pt x="138744" y="5334"/>
                  </a:lnTo>
                  <a:cubicBezTo>
                    <a:pt x="135410" y="1905"/>
                    <a:pt x="130838" y="0"/>
                    <a:pt x="125980" y="0"/>
                  </a:cubicBezTo>
                  <a:lnTo>
                    <a:pt x="125980" y="0"/>
                  </a:lnTo>
                  <a:close/>
                  <a:moveTo>
                    <a:pt x="179986" y="218313"/>
                  </a:moveTo>
                  <a:lnTo>
                    <a:pt x="143982" y="218313"/>
                  </a:lnTo>
                  <a:lnTo>
                    <a:pt x="143982" y="163163"/>
                  </a:lnTo>
                  <a:cubicBezTo>
                    <a:pt x="143982" y="153257"/>
                    <a:pt x="135886" y="145161"/>
                    <a:pt x="125980" y="145161"/>
                  </a:cubicBezTo>
                  <a:cubicBezTo>
                    <a:pt x="116074" y="145161"/>
                    <a:pt x="107977" y="153257"/>
                    <a:pt x="107977" y="163163"/>
                  </a:cubicBezTo>
                  <a:lnTo>
                    <a:pt x="107977" y="218313"/>
                  </a:lnTo>
                  <a:lnTo>
                    <a:pt x="71973" y="218313"/>
                  </a:lnTo>
                  <a:lnTo>
                    <a:pt x="71973" y="98203"/>
                  </a:lnTo>
                  <a:lnTo>
                    <a:pt x="125980" y="43625"/>
                  </a:lnTo>
                  <a:lnTo>
                    <a:pt x="179986" y="98203"/>
                  </a:lnTo>
                  <a:lnTo>
                    <a:pt x="179986" y="218313"/>
                  </a:lnTo>
                  <a:close/>
                </a:path>
              </a:pathLst>
            </a:custGeom>
            <a:grpFill/>
            <a:ln w="9525" cap="flat">
              <a:noFill/>
              <a:prstDash val="solid"/>
              <a:miter/>
            </a:ln>
          </p:spPr>
          <p:txBody>
            <a:bodyPr rtlCol="0" anchor="ctr"/>
            <a:lstStyle/>
            <a:p>
              <a:endParaRPr lang="en-ID"/>
            </a:p>
          </p:txBody>
        </p:sp>
        <p:sp>
          <p:nvSpPr>
            <p:cNvPr id="101" name="Freeform: Shape 100">
              <a:extLst>
                <a:ext uri="{FF2B5EF4-FFF2-40B4-BE49-F238E27FC236}">
                  <a16:creationId xmlns:a16="http://schemas.microsoft.com/office/drawing/2014/main" id="{F7869635-9627-4625-56DF-98C4E541D284}"/>
                </a:ext>
              </a:extLst>
            </p:cNvPr>
            <p:cNvSpPr/>
            <p:nvPr/>
          </p:nvSpPr>
          <p:spPr>
            <a:xfrm>
              <a:off x="7749539" y="2081974"/>
              <a:ext cx="28575" cy="28575"/>
            </a:xfrm>
            <a:custGeom>
              <a:avLst/>
              <a:gdLst>
                <a:gd name="connsiteX0" fmla="*/ 36005 w 28575"/>
                <a:gd name="connsiteY0" fmla="*/ 18002 h 28575"/>
                <a:gd name="connsiteX1" fmla="*/ 18002 w 28575"/>
                <a:gd name="connsiteY1" fmla="*/ 36005 h 28575"/>
                <a:gd name="connsiteX2" fmla="*/ 0 w 28575"/>
                <a:gd name="connsiteY2" fmla="*/ 18002 h 28575"/>
                <a:gd name="connsiteX3" fmla="*/ 18002 w 28575"/>
                <a:gd name="connsiteY3" fmla="*/ 0 h 28575"/>
                <a:gd name="connsiteX4" fmla="*/ 36005 w 28575"/>
                <a:gd name="connsiteY4" fmla="*/ 18002 h 28575"/>
                <a:gd name="connsiteX5" fmla="*/ 36005 w 28575"/>
                <a:gd name="connsiteY5" fmla="*/ 1800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5" h="28575">
                  <a:moveTo>
                    <a:pt x="36005" y="18002"/>
                  </a:moveTo>
                  <a:cubicBezTo>
                    <a:pt x="36005" y="27908"/>
                    <a:pt x="27909" y="36005"/>
                    <a:pt x="18002" y="36005"/>
                  </a:cubicBezTo>
                  <a:cubicBezTo>
                    <a:pt x="8097" y="36005"/>
                    <a:pt x="0" y="27908"/>
                    <a:pt x="0" y="18002"/>
                  </a:cubicBezTo>
                  <a:cubicBezTo>
                    <a:pt x="0" y="8096"/>
                    <a:pt x="8097" y="0"/>
                    <a:pt x="18002" y="0"/>
                  </a:cubicBezTo>
                  <a:cubicBezTo>
                    <a:pt x="27909" y="0"/>
                    <a:pt x="36005" y="8096"/>
                    <a:pt x="36005" y="18002"/>
                  </a:cubicBezTo>
                  <a:lnTo>
                    <a:pt x="36005" y="18002"/>
                  </a:lnTo>
                  <a:close/>
                </a:path>
              </a:pathLst>
            </a:custGeom>
            <a:grpFill/>
            <a:ln w="9525" cap="flat">
              <a:noFill/>
              <a:prstDash val="solid"/>
              <a:miter/>
            </a:ln>
          </p:spPr>
          <p:txBody>
            <a:bodyPr rtlCol="0" anchor="ctr"/>
            <a:lstStyle/>
            <a:p>
              <a:endParaRPr lang="en-ID"/>
            </a:p>
          </p:txBody>
        </p:sp>
        <p:sp>
          <p:nvSpPr>
            <p:cNvPr id="102" name="Freeform: Shape 101">
              <a:extLst>
                <a:ext uri="{FF2B5EF4-FFF2-40B4-BE49-F238E27FC236}">
                  <a16:creationId xmlns:a16="http://schemas.microsoft.com/office/drawing/2014/main" id="{EBF326B6-7590-2189-11EB-F9AA9031BB9F}"/>
                </a:ext>
              </a:extLst>
            </p:cNvPr>
            <p:cNvSpPr/>
            <p:nvPr/>
          </p:nvSpPr>
          <p:spPr>
            <a:xfrm>
              <a:off x="7495127" y="1936814"/>
              <a:ext cx="428625" cy="390525"/>
            </a:xfrm>
            <a:custGeom>
              <a:avLst/>
              <a:gdLst>
                <a:gd name="connsiteX0" fmla="*/ 380429 w 428625"/>
                <a:gd name="connsiteY0" fmla="*/ 0 h 390525"/>
                <a:gd name="connsiteX1" fmla="*/ 164402 w 428625"/>
                <a:gd name="connsiteY1" fmla="*/ 0 h 390525"/>
                <a:gd name="connsiteX2" fmla="*/ 110394 w 428625"/>
                <a:gd name="connsiteY2" fmla="*/ 54007 h 390525"/>
                <a:gd name="connsiteX3" fmla="*/ 110394 w 428625"/>
                <a:gd name="connsiteY3" fmla="*/ 117443 h 390525"/>
                <a:gd name="connsiteX4" fmla="*/ 8191 w 428625"/>
                <a:gd name="connsiteY4" fmla="*/ 184118 h 390525"/>
                <a:gd name="connsiteX5" fmla="*/ 0 w 428625"/>
                <a:gd name="connsiteY5" fmla="*/ 199168 h 390525"/>
                <a:gd name="connsiteX6" fmla="*/ 8191 w 428625"/>
                <a:gd name="connsiteY6" fmla="*/ 214217 h 390525"/>
                <a:gd name="connsiteX7" fmla="*/ 110394 w 428625"/>
                <a:gd name="connsiteY7" fmla="*/ 280892 h 390525"/>
                <a:gd name="connsiteX8" fmla="*/ 110394 w 428625"/>
                <a:gd name="connsiteY8" fmla="*/ 344329 h 390525"/>
                <a:gd name="connsiteX9" fmla="*/ 164402 w 428625"/>
                <a:gd name="connsiteY9" fmla="*/ 398336 h 390525"/>
                <a:gd name="connsiteX10" fmla="*/ 380429 w 428625"/>
                <a:gd name="connsiteY10" fmla="*/ 398336 h 390525"/>
                <a:gd name="connsiteX11" fmla="*/ 434435 w 428625"/>
                <a:gd name="connsiteY11" fmla="*/ 344329 h 390525"/>
                <a:gd name="connsiteX12" fmla="*/ 434435 w 428625"/>
                <a:gd name="connsiteY12" fmla="*/ 54007 h 390525"/>
                <a:gd name="connsiteX13" fmla="*/ 380429 w 428625"/>
                <a:gd name="connsiteY13" fmla="*/ 0 h 390525"/>
                <a:gd name="connsiteX14" fmla="*/ 380429 w 428625"/>
                <a:gd name="connsiteY14" fmla="*/ 0 h 390525"/>
                <a:gd name="connsiteX15" fmla="*/ 398430 w 428625"/>
                <a:gd name="connsiteY15" fmla="*/ 344329 h 390525"/>
                <a:gd name="connsiteX16" fmla="*/ 380429 w 428625"/>
                <a:gd name="connsiteY16" fmla="*/ 362331 h 390525"/>
                <a:gd name="connsiteX17" fmla="*/ 164402 w 428625"/>
                <a:gd name="connsiteY17" fmla="*/ 362331 h 390525"/>
                <a:gd name="connsiteX18" fmla="*/ 146399 w 428625"/>
                <a:gd name="connsiteY18" fmla="*/ 344329 h 390525"/>
                <a:gd name="connsiteX19" fmla="*/ 146399 w 428625"/>
                <a:gd name="connsiteY19" fmla="*/ 271177 h 390525"/>
                <a:gd name="connsiteX20" fmla="*/ 138208 w 428625"/>
                <a:gd name="connsiteY20" fmla="*/ 256127 h 390525"/>
                <a:gd name="connsiteX21" fmla="*/ 50959 w 428625"/>
                <a:gd name="connsiteY21" fmla="*/ 199168 h 390525"/>
                <a:gd name="connsiteX22" fmla="*/ 138208 w 428625"/>
                <a:gd name="connsiteY22" fmla="*/ 142208 h 390525"/>
                <a:gd name="connsiteX23" fmla="*/ 146399 w 428625"/>
                <a:gd name="connsiteY23" fmla="*/ 127159 h 390525"/>
                <a:gd name="connsiteX24" fmla="*/ 146399 w 428625"/>
                <a:gd name="connsiteY24" fmla="*/ 54007 h 390525"/>
                <a:gd name="connsiteX25" fmla="*/ 164402 w 428625"/>
                <a:gd name="connsiteY25" fmla="*/ 36004 h 390525"/>
                <a:gd name="connsiteX26" fmla="*/ 380429 w 428625"/>
                <a:gd name="connsiteY26" fmla="*/ 36004 h 390525"/>
                <a:gd name="connsiteX27" fmla="*/ 398430 w 428625"/>
                <a:gd name="connsiteY27" fmla="*/ 54007 h 390525"/>
                <a:gd name="connsiteX28" fmla="*/ 398430 w 428625"/>
                <a:gd name="connsiteY28" fmla="*/ 344329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28625" h="390525">
                  <a:moveTo>
                    <a:pt x="380429" y="0"/>
                  </a:moveTo>
                  <a:lnTo>
                    <a:pt x="164402" y="0"/>
                  </a:lnTo>
                  <a:cubicBezTo>
                    <a:pt x="134588" y="0"/>
                    <a:pt x="110394" y="24194"/>
                    <a:pt x="110394" y="54007"/>
                  </a:cubicBezTo>
                  <a:lnTo>
                    <a:pt x="110394" y="117443"/>
                  </a:lnTo>
                  <a:lnTo>
                    <a:pt x="8191" y="184118"/>
                  </a:lnTo>
                  <a:cubicBezTo>
                    <a:pt x="3143" y="187452"/>
                    <a:pt x="0" y="193072"/>
                    <a:pt x="0" y="199168"/>
                  </a:cubicBezTo>
                  <a:cubicBezTo>
                    <a:pt x="0" y="205264"/>
                    <a:pt x="3048" y="210884"/>
                    <a:pt x="8191" y="214217"/>
                  </a:cubicBezTo>
                  <a:lnTo>
                    <a:pt x="110394" y="280892"/>
                  </a:lnTo>
                  <a:lnTo>
                    <a:pt x="110394" y="344329"/>
                  </a:lnTo>
                  <a:cubicBezTo>
                    <a:pt x="110394" y="374142"/>
                    <a:pt x="134588" y="398336"/>
                    <a:pt x="164402" y="398336"/>
                  </a:cubicBezTo>
                  <a:lnTo>
                    <a:pt x="380429" y="398336"/>
                  </a:lnTo>
                  <a:cubicBezTo>
                    <a:pt x="410242" y="398336"/>
                    <a:pt x="434435" y="374142"/>
                    <a:pt x="434435" y="344329"/>
                  </a:cubicBezTo>
                  <a:lnTo>
                    <a:pt x="434435" y="54007"/>
                  </a:lnTo>
                  <a:cubicBezTo>
                    <a:pt x="434435" y="24194"/>
                    <a:pt x="410242" y="0"/>
                    <a:pt x="380429" y="0"/>
                  </a:cubicBezTo>
                  <a:lnTo>
                    <a:pt x="380429" y="0"/>
                  </a:lnTo>
                  <a:close/>
                  <a:moveTo>
                    <a:pt x="398430" y="344329"/>
                  </a:moveTo>
                  <a:cubicBezTo>
                    <a:pt x="398430" y="354235"/>
                    <a:pt x="390334" y="362331"/>
                    <a:pt x="380429" y="362331"/>
                  </a:cubicBezTo>
                  <a:lnTo>
                    <a:pt x="164402" y="362331"/>
                  </a:lnTo>
                  <a:cubicBezTo>
                    <a:pt x="154495" y="362331"/>
                    <a:pt x="146399" y="354235"/>
                    <a:pt x="146399" y="344329"/>
                  </a:cubicBezTo>
                  <a:lnTo>
                    <a:pt x="146399" y="271177"/>
                  </a:lnTo>
                  <a:cubicBezTo>
                    <a:pt x="146399" y="265081"/>
                    <a:pt x="143351" y="259461"/>
                    <a:pt x="138208" y="256127"/>
                  </a:cubicBezTo>
                  <a:lnTo>
                    <a:pt x="50959" y="199168"/>
                  </a:lnTo>
                  <a:lnTo>
                    <a:pt x="138208" y="142208"/>
                  </a:lnTo>
                  <a:cubicBezTo>
                    <a:pt x="143256" y="138875"/>
                    <a:pt x="146399" y="133255"/>
                    <a:pt x="146399" y="127159"/>
                  </a:cubicBezTo>
                  <a:lnTo>
                    <a:pt x="146399" y="54007"/>
                  </a:lnTo>
                  <a:cubicBezTo>
                    <a:pt x="146399" y="44101"/>
                    <a:pt x="154495" y="36004"/>
                    <a:pt x="164402" y="36004"/>
                  </a:cubicBezTo>
                  <a:lnTo>
                    <a:pt x="380429" y="36004"/>
                  </a:lnTo>
                  <a:cubicBezTo>
                    <a:pt x="390334" y="36004"/>
                    <a:pt x="398430" y="44101"/>
                    <a:pt x="398430" y="54007"/>
                  </a:cubicBezTo>
                  <a:lnTo>
                    <a:pt x="398430" y="344329"/>
                  </a:lnTo>
                  <a:close/>
                </a:path>
              </a:pathLst>
            </a:custGeom>
            <a:grpFill/>
            <a:ln w="9525" cap="flat">
              <a:noFill/>
              <a:prstDash val="solid"/>
              <a:miter/>
            </a:ln>
          </p:spPr>
          <p:txBody>
            <a:bodyPr rtlCol="0" anchor="ctr"/>
            <a:lstStyle/>
            <a:p>
              <a:endParaRPr lang="en-ID"/>
            </a:p>
          </p:txBody>
        </p:sp>
      </p:grpSp>
      <p:grpSp>
        <p:nvGrpSpPr>
          <p:cNvPr id="103" name="Group 102">
            <a:extLst>
              <a:ext uri="{FF2B5EF4-FFF2-40B4-BE49-F238E27FC236}">
                <a16:creationId xmlns:a16="http://schemas.microsoft.com/office/drawing/2014/main" id="{3A1E7051-4FCE-172C-7E14-62805C56F483}"/>
              </a:ext>
            </a:extLst>
          </p:cNvPr>
          <p:cNvGrpSpPr/>
          <p:nvPr/>
        </p:nvGrpSpPr>
        <p:grpSpPr>
          <a:xfrm>
            <a:off x="9276576" y="3303975"/>
            <a:ext cx="384048" cy="384048"/>
            <a:chOff x="8143779" y="2676525"/>
            <a:chExt cx="613065" cy="612969"/>
          </a:xfrm>
          <a:solidFill>
            <a:schemeClr val="bg1"/>
          </a:solidFill>
        </p:grpSpPr>
        <p:sp>
          <p:nvSpPr>
            <p:cNvPr id="104" name="Freeform: Shape 103">
              <a:extLst>
                <a:ext uri="{FF2B5EF4-FFF2-40B4-BE49-F238E27FC236}">
                  <a16:creationId xmlns:a16="http://schemas.microsoft.com/office/drawing/2014/main" id="{2C885CB6-5119-E990-884E-BA403F87F60D}"/>
                </a:ext>
              </a:extLst>
            </p:cNvPr>
            <p:cNvSpPr/>
            <p:nvPr/>
          </p:nvSpPr>
          <p:spPr>
            <a:xfrm>
              <a:off x="8143779" y="2965644"/>
              <a:ext cx="323850" cy="323850"/>
            </a:xfrm>
            <a:custGeom>
              <a:avLst/>
              <a:gdLst>
                <a:gd name="connsiteX0" fmla="*/ 54102 w 323850"/>
                <a:gd name="connsiteY0" fmla="*/ 325243 h 323850"/>
                <a:gd name="connsiteX1" fmla="*/ 271272 w 323850"/>
                <a:gd name="connsiteY1" fmla="*/ 325243 h 323850"/>
                <a:gd name="connsiteX2" fmla="*/ 289274 w 323850"/>
                <a:gd name="connsiteY2" fmla="*/ 307241 h 323850"/>
                <a:gd name="connsiteX3" fmla="*/ 289274 w 323850"/>
                <a:gd name="connsiteY3" fmla="*/ 169509 h 323850"/>
                <a:gd name="connsiteX4" fmla="*/ 294513 w 323850"/>
                <a:gd name="connsiteY4" fmla="*/ 174748 h 323850"/>
                <a:gd name="connsiteX5" fmla="*/ 319945 w 323850"/>
                <a:gd name="connsiteY5" fmla="*/ 174748 h 323850"/>
                <a:gd name="connsiteX6" fmla="*/ 319945 w 323850"/>
                <a:gd name="connsiteY6" fmla="*/ 149316 h 323850"/>
                <a:gd name="connsiteX7" fmla="*/ 175927 w 323850"/>
                <a:gd name="connsiteY7" fmla="*/ 5298 h 323850"/>
                <a:gd name="connsiteX8" fmla="*/ 150495 w 323850"/>
                <a:gd name="connsiteY8" fmla="*/ 5203 h 323850"/>
                <a:gd name="connsiteX9" fmla="*/ 5334 w 323850"/>
                <a:gd name="connsiteY9" fmla="*/ 149221 h 323850"/>
                <a:gd name="connsiteX10" fmla="*/ 5239 w 323850"/>
                <a:gd name="connsiteY10" fmla="*/ 174653 h 323850"/>
                <a:gd name="connsiteX11" fmla="*/ 30671 w 323850"/>
                <a:gd name="connsiteY11" fmla="*/ 174748 h 323850"/>
                <a:gd name="connsiteX12" fmla="*/ 36005 w 323850"/>
                <a:gd name="connsiteY12" fmla="*/ 169509 h 323850"/>
                <a:gd name="connsiteX13" fmla="*/ 36005 w 323850"/>
                <a:gd name="connsiteY13" fmla="*/ 307241 h 323850"/>
                <a:gd name="connsiteX14" fmla="*/ 54102 w 323850"/>
                <a:gd name="connsiteY14" fmla="*/ 325243 h 323850"/>
                <a:gd name="connsiteX15" fmla="*/ 54102 w 323850"/>
                <a:gd name="connsiteY15" fmla="*/ 325243 h 323850"/>
                <a:gd name="connsiteX16" fmla="*/ 181261 w 323850"/>
                <a:gd name="connsiteY16" fmla="*/ 289239 h 323850"/>
                <a:gd name="connsiteX17" fmla="*/ 145256 w 323850"/>
                <a:gd name="connsiteY17" fmla="*/ 289239 h 323850"/>
                <a:gd name="connsiteX18" fmla="*/ 145256 w 323850"/>
                <a:gd name="connsiteY18" fmla="*/ 216087 h 323850"/>
                <a:gd name="connsiteX19" fmla="*/ 181261 w 323850"/>
                <a:gd name="connsiteY19" fmla="*/ 216087 h 323850"/>
                <a:gd name="connsiteX20" fmla="*/ 181261 w 323850"/>
                <a:gd name="connsiteY20" fmla="*/ 289239 h 323850"/>
                <a:gd name="connsiteX21" fmla="*/ 163259 w 323850"/>
                <a:gd name="connsiteY21" fmla="*/ 43494 h 323850"/>
                <a:gd name="connsiteX22" fmla="*/ 253366 w 323850"/>
                <a:gd name="connsiteY22" fmla="*/ 133600 h 323850"/>
                <a:gd name="connsiteX23" fmla="*/ 253270 w 323850"/>
                <a:gd name="connsiteY23" fmla="*/ 135029 h 323850"/>
                <a:gd name="connsiteX24" fmla="*/ 253270 w 323850"/>
                <a:gd name="connsiteY24" fmla="*/ 289239 h 323850"/>
                <a:gd name="connsiteX25" fmla="*/ 217265 w 323850"/>
                <a:gd name="connsiteY25" fmla="*/ 289239 h 323850"/>
                <a:gd name="connsiteX26" fmla="*/ 217265 w 323850"/>
                <a:gd name="connsiteY26" fmla="*/ 198084 h 323850"/>
                <a:gd name="connsiteX27" fmla="*/ 199263 w 323850"/>
                <a:gd name="connsiteY27" fmla="*/ 180082 h 323850"/>
                <a:gd name="connsiteX28" fmla="*/ 127254 w 323850"/>
                <a:gd name="connsiteY28" fmla="*/ 180082 h 323850"/>
                <a:gd name="connsiteX29" fmla="*/ 109252 w 323850"/>
                <a:gd name="connsiteY29" fmla="*/ 198084 h 323850"/>
                <a:gd name="connsiteX30" fmla="*/ 109252 w 323850"/>
                <a:gd name="connsiteY30" fmla="*/ 289239 h 323850"/>
                <a:gd name="connsiteX31" fmla="*/ 72009 w 323850"/>
                <a:gd name="connsiteY31" fmla="*/ 289239 h 323850"/>
                <a:gd name="connsiteX32" fmla="*/ 72009 w 323850"/>
                <a:gd name="connsiteY32" fmla="*/ 135029 h 323850"/>
                <a:gd name="connsiteX33" fmla="*/ 71914 w 323850"/>
                <a:gd name="connsiteY33" fmla="*/ 133886 h 323850"/>
                <a:gd name="connsiteX34" fmla="*/ 163259 w 323850"/>
                <a:gd name="connsiteY34" fmla="*/ 43494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3850" h="323850">
                  <a:moveTo>
                    <a:pt x="54102" y="325243"/>
                  </a:moveTo>
                  <a:lnTo>
                    <a:pt x="271272" y="325243"/>
                  </a:lnTo>
                  <a:cubicBezTo>
                    <a:pt x="281178" y="325243"/>
                    <a:pt x="289274" y="317147"/>
                    <a:pt x="289274" y="307241"/>
                  </a:cubicBezTo>
                  <a:lnTo>
                    <a:pt x="289274" y="169509"/>
                  </a:lnTo>
                  <a:lnTo>
                    <a:pt x="294513" y="174748"/>
                  </a:lnTo>
                  <a:cubicBezTo>
                    <a:pt x="301562" y="181797"/>
                    <a:pt x="312897" y="181797"/>
                    <a:pt x="319945" y="174748"/>
                  </a:cubicBezTo>
                  <a:cubicBezTo>
                    <a:pt x="326994" y="167700"/>
                    <a:pt x="326994" y="156365"/>
                    <a:pt x="319945" y="149316"/>
                  </a:cubicBezTo>
                  <a:lnTo>
                    <a:pt x="175927" y="5298"/>
                  </a:lnTo>
                  <a:cubicBezTo>
                    <a:pt x="168878" y="-1750"/>
                    <a:pt x="157544" y="-1750"/>
                    <a:pt x="150495" y="5203"/>
                  </a:cubicBezTo>
                  <a:lnTo>
                    <a:pt x="5334" y="149221"/>
                  </a:lnTo>
                  <a:cubicBezTo>
                    <a:pt x="-1714" y="156174"/>
                    <a:pt x="-1810" y="167604"/>
                    <a:pt x="5239" y="174653"/>
                  </a:cubicBezTo>
                  <a:cubicBezTo>
                    <a:pt x="12288" y="181701"/>
                    <a:pt x="23622" y="181797"/>
                    <a:pt x="30671" y="174748"/>
                  </a:cubicBezTo>
                  <a:lnTo>
                    <a:pt x="36005" y="169509"/>
                  </a:lnTo>
                  <a:lnTo>
                    <a:pt x="36005" y="307241"/>
                  </a:lnTo>
                  <a:cubicBezTo>
                    <a:pt x="36100" y="317147"/>
                    <a:pt x="44196" y="325243"/>
                    <a:pt x="54102" y="325243"/>
                  </a:cubicBezTo>
                  <a:lnTo>
                    <a:pt x="54102" y="325243"/>
                  </a:lnTo>
                  <a:close/>
                  <a:moveTo>
                    <a:pt x="181261" y="289239"/>
                  </a:moveTo>
                  <a:lnTo>
                    <a:pt x="145256" y="289239"/>
                  </a:lnTo>
                  <a:lnTo>
                    <a:pt x="145256" y="216087"/>
                  </a:lnTo>
                  <a:lnTo>
                    <a:pt x="181261" y="216087"/>
                  </a:lnTo>
                  <a:lnTo>
                    <a:pt x="181261" y="289239"/>
                  </a:lnTo>
                  <a:close/>
                  <a:moveTo>
                    <a:pt x="163259" y="43494"/>
                  </a:moveTo>
                  <a:lnTo>
                    <a:pt x="253366" y="133600"/>
                  </a:lnTo>
                  <a:cubicBezTo>
                    <a:pt x="253366" y="134076"/>
                    <a:pt x="253270" y="134553"/>
                    <a:pt x="253270" y="135029"/>
                  </a:cubicBezTo>
                  <a:lnTo>
                    <a:pt x="253270" y="289239"/>
                  </a:lnTo>
                  <a:lnTo>
                    <a:pt x="217265" y="289239"/>
                  </a:lnTo>
                  <a:lnTo>
                    <a:pt x="217265" y="198084"/>
                  </a:lnTo>
                  <a:cubicBezTo>
                    <a:pt x="217265" y="188178"/>
                    <a:pt x="209169" y="180082"/>
                    <a:pt x="199263" y="180082"/>
                  </a:cubicBezTo>
                  <a:lnTo>
                    <a:pt x="127254" y="180082"/>
                  </a:lnTo>
                  <a:cubicBezTo>
                    <a:pt x="117348" y="180082"/>
                    <a:pt x="109252" y="188178"/>
                    <a:pt x="109252" y="198084"/>
                  </a:cubicBezTo>
                  <a:lnTo>
                    <a:pt x="109252" y="289239"/>
                  </a:lnTo>
                  <a:lnTo>
                    <a:pt x="72009" y="289239"/>
                  </a:lnTo>
                  <a:lnTo>
                    <a:pt x="72009" y="135029"/>
                  </a:lnTo>
                  <a:cubicBezTo>
                    <a:pt x="72009" y="134648"/>
                    <a:pt x="72009" y="134267"/>
                    <a:pt x="71914" y="133886"/>
                  </a:cubicBezTo>
                  <a:lnTo>
                    <a:pt x="163259" y="43494"/>
                  </a:lnTo>
                  <a:close/>
                </a:path>
              </a:pathLst>
            </a:custGeom>
            <a:grpFill/>
            <a:ln w="9525" cap="flat">
              <a:noFill/>
              <a:prstDash val="solid"/>
              <a:miter/>
            </a:ln>
          </p:spPr>
          <p:txBody>
            <a:bodyPr rtlCol="0" anchor="ctr"/>
            <a:lstStyle/>
            <a:p>
              <a:endParaRPr lang="en-ID"/>
            </a:p>
          </p:txBody>
        </p:sp>
        <p:sp>
          <p:nvSpPr>
            <p:cNvPr id="105" name="Freeform: Shape 104">
              <a:extLst>
                <a:ext uri="{FF2B5EF4-FFF2-40B4-BE49-F238E27FC236}">
                  <a16:creationId xmlns:a16="http://schemas.microsoft.com/office/drawing/2014/main" id="{B2C2CE68-2C25-B6AE-74DA-DA2C9B277936}"/>
                </a:ext>
              </a:extLst>
            </p:cNvPr>
            <p:cNvSpPr/>
            <p:nvPr/>
          </p:nvSpPr>
          <p:spPr>
            <a:xfrm>
              <a:off x="8289035" y="3073717"/>
              <a:ext cx="28575" cy="28575"/>
            </a:xfrm>
            <a:custGeom>
              <a:avLst/>
              <a:gdLst>
                <a:gd name="connsiteX0" fmla="*/ 36005 w 28575"/>
                <a:gd name="connsiteY0" fmla="*/ 18002 h 28575"/>
                <a:gd name="connsiteX1" fmla="*/ 18002 w 28575"/>
                <a:gd name="connsiteY1" fmla="*/ 36004 h 28575"/>
                <a:gd name="connsiteX2" fmla="*/ 0 w 28575"/>
                <a:gd name="connsiteY2" fmla="*/ 18002 h 28575"/>
                <a:gd name="connsiteX3" fmla="*/ 18002 w 28575"/>
                <a:gd name="connsiteY3" fmla="*/ 0 h 28575"/>
                <a:gd name="connsiteX4" fmla="*/ 36005 w 28575"/>
                <a:gd name="connsiteY4" fmla="*/ 18002 h 28575"/>
                <a:gd name="connsiteX5" fmla="*/ 36005 w 28575"/>
                <a:gd name="connsiteY5" fmla="*/ 1800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5" h="28575">
                  <a:moveTo>
                    <a:pt x="36005" y="18002"/>
                  </a:moveTo>
                  <a:cubicBezTo>
                    <a:pt x="36005" y="27908"/>
                    <a:pt x="27908" y="36004"/>
                    <a:pt x="18002" y="36004"/>
                  </a:cubicBezTo>
                  <a:cubicBezTo>
                    <a:pt x="8097" y="36004"/>
                    <a:pt x="0" y="27908"/>
                    <a:pt x="0" y="18002"/>
                  </a:cubicBezTo>
                  <a:cubicBezTo>
                    <a:pt x="0" y="8096"/>
                    <a:pt x="8097" y="0"/>
                    <a:pt x="18002" y="0"/>
                  </a:cubicBezTo>
                  <a:cubicBezTo>
                    <a:pt x="27908" y="0"/>
                    <a:pt x="36005" y="8001"/>
                    <a:pt x="36005" y="18002"/>
                  </a:cubicBezTo>
                  <a:lnTo>
                    <a:pt x="36005" y="18002"/>
                  </a:lnTo>
                  <a:close/>
                </a:path>
              </a:pathLst>
            </a:custGeom>
            <a:grpFill/>
            <a:ln w="9525" cap="flat">
              <a:noFill/>
              <a:prstDash val="solid"/>
              <a:miter/>
            </a:ln>
          </p:spPr>
          <p:txBody>
            <a:bodyPr rtlCol="0" anchor="ctr"/>
            <a:lstStyle/>
            <a:p>
              <a:endParaRPr lang="en-ID"/>
            </a:p>
          </p:txBody>
        </p:sp>
        <p:sp>
          <p:nvSpPr>
            <p:cNvPr id="106" name="Freeform: Shape 105">
              <a:extLst>
                <a:ext uri="{FF2B5EF4-FFF2-40B4-BE49-F238E27FC236}">
                  <a16:creationId xmlns:a16="http://schemas.microsoft.com/office/drawing/2014/main" id="{8BEE139A-4848-EBBF-F78C-1A7C614D7A18}"/>
                </a:ext>
              </a:extLst>
            </p:cNvPr>
            <p:cNvSpPr/>
            <p:nvPr/>
          </p:nvSpPr>
          <p:spPr>
            <a:xfrm>
              <a:off x="8432994" y="2676525"/>
              <a:ext cx="323850" cy="323850"/>
            </a:xfrm>
            <a:custGeom>
              <a:avLst/>
              <a:gdLst>
                <a:gd name="connsiteX0" fmla="*/ 289238 w 323850"/>
                <a:gd name="connsiteY0" fmla="*/ 307181 h 323850"/>
                <a:gd name="connsiteX1" fmla="*/ 289238 w 323850"/>
                <a:gd name="connsiteY1" fmla="*/ 170688 h 323850"/>
                <a:gd name="connsiteX2" fmla="*/ 294478 w 323850"/>
                <a:gd name="connsiteY2" fmla="*/ 175927 h 323850"/>
                <a:gd name="connsiteX3" fmla="*/ 319909 w 323850"/>
                <a:gd name="connsiteY3" fmla="*/ 175927 h 323850"/>
                <a:gd name="connsiteX4" fmla="*/ 319909 w 323850"/>
                <a:gd name="connsiteY4" fmla="*/ 150495 h 323850"/>
                <a:gd name="connsiteX5" fmla="*/ 174748 w 323850"/>
                <a:gd name="connsiteY5" fmla="*/ 5239 h 323850"/>
                <a:gd name="connsiteX6" fmla="*/ 161985 w 323850"/>
                <a:gd name="connsiteY6" fmla="*/ 0 h 323850"/>
                <a:gd name="connsiteX7" fmla="*/ 161985 w 323850"/>
                <a:gd name="connsiteY7" fmla="*/ 0 h 323850"/>
                <a:gd name="connsiteX8" fmla="*/ 149221 w 323850"/>
                <a:gd name="connsiteY8" fmla="*/ 5334 h 323850"/>
                <a:gd name="connsiteX9" fmla="*/ 5203 w 323850"/>
                <a:gd name="connsiteY9" fmla="*/ 150495 h 323850"/>
                <a:gd name="connsiteX10" fmla="*/ 5298 w 323850"/>
                <a:gd name="connsiteY10" fmla="*/ 175927 h 323850"/>
                <a:gd name="connsiteX11" fmla="*/ 30730 w 323850"/>
                <a:gd name="connsiteY11" fmla="*/ 175831 h 323850"/>
                <a:gd name="connsiteX12" fmla="*/ 35969 w 323850"/>
                <a:gd name="connsiteY12" fmla="*/ 170593 h 323850"/>
                <a:gd name="connsiteX13" fmla="*/ 35969 w 323850"/>
                <a:gd name="connsiteY13" fmla="*/ 307181 h 323850"/>
                <a:gd name="connsiteX14" fmla="*/ 53971 w 323850"/>
                <a:gd name="connsiteY14" fmla="*/ 325184 h 323850"/>
                <a:gd name="connsiteX15" fmla="*/ 271141 w 323850"/>
                <a:gd name="connsiteY15" fmla="*/ 325184 h 323850"/>
                <a:gd name="connsiteX16" fmla="*/ 289238 w 323850"/>
                <a:gd name="connsiteY16" fmla="*/ 307181 h 323850"/>
                <a:gd name="connsiteX17" fmla="*/ 289238 w 323850"/>
                <a:gd name="connsiteY17" fmla="*/ 307181 h 323850"/>
                <a:gd name="connsiteX18" fmla="*/ 180082 w 323850"/>
                <a:gd name="connsiteY18" fmla="*/ 289179 h 323850"/>
                <a:gd name="connsiteX19" fmla="*/ 144078 w 323850"/>
                <a:gd name="connsiteY19" fmla="*/ 289179 h 323850"/>
                <a:gd name="connsiteX20" fmla="*/ 144078 w 323850"/>
                <a:gd name="connsiteY20" fmla="*/ 217170 h 323850"/>
                <a:gd name="connsiteX21" fmla="*/ 180082 w 323850"/>
                <a:gd name="connsiteY21" fmla="*/ 217170 h 323850"/>
                <a:gd name="connsiteX22" fmla="*/ 180082 w 323850"/>
                <a:gd name="connsiteY22" fmla="*/ 289179 h 323850"/>
                <a:gd name="connsiteX23" fmla="*/ 253234 w 323850"/>
                <a:gd name="connsiteY23" fmla="*/ 289179 h 323850"/>
                <a:gd name="connsiteX24" fmla="*/ 215992 w 323850"/>
                <a:gd name="connsiteY24" fmla="*/ 289179 h 323850"/>
                <a:gd name="connsiteX25" fmla="*/ 215992 w 323850"/>
                <a:gd name="connsiteY25" fmla="*/ 199168 h 323850"/>
                <a:gd name="connsiteX26" fmla="*/ 197989 w 323850"/>
                <a:gd name="connsiteY26" fmla="*/ 181165 h 323850"/>
                <a:gd name="connsiteX27" fmla="*/ 125980 w 323850"/>
                <a:gd name="connsiteY27" fmla="*/ 181165 h 323850"/>
                <a:gd name="connsiteX28" fmla="*/ 107978 w 323850"/>
                <a:gd name="connsiteY28" fmla="*/ 199168 h 323850"/>
                <a:gd name="connsiteX29" fmla="*/ 107978 w 323850"/>
                <a:gd name="connsiteY29" fmla="*/ 289179 h 323850"/>
                <a:gd name="connsiteX30" fmla="*/ 71973 w 323850"/>
                <a:gd name="connsiteY30" fmla="*/ 289179 h 323850"/>
                <a:gd name="connsiteX31" fmla="*/ 71973 w 323850"/>
                <a:gd name="connsiteY31" fmla="*/ 136208 h 323850"/>
                <a:gd name="connsiteX32" fmla="*/ 71878 w 323850"/>
                <a:gd name="connsiteY32" fmla="*/ 134398 h 323850"/>
                <a:gd name="connsiteX33" fmla="*/ 161985 w 323850"/>
                <a:gd name="connsiteY33" fmla="*/ 43529 h 323850"/>
                <a:gd name="connsiteX34" fmla="*/ 253234 w 323850"/>
                <a:gd name="connsiteY34" fmla="*/ 134779 h 323850"/>
                <a:gd name="connsiteX35" fmla="*/ 253139 w 323850"/>
                <a:gd name="connsiteY35" fmla="*/ 136208 h 323850"/>
                <a:gd name="connsiteX36" fmla="*/ 253139 w 323850"/>
                <a:gd name="connsiteY36" fmla="*/ 289179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23850" h="323850">
                  <a:moveTo>
                    <a:pt x="289238" y="307181"/>
                  </a:moveTo>
                  <a:lnTo>
                    <a:pt x="289238" y="170688"/>
                  </a:lnTo>
                  <a:lnTo>
                    <a:pt x="294478" y="175927"/>
                  </a:lnTo>
                  <a:cubicBezTo>
                    <a:pt x="301526" y="182975"/>
                    <a:pt x="312861" y="182975"/>
                    <a:pt x="319909" y="175927"/>
                  </a:cubicBezTo>
                  <a:cubicBezTo>
                    <a:pt x="326958" y="168878"/>
                    <a:pt x="326958" y="157544"/>
                    <a:pt x="319909" y="150495"/>
                  </a:cubicBezTo>
                  <a:lnTo>
                    <a:pt x="174748" y="5239"/>
                  </a:lnTo>
                  <a:cubicBezTo>
                    <a:pt x="171414" y="1905"/>
                    <a:pt x="166842" y="0"/>
                    <a:pt x="161985" y="0"/>
                  </a:cubicBezTo>
                  <a:lnTo>
                    <a:pt x="161985" y="0"/>
                  </a:lnTo>
                  <a:cubicBezTo>
                    <a:pt x="157222" y="0"/>
                    <a:pt x="152650" y="1905"/>
                    <a:pt x="149221" y="5334"/>
                  </a:cubicBezTo>
                  <a:lnTo>
                    <a:pt x="5203" y="150495"/>
                  </a:lnTo>
                  <a:cubicBezTo>
                    <a:pt x="-1750" y="157544"/>
                    <a:pt x="-1750" y="168973"/>
                    <a:pt x="5298" y="175927"/>
                  </a:cubicBezTo>
                  <a:cubicBezTo>
                    <a:pt x="12347" y="182880"/>
                    <a:pt x="23777" y="182880"/>
                    <a:pt x="30730" y="175831"/>
                  </a:cubicBezTo>
                  <a:lnTo>
                    <a:pt x="35969" y="170593"/>
                  </a:lnTo>
                  <a:lnTo>
                    <a:pt x="35969" y="307181"/>
                  </a:lnTo>
                  <a:cubicBezTo>
                    <a:pt x="35969" y="317087"/>
                    <a:pt x="44065" y="325184"/>
                    <a:pt x="53971" y="325184"/>
                  </a:cubicBezTo>
                  <a:lnTo>
                    <a:pt x="271141" y="325184"/>
                  </a:lnTo>
                  <a:cubicBezTo>
                    <a:pt x="281142" y="325184"/>
                    <a:pt x="289238" y="317087"/>
                    <a:pt x="289238" y="307181"/>
                  </a:cubicBezTo>
                  <a:lnTo>
                    <a:pt x="289238" y="307181"/>
                  </a:lnTo>
                  <a:close/>
                  <a:moveTo>
                    <a:pt x="180082" y="289179"/>
                  </a:moveTo>
                  <a:lnTo>
                    <a:pt x="144078" y="289179"/>
                  </a:lnTo>
                  <a:lnTo>
                    <a:pt x="144078" y="217170"/>
                  </a:lnTo>
                  <a:lnTo>
                    <a:pt x="180082" y="217170"/>
                  </a:lnTo>
                  <a:lnTo>
                    <a:pt x="180082" y="289179"/>
                  </a:lnTo>
                  <a:close/>
                  <a:moveTo>
                    <a:pt x="253234" y="289179"/>
                  </a:moveTo>
                  <a:lnTo>
                    <a:pt x="215992" y="289179"/>
                  </a:lnTo>
                  <a:lnTo>
                    <a:pt x="215992" y="199168"/>
                  </a:lnTo>
                  <a:cubicBezTo>
                    <a:pt x="215992" y="189262"/>
                    <a:pt x="207895" y="181165"/>
                    <a:pt x="197989" y="181165"/>
                  </a:cubicBezTo>
                  <a:lnTo>
                    <a:pt x="125980" y="181165"/>
                  </a:lnTo>
                  <a:cubicBezTo>
                    <a:pt x="116074" y="181165"/>
                    <a:pt x="107978" y="189262"/>
                    <a:pt x="107978" y="199168"/>
                  </a:cubicBezTo>
                  <a:lnTo>
                    <a:pt x="107978" y="289179"/>
                  </a:lnTo>
                  <a:lnTo>
                    <a:pt x="71973" y="289179"/>
                  </a:lnTo>
                  <a:lnTo>
                    <a:pt x="71973" y="136208"/>
                  </a:lnTo>
                  <a:cubicBezTo>
                    <a:pt x="71973" y="135636"/>
                    <a:pt x="71973" y="134969"/>
                    <a:pt x="71878" y="134398"/>
                  </a:cubicBezTo>
                  <a:lnTo>
                    <a:pt x="161985" y="43529"/>
                  </a:lnTo>
                  <a:lnTo>
                    <a:pt x="253234" y="134779"/>
                  </a:lnTo>
                  <a:cubicBezTo>
                    <a:pt x="253234" y="135255"/>
                    <a:pt x="253139" y="135731"/>
                    <a:pt x="253139" y="136208"/>
                  </a:cubicBezTo>
                  <a:lnTo>
                    <a:pt x="253139" y="289179"/>
                  </a:lnTo>
                  <a:close/>
                </a:path>
              </a:pathLst>
            </a:custGeom>
            <a:grpFill/>
            <a:ln w="9525" cap="flat">
              <a:noFill/>
              <a:prstDash val="solid"/>
              <a:miter/>
            </a:ln>
          </p:spPr>
          <p:txBody>
            <a:bodyPr rtlCol="0" anchor="ctr"/>
            <a:lstStyle/>
            <a:p>
              <a:endParaRPr lang="en-ID"/>
            </a:p>
          </p:txBody>
        </p:sp>
        <p:sp>
          <p:nvSpPr>
            <p:cNvPr id="107" name="Freeform: Shape 106">
              <a:extLst>
                <a:ext uri="{FF2B5EF4-FFF2-40B4-BE49-F238E27FC236}">
                  <a16:creationId xmlns:a16="http://schemas.microsoft.com/office/drawing/2014/main" id="{60D80581-7779-4223-2E86-2E63C73D440C}"/>
                </a:ext>
              </a:extLst>
            </p:cNvPr>
            <p:cNvSpPr/>
            <p:nvPr/>
          </p:nvSpPr>
          <p:spPr>
            <a:xfrm>
              <a:off x="8577071" y="2785681"/>
              <a:ext cx="28575" cy="28575"/>
            </a:xfrm>
            <a:custGeom>
              <a:avLst/>
              <a:gdLst>
                <a:gd name="connsiteX0" fmla="*/ 36005 w 28575"/>
                <a:gd name="connsiteY0" fmla="*/ 18002 h 28575"/>
                <a:gd name="connsiteX1" fmla="*/ 18002 w 28575"/>
                <a:gd name="connsiteY1" fmla="*/ 36004 h 28575"/>
                <a:gd name="connsiteX2" fmla="*/ 0 w 28575"/>
                <a:gd name="connsiteY2" fmla="*/ 18002 h 28575"/>
                <a:gd name="connsiteX3" fmla="*/ 18002 w 28575"/>
                <a:gd name="connsiteY3" fmla="*/ 0 h 28575"/>
                <a:gd name="connsiteX4" fmla="*/ 36005 w 28575"/>
                <a:gd name="connsiteY4" fmla="*/ 18002 h 28575"/>
                <a:gd name="connsiteX5" fmla="*/ 36005 w 28575"/>
                <a:gd name="connsiteY5" fmla="*/ 1800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5" h="28575">
                  <a:moveTo>
                    <a:pt x="36005" y="18002"/>
                  </a:moveTo>
                  <a:cubicBezTo>
                    <a:pt x="36005" y="27908"/>
                    <a:pt x="27908" y="36004"/>
                    <a:pt x="18002" y="36004"/>
                  </a:cubicBezTo>
                  <a:cubicBezTo>
                    <a:pt x="8097" y="36004"/>
                    <a:pt x="0" y="27908"/>
                    <a:pt x="0" y="18002"/>
                  </a:cubicBezTo>
                  <a:cubicBezTo>
                    <a:pt x="0" y="8096"/>
                    <a:pt x="8097" y="0"/>
                    <a:pt x="18002" y="0"/>
                  </a:cubicBezTo>
                  <a:cubicBezTo>
                    <a:pt x="27908" y="0"/>
                    <a:pt x="36005" y="8096"/>
                    <a:pt x="36005" y="18002"/>
                  </a:cubicBezTo>
                  <a:lnTo>
                    <a:pt x="36005" y="18002"/>
                  </a:lnTo>
                  <a:close/>
                </a:path>
              </a:pathLst>
            </a:custGeom>
            <a:grpFill/>
            <a:ln w="9525" cap="flat">
              <a:noFill/>
              <a:prstDash val="solid"/>
              <a:miter/>
            </a:ln>
          </p:spPr>
          <p:txBody>
            <a:bodyPr rtlCol="0" anchor="ctr"/>
            <a:lstStyle/>
            <a:p>
              <a:endParaRPr lang="en-ID"/>
            </a:p>
          </p:txBody>
        </p:sp>
        <p:sp>
          <p:nvSpPr>
            <p:cNvPr id="108" name="Freeform: Shape 107">
              <a:extLst>
                <a:ext uri="{FF2B5EF4-FFF2-40B4-BE49-F238E27FC236}">
                  <a16:creationId xmlns:a16="http://schemas.microsoft.com/office/drawing/2014/main" id="{1B9BC7D8-7595-AB43-17C8-CC689E917417}"/>
                </a:ext>
              </a:extLst>
            </p:cNvPr>
            <p:cNvSpPr/>
            <p:nvPr/>
          </p:nvSpPr>
          <p:spPr>
            <a:xfrm>
              <a:off x="8505062" y="3037665"/>
              <a:ext cx="171450" cy="209550"/>
            </a:xfrm>
            <a:custGeom>
              <a:avLst/>
              <a:gdLst>
                <a:gd name="connsiteX0" fmla="*/ 18002 w 171450"/>
                <a:gd name="connsiteY0" fmla="*/ 181213 h 209550"/>
                <a:gd name="connsiteX1" fmla="*/ 0 w 171450"/>
                <a:gd name="connsiteY1" fmla="*/ 199215 h 209550"/>
                <a:gd name="connsiteX2" fmla="*/ 18002 w 171450"/>
                <a:gd name="connsiteY2" fmla="*/ 217218 h 209550"/>
                <a:gd name="connsiteX3" fmla="*/ 144018 w 171450"/>
                <a:gd name="connsiteY3" fmla="*/ 90059 h 209550"/>
                <a:gd name="connsiteX4" fmla="*/ 144018 w 171450"/>
                <a:gd name="connsiteY4" fmla="*/ 61484 h 209550"/>
                <a:gd name="connsiteX5" fmla="*/ 149257 w 171450"/>
                <a:gd name="connsiteY5" fmla="*/ 66723 h 209550"/>
                <a:gd name="connsiteX6" fmla="*/ 174689 w 171450"/>
                <a:gd name="connsiteY6" fmla="*/ 66723 h 209550"/>
                <a:gd name="connsiteX7" fmla="*/ 174689 w 171450"/>
                <a:gd name="connsiteY7" fmla="*/ 41291 h 209550"/>
                <a:gd name="connsiteX8" fmla="*/ 138684 w 171450"/>
                <a:gd name="connsiteY8" fmla="*/ 5286 h 209550"/>
                <a:gd name="connsiteX9" fmla="*/ 113252 w 171450"/>
                <a:gd name="connsiteY9" fmla="*/ 5286 h 209550"/>
                <a:gd name="connsiteX10" fmla="*/ 77248 w 171450"/>
                <a:gd name="connsiteY10" fmla="*/ 41291 h 209550"/>
                <a:gd name="connsiteX11" fmla="*/ 77248 w 171450"/>
                <a:gd name="connsiteY11" fmla="*/ 66723 h 209550"/>
                <a:gd name="connsiteX12" fmla="*/ 102680 w 171450"/>
                <a:gd name="connsiteY12" fmla="*/ 66723 h 209550"/>
                <a:gd name="connsiteX13" fmla="*/ 107918 w 171450"/>
                <a:gd name="connsiteY13" fmla="*/ 61484 h 209550"/>
                <a:gd name="connsiteX14" fmla="*/ 107918 w 171450"/>
                <a:gd name="connsiteY14" fmla="*/ 90059 h 209550"/>
                <a:gd name="connsiteX15" fmla="*/ 18002 w 171450"/>
                <a:gd name="connsiteY15" fmla="*/ 181213 h 209550"/>
                <a:gd name="connsiteX16" fmla="*/ 18002 w 171450"/>
                <a:gd name="connsiteY16" fmla="*/ 181213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450" h="209550">
                  <a:moveTo>
                    <a:pt x="18002" y="181213"/>
                  </a:moveTo>
                  <a:cubicBezTo>
                    <a:pt x="8097" y="181213"/>
                    <a:pt x="0" y="189309"/>
                    <a:pt x="0" y="199215"/>
                  </a:cubicBezTo>
                  <a:cubicBezTo>
                    <a:pt x="0" y="209121"/>
                    <a:pt x="8097" y="217218"/>
                    <a:pt x="18002" y="217218"/>
                  </a:cubicBezTo>
                  <a:cubicBezTo>
                    <a:pt x="87439" y="217218"/>
                    <a:pt x="144018" y="160163"/>
                    <a:pt x="144018" y="90059"/>
                  </a:cubicBezTo>
                  <a:lnTo>
                    <a:pt x="144018" y="61484"/>
                  </a:lnTo>
                  <a:lnTo>
                    <a:pt x="149257" y="66723"/>
                  </a:lnTo>
                  <a:cubicBezTo>
                    <a:pt x="156306" y="73771"/>
                    <a:pt x="167640" y="73771"/>
                    <a:pt x="174689" y="66723"/>
                  </a:cubicBezTo>
                  <a:cubicBezTo>
                    <a:pt x="181737" y="59674"/>
                    <a:pt x="181737" y="48339"/>
                    <a:pt x="174689" y="41291"/>
                  </a:cubicBezTo>
                  <a:lnTo>
                    <a:pt x="138684" y="5286"/>
                  </a:lnTo>
                  <a:cubicBezTo>
                    <a:pt x="131636" y="-1762"/>
                    <a:pt x="120301" y="-1762"/>
                    <a:pt x="113252" y="5286"/>
                  </a:cubicBezTo>
                  <a:lnTo>
                    <a:pt x="77248" y="41291"/>
                  </a:lnTo>
                  <a:cubicBezTo>
                    <a:pt x="70199" y="48339"/>
                    <a:pt x="70199" y="59674"/>
                    <a:pt x="77248" y="66723"/>
                  </a:cubicBezTo>
                  <a:cubicBezTo>
                    <a:pt x="84297" y="73771"/>
                    <a:pt x="95631" y="73771"/>
                    <a:pt x="102680" y="66723"/>
                  </a:cubicBezTo>
                  <a:lnTo>
                    <a:pt x="107918" y="61484"/>
                  </a:lnTo>
                  <a:lnTo>
                    <a:pt x="107918" y="90059"/>
                  </a:lnTo>
                  <a:cubicBezTo>
                    <a:pt x="108014" y="140351"/>
                    <a:pt x="67628" y="181213"/>
                    <a:pt x="18002" y="181213"/>
                  </a:cubicBezTo>
                  <a:lnTo>
                    <a:pt x="18002" y="181213"/>
                  </a:lnTo>
                  <a:close/>
                </a:path>
              </a:pathLst>
            </a:custGeom>
            <a:grpFill/>
            <a:ln w="9525" cap="flat">
              <a:noFill/>
              <a:prstDash val="solid"/>
              <a:miter/>
            </a:ln>
          </p:spPr>
          <p:txBody>
            <a:bodyPr rtlCol="0" anchor="ctr"/>
            <a:lstStyle/>
            <a:p>
              <a:endParaRPr lang="en-ID"/>
            </a:p>
          </p:txBody>
        </p:sp>
        <p:sp>
          <p:nvSpPr>
            <p:cNvPr id="109" name="Freeform: Shape 108">
              <a:extLst>
                <a:ext uri="{FF2B5EF4-FFF2-40B4-BE49-F238E27FC236}">
                  <a16:creationId xmlns:a16="http://schemas.microsoft.com/office/drawing/2014/main" id="{C07D2B25-2EAE-2166-3C63-92144E55D5FB}"/>
                </a:ext>
              </a:extLst>
            </p:cNvPr>
            <p:cNvSpPr/>
            <p:nvPr/>
          </p:nvSpPr>
          <p:spPr>
            <a:xfrm>
              <a:off x="8217074" y="2713673"/>
              <a:ext cx="171450" cy="209550"/>
            </a:xfrm>
            <a:custGeom>
              <a:avLst/>
              <a:gdLst>
                <a:gd name="connsiteX0" fmla="*/ 161973 w 171450"/>
                <a:gd name="connsiteY0" fmla="*/ 36004 h 209550"/>
                <a:gd name="connsiteX1" fmla="*/ 179975 w 171450"/>
                <a:gd name="connsiteY1" fmla="*/ 18002 h 209550"/>
                <a:gd name="connsiteX2" fmla="*/ 161973 w 171450"/>
                <a:gd name="connsiteY2" fmla="*/ 0 h 209550"/>
                <a:gd name="connsiteX3" fmla="*/ 35957 w 171450"/>
                <a:gd name="connsiteY3" fmla="*/ 126016 h 209550"/>
                <a:gd name="connsiteX4" fmla="*/ 35957 w 171450"/>
                <a:gd name="connsiteY4" fmla="*/ 154591 h 209550"/>
                <a:gd name="connsiteX5" fmla="*/ 30718 w 171450"/>
                <a:gd name="connsiteY5" fmla="*/ 149352 h 209550"/>
                <a:gd name="connsiteX6" fmla="*/ 5286 w 171450"/>
                <a:gd name="connsiteY6" fmla="*/ 149352 h 209550"/>
                <a:gd name="connsiteX7" fmla="*/ 5286 w 171450"/>
                <a:gd name="connsiteY7" fmla="*/ 174784 h 209550"/>
                <a:gd name="connsiteX8" fmla="*/ 41291 w 171450"/>
                <a:gd name="connsiteY8" fmla="*/ 210788 h 209550"/>
                <a:gd name="connsiteX9" fmla="*/ 54054 w 171450"/>
                <a:gd name="connsiteY9" fmla="*/ 216027 h 209550"/>
                <a:gd name="connsiteX10" fmla="*/ 66818 w 171450"/>
                <a:gd name="connsiteY10" fmla="*/ 210788 h 209550"/>
                <a:gd name="connsiteX11" fmla="*/ 102822 w 171450"/>
                <a:gd name="connsiteY11" fmla="*/ 174784 h 209550"/>
                <a:gd name="connsiteX12" fmla="*/ 102822 w 171450"/>
                <a:gd name="connsiteY12" fmla="*/ 149352 h 209550"/>
                <a:gd name="connsiteX13" fmla="*/ 77391 w 171450"/>
                <a:gd name="connsiteY13" fmla="*/ 149352 h 209550"/>
                <a:gd name="connsiteX14" fmla="*/ 72152 w 171450"/>
                <a:gd name="connsiteY14" fmla="*/ 154591 h 209550"/>
                <a:gd name="connsiteX15" fmla="*/ 72152 w 171450"/>
                <a:gd name="connsiteY15" fmla="*/ 126016 h 209550"/>
                <a:gd name="connsiteX16" fmla="*/ 161973 w 171450"/>
                <a:gd name="connsiteY16" fmla="*/ 36004 h 209550"/>
                <a:gd name="connsiteX17" fmla="*/ 161973 w 171450"/>
                <a:gd name="connsiteY17" fmla="*/ 36004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1450" h="209550">
                  <a:moveTo>
                    <a:pt x="161973" y="36004"/>
                  </a:moveTo>
                  <a:cubicBezTo>
                    <a:pt x="171878" y="36004"/>
                    <a:pt x="179975" y="27908"/>
                    <a:pt x="179975" y="18002"/>
                  </a:cubicBezTo>
                  <a:cubicBezTo>
                    <a:pt x="179975" y="8096"/>
                    <a:pt x="171878" y="0"/>
                    <a:pt x="161973" y="0"/>
                  </a:cubicBezTo>
                  <a:cubicBezTo>
                    <a:pt x="92536" y="0"/>
                    <a:pt x="35957" y="56483"/>
                    <a:pt x="35957" y="126016"/>
                  </a:cubicBezTo>
                  <a:lnTo>
                    <a:pt x="35957" y="154591"/>
                  </a:lnTo>
                  <a:lnTo>
                    <a:pt x="30718" y="149352"/>
                  </a:lnTo>
                  <a:cubicBezTo>
                    <a:pt x="23669" y="142303"/>
                    <a:pt x="12335" y="142303"/>
                    <a:pt x="5286" y="149352"/>
                  </a:cubicBezTo>
                  <a:cubicBezTo>
                    <a:pt x="-1762" y="156400"/>
                    <a:pt x="-1762" y="167735"/>
                    <a:pt x="5286" y="174784"/>
                  </a:cubicBezTo>
                  <a:lnTo>
                    <a:pt x="41291" y="210788"/>
                  </a:lnTo>
                  <a:cubicBezTo>
                    <a:pt x="44815" y="214313"/>
                    <a:pt x="49387" y="216027"/>
                    <a:pt x="54054" y="216027"/>
                  </a:cubicBezTo>
                  <a:cubicBezTo>
                    <a:pt x="58721" y="216027"/>
                    <a:pt x="63294" y="214313"/>
                    <a:pt x="66818" y="210788"/>
                  </a:cubicBezTo>
                  <a:lnTo>
                    <a:pt x="102822" y="174784"/>
                  </a:lnTo>
                  <a:cubicBezTo>
                    <a:pt x="109871" y="167735"/>
                    <a:pt x="109871" y="156400"/>
                    <a:pt x="102822" y="149352"/>
                  </a:cubicBezTo>
                  <a:cubicBezTo>
                    <a:pt x="95774" y="142303"/>
                    <a:pt x="84439" y="142303"/>
                    <a:pt x="77391" y="149352"/>
                  </a:cubicBezTo>
                  <a:lnTo>
                    <a:pt x="72152" y="154591"/>
                  </a:lnTo>
                  <a:lnTo>
                    <a:pt x="72152" y="126016"/>
                  </a:lnTo>
                  <a:cubicBezTo>
                    <a:pt x="71961" y="76390"/>
                    <a:pt x="112347" y="36004"/>
                    <a:pt x="161973" y="36004"/>
                  </a:cubicBezTo>
                  <a:lnTo>
                    <a:pt x="161973" y="36004"/>
                  </a:lnTo>
                  <a:close/>
                </a:path>
              </a:pathLst>
            </a:custGeom>
            <a:grpFill/>
            <a:ln w="9525" cap="flat">
              <a:noFill/>
              <a:prstDash val="solid"/>
              <a:miter/>
            </a:ln>
          </p:spPr>
          <p:txBody>
            <a:bodyPr rtlCol="0" anchor="ctr"/>
            <a:lstStyle/>
            <a:p>
              <a:endParaRPr lang="en-ID"/>
            </a:p>
          </p:txBody>
        </p:sp>
      </p:grpSp>
      <p:grpSp>
        <p:nvGrpSpPr>
          <p:cNvPr id="110" name="Group 109">
            <a:extLst>
              <a:ext uri="{FF2B5EF4-FFF2-40B4-BE49-F238E27FC236}">
                <a16:creationId xmlns:a16="http://schemas.microsoft.com/office/drawing/2014/main" id="{7CB0B819-BD1D-FD1B-60A2-741123A0EA3C}"/>
              </a:ext>
            </a:extLst>
          </p:cNvPr>
          <p:cNvGrpSpPr/>
          <p:nvPr/>
        </p:nvGrpSpPr>
        <p:grpSpPr>
          <a:xfrm>
            <a:off x="2532616" y="4090811"/>
            <a:ext cx="384048" cy="384048"/>
            <a:chOff x="9859674" y="4380405"/>
            <a:chExt cx="609600" cy="609600"/>
          </a:xfrm>
          <a:solidFill>
            <a:schemeClr val="bg1"/>
          </a:solidFill>
        </p:grpSpPr>
        <p:sp>
          <p:nvSpPr>
            <p:cNvPr id="111" name="Freeform: Shape 110">
              <a:extLst>
                <a:ext uri="{FF2B5EF4-FFF2-40B4-BE49-F238E27FC236}">
                  <a16:creationId xmlns:a16="http://schemas.microsoft.com/office/drawing/2014/main" id="{96496B5D-B6AA-388F-A11B-D6016A987C69}"/>
                </a:ext>
              </a:extLst>
            </p:cNvPr>
            <p:cNvSpPr/>
            <p:nvPr/>
          </p:nvSpPr>
          <p:spPr>
            <a:xfrm>
              <a:off x="9859674" y="4380405"/>
              <a:ext cx="609600" cy="609600"/>
            </a:xfrm>
            <a:custGeom>
              <a:avLst/>
              <a:gdLst>
                <a:gd name="connsiteX0" fmla="*/ 89759 w 609600"/>
                <a:gd name="connsiteY0" fmla="*/ 613077 h 609600"/>
                <a:gd name="connsiteX1" fmla="*/ 523242 w 609600"/>
                <a:gd name="connsiteY1" fmla="*/ 613077 h 609600"/>
                <a:gd name="connsiteX2" fmla="*/ 541245 w 609600"/>
                <a:gd name="connsiteY2" fmla="*/ 595074 h 609600"/>
                <a:gd name="connsiteX3" fmla="*/ 541245 w 609600"/>
                <a:gd name="connsiteY3" fmla="*/ 340185 h 609600"/>
                <a:gd name="connsiteX4" fmla="*/ 561342 w 609600"/>
                <a:gd name="connsiteY4" fmla="*/ 335328 h 609600"/>
                <a:gd name="connsiteX5" fmla="*/ 608681 w 609600"/>
                <a:gd name="connsiteY5" fmla="*/ 281226 h 609600"/>
                <a:gd name="connsiteX6" fmla="*/ 613063 w 609600"/>
                <a:gd name="connsiteY6" fmla="*/ 268176 h 609600"/>
                <a:gd name="connsiteX7" fmla="*/ 606967 w 609600"/>
                <a:gd name="connsiteY7" fmla="*/ 255889 h 609600"/>
                <a:gd name="connsiteX8" fmla="*/ 541245 w 609600"/>
                <a:gd name="connsiteY8" fmla="*/ 198644 h 609600"/>
                <a:gd name="connsiteX9" fmla="*/ 541245 w 609600"/>
                <a:gd name="connsiteY9" fmla="*/ 71866 h 609600"/>
                <a:gd name="connsiteX10" fmla="*/ 559246 w 609600"/>
                <a:gd name="connsiteY10" fmla="*/ 71866 h 609600"/>
                <a:gd name="connsiteX11" fmla="*/ 577249 w 609600"/>
                <a:gd name="connsiteY11" fmla="*/ 53864 h 609600"/>
                <a:gd name="connsiteX12" fmla="*/ 559246 w 609600"/>
                <a:gd name="connsiteY12" fmla="*/ 35861 h 609600"/>
                <a:gd name="connsiteX13" fmla="*/ 415514 w 609600"/>
                <a:gd name="connsiteY13" fmla="*/ 35861 h 609600"/>
                <a:gd name="connsiteX14" fmla="*/ 397512 w 609600"/>
                <a:gd name="connsiteY14" fmla="*/ 53864 h 609600"/>
                <a:gd name="connsiteX15" fmla="*/ 415514 w 609600"/>
                <a:gd name="connsiteY15" fmla="*/ 71866 h 609600"/>
                <a:gd name="connsiteX16" fmla="*/ 433517 w 609600"/>
                <a:gd name="connsiteY16" fmla="*/ 71866 h 609600"/>
                <a:gd name="connsiteX17" fmla="*/ 433517 w 609600"/>
                <a:gd name="connsiteY17" fmla="*/ 104727 h 609600"/>
                <a:gd name="connsiteX18" fmla="*/ 318359 w 609600"/>
                <a:gd name="connsiteY18" fmla="*/ 4429 h 609600"/>
                <a:gd name="connsiteX19" fmla="*/ 294738 w 609600"/>
                <a:gd name="connsiteY19" fmla="*/ 4429 h 609600"/>
                <a:gd name="connsiteX20" fmla="*/ 6130 w 609600"/>
                <a:gd name="connsiteY20" fmla="*/ 255889 h 609600"/>
                <a:gd name="connsiteX21" fmla="*/ 34 w 609600"/>
                <a:gd name="connsiteY21" fmla="*/ 268176 h 609600"/>
                <a:gd name="connsiteX22" fmla="*/ 4415 w 609600"/>
                <a:gd name="connsiteY22" fmla="*/ 281226 h 609600"/>
                <a:gd name="connsiteX23" fmla="*/ 51755 w 609600"/>
                <a:gd name="connsiteY23" fmla="*/ 335328 h 609600"/>
                <a:gd name="connsiteX24" fmla="*/ 71852 w 609600"/>
                <a:gd name="connsiteY24" fmla="*/ 340185 h 609600"/>
                <a:gd name="connsiteX25" fmla="*/ 71852 w 609600"/>
                <a:gd name="connsiteY25" fmla="*/ 595170 h 609600"/>
                <a:gd name="connsiteX26" fmla="*/ 89759 w 609600"/>
                <a:gd name="connsiteY26" fmla="*/ 613077 h 609600"/>
                <a:gd name="connsiteX27" fmla="*/ 89759 w 609600"/>
                <a:gd name="connsiteY27" fmla="*/ 613077 h 609600"/>
                <a:gd name="connsiteX28" fmla="*/ 107666 w 609600"/>
                <a:gd name="connsiteY28" fmla="*/ 577167 h 609600"/>
                <a:gd name="connsiteX29" fmla="*/ 107666 w 609600"/>
                <a:gd name="connsiteY29" fmla="*/ 310277 h 609600"/>
                <a:gd name="connsiteX30" fmla="*/ 306453 w 609600"/>
                <a:gd name="connsiteY30" fmla="*/ 137208 h 609600"/>
                <a:gd name="connsiteX31" fmla="*/ 505240 w 609600"/>
                <a:gd name="connsiteY31" fmla="*/ 310277 h 609600"/>
                <a:gd name="connsiteX32" fmla="*/ 505240 w 609600"/>
                <a:gd name="connsiteY32" fmla="*/ 577167 h 609600"/>
                <a:gd name="connsiteX33" fmla="*/ 107666 w 609600"/>
                <a:gd name="connsiteY33" fmla="*/ 577167 h 609600"/>
                <a:gd name="connsiteX34" fmla="*/ 469330 w 609600"/>
                <a:gd name="connsiteY34" fmla="*/ 71771 h 609600"/>
                <a:gd name="connsiteX35" fmla="*/ 505240 w 609600"/>
                <a:gd name="connsiteY35" fmla="*/ 71771 h 609600"/>
                <a:gd name="connsiteX36" fmla="*/ 505240 w 609600"/>
                <a:gd name="connsiteY36" fmla="*/ 167307 h 609600"/>
                <a:gd name="connsiteX37" fmla="*/ 469330 w 609600"/>
                <a:gd name="connsiteY37" fmla="*/ 135969 h 609600"/>
                <a:gd name="connsiteX38" fmla="*/ 469330 w 609600"/>
                <a:gd name="connsiteY38" fmla="*/ 71771 h 609600"/>
                <a:gd name="connsiteX39" fmla="*/ 43182 w 609600"/>
                <a:gd name="connsiteY39" fmla="*/ 271034 h 609600"/>
                <a:gd name="connsiteX40" fmla="*/ 306453 w 609600"/>
                <a:gd name="connsiteY40" fmla="*/ 41672 h 609600"/>
                <a:gd name="connsiteX41" fmla="*/ 569724 w 609600"/>
                <a:gd name="connsiteY41" fmla="*/ 271034 h 609600"/>
                <a:gd name="connsiteX42" fmla="*/ 546102 w 609600"/>
                <a:gd name="connsiteY42" fmla="*/ 298085 h 609600"/>
                <a:gd name="connsiteX43" fmla="*/ 318359 w 609600"/>
                <a:gd name="connsiteY43" fmla="*/ 99774 h 609600"/>
                <a:gd name="connsiteX44" fmla="*/ 306548 w 609600"/>
                <a:gd name="connsiteY44" fmla="*/ 95393 h 609600"/>
                <a:gd name="connsiteX45" fmla="*/ 294738 w 609600"/>
                <a:gd name="connsiteY45" fmla="*/ 99774 h 609600"/>
                <a:gd name="connsiteX46" fmla="*/ 66994 w 609600"/>
                <a:gd name="connsiteY46" fmla="*/ 298085 h 609600"/>
                <a:gd name="connsiteX47" fmla="*/ 43182 w 609600"/>
                <a:gd name="connsiteY47" fmla="*/ 27103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9600" h="609600">
                  <a:moveTo>
                    <a:pt x="89759" y="613077"/>
                  </a:moveTo>
                  <a:lnTo>
                    <a:pt x="523242" y="613077"/>
                  </a:lnTo>
                  <a:cubicBezTo>
                    <a:pt x="533148" y="613077"/>
                    <a:pt x="541245" y="605076"/>
                    <a:pt x="541245" y="595074"/>
                  </a:cubicBezTo>
                  <a:lnTo>
                    <a:pt x="541245" y="340185"/>
                  </a:lnTo>
                  <a:cubicBezTo>
                    <a:pt x="548388" y="343043"/>
                    <a:pt x="556389" y="340947"/>
                    <a:pt x="561342" y="335328"/>
                  </a:cubicBezTo>
                  <a:lnTo>
                    <a:pt x="608681" y="281226"/>
                  </a:lnTo>
                  <a:cubicBezTo>
                    <a:pt x="611825" y="277606"/>
                    <a:pt x="613444" y="272939"/>
                    <a:pt x="613063" y="268176"/>
                  </a:cubicBezTo>
                  <a:cubicBezTo>
                    <a:pt x="612777" y="263414"/>
                    <a:pt x="610491" y="258937"/>
                    <a:pt x="606967" y="255889"/>
                  </a:cubicBezTo>
                  <a:lnTo>
                    <a:pt x="541245" y="198644"/>
                  </a:lnTo>
                  <a:lnTo>
                    <a:pt x="541245" y="71866"/>
                  </a:lnTo>
                  <a:lnTo>
                    <a:pt x="559246" y="71866"/>
                  </a:lnTo>
                  <a:cubicBezTo>
                    <a:pt x="569153" y="71866"/>
                    <a:pt x="577249" y="63865"/>
                    <a:pt x="577249" y="53864"/>
                  </a:cubicBezTo>
                  <a:cubicBezTo>
                    <a:pt x="577249" y="43958"/>
                    <a:pt x="569248" y="35861"/>
                    <a:pt x="559246" y="35861"/>
                  </a:cubicBezTo>
                  <a:lnTo>
                    <a:pt x="415514" y="35861"/>
                  </a:lnTo>
                  <a:cubicBezTo>
                    <a:pt x="405608" y="35861"/>
                    <a:pt x="397512" y="43862"/>
                    <a:pt x="397512" y="53864"/>
                  </a:cubicBezTo>
                  <a:cubicBezTo>
                    <a:pt x="397512" y="63770"/>
                    <a:pt x="405513" y="71866"/>
                    <a:pt x="415514" y="71866"/>
                  </a:cubicBezTo>
                  <a:lnTo>
                    <a:pt x="433517" y="71866"/>
                  </a:lnTo>
                  <a:lnTo>
                    <a:pt x="433517" y="104727"/>
                  </a:lnTo>
                  <a:lnTo>
                    <a:pt x="318359" y="4429"/>
                  </a:lnTo>
                  <a:cubicBezTo>
                    <a:pt x="311596" y="-1476"/>
                    <a:pt x="301500" y="-1476"/>
                    <a:pt x="294738" y="4429"/>
                  </a:cubicBezTo>
                  <a:lnTo>
                    <a:pt x="6130" y="255889"/>
                  </a:lnTo>
                  <a:cubicBezTo>
                    <a:pt x="2511" y="259032"/>
                    <a:pt x="319" y="263414"/>
                    <a:pt x="34" y="268176"/>
                  </a:cubicBezTo>
                  <a:cubicBezTo>
                    <a:pt x="-252" y="272939"/>
                    <a:pt x="1272" y="277606"/>
                    <a:pt x="4415" y="281226"/>
                  </a:cubicBezTo>
                  <a:lnTo>
                    <a:pt x="51755" y="335328"/>
                  </a:lnTo>
                  <a:cubicBezTo>
                    <a:pt x="56898" y="341233"/>
                    <a:pt x="64995" y="342852"/>
                    <a:pt x="71852" y="340185"/>
                  </a:cubicBezTo>
                  <a:lnTo>
                    <a:pt x="71852" y="595170"/>
                  </a:lnTo>
                  <a:cubicBezTo>
                    <a:pt x="71757" y="604980"/>
                    <a:pt x="79758" y="613077"/>
                    <a:pt x="89759" y="613077"/>
                  </a:cubicBezTo>
                  <a:lnTo>
                    <a:pt x="89759" y="613077"/>
                  </a:lnTo>
                  <a:close/>
                  <a:moveTo>
                    <a:pt x="107666" y="577167"/>
                  </a:moveTo>
                  <a:lnTo>
                    <a:pt x="107666" y="310277"/>
                  </a:lnTo>
                  <a:lnTo>
                    <a:pt x="306453" y="137208"/>
                  </a:lnTo>
                  <a:lnTo>
                    <a:pt x="505240" y="310277"/>
                  </a:lnTo>
                  <a:lnTo>
                    <a:pt x="505240" y="577167"/>
                  </a:lnTo>
                  <a:lnTo>
                    <a:pt x="107666" y="577167"/>
                  </a:lnTo>
                  <a:close/>
                  <a:moveTo>
                    <a:pt x="469330" y="71771"/>
                  </a:moveTo>
                  <a:lnTo>
                    <a:pt x="505240" y="71771"/>
                  </a:lnTo>
                  <a:lnTo>
                    <a:pt x="505240" y="167307"/>
                  </a:lnTo>
                  <a:lnTo>
                    <a:pt x="469330" y="135969"/>
                  </a:lnTo>
                  <a:lnTo>
                    <a:pt x="469330" y="71771"/>
                  </a:lnTo>
                  <a:close/>
                  <a:moveTo>
                    <a:pt x="43182" y="271034"/>
                  </a:moveTo>
                  <a:lnTo>
                    <a:pt x="306453" y="41672"/>
                  </a:lnTo>
                  <a:lnTo>
                    <a:pt x="569724" y="271034"/>
                  </a:lnTo>
                  <a:lnTo>
                    <a:pt x="546102" y="298085"/>
                  </a:lnTo>
                  <a:cubicBezTo>
                    <a:pt x="513526" y="269795"/>
                    <a:pt x="337790" y="116729"/>
                    <a:pt x="318359" y="99774"/>
                  </a:cubicBezTo>
                  <a:cubicBezTo>
                    <a:pt x="315026" y="96821"/>
                    <a:pt x="310739" y="95393"/>
                    <a:pt x="306548" y="95393"/>
                  </a:cubicBezTo>
                  <a:cubicBezTo>
                    <a:pt x="302357" y="95393"/>
                    <a:pt x="298166" y="96821"/>
                    <a:pt x="294738" y="99774"/>
                  </a:cubicBezTo>
                  <a:cubicBezTo>
                    <a:pt x="276259" y="115871"/>
                    <a:pt x="98999" y="270177"/>
                    <a:pt x="66994" y="298085"/>
                  </a:cubicBezTo>
                  <a:lnTo>
                    <a:pt x="43182" y="271034"/>
                  </a:lnTo>
                  <a:close/>
                </a:path>
              </a:pathLst>
            </a:custGeom>
            <a:grpFill/>
            <a:ln w="9525" cap="flat">
              <a:noFill/>
              <a:prstDash val="solid"/>
              <a:miter/>
            </a:ln>
          </p:spPr>
          <p:txBody>
            <a:bodyPr rtlCol="0" anchor="ctr"/>
            <a:lstStyle/>
            <a:p>
              <a:endParaRPr lang="en-ID"/>
            </a:p>
          </p:txBody>
        </p:sp>
        <p:sp>
          <p:nvSpPr>
            <p:cNvPr id="112" name="Freeform: Shape 111">
              <a:extLst>
                <a:ext uri="{FF2B5EF4-FFF2-40B4-BE49-F238E27FC236}">
                  <a16:creationId xmlns:a16="http://schemas.microsoft.com/office/drawing/2014/main" id="{1671A1D9-F14C-7BA0-4523-6C2B1909AB84}"/>
                </a:ext>
              </a:extLst>
            </p:cNvPr>
            <p:cNvSpPr/>
            <p:nvPr/>
          </p:nvSpPr>
          <p:spPr>
            <a:xfrm>
              <a:off x="10003250" y="4613815"/>
              <a:ext cx="323850" cy="314325"/>
            </a:xfrm>
            <a:custGeom>
              <a:avLst/>
              <a:gdLst>
                <a:gd name="connsiteX0" fmla="*/ 162877 w 323850"/>
                <a:gd name="connsiteY0" fmla="*/ 0 h 314325"/>
                <a:gd name="connsiteX1" fmla="*/ 0 w 323850"/>
                <a:gd name="connsiteY1" fmla="*/ 161639 h 314325"/>
                <a:gd name="connsiteX2" fmla="*/ 162877 w 323850"/>
                <a:gd name="connsiteY2" fmla="*/ 323278 h 314325"/>
                <a:gd name="connsiteX3" fmla="*/ 325755 w 323850"/>
                <a:gd name="connsiteY3" fmla="*/ 161639 h 314325"/>
                <a:gd name="connsiteX4" fmla="*/ 162877 w 323850"/>
                <a:gd name="connsiteY4" fmla="*/ 0 h 314325"/>
                <a:gd name="connsiteX5" fmla="*/ 162877 w 323850"/>
                <a:gd name="connsiteY5" fmla="*/ 0 h 314325"/>
                <a:gd name="connsiteX6" fmla="*/ 162877 w 323850"/>
                <a:gd name="connsiteY6" fmla="*/ 287464 h 314325"/>
                <a:gd name="connsiteX7" fmla="*/ 35909 w 323850"/>
                <a:gd name="connsiteY7" fmla="*/ 161734 h 314325"/>
                <a:gd name="connsiteX8" fmla="*/ 162877 w 323850"/>
                <a:gd name="connsiteY8" fmla="*/ 36004 h 314325"/>
                <a:gd name="connsiteX9" fmla="*/ 289846 w 323850"/>
                <a:gd name="connsiteY9" fmla="*/ 161734 h 314325"/>
                <a:gd name="connsiteX10" fmla="*/ 162877 w 323850"/>
                <a:gd name="connsiteY10" fmla="*/ 287464 h 314325"/>
                <a:gd name="connsiteX11" fmla="*/ 162877 w 323850"/>
                <a:gd name="connsiteY11" fmla="*/ 287464 h 314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3850" h="314325">
                  <a:moveTo>
                    <a:pt x="162877" y="0"/>
                  </a:moveTo>
                  <a:cubicBezTo>
                    <a:pt x="73057" y="0"/>
                    <a:pt x="0" y="72485"/>
                    <a:pt x="0" y="161639"/>
                  </a:cubicBezTo>
                  <a:cubicBezTo>
                    <a:pt x="0" y="250793"/>
                    <a:pt x="73057" y="323278"/>
                    <a:pt x="162877" y="323278"/>
                  </a:cubicBezTo>
                  <a:cubicBezTo>
                    <a:pt x="252698" y="323278"/>
                    <a:pt x="325755" y="250793"/>
                    <a:pt x="325755" y="161639"/>
                  </a:cubicBezTo>
                  <a:cubicBezTo>
                    <a:pt x="325755" y="72580"/>
                    <a:pt x="252698" y="0"/>
                    <a:pt x="162877" y="0"/>
                  </a:cubicBezTo>
                  <a:lnTo>
                    <a:pt x="162877" y="0"/>
                  </a:lnTo>
                  <a:close/>
                  <a:moveTo>
                    <a:pt x="162877" y="287464"/>
                  </a:moveTo>
                  <a:cubicBezTo>
                    <a:pt x="92869" y="287464"/>
                    <a:pt x="35909" y="231076"/>
                    <a:pt x="35909" y="161734"/>
                  </a:cubicBezTo>
                  <a:cubicBezTo>
                    <a:pt x="35909" y="92392"/>
                    <a:pt x="92869" y="36004"/>
                    <a:pt x="162877" y="36004"/>
                  </a:cubicBezTo>
                  <a:cubicBezTo>
                    <a:pt x="232886" y="36004"/>
                    <a:pt x="289846" y="92392"/>
                    <a:pt x="289846" y="161734"/>
                  </a:cubicBezTo>
                  <a:cubicBezTo>
                    <a:pt x="289846" y="231076"/>
                    <a:pt x="232886" y="287464"/>
                    <a:pt x="162877" y="287464"/>
                  </a:cubicBezTo>
                  <a:lnTo>
                    <a:pt x="162877" y="287464"/>
                  </a:lnTo>
                  <a:close/>
                </a:path>
              </a:pathLst>
            </a:custGeom>
            <a:grpFill/>
            <a:ln w="9525" cap="flat">
              <a:noFill/>
              <a:prstDash val="solid"/>
              <a:miter/>
            </a:ln>
          </p:spPr>
          <p:txBody>
            <a:bodyPr rtlCol="0" anchor="ctr"/>
            <a:lstStyle/>
            <a:p>
              <a:endParaRPr lang="en-ID"/>
            </a:p>
          </p:txBody>
        </p:sp>
        <p:sp>
          <p:nvSpPr>
            <p:cNvPr id="113" name="Freeform: Shape 112">
              <a:extLst>
                <a:ext uri="{FF2B5EF4-FFF2-40B4-BE49-F238E27FC236}">
                  <a16:creationId xmlns:a16="http://schemas.microsoft.com/office/drawing/2014/main" id="{69E12240-A897-8459-137A-90B70B864D6A}"/>
                </a:ext>
              </a:extLst>
            </p:cNvPr>
            <p:cNvSpPr/>
            <p:nvPr/>
          </p:nvSpPr>
          <p:spPr>
            <a:xfrm>
              <a:off x="10112216" y="4649724"/>
              <a:ext cx="104775" cy="247650"/>
            </a:xfrm>
            <a:custGeom>
              <a:avLst/>
              <a:gdLst>
                <a:gd name="connsiteX0" fmla="*/ 71914 w 104775"/>
                <a:gd name="connsiteY0" fmla="*/ 233553 h 247650"/>
                <a:gd name="connsiteX1" fmla="*/ 71914 w 104775"/>
                <a:gd name="connsiteY1" fmla="*/ 212503 h 247650"/>
                <a:gd name="connsiteX2" fmla="*/ 107822 w 104775"/>
                <a:gd name="connsiteY2" fmla="*/ 161735 h 247650"/>
                <a:gd name="connsiteX3" fmla="*/ 53911 w 104775"/>
                <a:gd name="connsiteY3" fmla="*/ 107823 h 247650"/>
                <a:gd name="connsiteX4" fmla="*/ 35909 w 104775"/>
                <a:gd name="connsiteY4" fmla="*/ 89821 h 247650"/>
                <a:gd name="connsiteX5" fmla="*/ 53911 w 104775"/>
                <a:gd name="connsiteY5" fmla="*/ 71819 h 247650"/>
                <a:gd name="connsiteX6" fmla="*/ 71914 w 104775"/>
                <a:gd name="connsiteY6" fmla="*/ 89821 h 247650"/>
                <a:gd name="connsiteX7" fmla="*/ 89916 w 104775"/>
                <a:gd name="connsiteY7" fmla="*/ 107823 h 247650"/>
                <a:gd name="connsiteX8" fmla="*/ 107918 w 104775"/>
                <a:gd name="connsiteY8" fmla="*/ 89821 h 247650"/>
                <a:gd name="connsiteX9" fmla="*/ 72009 w 104775"/>
                <a:gd name="connsiteY9" fmla="*/ 39053 h 247650"/>
                <a:gd name="connsiteX10" fmla="*/ 72009 w 104775"/>
                <a:gd name="connsiteY10" fmla="*/ 18002 h 247650"/>
                <a:gd name="connsiteX11" fmla="*/ 54007 w 104775"/>
                <a:gd name="connsiteY11" fmla="*/ 0 h 247650"/>
                <a:gd name="connsiteX12" fmla="*/ 36004 w 104775"/>
                <a:gd name="connsiteY12" fmla="*/ 18002 h 247650"/>
                <a:gd name="connsiteX13" fmla="*/ 36004 w 104775"/>
                <a:gd name="connsiteY13" fmla="*/ 39053 h 247650"/>
                <a:gd name="connsiteX14" fmla="*/ 95 w 104775"/>
                <a:gd name="connsiteY14" fmla="*/ 89821 h 247650"/>
                <a:gd name="connsiteX15" fmla="*/ 54007 w 104775"/>
                <a:gd name="connsiteY15" fmla="*/ 143732 h 247650"/>
                <a:gd name="connsiteX16" fmla="*/ 72009 w 104775"/>
                <a:gd name="connsiteY16" fmla="*/ 161735 h 247650"/>
                <a:gd name="connsiteX17" fmla="*/ 54007 w 104775"/>
                <a:gd name="connsiteY17" fmla="*/ 179737 h 247650"/>
                <a:gd name="connsiteX18" fmla="*/ 36004 w 104775"/>
                <a:gd name="connsiteY18" fmla="*/ 161735 h 247650"/>
                <a:gd name="connsiteX19" fmla="*/ 18002 w 104775"/>
                <a:gd name="connsiteY19" fmla="*/ 143732 h 247650"/>
                <a:gd name="connsiteX20" fmla="*/ 0 w 104775"/>
                <a:gd name="connsiteY20" fmla="*/ 161735 h 247650"/>
                <a:gd name="connsiteX21" fmla="*/ 35909 w 104775"/>
                <a:gd name="connsiteY21" fmla="*/ 212503 h 247650"/>
                <a:gd name="connsiteX22" fmla="*/ 35909 w 104775"/>
                <a:gd name="connsiteY22" fmla="*/ 233553 h 247650"/>
                <a:gd name="connsiteX23" fmla="*/ 53911 w 104775"/>
                <a:gd name="connsiteY23" fmla="*/ 251555 h 247650"/>
                <a:gd name="connsiteX24" fmla="*/ 71914 w 104775"/>
                <a:gd name="connsiteY24" fmla="*/ 233553 h 247650"/>
                <a:gd name="connsiteX25" fmla="*/ 71914 w 104775"/>
                <a:gd name="connsiteY25" fmla="*/ 233553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04775" h="247650">
                  <a:moveTo>
                    <a:pt x="71914" y="233553"/>
                  </a:moveTo>
                  <a:lnTo>
                    <a:pt x="71914" y="212503"/>
                  </a:lnTo>
                  <a:cubicBezTo>
                    <a:pt x="92773" y="205073"/>
                    <a:pt x="107822" y="185166"/>
                    <a:pt x="107822" y="161735"/>
                  </a:cubicBezTo>
                  <a:cubicBezTo>
                    <a:pt x="107822" y="132016"/>
                    <a:pt x="83629" y="107823"/>
                    <a:pt x="53911" y="107823"/>
                  </a:cubicBezTo>
                  <a:cubicBezTo>
                    <a:pt x="44005" y="107823"/>
                    <a:pt x="35909" y="99727"/>
                    <a:pt x="35909" y="89821"/>
                  </a:cubicBezTo>
                  <a:cubicBezTo>
                    <a:pt x="35909" y="79915"/>
                    <a:pt x="44005" y="71819"/>
                    <a:pt x="53911" y="71819"/>
                  </a:cubicBezTo>
                  <a:cubicBezTo>
                    <a:pt x="63817" y="71819"/>
                    <a:pt x="71914" y="79915"/>
                    <a:pt x="71914" y="89821"/>
                  </a:cubicBezTo>
                  <a:cubicBezTo>
                    <a:pt x="71914" y="99727"/>
                    <a:pt x="79914" y="107823"/>
                    <a:pt x="89916" y="107823"/>
                  </a:cubicBezTo>
                  <a:cubicBezTo>
                    <a:pt x="99822" y="107823"/>
                    <a:pt x="107918" y="99822"/>
                    <a:pt x="107918" y="89821"/>
                  </a:cubicBezTo>
                  <a:cubicBezTo>
                    <a:pt x="107918" y="66389"/>
                    <a:pt x="92869" y="46482"/>
                    <a:pt x="72009" y="39053"/>
                  </a:cubicBezTo>
                  <a:lnTo>
                    <a:pt x="72009" y="18002"/>
                  </a:lnTo>
                  <a:cubicBezTo>
                    <a:pt x="72009" y="8096"/>
                    <a:pt x="64008" y="0"/>
                    <a:pt x="54007" y="0"/>
                  </a:cubicBezTo>
                  <a:cubicBezTo>
                    <a:pt x="44101" y="0"/>
                    <a:pt x="36004" y="8001"/>
                    <a:pt x="36004" y="18002"/>
                  </a:cubicBezTo>
                  <a:lnTo>
                    <a:pt x="36004" y="39053"/>
                  </a:lnTo>
                  <a:cubicBezTo>
                    <a:pt x="15049" y="46482"/>
                    <a:pt x="95" y="66389"/>
                    <a:pt x="95" y="89821"/>
                  </a:cubicBezTo>
                  <a:cubicBezTo>
                    <a:pt x="95" y="119539"/>
                    <a:pt x="24289" y="143732"/>
                    <a:pt x="54007" y="143732"/>
                  </a:cubicBezTo>
                  <a:cubicBezTo>
                    <a:pt x="63912" y="143732"/>
                    <a:pt x="72009" y="151829"/>
                    <a:pt x="72009" y="161735"/>
                  </a:cubicBezTo>
                  <a:cubicBezTo>
                    <a:pt x="72009" y="171640"/>
                    <a:pt x="63912" y="179737"/>
                    <a:pt x="54007" y="179737"/>
                  </a:cubicBezTo>
                  <a:cubicBezTo>
                    <a:pt x="44101" y="179737"/>
                    <a:pt x="36004" y="171640"/>
                    <a:pt x="36004" y="161735"/>
                  </a:cubicBezTo>
                  <a:cubicBezTo>
                    <a:pt x="36004" y="151829"/>
                    <a:pt x="28004" y="143732"/>
                    <a:pt x="18002" y="143732"/>
                  </a:cubicBezTo>
                  <a:cubicBezTo>
                    <a:pt x="8096" y="143732"/>
                    <a:pt x="0" y="151733"/>
                    <a:pt x="0" y="161735"/>
                  </a:cubicBezTo>
                  <a:cubicBezTo>
                    <a:pt x="0" y="185166"/>
                    <a:pt x="15049" y="205073"/>
                    <a:pt x="35909" y="212503"/>
                  </a:cubicBezTo>
                  <a:lnTo>
                    <a:pt x="35909" y="233553"/>
                  </a:lnTo>
                  <a:cubicBezTo>
                    <a:pt x="35909" y="243459"/>
                    <a:pt x="43910" y="251555"/>
                    <a:pt x="53911" y="251555"/>
                  </a:cubicBezTo>
                  <a:cubicBezTo>
                    <a:pt x="63817" y="251555"/>
                    <a:pt x="71914" y="243459"/>
                    <a:pt x="71914" y="233553"/>
                  </a:cubicBezTo>
                  <a:lnTo>
                    <a:pt x="71914" y="233553"/>
                  </a:lnTo>
                  <a:close/>
                </a:path>
              </a:pathLst>
            </a:custGeom>
            <a:grpFill/>
            <a:ln w="9525" cap="flat">
              <a:noFill/>
              <a:prstDash val="solid"/>
              <a:miter/>
            </a:ln>
          </p:spPr>
          <p:txBody>
            <a:bodyPr rtlCol="0" anchor="ctr"/>
            <a:lstStyle/>
            <a:p>
              <a:endParaRPr lang="en-ID"/>
            </a:p>
          </p:txBody>
        </p:sp>
      </p:grpSp>
      <p:grpSp>
        <p:nvGrpSpPr>
          <p:cNvPr id="114" name="Group 113">
            <a:extLst>
              <a:ext uri="{FF2B5EF4-FFF2-40B4-BE49-F238E27FC236}">
                <a16:creationId xmlns:a16="http://schemas.microsoft.com/office/drawing/2014/main" id="{8AD4B080-28B7-B8C5-89FB-4CE3476164C5}"/>
              </a:ext>
            </a:extLst>
          </p:cNvPr>
          <p:cNvGrpSpPr/>
          <p:nvPr/>
        </p:nvGrpSpPr>
        <p:grpSpPr>
          <a:xfrm>
            <a:off x="5914364" y="4090811"/>
            <a:ext cx="384048" cy="384048"/>
            <a:chOff x="9059574" y="4418505"/>
            <a:chExt cx="609600" cy="609600"/>
          </a:xfrm>
          <a:solidFill>
            <a:schemeClr val="bg1"/>
          </a:solidFill>
        </p:grpSpPr>
        <p:sp>
          <p:nvSpPr>
            <p:cNvPr id="115" name="Freeform: Shape 114">
              <a:extLst>
                <a:ext uri="{FF2B5EF4-FFF2-40B4-BE49-F238E27FC236}">
                  <a16:creationId xmlns:a16="http://schemas.microsoft.com/office/drawing/2014/main" id="{CB70AE27-5813-BAA3-C25A-CDCD1975B0C2}"/>
                </a:ext>
              </a:extLst>
            </p:cNvPr>
            <p:cNvSpPr/>
            <p:nvPr/>
          </p:nvSpPr>
          <p:spPr>
            <a:xfrm>
              <a:off x="9059574" y="4418505"/>
              <a:ext cx="609600" cy="609600"/>
            </a:xfrm>
            <a:custGeom>
              <a:avLst/>
              <a:gdLst>
                <a:gd name="connsiteX0" fmla="*/ 89759 w 609600"/>
                <a:gd name="connsiteY0" fmla="*/ 613077 h 609600"/>
                <a:gd name="connsiteX1" fmla="*/ 523242 w 609600"/>
                <a:gd name="connsiteY1" fmla="*/ 613077 h 609600"/>
                <a:gd name="connsiteX2" fmla="*/ 541245 w 609600"/>
                <a:gd name="connsiteY2" fmla="*/ 595074 h 609600"/>
                <a:gd name="connsiteX3" fmla="*/ 541245 w 609600"/>
                <a:gd name="connsiteY3" fmla="*/ 340185 h 609600"/>
                <a:gd name="connsiteX4" fmla="*/ 547817 w 609600"/>
                <a:gd name="connsiteY4" fmla="*/ 341424 h 609600"/>
                <a:gd name="connsiteX5" fmla="*/ 561342 w 609600"/>
                <a:gd name="connsiteY5" fmla="*/ 335328 h 609600"/>
                <a:gd name="connsiteX6" fmla="*/ 608681 w 609600"/>
                <a:gd name="connsiteY6" fmla="*/ 281226 h 609600"/>
                <a:gd name="connsiteX7" fmla="*/ 613063 w 609600"/>
                <a:gd name="connsiteY7" fmla="*/ 268176 h 609600"/>
                <a:gd name="connsiteX8" fmla="*/ 606967 w 609600"/>
                <a:gd name="connsiteY8" fmla="*/ 255889 h 609600"/>
                <a:gd name="connsiteX9" fmla="*/ 541245 w 609600"/>
                <a:gd name="connsiteY9" fmla="*/ 198644 h 609600"/>
                <a:gd name="connsiteX10" fmla="*/ 541245 w 609600"/>
                <a:gd name="connsiteY10" fmla="*/ 71866 h 609600"/>
                <a:gd name="connsiteX11" fmla="*/ 559246 w 609600"/>
                <a:gd name="connsiteY11" fmla="*/ 71866 h 609600"/>
                <a:gd name="connsiteX12" fmla="*/ 577249 w 609600"/>
                <a:gd name="connsiteY12" fmla="*/ 53864 h 609600"/>
                <a:gd name="connsiteX13" fmla="*/ 559246 w 609600"/>
                <a:gd name="connsiteY13" fmla="*/ 35861 h 609600"/>
                <a:gd name="connsiteX14" fmla="*/ 415514 w 609600"/>
                <a:gd name="connsiteY14" fmla="*/ 35861 h 609600"/>
                <a:gd name="connsiteX15" fmla="*/ 397512 w 609600"/>
                <a:gd name="connsiteY15" fmla="*/ 53864 h 609600"/>
                <a:gd name="connsiteX16" fmla="*/ 415514 w 609600"/>
                <a:gd name="connsiteY16" fmla="*/ 71866 h 609600"/>
                <a:gd name="connsiteX17" fmla="*/ 433517 w 609600"/>
                <a:gd name="connsiteY17" fmla="*/ 71866 h 609600"/>
                <a:gd name="connsiteX18" fmla="*/ 433517 w 609600"/>
                <a:gd name="connsiteY18" fmla="*/ 104727 h 609600"/>
                <a:gd name="connsiteX19" fmla="*/ 318359 w 609600"/>
                <a:gd name="connsiteY19" fmla="*/ 4429 h 609600"/>
                <a:gd name="connsiteX20" fmla="*/ 294738 w 609600"/>
                <a:gd name="connsiteY20" fmla="*/ 4429 h 609600"/>
                <a:gd name="connsiteX21" fmla="*/ 6130 w 609600"/>
                <a:gd name="connsiteY21" fmla="*/ 255889 h 609600"/>
                <a:gd name="connsiteX22" fmla="*/ 34 w 609600"/>
                <a:gd name="connsiteY22" fmla="*/ 268176 h 609600"/>
                <a:gd name="connsiteX23" fmla="*/ 4415 w 609600"/>
                <a:gd name="connsiteY23" fmla="*/ 281226 h 609600"/>
                <a:gd name="connsiteX24" fmla="*/ 51755 w 609600"/>
                <a:gd name="connsiteY24" fmla="*/ 335328 h 609600"/>
                <a:gd name="connsiteX25" fmla="*/ 71852 w 609600"/>
                <a:gd name="connsiteY25" fmla="*/ 340185 h 609600"/>
                <a:gd name="connsiteX26" fmla="*/ 71852 w 609600"/>
                <a:gd name="connsiteY26" fmla="*/ 595170 h 609600"/>
                <a:gd name="connsiteX27" fmla="*/ 89759 w 609600"/>
                <a:gd name="connsiteY27" fmla="*/ 613077 h 609600"/>
                <a:gd name="connsiteX28" fmla="*/ 89759 w 609600"/>
                <a:gd name="connsiteY28" fmla="*/ 613077 h 609600"/>
                <a:gd name="connsiteX29" fmla="*/ 107666 w 609600"/>
                <a:gd name="connsiteY29" fmla="*/ 577167 h 609600"/>
                <a:gd name="connsiteX30" fmla="*/ 107666 w 609600"/>
                <a:gd name="connsiteY30" fmla="*/ 310277 h 609600"/>
                <a:gd name="connsiteX31" fmla="*/ 306453 w 609600"/>
                <a:gd name="connsiteY31" fmla="*/ 137208 h 609600"/>
                <a:gd name="connsiteX32" fmla="*/ 505240 w 609600"/>
                <a:gd name="connsiteY32" fmla="*/ 310277 h 609600"/>
                <a:gd name="connsiteX33" fmla="*/ 505240 w 609600"/>
                <a:gd name="connsiteY33" fmla="*/ 577167 h 609600"/>
                <a:gd name="connsiteX34" fmla="*/ 107666 w 609600"/>
                <a:gd name="connsiteY34" fmla="*/ 577167 h 609600"/>
                <a:gd name="connsiteX35" fmla="*/ 469330 w 609600"/>
                <a:gd name="connsiteY35" fmla="*/ 71771 h 609600"/>
                <a:gd name="connsiteX36" fmla="*/ 505240 w 609600"/>
                <a:gd name="connsiteY36" fmla="*/ 71771 h 609600"/>
                <a:gd name="connsiteX37" fmla="*/ 505240 w 609600"/>
                <a:gd name="connsiteY37" fmla="*/ 167307 h 609600"/>
                <a:gd name="connsiteX38" fmla="*/ 469330 w 609600"/>
                <a:gd name="connsiteY38" fmla="*/ 135969 h 609600"/>
                <a:gd name="connsiteX39" fmla="*/ 469330 w 609600"/>
                <a:gd name="connsiteY39" fmla="*/ 71771 h 609600"/>
                <a:gd name="connsiteX40" fmla="*/ 43182 w 609600"/>
                <a:gd name="connsiteY40" fmla="*/ 271034 h 609600"/>
                <a:gd name="connsiteX41" fmla="*/ 306453 w 609600"/>
                <a:gd name="connsiteY41" fmla="*/ 41672 h 609600"/>
                <a:gd name="connsiteX42" fmla="*/ 569724 w 609600"/>
                <a:gd name="connsiteY42" fmla="*/ 271034 h 609600"/>
                <a:gd name="connsiteX43" fmla="*/ 546102 w 609600"/>
                <a:gd name="connsiteY43" fmla="*/ 298085 h 609600"/>
                <a:gd name="connsiteX44" fmla="*/ 318359 w 609600"/>
                <a:gd name="connsiteY44" fmla="*/ 99774 h 609600"/>
                <a:gd name="connsiteX45" fmla="*/ 306548 w 609600"/>
                <a:gd name="connsiteY45" fmla="*/ 95393 h 609600"/>
                <a:gd name="connsiteX46" fmla="*/ 294738 w 609600"/>
                <a:gd name="connsiteY46" fmla="*/ 99774 h 609600"/>
                <a:gd name="connsiteX47" fmla="*/ 66994 w 609600"/>
                <a:gd name="connsiteY47" fmla="*/ 298085 h 609600"/>
                <a:gd name="connsiteX48" fmla="*/ 43182 w 609600"/>
                <a:gd name="connsiteY48" fmla="*/ 27103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9600" h="609600">
                  <a:moveTo>
                    <a:pt x="89759" y="613077"/>
                  </a:moveTo>
                  <a:lnTo>
                    <a:pt x="523242" y="613077"/>
                  </a:lnTo>
                  <a:cubicBezTo>
                    <a:pt x="533148" y="613077"/>
                    <a:pt x="541245" y="605076"/>
                    <a:pt x="541245" y="595074"/>
                  </a:cubicBezTo>
                  <a:lnTo>
                    <a:pt x="541245" y="340185"/>
                  </a:lnTo>
                  <a:cubicBezTo>
                    <a:pt x="543340" y="341043"/>
                    <a:pt x="545626" y="341424"/>
                    <a:pt x="547817" y="341424"/>
                  </a:cubicBezTo>
                  <a:cubicBezTo>
                    <a:pt x="552865" y="341424"/>
                    <a:pt x="557818" y="339328"/>
                    <a:pt x="561342" y="335328"/>
                  </a:cubicBezTo>
                  <a:lnTo>
                    <a:pt x="608681" y="281226"/>
                  </a:lnTo>
                  <a:cubicBezTo>
                    <a:pt x="611825" y="277606"/>
                    <a:pt x="613444" y="272939"/>
                    <a:pt x="613063" y="268176"/>
                  </a:cubicBezTo>
                  <a:cubicBezTo>
                    <a:pt x="612777" y="263414"/>
                    <a:pt x="610491" y="258937"/>
                    <a:pt x="606967" y="255889"/>
                  </a:cubicBezTo>
                  <a:lnTo>
                    <a:pt x="541245" y="198644"/>
                  </a:lnTo>
                  <a:lnTo>
                    <a:pt x="541245" y="71866"/>
                  </a:lnTo>
                  <a:lnTo>
                    <a:pt x="559246" y="71866"/>
                  </a:lnTo>
                  <a:cubicBezTo>
                    <a:pt x="569153" y="71866"/>
                    <a:pt x="577249" y="63865"/>
                    <a:pt x="577249" y="53864"/>
                  </a:cubicBezTo>
                  <a:cubicBezTo>
                    <a:pt x="577249" y="43958"/>
                    <a:pt x="569248" y="35861"/>
                    <a:pt x="559246" y="35861"/>
                  </a:cubicBezTo>
                  <a:lnTo>
                    <a:pt x="415514" y="35861"/>
                  </a:lnTo>
                  <a:cubicBezTo>
                    <a:pt x="405608" y="35861"/>
                    <a:pt x="397512" y="43862"/>
                    <a:pt x="397512" y="53864"/>
                  </a:cubicBezTo>
                  <a:cubicBezTo>
                    <a:pt x="397512" y="63770"/>
                    <a:pt x="405513" y="71866"/>
                    <a:pt x="415514" y="71866"/>
                  </a:cubicBezTo>
                  <a:lnTo>
                    <a:pt x="433517" y="71866"/>
                  </a:lnTo>
                  <a:lnTo>
                    <a:pt x="433517" y="104727"/>
                  </a:lnTo>
                  <a:lnTo>
                    <a:pt x="318359" y="4429"/>
                  </a:lnTo>
                  <a:cubicBezTo>
                    <a:pt x="311596" y="-1476"/>
                    <a:pt x="301500" y="-1476"/>
                    <a:pt x="294738" y="4429"/>
                  </a:cubicBezTo>
                  <a:lnTo>
                    <a:pt x="6130" y="255889"/>
                  </a:lnTo>
                  <a:cubicBezTo>
                    <a:pt x="2511" y="259032"/>
                    <a:pt x="319" y="263414"/>
                    <a:pt x="34" y="268176"/>
                  </a:cubicBezTo>
                  <a:cubicBezTo>
                    <a:pt x="-252" y="272939"/>
                    <a:pt x="1272" y="277606"/>
                    <a:pt x="4415" y="281226"/>
                  </a:cubicBezTo>
                  <a:lnTo>
                    <a:pt x="51755" y="335328"/>
                  </a:lnTo>
                  <a:cubicBezTo>
                    <a:pt x="56898" y="341233"/>
                    <a:pt x="64995" y="342852"/>
                    <a:pt x="71852" y="340185"/>
                  </a:cubicBezTo>
                  <a:lnTo>
                    <a:pt x="71852" y="595170"/>
                  </a:lnTo>
                  <a:cubicBezTo>
                    <a:pt x="71757" y="604980"/>
                    <a:pt x="79758" y="613077"/>
                    <a:pt x="89759" y="613077"/>
                  </a:cubicBezTo>
                  <a:lnTo>
                    <a:pt x="89759" y="613077"/>
                  </a:lnTo>
                  <a:close/>
                  <a:moveTo>
                    <a:pt x="107666" y="577167"/>
                  </a:moveTo>
                  <a:lnTo>
                    <a:pt x="107666" y="310277"/>
                  </a:lnTo>
                  <a:lnTo>
                    <a:pt x="306453" y="137208"/>
                  </a:lnTo>
                  <a:lnTo>
                    <a:pt x="505240" y="310277"/>
                  </a:lnTo>
                  <a:lnTo>
                    <a:pt x="505240" y="577167"/>
                  </a:lnTo>
                  <a:lnTo>
                    <a:pt x="107666" y="577167"/>
                  </a:lnTo>
                  <a:close/>
                  <a:moveTo>
                    <a:pt x="469330" y="71771"/>
                  </a:moveTo>
                  <a:lnTo>
                    <a:pt x="505240" y="71771"/>
                  </a:lnTo>
                  <a:lnTo>
                    <a:pt x="505240" y="167307"/>
                  </a:lnTo>
                  <a:lnTo>
                    <a:pt x="469330" y="135969"/>
                  </a:lnTo>
                  <a:lnTo>
                    <a:pt x="469330" y="71771"/>
                  </a:lnTo>
                  <a:close/>
                  <a:moveTo>
                    <a:pt x="43182" y="271034"/>
                  </a:moveTo>
                  <a:lnTo>
                    <a:pt x="306453" y="41672"/>
                  </a:lnTo>
                  <a:lnTo>
                    <a:pt x="569724" y="271034"/>
                  </a:lnTo>
                  <a:lnTo>
                    <a:pt x="546102" y="298085"/>
                  </a:lnTo>
                  <a:cubicBezTo>
                    <a:pt x="511431" y="267891"/>
                    <a:pt x="340553" y="119110"/>
                    <a:pt x="318359" y="99774"/>
                  </a:cubicBezTo>
                  <a:cubicBezTo>
                    <a:pt x="315026" y="96821"/>
                    <a:pt x="310739" y="95393"/>
                    <a:pt x="306548" y="95393"/>
                  </a:cubicBezTo>
                  <a:cubicBezTo>
                    <a:pt x="302357" y="95393"/>
                    <a:pt x="298166" y="96821"/>
                    <a:pt x="294738" y="99774"/>
                  </a:cubicBezTo>
                  <a:cubicBezTo>
                    <a:pt x="276259" y="115871"/>
                    <a:pt x="98999" y="270177"/>
                    <a:pt x="66994" y="298085"/>
                  </a:cubicBezTo>
                  <a:lnTo>
                    <a:pt x="43182" y="271034"/>
                  </a:lnTo>
                  <a:close/>
                </a:path>
              </a:pathLst>
            </a:custGeom>
            <a:grpFill/>
            <a:ln w="9525" cap="flat">
              <a:noFill/>
              <a:prstDash val="solid"/>
              <a:miter/>
            </a:ln>
          </p:spPr>
          <p:txBody>
            <a:bodyPr rtlCol="0" anchor="ctr"/>
            <a:lstStyle/>
            <a:p>
              <a:endParaRPr lang="en-ID"/>
            </a:p>
          </p:txBody>
        </p:sp>
        <p:sp>
          <p:nvSpPr>
            <p:cNvPr id="116" name="Freeform: Shape 115">
              <a:extLst>
                <a:ext uri="{FF2B5EF4-FFF2-40B4-BE49-F238E27FC236}">
                  <a16:creationId xmlns:a16="http://schemas.microsoft.com/office/drawing/2014/main" id="{E7519B19-9F62-E80E-AB42-0E649684D38F}"/>
                </a:ext>
              </a:extLst>
            </p:cNvPr>
            <p:cNvSpPr/>
            <p:nvPr/>
          </p:nvSpPr>
          <p:spPr>
            <a:xfrm>
              <a:off x="9203150" y="4651915"/>
              <a:ext cx="323850" cy="314325"/>
            </a:xfrm>
            <a:custGeom>
              <a:avLst/>
              <a:gdLst>
                <a:gd name="connsiteX0" fmla="*/ 162877 w 323850"/>
                <a:gd name="connsiteY0" fmla="*/ 0 h 314325"/>
                <a:gd name="connsiteX1" fmla="*/ 0 w 323850"/>
                <a:gd name="connsiteY1" fmla="*/ 161639 h 314325"/>
                <a:gd name="connsiteX2" fmla="*/ 162877 w 323850"/>
                <a:gd name="connsiteY2" fmla="*/ 323278 h 314325"/>
                <a:gd name="connsiteX3" fmla="*/ 325755 w 323850"/>
                <a:gd name="connsiteY3" fmla="*/ 161639 h 314325"/>
                <a:gd name="connsiteX4" fmla="*/ 162877 w 323850"/>
                <a:gd name="connsiteY4" fmla="*/ 0 h 314325"/>
                <a:gd name="connsiteX5" fmla="*/ 162877 w 323850"/>
                <a:gd name="connsiteY5" fmla="*/ 0 h 314325"/>
                <a:gd name="connsiteX6" fmla="*/ 162877 w 323850"/>
                <a:gd name="connsiteY6" fmla="*/ 287464 h 314325"/>
                <a:gd name="connsiteX7" fmla="*/ 35909 w 323850"/>
                <a:gd name="connsiteY7" fmla="*/ 161734 h 314325"/>
                <a:gd name="connsiteX8" fmla="*/ 162877 w 323850"/>
                <a:gd name="connsiteY8" fmla="*/ 36004 h 314325"/>
                <a:gd name="connsiteX9" fmla="*/ 289846 w 323850"/>
                <a:gd name="connsiteY9" fmla="*/ 161734 h 314325"/>
                <a:gd name="connsiteX10" fmla="*/ 162877 w 323850"/>
                <a:gd name="connsiteY10" fmla="*/ 287464 h 314325"/>
                <a:gd name="connsiteX11" fmla="*/ 162877 w 323850"/>
                <a:gd name="connsiteY11" fmla="*/ 287464 h 314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3850" h="314325">
                  <a:moveTo>
                    <a:pt x="162877" y="0"/>
                  </a:moveTo>
                  <a:cubicBezTo>
                    <a:pt x="73057" y="0"/>
                    <a:pt x="0" y="72485"/>
                    <a:pt x="0" y="161639"/>
                  </a:cubicBezTo>
                  <a:cubicBezTo>
                    <a:pt x="0" y="250793"/>
                    <a:pt x="73057" y="323278"/>
                    <a:pt x="162877" y="323278"/>
                  </a:cubicBezTo>
                  <a:cubicBezTo>
                    <a:pt x="252698" y="323278"/>
                    <a:pt x="325755" y="250793"/>
                    <a:pt x="325755" y="161639"/>
                  </a:cubicBezTo>
                  <a:cubicBezTo>
                    <a:pt x="325755" y="72580"/>
                    <a:pt x="252698" y="0"/>
                    <a:pt x="162877" y="0"/>
                  </a:cubicBezTo>
                  <a:lnTo>
                    <a:pt x="162877" y="0"/>
                  </a:lnTo>
                  <a:close/>
                  <a:moveTo>
                    <a:pt x="162877" y="287464"/>
                  </a:moveTo>
                  <a:cubicBezTo>
                    <a:pt x="92869" y="287464"/>
                    <a:pt x="35909" y="231076"/>
                    <a:pt x="35909" y="161734"/>
                  </a:cubicBezTo>
                  <a:cubicBezTo>
                    <a:pt x="35909" y="92392"/>
                    <a:pt x="92869" y="36004"/>
                    <a:pt x="162877" y="36004"/>
                  </a:cubicBezTo>
                  <a:cubicBezTo>
                    <a:pt x="232886" y="36004"/>
                    <a:pt x="289846" y="92392"/>
                    <a:pt x="289846" y="161734"/>
                  </a:cubicBezTo>
                  <a:cubicBezTo>
                    <a:pt x="289846" y="231076"/>
                    <a:pt x="232886" y="287464"/>
                    <a:pt x="162877" y="287464"/>
                  </a:cubicBezTo>
                  <a:lnTo>
                    <a:pt x="162877" y="287464"/>
                  </a:lnTo>
                  <a:close/>
                </a:path>
              </a:pathLst>
            </a:custGeom>
            <a:grpFill/>
            <a:ln w="9525" cap="flat">
              <a:noFill/>
              <a:prstDash val="solid"/>
              <a:miter/>
            </a:ln>
          </p:spPr>
          <p:txBody>
            <a:bodyPr rtlCol="0" anchor="ctr"/>
            <a:lstStyle/>
            <a:p>
              <a:endParaRPr lang="en-ID"/>
            </a:p>
          </p:txBody>
        </p:sp>
        <p:sp>
          <p:nvSpPr>
            <p:cNvPr id="117" name="Freeform: Shape 116">
              <a:extLst>
                <a:ext uri="{FF2B5EF4-FFF2-40B4-BE49-F238E27FC236}">
                  <a16:creationId xmlns:a16="http://schemas.microsoft.com/office/drawing/2014/main" id="{C3E3E219-FA78-4490-2A86-263FE5CDF241}"/>
                </a:ext>
              </a:extLst>
            </p:cNvPr>
            <p:cNvSpPr/>
            <p:nvPr/>
          </p:nvSpPr>
          <p:spPr>
            <a:xfrm>
              <a:off x="9312116" y="4741736"/>
              <a:ext cx="28575" cy="28575"/>
            </a:xfrm>
            <a:custGeom>
              <a:avLst/>
              <a:gdLst>
                <a:gd name="connsiteX0" fmla="*/ 36004 w 28575"/>
                <a:gd name="connsiteY0" fmla="*/ 18002 h 28575"/>
                <a:gd name="connsiteX1" fmla="*/ 18002 w 28575"/>
                <a:gd name="connsiteY1" fmla="*/ 36004 h 28575"/>
                <a:gd name="connsiteX2" fmla="*/ 0 w 28575"/>
                <a:gd name="connsiteY2" fmla="*/ 18002 h 28575"/>
                <a:gd name="connsiteX3" fmla="*/ 18002 w 28575"/>
                <a:gd name="connsiteY3" fmla="*/ 0 h 28575"/>
                <a:gd name="connsiteX4" fmla="*/ 36004 w 28575"/>
                <a:gd name="connsiteY4" fmla="*/ 18002 h 28575"/>
                <a:gd name="connsiteX5" fmla="*/ 36004 w 28575"/>
                <a:gd name="connsiteY5" fmla="*/ 1800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5" h="28575">
                  <a:moveTo>
                    <a:pt x="36004" y="18002"/>
                  </a:moveTo>
                  <a:cubicBezTo>
                    <a:pt x="36004" y="27908"/>
                    <a:pt x="28004" y="36004"/>
                    <a:pt x="18002" y="36004"/>
                  </a:cubicBezTo>
                  <a:cubicBezTo>
                    <a:pt x="8096" y="36004"/>
                    <a:pt x="0" y="28004"/>
                    <a:pt x="0" y="18002"/>
                  </a:cubicBezTo>
                  <a:cubicBezTo>
                    <a:pt x="0" y="8096"/>
                    <a:pt x="8001" y="0"/>
                    <a:pt x="18002" y="0"/>
                  </a:cubicBezTo>
                  <a:cubicBezTo>
                    <a:pt x="27908" y="0"/>
                    <a:pt x="36004" y="8096"/>
                    <a:pt x="36004" y="18002"/>
                  </a:cubicBezTo>
                  <a:lnTo>
                    <a:pt x="36004" y="18002"/>
                  </a:lnTo>
                  <a:close/>
                </a:path>
              </a:pathLst>
            </a:custGeom>
            <a:grpFill/>
            <a:ln w="9525" cap="flat">
              <a:noFill/>
              <a:prstDash val="solid"/>
              <a:miter/>
            </a:ln>
          </p:spPr>
          <p:txBody>
            <a:bodyPr rtlCol="0" anchor="ctr"/>
            <a:lstStyle/>
            <a:p>
              <a:endParaRPr lang="en-ID"/>
            </a:p>
          </p:txBody>
        </p:sp>
        <p:sp>
          <p:nvSpPr>
            <p:cNvPr id="118" name="Freeform: Shape 117">
              <a:extLst>
                <a:ext uri="{FF2B5EF4-FFF2-40B4-BE49-F238E27FC236}">
                  <a16:creationId xmlns:a16="http://schemas.microsoft.com/office/drawing/2014/main" id="{D7399851-4B84-121A-627D-3F9177BC73B6}"/>
                </a:ext>
              </a:extLst>
            </p:cNvPr>
            <p:cNvSpPr/>
            <p:nvPr/>
          </p:nvSpPr>
          <p:spPr>
            <a:xfrm>
              <a:off x="9383934" y="4849463"/>
              <a:ext cx="28575" cy="28575"/>
            </a:xfrm>
            <a:custGeom>
              <a:avLst/>
              <a:gdLst>
                <a:gd name="connsiteX0" fmla="*/ 36004 w 28575"/>
                <a:gd name="connsiteY0" fmla="*/ 18002 h 28575"/>
                <a:gd name="connsiteX1" fmla="*/ 18002 w 28575"/>
                <a:gd name="connsiteY1" fmla="*/ 36004 h 28575"/>
                <a:gd name="connsiteX2" fmla="*/ 0 w 28575"/>
                <a:gd name="connsiteY2" fmla="*/ 18002 h 28575"/>
                <a:gd name="connsiteX3" fmla="*/ 18002 w 28575"/>
                <a:gd name="connsiteY3" fmla="*/ 0 h 28575"/>
                <a:gd name="connsiteX4" fmla="*/ 36004 w 28575"/>
                <a:gd name="connsiteY4" fmla="*/ 18002 h 28575"/>
                <a:gd name="connsiteX5" fmla="*/ 36004 w 28575"/>
                <a:gd name="connsiteY5" fmla="*/ 1800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5" h="28575">
                  <a:moveTo>
                    <a:pt x="36004" y="18002"/>
                  </a:moveTo>
                  <a:cubicBezTo>
                    <a:pt x="36004" y="27908"/>
                    <a:pt x="28004" y="36004"/>
                    <a:pt x="18002" y="36004"/>
                  </a:cubicBezTo>
                  <a:cubicBezTo>
                    <a:pt x="8096" y="36004"/>
                    <a:pt x="0" y="28004"/>
                    <a:pt x="0" y="18002"/>
                  </a:cubicBezTo>
                  <a:cubicBezTo>
                    <a:pt x="0" y="8096"/>
                    <a:pt x="8001" y="0"/>
                    <a:pt x="18002" y="0"/>
                  </a:cubicBezTo>
                  <a:cubicBezTo>
                    <a:pt x="28004" y="95"/>
                    <a:pt x="36004" y="8096"/>
                    <a:pt x="36004" y="18002"/>
                  </a:cubicBezTo>
                  <a:lnTo>
                    <a:pt x="36004" y="18002"/>
                  </a:lnTo>
                  <a:close/>
                </a:path>
              </a:pathLst>
            </a:custGeom>
            <a:grpFill/>
            <a:ln w="9525" cap="flat">
              <a:noFill/>
              <a:prstDash val="solid"/>
              <a:miter/>
            </a:ln>
          </p:spPr>
          <p:txBody>
            <a:bodyPr rtlCol="0" anchor="ctr"/>
            <a:lstStyle/>
            <a:p>
              <a:endParaRPr lang="en-ID"/>
            </a:p>
          </p:txBody>
        </p:sp>
        <p:sp>
          <p:nvSpPr>
            <p:cNvPr id="119" name="Freeform: Shape 118">
              <a:extLst>
                <a:ext uri="{FF2B5EF4-FFF2-40B4-BE49-F238E27FC236}">
                  <a16:creationId xmlns:a16="http://schemas.microsoft.com/office/drawing/2014/main" id="{6BE7E390-DA44-8725-7BF3-589DAF031746}"/>
                </a:ext>
              </a:extLst>
            </p:cNvPr>
            <p:cNvSpPr/>
            <p:nvPr/>
          </p:nvSpPr>
          <p:spPr>
            <a:xfrm>
              <a:off x="9294161" y="4741759"/>
              <a:ext cx="142875" cy="142875"/>
            </a:xfrm>
            <a:custGeom>
              <a:avLst/>
              <a:gdLst>
                <a:gd name="connsiteX0" fmla="*/ 113109 w 142875"/>
                <a:gd name="connsiteY0" fmla="*/ 5215 h 142875"/>
                <a:gd name="connsiteX1" fmla="*/ 5286 w 142875"/>
                <a:gd name="connsiteY1" fmla="*/ 113038 h 142875"/>
                <a:gd name="connsiteX2" fmla="*/ 5286 w 142875"/>
                <a:gd name="connsiteY2" fmla="*/ 138469 h 142875"/>
                <a:gd name="connsiteX3" fmla="*/ 30718 w 142875"/>
                <a:gd name="connsiteY3" fmla="*/ 138469 h 142875"/>
                <a:gd name="connsiteX4" fmla="*/ 138541 w 142875"/>
                <a:gd name="connsiteY4" fmla="*/ 30647 h 142875"/>
                <a:gd name="connsiteX5" fmla="*/ 138541 w 142875"/>
                <a:gd name="connsiteY5" fmla="*/ 5215 h 142875"/>
                <a:gd name="connsiteX6" fmla="*/ 113109 w 142875"/>
                <a:gd name="connsiteY6" fmla="*/ 5215 h 142875"/>
                <a:gd name="connsiteX7" fmla="*/ 113109 w 142875"/>
                <a:gd name="connsiteY7" fmla="*/ 5215 h 142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75" h="142875">
                  <a:moveTo>
                    <a:pt x="113109" y="5215"/>
                  </a:moveTo>
                  <a:lnTo>
                    <a:pt x="5286" y="113038"/>
                  </a:lnTo>
                  <a:cubicBezTo>
                    <a:pt x="-1762" y="120086"/>
                    <a:pt x="-1762" y="131421"/>
                    <a:pt x="5286" y="138469"/>
                  </a:cubicBezTo>
                  <a:cubicBezTo>
                    <a:pt x="12335" y="145518"/>
                    <a:pt x="23669" y="145518"/>
                    <a:pt x="30718" y="138469"/>
                  </a:cubicBezTo>
                  <a:lnTo>
                    <a:pt x="138541" y="30647"/>
                  </a:lnTo>
                  <a:cubicBezTo>
                    <a:pt x="145589" y="23598"/>
                    <a:pt x="145589" y="12263"/>
                    <a:pt x="138541" y="5215"/>
                  </a:cubicBezTo>
                  <a:cubicBezTo>
                    <a:pt x="131493" y="-1738"/>
                    <a:pt x="120062" y="-1738"/>
                    <a:pt x="113109" y="5215"/>
                  </a:cubicBezTo>
                  <a:lnTo>
                    <a:pt x="113109" y="5215"/>
                  </a:lnTo>
                  <a:close/>
                </a:path>
              </a:pathLst>
            </a:custGeom>
            <a:grpFill/>
            <a:ln w="9525" cap="flat">
              <a:noFill/>
              <a:prstDash val="solid"/>
              <a:miter/>
            </a:ln>
          </p:spPr>
          <p:txBody>
            <a:bodyPr rtlCol="0" anchor="ctr"/>
            <a:lstStyle/>
            <a:p>
              <a:endParaRPr lang="en-ID"/>
            </a:p>
          </p:txBody>
        </p:sp>
      </p:grpSp>
      <p:grpSp>
        <p:nvGrpSpPr>
          <p:cNvPr id="120" name="Group 119">
            <a:extLst>
              <a:ext uri="{FF2B5EF4-FFF2-40B4-BE49-F238E27FC236}">
                <a16:creationId xmlns:a16="http://schemas.microsoft.com/office/drawing/2014/main" id="{0765752A-6E2C-9C90-AE81-2439BF2E0E27}"/>
              </a:ext>
            </a:extLst>
          </p:cNvPr>
          <p:cNvGrpSpPr/>
          <p:nvPr/>
        </p:nvGrpSpPr>
        <p:grpSpPr>
          <a:xfrm>
            <a:off x="9287263" y="4074513"/>
            <a:ext cx="376723" cy="430538"/>
            <a:chOff x="5826192" y="1489483"/>
            <a:chExt cx="539614" cy="616698"/>
          </a:xfrm>
        </p:grpSpPr>
        <p:sp>
          <p:nvSpPr>
            <p:cNvPr id="121" name="Freeform: Shape 120">
              <a:extLst>
                <a:ext uri="{FF2B5EF4-FFF2-40B4-BE49-F238E27FC236}">
                  <a16:creationId xmlns:a16="http://schemas.microsoft.com/office/drawing/2014/main" id="{4D6E2CF4-FB9A-AF94-8040-A54E71081846}"/>
                </a:ext>
              </a:extLst>
            </p:cNvPr>
            <p:cNvSpPr/>
            <p:nvPr/>
          </p:nvSpPr>
          <p:spPr>
            <a:xfrm>
              <a:off x="5935126" y="1562379"/>
              <a:ext cx="250535" cy="250534"/>
            </a:xfrm>
            <a:custGeom>
              <a:avLst/>
              <a:gdLst>
                <a:gd name="connsiteX0" fmla="*/ 30813 w 247650"/>
                <a:gd name="connsiteY0" fmla="*/ 138732 h 247650"/>
                <a:gd name="connsiteX1" fmla="*/ 36052 w 247650"/>
                <a:gd name="connsiteY1" fmla="*/ 133493 h 247650"/>
                <a:gd name="connsiteX2" fmla="*/ 36052 w 247650"/>
                <a:gd name="connsiteY2" fmla="*/ 234077 h 247650"/>
                <a:gd name="connsiteX3" fmla="*/ 54054 w 247650"/>
                <a:gd name="connsiteY3" fmla="*/ 252079 h 247650"/>
                <a:gd name="connsiteX4" fmla="*/ 198072 w 247650"/>
                <a:gd name="connsiteY4" fmla="*/ 252079 h 247650"/>
                <a:gd name="connsiteX5" fmla="*/ 216075 w 247650"/>
                <a:gd name="connsiteY5" fmla="*/ 234077 h 247650"/>
                <a:gd name="connsiteX6" fmla="*/ 216075 w 247650"/>
                <a:gd name="connsiteY6" fmla="*/ 133493 h 247650"/>
                <a:gd name="connsiteX7" fmla="*/ 221313 w 247650"/>
                <a:gd name="connsiteY7" fmla="*/ 138732 h 247650"/>
                <a:gd name="connsiteX8" fmla="*/ 246745 w 247650"/>
                <a:gd name="connsiteY8" fmla="*/ 138732 h 247650"/>
                <a:gd name="connsiteX9" fmla="*/ 246745 w 247650"/>
                <a:gd name="connsiteY9" fmla="*/ 113300 h 247650"/>
                <a:gd name="connsiteX10" fmla="*/ 138732 w 247650"/>
                <a:gd name="connsiteY10" fmla="*/ 5286 h 247650"/>
                <a:gd name="connsiteX11" fmla="*/ 113299 w 247650"/>
                <a:gd name="connsiteY11" fmla="*/ 5286 h 247650"/>
                <a:gd name="connsiteX12" fmla="*/ 5286 w 247650"/>
                <a:gd name="connsiteY12" fmla="*/ 113300 h 247650"/>
                <a:gd name="connsiteX13" fmla="*/ 5286 w 247650"/>
                <a:gd name="connsiteY13" fmla="*/ 138732 h 247650"/>
                <a:gd name="connsiteX14" fmla="*/ 30813 w 247650"/>
                <a:gd name="connsiteY14" fmla="*/ 138732 h 247650"/>
                <a:gd name="connsiteX15" fmla="*/ 30813 w 247650"/>
                <a:gd name="connsiteY15" fmla="*/ 138732 h 247650"/>
                <a:gd name="connsiteX16" fmla="*/ 126159 w 247650"/>
                <a:gd name="connsiteY16" fmla="*/ 43482 h 247650"/>
                <a:gd name="connsiteX17" fmla="*/ 180165 w 247650"/>
                <a:gd name="connsiteY17" fmla="*/ 97489 h 247650"/>
                <a:gd name="connsiteX18" fmla="*/ 180165 w 247650"/>
                <a:gd name="connsiteY18" fmla="*/ 216075 h 247650"/>
                <a:gd name="connsiteX19" fmla="*/ 144161 w 247650"/>
                <a:gd name="connsiteY19" fmla="*/ 216075 h 247650"/>
                <a:gd name="connsiteX20" fmla="*/ 144161 w 247650"/>
                <a:gd name="connsiteY20" fmla="*/ 162068 h 247650"/>
                <a:gd name="connsiteX21" fmla="*/ 126159 w 247650"/>
                <a:gd name="connsiteY21" fmla="*/ 144066 h 247650"/>
                <a:gd name="connsiteX22" fmla="*/ 108156 w 247650"/>
                <a:gd name="connsiteY22" fmla="*/ 162068 h 247650"/>
                <a:gd name="connsiteX23" fmla="*/ 108156 w 247650"/>
                <a:gd name="connsiteY23" fmla="*/ 216075 h 247650"/>
                <a:gd name="connsiteX24" fmla="*/ 72152 w 247650"/>
                <a:gd name="connsiteY24" fmla="*/ 216075 h 247650"/>
                <a:gd name="connsiteX25" fmla="*/ 72152 w 247650"/>
                <a:gd name="connsiteY25" fmla="*/ 97489 h 247650"/>
                <a:gd name="connsiteX26" fmla="*/ 126159 w 247650"/>
                <a:gd name="connsiteY26" fmla="*/ 43482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47650" h="247650">
                  <a:moveTo>
                    <a:pt x="30813" y="138732"/>
                  </a:moveTo>
                  <a:lnTo>
                    <a:pt x="36052" y="133493"/>
                  </a:lnTo>
                  <a:lnTo>
                    <a:pt x="36052" y="234077"/>
                  </a:lnTo>
                  <a:cubicBezTo>
                    <a:pt x="36052" y="243983"/>
                    <a:pt x="44148" y="252079"/>
                    <a:pt x="54054" y="252079"/>
                  </a:cubicBezTo>
                  <a:lnTo>
                    <a:pt x="198072" y="252079"/>
                  </a:lnTo>
                  <a:cubicBezTo>
                    <a:pt x="207978" y="252079"/>
                    <a:pt x="216075" y="243983"/>
                    <a:pt x="216075" y="234077"/>
                  </a:cubicBezTo>
                  <a:lnTo>
                    <a:pt x="216075" y="133493"/>
                  </a:lnTo>
                  <a:lnTo>
                    <a:pt x="221313" y="138732"/>
                  </a:lnTo>
                  <a:cubicBezTo>
                    <a:pt x="228362" y="145780"/>
                    <a:pt x="239696" y="145780"/>
                    <a:pt x="246745" y="138732"/>
                  </a:cubicBezTo>
                  <a:cubicBezTo>
                    <a:pt x="253793" y="131683"/>
                    <a:pt x="253793" y="120348"/>
                    <a:pt x="246745" y="113300"/>
                  </a:cubicBezTo>
                  <a:lnTo>
                    <a:pt x="138732" y="5286"/>
                  </a:lnTo>
                  <a:cubicBezTo>
                    <a:pt x="131683" y="-1762"/>
                    <a:pt x="120348" y="-1762"/>
                    <a:pt x="113299" y="5286"/>
                  </a:cubicBezTo>
                  <a:cubicBezTo>
                    <a:pt x="107013" y="11573"/>
                    <a:pt x="11573" y="107014"/>
                    <a:pt x="5286" y="113300"/>
                  </a:cubicBezTo>
                  <a:cubicBezTo>
                    <a:pt x="-1762" y="120348"/>
                    <a:pt x="-1762" y="131683"/>
                    <a:pt x="5286" y="138732"/>
                  </a:cubicBezTo>
                  <a:cubicBezTo>
                    <a:pt x="12430" y="145780"/>
                    <a:pt x="23860" y="145780"/>
                    <a:pt x="30813" y="138732"/>
                  </a:cubicBezTo>
                  <a:lnTo>
                    <a:pt x="30813" y="138732"/>
                  </a:lnTo>
                  <a:close/>
                  <a:moveTo>
                    <a:pt x="126159" y="43482"/>
                  </a:moveTo>
                  <a:lnTo>
                    <a:pt x="180165" y="97489"/>
                  </a:lnTo>
                  <a:lnTo>
                    <a:pt x="180165" y="216075"/>
                  </a:lnTo>
                  <a:lnTo>
                    <a:pt x="144161" y="216075"/>
                  </a:lnTo>
                  <a:lnTo>
                    <a:pt x="144161" y="162068"/>
                  </a:lnTo>
                  <a:cubicBezTo>
                    <a:pt x="144161" y="152162"/>
                    <a:pt x="136064" y="144066"/>
                    <a:pt x="126159" y="144066"/>
                  </a:cubicBezTo>
                  <a:cubicBezTo>
                    <a:pt x="116253" y="144066"/>
                    <a:pt x="108156" y="152162"/>
                    <a:pt x="108156" y="162068"/>
                  </a:cubicBezTo>
                  <a:lnTo>
                    <a:pt x="108156" y="216075"/>
                  </a:lnTo>
                  <a:lnTo>
                    <a:pt x="72152" y="216075"/>
                  </a:lnTo>
                  <a:lnTo>
                    <a:pt x="72152" y="97489"/>
                  </a:lnTo>
                  <a:lnTo>
                    <a:pt x="126159" y="43482"/>
                  </a:lnTo>
                  <a:close/>
                </a:path>
              </a:pathLst>
            </a:custGeom>
            <a:solidFill>
              <a:schemeClr val="bg1"/>
            </a:solidFill>
            <a:ln w="9525" cap="flat">
              <a:noFill/>
              <a:prstDash val="solid"/>
              <a:miter/>
            </a:ln>
          </p:spPr>
          <p:txBody>
            <a:bodyPr rtlCol="0" anchor="ctr"/>
            <a:lstStyle/>
            <a:p>
              <a:endParaRPr lang="en-ID"/>
            </a:p>
          </p:txBody>
        </p:sp>
        <p:sp>
          <p:nvSpPr>
            <p:cNvPr id="122" name="Freeform: Shape 121">
              <a:extLst>
                <a:ext uri="{FF2B5EF4-FFF2-40B4-BE49-F238E27FC236}">
                  <a16:creationId xmlns:a16="http://schemas.microsoft.com/office/drawing/2014/main" id="{276D0049-710E-EC43-CFEC-27E69BD4FEE7}"/>
                </a:ext>
              </a:extLst>
            </p:cNvPr>
            <p:cNvSpPr/>
            <p:nvPr/>
          </p:nvSpPr>
          <p:spPr>
            <a:xfrm>
              <a:off x="6044542" y="1635275"/>
              <a:ext cx="28908" cy="28908"/>
            </a:xfrm>
            <a:custGeom>
              <a:avLst/>
              <a:gdLst>
                <a:gd name="connsiteX0" fmla="*/ 36005 w 28575"/>
                <a:gd name="connsiteY0" fmla="*/ 18002 h 28575"/>
                <a:gd name="connsiteX1" fmla="*/ 18002 w 28575"/>
                <a:gd name="connsiteY1" fmla="*/ 36004 h 28575"/>
                <a:gd name="connsiteX2" fmla="*/ 0 w 28575"/>
                <a:gd name="connsiteY2" fmla="*/ 18002 h 28575"/>
                <a:gd name="connsiteX3" fmla="*/ 18002 w 28575"/>
                <a:gd name="connsiteY3" fmla="*/ 0 h 28575"/>
                <a:gd name="connsiteX4" fmla="*/ 36005 w 28575"/>
                <a:gd name="connsiteY4" fmla="*/ 18002 h 28575"/>
                <a:gd name="connsiteX5" fmla="*/ 36005 w 28575"/>
                <a:gd name="connsiteY5" fmla="*/ 1800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75" h="28575">
                  <a:moveTo>
                    <a:pt x="36005" y="18002"/>
                  </a:moveTo>
                  <a:cubicBezTo>
                    <a:pt x="36005" y="27908"/>
                    <a:pt x="27908" y="36004"/>
                    <a:pt x="18002" y="36004"/>
                  </a:cubicBezTo>
                  <a:cubicBezTo>
                    <a:pt x="8097" y="36004"/>
                    <a:pt x="0" y="27908"/>
                    <a:pt x="0" y="18002"/>
                  </a:cubicBezTo>
                  <a:cubicBezTo>
                    <a:pt x="0" y="8096"/>
                    <a:pt x="8097" y="0"/>
                    <a:pt x="18002" y="0"/>
                  </a:cubicBezTo>
                  <a:cubicBezTo>
                    <a:pt x="27908" y="0"/>
                    <a:pt x="36005" y="8001"/>
                    <a:pt x="36005" y="18002"/>
                  </a:cubicBezTo>
                  <a:lnTo>
                    <a:pt x="36005" y="18002"/>
                  </a:lnTo>
                  <a:close/>
                </a:path>
              </a:pathLst>
            </a:custGeom>
            <a:solidFill>
              <a:schemeClr val="bg1"/>
            </a:solidFill>
            <a:ln w="9525" cap="flat">
              <a:noFill/>
              <a:prstDash val="solid"/>
              <a:miter/>
            </a:ln>
          </p:spPr>
          <p:txBody>
            <a:bodyPr rtlCol="0" anchor="ctr"/>
            <a:lstStyle/>
            <a:p>
              <a:endParaRPr lang="en-ID"/>
            </a:p>
          </p:txBody>
        </p:sp>
        <p:sp>
          <p:nvSpPr>
            <p:cNvPr id="123" name="Freeform: Shape 122">
              <a:extLst>
                <a:ext uri="{FF2B5EF4-FFF2-40B4-BE49-F238E27FC236}">
                  <a16:creationId xmlns:a16="http://schemas.microsoft.com/office/drawing/2014/main" id="{4AB7B64C-5A44-B5F6-1091-765291418A05}"/>
                </a:ext>
              </a:extLst>
            </p:cNvPr>
            <p:cNvSpPr/>
            <p:nvPr/>
          </p:nvSpPr>
          <p:spPr>
            <a:xfrm>
              <a:off x="5826192" y="1489483"/>
              <a:ext cx="539614" cy="616698"/>
            </a:xfrm>
            <a:custGeom>
              <a:avLst/>
              <a:gdLst>
                <a:gd name="connsiteX0" fmla="*/ 71914 w 533400"/>
                <a:gd name="connsiteY0" fmla="*/ 596457 h 609600"/>
                <a:gd name="connsiteX1" fmla="*/ 89821 w 533400"/>
                <a:gd name="connsiteY1" fmla="*/ 614459 h 609600"/>
                <a:gd name="connsiteX2" fmla="*/ 305848 w 533400"/>
                <a:gd name="connsiteY2" fmla="*/ 614459 h 609600"/>
                <a:gd name="connsiteX3" fmla="*/ 323850 w 533400"/>
                <a:gd name="connsiteY3" fmla="*/ 596457 h 609600"/>
                <a:gd name="connsiteX4" fmla="*/ 323850 w 533400"/>
                <a:gd name="connsiteY4" fmla="*/ 538735 h 609600"/>
                <a:gd name="connsiteX5" fmla="*/ 341852 w 533400"/>
                <a:gd name="connsiteY5" fmla="*/ 539973 h 609600"/>
                <a:gd name="connsiteX6" fmla="*/ 449866 w 533400"/>
                <a:gd name="connsiteY6" fmla="*/ 539973 h 609600"/>
                <a:gd name="connsiteX7" fmla="*/ 467868 w 533400"/>
                <a:gd name="connsiteY7" fmla="*/ 521971 h 609600"/>
                <a:gd name="connsiteX8" fmla="*/ 467868 w 533400"/>
                <a:gd name="connsiteY8" fmla="*/ 395955 h 609600"/>
                <a:gd name="connsiteX9" fmla="*/ 521875 w 533400"/>
                <a:gd name="connsiteY9" fmla="*/ 395955 h 609600"/>
                <a:gd name="connsiteX10" fmla="*/ 538544 w 533400"/>
                <a:gd name="connsiteY10" fmla="*/ 384811 h 609600"/>
                <a:gd name="connsiteX11" fmla="*/ 534639 w 533400"/>
                <a:gd name="connsiteY11" fmla="*/ 365190 h 609600"/>
                <a:gd name="connsiteX12" fmla="*/ 513588 w 533400"/>
                <a:gd name="connsiteY12" fmla="*/ 344139 h 609600"/>
                <a:gd name="connsiteX13" fmla="*/ 467678 w 533400"/>
                <a:gd name="connsiteY13" fmla="*/ 230792 h 609600"/>
                <a:gd name="connsiteX14" fmla="*/ 262605 w 533400"/>
                <a:gd name="connsiteY14" fmla="*/ 1716 h 609600"/>
                <a:gd name="connsiteX15" fmla="*/ 0 w 533400"/>
                <a:gd name="connsiteY15" fmla="*/ 234030 h 609600"/>
                <a:gd name="connsiteX16" fmla="*/ 37814 w 533400"/>
                <a:gd name="connsiteY16" fmla="*/ 361570 h 609600"/>
                <a:gd name="connsiteX17" fmla="*/ 72199 w 533400"/>
                <a:gd name="connsiteY17" fmla="*/ 557690 h 609600"/>
                <a:gd name="connsiteX18" fmla="*/ 71914 w 533400"/>
                <a:gd name="connsiteY18" fmla="*/ 596457 h 609600"/>
                <a:gd name="connsiteX19" fmla="*/ 71914 w 533400"/>
                <a:gd name="connsiteY19" fmla="*/ 596457 h 609600"/>
                <a:gd name="connsiteX20" fmla="*/ 67723 w 533400"/>
                <a:gd name="connsiteY20" fmla="*/ 341949 h 609600"/>
                <a:gd name="connsiteX21" fmla="*/ 35814 w 533400"/>
                <a:gd name="connsiteY21" fmla="*/ 234030 h 609600"/>
                <a:gd name="connsiteX22" fmla="*/ 258128 w 533400"/>
                <a:gd name="connsiteY22" fmla="*/ 37530 h 609600"/>
                <a:gd name="connsiteX23" fmla="*/ 431768 w 533400"/>
                <a:gd name="connsiteY23" fmla="*/ 242794 h 609600"/>
                <a:gd name="connsiteX24" fmla="*/ 478917 w 533400"/>
                <a:gd name="connsiteY24" fmla="*/ 360046 h 609600"/>
                <a:gd name="connsiteX25" fmla="*/ 449771 w 533400"/>
                <a:gd name="connsiteY25" fmla="*/ 360046 h 609600"/>
                <a:gd name="connsiteX26" fmla="*/ 431768 w 533400"/>
                <a:gd name="connsiteY26" fmla="*/ 378048 h 609600"/>
                <a:gd name="connsiteX27" fmla="*/ 431768 w 533400"/>
                <a:gd name="connsiteY27" fmla="*/ 432055 h 609600"/>
                <a:gd name="connsiteX28" fmla="*/ 428721 w 533400"/>
                <a:gd name="connsiteY28" fmla="*/ 432055 h 609600"/>
                <a:gd name="connsiteX29" fmla="*/ 354521 w 533400"/>
                <a:gd name="connsiteY29" fmla="*/ 401289 h 609600"/>
                <a:gd name="connsiteX30" fmla="*/ 329089 w 533400"/>
                <a:gd name="connsiteY30" fmla="*/ 401289 h 609600"/>
                <a:gd name="connsiteX31" fmla="*/ 329089 w 533400"/>
                <a:gd name="connsiteY31" fmla="*/ 426721 h 609600"/>
                <a:gd name="connsiteX32" fmla="*/ 428721 w 533400"/>
                <a:gd name="connsiteY32" fmla="*/ 467964 h 609600"/>
                <a:gd name="connsiteX33" fmla="*/ 431768 w 533400"/>
                <a:gd name="connsiteY33" fmla="*/ 467964 h 609600"/>
                <a:gd name="connsiteX34" fmla="*/ 431768 w 533400"/>
                <a:gd name="connsiteY34" fmla="*/ 503969 h 609600"/>
                <a:gd name="connsiteX35" fmla="*/ 341757 w 533400"/>
                <a:gd name="connsiteY35" fmla="*/ 503969 h 609600"/>
                <a:gd name="connsiteX36" fmla="*/ 251746 w 533400"/>
                <a:gd name="connsiteY36" fmla="*/ 413958 h 609600"/>
                <a:gd name="connsiteX37" fmla="*/ 233744 w 533400"/>
                <a:gd name="connsiteY37" fmla="*/ 395955 h 609600"/>
                <a:gd name="connsiteX38" fmla="*/ 215741 w 533400"/>
                <a:gd name="connsiteY38" fmla="*/ 413958 h 609600"/>
                <a:gd name="connsiteX39" fmla="*/ 287750 w 533400"/>
                <a:gd name="connsiteY39" fmla="*/ 527781 h 609600"/>
                <a:gd name="connsiteX40" fmla="*/ 287750 w 533400"/>
                <a:gd name="connsiteY40" fmla="*/ 578359 h 609600"/>
                <a:gd name="connsiteX41" fmla="*/ 107728 w 533400"/>
                <a:gd name="connsiteY41" fmla="*/ 578359 h 609600"/>
                <a:gd name="connsiteX42" fmla="*/ 107633 w 533400"/>
                <a:gd name="connsiteY42" fmla="*/ 558262 h 609600"/>
                <a:gd name="connsiteX43" fmla="*/ 67723 w 533400"/>
                <a:gd name="connsiteY43" fmla="*/ 341949 h 609600"/>
                <a:gd name="connsiteX44" fmla="*/ 67723 w 533400"/>
                <a:gd name="connsiteY44" fmla="*/ 341949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33400" h="609600">
                  <a:moveTo>
                    <a:pt x="71914" y="596457"/>
                  </a:moveTo>
                  <a:cubicBezTo>
                    <a:pt x="71914" y="606363"/>
                    <a:pt x="79820" y="614459"/>
                    <a:pt x="89821" y="614459"/>
                  </a:cubicBezTo>
                  <a:lnTo>
                    <a:pt x="305848" y="614459"/>
                  </a:lnTo>
                  <a:cubicBezTo>
                    <a:pt x="315754" y="614459"/>
                    <a:pt x="323850" y="606363"/>
                    <a:pt x="323850" y="596457"/>
                  </a:cubicBezTo>
                  <a:lnTo>
                    <a:pt x="323850" y="538735"/>
                  </a:lnTo>
                  <a:cubicBezTo>
                    <a:pt x="329756" y="539593"/>
                    <a:pt x="335757" y="539973"/>
                    <a:pt x="341852" y="539973"/>
                  </a:cubicBezTo>
                  <a:lnTo>
                    <a:pt x="449866" y="539973"/>
                  </a:lnTo>
                  <a:cubicBezTo>
                    <a:pt x="459772" y="539973"/>
                    <a:pt x="467868" y="531877"/>
                    <a:pt x="467868" y="521971"/>
                  </a:cubicBezTo>
                  <a:lnTo>
                    <a:pt x="467868" y="395955"/>
                  </a:lnTo>
                  <a:lnTo>
                    <a:pt x="521875" y="395955"/>
                  </a:lnTo>
                  <a:cubicBezTo>
                    <a:pt x="529114" y="395955"/>
                    <a:pt x="535686" y="391574"/>
                    <a:pt x="538544" y="384811"/>
                  </a:cubicBezTo>
                  <a:cubicBezTo>
                    <a:pt x="541306" y="378048"/>
                    <a:pt x="539782" y="370333"/>
                    <a:pt x="534639" y="365190"/>
                  </a:cubicBezTo>
                  <a:lnTo>
                    <a:pt x="513588" y="344139"/>
                  </a:lnTo>
                  <a:cubicBezTo>
                    <a:pt x="464534" y="295086"/>
                    <a:pt x="469107" y="238603"/>
                    <a:pt x="467678" y="230792"/>
                  </a:cubicBezTo>
                  <a:cubicBezTo>
                    <a:pt x="462153" y="115539"/>
                    <a:pt x="377381" y="15432"/>
                    <a:pt x="262605" y="1716"/>
                  </a:cubicBezTo>
                  <a:cubicBezTo>
                    <a:pt x="120301" y="-15239"/>
                    <a:pt x="0" y="95728"/>
                    <a:pt x="0" y="234030"/>
                  </a:cubicBezTo>
                  <a:cubicBezTo>
                    <a:pt x="0" y="279465"/>
                    <a:pt x="13049" y="323565"/>
                    <a:pt x="37814" y="361570"/>
                  </a:cubicBezTo>
                  <a:cubicBezTo>
                    <a:pt x="74867" y="418435"/>
                    <a:pt x="73342" y="486062"/>
                    <a:pt x="72199" y="557690"/>
                  </a:cubicBezTo>
                  <a:cubicBezTo>
                    <a:pt x="71723" y="570358"/>
                    <a:pt x="71914" y="583503"/>
                    <a:pt x="71914" y="596457"/>
                  </a:cubicBezTo>
                  <a:lnTo>
                    <a:pt x="71914" y="596457"/>
                  </a:lnTo>
                  <a:close/>
                  <a:moveTo>
                    <a:pt x="67723" y="341949"/>
                  </a:moveTo>
                  <a:cubicBezTo>
                    <a:pt x="46863" y="309849"/>
                    <a:pt x="35814" y="272512"/>
                    <a:pt x="35814" y="234030"/>
                  </a:cubicBezTo>
                  <a:cubicBezTo>
                    <a:pt x="35814" y="118873"/>
                    <a:pt x="135636" y="22956"/>
                    <a:pt x="258128" y="37530"/>
                  </a:cubicBezTo>
                  <a:cubicBezTo>
                    <a:pt x="357092" y="49341"/>
                    <a:pt x="431768" y="137542"/>
                    <a:pt x="431768" y="242794"/>
                  </a:cubicBezTo>
                  <a:cubicBezTo>
                    <a:pt x="433864" y="284608"/>
                    <a:pt x="449294" y="326137"/>
                    <a:pt x="478917" y="360046"/>
                  </a:cubicBezTo>
                  <a:lnTo>
                    <a:pt x="449771" y="360046"/>
                  </a:lnTo>
                  <a:cubicBezTo>
                    <a:pt x="439865" y="360046"/>
                    <a:pt x="431768" y="368143"/>
                    <a:pt x="431768" y="378048"/>
                  </a:cubicBezTo>
                  <a:lnTo>
                    <a:pt x="431768" y="432055"/>
                  </a:lnTo>
                  <a:lnTo>
                    <a:pt x="428721" y="432055"/>
                  </a:lnTo>
                  <a:cubicBezTo>
                    <a:pt x="400717" y="432055"/>
                    <a:pt x="374333" y="421102"/>
                    <a:pt x="354521" y="401289"/>
                  </a:cubicBezTo>
                  <a:cubicBezTo>
                    <a:pt x="347472" y="394241"/>
                    <a:pt x="336137" y="394241"/>
                    <a:pt x="329089" y="401289"/>
                  </a:cubicBezTo>
                  <a:cubicBezTo>
                    <a:pt x="322041" y="408338"/>
                    <a:pt x="322041" y="419673"/>
                    <a:pt x="329089" y="426721"/>
                  </a:cubicBezTo>
                  <a:cubicBezTo>
                    <a:pt x="355663" y="453296"/>
                    <a:pt x="391097" y="467964"/>
                    <a:pt x="428721" y="467964"/>
                  </a:cubicBezTo>
                  <a:lnTo>
                    <a:pt x="431768" y="467964"/>
                  </a:lnTo>
                  <a:lnTo>
                    <a:pt x="431768" y="503969"/>
                  </a:lnTo>
                  <a:lnTo>
                    <a:pt x="341757" y="503969"/>
                  </a:lnTo>
                  <a:cubicBezTo>
                    <a:pt x="292132" y="503969"/>
                    <a:pt x="251746" y="463583"/>
                    <a:pt x="251746" y="413958"/>
                  </a:cubicBezTo>
                  <a:cubicBezTo>
                    <a:pt x="251746" y="404052"/>
                    <a:pt x="243649" y="395955"/>
                    <a:pt x="233744" y="395955"/>
                  </a:cubicBezTo>
                  <a:cubicBezTo>
                    <a:pt x="223838" y="395955"/>
                    <a:pt x="215741" y="404052"/>
                    <a:pt x="215741" y="413958"/>
                  </a:cubicBezTo>
                  <a:cubicBezTo>
                    <a:pt x="215741" y="464154"/>
                    <a:pt x="245174" y="507493"/>
                    <a:pt x="287750" y="527781"/>
                  </a:cubicBezTo>
                  <a:lnTo>
                    <a:pt x="287750" y="578359"/>
                  </a:lnTo>
                  <a:lnTo>
                    <a:pt x="107728" y="578359"/>
                  </a:lnTo>
                  <a:cubicBezTo>
                    <a:pt x="107823" y="571596"/>
                    <a:pt x="107537" y="564834"/>
                    <a:pt x="107633" y="558262"/>
                  </a:cubicBezTo>
                  <a:cubicBezTo>
                    <a:pt x="108966" y="484443"/>
                    <a:pt x="110776" y="408052"/>
                    <a:pt x="67723" y="341949"/>
                  </a:cubicBezTo>
                  <a:lnTo>
                    <a:pt x="67723" y="341949"/>
                  </a:lnTo>
                  <a:close/>
                </a:path>
              </a:pathLst>
            </a:custGeom>
            <a:solidFill>
              <a:schemeClr val="bg1"/>
            </a:solidFill>
            <a:ln w="9525" cap="flat">
              <a:noFill/>
              <a:prstDash val="solid"/>
              <a:miter/>
            </a:ln>
          </p:spPr>
          <p:txBody>
            <a:bodyPr rtlCol="0" anchor="ctr"/>
            <a:lstStyle/>
            <a:p>
              <a:endParaRPr lang="en-ID"/>
            </a:p>
          </p:txBody>
        </p:sp>
      </p:grpSp>
      <p:sp>
        <p:nvSpPr>
          <p:cNvPr id="136" name="Rectangle 135">
            <a:extLst>
              <a:ext uri="{FF2B5EF4-FFF2-40B4-BE49-F238E27FC236}">
                <a16:creationId xmlns:a16="http://schemas.microsoft.com/office/drawing/2014/main" id="{D3ADF3FA-0EED-A1C2-FFBC-89F14ABAAD93}"/>
              </a:ext>
            </a:extLst>
          </p:cNvPr>
          <p:cNvSpPr/>
          <p:nvPr/>
        </p:nvSpPr>
        <p:spPr>
          <a:xfrm>
            <a:off x="1322173" y="1843085"/>
            <a:ext cx="2994687" cy="1340752"/>
          </a:xfrm>
          <a:prstGeom prst="rect">
            <a:avLst/>
          </a:prstGeom>
        </p:spPr>
        <p:txBody>
          <a:bodyPr wrap="square">
            <a:spAutoFit/>
          </a:bodyPr>
          <a:lstStyle/>
          <a:p>
            <a:pPr>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37" name="Rectangle 136">
            <a:extLst>
              <a:ext uri="{FF2B5EF4-FFF2-40B4-BE49-F238E27FC236}">
                <a16:creationId xmlns:a16="http://schemas.microsoft.com/office/drawing/2014/main" id="{48AEA537-E818-8BE3-6311-032E2BA25E6D}"/>
              </a:ext>
            </a:extLst>
          </p:cNvPr>
          <p:cNvSpPr/>
          <p:nvPr/>
        </p:nvSpPr>
        <p:spPr>
          <a:xfrm>
            <a:off x="4609044" y="1834360"/>
            <a:ext cx="2994687" cy="1340752"/>
          </a:xfrm>
          <a:prstGeom prst="rect">
            <a:avLst/>
          </a:prstGeom>
        </p:spPr>
        <p:txBody>
          <a:bodyPr wrap="square">
            <a:spAutoFit/>
          </a:bodyPr>
          <a:lstStyle/>
          <a:p>
            <a:pPr>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38" name="Rectangle 137">
            <a:extLst>
              <a:ext uri="{FF2B5EF4-FFF2-40B4-BE49-F238E27FC236}">
                <a16:creationId xmlns:a16="http://schemas.microsoft.com/office/drawing/2014/main" id="{5C81EF69-1542-4D2D-2D6B-15A0CB4744AE}"/>
              </a:ext>
            </a:extLst>
          </p:cNvPr>
          <p:cNvSpPr/>
          <p:nvPr/>
        </p:nvSpPr>
        <p:spPr>
          <a:xfrm>
            <a:off x="8005554" y="1845553"/>
            <a:ext cx="2994687" cy="1340752"/>
          </a:xfrm>
          <a:prstGeom prst="rect">
            <a:avLst/>
          </a:prstGeom>
        </p:spPr>
        <p:txBody>
          <a:bodyPr wrap="square">
            <a:spAutoFit/>
          </a:bodyPr>
          <a:lstStyle/>
          <a:p>
            <a:pPr>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39" name="Rectangle 138">
            <a:extLst>
              <a:ext uri="{FF2B5EF4-FFF2-40B4-BE49-F238E27FC236}">
                <a16:creationId xmlns:a16="http://schemas.microsoft.com/office/drawing/2014/main" id="{1E0F6842-5E78-1AD5-DBA2-E2EA16B4FF91}"/>
              </a:ext>
            </a:extLst>
          </p:cNvPr>
          <p:cNvSpPr/>
          <p:nvPr/>
        </p:nvSpPr>
        <p:spPr>
          <a:xfrm>
            <a:off x="1250657" y="4748340"/>
            <a:ext cx="2994687" cy="1340752"/>
          </a:xfrm>
          <a:prstGeom prst="rect">
            <a:avLst/>
          </a:prstGeom>
        </p:spPr>
        <p:txBody>
          <a:bodyPr wrap="square">
            <a:spAutoFit/>
          </a:bodyPr>
          <a:lstStyle/>
          <a:p>
            <a:pPr>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40" name="Rectangle 139">
            <a:extLst>
              <a:ext uri="{FF2B5EF4-FFF2-40B4-BE49-F238E27FC236}">
                <a16:creationId xmlns:a16="http://schemas.microsoft.com/office/drawing/2014/main" id="{10DA6DD4-7F73-4151-91A0-D851826CA3F3}"/>
              </a:ext>
            </a:extLst>
          </p:cNvPr>
          <p:cNvSpPr/>
          <p:nvPr/>
        </p:nvSpPr>
        <p:spPr>
          <a:xfrm>
            <a:off x="4537528" y="4739615"/>
            <a:ext cx="2994687" cy="1340752"/>
          </a:xfrm>
          <a:prstGeom prst="rect">
            <a:avLst/>
          </a:prstGeom>
        </p:spPr>
        <p:txBody>
          <a:bodyPr wrap="square">
            <a:spAutoFit/>
          </a:bodyPr>
          <a:lstStyle/>
          <a:p>
            <a:pPr>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41" name="Rectangle 140">
            <a:extLst>
              <a:ext uri="{FF2B5EF4-FFF2-40B4-BE49-F238E27FC236}">
                <a16:creationId xmlns:a16="http://schemas.microsoft.com/office/drawing/2014/main" id="{D8CF5250-6B01-30E1-8AF4-56EEAAD46341}"/>
              </a:ext>
            </a:extLst>
          </p:cNvPr>
          <p:cNvSpPr/>
          <p:nvPr/>
        </p:nvSpPr>
        <p:spPr>
          <a:xfrm>
            <a:off x="7934038" y="4750808"/>
            <a:ext cx="2994687" cy="1340752"/>
          </a:xfrm>
          <a:prstGeom prst="rect">
            <a:avLst/>
          </a:prstGeom>
        </p:spPr>
        <p:txBody>
          <a:bodyPr wrap="square">
            <a:spAutoFit/>
          </a:bodyPr>
          <a:lstStyle/>
          <a:p>
            <a:pPr>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Tree>
    <p:extLst>
      <p:ext uri="{BB962C8B-B14F-4D97-AF65-F5344CB8AC3E}">
        <p14:creationId xmlns:p14="http://schemas.microsoft.com/office/powerpoint/2010/main" val="1487160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a:extLst>
              <a:ext uri="{FF2B5EF4-FFF2-40B4-BE49-F238E27FC236}">
                <a16:creationId xmlns:a16="http://schemas.microsoft.com/office/drawing/2014/main" id="{0E5A251B-DA65-8AD2-1439-C95EED193260}"/>
              </a:ext>
            </a:extLst>
          </p:cNvPr>
          <p:cNvSpPr txBox="1"/>
          <p:nvPr/>
        </p:nvSpPr>
        <p:spPr>
          <a:xfrm>
            <a:off x="2723813" y="689507"/>
            <a:ext cx="7162845"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TIMELINE</a:t>
            </a:r>
          </a:p>
        </p:txBody>
      </p:sp>
      <p:sp>
        <p:nvSpPr>
          <p:cNvPr id="2" name="Slide Number Placeholder 1">
            <a:extLst>
              <a:ext uri="{FF2B5EF4-FFF2-40B4-BE49-F238E27FC236}">
                <a16:creationId xmlns:a16="http://schemas.microsoft.com/office/drawing/2014/main" id="{F3862F99-6B8C-DC2B-60B5-69EDE19F1C53}"/>
              </a:ext>
            </a:extLst>
          </p:cNvPr>
          <p:cNvSpPr>
            <a:spLocks noGrp="1"/>
          </p:cNvSpPr>
          <p:nvPr>
            <p:ph type="sldNum" sz="quarter" idx="11"/>
          </p:nvPr>
        </p:nvSpPr>
        <p:spPr/>
        <p:txBody>
          <a:bodyPr/>
          <a:lstStyle/>
          <a:p>
            <a:fld id="{7737D3DD-0AB3-4F16-99FA-6262B2B4036D}" type="slidenum">
              <a:rPr lang="en-MY" smtClean="0"/>
              <a:t>26</a:t>
            </a:fld>
            <a:endParaRPr lang="en-MY"/>
          </a:p>
        </p:txBody>
      </p:sp>
      <p:cxnSp>
        <p:nvCxnSpPr>
          <p:cNvPr id="122" name="Straight Connector 121">
            <a:extLst>
              <a:ext uri="{FF2B5EF4-FFF2-40B4-BE49-F238E27FC236}">
                <a16:creationId xmlns:a16="http://schemas.microsoft.com/office/drawing/2014/main" id="{2960A700-B2FE-7693-CE72-7B8C9BD038DE}"/>
              </a:ext>
            </a:extLst>
          </p:cNvPr>
          <p:cNvCxnSpPr>
            <a:cxnSpLocks/>
          </p:cNvCxnSpPr>
          <p:nvPr/>
        </p:nvCxnSpPr>
        <p:spPr>
          <a:xfrm>
            <a:off x="1020820" y="4665393"/>
            <a:ext cx="9962490" cy="0"/>
          </a:xfrm>
          <a:prstGeom prst="line">
            <a:avLst/>
          </a:prstGeom>
          <a:ln w="63500" cap="rnd">
            <a:solidFill>
              <a:schemeClr val="bg2"/>
            </a:solidFill>
          </a:ln>
        </p:spPr>
        <p:style>
          <a:lnRef idx="1">
            <a:schemeClr val="accent1"/>
          </a:lnRef>
          <a:fillRef idx="0">
            <a:schemeClr val="accent1"/>
          </a:fillRef>
          <a:effectRef idx="0">
            <a:schemeClr val="accent1"/>
          </a:effectRef>
          <a:fontRef idx="minor">
            <a:schemeClr val="tx1"/>
          </a:fontRef>
        </p:style>
      </p:cxnSp>
      <p:sp>
        <p:nvSpPr>
          <p:cNvPr id="123" name="Oval 122">
            <a:extLst>
              <a:ext uri="{FF2B5EF4-FFF2-40B4-BE49-F238E27FC236}">
                <a16:creationId xmlns:a16="http://schemas.microsoft.com/office/drawing/2014/main" id="{46D90D59-1C57-18C2-DD91-FBEE5A328381}"/>
              </a:ext>
            </a:extLst>
          </p:cNvPr>
          <p:cNvSpPr/>
          <p:nvPr/>
        </p:nvSpPr>
        <p:spPr>
          <a:xfrm>
            <a:off x="1708062" y="4359718"/>
            <a:ext cx="611350" cy="611350"/>
          </a:xfrm>
          <a:prstGeom prst="ellipse">
            <a:avLst/>
          </a:prstGeom>
          <a:solidFill>
            <a:schemeClr val="accent1">
              <a:lumMod val="75000"/>
            </a:schemeClr>
          </a:solidFill>
          <a:ln w="381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400">
                <a:solidFill>
                  <a:schemeClr val="bg1"/>
                </a:solidFill>
              </a:rPr>
              <a:t>JAN</a:t>
            </a:r>
            <a:endParaRPr lang="en-US" sz="1400" dirty="0">
              <a:solidFill>
                <a:schemeClr val="bg1"/>
              </a:solidFill>
            </a:endParaRPr>
          </a:p>
        </p:txBody>
      </p:sp>
      <p:sp>
        <p:nvSpPr>
          <p:cNvPr id="124" name="Rectangle 123">
            <a:extLst>
              <a:ext uri="{FF2B5EF4-FFF2-40B4-BE49-F238E27FC236}">
                <a16:creationId xmlns:a16="http://schemas.microsoft.com/office/drawing/2014/main" id="{08991329-A0E2-AF8A-79ED-1DBE46BAD1DF}"/>
              </a:ext>
            </a:extLst>
          </p:cNvPr>
          <p:cNvSpPr/>
          <p:nvPr/>
        </p:nvSpPr>
        <p:spPr>
          <a:xfrm>
            <a:off x="1020820" y="1596908"/>
            <a:ext cx="1985835" cy="25948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879B04D0-51F6-2912-814D-8712D02413E8}"/>
              </a:ext>
            </a:extLst>
          </p:cNvPr>
          <p:cNvSpPr/>
          <p:nvPr/>
        </p:nvSpPr>
        <p:spPr>
          <a:xfrm>
            <a:off x="3761690" y="4359718"/>
            <a:ext cx="611350" cy="611350"/>
          </a:xfrm>
          <a:prstGeom prst="ellipse">
            <a:avLst/>
          </a:prstGeom>
          <a:solidFill>
            <a:schemeClr val="accent1">
              <a:lumMod val="75000"/>
            </a:schemeClr>
          </a:solidFill>
          <a:ln w="381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400">
                <a:solidFill>
                  <a:schemeClr val="bg1"/>
                </a:solidFill>
              </a:rPr>
              <a:t>FEB</a:t>
            </a:r>
            <a:endParaRPr lang="en-US" sz="1400" dirty="0">
              <a:solidFill>
                <a:schemeClr val="bg1"/>
              </a:solidFill>
            </a:endParaRPr>
          </a:p>
        </p:txBody>
      </p:sp>
      <p:sp>
        <p:nvSpPr>
          <p:cNvPr id="126" name="Rectangle 125">
            <a:extLst>
              <a:ext uri="{FF2B5EF4-FFF2-40B4-BE49-F238E27FC236}">
                <a16:creationId xmlns:a16="http://schemas.microsoft.com/office/drawing/2014/main" id="{2FF6CBED-3513-BA43-BC6B-928A4C4C5ABE}"/>
              </a:ext>
            </a:extLst>
          </p:cNvPr>
          <p:cNvSpPr/>
          <p:nvPr/>
        </p:nvSpPr>
        <p:spPr>
          <a:xfrm>
            <a:off x="3074448" y="1596908"/>
            <a:ext cx="1985835" cy="25948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A2B8C690-5A3A-8A1F-F814-7A75EFDFC1A2}"/>
              </a:ext>
            </a:extLst>
          </p:cNvPr>
          <p:cNvSpPr/>
          <p:nvPr/>
        </p:nvSpPr>
        <p:spPr>
          <a:xfrm>
            <a:off x="5815318" y="4359718"/>
            <a:ext cx="611350" cy="611350"/>
          </a:xfrm>
          <a:prstGeom prst="ellipse">
            <a:avLst/>
          </a:prstGeom>
          <a:solidFill>
            <a:schemeClr val="accent1">
              <a:lumMod val="75000"/>
            </a:schemeClr>
          </a:solidFill>
          <a:ln w="381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400">
                <a:solidFill>
                  <a:schemeClr val="bg1"/>
                </a:solidFill>
              </a:rPr>
              <a:t>MAR</a:t>
            </a:r>
            <a:endParaRPr lang="en-US" sz="1400" dirty="0">
              <a:solidFill>
                <a:schemeClr val="bg1"/>
              </a:solidFill>
            </a:endParaRPr>
          </a:p>
        </p:txBody>
      </p:sp>
      <p:sp>
        <p:nvSpPr>
          <p:cNvPr id="128" name="Rectangle 127">
            <a:extLst>
              <a:ext uri="{FF2B5EF4-FFF2-40B4-BE49-F238E27FC236}">
                <a16:creationId xmlns:a16="http://schemas.microsoft.com/office/drawing/2014/main" id="{41D33364-8F4F-E293-0A99-4B251B563317}"/>
              </a:ext>
            </a:extLst>
          </p:cNvPr>
          <p:cNvSpPr/>
          <p:nvPr/>
        </p:nvSpPr>
        <p:spPr>
          <a:xfrm>
            <a:off x="5128076" y="1596908"/>
            <a:ext cx="1985835" cy="25948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63C16F50-0C54-848F-FF68-74422133170C}"/>
              </a:ext>
            </a:extLst>
          </p:cNvPr>
          <p:cNvSpPr/>
          <p:nvPr/>
        </p:nvSpPr>
        <p:spPr>
          <a:xfrm>
            <a:off x="7868946" y="4359718"/>
            <a:ext cx="611350" cy="611350"/>
          </a:xfrm>
          <a:prstGeom prst="ellipse">
            <a:avLst/>
          </a:prstGeom>
          <a:solidFill>
            <a:schemeClr val="accent1">
              <a:lumMod val="75000"/>
            </a:schemeClr>
          </a:solidFill>
          <a:ln w="381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400">
                <a:solidFill>
                  <a:schemeClr val="bg1"/>
                </a:solidFill>
              </a:rPr>
              <a:t>APR</a:t>
            </a:r>
            <a:endParaRPr lang="en-US" sz="1400" dirty="0">
              <a:solidFill>
                <a:schemeClr val="bg1"/>
              </a:solidFill>
            </a:endParaRPr>
          </a:p>
        </p:txBody>
      </p:sp>
      <p:sp>
        <p:nvSpPr>
          <p:cNvPr id="130" name="Rectangle 129">
            <a:extLst>
              <a:ext uri="{FF2B5EF4-FFF2-40B4-BE49-F238E27FC236}">
                <a16:creationId xmlns:a16="http://schemas.microsoft.com/office/drawing/2014/main" id="{8CD02BF3-CBDF-821D-B627-C9DEE549EBD6}"/>
              </a:ext>
            </a:extLst>
          </p:cNvPr>
          <p:cNvSpPr/>
          <p:nvPr/>
        </p:nvSpPr>
        <p:spPr>
          <a:xfrm>
            <a:off x="7181704" y="1596908"/>
            <a:ext cx="1985835" cy="25948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94AB29E4-3B43-5596-3F3B-1C6093ABABDF}"/>
              </a:ext>
            </a:extLst>
          </p:cNvPr>
          <p:cNvSpPr/>
          <p:nvPr/>
        </p:nvSpPr>
        <p:spPr>
          <a:xfrm>
            <a:off x="9922574" y="4359718"/>
            <a:ext cx="611350" cy="611350"/>
          </a:xfrm>
          <a:prstGeom prst="ellipse">
            <a:avLst/>
          </a:prstGeom>
          <a:solidFill>
            <a:schemeClr val="accent1">
              <a:lumMod val="75000"/>
            </a:schemeClr>
          </a:solidFill>
          <a:ln w="381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400">
                <a:solidFill>
                  <a:schemeClr val="bg1"/>
                </a:solidFill>
              </a:rPr>
              <a:t>MAY</a:t>
            </a:r>
            <a:endParaRPr lang="en-US" sz="1400" dirty="0">
              <a:solidFill>
                <a:schemeClr val="bg1"/>
              </a:solidFill>
            </a:endParaRPr>
          </a:p>
        </p:txBody>
      </p:sp>
      <p:sp>
        <p:nvSpPr>
          <p:cNvPr id="132" name="Rectangle 131">
            <a:extLst>
              <a:ext uri="{FF2B5EF4-FFF2-40B4-BE49-F238E27FC236}">
                <a16:creationId xmlns:a16="http://schemas.microsoft.com/office/drawing/2014/main" id="{3C5420A4-9E07-6F0E-8E1E-D8E05A51B536}"/>
              </a:ext>
            </a:extLst>
          </p:cNvPr>
          <p:cNvSpPr/>
          <p:nvPr/>
        </p:nvSpPr>
        <p:spPr>
          <a:xfrm>
            <a:off x="9235332" y="1596908"/>
            <a:ext cx="1985835" cy="25948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F7E7226C-8EAC-87DA-80C1-B467EF18C0EB}"/>
              </a:ext>
            </a:extLst>
          </p:cNvPr>
          <p:cNvSpPr/>
          <p:nvPr/>
        </p:nvSpPr>
        <p:spPr>
          <a:xfrm>
            <a:off x="1118637" y="1843085"/>
            <a:ext cx="1790199" cy="2102499"/>
          </a:xfrm>
          <a:prstGeom prst="rect">
            <a:avLst/>
          </a:prstGeom>
        </p:spPr>
        <p:txBody>
          <a:bodyPr wrap="square">
            <a:spAutoFit/>
          </a:bodyPr>
          <a:lstStyle/>
          <a:p>
            <a:pPr>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39" name="Rectangle 138">
            <a:extLst>
              <a:ext uri="{FF2B5EF4-FFF2-40B4-BE49-F238E27FC236}">
                <a16:creationId xmlns:a16="http://schemas.microsoft.com/office/drawing/2014/main" id="{8DBFE620-133A-3D04-DF95-9BACAB874BCF}"/>
              </a:ext>
            </a:extLst>
          </p:cNvPr>
          <p:cNvSpPr/>
          <p:nvPr/>
        </p:nvSpPr>
        <p:spPr>
          <a:xfrm>
            <a:off x="3172265" y="1843085"/>
            <a:ext cx="1790199" cy="2102499"/>
          </a:xfrm>
          <a:prstGeom prst="rect">
            <a:avLst/>
          </a:prstGeom>
        </p:spPr>
        <p:txBody>
          <a:bodyPr wrap="square">
            <a:spAutoFit/>
          </a:bodyPr>
          <a:lstStyle/>
          <a:p>
            <a:pPr>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40" name="Rectangle 139">
            <a:extLst>
              <a:ext uri="{FF2B5EF4-FFF2-40B4-BE49-F238E27FC236}">
                <a16:creationId xmlns:a16="http://schemas.microsoft.com/office/drawing/2014/main" id="{FD497EC6-7288-21DC-624F-FD0692899C1A}"/>
              </a:ext>
            </a:extLst>
          </p:cNvPr>
          <p:cNvSpPr/>
          <p:nvPr/>
        </p:nvSpPr>
        <p:spPr>
          <a:xfrm>
            <a:off x="5207528" y="1831917"/>
            <a:ext cx="1790199" cy="2102499"/>
          </a:xfrm>
          <a:prstGeom prst="rect">
            <a:avLst/>
          </a:prstGeom>
        </p:spPr>
        <p:txBody>
          <a:bodyPr wrap="square">
            <a:spAutoFit/>
          </a:bodyPr>
          <a:lstStyle/>
          <a:p>
            <a:pPr>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41" name="Rectangle 140">
            <a:extLst>
              <a:ext uri="{FF2B5EF4-FFF2-40B4-BE49-F238E27FC236}">
                <a16:creationId xmlns:a16="http://schemas.microsoft.com/office/drawing/2014/main" id="{B90B6AF1-6E86-B256-E118-572FB19C9CDC}"/>
              </a:ext>
            </a:extLst>
          </p:cNvPr>
          <p:cNvSpPr/>
          <p:nvPr/>
        </p:nvSpPr>
        <p:spPr>
          <a:xfrm>
            <a:off x="7261156" y="1831917"/>
            <a:ext cx="1790199" cy="2102499"/>
          </a:xfrm>
          <a:prstGeom prst="rect">
            <a:avLst/>
          </a:prstGeom>
        </p:spPr>
        <p:txBody>
          <a:bodyPr wrap="square">
            <a:spAutoFit/>
          </a:bodyPr>
          <a:lstStyle/>
          <a:p>
            <a:pPr>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42" name="Rectangle 141">
            <a:extLst>
              <a:ext uri="{FF2B5EF4-FFF2-40B4-BE49-F238E27FC236}">
                <a16:creationId xmlns:a16="http://schemas.microsoft.com/office/drawing/2014/main" id="{0CDB5290-70EC-FE79-1A52-0CFD4E9A59AE}"/>
              </a:ext>
            </a:extLst>
          </p:cNvPr>
          <p:cNvSpPr/>
          <p:nvPr/>
        </p:nvSpPr>
        <p:spPr>
          <a:xfrm>
            <a:off x="9333149" y="1843085"/>
            <a:ext cx="1790199" cy="2102499"/>
          </a:xfrm>
          <a:prstGeom prst="rect">
            <a:avLst/>
          </a:prstGeom>
        </p:spPr>
        <p:txBody>
          <a:bodyPr wrap="square">
            <a:spAutoFit/>
          </a:bodyPr>
          <a:lstStyle/>
          <a:p>
            <a:pPr>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44" name="Rectangle 143">
            <a:extLst>
              <a:ext uri="{FF2B5EF4-FFF2-40B4-BE49-F238E27FC236}">
                <a16:creationId xmlns:a16="http://schemas.microsoft.com/office/drawing/2014/main" id="{F0D99C56-1A0A-E928-E64C-4743F4784FE1}"/>
              </a:ext>
            </a:extLst>
          </p:cNvPr>
          <p:cNvSpPr/>
          <p:nvPr/>
        </p:nvSpPr>
        <p:spPr>
          <a:xfrm>
            <a:off x="1772173" y="5237256"/>
            <a:ext cx="8697640" cy="832920"/>
          </a:xfrm>
          <a:prstGeom prst="rect">
            <a:avLst/>
          </a:prstGeom>
        </p:spPr>
        <p:txBody>
          <a:bodyPr wrap="square">
            <a:spAutoFit/>
          </a:bodyPr>
          <a:lstStyle/>
          <a:p>
            <a:pPr algn="ctr">
              <a:lnSpc>
                <a:spcPct val="150000"/>
              </a:lnSpc>
            </a:pPr>
            <a:r>
              <a:rPr lang="en-US" sz="1100" dirty="0">
                <a:solidFill>
                  <a:schemeClr val="bg1"/>
                </a:solidFill>
              </a:rPr>
              <a:t>In </a:t>
            </a:r>
            <a:r>
              <a:rPr lang="en-US" sz="1100" dirty="0" err="1">
                <a:solidFill>
                  <a:schemeClr val="bg1"/>
                </a:solidFill>
              </a:rPr>
              <a:t>enim</a:t>
            </a:r>
            <a:r>
              <a:rPr lang="en-US" sz="1100" dirty="0">
                <a:solidFill>
                  <a:schemeClr val="bg1"/>
                </a:solidFill>
              </a:rPr>
              <a:t> a </a:t>
            </a:r>
            <a:r>
              <a:rPr lang="en-US" sz="1100" dirty="0" err="1">
                <a:solidFill>
                  <a:schemeClr val="bg1"/>
                </a:solidFill>
              </a:rPr>
              <a:t>arcu</a:t>
            </a:r>
            <a:r>
              <a:rPr lang="en-US" sz="1100" dirty="0">
                <a:solidFill>
                  <a:schemeClr val="bg1"/>
                </a:solidFill>
              </a:rPr>
              <a:t> </a:t>
            </a:r>
            <a:r>
              <a:rPr lang="en-US" sz="1100" dirty="0" err="1">
                <a:solidFill>
                  <a:schemeClr val="bg1"/>
                </a:solidFill>
              </a:rPr>
              <a:t>imperdiet</a:t>
            </a:r>
            <a:r>
              <a:rPr lang="en-US" sz="1100" dirty="0">
                <a:solidFill>
                  <a:schemeClr val="bg1"/>
                </a:solidFill>
              </a:rPr>
              <a:t> </a:t>
            </a:r>
            <a:r>
              <a:rPr lang="en-US" sz="1100" dirty="0" err="1">
                <a:solidFill>
                  <a:schemeClr val="bg1"/>
                </a:solidFill>
              </a:rPr>
              <a:t>malesuada</a:t>
            </a:r>
            <a:r>
              <a:rPr lang="en-US" sz="1100" dirty="0">
                <a:solidFill>
                  <a:schemeClr val="bg1"/>
                </a:solidFill>
              </a:rPr>
              <a:t>. </a:t>
            </a:r>
            <a:r>
              <a:rPr lang="en-US" sz="1100" dirty="0" err="1">
                <a:solidFill>
                  <a:schemeClr val="bg1"/>
                </a:solidFill>
              </a:rPr>
              <a:t>Fusce</a:t>
            </a:r>
            <a:r>
              <a:rPr lang="en-US" sz="1100" dirty="0">
                <a:solidFill>
                  <a:schemeClr val="bg1"/>
                </a:solidFill>
              </a:rPr>
              <a:t> </a:t>
            </a:r>
            <a:r>
              <a:rPr lang="en-US" sz="1100" dirty="0" err="1">
                <a:solidFill>
                  <a:schemeClr val="bg1"/>
                </a:solidFill>
              </a:rPr>
              <a:t>wisi</a:t>
            </a:r>
            <a:r>
              <a:rPr lang="en-US" sz="1100" dirty="0">
                <a:solidFill>
                  <a:schemeClr val="bg1"/>
                </a:solidFill>
              </a:rPr>
              <a:t>. </a:t>
            </a:r>
            <a:r>
              <a:rPr lang="en-US" sz="1100" dirty="0" err="1">
                <a:solidFill>
                  <a:schemeClr val="bg1"/>
                </a:solidFill>
              </a:rPr>
              <a:t>Nullam</a:t>
            </a:r>
            <a:r>
              <a:rPr lang="en-US" sz="1100" dirty="0">
                <a:solidFill>
                  <a:schemeClr val="bg1"/>
                </a:solidFill>
              </a:rPr>
              <a:t> at </a:t>
            </a:r>
            <a:r>
              <a:rPr lang="en-US" sz="1100" dirty="0" err="1">
                <a:solidFill>
                  <a:schemeClr val="bg1"/>
                </a:solidFill>
              </a:rPr>
              <a:t>arcu</a:t>
            </a:r>
            <a:r>
              <a:rPr lang="en-US" sz="1100" dirty="0">
                <a:solidFill>
                  <a:schemeClr val="bg1"/>
                </a:solidFill>
              </a:rPr>
              <a:t> a </a:t>
            </a:r>
            <a:r>
              <a:rPr lang="en-US" sz="1100" dirty="0" err="1">
                <a:solidFill>
                  <a:schemeClr val="bg1"/>
                </a:solidFill>
              </a:rPr>
              <a:t>est</a:t>
            </a:r>
            <a:r>
              <a:rPr lang="en-US" sz="1100" dirty="0">
                <a:solidFill>
                  <a:schemeClr val="bg1"/>
                </a:solidFill>
              </a:rPr>
              <a:t> </a:t>
            </a:r>
            <a:r>
              <a:rPr lang="en-US" sz="1100" dirty="0" err="1">
                <a:solidFill>
                  <a:schemeClr val="bg1"/>
                </a:solidFill>
              </a:rPr>
              <a:t>sollicitudin</a:t>
            </a:r>
            <a:r>
              <a:rPr lang="en-US" sz="1100" dirty="0">
                <a:solidFill>
                  <a:schemeClr val="bg1"/>
                </a:solidFill>
              </a:rPr>
              <a:t> </a:t>
            </a:r>
            <a:r>
              <a:rPr lang="en-US" sz="1100" dirty="0" err="1">
                <a:solidFill>
                  <a:schemeClr val="bg1"/>
                </a:solidFill>
              </a:rPr>
              <a:t>euismod</a:t>
            </a:r>
            <a:r>
              <a:rPr lang="en-US" sz="1100" dirty="0">
                <a:solidFill>
                  <a:schemeClr val="bg1"/>
                </a:solidFill>
              </a:rPr>
              <a:t>. In convallis. </a:t>
            </a:r>
            <a:r>
              <a:rPr lang="en-US" sz="1100" dirty="0" err="1">
                <a:solidFill>
                  <a:schemeClr val="bg1"/>
                </a:solidFill>
              </a:rPr>
              <a:t>Nullam</a:t>
            </a:r>
            <a:r>
              <a:rPr lang="en-US" sz="1100" dirty="0">
                <a:solidFill>
                  <a:schemeClr val="bg1"/>
                </a:solidFill>
              </a:rPr>
              <a:t> </a:t>
            </a:r>
            <a:r>
              <a:rPr lang="en-US" sz="1100" dirty="0" err="1">
                <a:solidFill>
                  <a:schemeClr val="bg1"/>
                </a:solidFill>
              </a:rPr>
              <a:t>dapibus</a:t>
            </a:r>
            <a:r>
              <a:rPr lang="en-US" sz="1100" dirty="0">
                <a:solidFill>
                  <a:schemeClr val="bg1"/>
                </a:solidFill>
              </a:rPr>
              <a:t> </a:t>
            </a:r>
            <a:r>
              <a:rPr lang="en-US" sz="1100" dirty="0" err="1">
                <a:solidFill>
                  <a:schemeClr val="bg1"/>
                </a:solidFill>
              </a:rPr>
              <a:t>fermentum</a:t>
            </a:r>
            <a:r>
              <a:rPr lang="en-US" sz="1100" dirty="0">
                <a:solidFill>
                  <a:schemeClr val="bg1"/>
                </a:solidFill>
              </a:rPr>
              <a:t> ipsum. </a:t>
            </a:r>
            <a:r>
              <a:rPr lang="en-US" sz="1100" dirty="0" err="1">
                <a:solidFill>
                  <a:schemeClr val="bg1"/>
                </a:solidFill>
              </a:rPr>
              <a:t>Aliquam</a:t>
            </a:r>
            <a:r>
              <a:rPr lang="en-US" sz="1100" dirty="0">
                <a:solidFill>
                  <a:schemeClr val="bg1"/>
                </a:solidFill>
              </a:rPr>
              <a:t> erat </a:t>
            </a:r>
            <a:r>
              <a:rPr lang="en-US" sz="1100" dirty="0" err="1">
                <a:solidFill>
                  <a:schemeClr val="bg1"/>
                </a:solidFill>
              </a:rPr>
              <a:t>volutpat</a:t>
            </a:r>
            <a:r>
              <a:rPr lang="en-US" sz="1100" dirty="0">
                <a:solidFill>
                  <a:schemeClr val="bg1"/>
                </a:solidFill>
              </a:rPr>
              <a:t>. </a:t>
            </a:r>
            <a:r>
              <a:rPr lang="en-US" sz="1100" dirty="0" err="1">
                <a:solidFill>
                  <a:schemeClr val="bg1"/>
                </a:solidFill>
              </a:rPr>
              <a:t>Excepteur</a:t>
            </a:r>
            <a:r>
              <a:rPr lang="en-US" sz="1100" dirty="0">
                <a:solidFill>
                  <a:schemeClr val="bg1"/>
                </a:solidFill>
              </a:rPr>
              <a:t> </a:t>
            </a:r>
            <a:r>
              <a:rPr lang="en-US" sz="1100" dirty="0" err="1">
                <a:solidFill>
                  <a:schemeClr val="bg1"/>
                </a:solidFill>
              </a:rPr>
              <a:t>sint</a:t>
            </a:r>
            <a:r>
              <a:rPr lang="en-US" sz="1100" dirty="0">
                <a:solidFill>
                  <a:schemeClr val="bg1"/>
                </a:solidFill>
              </a:rPr>
              <a:t> </a:t>
            </a:r>
            <a:r>
              <a:rPr lang="en-US" sz="1100" dirty="0" err="1">
                <a:solidFill>
                  <a:schemeClr val="bg1"/>
                </a:solidFill>
              </a:rPr>
              <a:t>occaecat</a:t>
            </a:r>
            <a:r>
              <a:rPr lang="en-US" sz="1100" dirty="0">
                <a:solidFill>
                  <a:schemeClr val="bg1"/>
                </a:solidFill>
              </a:rPr>
              <a:t> </a:t>
            </a:r>
            <a:r>
              <a:rPr lang="en-US" sz="1100" dirty="0" err="1">
                <a:solidFill>
                  <a:schemeClr val="bg1"/>
                </a:solidFill>
              </a:rPr>
              <a:t>cupidatat</a:t>
            </a:r>
            <a:r>
              <a:rPr lang="en-US" sz="1100" dirty="0">
                <a:solidFill>
                  <a:schemeClr val="bg1"/>
                </a:solidFill>
              </a:rPr>
              <a:t> non </a:t>
            </a:r>
            <a:r>
              <a:rPr lang="en-US" sz="1100" dirty="0" err="1">
                <a:solidFill>
                  <a:schemeClr val="bg1"/>
                </a:solidFill>
              </a:rPr>
              <a:t>proident</a:t>
            </a:r>
            <a:r>
              <a:rPr lang="en-US" sz="1100" dirty="0">
                <a:solidFill>
                  <a:schemeClr val="bg1"/>
                </a:solidFill>
              </a:rPr>
              <a:t>, </a:t>
            </a:r>
            <a:r>
              <a:rPr lang="en-US" sz="1100" dirty="0" err="1">
                <a:solidFill>
                  <a:schemeClr val="bg1"/>
                </a:solidFill>
              </a:rPr>
              <a:t>sunt</a:t>
            </a:r>
            <a:r>
              <a:rPr lang="en-US" sz="1100" dirty="0">
                <a:solidFill>
                  <a:schemeClr val="bg1"/>
                </a:solidFill>
              </a:rPr>
              <a:t> in culpa qui </a:t>
            </a:r>
            <a:r>
              <a:rPr lang="en-US" sz="1100" dirty="0" err="1">
                <a:solidFill>
                  <a:schemeClr val="bg1"/>
                </a:solidFill>
              </a:rPr>
              <a:t>officia</a:t>
            </a:r>
            <a:r>
              <a:rPr lang="en-US" sz="1100" dirty="0">
                <a:solidFill>
                  <a:schemeClr val="bg1"/>
                </a:solidFill>
              </a:rPr>
              <a:t> </a:t>
            </a:r>
            <a:r>
              <a:rPr lang="en-US" sz="1100" dirty="0" err="1">
                <a:solidFill>
                  <a:schemeClr val="bg1"/>
                </a:solidFill>
              </a:rPr>
              <a:t>deserunt</a:t>
            </a:r>
            <a:r>
              <a:rPr lang="en-US" sz="1100" dirty="0">
                <a:solidFill>
                  <a:schemeClr val="bg1"/>
                </a:solidFill>
              </a:rPr>
              <a:t> </a:t>
            </a:r>
            <a:r>
              <a:rPr lang="en-US" sz="1100" dirty="0" err="1">
                <a:solidFill>
                  <a:schemeClr val="bg1"/>
                </a:solidFill>
              </a:rPr>
              <a:t>mollit</a:t>
            </a:r>
            <a:r>
              <a:rPr lang="en-US" sz="1100" dirty="0">
                <a:solidFill>
                  <a:schemeClr val="bg1"/>
                </a:solidFill>
              </a:rPr>
              <a:t> </a:t>
            </a:r>
            <a:r>
              <a:rPr lang="en-US" sz="1100" dirty="0" err="1">
                <a:solidFill>
                  <a:schemeClr val="bg1"/>
                </a:solidFill>
              </a:rPr>
              <a:t>anim</a:t>
            </a:r>
            <a:r>
              <a:rPr lang="en-US" sz="1100" dirty="0">
                <a:solidFill>
                  <a:schemeClr val="bg1"/>
                </a:solidFill>
              </a:rPr>
              <a:t> id </a:t>
            </a:r>
            <a:r>
              <a:rPr lang="en-US" sz="1100" dirty="0" err="1">
                <a:solidFill>
                  <a:schemeClr val="bg1"/>
                </a:solidFill>
              </a:rPr>
              <a:t>est</a:t>
            </a:r>
            <a:r>
              <a:rPr lang="en-US" sz="1100" dirty="0">
                <a:solidFill>
                  <a:schemeClr val="bg1"/>
                </a:solidFill>
              </a:rPr>
              <a:t> </a:t>
            </a:r>
            <a:r>
              <a:rPr lang="en-US" sz="1100" dirty="0" err="1">
                <a:solidFill>
                  <a:schemeClr val="bg1"/>
                </a:solidFill>
              </a:rPr>
              <a:t>laborum</a:t>
            </a:r>
            <a:r>
              <a:rPr lang="en-US" sz="1100" dirty="0">
                <a:solidFill>
                  <a:schemeClr val="bg1"/>
                </a:solidFill>
              </a:rPr>
              <a:t>. </a:t>
            </a:r>
            <a:r>
              <a:rPr lang="en-US" sz="1100" dirty="0" err="1">
                <a:solidFill>
                  <a:schemeClr val="bg1"/>
                </a:solidFill>
              </a:rPr>
              <a:t>Vestibulum</a:t>
            </a:r>
            <a:r>
              <a:rPr lang="en-US" sz="1100" dirty="0">
                <a:solidFill>
                  <a:schemeClr val="bg1"/>
                </a:solidFill>
              </a:rPr>
              <a:t> </a:t>
            </a:r>
            <a:r>
              <a:rPr lang="en-US" sz="1100" dirty="0" err="1">
                <a:solidFill>
                  <a:schemeClr val="bg1"/>
                </a:solidFill>
              </a:rPr>
              <a:t>fermentum</a:t>
            </a:r>
            <a:r>
              <a:rPr lang="en-US" sz="1100" dirty="0">
                <a:solidFill>
                  <a:schemeClr val="bg1"/>
                </a:solidFill>
              </a:rPr>
              <a:t> </a:t>
            </a:r>
            <a:r>
              <a:rPr lang="en-US" sz="1100" dirty="0" err="1">
                <a:solidFill>
                  <a:schemeClr val="bg1"/>
                </a:solidFill>
              </a:rPr>
              <a:t>tortor</a:t>
            </a:r>
            <a:r>
              <a:rPr lang="en-US" sz="1100" dirty="0">
                <a:solidFill>
                  <a:schemeClr val="bg1"/>
                </a:solidFill>
              </a:rPr>
              <a:t> id mi. </a:t>
            </a:r>
          </a:p>
        </p:txBody>
      </p:sp>
    </p:spTree>
    <p:extLst>
      <p:ext uri="{BB962C8B-B14F-4D97-AF65-F5344CB8AC3E}">
        <p14:creationId xmlns:p14="http://schemas.microsoft.com/office/powerpoint/2010/main" val="17900506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E36235-2195-BC95-A566-3B89570FEA0D}"/>
              </a:ext>
            </a:extLst>
          </p:cNvPr>
          <p:cNvSpPr>
            <a:spLocks noGrp="1"/>
          </p:cNvSpPr>
          <p:nvPr>
            <p:ph type="sldNum" sz="quarter" idx="11"/>
          </p:nvPr>
        </p:nvSpPr>
        <p:spPr/>
        <p:txBody>
          <a:bodyPr/>
          <a:lstStyle/>
          <a:p>
            <a:fld id="{7737D3DD-0AB3-4F16-99FA-6262B2B4036D}" type="slidenum">
              <a:rPr lang="en-MY" smtClean="0"/>
              <a:t>27</a:t>
            </a:fld>
            <a:endParaRPr lang="en-MY"/>
          </a:p>
        </p:txBody>
      </p:sp>
      <p:sp>
        <p:nvSpPr>
          <p:cNvPr id="2" name="Title 1">
            <a:extLst>
              <a:ext uri="{FF2B5EF4-FFF2-40B4-BE49-F238E27FC236}">
                <a16:creationId xmlns:a16="http://schemas.microsoft.com/office/drawing/2014/main" id="{68AB3E1F-62BD-C994-7B7B-1E7FC6508DBC}"/>
              </a:ext>
            </a:extLst>
          </p:cNvPr>
          <p:cNvSpPr>
            <a:spLocks noGrp="1"/>
          </p:cNvSpPr>
          <p:nvPr>
            <p:ph type="title"/>
          </p:nvPr>
        </p:nvSpPr>
        <p:spPr>
          <a:xfrm>
            <a:off x="838200" y="180433"/>
            <a:ext cx="10515600" cy="1325563"/>
          </a:xfrm>
        </p:spPr>
        <p:txBody>
          <a:bodyPr/>
          <a:lstStyle/>
          <a:p>
            <a:r>
              <a:rPr lang="en-MY" dirty="0"/>
              <a:t> </a:t>
            </a:r>
          </a:p>
        </p:txBody>
      </p:sp>
      <p:grpSp>
        <p:nvGrpSpPr>
          <p:cNvPr id="51" name="Group 50">
            <a:extLst>
              <a:ext uri="{FF2B5EF4-FFF2-40B4-BE49-F238E27FC236}">
                <a16:creationId xmlns:a16="http://schemas.microsoft.com/office/drawing/2014/main" id="{A973E1B1-DF63-F449-9A51-8C5C2C77A04A}"/>
              </a:ext>
            </a:extLst>
          </p:cNvPr>
          <p:cNvGrpSpPr/>
          <p:nvPr/>
        </p:nvGrpSpPr>
        <p:grpSpPr>
          <a:xfrm>
            <a:off x="773235" y="2409258"/>
            <a:ext cx="10645529" cy="2466480"/>
            <a:chOff x="621634" y="4204314"/>
            <a:chExt cx="23052606" cy="5341094"/>
          </a:xfrm>
        </p:grpSpPr>
        <p:grpSp>
          <p:nvGrpSpPr>
            <p:cNvPr id="52" name="Graphic 4">
              <a:extLst>
                <a:ext uri="{FF2B5EF4-FFF2-40B4-BE49-F238E27FC236}">
                  <a16:creationId xmlns:a16="http://schemas.microsoft.com/office/drawing/2014/main" id="{66D61EC6-C64B-F148-9CCD-78940D07B2C8}"/>
                </a:ext>
              </a:extLst>
            </p:cNvPr>
            <p:cNvGrpSpPr/>
            <p:nvPr/>
          </p:nvGrpSpPr>
          <p:grpSpPr>
            <a:xfrm>
              <a:off x="2294559" y="9042469"/>
              <a:ext cx="502940" cy="502939"/>
              <a:chOff x="4104004" y="9348787"/>
              <a:chExt cx="405765" cy="405764"/>
            </a:xfrm>
            <a:solidFill>
              <a:srgbClr val="95CA3F"/>
            </a:solidFill>
          </p:grpSpPr>
          <p:sp>
            <p:nvSpPr>
              <p:cNvPr id="139" name="Freeform 448">
                <a:extLst>
                  <a:ext uri="{FF2B5EF4-FFF2-40B4-BE49-F238E27FC236}">
                    <a16:creationId xmlns:a16="http://schemas.microsoft.com/office/drawing/2014/main" id="{54DB7BD8-0A5C-804E-B015-E3E9FD491840}"/>
                  </a:ext>
                </a:extLst>
              </p:cNvPr>
              <p:cNvSpPr/>
              <p:nvPr/>
            </p:nvSpPr>
            <p:spPr>
              <a:xfrm>
                <a:off x="4104004" y="9348787"/>
                <a:ext cx="405765" cy="405764"/>
              </a:xfrm>
              <a:custGeom>
                <a:avLst/>
                <a:gdLst>
                  <a:gd name="connsiteX0" fmla="*/ 202883 w 405765"/>
                  <a:gd name="connsiteY0" fmla="*/ 405765 h 405764"/>
                  <a:gd name="connsiteX1" fmla="*/ 0 w 405765"/>
                  <a:gd name="connsiteY1" fmla="*/ 202882 h 405764"/>
                  <a:gd name="connsiteX2" fmla="*/ 202883 w 405765"/>
                  <a:gd name="connsiteY2" fmla="*/ 0 h 405764"/>
                  <a:gd name="connsiteX3" fmla="*/ 405765 w 405765"/>
                  <a:gd name="connsiteY3" fmla="*/ 202882 h 405764"/>
                  <a:gd name="connsiteX4" fmla="*/ 202883 w 405765"/>
                  <a:gd name="connsiteY4" fmla="*/ 405765 h 405764"/>
                  <a:gd name="connsiteX5" fmla="*/ 202883 w 405765"/>
                  <a:gd name="connsiteY5" fmla="*/ 27623 h 405764"/>
                  <a:gd name="connsiteX6" fmla="*/ 27623 w 405765"/>
                  <a:gd name="connsiteY6" fmla="*/ 202882 h 405764"/>
                  <a:gd name="connsiteX7" fmla="*/ 202883 w 405765"/>
                  <a:gd name="connsiteY7" fmla="*/ 378143 h 405764"/>
                  <a:gd name="connsiteX8" fmla="*/ 378142 w 405765"/>
                  <a:gd name="connsiteY8" fmla="*/ 202882 h 405764"/>
                  <a:gd name="connsiteX9" fmla="*/ 202883 w 405765"/>
                  <a:gd name="connsiteY9" fmla="*/ 27623 h 40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5765" h="405764">
                    <a:moveTo>
                      <a:pt x="202883" y="405765"/>
                    </a:moveTo>
                    <a:cubicBezTo>
                      <a:pt x="91440" y="405765"/>
                      <a:pt x="0" y="315277"/>
                      <a:pt x="0" y="202882"/>
                    </a:cubicBezTo>
                    <a:cubicBezTo>
                      <a:pt x="0" y="91440"/>
                      <a:pt x="90488" y="0"/>
                      <a:pt x="202883" y="0"/>
                    </a:cubicBezTo>
                    <a:cubicBezTo>
                      <a:pt x="315278" y="0"/>
                      <a:pt x="405765" y="90488"/>
                      <a:pt x="405765" y="202882"/>
                    </a:cubicBezTo>
                    <a:cubicBezTo>
                      <a:pt x="404813" y="314325"/>
                      <a:pt x="314325" y="405765"/>
                      <a:pt x="202883" y="405765"/>
                    </a:cubicBezTo>
                    <a:close/>
                    <a:moveTo>
                      <a:pt x="202883" y="27623"/>
                    </a:moveTo>
                    <a:cubicBezTo>
                      <a:pt x="105728" y="27623"/>
                      <a:pt x="27623" y="106680"/>
                      <a:pt x="27623" y="202882"/>
                    </a:cubicBezTo>
                    <a:cubicBezTo>
                      <a:pt x="27623" y="300038"/>
                      <a:pt x="106680" y="378143"/>
                      <a:pt x="202883" y="378143"/>
                    </a:cubicBezTo>
                    <a:cubicBezTo>
                      <a:pt x="300038" y="378143"/>
                      <a:pt x="378142" y="299085"/>
                      <a:pt x="378142" y="202882"/>
                    </a:cubicBezTo>
                    <a:cubicBezTo>
                      <a:pt x="378142" y="105727"/>
                      <a:pt x="299085" y="27623"/>
                      <a:pt x="202883" y="27623"/>
                    </a:cubicBezTo>
                    <a:close/>
                  </a:path>
                </a:pathLst>
              </a:custGeom>
              <a:ln/>
            </p:spPr>
            <p:style>
              <a:lnRef idx="0">
                <a:schemeClr val="accent1"/>
              </a:lnRef>
              <a:fillRef idx="3">
                <a:schemeClr val="accent1"/>
              </a:fillRef>
              <a:effectRef idx="3">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140" name="Freeform 449">
                <a:extLst>
                  <a:ext uri="{FF2B5EF4-FFF2-40B4-BE49-F238E27FC236}">
                    <a16:creationId xmlns:a16="http://schemas.microsoft.com/office/drawing/2014/main" id="{04419CDE-CCD5-F04C-9671-13096E2E36AD}"/>
                  </a:ext>
                </a:extLst>
              </p:cNvPr>
              <p:cNvSpPr/>
              <p:nvPr/>
            </p:nvSpPr>
            <p:spPr>
              <a:xfrm>
                <a:off x="4185919" y="9430702"/>
                <a:ext cx="241934" cy="241935"/>
              </a:xfrm>
              <a:custGeom>
                <a:avLst/>
                <a:gdLst>
                  <a:gd name="connsiteX0" fmla="*/ 241935 w 241934"/>
                  <a:gd name="connsiteY0" fmla="*/ 120968 h 241935"/>
                  <a:gd name="connsiteX1" fmla="*/ 120967 w 241934"/>
                  <a:gd name="connsiteY1" fmla="*/ 241935 h 241935"/>
                  <a:gd name="connsiteX2" fmla="*/ 0 w 241934"/>
                  <a:gd name="connsiteY2" fmla="*/ 120968 h 241935"/>
                  <a:gd name="connsiteX3" fmla="*/ 120967 w 241934"/>
                  <a:gd name="connsiteY3" fmla="*/ 0 h 241935"/>
                  <a:gd name="connsiteX4" fmla="*/ 241935 w 241934"/>
                  <a:gd name="connsiteY4" fmla="*/ 120968 h 241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934" h="241935">
                    <a:moveTo>
                      <a:pt x="241935" y="120968"/>
                    </a:moveTo>
                    <a:cubicBezTo>
                      <a:pt x="241935" y="187643"/>
                      <a:pt x="187642" y="241935"/>
                      <a:pt x="120967" y="241935"/>
                    </a:cubicBezTo>
                    <a:cubicBezTo>
                      <a:pt x="54292" y="241935"/>
                      <a:pt x="0" y="187643"/>
                      <a:pt x="0" y="120968"/>
                    </a:cubicBezTo>
                    <a:cubicBezTo>
                      <a:pt x="0" y="54293"/>
                      <a:pt x="54292" y="0"/>
                      <a:pt x="120967" y="0"/>
                    </a:cubicBezTo>
                    <a:cubicBezTo>
                      <a:pt x="187642" y="0"/>
                      <a:pt x="241935" y="54293"/>
                      <a:pt x="241935" y="120968"/>
                    </a:cubicBezTo>
                    <a:close/>
                  </a:path>
                </a:pathLst>
              </a:custGeom>
              <a:ln/>
            </p:spPr>
            <p:style>
              <a:lnRef idx="0">
                <a:schemeClr val="accent1"/>
              </a:lnRef>
              <a:fillRef idx="3">
                <a:schemeClr val="accent1"/>
              </a:fillRef>
              <a:effectRef idx="3">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grpSp>
          <p:nvGrpSpPr>
            <p:cNvPr id="53" name="Graphic 4">
              <a:extLst>
                <a:ext uri="{FF2B5EF4-FFF2-40B4-BE49-F238E27FC236}">
                  <a16:creationId xmlns:a16="http://schemas.microsoft.com/office/drawing/2014/main" id="{66D61EC6-C64B-F148-9CCD-78940D07B2C8}"/>
                </a:ext>
              </a:extLst>
            </p:cNvPr>
            <p:cNvGrpSpPr/>
            <p:nvPr/>
          </p:nvGrpSpPr>
          <p:grpSpPr>
            <a:xfrm>
              <a:off x="6131544" y="9042469"/>
              <a:ext cx="502939" cy="502939"/>
              <a:chOff x="7199629" y="9348787"/>
              <a:chExt cx="405764" cy="405764"/>
            </a:xfrm>
            <a:solidFill>
              <a:srgbClr val="41C599"/>
            </a:solidFill>
          </p:grpSpPr>
          <p:sp>
            <p:nvSpPr>
              <p:cNvPr id="137" name="Freeform 451">
                <a:extLst>
                  <a:ext uri="{FF2B5EF4-FFF2-40B4-BE49-F238E27FC236}">
                    <a16:creationId xmlns:a16="http://schemas.microsoft.com/office/drawing/2014/main" id="{E08B906D-F092-C043-AF99-8FD34C098C0F}"/>
                  </a:ext>
                </a:extLst>
              </p:cNvPr>
              <p:cNvSpPr/>
              <p:nvPr/>
            </p:nvSpPr>
            <p:spPr>
              <a:xfrm>
                <a:off x="7199629" y="9348787"/>
                <a:ext cx="405764" cy="405764"/>
              </a:xfrm>
              <a:custGeom>
                <a:avLst/>
                <a:gdLst>
                  <a:gd name="connsiteX0" fmla="*/ 202882 w 405764"/>
                  <a:gd name="connsiteY0" fmla="*/ 405765 h 405764"/>
                  <a:gd name="connsiteX1" fmla="*/ 0 w 405764"/>
                  <a:gd name="connsiteY1" fmla="*/ 202882 h 405764"/>
                  <a:gd name="connsiteX2" fmla="*/ 202882 w 405764"/>
                  <a:gd name="connsiteY2" fmla="*/ 0 h 405764"/>
                  <a:gd name="connsiteX3" fmla="*/ 405765 w 405764"/>
                  <a:gd name="connsiteY3" fmla="*/ 202882 h 405764"/>
                  <a:gd name="connsiteX4" fmla="*/ 202882 w 405764"/>
                  <a:gd name="connsiteY4" fmla="*/ 405765 h 405764"/>
                  <a:gd name="connsiteX5" fmla="*/ 202882 w 405764"/>
                  <a:gd name="connsiteY5" fmla="*/ 27623 h 405764"/>
                  <a:gd name="connsiteX6" fmla="*/ 27622 w 405764"/>
                  <a:gd name="connsiteY6" fmla="*/ 202882 h 405764"/>
                  <a:gd name="connsiteX7" fmla="*/ 202882 w 405764"/>
                  <a:gd name="connsiteY7" fmla="*/ 378143 h 405764"/>
                  <a:gd name="connsiteX8" fmla="*/ 378142 w 405764"/>
                  <a:gd name="connsiteY8" fmla="*/ 202882 h 405764"/>
                  <a:gd name="connsiteX9" fmla="*/ 202882 w 405764"/>
                  <a:gd name="connsiteY9" fmla="*/ 27623 h 40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5764" h="405764">
                    <a:moveTo>
                      <a:pt x="202882" y="405765"/>
                    </a:moveTo>
                    <a:cubicBezTo>
                      <a:pt x="91440" y="405765"/>
                      <a:pt x="0" y="315277"/>
                      <a:pt x="0" y="202882"/>
                    </a:cubicBezTo>
                    <a:cubicBezTo>
                      <a:pt x="0" y="91440"/>
                      <a:pt x="90488" y="0"/>
                      <a:pt x="202882" y="0"/>
                    </a:cubicBezTo>
                    <a:cubicBezTo>
                      <a:pt x="314325" y="0"/>
                      <a:pt x="405765" y="90488"/>
                      <a:pt x="405765" y="202882"/>
                    </a:cubicBezTo>
                    <a:cubicBezTo>
                      <a:pt x="405765" y="314325"/>
                      <a:pt x="315277" y="405765"/>
                      <a:pt x="202882" y="405765"/>
                    </a:cubicBezTo>
                    <a:close/>
                    <a:moveTo>
                      <a:pt x="202882" y="27623"/>
                    </a:moveTo>
                    <a:cubicBezTo>
                      <a:pt x="105727" y="27623"/>
                      <a:pt x="27622" y="106680"/>
                      <a:pt x="27622" y="202882"/>
                    </a:cubicBezTo>
                    <a:cubicBezTo>
                      <a:pt x="27622" y="300038"/>
                      <a:pt x="106680" y="378143"/>
                      <a:pt x="202882" y="378143"/>
                    </a:cubicBezTo>
                    <a:cubicBezTo>
                      <a:pt x="300038" y="378143"/>
                      <a:pt x="378142" y="299085"/>
                      <a:pt x="378142" y="202882"/>
                    </a:cubicBezTo>
                    <a:cubicBezTo>
                      <a:pt x="379095" y="105727"/>
                      <a:pt x="300038" y="27623"/>
                      <a:pt x="202882" y="27623"/>
                    </a:cubicBezTo>
                    <a:close/>
                  </a:path>
                </a:pathLst>
              </a:custGeom>
              <a:ln/>
            </p:spPr>
            <p:style>
              <a:lnRef idx="0">
                <a:schemeClr val="accent2"/>
              </a:lnRef>
              <a:fillRef idx="3">
                <a:schemeClr val="accent2"/>
              </a:fillRef>
              <a:effectRef idx="3">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138" name="Freeform 452">
                <a:extLst>
                  <a:ext uri="{FF2B5EF4-FFF2-40B4-BE49-F238E27FC236}">
                    <a16:creationId xmlns:a16="http://schemas.microsoft.com/office/drawing/2014/main" id="{FCD6C733-E3B4-7645-8CA3-7C2370430455}"/>
                  </a:ext>
                </a:extLst>
              </p:cNvPr>
              <p:cNvSpPr/>
              <p:nvPr/>
            </p:nvSpPr>
            <p:spPr>
              <a:xfrm>
                <a:off x="7281544" y="9430702"/>
                <a:ext cx="241934" cy="241935"/>
              </a:xfrm>
              <a:custGeom>
                <a:avLst/>
                <a:gdLst>
                  <a:gd name="connsiteX0" fmla="*/ 241935 w 241934"/>
                  <a:gd name="connsiteY0" fmla="*/ 120967 h 241935"/>
                  <a:gd name="connsiteX1" fmla="*/ 120968 w 241934"/>
                  <a:gd name="connsiteY1" fmla="*/ 241935 h 241935"/>
                  <a:gd name="connsiteX2" fmla="*/ 0 w 241934"/>
                  <a:gd name="connsiteY2" fmla="*/ 120967 h 241935"/>
                  <a:gd name="connsiteX3" fmla="*/ 120968 w 241934"/>
                  <a:gd name="connsiteY3" fmla="*/ 0 h 241935"/>
                  <a:gd name="connsiteX4" fmla="*/ 241935 w 241934"/>
                  <a:gd name="connsiteY4" fmla="*/ 120967 h 241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934" h="241935">
                    <a:moveTo>
                      <a:pt x="241935" y="120967"/>
                    </a:moveTo>
                    <a:cubicBezTo>
                      <a:pt x="241935" y="187776"/>
                      <a:pt x="187776" y="241935"/>
                      <a:pt x="120968" y="241935"/>
                    </a:cubicBezTo>
                    <a:cubicBezTo>
                      <a:pt x="54159" y="241935"/>
                      <a:pt x="0" y="187776"/>
                      <a:pt x="0" y="120967"/>
                    </a:cubicBezTo>
                    <a:cubicBezTo>
                      <a:pt x="0" y="54159"/>
                      <a:pt x="54159" y="0"/>
                      <a:pt x="120968" y="0"/>
                    </a:cubicBezTo>
                    <a:cubicBezTo>
                      <a:pt x="187776" y="0"/>
                      <a:pt x="241935" y="54159"/>
                      <a:pt x="241935" y="120967"/>
                    </a:cubicBezTo>
                    <a:close/>
                  </a:path>
                </a:pathLst>
              </a:custGeom>
              <a:ln/>
            </p:spPr>
            <p:style>
              <a:lnRef idx="0">
                <a:schemeClr val="accent2"/>
              </a:lnRef>
              <a:fillRef idx="3">
                <a:schemeClr val="accent2"/>
              </a:fillRef>
              <a:effectRef idx="3">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grpSp>
          <p:nvGrpSpPr>
            <p:cNvPr id="54" name="Graphic 4">
              <a:extLst>
                <a:ext uri="{FF2B5EF4-FFF2-40B4-BE49-F238E27FC236}">
                  <a16:creationId xmlns:a16="http://schemas.microsoft.com/office/drawing/2014/main" id="{66D61EC6-C64B-F148-9CCD-78940D07B2C8}"/>
                </a:ext>
              </a:extLst>
            </p:cNvPr>
            <p:cNvGrpSpPr/>
            <p:nvPr/>
          </p:nvGrpSpPr>
          <p:grpSpPr>
            <a:xfrm>
              <a:off x="9969709" y="9042469"/>
              <a:ext cx="502940" cy="502939"/>
              <a:chOff x="10296206" y="9348787"/>
              <a:chExt cx="405765" cy="405764"/>
            </a:xfrm>
            <a:solidFill>
              <a:srgbClr val="3CC3CE"/>
            </a:solidFill>
          </p:grpSpPr>
          <p:sp>
            <p:nvSpPr>
              <p:cNvPr id="135" name="Freeform 454">
                <a:extLst>
                  <a:ext uri="{FF2B5EF4-FFF2-40B4-BE49-F238E27FC236}">
                    <a16:creationId xmlns:a16="http://schemas.microsoft.com/office/drawing/2014/main" id="{351DC205-0122-3449-9260-9558CDDABEBA}"/>
                  </a:ext>
                </a:extLst>
              </p:cNvPr>
              <p:cNvSpPr/>
              <p:nvPr/>
            </p:nvSpPr>
            <p:spPr>
              <a:xfrm>
                <a:off x="10296206" y="9348787"/>
                <a:ext cx="405765" cy="405764"/>
              </a:xfrm>
              <a:custGeom>
                <a:avLst/>
                <a:gdLst>
                  <a:gd name="connsiteX0" fmla="*/ 202882 w 405765"/>
                  <a:gd name="connsiteY0" fmla="*/ 405765 h 405764"/>
                  <a:gd name="connsiteX1" fmla="*/ 0 w 405765"/>
                  <a:gd name="connsiteY1" fmla="*/ 202882 h 405764"/>
                  <a:gd name="connsiteX2" fmla="*/ 202882 w 405765"/>
                  <a:gd name="connsiteY2" fmla="*/ 0 h 405764"/>
                  <a:gd name="connsiteX3" fmla="*/ 405765 w 405765"/>
                  <a:gd name="connsiteY3" fmla="*/ 202882 h 405764"/>
                  <a:gd name="connsiteX4" fmla="*/ 202882 w 405765"/>
                  <a:gd name="connsiteY4" fmla="*/ 405765 h 405764"/>
                  <a:gd name="connsiteX5" fmla="*/ 202882 w 405765"/>
                  <a:gd name="connsiteY5" fmla="*/ 27623 h 405764"/>
                  <a:gd name="connsiteX6" fmla="*/ 27623 w 405765"/>
                  <a:gd name="connsiteY6" fmla="*/ 202882 h 405764"/>
                  <a:gd name="connsiteX7" fmla="*/ 202882 w 405765"/>
                  <a:gd name="connsiteY7" fmla="*/ 378143 h 405764"/>
                  <a:gd name="connsiteX8" fmla="*/ 378143 w 405765"/>
                  <a:gd name="connsiteY8" fmla="*/ 202882 h 405764"/>
                  <a:gd name="connsiteX9" fmla="*/ 202882 w 405765"/>
                  <a:gd name="connsiteY9" fmla="*/ 27623 h 40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5765" h="405764">
                    <a:moveTo>
                      <a:pt x="202882" y="405765"/>
                    </a:moveTo>
                    <a:cubicBezTo>
                      <a:pt x="91440" y="405765"/>
                      <a:pt x="0" y="315277"/>
                      <a:pt x="0" y="202882"/>
                    </a:cubicBezTo>
                    <a:cubicBezTo>
                      <a:pt x="0" y="91440"/>
                      <a:pt x="90488" y="0"/>
                      <a:pt x="202882" y="0"/>
                    </a:cubicBezTo>
                    <a:cubicBezTo>
                      <a:pt x="315278" y="0"/>
                      <a:pt x="405765" y="90488"/>
                      <a:pt x="405765" y="202882"/>
                    </a:cubicBezTo>
                    <a:cubicBezTo>
                      <a:pt x="405765" y="314325"/>
                      <a:pt x="315278" y="405765"/>
                      <a:pt x="202882" y="405765"/>
                    </a:cubicBezTo>
                    <a:close/>
                    <a:moveTo>
                      <a:pt x="202882" y="27623"/>
                    </a:moveTo>
                    <a:cubicBezTo>
                      <a:pt x="105728" y="27623"/>
                      <a:pt x="27623" y="106680"/>
                      <a:pt x="27623" y="202882"/>
                    </a:cubicBezTo>
                    <a:cubicBezTo>
                      <a:pt x="27623" y="300038"/>
                      <a:pt x="106680" y="378143"/>
                      <a:pt x="202882" y="378143"/>
                    </a:cubicBezTo>
                    <a:cubicBezTo>
                      <a:pt x="300038" y="378143"/>
                      <a:pt x="378143" y="299085"/>
                      <a:pt x="378143" y="202882"/>
                    </a:cubicBezTo>
                    <a:cubicBezTo>
                      <a:pt x="379095" y="105727"/>
                      <a:pt x="300038" y="27623"/>
                      <a:pt x="202882" y="27623"/>
                    </a:cubicBezTo>
                    <a:close/>
                  </a:path>
                </a:pathLst>
              </a:custGeom>
              <a:ln/>
            </p:spPr>
            <p:style>
              <a:lnRef idx="0">
                <a:schemeClr val="accent3"/>
              </a:lnRef>
              <a:fillRef idx="3">
                <a:schemeClr val="accent3"/>
              </a:fillRef>
              <a:effectRef idx="3">
                <a:schemeClr val="accent3"/>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136" name="Freeform 455">
                <a:extLst>
                  <a:ext uri="{FF2B5EF4-FFF2-40B4-BE49-F238E27FC236}">
                    <a16:creationId xmlns:a16="http://schemas.microsoft.com/office/drawing/2014/main" id="{DD10CB24-ED10-7E48-A604-DFC59070D2E9}"/>
                  </a:ext>
                </a:extLst>
              </p:cNvPr>
              <p:cNvSpPr/>
              <p:nvPr/>
            </p:nvSpPr>
            <p:spPr>
              <a:xfrm>
                <a:off x="10378122" y="9430702"/>
                <a:ext cx="241935" cy="241935"/>
              </a:xfrm>
              <a:custGeom>
                <a:avLst/>
                <a:gdLst>
                  <a:gd name="connsiteX0" fmla="*/ 241935 w 241935"/>
                  <a:gd name="connsiteY0" fmla="*/ 120967 h 241935"/>
                  <a:gd name="connsiteX1" fmla="*/ 120967 w 241935"/>
                  <a:gd name="connsiteY1" fmla="*/ 241935 h 241935"/>
                  <a:gd name="connsiteX2" fmla="*/ 0 w 241935"/>
                  <a:gd name="connsiteY2" fmla="*/ 120967 h 241935"/>
                  <a:gd name="connsiteX3" fmla="*/ 120967 w 241935"/>
                  <a:gd name="connsiteY3" fmla="*/ 0 h 241935"/>
                  <a:gd name="connsiteX4" fmla="*/ 241935 w 241935"/>
                  <a:gd name="connsiteY4" fmla="*/ 120967 h 241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935" h="241935">
                    <a:moveTo>
                      <a:pt x="241935" y="120967"/>
                    </a:moveTo>
                    <a:cubicBezTo>
                      <a:pt x="241935" y="187776"/>
                      <a:pt x="187776" y="241935"/>
                      <a:pt x="120967" y="241935"/>
                    </a:cubicBezTo>
                    <a:cubicBezTo>
                      <a:pt x="54159" y="241935"/>
                      <a:pt x="0" y="187776"/>
                      <a:pt x="0" y="120967"/>
                    </a:cubicBezTo>
                    <a:cubicBezTo>
                      <a:pt x="0" y="54159"/>
                      <a:pt x="54159" y="0"/>
                      <a:pt x="120967" y="0"/>
                    </a:cubicBezTo>
                    <a:cubicBezTo>
                      <a:pt x="187776" y="0"/>
                      <a:pt x="241935" y="54159"/>
                      <a:pt x="241935" y="120967"/>
                    </a:cubicBezTo>
                    <a:close/>
                  </a:path>
                </a:pathLst>
              </a:custGeom>
              <a:ln/>
            </p:spPr>
            <p:style>
              <a:lnRef idx="0">
                <a:schemeClr val="accent3"/>
              </a:lnRef>
              <a:fillRef idx="3">
                <a:schemeClr val="accent3"/>
              </a:fillRef>
              <a:effectRef idx="3">
                <a:schemeClr val="accent3"/>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grpSp>
          <p:nvGrpSpPr>
            <p:cNvPr id="55" name="Graphic 4">
              <a:extLst>
                <a:ext uri="{FF2B5EF4-FFF2-40B4-BE49-F238E27FC236}">
                  <a16:creationId xmlns:a16="http://schemas.microsoft.com/office/drawing/2014/main" id="{66D61EC6-C64B-F148-9CCD-78940D07B2C8}"/>
                </a:ext>
              </a:extLst>
            </p:cNvPr>
            <p:cNvGrpSpPr/>
            <p:nvPr/>
          </p:nvGrpSpPr>
          <p:grpSpPr>
            <a:xfrm>
              <a:off x="13807876" y="9042469"/>
              <a:ext cx="502939" cy="502939"/>
              <a:chOff x="13392784" y="9348787"/>
              <a:chExt cx="405764" cy="405764"/>
            </a:xfrm>
            <a:solidFill>
              <a:srgbClr val="3B97CC"/>
            </a:solidFill>
          </p:grpSpPr>
          <p:sp>
            <p:nvSpPr>
              <p:cNvPr id="133" name="Freeform 457">
                <a:extLst>
                  <a:ext uri="{FF2B5EF4-FFF2-40B4-BE49-F238E27FC236}">
                    <a16:creationId xmlns:a16="http://schemas.microsoft.com/office/drawing/2014/main" id="{1BCF21A2-1686-1E44-8AAF-15488D12A851}"/>
                  </a:ext>
                </a:extLst>
              </p:cNvPr>
              <p:cNvSpPr/>
              <p:nvPr/>
            </p:nvSpPr>
            <p:spPr>
              <a:xfrm>
                <a:off x="13392784" y="9348787"/>
                <a:ext cx="405764" cy="405764"/>
              </a:xfrm>
              <a:custGeom>
                <a:avLst/>
                <a:gdLst>
                  <a:gd name="connsiteX0" fmla="*/ 202882 w 405764"/>
                  <a:gd name="connsiteY0" fmla="*/ 405765 h 405764"/>
                  <a:gd name="connsiteX1" fmla="*/ 0 w 405764"/>
                  <a:gd name="connsiteY1" fmla="*/ 202882 h 405764"/>
                  <a:gd name="connsiteX2" fmla="*/ 202882 w 405764"/>
                  <a:gd name="connsiteY2" fmla="*/ 0 h 405764"/>
                  <a:gd name="connsiteX3" fmla="*/ 405765 w 405764"/>
                  <a:gd name="connsiteY3" fmla="*/ 202882 h 405764"/>
                  <a:gd name="connsiteX4" fmla="*/ 202882 w 405764"/>
                  <a:gd name="connsiteY4" fmla="*/ 405765 h 405764"/>
                  <a:gd name="connsiteX5" fmla="*/ 202882 w 405764"/>
                  <a:gd name="connsiteY5" fmla="*/ 27623 h 405764"/>
                  <a:gd name="connsiteX6" fmla="*/ 27623 w 405764"/>
                  <a:gd name="connsiteY6" fmla="*/ 202882 h 405764"/>
                  <a:gd name="connsiteX7" fmla="*/ 202882 w 405764"/>
                  <a:gd name="connsiteY7" fmla="*/ 378143 h 405764"/>
                  <a:gd name="connsiteX8" fmla="*/ 378142 w 405764"/>
                  <a:gd name="connsiteY8" fmla="*/ 202882 h 405764"/>
                  <a:gd name="connsiteX9" fmla="*/ 202882 w 405764"/>
                  <a:gd name="connsiteY9" fmla="*/ 27623 h 40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5764" h="405764">
                    <a:moveTo>
                      <a:pt x="202882" y="405765"/>
                    </a:moveTo>
                    <a:cubicBezTo>
                      <a:pt x="91440" y="405765"/>
                      <a:pt x="0" y="315277"/>
                      <a:pt x="0" y="202882"/>
                    </a:cubicBezTo>
                    <a:cubicBezTo>
                      <a:pt x="0" y="91440"/>
                      <a:pt x="90488" y="0"/>
                      <a:pt x="202882" y="0"/>
                    </a:cubicBezTo>
                    <a:cubicBezTo>
                      <a:pt x="314325" y="0"/>
                      <a:pt x="405765" y="90488"/>
                      <a:pt x="405765" y="202882"/>
                    </a:cubicBezTo>
                    <a:cubicBezTo>
                      <a:pt x="405765" y="314325"/>
                      <a:pt x="314325" y="405765"/>
                      <a:pt x="202882" y="405765"/>
                    </a:cubicBezTo>
                    <a:close/>
                    <a:moveTo>
                      <a:pt x="202882" y="27623"/>
                    </a:moveTo>
                    <a:cubicBezTo>
                      <a:pt x="105727" y="27623"/>
                      <a:pt x="27623" y="106680"/>
                      <a:pt x="27623" y="202882"/>
                    </a:cubicBezTo>
                    <a:cubicBezTo>
                      <a:pt x="27623" y="300038"/>
                      <a:pt x="106680" y="378143"/>
                      <a:pt x="202882" y="378143"/>
                    </a:cubicBezTo>
                    <a:cubicBezTo>
                      <a:pt x="300038" y="378143"/>
                      <a:pt x="378142" y="299085"/>
                      <a:pt x="378142" y="202882"/>
                    </a:cubicBezTo>
                    <a:cubicBezTo>
                      <a:pt x="379094" y="105727"/>
                      <a:pt x="300038" y="27623"/>
                      <a:pt x="202882" y="27623"/>
                    </a:cubicBezTo>
                    <a:close/>
                  </a:path>
                </a:pathLst>
              </a:custGeom>
              <a:ln/>
            </p:spPr>
            <p:style>
              <a:lnRef idx="0">
                <a:schemeClr val="accent4"/>
              </a:lnRef>
              <a:fillRef idx="3">
                <a:schemeClr val="accent4"/>
              </a:fillRef>
              <a:effectRef idx="3">
                <a:schemeClr val="accent4"/>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134" name="Freeform 458">
                <a:extLst>
                  <a:ext uri="{FF2B5EF4-FFF2-40B4-BE49-F238E27FC236}">
                    <a16:creationId xmlns:a16="http://schemas.microsoft.com/office/drawing/2014/main" id="{5878DB45-606E-674E-AC9B-80FF7FFE2DD5}"/>
                  </a:ext>
                </a:extLst>
              </p:cNvPr>
              <p:cNvSpPr/>
              <p:nvPr/>
            </p:nvSpPr>
            <p:spPr>
              <a:xfrm>
                <a:off x="13474699" y="9430702"/>
                <a:ext cx="241935" cy="241935"/>
              </a:xfrm>
              <a:custGeom>
                <a:avLst/>
                <a:gdLst>
                  <a:gd name="connsiteX0" fmla="*/ 241935 w 241935"/>
                  <a:gd name="connsiteY0" fmla="*/ 120967 h 241935"/>
                  <a:gd name="connsiteX1" fmla="*/ 120968 w 241935"/>
                  <a:gd name="connsiteY1" fmla="*/ 241935 h 241935"/>
                  <a:gd name="connsiteX2" fmla="*/ 1 w 241935"/>
                  <a:gd name="connsiteY2" fmla="*/ 120967 h 241935"/>
                  <a:gd name="connsiteX3" fmla="*/ 120968 w 241935"/>
                  <a:gd name="connsiteY3" fmla="*/ 0 h 241935"/>
                  <a:gd name="connsiteX4" fmla="*/ 241935 w 241935"/>
                  <a:gd name="connsiteY4" fmla="*/ 120967 h 241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935" h="241935">
                    <a:moveTo>
                      <a:pt x="241935" y="120967"/>
                    </a:moveTo>
                    <a:cubicBezTo>
                      <a:pt x="241935" y="187776"/>
                      <a:pt x="187776" y="241935"/>
                      <a:pt x="120968" y="241935"/>
                    </a:cubicBezTo>
                    <a:cubicBezTo>
                      <a:pt x="54159" y="241935"/>
                      <a:pt x="1" y="187776"/>
                      <a:pt x="1" y="120967"/>
                    </a:cubicBezTo>
                    <a:cubicBezTo>
                      <a:pt x="1" y="54159"/>
                      <a:pt x="54161" y="0"/>
                      <a:pt x="120968" y="0"/>
                    </a:cubicBezTo>
                    <a:cubicBezTo>
                      <a:pt x="187777" y="0"/>
                      <a:pt x="241935" y="54159"/>
                      <a:pt x="241935" y="120967"/>
                    </a:cubicBezTo>
                    <a:close/>
                  </a:path>
                </a:pathLst>
              </a:custGeom>
              <a:ln/>
            </p:spPr>
            <p:style>
              <a:lnRef idx="0">
                <a:schemeClr val="accent4"/>
              </a:lnRef>
              <a:fillRef idx="3">
                <a:schemeClr val="accent4"/>
              </a:fillRef>
              <a:effectRef idx="3">
                <a:schemeClr val="accent4"/>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grpSp>
          <p:nvGrpSpPr>
            <p:cNvPr id="56" name="Graphic 4">
              <a:extLst>
                <a:ext uri="{FF2B5EF4-FFF2-40B4-BE49-F238E27FC236}">
                  <a16:creationId xmlns:a16="http://schemas.microsoft.com/office/drawing/2014/main" id="{66D61EC6-C64B-F148-9CCD-78940D07B2C8}"/>
                </a:ext>
              </a:extLst>
            </p:cNvPr>
            <p:cNvGrpSpPr/>
            <p:nvPr/>
          </p:nvGrpSpPr>
          <p:grpSpPr>
            <a:xfrm>
              <a:off x="17646042" y="9042469"/>
              <a:ext cx="502939" cy="502939"/>
              <a:chOff x="16489362" y="9348787"/>
              <a:chExt cx="405764" cy="405764"/>
            </a:xfrm>
            <a:solidFill>
              <a:srgbClr val="3B74C5"/>
            </a:solidFill>
          </p:grpSpPr>
          <p:sp>
            <p:nvSpPr>
              <p:cNvPr id="131" name="Freeform 460">
                <a:extLst>
                  <a:ext uri="{FF2B5EF4-FFF2-40B4-BE49-F238E27FC236}">
                    <a16:creationId xmlns:a16="http://schemas.microsoft.com/office/drawing/2014/main" id="{E5E7CC10-9F8E-0A4E-9CE7-338840F56813}"/>
                  </a:ext>
                </a:extLst>
              </p:cNvPr>
              <p:cNvSpPr/>
              <p:nvPr/>
            </p:nvSpPr>
            <p:spPr>
              <a:xfrm>
                <a:off x="16489362" y="9348787"/>
                <a:ext cx="405764" cy="405764"/>
              </a:xfrm>
              <a:custGeom>
                <a:avLst/>
                <a:gdLst>
                  <a:gd name="connsiteX0" fmla="*/ 202883 w 405764"/>
                  <a:gd name="connsiteY0" fmla="*/ 405765 h 405764"/>
                  <a:gd name="connsiteX1" fmla="*/ 0 w 405764"/>
                  <a:gd name="connsiteY1" fmla="*/ 202882 h 405764"/>
                  <a:gd name="connsiteX2" fmla="*/ 202883 w 405764"/>
                  <a:gd name="connsiteY2" fmla="*/ 0 h 405764"/>
                  <a:gd name="connsiteX3" fmla="*/ 405765 w 405764"/>
                  <a:gd name="connsiteY3" fmla="*/ 202882 h 405764"/>
                  <a:gd name="connsiteX4" fmla="*/ 202883 w 405764"/>
                  <a:gd name="connsiteY4" fmla="*/ 405765 h 405764"/>
                  <a:gd name="connsiteX5" fmla="*/ 202883 w 405764"/>
                  <a:gd name="connsiteY5" fmla="*/ 27623 h 405764"/>
                  <a:gd name="connsiteX6" fmla="*/ 27623 w 405764"/>
                  <a:gd name="connsiteY6" fmla="*/ 202882 h 405764"/>
                  <a:gd name="connsiteX7" fmla="*/ 202883 w 405764"/>
                  <a:gd name="connsiteY7" fmla="*/ 378143 h 405764"/>
                  <a:gd name="connsiteX8" fmla="*/ 378142 w 405764"/>
                  <a:gd name="connsiteY8" fmla="*/ 202882 h 405764"/>
                  <a:gd name="connsiteX9" fmla="*/ 202883 w 405764"/>
                  <a:gd name="connsiteY9" fmla="*/ 27623 h 40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5764" h="405764">
                    <a:moveTo>
                      <a:pt x="202883" y="405765"/>
                    </a:moveTo>
                    <a:cubicBezTo>
                      <a:pt x="91440" y="405765"/>
                      <a:pt x="0" y="315277"/>
                      <a:pt x="0" y="202882"/>
                    </a:cubicBezTo>
                    <a:cubicBezTo>
                      <a:pt x="0" y="91440"/>
                      <a:pt x="90488" y="0"/>
                      <a:pt x="202883" y="0"/>
                    </a:cubicBezTo>
                    <a:cubicBezTo>
                      <a:pt x="315277" y="0"/>
                      <a:pt x="405765" y="90488"/>
                      <a:pt x="405765" y="202882"/>
                    </a:cubicBezTo>
                    <a:cubicBezTo>
                      <a:pt x="405765" y="314325"/>
                      <a:pt x="314325" y="405765"/>
                      <a:pt x="202883" y="405765"/>
                    </a:cubicBezTo>
                    <a:close/>
                    <a:moveTo>
                      <a:pt x="202883" y="27623"/>
                    </a:moveTo>
                    <a:cubicBezTo>
                      <a:pt x="105727" y="27623"/>
                      <a:pt x="27623" y="106680"/>
                      <a:pt x="27623" y="202882"/>
                    </a:cubicBezTo>
                    <a:cubicBezTo>
                      <a:pt x="27623" y="300038"/>
                      <a:pt x="106680" y="378143"/>
                      <a:pt x="202883" y="378143"/>
                    </a:cubicBezTo>
                    <a:cubicBezTo>
                      <a:pt x="300038" y="378143"/>
                      <a:pt x="378142" y="299085"/>
                      <a:pt x="378142" y="202882"/>
                    </a:cubicBezTo>
                    <a:cubicBezTo>
                      <a:pt x="378142" y="105727"/>
                      <a:pt x="300038" y="27623"/>
                      <a:pt x="202883" y="27623"/>
                    </a:cubicBezTo>
                    <a:close/>
                  </a:path>
                </a:pathLst>
              </a:custGeom>
              <a:ln/>
            </p:spPr>
            <p:style>
              <a:lnRef idx="0">
                <a:schemeClr val="accent5"/>
              </a:lnRef>
              <a:fillRef idx="3">
                <a:schemeClr val="accent5"/>
              </a:fillRef>
              <a:effectRef idx="3">
                <a:schemeClr val="accent5"/>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132" name="Freeform 461">
                <a:extLst>
                  <a:ext uri="{FF2B5EF4-FFF2-40B4-BE49-F238E27FC236}">
                    <a16:creationId xmlns:a16="http://schemas.microsoft.com/office/drawing/2014/main" id="{705611A7-1586-814D-A313-A85F1E3E7668}"/>
                  </a:ext>
                </a:extLst>
              </p:cNvPr>
              <p:cNvSpPr/>
              <p:nvPr/>
            </p:nvSpPr>
            <p:spPr>
              <a:xfrm>
                <a:off x="16571276" y="9430702"/>
                <a:ext cx="241935" cy="241935"/>
              </a:xfrm>
              <a:custGeom>
                <a:avLst/>
                <a:gdLst>
                  <a:gd name="connsiteX0" fmla="*/ 241935 w 241935"/>
                  <a:gd name="connsiteY0" fmla="*/ 120968 h 241935"/>
                  <a:gd name="connsiteX1" fmla="*/ 120968 w 241935"/>
                  <a:gd name="connsiteY1" fmla="*/ 241935 h 241935"/>
                  <a:gd name="connsiteX2" fmla="*/ 0 w 241935"/>
                  <a:gd name="connsiteY2" fmla="*/ 120968 h 241935"/>
                  <a:gd name="connsiteX3" fmla="*/ 120968 w 241935"/>
                  <a:gd name="connsiteY3" fmla="*/ 0 h 241935"/>
                  <a:gd name="connsiteX4" fmla="*/ 241935 w 241935"/>
                  <a:gd name="connsiteY4" fmla="*/ 120968 h 241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935" h="241935">
                    <a:moveTo>
                      <a:pt x="241935" y="120968"/>
                    </a:moveTo>
                    <a:cubicBezTo>
                      <a:pt x="241935" y="187643"/>
                      <a:pt x="187643" y="241935"/>
                      <a:pt x="120968" y="241935"/>
                    </a:cubicBezTo>
                    <a:cubicBezTo>
                      <a:pt x="54293" y="241935"/>
                      <a:pt x="0" y="187643"/>
                      <a:pt x="0" y="120968"/>
                    </a:cubicBezTo>
                    <a:cubicBezTo>
                      <a:pt x="0" y="54293"/>
                      <a:pt x="54293" y="0"/>
                      <a:pt x="120968" y="0"/>
                    </a:cubicBezTo>
                    <a:cubicBezTo>
                      <a:pt x="187643" y="0"/>
                      <a:pt x="241935" y="54293"/>
                      <a:pt x="241935" y="120968"/>
                    </a:cubicBezTo>
                    <a:close/>
                  </a:path>
                </a:pathLst>
              </a:custGeom>
              <a:ln/>
            </p:spPr>
            <p:style>
              <a:lnRef idx="0">
                <a:schemeClr val="accent5"/>
              </a:lnRef>
              <a:fillRef idx="3">
                <a:schemeClr val="accent5"/>
              </a:fillRef>
              <a:effectRef idx="3">
                <a:schemeClr val="accent5"/>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grpSp>
          <p:nvGrpSpPr>
            <p:cNvPr id="57" name="Graphic 4">
              <a:extLst>
                <a:ext uri="{FF2B5EF4-FFF2-40B4-BE49-F238E27FC236}">
                  <a16:creationId xmlns:a16="http://schemas.microsoft.com/office/drawing/2014/main" id="{66D61EC6-C64B-F148-9CCD-78940D07B2C8}"/>
                </a:ext>
              </a:extLst>
            </p:cNvPr>
            <p:cNvGrpSpPr/>
            <p:nvPr/>
          </p:nvGrpSpPr>
          <p:grpSpPr>
            <a:xfrm>
              <a:off x="21484207" y="9042469"/>
              <a:ext cx="502939" cy="502939"/>
              <a:chOff x="19585939" y="9348787"/>
              <a:chExt cx="405764" cy="405764"/>
            </a:xfrm>
            <a:solidFill>
              <a:srgbClr val="4C4CB0"/>
            </a:solidFill>
          </p:grpSpPr>
          <p:sp>
            <p:nvSpPr>
              <p:cNvPr id="129" name="Freeform 463">
                <a:extLst>
                  <a:ext uri="{FF2B5EF4-FFF2-40B4-BE49-F238E27FC236}">
                    <a16:creationId xmlns:a16="http://schemas.microsoft.com/office/drawing/2014/main" id="{36FF6989-75CD-E54E-9FD7-8289AB8A9F00}"/>
                  </a:ext>
                </a:extLst>
              </p:cNvPr>
              <p:cNvSpPr/>
              <p:nvPr/>
            </p:nvSpPr>
            <p:spPr>
              <a:xfrm>
                <a:off x="19585939" y="9348787"/>
                <a:ext cx="405764" cy="405764"/>
              </a:xfrm>
              <a:custGeom>
                <a:avLst/>
                <a:gdLst>
                  <a:gd name="connsiteX0" fmla="*/ 202883 w 405764"/>
                  <a:gd name="connsiteY0" fmla="*/ 405765 h 405764"/>
                  <a:gd name="connsiteX1" fmla="*/ 0 w 405764"/>
                  <a:gd name="connsiteY1" fmla="*/ 202882 h 405764"/>
                  <a:gd name="connsiteX2" fmla="*/ 202883 w 405764"/>
                  <a:gd name="connsiteY2" fmla="*/ 0 h 405764"/>
                  <a:gd name="connsiteX3" fmla="*/ 405765 w 405764"/>
                  <a:gd name="connsiteY3" fmla="*/ 202882 h 405764"/>
                  <a:gd name="connsiteX4" fmla="*/ 202883 w 405764"/>
                  <a:gd name="connsiteY4" fmla="*/ 405765 h 405764"/>
                  <a:gd name="connsiteX5" fmla="*/ 202883 w 405764"/>
                  <a:gd name="connsiteY5" fmla="*/ 27623 h 405764"/>
                  <a:gd name="connsiteX6" fmla="*/ 27623 w 405764"/>
                  <a:gd name="connsiteY6" fmla="*/ 202882 h 405764"/>
                  <a:gd name="connsiteX7" fmla="*/ 202883 w 405764"/>
                  <a:gd name="connsiteY7" fmla="*/ 378143 h 405764"/>
                  <a:gd name="connsiteX8" fmla="*/ 378143 w 405764"/>
                  <a:gd name="connsiteY8" fmla="*/ 202882 h 405764"/>
                  <a:gd name="connsiteX9" fmla="*/ 202883 w 405764"/>
                  <a:gd name="connsiteY9" fmla="*/ 27623 h 405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5764" h="405764">
                    <a:moveTo>
                      <a:pt x="202883" y="405765"/>
                    </a:moveTo>
                    <a:cubicBezTo>
                      <a:pt x="91440" y="405765"/>
                      <a:pt x="0" y="315277"/>
                      <a:pt x="0" y="202882"/>
                    </a:cubicBezTo>
                    <a:cubicBezTo>
                      <a:pt x="0" y="91440"/>
                      <a:pt x="90488" y="0"/>
                      <a:pt x="202883" y="0"/>
                    </a:cubicBezTo>
                    <a:cubicBezTo>
                      <a:pt x="314325" y="0"/>
                      <a:pt x="405765" y="90488"/>
                      <a:pt x="405765" y="202882"/>
                    </a:cubicBezTo>
                    <a:cubicBezTo>
                      <a:pt x="405765" y="314325"/>
                      <a:pt x="314325" y="405765"/>
                      <a:pt x="202883" y="405765"/>
                    </a:cubicBezTo>
                    <a:close/>
                    <a:moveTo>
                      <a:pt x="202883" y="27623"/>
                    </a:moveTo>
                    <a:cubicBezTo>
                      <a:pt x="105727" y="27623"/>
                      <a:pt x="27623" y="106680"/>
                      <a:pt x="27623" y="202882"/>
                    </a:cubicBezTo>
                    <a:cubicBezTo>
                      <a:pt x="27623" y="300038"/>
                      <a:pt x="106681" y="378143"/>
                      <a:pt x="202883" y="378143"/>
                    </a:cubicBezTo>
                    <a:cubicBezTo>
                      <a:pt x="300038" y="378143"/>
                      <a:pt x="378143" y="299085"/>
                      <a:pt x="378143" y="202882"/>
                    </a:cubicBezTo>
                    <a:cubicBezTo>
                      <a:pt x="378143" y="105727"/>
                      <a:pt x="300038" y="27623"/>
                      <a:pt x="202883" y="27623"/>
                    </a:cubicBezTo>
                    <a:close/>
                  </a:path>
                </a:pathLst>
              </a:custGeom>
              <a:ln/>
            </p:spPr>
            <p:style>
              <a:lnRef idx="0">
                <a:schemeClr val="accent6"/>
              </a:lnRef>
              <a:fillRef idx="3">
                <a:schemeClr val="accent6"/>
              </a:fillRef>
              <a:effectRef idx="3">
                <a:schemeClr val="accent6"/>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130" name="Freeform 464">
                <a:extLst>
                  <a:ext uri="{FF2B5EF4-FFF2-40B4-BE49-F238E27FC236}">
                    <a16:creationId xmlns:a16="http://schemas.microsoft.com/office/drawing/2014/main" id="{3B5442A0-AA8D-3B47-994A-D4158C151783}"/>
                  </a:ext>
                </a:extLst>
              </p:cNvPr>
              <p:cNvSpPr/>
              <p:nvPr/>
            </p:nvSpPr>
            <p:spPr>
              <a:xfrm>
                <a:off x="19667854" y="9430702"/>
                <a:ext cx="241935" cy="241935"/>
              </a:xfrm>
              <a:custGeom>
                <a:avLst/>
                <a:gdLst>
                  <a:gd name="connsiteX0" fmla="*/ 241935 w 241935"/>
                  <a:gd name="connsiteY0" fmla="*/ 120968 h 241935"/>
                  <a:gd name="connsiteX1" fmla="*/ 120968 w 241935"/>
                  <a:gd name="connsiteY1" fmla="*/ 241935 h 241935"/>
                  <a:gd name="connsiteX2" fmla="*/ 0 w 241935"/>
                  <a:gd name="connsiteY2" fmla="*/ 120968 h 241935"/>
                  <a:gd name="connsiteX3" fmla="*/ 120968 w 241935"/>
                  <a:gd name="connsiteY3" fmla="*/ 0 h 241935"/>
                  <a:gd name="connsiteX4" fmla="*/ 241935 w 241935"/>
                  <a:gd name="connsiteY4" fmla="*/ 120968 h 241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935" h="241935">
                    <a:moveTo>
                      <a:pt x="241935" y="120968"/>
                    </a:moveTo>
                    <a:cubicBezTo>
                      <a:pt x="241935" y="187643"/>
                      <a:pt x="187643" y="241935"/>
                      <a:pt x="120968" y="241935"/>
                    </a:cubicBezTo>
                    <a:cubicBezTo>
                      <a:pt x="54293" y="241935"/>
                      <a:pt x="0" y="187643"/>
                      <a:pt x="0" y="120968"/>
                    </a:cubicBezTo>
                    <a:cubicBezTo>
                      <a:pt x="0" y="54293"/>
                      <a:pt x="54293" y="0"/>
                      <a:pt x="120968" y="0"/>
                    </a:cubicBezTo>
                    <a:cubicBezTo>
                      <a:pt x="187643" y="0"/>
                      <a:pt x="241935" y="54293"/>
                      <a:pt x="241935" y="120968"/>
                    </a:cubicBezTo>
                    <a:close/>
                  </a:path>
                </a:pathLst>
              </a:custGeom>
              <a:ln/>
            </p:spPr>
            <p:style>
              <a:lnRef idx="0">
                <a:schemeClr val="accent6"/>
              </a:lnRef>
              <a:fillRef idx="3">
                <a:schemeClr val="accent6"/>
              </a:fillRef>
              <a:effectRef idx="3">
                <a:schemeClr val="accent6"/>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grpSp>
        <p:grpSp>
          <p:nvGrpSpPr>
            <p:cNvPr id="58" name="Graphic 4">
              <a:extLst>
                <a:ext uri="{FF2B5EF4-FFF2-40B4-BE49-F238E27FC236}">
                  <a16:creationId xmlns:a16="http://schemas.microsoft.com/office/drawing/2014/main" id="{66D61EC6-C64B-F148-9CCD-78940D07B2C8}"/>
                </a:ext>
              </a:extLst>
            </p:cNvPr>
            <p:cNvGrpSpPr/>
            <p:nvPr/>
          </p:nvGrpSpPr>
          <p:grpSpPr>
            <a:xfrm>
              <a:off x="621634" y="4205507"/>
              <a:ext cx="23052606" cy="3878306"/>
              <a:chOff x="2754313" y="5446395"/>
              <a:chExt cx="18598518" cy="3128962"/>
            </a:xfrm>
            <a:solidFill>
              <a:srgbClr val="808080"/>
            </a:solidFill>
          </p:grpSpPr>
          <p:grpSp>
            <p:nvGrpSpPr>
              <p:cNvPr id="108" name="Graphic 4">
                <a:extLst>
                  <a:ext uri="{FF2B5EF4-FFF2-40B4-BE49-F238E27FC236}">
                    <a16:creationId xmlns:a16="http://schemas.microsoft.com/office/drawing/2014/main" id="{66D61EC6-C64B-F148-9CCD-78940D07B2C8}"/>
                  </a:ext>
                </a:extLst>
              </p:cNvPr>
              <p:cNvGrpSpPr/>
              <p:nvPr/>
            </p:nvGrpSpPr>
            <p:grpSpPr>
              <a:xfrm>
                <a:off x="4286886" y="6990398"/>
                <a:ext cx="1584008" cy="1584959"/>
                <a:chOff x="4286884" y="6990397"/>
                <a:chExt cx="1584008" cy="1584959"/>
              </a:xfrm>
              <a:solidFill>
                <a:srgbClr val="808080"/>
              </a:solidFill>
            </p:grpSpPr>
            <p:sp>
              <p:nvSpPr>
                <p:cNvPr id="126" name="Freeform 468">
                  <a:extLst>
                    <a:ext uri="{FF2B5EF4-FFF2-40B4-BE49-F238E27FC236}">
                      <a16:creationId xmlns:a16="http://schemas.microsoft.com/office/drawing/2014/main" id="{C9FAEEDE-133A-D843-A2B4-BB1C06DDC57C}"/>
                    </a:ext>
                  </a:extLst>
                </p:cNvPr>
                <p:cNvSpPr/>
                <p:nvPr/>
              </p:nvSpPr>
              <p:spPr>
                <a:xfrm>
                  <a:off x="5830887" y="6990397"/>
                  <a:ext cx="40005" cy="40004"/>
                </a:xfrm>
                <a:custGeom>
                  <a:avLst/>
                  <a:gdLst>
                    <a:gd name="connsiteX0" fmla="*/ 20003 w 40005"/>
                    <a:gd name="connsiteY0" fmla="*/ 40005 h 40004"/>
                    <a:gd name="connsiteX1" fmla="*/ 5715 w 40005"/>
                    <a:gd name="connsiteY1" fmla="*/ 34290 h 40004"/>
                    <a:gd name="connsiteX2" fmla="*/ 0 w 40005"/>
                    <a:gd name="connsiteY2" fmla="*/ 20002 h 40004"/>
                    <a:gd name="connsiteX3" fmla="*/ 5715 w 40005"/>
                    <a:gd name="connsiteY3" fmla="*/ 5715 h 40004"/>
                    <a:gd name="connsiteX4" fmla="*/ 34290 w 40005"/>
                    <a:gd name="connsiteY4" fmla="*/ 5715 h 40004"/>
                    <a:gd name="connsiteX5" fmla="*/ 40005 w 40005"/>
                    <a:gd name="connsiteY5" fmla="*/ 20002 h 40004"/>
                    <a:gd name="connsiteX6" fmla="*/ 34290 w 40005"/>
                    <a:gd name="connsiteY6" fmla="*/ 34290 h 40004"/>
                    <a:gd name="connsiteX7" fmla="*/ 20003 w 40005"/>
                    <a:gd name="connsiteY7" fmla="*/ 40005 h 4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005" h="40004">
                      <a:moveTo>
                        <a:pt x="20003" y="40005"/>
                      </a:moveTo>
                      <a:cubicBezTo>
                        <a:pt x="14288" y="40005"/>
                        <a:pt x="9525" y="38100"/>
                        <a:pt x="5715" y="34290"/>
                      </a:cubicBezTo>
                      <a:cubicBezTo>
                        <a:pt x="1905" y="30480"/>
                        <a:pt x="0" y="25717"/>
                        <a:pt x="0" y="20002"/>
                      </a:cubicBezTo>
                      <a:cubicBezTo>
                        <a:pt x="0" y="14288"/>
                        <a:pt x="1905" y="9525"/>
                        <a:pt x="5715" y="5715"/>
                      </a:cubicBezTo>
                      <a:cubicBezTo>
                        <a:pt x="13335" y="-1905"/>
                        <a:pt x="26670" y="-1905"/>
                        <a:pt x="34290" y="5715"/>
                      </a:cubicBezTo>
                      <a:cubicBezTo>
                        <a:pt x="38100" y="9525"/>
                        <a:pt x="40005" y="15240"/>
                        <a:pt x="40005" y="20002"/>
                      </a:cubicBezTo>
                      <a:cubicBezTo>
                        <a:pt x="40005" y="25717"/>
                        <a:pt x="38100" y="30480"/>
                        <a:pt x="34290" y="34290"/>
                      </a:cubicBezTo>
                      <a:cubicBezTo>
                        <a:pt x="30480" y="38100"/>
                        <a:pt x="25718" y="40005"/>
                        <a:pt x="20003" y="40005"/>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27" name="Freeform 469">
                  <a:extLst>
                    <a:ext uri="{FF2B5EF4-FFF2-40B4-BE49-F238E27FC236}">
                      <a16:creationId xmlns:a16="http://schemas.microsoft.com/office/drawing/2014/main" id="{D94D7B95-AE15-1A43-9947-8154BD4A00B5}"/>
                    </a:ext>
                  </a:extLst>
                </p:cNvPr>
                <p:cNvSpPr/>
                <p:nvPr/>
              </p:nvSpPr>
              <p:spPr>
                <a:xfrm>
                  <a:off x="4422067" y="7124700"/>
                  <a:ext cx="1444062" cy="1444942"/>
                </a:xfrm>
                <a:custGeom>
                  <a:avLst/>
                  <a:gdLst>
                    <a:gd name="connsiteX0" fmla="*/ 72 w 1444062"/>
                    <a:gd name="connsiteY0" fmla="*/ 1425893 h 1444942"/>
                    <a:gd name="connsiteX1" fmla="*/ 18170 w 1444062"/>
                    <a:gd name="connsiteY1" fmla="*/ 1403985 h 1444942"/>
                    <a:gd name="connsiteX2" fmla="*/ 18170 w 1444062"/>
                    <a:gd name="connsiteY2" fmla="*/ 1403985 h 1444942"/>
                    <a:gd name="connsiteX3" fmla="*/ 40077 w 1444062"/>
                    <a:gd name="connsiteY3" fmla="*/ 1423035 h 1444942"/>
                    <a:gd name="connsiteX4" fmla="*/ 40077 w 1444062"/>
                    <a:gd name="connsiteY4" fmla="*/ 1423035 h 1444942"/>
                    <a:gd name="connsiteX5" fmla="*/ 21027 w 1444062"/>
                    <a:gd name="connsiteY5" fmla="*/ 1444943 h 1444942"/>
                    <a:gd name="connsiteX6" fmla="*/ 21027 w 1444062"/>
                    <a:gd name="connsiteY6" fmla="*/ 1444943 h 1444942"/>
                    <a:gd name="connsiteX7" fmla="*/ 21027 w 1444062"/>
                    <a:gd name="connsiteY7" fmla="*/ 1444943 h 1444942"/>
                    <a:gd name="connsiteX8" fmla="*/ 21027 w 1444062"/>
                    <a:gd name="connsiteY8" fmla="*/ 1444943 h 1444942"/>
                    <a:gd name="connsiteX9" fmla="*/ 19122 w 1444062"/>
                    <a:gd name="connsiteY9" fmla="*/ 1444943 h 1444942"/>
                    <a:gd name="connsiteX10" fmla="*/ 19122 w 1444062"/>
                    <a:gd name="connsiteY10" fmla="*/ 1444943 h 1444942"/>
                    <a:gd name="connsiteX11" fmla="*/ 72 w 1444062"/>
                    <a:gd name="connsiteY11" fmla="*/ 1425893 h 1444942"/>
                    <a:gd name="connsiteX12" fmla="*/ 133422 w 1444062"/>
                    <a:gd name="connsiteY12" fmla="*/ 1410652 h 1444942"/>
                    <a:gd name="connsiteX13" fmla="*/ 149615 w 1444062"/>
                    <a:gd name="connsiteY13" fmla="*/ 1386840 h 1444942"/>
                    <a:gd name="connsiteX14" fmla="*/ 149615 w 1444062"/>
                    <a:gd name="connsiteY14" fmla="*/ 1386840 h 1444942"/>
                    <a:gd name="connsiteX15" fmla="*/ 173427 w 1444062"/>
                    <a:gd name="connsiteY15" fmla="*/ 1403032 h 1444942"/>
                    <a:gd name="connsiteX16" fmla="*/ 173427 w 1444062"/>
                    <a:gd name="connsiteY16" fmla="*/ 1403032 h 1444942"/>
                    <a:gd name="connsiteX17" fmla="*/ 157235 w 1444062"/>
                    <a:gd name="connsiteY17" fmla="*/ 1426845 h 1444942"/>
                    <a:gd name="connsiteX18" fmla="*/ 157235 w 1444062"/>
                    <a:gd name="connsiteY18" fmla="*/ 1426845 h 1444942"/>
                    <a:gd name="connsiteX19" fmla="*/ 153425 w 1444062"/>
                    <a:gd name="connsiteY19" fmla="*/ 1426845 h 1444942"/>
                    <a:gd name="connsiteX20" fmla="*/ 153425 w 1444062"/>
                    <a:gd name="connsiteY20" fmla="*/ 1426845 h 1444942"/>
                    <a:gd name="connsiteX21" fmla="*/ 133422 w 1444062"/>
                    <a:gd name="connsiteY21" fmla="*/ 1410652 h 1444942"/>
                    <a:gd name="connsiteX22" fmla="*/ 265820 w 1444062"/>
                    <a:gd name="connsiteY22" fmla="*/ 1383030 h 1444942"/>
                    <a:gd name="connsiteX23" fmla="*/ 280107 w 1444062"/>
                    <a:gd name="connsiteY23" fmla="*/ 1358265 h 1444942"/>
                    <a:gd name="connsiteX24" fmla="*/ 280107 w 1444062"/>
                    <a:gd name="connsiteY24" fmla="*/ 1358265 h 1444942"/>
                    <a:gd name="connsiteX25" fmla="*/ 304872 w 1444062"/>
                    <a:gd name="connsiteY25" fmla="*/ 1372552 h 1444942"/>
                    <a:gd name="connsiteX26" fmla="*/ 304872 w 1444062"/>
                    <a:gd name="connsiteY26" fmla="*/ 1372552 h 1444942"/>
                    <a:gd name="connsiteX27" fmla="*/ 290585 w 1444062"/>
                    <a:gd name="connsiteY27" fmla="*/ 1397318 h 1444942"/>
                    <a:gd name="connsiteX28" fmla="*/ 290585 w 1444062"/>
                    <a:gd name="connsiteY28" fmla="*/ 1397318 h 1444942"/>
                    <a:gd name="connsiteX29" fmla="*/ 290585 w 1444062"/>
                    <a:gd name="connsiteY29" fmla="*/ 1397318 h 1444942"/>
                    <a:gd name="connsiteX30" fmla="*/ 290585 w 1444062"/>
                    <a:gd name="connsiteY30" fmla="*/ 1397318 h 1444942"/>
                    <a:gd name="connsiteX31" fmla="*/ 285822 w 1444062"/>
                    <a:gd name="connsiteY31" fmla="*/ 1398270 h 1444942"/>
                    <a:gd name="connsiteX32" fmla="*/ 285822 w 1444062"/>
                    <a:gd name="connsiteY32" fmla="*/ 1398270 h 1444942"/>
                    <a:gd name="connsiteX33" fmla="*/ 265820 w 1444062"/>
                    <a:gd name="connsiteY33" fmla="*/ 1383030 h 1444942"/>
                    <a:gd name="connsiteX34" fmla="*/ 394407 w 1444062"/>
                    <a:gd name="connsiteY34" fmla="*/ 1343977 h 1444942"/>
                    <a:gd name="connsiteX35" fmla="*/ 406790 w 1444062"/>
                    <a:gd name="connsiteY35" fmla="*/ 1318260 h 1444942"/>
                    <a:gd name="connsiteX36" fmla="*/ 406790 w 1444062"/>
                    <a:gd name="connsiteY36" fmla="*/ 1318260 h 1444942"/>
                    <a:gd name="connsiteX37" fmla="*/ 432507 w 1444062"/>
                    <a:gd name="connsiteY37" fmla="*/ 1329690 h 1444942"/>
                    <a:gd name="connsiteX38" fmla="*/ 432507 w 1444062"/>
                    <a:gd name="connsiteY38" fmla="*/ 1329690 h 1444942"/>
                    <a:gd name="connsiteX39" fmla="*/ 420125 w 1444062"/>
                    <a:gd name="connsiteY39" fmla="*/ 1356360 h 1444942"/>
                    <a:gd name="connsiteX40" fmla="*/ 420125 w 1444062"/>
                    <a:gd name="connsiteY40" fmla="*/ 1356360 h 1444942"/>
                    <a:gd name="connsiteX41" fmla="*/ 413457 w 1444062"/>
                    <a:gd name="connsiteY41" fmla="*/ 1357313 h 1444942"/>
                    <a:gd name="connsiteX42" fmla="*/ 413457 w 1444062"/>
                    <a:gd name="connsiteY42" fmla="*/ 1357313 h 1444942"/>
                    <a:gd name="connsiteX43" fmla="*/ 394407 w 1444062"/>
                    <a:gd name="connsiteY43" fmla="*/ 1343977 h 1444942"/>
                    <a:gd name="connsiteX44" fmla="*/ 520137 w 1444062"/>
                    <a:gd name="connsiteY44" fmla="*/ 1294448 h 1444942"/>
                    <a:gd name="connsiteX45" fmla="*/ 529662 w 1444062"/>
                    <a:gd name="connsiteY45" fmla="*/ 1267777 h 1444942"/>
                    <a:gd name="connsiteX46" fmla="*/ 529662 w 1444062"/>
                    <a:gd name="connsiteY46" fmla="*/ 1267777 h 1444942"/>
                    <a:gd name="connsiteX47" fmla="*/ 556332 w 1444062"/>
                    <a:gd name="connsiteY47" fmla="*/ 1277302 h 1444942"/>
                    <a:gd name="connsiteX48" fmla="*/ 556332 w 1444062"/>
                    <a:gd name="connsiteY48" fmla="*/ 1277302 h 1444942"/>
                    <a:gd name="connsiteX49" fmla="*/ 546807 w 1444062"/>
                    <a:gd name="connsiteY49" fmla="*/ 1303973 h 1444942"/>
                    <a:gd name="connsiteX50" fmla="*/ 546807 w 1444062"/>
                    <a:gd name="connsiteY50" fmla="*/ 1303973 h 1444942"/>
                    <a:gd name="connsiteX51" fmla="*/ 546807 w 1444062"/>
                    <a:gd name="connsiteY51" fmla="*/ 1303973 h 1444942"/>
                    <a:gd name="connsiteX52" fmla="*/ 546807 w 1444062"/>
                    <a:gd name="connsiteY52" fmla="*/ 1303973 h 1444942"/>
                    <a:gd name="connsiteX53" fmla="*/ 538235 w 1444062"/>
                    <a:gd name="connsiteY53" fmla="*/ 1305877 h 1444942"/>
                    <a:gd name="connsiteX54" fmla="*/ 538235 w 1444062"/>
                    <a:gd name="connsiteY54" fmla="*/ 1305877 h 1444942"/>
                    <a:gd name="connsiteX55" fmla="*/ 520137 w 1444062"/>
                    <a:gd name="connsiteY55" fmla="*/ 1294448 h 1444942"/>
                    <a:gd name="connsiteX56" fmla="*/ 640152 w 1444062"/>
                    <a:gd name="connsiteY56" fmla="*/ 1233488 h 1444942"/>
                    <a:gd name="connsiteX57" fmla="*/ 647772 w 1444062"/>
                    <a:gd name="connsiteY57" fmla="*/ 1205865 h 1444942"/>
                    <a:gd name="connsiteX58" fmla="*/ 647772 w 1444062"/>
                    <a:gd name="connsiteY58" fmla="*/ 1205865 h 1444942"/>
                    <a:gd name="connsiteX59" fmla="*/ 675395 w 1444062"/>
                    <a:gd name="connsiteY59" fmla="*/ 1213485 h 1444942"/>
                    <a:gd name="connsiteX60" fmla="*/ 675395 w 1444062"/>
                    <a:gd name="connsiteY60" fmla="*/ 1213485 h 1444942"/>
                    <a:gd name="connsiteX61" fmla="*/ 667775 w 1444062"/>
                    <a:gd name="connsiteY61" fmla="*/ 1241107 h 1444942"/>
                    <a:gd name="connsiteX62" fmla="*/ 667775 w 1444062"/>
                    <a:gd name="connsiteY62" fmla="*/ 1241107 h 1444942"/>
                    <a:gd name="connsiteX63" fmla="*/ 658250 w 1444062"/>
                    <a:gd name="connsiteY63" fmla="*/ 1243965 h 1444942"/>
                    <a:gd name="connsiteX64" fmla="*/ 658250 w 1444062"/>
                    <a:gd name="connsiteY64" fmla="*/ 1243965 h 1444942"/>
                    <a:gd name="connsiteX65" fmla="*/ 640152 w 1444062"/>
                    <a:gd name="connsiteY65" fmla="*/ 1233488 h 1444942"/>
                    <a:gd name="connsiteX66" fmla="*/ 754452 w 1444062"/>
                    <a:gd name="connsiteY66" fmla="*/ 1162050 h 1444942"/>
                    <a:gd name="connsiteX67" fmla="*/ 759215 w 1444062"/>
                    <a:gd name="connsiteY67" fmla="*/ 1133475 h 1444942"/>
                    <a:gd name="connsiteX68" fmla="*/ 759215 w 1444062"/>
                    <a:gd name="connsiteY68" fmla="*/ 1133475 h 1444942"/>
                    <a:gd name="connsiteX69" fmla="*/ 786837 w 1444062"/>
                    <a:gd name="connsiteY69" fmla="*/ 1138238 h 1444942"/>
                    <a:gd name="connsiteX70" fmla="*/ 786837 w 1444062"/>
                    <a:gd name="connsiteY70" fmla="*/ 1138238 h 1444942"/>
                    <a:gd name="connsiteX71" fmla="*/ 782075 w 1444062"/>
                    <a:gd name="connsiteY71" fmla="*/ 1165860 h 1444942"/>
                    <a:gd name="connsiteX72" fmla="*/ 782075 w 1444062"/>
                    <a:gd name="connsiteY72" fmla="*/ 1165860 h 1444942"/>
                    <a:gd name="connsiteX73" fmla="*/ 770645 w 1444062"/>
                    <a:gd name="connsiteY73" fmla="*/ 1169670 h 1444942"/>
                    <a:gd name="connsiteX74" fmla="*/ 770645 w 1444062"/>
                    <a:gd name="connsiteY74" fmla="*/ 1169670 h 1444942"/>
                    <a:gd name="connsiteX75" fmla="*/ 754452 w 1444062"/>
                    <a:gd name="connsiteY75" fmla="*/ 1162050 h 1444942"/>
                    <a:gd name="connsiteX76" fmla="*/ 862085 w 1444062"/>
                    <a:gd name="connsiteY76" fmla="*/ 1082040 h 1444942"/>
                    <a:gd name="connsiteX77" fmla="*/ 864942 w 1444062"/>
                    <a:gd name="connsiteY77" fmla="*/ 1053465 h 1444942"/>
                    <a:gd name="connsiteX78" fmla="*/ 864942 w 1444062"/>
                    <a:gd name="connsiteY78" fmla="*/ 1053465 h 1444942"/>
                    <a:gd name="connsiteX79" fmla="*/ 893517 w 1444062"/>
                    <a:gd name="connsiteY79" fmla="*/ 1056323 h 1444942"/>
                    <a:gd name="connsiteX80" fmla="*/ 893517 w 1444062"/>
                    <a:gd name="connsiteY80" fmla="*/ 1056323 h 1444942"/>
                    <a:gd name="connsiteX81" fmla="*/ 890660 w 1444062"/>
                    <a:gd name="connsiteY81" fmla="*/ 1084898 h 1444942"/>
                    <a:gd name="connsiteX82" fmla="*/ 890660 w 1444062"/>
                    <a:gd name="connsiteY82" fmla="*/ 1084898 h 1444942"/>
                    <a:gd name="connsiteX83" fmla="*/ 877325 w 1444062"/>
                    <a:gd name="connsiteY83" fmla="*/ 1089660 h 1444942"/>
                    <a:gd name="connsiteX84" fmla="*/ 877325 w 1444062"/>
                    <a:gd name="connsiteY84" fmla="*/ 1089660 h 1444942"/>
                    <a:gd name="connsiteX85" fmla="*/ 862085 w 1444062"/>
                    <a:gd name="connsiteY85" fmla="*/ 1082040 h 1444942"/>
                    <a:gd name="connsiteX86" fmla="*/ 963050 w 1444062"/>
                    <a:gd name="connsiteY86" fmla="*/ 991552 h 1444942"/>
                    <a:gd name="connsiteX87" fmla="*/ 963050 w 1444062"/>
                    <a:gd name="connsiteY87" fmla="*/ 962977 h 1444942"/>
                    <a:gd name="connsiteX88" fmla="*/ 963050 w 1444062"/>
                    <a:gd name="connsiteY88" fmla="*/ 962977 h 1444942"/>
                    <a:gd name="connsiteX89" fmla="*/ 991625 w 1444062"/>
                    <a:gd name="connsiteY89" fmla="*/ 962977 h 1444942"/>
                    <a:gd name="connsiteX90" fmla="*/ 991625 w 1444062"/>
                    <a:gd name="connsiteY90" fmla="*/ 962977 h 1444942"/>
                    <a:gd name="connsiteX91" fmla="*/ 991625 w 1444062"/>
                    <a:gd name="connsiteY91" fmla="*/ 991552 h 1444942"/>
                    <a:gd name="connsiteX92" fmla="*/ 991625 w 1444062"/>
                    <a:gd name="connsiteY92" fmla="*/ 991552 h 1444942"/>
                    <a:gd name="connsiteX93" fmla="*/ 977337 w 1444062"/>
                    <a:gd name="connsiteY93" fmla="*/ 997268 h 1444942"/>
                    <a:gd name="connsiteX94" fmla="*/ 977337 w 1444062"/>
                    <a:gd name="connsiteY94" fmla="*/ 997268 h 1444942"/>
                    <a:gd name="connsiteX95" fmla="*/ 963050 w 1444062"/>
                    <a:gd name="connsiteY95" fmla="*/ 991552 h 1444942"/>
                    <a:gd name="connsiteX96" fmla="*/ 1055442 w 1444062"/>
                    <a:gd name="connsiteY96" fmla="*/ 893445 h 1444942"/>
                    <a:gd name="connsiteX97" fmla="*/ 1052585 w 1444062"/>
                    <a:gd name="connsiteY97" fmla="*/ 864870 h 1444942"/>
                    <a:gd name="connsiteX98" fmla="*/ 1052585 w 1444062"/>
                    <a:gd name="connsiteY98" fmla="*/ 864870 h 1444942"/>
                    <a:gd name="connsiteX99" fmla="*/ 1081160 w 1444062"/>
                    <a:gd name="connsiteY99" fmla="*/ 862013 h 1444942"/>
                    <a:gd name="connsiteX100" fmla="*/ 1081160 w 1444062"/>
                    <a:gd name="connsiteY100" fmla="*/ 862013 h 1444942"/>
                    <a:gd name="connsiteX101" fmla="*/ 1084017 w 1444062"/>
                    <a:gd name="connsiteY101" fmla="*/ 890588 h 1444942"/>
                    <a:gd name="connsiteX102" fmla="*/ 1084017 w 1444062"/>
                    <a:gd name="connsiteY102" fmla="*/ 890588 h 1444942"/>
                    <a:gd name="connsiteX103" fmla="*/ 1068777 w 1444062"/>
                    <a:gd name="connsiteY103" fmla="*/ 898207 h 1444942"/>
                    <a:gd name="connsiteX104" fmla="*/ 1068777 w 1444062"/>
                    <a:gd name="connsiteY104" fmla="*/ 898207 h 1444942"/>
                    <a:gd name="connsiteX105" fmla="*/ 1055442 w 1444062"/>
                    <a:gd name="connsiteY105" fmla="*/ 893445 h 1444942"/>
                    <a:gd name="connsiteX106" fmla="*/ 1138310 w 1444062"/>
                    <a:gd name="connsiteY106" fmla="*/ 787718 h 1444942"/>
                    <a:gd name="connsiteX107" fmla="*/ 1133547 w 1444062"/>
                    <a:gd name="connsiteY107" fmla="*/ 759143 h 1444942"/>
                    <a:gd name="connsiteX108" fmla="*/ 1133547 w 1444062"/>
                    <a:gd name="connsiteY108" fmla="*/ 759143 h 1444942"/>
                    <a:gd name="connsiteX109" fmla="*/ 1161170 w 1444062"/>
                    <a:gd name="connsiteY109" fmla="*/ 754380 h 1444942"/>
                    <a:gd name="connsiteX110" fmla="*/ 1161170 w 1444062"/>
                    <a:gd name="connsiteY110" fmla="*/ 754380 h 1444942"/>
                    <a:gd name="connsiteX111" fmla="*/ 1165932 w 1444062"/>
                    <a:gd name="connsiteY111" fmla="*/ 782002 h 1444942"/>
                    <a:gd name="connsiteX112" fmla="*/ 1165932 w 1444062"/>
                    <a:gd name="connsiteY112" fmla="*/ 782002 h 1444942"/>
                    <a:gd name="connsiteX113" fmla="*/ 1148788 w 1444062"/>
                    <a:gd name="connsiteY113" fmla="*/ 790575 h 1444942"/>
                    <a:gd name="connsiteX114" fmla="*/ 1148788 w 1444062"/>
                    <a:gd name="connsiteY114" fmla="*/ 790575 h 1444942"/>
                    <a:gd name="connsiteX115" fmla="*/ 1138310 w 1444062"/>
                    <a:gd name="connsiteY115" fmla="*/ 787718 h 1444942"/>
                    <a:gd name="connsiteX116" fmla="*/ 1212605 w 1444062"/>
                    <a:gd name="connsiteY116" fmla="*/ 675323 h 1444942"/>
                    <a:gd name="connsiteX117" fmla="*/ 1204985 w 1444062"/>
                    <a:gd name="connsiteY117" fmla="*/ 647700 h 1444942"/>
                    <a:gd name="connsiteX118" fmla="*/ 1204985 w 1444062"/>
                    <a:gd name="connsiteY118" fmla="*/ 647700 h 1444942"/>
                    <a:gd name="connsiteX119" fmla="*/ 1232607 w 1444062"/>
                    <a:gd name="connsiteY119" fmla="*/ 640080 h 1444942"/>
                    <a:gd name="connsiteX120" fmla="*/ 1232607 w 1444062"/>
                    <a:gd name="connsiteY120" fmla="*/ 640080 h 1444942"/>
                    <a:gd name="connsiteX121" fmla="*/ 1240227 w 1444062"/>
                    <a:gd name="connsiteY121" fmla="*/ 667702 h 1444942"/>
                    <a:gd name="connsiteX122" fmla="*/ 1240227 w 1444062"/>
                    <a:gd name="connsiteY122" fmla="*/ 667702 h 1444942"/>
                    <a:gd name="connsiteX123" fmla="*/ 1222130 w 1444062"/>
                    <a:gd name="connsiteY123" fmla="*/ 678180 h 1444942"/>
                    <a:gd name="connsiteX124" fmla="*/ 1222130 w 1444062"/>
                    <a:gd name="connsiteY124" fmla="*/ 678180 h 1444942"/>
                    <a:gd name="connsiteX125" fmla="*/ 1212605 w 1444062"/>
                    <a:gd name="connsiteY125" fmla="*/ 675323 h 1444942"/>
                    <a:gd name="connsiteX126" fmla="*/ 1276422 w 1444062"/>
                    <a:gd name="connsiteY126" fmla="*/ 557213 h 1444942"/>
                    <a:gd name="connsiteX127" fmla="*/ 1266897 w 1444062"/>
                    <a:gd name="connsiteY127" fmla="*/ 530543 h 1444942"/>
                    <a:gd name="connsiteX128" fmla="*/ 1266897 w 1444062"/>
                    <a:gd name="connsiteY128" fmla="*/ 530543 h 1444942"/>
                    <a:gd name="connsiteX129" fmla="*/ 1293567 w 1444062"/>
                    <a:gd name="connsiteY129" fmla="*/ 521018 h 1444942"/>
                    <a:gd name="connsiteX130" fmla="*/ 1293567 w 1444062"/>
                    <a:gd name="connsiteY130" fmla="*/ 521018 h 1444942"/>
                    <a:gd name="connsiteX131" fmla="*/ 1303092 w 1444062"/>
                    <a:gd name="connsiteY131" fmla="*/ 547688 h 1444942"/>
                    <a:gd name="connsiteX132" fmla="*/ 1303092 w 1444062"/>
                    <a:gd name="connsiteY132" fmla="*/ 547688 h 1444942"/>
                    <a:gd name="connsiteX133" fmla="*/ 1284995 w 1444062"/>
                    <a:gd name="connsiteY133" fmla="*/ 559118 h 1444942"/>
                    <a:gd name="connsiteX134" fmla="*/ 1284995 w 1444062"/>
                    <a:gd name="connsiteY134" fmla="*/ 559118 h 1444942"/>
                    <a:gd name="connsiteX135" fmla="*/ 1276422 w 1444062"/>
                    <a:gd name="connsiteY135" fmla="*/ 557213 h 1444942"/>
                    <a:gd name="connsiteX136" fmla="*/ 1328810 w 1444062"/>
                    <a:gd name="connsiteY136" fmla="*/ 432435 h 1444942"/>
                    <a:gd name="connsiteX137" fmla="*/ 1317380 w 1444062"/>
                    <a:gd name="connsiteY137" fmla="*/ 406718 h 1444942"/>
                    <a:gd name="connsiteX138" fmla="*/ 1317380 w 1444062"/>
                    <a:gd name="connsiteY138" fmla="*/ 406718 h 1444942"/>
                    <a:gd name="connsiteX139" fmla="*/ 1343097 w 1444062"/>
                    <a:gd name="connsiteY139" fmla="*/ 395288 h 1444942"/>
                    <a:gd name="connsiteX140" fmla="*/ 1343097 w 1444062"/>
                    <a:gd name="connsiteY140" fmla="*/ 395288 h 1444942"/>
                    <a:gd name="connsiteX141" fmla="*/ 1355480 w 1444062"/>
                    <a:gd name="connsiteY141" fmla="*/ 421005 h 1444942"/>
                    <a:gd name="connsiteX142" fmla="*/ 1355480 w 1444062"/>
                    <a:gd name="connsiteY142" fmla="*/ 421005 h 1444942"/>
                    <a:gd name="connsiteX143" fmla="*/ 1336430 w 1444062"/>
                    <a:gd name="connsiteY143" fmla="*/ 434340 h 1444942"/>
                    <a:gd name="connsiteX144" fmla="*/ 1336430 w 1444062"/>
                    <a:gd name="connsiteY144" fmla="*/ 434340 h 1444942"/>
                    <a:gd name="connsiteX145" fmla="*/ 1328810 w 1444062"/>
                    <a:gd name="connsiteY145" fmla="*/ 432435 h 1444942"/>
                    <a:gd name="connsiteX146" fmla="*/ 1371672 w 1444062"/>
                    <a:gd name="connsiteY146" fmla="*/ 304800 h 1444942"/>
                    <a:gd name="connsiteX147" fmla="*/ 1357385 w 1444062"/>
                    <a:gd name="connsiteY147" fmla="*/ 280035 h 1444942"/>
                    <a:gd name="connsiteX148" fmla="*/ 1357385 w 1444062"/>
                    <a:gd name="connsiteY148" fmla="*/ 280035 h 1444942"/>
                    <a:gd name="connsiteX149" fmla="*/ 1382150 w 1444062"/>
                    <a:gd name="connsiteY149" fmla="*/ 265748 h 1444942"/>
                    <a:gd name="connsiteX150" fmla="*/ 1382150 w 1444062"/>
                    <a:gd name="connsiteY150" fmla="*/ 265748 h 1444942"/>
                    <a:gd name="connsiteX151" fmla="*/ 1396438 w 1444062"/>
                    <a:gd name="connsiteY151" fmla="*/ 290513 h 1444942"/>
                    <a:gd name="connsiteX152" fmla="*/ 1396438 w 1444062"/>
                    <a:gd name="connsiteY152" fmla="*/ 290513 h 1444942"/>
                    <a:gd name="connsiteX153" fmla="*/ 1396438 w 1444062"/>
                    <a:gd name="connsiteY153" fmla="*/ 290513 h 1444942"/>
                    <a:gd name="connsiteX154" fmla="*/ 1396438 w 1444062"/>
                    <a:gd name="connsiteY154" fmla="*/ 290513 h 1444942"/>
                    <a:gd name="connsiteX155" fmla="*/ 1377388 w 1444062"/>
                    <a:gd name="connsiteY155" fmla="*/ 305752 h 1444942"/>
                    <a:gd name="connsiteX156" fmla="*/ 1377388 w 1444062"/>
                    <a:gd name="connsiteY156" fmla="*/ 305752 h 1444942"/>
                    <a:gd name="connsiteX157" fmla="*/ 1371672 w 1444062"/>
                    <a:gd name="connsiteY157" fmla="*/ 304800 h 1444942"/>
                    <a:gd name="connsiteX158" fmla="*/ 1402152 w 1444062"/>
                    <a:gd name="connsiteY158" fmla="*/ 173355 h 1444942"/>
                    <a:gd name="connsiteX159" fmla="*/ 1385960 w 1444062"/>
                    <a:gd name="connsiteY159" fmla="*/ 150495 h 1444942"/>
                    <a:gd name="connsiteX160" fmla="*/ 1385960 w 1444062"/>
                    <a:gd name="connsiteY160" fmla="*/ 150495 h 1444942"/>
                    <a:gd name="connsiteX161" fmla="*/ 1409772 w 1444062"/>
                    <a:gd name="connsiteY161" fmla="*/ 133350 h 1444942"/>
                    <a:gd name="connsiteX162" fmla="*/ 1409772 w 1444062"/>
                    <a:gd name="connsiteY162" fmla="*/ 133350 h 1444942"/>
                    <a:gd name="connsiteX163" fmla="*/ 1425965 w 1444062"/>
                    <a:gd name="connsiteY163" fmla="*/ 157163 h 1444942"/>
                    <a:gd name="connsiteX164" fmla="*/ 1425965 w 1444062"/>
                    <a:gd name="connsiteY164" fmla="*/ 157163 h 1444942"/>
                    <a:gd name="connsiteX165" fmla="*/ 1425965 w 1444062"/>
                    <a:gd name="connsiteY165" fmla="*/ 157163 h 1444942"/>
                    <a:gd name="connsiteX166" fmla="*/ 1425965 w 1444062"/>
                    <a:gd name="connsiteY166" fmla="*/ 157163 h 1444942"/>
                    <a:gd name="connsiteX167" fmla="*/ 1405963 w 1444062"/>
                    <a:gd name="connsiteY167" fmla="*/ 174307 h 1444942"/>
                    <a:gd name="connsiteX168" fmla="*/ 1405963 w 1444062"/>
                    <a:gd name="connsiteY168" fmla="*/ 174307 h 1444942"/>
                    <a:gd name="connsiteX169" fmla="*/ 1402152 w 1444062"/>
                    <a:gd name="connsiteY169" fmla="*/ 173355 h 1444942"/>
                    <a:gd name="connsiteX170" fmla="*/ 1421202 w 1444062"/>
                    <a:gd name="connsiteY170" fmla="*/ 40957 h 1444942"/>
                    <a:gd name="connsiteX171" fmla="*/ 1403105 w 1444062"/>
                    <a:gd name="connsiteY171" fmla="*/ 19050 h 1444942"/>
                    <a:gd name="connsiteX172" fmla="*/ 1403105 w 1444062"/>
                    <a:gd name="connsiteY172" fmla="*/ 19050 h 1444942"/>
                    <a:gd name="connsiteX173" fmla="*/ 1425013 w 1444062"/>
                    <a:gd name="connsiteY173" fmla="*/ 0 h 1444942"/>
                    <a:gd name="connsiteX174" fmla="*/ 1425013 w 1444062"/>
                    <a:gd name="connsiteY174" fmla="*/ 0 h 1444942"/>
                    <a:gd name="connsiteX175" fmla="*/ 1444063 w 1444062"/>
                    <a:gd name="connsiteY175" fmla="*/ 21907 h 1444942"/>
                    <a:gd name="connsiteX176" fmla="*/ 1444063 w 1444062"/>
                    <a:gd name="connsiteY176" fmla="*/ 21907 h 1444942"/>
                    <a:gd name="connsiteX177" fmla="*/ 1444063 w 1444062"/>
                    <a:gd name="connsiteY177" fmla="*/ 21907 h 1444942"/>
                    <a:gd name="connsiteX178" fmla="*/ 1444063 w 1444062"/>
                    <a:gd name="connsiteY178" fmla="*/ 21907 h 1444942"/>
                    <a:gd name="connsiteX179" fmla="*/ 1424060 w 1444062"/>
                    <a:gd name="connsiteY179" fmla="*/ 40005 h 1444942"/>
                    <a:gd name="connsiteX180" fmla="*/ 1424060 w 1444062"/>
                    <a:gd name="connsiteY180" fmla="*/ 40005 h 1444942"/>
                    <a:gd name="connsiteX181" fmla="*/ 1421202 w 1444062"/>
                    <a:gd name="connsiteY181" fmla="*/ 40957 h 1444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1444062" h="1444942">
                      <a:moveTo>
                        <a:pt x="72" y="1425893"/>
                      </a:moveTo>
                      <a:cubicBezTo>
                        <a:pt x="-880" y="1414463"/>
                        <a:pt x="7692" y="1404938"/>
                        <a:pt x="18170" y="1403985"/>
                      </a:cubicBezTo>
                      <a:lnTo>
                        <a:pt x="18170" y="1403985"/>
                      </a:lnTo>
                      <a:cubicBezTo>
                        <a:pt x="29600" y="1403032"/>
                        <a:pt x="39125" y="1411605"/>
                        <a:pt x="40077" y="1423035"/>
                      </a:cubicBezTo>
                      <a:lnTo>
                        <a:pt x="40077" y="1423035"/>
                      </a:lnTo>
                      <a:cubicBezTo>
                        <a:pt x="41030" y="1434465"/>
                        <a:pt x="32457" y="1443990"/>
                        <a:pt x="21027" y="1444943"/>
                      </a:cubicBezTo>
                      <a:lnTo>
                        <a:pt x="21027" y="1444943"/>
                      </a:lnTo>
                      <a:cubicBezTo>
                        <a:pt x="21027" y="1444943"/>
                        <a:pt x="21027" y="1444943"/>
                        <a:pt x="21027" y="1444943"/>
                      </a:cubicBezTo>
                      <a:lnTo>
                        <a:pt x="21027" y="1444943"/>
                      </a:lnTo>
                      <a:cubicBezTo>
                        <a:pt x="20075" y="1444943"/>
                        <a:pt x="20075" y="1444943"/>
                        <a:pt x="19122" y="1444943"/>
                      </a:cubicBezTo>
                      <a:lnTo>
                        <a:pt x="19122" y="1444943"/>
                      </a:lnTo>
                      <a:cubicBezTo>
                        <a:pt x="9597" y="1444943"/>
                        <a:pt x="1025" y="1436370"/>
                        <a:pt x="72" y="1425893"/>
                      </a:cubicBezTo>
                      <a:close/>
                      <a:moveTo>
                        <a:pt x="133422" y="1410652"/>
                      </a:moveTo>
                      <a:cubicBezTo>
                        <a:pt x="131517" y="1399223"/>
                        <a:pt x="139137" y="1388745"/>
                        <a:pt x="149615" y="1386840"/>
                      </a:cubicBezTo>
                      <a:lnTo>
                        <a:pt x="149615" y="1386840"/>
                      </a:lnTo>
                      <a:cubicBezTo>
                        <a:pt x="161045" y="1384935"/>
                        <a:pt x="171522" y="1392555"/>
                        <a:pt x="173427" y="1403032"/>
                      </a:cubicBezTo>
                      <a:lnTo>
                        <a:pt x="173427" y="1403032"/>
                      </a:lnTo>
                      <a:cubicBezTo>
                        <a:pt x="175332" y="1414463"/>
                        <a:pt x="167712" y="1424940"/>
                        <a:pt x="157235" y="1426845"/>
                      </a:cubicBezTo>
                      <a:lnTo>
                        <a:pt x="157235" y="1426845"/>
                      </a:lnTo>
                      <a:cubicBezTo>
                        <a:pt x="156282" y="1426845"/>
                        <a:pt x="154377" y="1426845"/>
                        <a:pt x="153425" y="1426845"/>
                      </a:cubicBezTo>
                      <a:lnTo>
                        <a:pt x="153425" y="1426845"/>
                      </a:lnTo>
                      <a:cubicBezTo>
                        <a:pt x="143900" y="1426845"/>
                        <a:pt x="135327" y="1420177"/>
                        <a:pt x="133422" y="1410652"/>
                      </a:cubicBezTo>
                      <a:close/>
                      <a:moveTo>
                        <a:pt x="265820" y="1383030"/>
                      </a:moveTo>
                      <a:cubicBezTo>
                        <a:pt x="262962" y="1372552"/>
                        <a:pt x="269630" y="1361123"/>
                        <a:pt x="280107" y="1358265"/>
                      </a:cubicBezTo>
                      <a:lnTo>
                        <a:pt x="280107" y="1358265"/>
                      </a:lnTo>
                      <a:cubicBezTo>
                        <a:pt x="290585" y="1355407"/>
                        <a:pt x="302015" y="1362075"/>
                        <a:pt x="304872" y="1372552"/>
                      </a:cubicBezTo>
                      <a:lnTo>
                        <a:pt x="304872" y="1372552"/>
                      </a:lnTo>
                      <a:cubicBezTo>
                        <a:pt x="307730" y="1383030"/>
                        <a:pt x="301062" y="1394460"/>
                        <a:pt x="290585" y="1397318"/>
                      </a:cubicBezTo>
                      <a:lnTo>
                        <a:pt x="290585" y="1397318"/>
                      </a:lnTo>
                      <a:lnTo>
                        <a:pt x="290585" y="1397318"/>
                      </a:lnTo>
                      <a:lnTo>
                        <a:pt x="290585" y="1397318"/>
                      </a:lnTo>
                      <a:cubicBezTo>
                        <a:pt x="288680" y="1398270"/>
                        <a:pt x="286775" y="1398270"/>
                        <a:pt x="285822" y="1398270"/>
                      </a:cubicBezTo>
                      <a:lnTo>
                        <a:pt x="285822" y="1398270"/>
                      </a:lnTo>
                      <a:cubicBezTo>
                        <a:pt x="276297" y="1398270"/>
                        <a:pt x="267725" y="1391602"/>
                        <a:pt x="265820" y="1383030"/>
                      </a:cubicBezTo>
                      <a:close/>
                      <a:moveTo>
                        <a:pt x="394407" y="1343977"/>
                      </a:moveTo>
                      <a:cubicBezTo>
                        <a:pt x="390597" y="1333500"/>
                        <a:pt x="396312" y="1322070"/>
                        <a:pt x="406790" y="1318260"/>
                      </a:cubicBezTo>
                      <a:lnTo>
                        <a:pt x="406790" y="1318260"/>
                      </a:lnTo>
                      <a:cubicBezTo>
                        <a:pt x="417267" y="1314450"/>
                        <a:pt x="428697" y="1320165"/>
                        <a:pt x="432507" y="1329690"/>
                      </a:cubicBezTo>
                      <a:lnTo>
                        <a:pt x="432507" y="1329690"/>
                      </a:lnTo>
                      <a:cubicBezTo>
                        <a:pt x="436317" y="1340168"/>
                        <a:pt x="430602" y="1352550"/>
                        <a:pt x="420125" y="1356360"/>
                      </a:cubicBezTo>
                      <a:lnTo>
                        <a:pt x="420125" y="1356360"/>
                      </a:lnTo>
                      <a:cubicBezTo>
                        <a:pt x="418220" y="1357313"/>
                        <a:pt x="415362" y="1357313"/>
                        <a:pt x="413457" y="1357313"/>
                      </a:cubicBezTo>
                      <a:lnTo>
                        <a:pt x="413457" y="1357313"/>
                      </a:lnTo>
                      <a:cubicBezTo>
                        <a:pt x="405837" y="1357313"/>
                        <a:pt x="397265" y="1352550"/>
                        <a:pt x="394407" y="1343977"/>
                      </a:cubicBezTo>
                      <a:close/>
                      <a:moveTo>
                        <a:pt x="520137" y="1294448"/>
                      </a:moveTo>
                      <a:cubicBezTo>
                        <a:pt x="515375" y="1283970"/>
                        <a:pt x="520137" y="1272540"/>
                        <a:pt x="529662" y="1267777"/>
                      </a:cubicBezTo>
                      <a:lnTo>
                        <a:pt x="529662" y="1267777"/>
                      </a:lnTo>
                      <a:cubicBezTo>
                        <a:pt x="540140" y="1263015"/>
                        <a:pt x="551570" y="1267777"/>
                        <a:pt x="556332" y="1277302"/>
                      </a:cubicBezTo>
                      <a:lnTo>
                        <a:pt x="556332" y="1277302"/>
                      </a:lnTo>
                      <a:cubicBezTo>
                        <a:pt x="561095" y="1287780"/>
                        <a:pt x="556332" y="1299210"/>
                        <a:pt x="546807" y="1303973"/>
                      </a:cubicBezTo>
                      <a:lnTo>
                        <a:pt x="546807" y="1303973"/>
                      </a:lnTo>
                      <a:cubicBezTo>
                        <a:pt x="546807" y="1303973"/>
                        <a:pt x="546807" y="1303973"/>
                        <a:pt x="546807" y="1303973"/>
                      </a:cubicBezTo>
                      <a:lnTo>
                        <a:pt x="546807" y="1303973"/>
                      </a:lnTo>
                      <a:cubicBezTo>
                        <a:pt x="543950" y="1304925"/>
                        <a:pt x="541092" y="1305877"/>
                        <a:pt x="538235" y="1305877"/>
                      </a:cubicBezTo>
                      <a:lnTo>
                        <a:pt x="538235" y="1305877"/>
                      </a:lnTo>
                      <a:cubicBezTo>
                        <a:pt x="530615" y="1305877"/>
                        <a:pt x="522995" y="1301115"/>
                        <a:pt x="520137" y="1294448"/>
                      </a:cubicBezTo>
                      <a:close/>
                      <a:moveTo>
                        <a:pt x="640152" y="1233488"/>
                      </a:moveTo>
                      <a:cubicBezTo>
                        <a:pt x="634437" y="1223963"/>
                        <a:pt x="637295" y="1211580"/>
                        <a:pt x="647772" y="1205865"/>
                      </a:cubicBezTo>
                      <a:lnTo>
                        <a:pt x="647772" y="1205865"/>
                      </a:lnTo>
                      <a:cubicBezTo>
                        <a:pt x="657297" y="1200150"/>
                        <a:pt x="669680" y="1203960"/>
                        <a:pt x="675395" y="1213485"/>
                      </a:cubicBezTo>
                      <a:lnTo>
                        <a:pt x="675395" y="1213485"/>
                      </a:lnTo>
                      <a:cubicBezTo>
                        <a:pt x="681110" y="1223010"/>
                        <a:pt x="677300" y="1235393"/>
                        <a:pt x="667775" y="1241107"/>
                      </a:cubicBezTo>
                      <a:lnTo>
                        <a:pt x="667775" y="1241107"/>
                      </a:lnTo>
                      <a:cubicBezTo>
                        <a:pt x="664917" y="1243013"/>
                        <a:pt x="661107" y="1243965"/>
                        <a:pt x="658250" y="1243965"/>
                      </a:cubicBezTo>
                      <a:lnTo>
                        <a:pt x="658250" y="1243965"/>
                      </a:lnTo>
                      <a:cubicBezTo>
                        <a:pt x="650630" y="1243013"/>
                        <a:pt x="643962" y="1240155"/>
                        <a:pt x="640152" y="1233488"/>
                      </a:cubicBezTo>
                      <a:close/>
                      <a:moveTo>
                        <a:pt x="754452" y="1162050"/>
                      </a:moveTo>
                      <a:cubicBezTo>
                        <a:pt x="747785" y="1152525"/>
                        <a:pt x="749690" y="1140143"/>
                        <a:pt x="759215" y="1133475"/>
                      </a:cubicBezTo>
                      <a:lnTo>
                        <a:pt x="759215" y="1133475"/>
                      </a:lnTo>
                      <a:cubicBezTo>
                        <a:pt x="768740" y="1126807"/>
                        <a:pt x="781122" y="1128713"/>
                        <a:pt x="786837" y="1138238"/>
                      </a:cubicBezTo>
                      <a:lnTo>
                        <a:pt x="786837" y="1138238"/>
                      </a:lnTo>
                      <a:cubicBezTo>
                        <a:pt x="793505" y="1146810"/>
                        <a:pt x="791600" y="1160145"/>
                        <a:pt x="782075" y="1165860"/>
                      </a:cubicBezTo>
                      <a:lnTo>
                        <a:pt x="782075" y="1165860"/>
                      </a:lnTo>
                      <a:cubicBezTo>
                        <a:pt x="778265" y="1168718"/>
                        <a:pt x="774455" y="1169670"/>
                        <a:pt x="770645" y="1169670"/>
                      </a:cubicBezTo>
                      <a:lnTo>
                        <a:pt x="770645" y="1169670"/>
                      </a:lnTo>
                      <a:cubicBezTo>
                        <a:pt x="764930" y="1170623"/>
                        <a:pt x="758262" y="1167765"/>
                        <a:pt x="754452" y="1162050"/>
                      </a:cubicBezTo>
                      <a:close/>
                      <a:moveTo>
                        <a:pt x="862085" y="1082040"/>
                      </a:moveTo>
                      <a:cubicBezTo>
                        <a:pt x="854465" y="1073468"/>
                        <a:pt x="855417" y="1061085"/>
                        <a:pt x="864942" y="1053465"/>
                      </a:cubicBezTo>
                      <a:lnTo>
                        <a:pt x="864942" y="1053465"/>
                      </a:lnTo>
                      <a:cubicBezTo>
                        <a:pt x="873515" y="1045845"/>
                        <a:pt x="885897" y="1047750"/>
                        <a:pt x="893517" y="1056323"/>
                      </a:cubicBezTo>
                      <a:lnTo>
                        <a:pt x="893517" y="1056323"/>
                      </a:lnTo>
                      <a:cubicBezTo>
                        <a:pt x="900185" y="1064895"/>
                        <a:pt x="899232" y="1077277"/>
                        <a:pt x="890660" y="1084898"/>
                      </a:cubicBezTo>
                      <a:lnTo>
                        <a:pt x="890660" y="1084898"/>
                      </a:lnTo>
                      <a:cubicBezTo>
                        <a:pt x="886850" y="1087755"/>
                        <a:pt x="882087" y="1089660"/>
                        <a:pt x="877325" y="1089660"/>
                      </a:cubicBezTo>
                      <a:lnTo>
                        <a:pt x="877325" y="1089660"/>
                      </a:lnTo>
                      <a:cubicBezTo>
                        <a:pt x="871610" y="1088707"/>
                        <a:pt x="865895" y="1085850"/>
                        <a:pt x="862085" y="1082040"/>
                      </a:cubicBezTo>
                      <a:close/>
                      <a:moveTo>
                        <a:pt x="963050" y="991552"/>
                      </a:moveTo>
                      <a:cubicBezTo>
                        <a:pt x="955430" y="983932"/>
                        <a:pt x="955430" y="970598"/>
                        <a:pt x="963050" y="962977"/>
                      </a:cubicBezTo>
                      <a:lnTo>
                        <a:pt x="963050" y="962977"/>
                      </a:lnTo>
                      <a:cubicBezTo>
                        <a:pt x="970670" y="955357"/>
                        <a:pt x="984005" y="955357"/>
                        <a:pt x="991625" y="962977"/>
                      </a:cubicBezTo>
                      <a:lnTo>
                        <a:pt x="991625" y="962977"/>
                      </a:lnTo>
                      <a:cubicBezTo>
                        <a:pt x="999245" y="971550"/>
                        <a:pt x="999245" y="983932"/>
                        <a:pt x="991625" y="991552"/>
                      </a:cubicBezTo>
                      <a:lnTo>
                        <a:pt x="991625" y="991552"/>
                      </a:lnTo>
                      <a:cubicBezTo>
                        <a:pt x="987815" y="995363"/>
                        <a:pt x="982100" y="997268"/>
                        <a:pt x="977337" y="997268"/>
                      </a:cubicBezTo>
                      <a:lnTo>
                        <a:pt x="977337" y="997268"/>
                      </a:lnTo>
                      <a:cubicBezTo>
                        <a:pt x="971622" y="997268"/>
                        <a:pt x="966860" y="995363"/>
                        <a:pt x="963050" y="991552"/>
                      </a:cubicBezTo>
                      <a:close/>
                      <a:moveTo>
                        <a:pt x="1055442" y="893445"/>
                      </a:moveTo>
                      <a:cubicBezTo>
                        <a:pt x="1046870" y="886777"/>
                        <a:pt x="1044965" y="873443"/>
                        <a:pt x="1052585" y="864870"/>
                      </a:cubicBezTo>
                      <a:lnTo>
                        <a:pt x="1052585" y="864870"/>
                      </a:lnTo>
                      <a:cubicBezTo>
                        <a:pt x="1060205" y="856298"/>
                        <a:pt x="1072588" y="855345"/>
                        <a:pt x="1081160" y="862013"/>
                      </a:cubicBezTo>
                      <a:lnTo>
                        <a:pt x="1081160" y="862013"/>
                      </a:lnTo>
                      <a:cubicBezTo>
                        <a:pt x="1089732" y="869632"/>
                        <a:pt x="1090685" y="882015"/>
                        <a:pt x="1084017" y="890588"/>
                      </a:cubicBezTo>
                      <a:lnTo>
                        <a:pt x="1084017" y="890588"/>
                      </a:lnTo>
                      <a:cubicBezTo>
                        <a:pt x="1080207" y="895350"/>
                        <a:pt x="1074492" y="898207"/>
                        <a:pt x="1068777" y="898207"/>
                      </a:cubicBezTo>
                      <a:lnTo>
                        <a:pt x="1068777" y="898207"/>
                      </a:lnTo>
                      <a:cubicBezTo>
                        <a:pt x="1063062" y="898207"/>
                        <a:pt x="1058300" y="897255"/>
                        <a:pt x="1055442" y="893445"/>
                      </a:cubicBezTo>
                      <a:close/>
                      <a:moveTo>
                        <a:pt x="1138310" y="787718"/>
                      </a:moveTo>
                      <a:cubicBezTo>
                        <a:pt x="1128785" y="781050"/>
                        <a:pt x="1126880" y="768668"/>
                        <a:pt x="1133547" y="759143"/>
                      </a:cubicBezTo>
                      <a:lnTo>
                        <a:pt x="1133547" y="759143"/>
                      </a:lnTo>
                      <a:cubicBezTo>
                        <a:pt x="1140215" y="749618"/>
                        <a:pt x="1152597" y="747713"/>
                        <a:pt x="1161170" y="754380"/>
                      </a:cubicBezTo>
                      <a:lnTo>
                        <a:pt x="1161170" y="754380"/>
                      </a:lnTo>
                      <a:cubicBezTo>
                        <a:pt x="1170695" y="761048"/>
                        <a:pt x="1172600" y="773430"/>
                        <a:pt x="1165932" y="782002"/>
                      </a:cubicBezTo>
                      <a:lnTo>
                        <a:pt x="1165932" y="782002"/>
                      </a:lnTo>
                      <a:cubicBezTo>
                        <a:pt x="1162122" y="787718"/>
                        <a:pt x="1155455" y="790575"/>
                        <a:pt x="1148788" y="790575"/>
                      </a:cubicBezTo>
                      <a:lnTo>
                        <a:pt x="1148788" y="790575"/>
                      </a:lnTo>
                      <a:cubicBezTo>
                        <a:pt x="1145930" y="791527"/>
                        <a:pt x="1142120" y="790575"/>
                        <a:pt x="1138310" y="787718"/>
                      </a:cubicBezTo>
                      <a:close/>
                      <a:moveTo>
                        <a:pt x="1212605" y="675323"/>
                      </a:moveTo>
                      <a:cubicBezTo>
                        <a:pt x="1203080" y="669607"/>
                        <a:pt x="1199270" y="657225"/>
                        <a:pt x="1204985" y="647700"/>
                      </a:cubicBezTo>
                      <a:lnTo>
                        <a:pt x="1204985" y="647700"/>
                      </a:lnTo>
                      <a:cubicBezTo>
                        <a:pt x="1210700" y="638175"/>
                        <a:pt x="1223082" y="634365"/>
                        <a:pt x="1232607" y="640080"/>
                      </a:cubicBezTo>
                      <a:lnTo>
                        <a:pt x="1232607" y="640080"/>
                      </a:lnTo>
                      <a:cubicBezTo>
                        <a:pt x="1242132" y="645795"/>
                        <a:pt x="1245942" y="658177"/>
                        <a:pt x="1240227" y="667702"/>
                      </a:cubicBezTo>
                      <a:lnTo>
                        <a:pt x="1240227" y="667702"/>
                      </a:lnTo>
                      <a:cubicBezTo>
                        <a:pt x="1236417" y="674370"/>
                        <a:pt x="1229750" y="678180"/>
                        <a:pt x="1222130" y="678180"/>
                      </a:cubicBezTo>
                      <a:lnTo>
                        <a:pt x="1222130" y="678180"/>
                      </a:lnTo>
                      <a:cubicBezTo>
                        <a:pt x="1219272" y="678180"/>
                        <a:pt x="1215463" y="677227"/>
                        <a:pt x="1212605" y="675323"/>
                      </a:cubicBezTo>
                      <a:close/>
                      <a:moveTo>
                        <a:pt x="1276422" y="557213"/>
                      </a:moveTo>
                      <a:cubicBezTo>
                        <a:pt x="1266897" y="552450"/>
                        <a:pt x="1262135" y="540068"/>
                        <a:pt x="1266897" y="530543"/>
                      </a:cubicBezTo>
                      <a:lnTo>
                        <a:pt x="1266897" y="530543"/>
                      </a:lnTo>
                      <a:cubicBezTo>
                        <a:pt x="1271660" y="520065"/>
                        <a:pt x="1284042" y="516255"/>
                        <a:pt x="1293567" y="521018"/>
                      </a:cubicBezTo>
                      <a:lnTo>
                        <a:pt x="1293567" y="521018"/>
                      </a:lnTo>
                      <a:cubicBezTo>
                        <a:pt x="1303092" y="525780"/>
                        <a:pt x="1307855" y="538163"/>
                        <a:pt x="1303092" y="547688"/>
                      </a:cubicBezTo>
                      <a:lnTo>
                        <a:pt x="1303092" y="547688"/>
                      </a:lnTo>
                      <a:cubicBezTo>
                        <a:pt x="1299282" y="555307"/>
                        <a:pt x="1292615" y="559118"/>
                        <a:pt x="1284995" y="559118"/>
                      </a:cubicBezTo>
                      <a:lnTo>
                        <a:pt x="1284995" y="559118"/>
                      </a:lnTo>
                      <a:cubicBezTo>
                        <a:pt x="1281185" y="559118"/>
                        <a:pt x="1279280" y="558165"/>
                        <a:pt x="1276422" y="557213"/>
                      </a:cubicBezTo>
                      <a:close/>
                      <a:moveTo>
                        <a:pt x="1328810" y="432435"/>
                      </a:moveTo>
                      <a:cubicBezTo>
                        <a:pt x="1318332" y="428625"/>
                        <a:pt x="1313570" y="417195"/>
                        <a:pt x="1317380" y="406718"/>
                      </a:cubicBezTo>
                      <a:lnTo>
                        <a:pt x="1317380" y="406718"/>
                      </a:lnTo>
                      <a:cubicBezTo>
                        <a:pt x="1321190" y="396240"/>
                        <a:pt x="1332620" y="390525"/>
                        <a:pt x="1343097" y="395288"/>
                      </a:cubicBezTo>
                      <a:lnTo>
                        <a:pt x="1343097" y="395288"/>
                      </a:lnTo>
                      <a:cubicBezTo>
                        <a:pt x="1353575" y="399098"/>
                        <a:pt x="1359290" y="410527"/>
                        <a:pt x="1355480" y="421005"/>
                      </a:cubicBezTo>
                      <a:lnTo>
                        <a:pt x="1355480" y="421005"/>
                      </a:lnTo>
                      <a:cubicBezTo>
                        <a:pt x="1352622" y="428625"/>
                        <a:pt x="1345002" y="434340"/>
                        <a:pt x="1336430" y="434340"/>
                      </a:cubicBezTo>
                      <a:lnTo>
                        <a:pt x="1336430" y="434340"/>
                      </a:lnTo>
                      <a:cubicBezTo>
                        <a:pt x="1333572" y="434340"/>
                        <a:pt x="1331667" y="433388"/>
                        <a:pt x="1328810" y="432435"/>
                      </a:cubicBezTo>
                      <a:close/>
                      <a:moveTo>
                        <a:pt x="1371672" y="304800"/>
                      </a:moveTo>
                      <a:cubicBezTo>
                        <a:pt x="1361195" y="301943"/>
                        <a:pt x="1354527" y="290513"/>
                        <a:pt x="1357385" y="280035"/>
                      </a:cubicBezTo>
                      <a:lnTo>
                        <a:pt x="1357385" y="280035"/>
                      </a:lnTo>
                      <a:cubicBezTo>
                        <a:pt x="1360242" y="269557"/>
                        <a:pt x="1371672" y="262890"/>
                        <a:pt x="1382150" y="265748"/>
                      </a:cubicBezTo>
                      <a:lnTo>
                        <a:pt x="1382150" y="265748"/>
                      </a:lnTo>
                      <a:cubicBezTo>
                        <a:pt x="1392627" y="268605"/>
                        <a:pt x="1399295" y="280035"/>
                        <a:pt x="1396438" y="290513"/>
                      </a:cubicBezTo>
                      <a:lnTo>
                        <a:pt x="1396438" y="290513"/>
                      </a:lnTo>
                      <a:lnTo>
                        <a:pt x="1396438" y="290513"/>
                      </a:lnTo>
                      <a:lnTo>
                        <a:pt x="1396438" y="290513"/>
                      </a:lnTo>
                      <a:cubicBezTo>
                        <a:pt x="1393580" y="299085"/>
                        <a:pt x="1385960" y="305752"/>
                        <a:pt x="1377388" y="305752"/>
                      </a:cubicBezTo>
                      <a:lnTo>
                        <a:pt x="1377388" y="305752"/>
                      </a:lnTo>
                      <a:cubicBezTo>
                        <a:pt x="1374530" y="305752"/>
                        <a:pt x="1373577" y="305752"/>
                        <a:pt x="1371672" y="304800"/>
                      </a:cubicBezTo>
                      <a:close/>
                      <a:moveTo>
                        <a:pt x="1402152" y="173355"/>
                      </a:moveTo>
                      <a:cubicBezTo>
                        <a:pt x="1391675" y="171450"/>
                        <a:pt x="1384055" y="160973"/>
                        <a:pt x="1385960" y="150495"/>
                      </a:cubicBezTo>
                      <a:lnTo>
                        <a:pt x="1385960" y="150495"/>
                      </a:lnTo>
                      <a:cubicBezTo>
                        <a:pt x="1387865" y="139065"/>
                        <a:pt x="1398342" y="131445"/>
                        <a:pt x="1409772" y="133350"/>
                      </a:cubicBezTo>
                      <a:lnTo>
                        <a:pt x="1409772" y="133350"/>
                      </a:lnTo>
                      <a:cubicBezTo>
                        <a:pt x="1421202" y="135255"/>
                        <a:pt x="1427870" y="145732"/>
                        <a:pt x="1425965" y="157163"/>
                      </a:cubicBezTo>
                      <a:lnTo>
                        <a:pt x="1425965" y="157163"/>
                      </a:lnTo>
                      <a:lnTo>
                        <a:pt x="1425965" y="157163"/>
                      </a:lnTo>
                      <a:lnTo>
                        <a:pt x="1425965" y="157163"/>
                      </a:lnTo>
                      <a:cubicBezTo>
                        <a:pt x="1424060" y="166688"/>
                        <a:pt x="1415488" y="174307"/>
                        <a:pt x="1405963" y="174307"/>
                      </a:cubicBezTo>
                      <a:lnTo>
                        <a:pt x="1405963" y="174307"/>
                      </a:lnTo>
                      <a:cubicBezTo>
                        <a:pt x="1405010" y="174307"/>
                        <a:pt x="1403105" y="174307"/>
                        <a:pt x="1402152" y="173355"/>
                      </a:cubicBezTo>
                      <a:close/>
                      <a:moveTo>
                        <a:pt x="1421202" y="40957"/>
                      </a:moveTo>
                      <a:cubicBezTo>
                        <a:pt x="1409772" y="40005"/>
                        <a:pt x="1402152" y="30480"/>
                        <a:pt x="1403105" y="19050"/>
                      </a:cubicBezTo>
                      <a:lnTo>
                        <a:pt x="1403105" y="19050"/>
                      </a:lnTo>
                      <a:cubicBezTo>
                        <a:pt x="1404057" y="7620"/>
                        <a:pt x="1413582" y="0"/>
                        <a:pt x="1425013" y="0"/>
                      </a:cubicBezTo>
                      <a:lnTo>
                        <a:pt x="1425013" y="0"/>
                      </a:lnTo>
                      <a:cubicBezTo>
                        <a:pt x="1436442" y="952"/>
                        <a:pt x="1444063" y="10477"/>
                        <a:pt x="1444063" y="21907"/>
                      </a:cubicBezTo>
                      <a:lnTo>
                        <a:pt x="1444063" y="21907"/>
                      </a:lnTo>
                      <a:cubicBezTo>
                        <a:pt x="1444063" y="21907"/>
                        <a:pt x="1444063" y="21907"/>
                        <a:pt x="1444063" y="21907"/>
                      </a:cubicBezTo>
                      <a:lnTo>
                        <a:pt x="1444063" y="21907"/>
                      </a:lnTo>
                      <a:cubicBezTo>
                        <a:pt x="1443110" y="32385"/>
                        <a:pt x="1434538" y="40005"/>
                        <a:pt x="1424060" y="40005"/>
                      </a:cubicBezTo>
                      <a:lnTo>
                        <a:pt x="1424060" y="40005"/>
                      </a:lnTo>
                      <a:cubicBezTo>
                        <a:pt x="1422155" y="40957"/>
                        <a:pt x="1422155" y="40957"/>
                        <a:pt x="1421202" y="40957"/>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28" name="Freeform 470">
                  <a:extLst>
                    <a:ext uri="{FF2B5EF4-FFF2-40B4-BE49-F238E27FC236}">
                      <a16:creationId xmlns:a16="http://schemas.microsoft.com/office/drawing/2014/main" id="{182712D0-E376-E544-8347-FDE08D154150}"/>
                    </a:ext>
                  </a:extLst>
                </p:cNvPr>
                <p:cNvSpPr/>
                <p:nvPr/>
              </p:nvSpPr>
              <p:spPr>
                <a:xfrm>
                  <a:off x="4286884" y="8535352"/>
                  <a:ext cx="40005" cy="40004"/>
                </a:xfrm>
                <a:custGeom>
                  <a:avLst/>
                  <a:gdLst>
                    <a:gd name="connsiteX0" fmla="*/ 20003 w 40005"/>
                    <a:gd name="connsiteY0" fmla="*/ 40005 h 40004"/>
                    <a:gd name="connsiteX1" fmla="*/ 5715 w 40005"/>
                    <a:gd name="connsiteY1" fmla="*/ 34290 h 40004"/>
                    <a:gd name="connsiteX2" fmla="*/ 0 w 40005"/>
                    <a:gd name="connsiteY2" fmla="*/ 20002 h 40004"/>
                    <a:gd name="connsiteX3" fmla="*/ 5715 w 40005"/>
                    <a:gd name="connsiteY3" fmla="*/ 5715 h 40004"/>
                    <a:gd name="connsiteX4" fmla="*/ 34290 w 40005"/>
                    <a:gd name="connsiteY4" fmla="*/ 5715 h 40004"/>
                    <a:gd name="connsiteX5" fmla="*/ 40005 w 40005"/>
                    <a:gd name="connsiteY5" fmla="*/ 20002 h 40004"/>
                    <a:gd name="connsiteX6" fmla="*/ 34290 w 40005"/>
                    <a:gd name="connsiteY6" fmla="*/ 34290 h 40004"/>
                    <a:gd name="connsiteX7" fmla="*/ 20003 w 40005"/>
                    <a:gd name="connsiteY7" fmla="*/ 40005 h 4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005" h="40004">
                      <a:moveTo>
                        <a:pt x="20003" y="40005"/>
                      </a:moveTo>
                      <a:cubicBezTo>
                        <a:pt x="14288" y="40005"/>
                        <a:pt x="9525" y="38100"/>
                        <a:pt x="5715" y="34290"/>
                      </a:cubicBezTo>
                      <a:cubicBezTo>
                        <a:pt x="1905" y="30480"/>
                        <a:pt x="0" y="24765"/>
                        <a:pt x="0" y="20002"/>
                      </a:cubicBezTo>
                      <a:cubicBezTo>
                        <a:pt x="0" y="14287"/>
                        <a:pt x="1905" y="9525"/>
                        <a:pt x="5715" y="5715"/>
                      </a:cubicBezTo>
                      <a:cubicBezTo>
                        <a:pt x="13335" y="-1905"/>
                        <a:pt x="26670" y="-1905"/>
                        <a:pt x="34290" y="5715"/>
                      </a:cubicBezTo>
                      <a:cubicBezTo>
                        <a:pt x="38100" y="9525"/>
                        <a:pt x="40005" y="14287"/>
                        <a:pt x="40005" y="20002"/>
                      </a:cubicBezTo>
                      <a:cubicBezTo>
                        <a:pt x="40005" y="24765"/>
                        <a:pt x="38100" y="30480"/>
                        <a:pt x="34290" y="34290"/>
                      </a:cubicBezTo>
                      <a:cubicBezTo>
                        <a:pt x="30480" y="38100"/>
                        <a:pt x="24765" y="40005"/>
                        <a:pt x="20003" y="40005"/>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grpSp>
          <p:sp>
            <p:nvSpPr>
              <p:cNvPr id="109" name="Freeform 471">
                <a:extLst>
                  <a:ext uri="{FF2B5EF4-FFF2-40B4-BE49-F238E27FC236}">
                    <a16:creationId xmlns:a16="http://schemas.microsoft.com/office/drawing/2014/main" id="{1E73868E-33C5-B140-9061-A1C0342A49A1}"/>
                  </a:ext>
                </a:extLst>
              </p:cNvPr>
              <p:cNvSpPr/>
              <p:nvPr/>
            </p:nvSpPr>
            <p:spPr>
              <a:xfrm>
                <a:off x="7513885" y="6990398"/>
                <a:ext cx="1453587" cy="1579245"/>
              </a:xfrm>
              <a:custGeom>
                <a:avLst/>
                <a:gdLst>
                  <a:gd name="connsiteX0" fmla="*/ 72 w 1453587"/>
                  <a:gd name="connsiteY0" fmla="*/ 1561147 h 1579244"/>
                  <a:gd name="connsiteX1" fmla="*/ 18170 w 1453587"/>
                  <a:gd name="connsiteY1" fmla="*/ 1539240 h 1579244"/>
                  <a:gd name="connsiteX2" fmla="*/ 18170 w 1453587"/>
                  <a:gd name="connsiteY2" fmla="*/ 1539240 h 1579244"/>
                  <a:gd name="connsiteX3" fmla="*/ 40077 w 1453587"/>
                  <a:gd name="connsiteY3" fmla="*/ 1557338 h 1579244"/>
                  <a:gd name="connsiteX4" fmla="*/ 40077 w 1453587"/>
                  <a:gd name="connsiteY4" fmla="*/ 1557338 h 1579244"/>
                  <a:gd name="connsiteX5" fmla="*/ 21980 w 1453587"/>
                  <a:gd name="connsiteY5" fmla="*/ 1579245 h 1579244"/>
                  <a:gd name="connsiteX6" fmla="*/ 21980 w 1453587"/>
                  <a:gd name="connsiteY6" fmla="*/ 1579245 h 1579244"/>
                  <a:gd name="connsiteX7" fmla="*/ 20075 w 1453587"/>
                  <a:gd name="connsiteY7" fmla="*/ 1579245 h 1579244"/>
                  <a:gd name="connsiteX8" fmla="*/ 20075 w 1453587"/>
                  <a:gd name="connsiteY8" fmla="*/ 1579245 h 1579244"/>
                  <a:gd name="connsiteX9" fmla="*/ 72 w 1453587"/>
                  <a:gd name="connsiteY9" fmla="*/ 1561147 h 1579244"/>
                  <a:gd name="connsiteX10" fmla="*/ 134375 w 1453587"/>
                  <a:gd name="connsiteY10" fmla="*/ 1544955 h 1579244"/>
                  <a:gd name="connsiteX11" fmla="*/ 150567 w 1453587"/>
                  <a:gd name="connsiteY11" fmla="*/ 1521142 h 1579244"/>
                  <a:gd name="connsiteX12" fmla="*/ 150567 w 1453587"/>
                  <a:gd name="connsiteY12" fmla="*/ 1521142 h 1579244"/>
                  <a:gd name="connsiteX13" fmla="*/ 174380 w 1453587"/>
                  <a:gd name="connsiteY13" fmla="*/ 1537335 h 1579244"/>
                  <a:gd name="connsiteX14" fmla="*/ 174380 w 1453587"/>
                  <a:gd name="connsiteY14" fmla="*/ 1537335 h 1579244"/>
                  <a:gd name="connsiteX15" fmla="*/ 158187 w 1453587"/>
                  <a:gd name="connsiteY15" fmla="*/ 1561147 h 1579244"/>
                  <a:gd name="connsiteX16" fmla="*/ 158187 w 1453587"/>
                  <a:gd name="connsiteY16" fmla="*/ 1561147 h 1579244"/>
                  <a:gd name="connsiteX17" fmla="*/ 158187 w 1453587"/>
                  <a:gd name="connsiteY17" fmla="*/ 1561147 h 1579244"/>
                  <a:gd name="connsiteX18" fmla="*/ 158187 w 1453587"/>
                  <a:gd name="connsiteY18" fmla="*/ 1561147 h 1579244"/>
                  <a:gd name="connsiteX19" fmla="*/ 154377 w 1453587"/>
                  <a:gd name="connsiteY19" fmla="*/ 1561147 h 1579244"/>
                  <a:gd name="connsiteX20" fmla="*/ 154377 w 1453587"/>
                  <a:gd name="connsiteY20" fmla="*/ 1561147 h 1579244"/>
                  <a:gd name="connsiteX21" fmla="*/ 134375 w 1453587"/>
                  <a:gd name="connsiteY21" fmla="*/ 1544955 h 1579244"/>
                  <a:gd name="connsiteX22" fmla="*/ 265820 w 1453587"/>
                  <a:gd name="connsiteY22" fmla="*/ 1518285 h 1579244"/>
                  <a:gd name="connsiteX23" fmla="*/ 280107 w 1453587"/>
                  <a:gd name="connsiteY23" fmla="*/ 1493520 h 1579244"/>
                  <a:gd name="connsiteX24" fmla="*/ 280107 w 1453587"/>
                  <a:gd name="connsiteY24" fmla="*/ 1493520 h 1579244"/>
                  <a:gd name="connsiteX25" fmla="*/ 304872 w 1453587"/>
                  <a:gd name="connsiteY25" fmla="*/ 1507807 h 1579244"/>
                  <a:gd name="connsiteX26" fmla="*/ 304872 w 1453587"/>
                  <a:gd name="connsiteY26" fmla="*/ 1507807 h 1579244"/>
                  <a:gd name="connsiteX27" fmla="*/ 290585 w 1453587"/>
                  <a:gd name="connsiteY27" fmla="*/ 1532572 h 1579244"/>
                  <a:gd name="connsiteX28" fmla="*/ 290585 w 1453587"/>
                  <a:gd name="connsiteY28" fmla="*/ 1532572 h 1579244"/>
                  <a:gd name="connsiteX29" fmla="*/ 284870 w 1453587"/>
                  <a:gd name="connsiteY29" fmla="*/ 1533525 h 1579244"/>
                  <a:gd name="connsiteX30" fmla="*/ 284870 w 1453587"/>
                  <a:gd name="connsiteY30" fmla="*/ 1533525 h 1579244"/>
                  <a:gd name="connsiteX31" fmla="*/ 265820 w 1453587"/>
                  <a:gd name="connsiteY31" fmla="*/ 1518285 h 1579244"/>
                  <a:gd name="connsiteX32" fmla="*/ 395360 w 1453587"/>
                  <a:gd name="connsiteY32" fmla="*/ 1480185 h 1579244"/>
                  <a:gd name="connsiteX33" fmla="*/ 407742 w 1453587"/>
                  <a:gd name="connsiteY33" fmla="*/ 1454467 h 1579244"/>
                  <a:gd name="connsiteX34" fmla="*/ 407742 w 1453587"/>
                  <a:gd name="connsiteY34" fmla="*/ 1454467 h 1579244"/>
                  <a:gd name="connsiteX35" fmla="*/ 433460 w 1453587"/>
                  <a:gd name="connsiteY35" fmla="*/ 1466850 h 1579244"/>
                  <a:gd name="connsiteX36" fmla="*/ 433460 w 1453587"/>
                  <a:gd name="connsiteY36" fmla="*/ 1466850 h 1579244"/>
                  <a:gd name="connsiteX37" fmla="*/ 421078 w 1453587"/>
                  <a:gd name="connsiteY37" fmla="*/ 1492567 h 1579244"/>
                  <a:gd name="connsiteX38" fmla="*/ 421078 w 1453587"/>
                  <a:gd name="connsiteY38" fmla="*/ 1492567 h 1579244"/>
                  <a:gd name="connsiteX39" fmla="*/ 414410 w 1453587"/>
                  <a:gd name="connsiteY39" fmla="*/ 1493520 h 1579244"/>
                  <a:gd name="connsiteX40" fmla="*/ 414410 w 1453587"/>
                  <a:gd name="connsiteY40" fmla="*/ 1493520 h 1579244"/>
                  <a:gd name="connsiteX41" fmla="*/ 395360 w 1453587"/>
                  <a:gd name="connsiteY41" fmla="*/ 1480185 h 1579244"/>
                  <a:gd name="connsiteX42" fmla="*/ 521090 w 1453587"/>
                  <a:gd name="connsiteY42" fmla="*/ 1429702 h 1579244"/>
                  <a:gd name="connsiteX43" fmla="*/ 530615 w 1453587"/>
                  <a:gd name="connsiteY43" fmla="*/ 1403032 h 1579244"/>
                  <a:gd name="connsiteX44" fmla="*/ 530615 w 1453587"/>
                  <a:gd name="connsiteY44" fmla="*/ 1403032 h 1579244"/>
                  <a:gd name="connsiteX45" fmla="*/ 557285 w 1453587"/>
                  <a:gd name="connsiteY45" fmla="*/ 1412557 h 1579244"/>
                  <a:gd name="connsiteX46" fmla="*/ 557285 w 1453587"/>
                  <a:gd name="connsiteY46" fmla="*/ 1412557 h 1579244"/>
                  <a:gd name="connsiteX47" fmla="*/ 547760 w 1453587"/>
                  <a:gd name="connsiteY47" fmla="*/ 1439227 h 1579244"/>
                  <a:gd name="connsiteX48" fmla="*/ 547760 w 1453587"/>
                  <a:gd name="connsiteY48" fmla="*/ 1439227 h 1579244"/>
                  <a:gd name="connsiteX49" fmla="*/ 547760 w 1453587"/>
                  <a:gd name="connsiteY49" fmla="*/ 1439227 h 1579244"/>
                  <a:gd name="connsiteX50" fmla="*/ 547760 w 1453587"/>
                  <a:gd name="connsiteY50" fmla="*/ 1439227 h 1579244"/>
                  <a:gd name="connsiteX51" fmla="*/ 539187 w 1453587"/>
                  <a:gd name="connsiteY51" fmla="*/ 1441132 h 1579244"/>
                  <a:gd name="connsiteX52" fmla="*/ 539187 w 1453587"/>
                  <a:gd name="connsiteY52" fmla="*/ 1441132 h 1579244"/>
                  <a:gd name="connsiteX53" fmla="*/ 521090 w 1453587"/>
                  <a:gd name="connsiteY53" fmla="*/ 1429702 h 1579244"/>
                  <a:gd name="connsiteX54" fmla="*/ 641105 w 1453587"/>
                  <a:gd name="connsiteY54" fmla="*/ 1369695 h 1579244"/>
                  <a:gd name="connsiteX55" fmla="*/ 648725 w 1453587"/>
                  <a:gd name="connsiteY55" fmla="*/ 1342072 h 1579244"/>
                  <a:gd name="connsiteX56" fmla="*/ 648725 w 1453587"/>
                  <a:gd name="connsiteY56" fmla="*/ 1342072 h 1579244"/>
                  <a:gd name="connsiteX57" fmla="*/ 676347 w 1453587"/>
                  <a:gd name="connsiteY57" fmla="*/ 1349692 h 1579244"/>
                  <a:gd name="connsiteX58" fmla="*/ 676347 w 1453587"/>
                  <a:gd name="connsiteY58" fmla="*/ 1349692 h 1579244"/>
                  <a:gd name="connsiteX59" fmla="*/ 668728 w 1453587"/>
                  <a:gd name="connsiteY59" fmla="*/ 1377315 h 1579244"/>
                  <a:gd name="connsiteX60" fmla="*/ 668728 w 1453587"/>
                  <a:gd name="connsiteY60" fmla="*/ 1377315 h 1579244"/>
                  <a:gd name="connsiteX61" fmla="*/ 668728 w 1453587"/>
                  <a:gd name="connsiteY61" fmla="*/ 1377315 h 1579244"/>
                  <a:gd name="connsiteX62" fmla="*/ 668728 w 1453587"/>
                  <a:gd name="connsiteY62" fmla="*/ 1377315 h 1579244"/>
                  <a:gd name="connsiteX63" fmla="*/ 658250 w 1453587"/>
                  <a:gd name="connsiteY63" fmla="*/ 1380172 h 1579244"/>
                  <a:gd name="connsiteX64" fmla="*/ 658250 w 1453587"/>
                  <a:gd name="connsiteY64" fmla="*/ 1380172 h 1579244"/>
                  <a:gd name="connsiteX65" fmla="*/ 641105 w 1453587"/>
                  <a:gd name="connsiteY65" fmla="*/ 1369695 h 1579244"/>
                  <a:gd name="connsiteX66" fmla="*/ 756357 w 1453587"/>
                  <a:gd name="connsiteY66" fmla="*/ 1298257 h 1579244"/>
                  <a:gd name="connsiteX67" fmla="*/ 761120 w 1453587"/>
                  <a:gd name="connsiteY67" fmla="*/ 1270635 h 1579244"/>
                  <a:gd name="connsiteX68" fmla="*/ 761120 w 1453587"/>
                  <a:gd name="connsiteY68" fmla="*/ 1270635 h 1579244"/>
                  <a:gd name="connsiteX69" fmla="*/ 788742 w 1453587"/>
                  <a:gd name="connsiteY69" fmla="*/ 1275397 h 1579244"/>
                  <a:gd name="connsiteX70" fmla="*/ 788742 w 1453587"/>
                  <a:gd name="connsiteY70" fmla="*/ 1275397 h 1579244"/>
                  <a:gd name="connsiteX71" fmla="*/ 783980 w 1453587"/>
                  <a:gd name="connsiteY71" fmla="*/ 1303972 h 1579244"/>
                  <a:gd name="connsiteX72" fmla="*/ 783980 w 1453587"/>
                  <a:gd name="connsiteY72" fmla="*/ 1303972 h 1579244"/>
                  <a:gd name="connsiteX73" fmla="*/ 772550 w 1453587"/>
                  <a:gd name="connsiteY73" fmla="*/ 1307782 h 1579244"/>
                  <a:gd name="connsiteX74" fmla="*/ 772550 w 1453587"/>
                  <a:gd name="connsiteY74" fmla="*/ 1307782 h 1579244"/>
                  <a:gd name="connsiteX75" fmla="*/ 756357 w 1453587"/>
                  <a:gd name="connsiteY75" fmla="*/ 1298257 h 1579244"/>
                  <a:gd name="connsiteX76" fmla="*/ 864942 w 1453587"/>
                  <a:gd name="connsiteY76" fmla="*/ 1217295 h 1579244"/>
                  <a:gd name="connsiteX77" fmla="*/ 867800 w 1453587"/>
                  <a:gd name="connsiteY77" fmla="*/ 1188720 h 1579244"/>
                  <a:gd name="connsiteX78" fmla="*/ 867800 w 1453587"/>
                  <a:gd name="connsiteY78" fmla="*/ 1188720 h 1579244"/>
                  <a:gd name="connsiteX79" fmla="*/ 896375 w 1453587"/>
                  <a:gd name="connsiteY79" fmla="*/ 1191577 h 1579244"/>
                  <a:gd name="connsiteX80" fmla="*/ 896375 w 1453587"/>
                  <a:gd name="connsiteY80" fmla="*/ 1191577 h 1579244"/>
                  <a:gd name="connsiteX81" fmla="*/ 893517 w 1453587"/>
                  <a:gd name="connsiteY81" fmla="*/ 1220152 h 1579244"/>
                  <a:gd name="connsiteX82" fmla="*/ 893517 w 1453587"/>
                  <a:gd name="connsiteY82" fmla="*/ 1220152 h 1579244"/>
                  <a:gd name="connsiteX83" fmla="*/ 880182 w 1453587"/>
                  <a:gd name="connsiteY83" fmla="*/ 1224915 h 1579244"/>
                  <a:gd name="connsiteX84" fmla="*/ 880182 w 1453587"/>
                  <a:gd name="connsiteY84" fmla="*/ 1224915 h 1579244"/>
                  <a:gd name="connsiteX85" fmla="*/ 864942 w 1453587"/>
                  <a:gd name="connsiteY85" fmla="*/ 1217295 h 1579244"/>
                  <a:gd name="connsiteX86" fmla="*/ 965907 w 1453587"/>
                  <a:gd name="connsiteY86" fmla="*/ 1127760 h 1579244"/>
                  <a:gd name="connsiteX87" fmla="*/ 965907 w 1453587"/>
                  <a:gd name="connsiteY87" fmla="*/ 1099185 h 1579244"/>
                  <a:gd name="connsiteX88" fmla="*/ 965907 w 1453587"/>
                  <a:gd name="connsiteY88" fmla="*/ 1099185 h 1579244"/>
                  <a:gd name="connsiteX89" fmla="*/ 994482 w 1453587"/>
                  <a:gd name="connsiteY89" fmla="*/ 1099185 h 1579244"/>
                  <a:gd name="connsiteX90" fmla="*/ 994482 w 1453587"/>
                  <a:gd name="connsiteY90" fmla="*/ 1099185 h 1579244"/>
                  <a:gd name="connsiteX91" fmla="*/ 994482 w 1453587"/>
                  <a:gd name="connsiteY91" fmla="*/ 1127760 h 1579244"/>
                  <a:gd name="connsiteX92" fmla="*/ 994482 w 1453587"/>
                  <a:gd name="connsiteY92" fmla="*/ 1127760 h 1579244"/>
                  <a:gd name="connsiteX93" fmla="*/ 980195 w 1453587"/>
                  <a:gd name="connsiteY93" fmla="*/ 1133475 h 1579244"/>
                  <a:gd name="connsiteX94" fmla="*/ 980195 w 1453587"/>
                  <a:gd name="connsiteY94" fmla="*/ 1133475 h 1579244"/>
                  <a:gd name="connsiteX95" fmla="*/ 965907 w 1453587"/>
                  <a:gd name="connsiteY95" fmla="*/ 1127760 h 1579244"/>
                  <a:gd name="connsiteX96" fmla="*/ 1058300 w 1453587"/>
                  <a:gd name="connsiteY96" fmla="*/ 1029652 h 1579244"/>
                  <a:gd name="connsiteX97" fmla="*/ 1055442 w 1453587"/>
                  <a:gd name="connsiteY97" fmla="*/ 1001077 h 1579244"/>
                  <a:gd name="connsiteX98" fmla="*/ 1055442 w 1453587"/>
                  <a:gd name="connsiteY98" fmla="*/ 1001077 h 1579244"/>
                  <a:gd name="connsiteX99" fmla="*/ 1084017 w 1453587"/>
                  <a:gd name="connsiteY99" fmla="*/ 998220 h 1579244"/>
                  <a:gd name="connsiteX100" fmla="*/ 1084017 w 1453587"/>
                  <a:gd name="connsiteY100" fmla="*/ 998220 h 1579244"/>
                  <a:gd name="connsiteX101" fmla="*/ 1086875 w 1453587"/>
                  <a:gd name="connsiteY101" fmla="*/ 1026795 h 1579244"/>
                  <a:gd name="connsiteX102" fmla="*/ 1086875 w 1453587"/>
                  <a:gd name="connsiteY102" fmla="*/ 1026795 h 1579244"/>
                  <a:gd name="connsiteX103" fmla="*/ 1086875 w 1453587"/>
                  <a:gd name="connsiteY103" fmla="*/ 1026795 h 1579244"/>
                  <a:gd name="connsiteX104" fmla="*/ 1086875 w 1453587"/>
                  <a:gd name="connsiteY104" fmla="*/ 1026795 h 1579244"/>
                  <a:gd name="connsiteX105" fmla="*/ 1071635 w 1453587"/>
                  <a:gd name="connsiteY105" fmla="*/ 1033463 h 1579244"/>
                  <a:gd name="connsiteX106" fmla="*/ 1071635 w 1453587"/>
                  <a:gd name="connsiteY106" fmla="*/ 1033463 h 1579244"/>
                  <a:gd name="connsiteX107" fmla="*/ 1058300 w 1453587"/>
                  <a:gd name="connsiteY107" fmla="*/ 1029652 h 1579244"/>
                  <a:gd name="connsiteX108" fmla="*/ 1142120 w 1453587"/>
                  <a:gd name="connsiteY108" fmla="*/ 923925 h 1579244"/>
                  <a:gd name="connsiteX109" fmla="*/ 1137357 w 1453587"/>
                  <a:gd name="connsiteY109" fmla="*/ 895350 h 1579244"/>
                  <a:gd name="connsiteX110" fmla="*/ 1137357 w 1453587"/>
                  <a:gd name="connsiteY110" fmla="*/ 895350 h 1579244"/>
                  <a:gd name="connsiteX111" fmla="*/ 1165932 w 1453587"/>
                  <a:gd name="connsiteY111" fmla="*/ 890588 h 1579244"/>
                  <a:gd name="connsiteX112" fmla="*/ 1165932 w 1453587"/>
                  <a:gd name="connsiteY112" fmla="*/ 890588 h 1579244"/>
                  <a:gd name="connsiteX113" fmla="*/ 1170695 w 1453587"/>
                  <a:gd name="connsiteY113" fmla="*/ 918210 h 1579244"/>
                  <a:gd name="connsiteX114" fmla="*/ 1170695 w 1453587"/>
                  <a:gd name="connsiteY114" fmla="*/ 918210 h 1579244"/>
                  <a:gd name="connsiteX115" fmla="*/ 1153550 w 1453587"/>
                  <a:gd name="connsiteY115" fmla="*/ 926782 h 1579244"/>
                  <a:gd name="connsiteX116" fmla="*/ 1153550 w 1453587"/>
                  <a:gd name="connsiteY116" fmla="*/ 926782 h 1579244"/>
                  <a:gd name="connsiteX117" fmla="*/ 1142120 w 1453587"/>
                  <a:gd name="connsiteY117" fmla="*/ 923925 h 1579244"/>
                  <a:gd name="connsiteX118" fmla="*/ 1216415 w 1453587"/>
                  <a:gd name="connsiteY118" fmla="*/ 810577 h 1579244"/>
                  <a:gd name="connsiteX119" fmla="*/ 1208795 w 1453587"/>
                  <a:gd name="connsiteY119" fmla="*/ 782955 h 1579244"/>
                  <a:gd name="connsiteX120" fmla="*/ 1208795 w 1453587"/>
                  <a:gd name="connsiteY120" fmla="*/ 782955 h 1579244"/>
                  <a:gd name="connsiteX121" fmla="*/ 1236417 w 1453587"/>
                  <a:gd name="connsiteY121" fmla="*/ 775335 h 1579244"/>
                  <a:gd name="connsiteX122" fmla="*/ 1236417 w 1453587"/>
                  <a:gd name="connsiteY122" fmla="*/ 775335 h 1579244"/>
                  <a:gd name="connsiteX123" fmla="*/ 1244037 w 1453587"/>
                  <a:gd name="connsiteY123" fmla="*/ 802957 h 1579244"/>
                  <a:gd name="connsiteX124" fmla="*/ 1244037 w 1453587"/>
                  <a:gd name="connsiteY124" fmla="*/ 802957 h 1579244"/>
                  <a:gd name="connsiteX125" fmla="*/ 1226892 w 1453587"/>
                  <a:gd name="connsiteY125" fmla="*/ 812482 h 1579244"/>
                  <a:gd name="connsiteX126" fmla="*/ 1226892 w 1453587"/>
                  <a:gd name="connsiteY126" fmla="*/ 812482 h 1579244"/>
                  <a:gd name="connsiteX127" fmla="*/ 1216415 w 1453587"/>
                  <a:gd name="connsiteY127" fmla="*/ 810577 h 1579244"/>
                  <a:gd name="connsiteX128" fmla="*/ 1280232 w 1453587"/>
                  <a:gd name="connsiteY128" fmla="*/ 692467 h 1579244"/>
                  <a:gd name="connsiteX129" fmla="*/ 1270707 w 1453587"/>
                  <a:gd name="connsiteY129" fmla="*/ 665797 h 1579244"/>
                  <a:gd name="connsiteX130" fmla="*/ 1270707 w 1453587"/>
                  <a:gd name="connsiteY130" fmla="*/ 665797 h 1579244"/>
                  <a:gd name="connsiteX131" fmla="*/ 1297378 w 1453587"/>
                  <a:gd name="connsiteY131" fmla="*/ 656272 h 1579244"/>
                  <a:gd name="connsiteX132" fmla="*/ 1297378 w 1453587"/>
                  <a:gd name="connsiteY132" fmla="*/ 656272 h 1579244"/>
                  <a:gd name="connsiteX133" fmla="*/ 1306903 w 1453587"/>
                  <a:gd name="connsiteY133" fmla="*/ 682942 h 1579244"/>
                  <a:gd name="connsiteX134" fmla="*/ 1306903 w 1453587"/>
                  <a:gd name="connsiteY134" fmla="*/ 682942 h 1579244"/>
                  <a:gd name="connsiteX135" fmla="*/ 1288805 w 1453587"/>
                  <a:gd name="connsiteY135" fmla="*/ 694372 h 1579244"/>
                  <a:gd name="connsiteX136" fmla="*/ 1288805 w 1453587"/>
                  <a:gd name="connsiteY136" fmla="*/ 694372 h 1579244"/>
                  <a:gd name="connsiteX137" fmla="*/ 1280232 w 1453587"/>
                  <a:gd name="connsiteY137" fmla="*/ 692467 h 1579244"/>
                  <a:gd name="connsiteX138" fmla="*/ 1333572 w 1453587"/>
                  <a:gd name="connsiteY138" fmla="*/ 568642 h 1579244"/>
                  <a:gd name="connsiteX139" fmla="*/ 1321190 w 1453587"/>
                  <a:gd name="connsiteY139" fmla="*/ 542925 h 1579244"/>
                  <a:gd name="connsiteX140" fmla="*/ 1321190 w 1453587"/>
                  <a:gd name="connsiteY140" fmla="*/ 542925 h 1579244"/>
                  <a:gd name="connsiteX141" fmla="*/ 1346907 w 1453587"/>
                  <a:gd name="connsiteY141" fmla="*/ 530542 h 1579244"/>
                  <a:gd name="connsiteX142" fmla="*/ 1346907 w 1453587"/>
                  <a:gd name="connsiteY142" fmla="*/ 530542 h 1579244"/>
                  <a:gd name="connsiteX143" fmla="*/ 1359290 w 1453587"/>
                  <a:gd name="connsiteY143" fmla="*/ 556260 h 1579244"/>
                  <a:gd name="connsiteX144" fmla="*/ 1359290 w 1453587"/>
                  <a:gd name="connsiteY144" fmla="*/ 556260 h 1579244"/>
                  <a:gd name="connsiteX145" fmla="*/ 1340240 w 1453587"/>
                  <a:gd name="connsiteY145" fmla="*/ 569595 h 1579244"/>
                  <a:gd name="connsiteX146" fmla="*/ 1340240 w 1453587"/>
                  <a:gd name="connsiteY146" fmla="*/ 569595 h 1579244"/>
                  <a:gd name="connsiteX147" fmla="*/ 1333572 w 1453587"/>
                  <a:gd name="connsiteY147" fmla="*/ 568642 h 1579244"/>
                  <a:gd name="connsiteX148" fmla="*/ 1375482 w 1453587"/>
                  <a:gd name="connsiteY148" fmla="*/ 440055 h 1579244"/>
                  <a:gd name="connsiteX149" fmla="*/ 1361195 w 1453587"/>
                  <a:gd name="connsiteY149" fmla="*/ 415290 h 1579244"/>
                  <a:gd name="connsiteX150" fmla="*/ 1361195 w 1453587"/>
                  <a:gd name="connsiteY150" fmla="*/ 415290 h 1579244"/>
                  <a:gd name="connsiteX151" fmla="*/ 1385960 w 1453587"/>
                  <a:gd name="connsiteY151" fmla="*/ 401002 h 1579244"/>
                  <a:gd name="connsiteX152" fmla="*/ 1385960 w 1453587"/>
                  <a:gd name="connsiteY152" fmla="*/ 401002 h 1579244"/>
                  <a:gd name="connsiteX153" fmla="*/ 1400247 w 1453587"/>
                  <a:gd name="connsiteY153" fmla="*/ 425767 h 1579244"/>
                  <a:gd name="connsiteX154" fmla="*/ 1400247 w 1453587"/>
                  <a:gd name="connsiteY154" fmla="*/ 425767 h 1579244"/>
                  <a:gd name="connsiteX155" fmla="*/ 1400247 w 1453587"/>
                  <a:gd name="connsiteY155" fmla="*/ 425767 h 1579244"/>
                  <a:gd name="connsiteX156" fmla="*/ 1400247 w 1453587"/>
                  <a:gd name="connsiteY156" fmla="*/ 425767 h 1579244"/>
                  <a:gd name="connsiteX157" fmla="*/ 1381197 w 1453587"/>
                  <a:gd name="connsiteY157" fmla="*/ 441007 h 1579244"/>
                  <a:gd name="connsiteX158" fmla="*/ 1381197 w 1453587"/>
                  <a:gd name="connsiteY158" fmla="*/ 441007 h 1579244"/>
                  <a:gd name="connsiteX159" fmla="*/ 1375482 w 1453587"/>
                  <a:gd name="connsiteY159" fmla="*/ 440055 h 1579244"/>
                  <a:gd name="connsiteX160" fmla="*/ 1406915 w 1453587"/>
                  <a:gd name="connsiteY160" fmla="*/ 308610 h 1579244"/>
                  <a:gd name="connsiteX161" fmla="*/ 1390722 w 1453587"/>
                  <a:gd name="connsiteY161" fmla="*/ 284797 h 1579244"/>
                  <a:gd name="connsiteX162" fmla="*/ 1390722 w 1453587"/>
                  <a:gd name="connsiteY162" fmla="*/ 284797 h 1579244"/>
                  <a:gd name="connsiteX163" fmla="*/ 1413582 w 1453587"/>
                  <a:gd name="connsiteY163" fmla="*/ 268605 h 1579244"/>
                  <a:gd name="connsiteX164" fmla="*/ 1413582 w 1453587"/>
                  <a:gd name="connsiteY164" fmla="*/ 268605 h 1579244"/>
                  <a:gd name="connsiteX165" fmla="*/ 1429775 w 1453587"/>
                  <a:gd name="connsiteY165" fmla="*/ 292417 h 1579244"/>
                  <a:gd name="connsiteX166" fmla="*/ 1429775 w 1453587"/>
                  <a:gd name="connsiteY166" fmla="*/ 292417 h 1579244"/>
                  <a:gd name="connsiteX167" fmla="*/ 1429775 w 1453587"/>
                  <a:gd name="connsiteY167" fmla="*/ 292417 h 1579244"/>
                  <a:gd name="connsiteX168" fmla="*/ 1429775 w 1453587"/>
                  <a:gd name="connsiteY168" fmla="*/ 292417 h 1579244"/>
                  <a:gd name="connsiteX169" fmla="*/ 1409772 w 1453587"/>
                  <a:gd name="connsiteY169" fmla="*/ 309563 h 1579244"/>
                  <a:gd name="connsiteX170" fmla="*/ 1409772 w 1453587"/>
                  <a:gd name="connsiteY170" fmla="*/ 309563 h 1579244"/>
                  <a:gd name="connsiteX171" fmla="*/ 1406915 w 1453587"/>
                  <a:gd name="connsiteY171" fmla="*/ 308610 h 1579244"/>
                  <a:gd name="connsiteX172" fmla="*/ 1425965 w 1453587"/>
                  <a:gd name="connsiteY172" fmla="*/ 175260 h 1579244"/>
                  <a:gd name="connsiteX173" fmla="*/ 1406915 w 1453587"/>
                  <a:gd name="connsiteY173" fmla="*/ 153352 h 1579244"/>
                  <a:gd name="connsiteX174" fmla="*/ 1406915 w 1453587"/>
                  <a:gd name="connsiteY174" fmla="*/ 153352 h 1579244"/>
                  <a:gd name="connsiteX175" fmla="*/ 1428822 w 1453587"/>
                  <a:gd name="connsiteY175" fmla="*/ 135255 h 1579244"/>
                  <a:gd name="connsiteX176" fmla="*/ 1428822 w 1453587"/>
                  <a:gd name="connsiteY176" fmla="*/ 135255 h 1579244"/>
                  <a:gd name="connsiteX177" fmla="*/ 1447872 w 1453587"/>
                  <a:gd name="connsiteY177" fmla="*/ 157163 h 1579244"/>
                  <a:gd name="connsiteX178" fmla="*/ 1447872 w 1453587"/>
                  <a:gd name="connsiteY178" fmla="*/ 157163 h 1579244"/>
                  <a:gd name="connsiteX179" fmla="*/ 1447872 w 1453587"/>
                  <a:gd name="connsiteY179" fmla="*/ 157163 h 1579244"/>
                  <a:gd name="connsiteX180" fmla="*/ 1447872 w 1453587"/>
                  <a:gd name="connsiteY180" fmla="*/ 157163 h 1579244"/>
                  <a:gd name="connsiteX181" fmla="*/ 1427870 w 1453587"/>
                  <a:gd name="connsiteY181" fmla="*/ 176213 h 1579244"/>
                  <a:gd name="connsiteX182" fmla="*/ 1427870 w 1453587"/>
                  <a:gd name="connsiteY182" fmla="*/ 176213 h 1579244"/>
                  <a:gd name="connsiteX183" fmla="*/ 1425965 w 1453587"/>
                  <a:gd name="connsiteY183" fmla="*/ 175260 h 1579244"/>
                  <a:gd name="connsiteX184" fmla="*/ 1413582 w 1453587"/>
                  <a:gd name="connsiteY184" fmla="*/ 20002 h 1579244"/>
                  <a:gd name="connsiteX185" fmla="*/ 1433585 w 1453587"/>
                  <a:gd name="connsiteY185" fmla="*/ 0 h 1579244"/>
                  <a:gd name="connsiteX186" fmla="*/ 1433585 w 1453587"/>
                  <a:gd name="connsiteY186" fmla="*/ 0 h 1579244"/>
                  <a:gd name="connsiteX187" fmla="*/ 1453587 w 1453587"/>
                  <a:gd name="connsiteY187" fmla="*/ 20002 h 1579244"/>
                  <a:gd name="connsiteX188" fmla="*/ 1453587 w 1453587"/>
                  <a:gd name="connsiteY188" fmla="*/ 20002 h 1579244"/>
                  <a:gd name="connsiteX189" fmla="*/ 1433585 w 1453587"/>
                  <a:gd name="connsiteY189" fmla="*/ 40957 h 1579244"/>
                  <a:gd name="connsiteX190" fmla="*/ 1433585 w 1453587"/>
                  <a:gd name="connsiteY190" fmla="*/ 40957 h 1579244"/>
                  <a:gd name="connsiteX191" fmla="*/ 1413582 w 1453587"/>
                  <a:gd name="connsiteY191" fmla="*/ 20002 h 157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1453587" h="1579244">
                    <a:moveTo>
                      <a:pt x="72" y="1561147"/>
                    </a:moveTo>
                    <a:cubicBezTo>
                      <a:pt x="-880" y="1549717"/>
                      <a:pt x="7692" y="1540192"/>
                      <a:pt x="18170" y="1539240"/>
                    </a:cubicBezTo>
                    <a:lnTo>
                      <a:pt x="18170" y="1539240"/>
                    </a:lnTo>
                    <a:cubicBezTo>
                      <a:pt x="29600" y="1538288"/>
                      <a:pt x="39125" y="1546860"/>
                      <a:pt x="40077" y="1557338"/>
                    </a:cubicBezTo>
                    <a:lnTo>
                      <a:pt x="40077" y="1557338"/>
                    </a:lnTo>
                    <a:cubicBezTo>
                      <a:pt x="41030" y="1568767"/>
                      <a:pt x="32457" y="1578292"/>
                      <a:pt x="21980" y="1579245"/>
                    </a:cubicBezTo>
                    <a:lnTo>
                      <a:pt x="21980" y="1579245"/>
                    </a:lnTo>
                    <a:cubicBezTo>
                      <a:pt x="21027" y="1579245"/>
                      <a:pt x="21027" y="1579245"/>
                      <a:pt x="20075" y="1579245"/>
                    </a:cubicBezTo>
                    <a:lnTo>
                      <a:pt x="20075" y="1579245"/>
                    </a:lnTo>
                    <a:cubicBezTo>
                      <a:pt x="9597" y="1579245"/>
                      <a:pt x="1025" y="1571625"/>
                      <a:pt x="72" y="1561147"/>
                    </a:cubicBezTo>
                    <a:close/>
                    <a:moveTo>
                      <a:pt x="134375" y="1544955"/>
                    </a:moveTo>
                    <a:cubicBezTo>
                      <a:pt x="132470" y="1533525"/>
                      <a:pt x="140090" y="1523047"/>
                      <a:pt x="150567" y="1521142"/>
                    </a:cubicBezTo>
                    <a:lnTo>
                      <a:pt x="150567" y="1521142"/>
                    </a:lnTo>
                    <a:cubicBezTo>
                      <a:pt x="161997" y="1519238"/>
                      <a:pt x="172475" y="1526857"/>
                      <a:pt x="174380" y="1537335"/>
                    </a:cubicBezTo>
                    <a:lnTo>
                      <a:pt x="174380" y="1537335"/>
                    </a:lnTo>
                    <a:cubicBezTo>
                      <a:pt x="176285" y="1548765"/>
                      <a:pt x="168665" y="1559242"/>
                      <a:pt x="158187" y="1561147"/>
                    </a:cubicBezTo>
                    <a:lnTo>
                      <a:pt x="158187" y="1561147"/>
                    </a:lnTo>
                    <a:lnTo>
                      <a:pt x="158187" y="1561147"/>
                    </a:lnTo>
                    <a:lnTo>
                      <a:pt x="158187" y="1561147"/>
                    </a:lnTo>
                    <a:cubicBezTo>
                      <a:pt x="157235" y="1561147"/>
                      <a:pt x="155330" y="1561147"/>
                      <a:pt x="154377" y="1561147"/>
                    </a:cubicBezTo>
                    <a:lnTo>
                      <a:pt x="154377" y="1561147"/>
                    </a:lnTo>
                    <a:cubicBezTo>
                      <a:pt x="143900" y="1562100"/>
                      <a:pt x="136280" y="1555432"/>
                      <a:pt x="134375" y="1544955"/>
                    </a:cubicBezTo>
                    <a:close/>
                    <a:moveTo>
                      <a:pt x="265820" y="1518285"/>
                    </a:moveTo>
                    <a:cubicBezTo>
                      <a:pt x="262962" y="1507807"/>
                      <a:pt x="269630" y="1496377"/>
                      <a:pt x="280107" y="1493520"/>
                    </a:cubicBezTo>
                    <a:lnTo>
                      <a:pt x="280107" y="1493520"/>
                    </a:lnTo>
                    <a:cubicBezTo>
                      <a:pt x="290585" y="1490663"/>
                      <a:pt x="302015" y="1497330"/>
                      <a:pt x="304872" y="1507807"/>
                    </a:cubicBezTo>
                    <a:lnTo>
                      <a:pt x="304872" y="1507807"/>
                    </a:lnTo>
                    <a:cubicBezTo>
                      <a:pt x="307730" y="1518285"/>
                      <a:pt x="301062" y="1529715"/>
                      <a:pt x="290585" y="1532572"/>
                    </a:cubicBezTo>
                    <a:lnTo>
                      <a:pt x="290585" y="1532572"/>
                    </a:lnTo>
                    <a:cubicBezTo>
                      <a:pt x="288680" y="1532572"/>
                      <a:pt x="286775" y="1533525"/>
                      <a:pt x="284870" y="1533525"/>
                    </a:cubicBezTo>
                    <a:lnTo>
                      <a:pt x="284870" y="1533525"/>
                    </a:lnTo>
                    <a:cubicBezTo>
                      <a:pt x="277250" y="1533525"/>
                      <a:pt x="268677" y="1526857"/>
                      <a:pt x="265820" y="1518285"/>
                    </a:cubicBezTo>
                    <a:close/>
                    <a:moveTo>
                      <a:pt x="395360" y="1480185"/>
                    </a:moveTo>
                    <a:cubicBezTo>
                      <a:pt x="391550" y="1469707"/>
                      <a:pt x="397265" y="1457325"/>
                      <a:pt x="407742" y="1454467"/>
                    </a:cubicBezTo>
                    <a:lnTo>
                      <a:pt x="407742" y="1454467"/>
                    </a:lnTo>
                    <a:cubicBezTo>
                      <a:pt x="418220" y="1450657"/>
                      <a:pt x="429650" y="1456372"/>
                      <a:pt x="433460" y="1466850"/>
                    </a:cubicBezTo>
                    <a:lnTo>
                      <a:pt x="433460" y="1466850"/>
                    </a:lnTo>
                    <a:cubicBezTo>
                      <a:pt x="437270" y="1477327"/>
                      <a:pt x="431555" y="1488757"/>
                      <a:pt x="421078" y="1492567"/>
                    </a:cubicBezTo>
                    <a:lnTo>
                      <a:pt x="421078" y="1492567"/>
                    </a:lnTo>
                    <a:cubicBezTo>
                      <a:pt x="418220" y="1493520"/>
                      <a:pt x="416315" y="1493520"/>
                      <a:pt x="414410" y="1493520"/>
                    </a:cubicBezTo>
                    <a:lnTo>
                      <a:pt x="414410" y="1493520"/>
                    </a:lnTo>
                    <a:cubicBezTo>
                      <a:pt x="406790" y="1492567"/>
                      <a:pt x="398217" y="1487805"/>
                      <a:pt x="395360" y="1480185"/>
                    </a:cubicBezTo>
                    <a:close/>
                    <a:moveTo>
                      <a:pt x="521090" y="1429702"/>
                    </a:moveTo>
                    <a:cubicBezTo>
                      <a:pt x="516328" y="1420177"/>
                      <a:pt x="521090" y="1407795"/>
                      <a:pt x="530615" y="1403032"/>
                    </a:cubicBezTo>
                    <a:lnTo>
                      <a:pt x="530615" y="1403032"/>
                    </a:lnTo>
                    <a:cubicBezTo>
                      <a:pt x="541092" y="1398270"/>
                      <a:pt x="553475" y="1403032"/>
                      <a:pt x="557285" y="1412557"/>
                    </a:cubicBezTo>
                    <a:lnTo>
                      <a:pt x="557285" y="1412557"/>
                    </a:lnTo>
                    <a:cubicBezTo>
                      <a:pt x="562047" y="1423035"/>
                      <a:pt x="557285" y="1434465"/>
                      <a:pt x="547760" y="1439227"/>
                    </a:cubicBezTo>
                    <a:lnTo>
                      <a:pt x="547760" y="1439227"/>
                    </a:lnTo>
                    <a:lnTo>
                      <a:pt x="547760" y="1439227"/>
                    </a:lnTo>
                    <a:lnTo>
                      <a:pt x="547760" y="1439227"/>
                    </a:lnTo>
                    <a:cubicBezTo>
                      <a:pt x="544903" y="1440180"/>
                      <a:pt x="542045" y="1441132"/>
                      <a:pt x="539187" y="1441132"/>
                    </a:cubicBezTo>
                    <a:lnTo>
                      <a:pt x="539187" y="1441132"/>
                    </a:lnTo>
                    <a:cubicBezTo>
                      <a:pt x="531567" y="1442085"/>
                      <a:pt x="524900" y="1437322"/>
                      <a:pt x="521090" y="1429702"/>
                    </a:cubicBezTo>
                    <a:close/>
                    <a:moveTo>
                      <a:pt x="641105" y="1369695"/>
                    </a:moveTo>
                    <a:cubicBezTo>
                      <a:pt x="635390" y="1360170"/>
                      <a:pt x="639200" y="1347788"/>
                      <a:pt x="648725" y="1342072"/>
                    </a:cubicBezTo>
                    <a:lnTo>
                      <a:pt x="648725" y="1342072"/>
                    </a:lnTo>
                    <a:cubicBezTo>
                      <a:pt x="658250" y="1336357"/>
                      <a:pt x="670632" y="1340167"/>
                      <a:pt x="676347" y="1349692"/>
                    </a:cubicBezTo>
                    <a:lnTo>
                      <a:pt x="676347" y="1349692"/>
                    </a:lnTo>
                    <a:cubicBezTo>
                      <a:pt x="682062" y="1359217"/>
                      <a:pt x="679205" y="1371600"/>
                      <a:pt x="668728" y="1377315"/>
                    </a:cubicBezTo>
                    <a:lnTo>
                      <a:pt x="668728" y="1377315"/>
                    </a:lnTo>
                    <a:lnTo>
                      <a:pt x="668728" y="1377315"/>
                    </a:lnTo>
                    <a:lnTo>
                      <a:pt x="668728" y="1377315"/>
                    </a:lnTo>
                    <a:cubicBezTo>
                      <a:pt x="665870" y="1379220"/>
                      <a:pt x="662060" y="1380172"/>
                      <a:pt x="658250" y="1380172"/>
                    </a:cubicBezTo>
                    <a:lnTo>
                      <a:pt x="658250" y="1380172"/>
                    </a:lnTo>
                    <a:cubicBezTo>
                      <a:pt x="651582" y="1379220"/>
                      <a:pt x="644915" y="1375410"/>
                      <a:pt x="641105" y="1369695"/>
                    </a:cubicBezTo>
                    <a:close/>
                    <a:moveTo>
                      <a:pt x="756357" y="1298257"/>
                    </a:moveTo>
                    <a:cubicBezTo>
                      <a:pt x="749690" y="1288732"/>
                      <a:pt x="751595" y="1276350"/>
                      <a:pt x="761120" y="1270635"/>
                    </a:cubicBezTo>
                    <a:lnTo>
                      <a:pt x="761120" y="1270635"/>
                    </a:lnTo>
                    <a:cubicBezTo>
                      <a:pt x="770645" y="1263967"/>
                      <a:pt x="783028" y="1265872"/>
                      <a:pt x="788742" y="1275397"/>
                    </a:cubicBezTo>
                    <a:lnTo>
                      <a:pt x="788742" y="1275397"/>
                    </a:lnTo>
                    <a:cubicBezTo>
                      <a:pt x="795410" y="1284922"/>
                      <a:pt x="793505" y="1297305"/>
                      <a:pt x="783980" y="1303972"/>
                    </a:cubicBezTo>
                    <a:lnTo>
                      <a:pt x="783980" y="1303972"/>
                    </a:lnTo>
                    <a:cubicBezTo>
                      <a:pt x="780170" y="1306830"/>
                      <a:pt x="776360" y="1307782"/>
                      <a:pt x="772550" y="1307782"/>
                    </a:cubicBezTo>
                    <a:lnTo>
                      <a:pt x="772550" y="1307782"/>
                    </a:lnTo>
                    <a:cubicBezTo>
                      <a:pt x="766835" y="1306830"/>
                      <a:pt x="760167" y="1303972"/>
                      <a:pt x="756357" y="1298257"/>
                    </a:cubicBezTo>
                    <a:close/>
                    <a:moveTo>
                      <a:pt x="864942" y="1217295"/>
                    </a:moveTo>
                    <a:cubicBezTo>
                      <a:pt x="857322" y="1208722"/>
                      <a:pt x="859228" y="1195388"/>
                      <a:pt x="867800" y="1188720"/>
                    </a:cubicBezTo>
                    <a:lnTo>
                      <a:pt x="867800" y="1188720"/>
                    </a:lnTo>
                    <a:cubicBezTo>
                      <a:pt x="876372" y="1181100"/>
                      <a:pt x="889707" y="1183005"/>
                      <a:pt x="896375" y="1191577"/>
                    </a:cubicBezTo>
                    <a:lnTo>
                      <a:pt x="896375" y="1191577"/>
                    </a:lnTo>
                    <a:cubicBezTo>
                      <a:pt x="903995" y="1200150"/>
                      <a:pt x="902090" y="1212532"/>
                      <a:pt x="893517" y="1220152"/>
                    </a:cubicBezTo>
                    <a:lnTo>
                      <a:pt x="893517" y="1220152"/>
                    </a:lnTo>
                    <a:cubicBezTo>
                      <a:pt x="889707" y="1223010"/>
                      <a:pt x="884945" y="1224915"/>
                      <a:pt x="880182" y="1224915"/>
                    </a:cubicBezTo>
                    <a:lnTo>
                      <a:pt x="880182" y="1224915"/>
                    </a:lnTo>
                    <a:cubicBezTo>
                      <a:pt x="874467" y="1224915"/>
                      <a:pt x="868753" y="1222057"/>
                      <a:pt x="864942" y="1217295"/>
                    </a:cubicBezTo>
                    <a:close/>
                    <a:moveTo>
                      <a:pt x="965907" y="1127760"/>
                    </a:moveTo>
                    <a:cubicBezTo>
                      <a:pt x="958287" y="1120140"/>
                      <a:pt x="958287" y="1106805"/>
                      <a:pt x="965907" y="1099185"/>
                    </a:cubicBezTo>
                    <a:lnTo>
                      <a:pt x="965907" y="1099185"/>
                    </a:lnTo>
                    <a:cubicBezTo>
                      <a:pt x="973528" y="1091565"/>
                      <a:pt x="986862" y="1091565"/>
                      <a:pt x="994482" y="1099185"/>
                    </a:cubicBezTo>
                    <a:lnTo>
                      <a:pt x="994482" y="1099185"/>
                    </a:lnTo>
                    <a:cubicBezTo>
                      <a:pt x="1003055" y="1107757"/>
                      <a:pt x="1003055" y="1120140"/>
                      <a:pt x="994482" y="1127760"/>
                    </a:cubicBezTo>
                    <a:lnTo>
                      <a:pt x="994482" y="1127760"/>
                    </a:lnTo>
                    <a:cubicBezTo>
                      <a:pt x="990672" y="1131570"/>
                      <a:pt x="985910" y="1133475"/>
                      <a:pt x="980195" y="1133475"/>
                    </a:cubicBezTo>
                    <a:lnTo>
                      <a:pt x="980195" y="1133475"/>
                    </a:lnTo>
                    <a:cubicBezTo>
                      <a:pt x="974480" y="1133475"/>
                      <a:pt x="969717" y="1131570"/>
                      <a:pt x="965907" y="1127760"/>
                    </a:cubicBezTo>
                    <a:close/>
                    <a:moveTo>
                      <a:pt x="1058300" y="1029652"/>
                    </a:moveTo>
                    <a:cubicBezTo>
                      <a:pt x="1049728" y="1022032"/>
                      <a:pt x="1048775" y="1009650"/>
                      <a:pt x="1055442" y="1001077"/>
                    </a:cubicBezTo>
                    <a:lnTo>
                      <a:pt x="1055442" y="1001077"/>
                    </a:lnTo>
                    <a:cubicBezTo>
                      <a:pt x="1063062" y="992505"/>
                      <a:pt x="1075445" y="991552"/>
                      <a:pt x="1084017" y="998220"/>
                    </a:cubicBezTo>
                    <a:lnTo>
                      <a:pt x="1084017" y="998220"/>
                    </a:lnTo>
                    <a:cubicBezTo>
                      <a:pt x="1092590" y="1004888"/>
                      <a:pt x="1093542" y="1018222"/>
                      <a:pt x="1086875" y="1026795"/>
                    </a:cubicBezTo>
                    <a:lnTo>
                      <a:pt x="1086875" y="1026795"/>
                    </a:lnTo>
                    <a:lnTo>
                      <a:pt x="1086875" y="1026795"/>
                    </a:lnTo>
                    <a:lnTo>
                      <a:pt x="1086875" y="1026795"/>
                    </a:lnTo>
                    <a:cubicBezTo>
                      <a:pt x="1083065" y="1031557"/>
                      <a:pt x="1077350" y="1033463"/>
                      <a:pt x="1071635" y="1033463"/>
                    </a:cubicBezTo>
                    <a:lnTo>
                      <a:pt x="1071635" y="1033463"/>
                    </a:lnTo>
                    <a:cubicBezTo>
                      <a:pt x="1066872" y="1034415"/>
                      <a:pt x="1062110" y="1032510"/>
                      <a:pt x="1058300" y="1029652"/>
                    </a:cubicBezTo>
                    <a:close/>
                    <a:moveTo>
                      <a:pt x="1142120" y="923925"/>
                    </a:moveTo>
                    <a:cubicBezTo>
                      <a:pt x="1132595" y="917257"/>
                      <a:pt x="1130690" y="904875"/>
                      <a:pt x="1137357" y="895350"/>
                    </a:cubicBezTo>
                    <a:lnTo>
                      <a:pt x="1137357" y="895350"/>
                    </a:lnTo>
                    <a:cubicBezTo>
                      <a:pt x="1144025" y="885825"/>
                      <a:pt x="1156407" y="883920"/>
                      <a:pt x="1165932" y="890588"/>
                    </a:cubicBezTo>
                    <a:lnTo>
                      <a:pt x="1165932" y="890588"/>
                    </a:lnTo>
                    <a:cubicBezTo>
                      <a:pt x="1174505" y="897255"/>
                      <a:pt x="1177362" y="909638"/>
                      <a:pt x="1170695" y="918210"/>
                    </a:cubicBezTo>
                    <a:lnTo>
                      <a:pt x="1170695" y="918210"/>
                    </a:lnTo>
                    <a:cubicBezTo>
                      <a:pt x="1166885" y="923925"/>
                      <a:pt x="1160217" y="926782"/>
                      <a:pt x="1153550" y="926782"/>
                    </a:cubicBezTo>
                    <a:lnTo>
                      <a:pt x="1153550" y="926782"/>
                    </a:lnTo>
                    <a:cubicBezTo>
                      <a:pt x="1149740" y="927735"/>
                      <a:pt x="1144978" y="926782"/>
                      <a:pt x="1142120" y="923925"/>
                    </a:cubicBezTo>
                    <a:close/>
                    <a:moveTo>
                      <a:pt x="1216415" y="810577"/>
                    </a:moveTo>
                    <a:cubicBezTo>
                      <a:pt x="1206890" y="804863"/>
                      <a:pt x="1203080" y="792480"/>
                      <a:pt x="1208795" y="782955"/>
                    </a:cubicBezTo>
                    <a:lnTo>
                      <a:pt x="1208795" y="782955"/>
                    </a:lnTo>
                    <a:cubicBezTo>
                      <a:pt x="1214510" y="773430"/>
                      <a:pt x="1226892" y="769620"/>
                      <a:pt x="1236417" y="775335"/>
                    </a:cubicBezTo>
                    <a:lnTo>
                      <a:pt x="1236417" y="775335"/>
                    </a:lnTo>
                    <a:cubicBezTo>
                      <a:pt x="1245942" y="781050"/>
                      <a:pt x="1248800" y="793432"/>
                      <a:pt x="1244037" y="802957"/>
                    </a:cubicBezTo>
                    <a:lnTo>
                      <a:pt x="1244037" y="802957"/>
                    </a:lnTo>
                    <a:cubicBezTo>
                      <a:pt x="1240228" y="809625"/>
                      <a:pt x="1233560" y="812482"/>
                      <a:pt x="1226892" y="812482"/>
                    </a:cubicBezTo>
                    <a:lnTo>
                      <a:pt x="1226892" y="812482"/>
                    </a:lnTo>
                    <a:cubicBezTo>
                      <a:pt x="1223082" y="813435"/>
                      <a:pt x="1219272" y="812482"/>
                      <a:pt x="1216415" y="810577"/>
                    </a:cubicBezTo>
                    <a:close/>
                    <a:moveTo>
                      <a:pt x="1280232" y="692467"/>
                    </a:moveTo>
                    <a:cubicBezTo>
                      <a:pt x="1269755" y="687705"/>
                      <a:pt x="1265945" y="675322"/>
                      <a:pt x="1270707" y="665797"/>
                    </a:cubicBezTo>
                    <a:lnTo>
                      <a:pt x="1270707" y="665797"/>
                    </a:lnTo>
                    <a:cubicBezTo>
                      <a:pt x="1275470" y="655320"/>
                      <a:pt x="1287853" y="651510"/>
                      <a:pt x="1297378" y="656272"/>
                    </a:cubicBezTo>
                    <a:lnTo>
                      <a:pt x="1297378" y="656272"/>
                    </a:lnTo>
                    <a:cubicBezTo>
                      <a:pt x="1307855" y="661035"/>
                      <a:pt x="1311665" y="673417"/>
                      <a:pt x="1306903" y="682942"/>
                    </a:cubicBezTo>
                    <a:lnTo>
                      <a:pt x="1306903" y="682942"/>
                    </a:lnTo>
                    <a:cubicBezTo>
                      <a:pt x="1304045" y="690563"/>
                      <a:pt x="1296425" y="694372"/>
                      <a:pt x="1288805" y="694372"/>
                    </a:cubicBezTo>
                    <a:lnTo>
                      <a:pt x="1288805" y="694372"/>
                    </a:lnTo>
                    <a:cubicBezTo>
                      <a:pt x="1285947" y="694372"/>
                      <a:pt x="1283090" y="693420"/>
                      <a:pt x="1280232" y="692467"/>
                    </a:cubicBezTo>
                    <a:close/>
                    <a:moveTo>
                      <a:pt x="1333572" y="568642"/>
                    </a:moveTo>
                    <a:cubicBezTo>
                      <a:pt x="1323095" y="564832"/>
                      <a:pt x="1317380" y="553402"/>
                      <a:pt x="1321190" y="542925"/>
                    </a:cubicBezTo>
                    <a:lnTo>
                      <a:pt x="1321190" y="542925"/>
                    </a:lnTo>
                    <a:cubicBezTo>
                      <a:pt x="1325000" y="532447"/>
                      <a:pt x="1336430" y="526732"/>
                      <a:pt x="1346907" y="530542"/>
                    </a:cubicBezTo>
                    <a:lnTo>
                      <a:pt x="1346907" y="530542"/>
                    </a:lnTo>
                    <a:cubicBezTo>
                      <a:pt x="1357385" y="534352"/>
                      <a:pt x="1363100" y="545782"/>
                      <a:pt x="1359290" y="556260"/>
                    </a:cubicBezTo>
                    <a:lnTo>
                      <a:pt x="1359290" y="556260"/>
                    </a:lnTo>
                    <a:cubicBezTo>
                      <a:pt x="1356432" y="564832"/>
                      <a:pt x="1348812" y="569595"/>
                      <a:pt x="1340240" y="569595"/>
                    </a:cubicBezTo>
                    <a:lnTo>
                      <a:pt x="1340240" y="569595"/>
                    </a:lnTo>
                    <a:cubicBezTo>
                      <a:pt x="1338335" y="569595"/>
                      <a:pt x="1335478" y="568642"/>
                      <a:pt x="1333572" y="568642"/>
                    </a:cubicBezTo>
                    <a:close/>
                    <a:moveTo>
                      <a:pt x="1375482" y="440055"/>
                    </a:moveTo>
                    <a:cubicBezTo>
                      <a:pt x="1365005" y="437197"/>
                      <a:pt x="1358337" y="425767"/>
                      <a:pt x="1361195" y="415290"/>
                    </a:cubicBezTo>
                    <a:lnTo>
                      <a:pt x="1361195" y="415290"/>
                    </a:lnTo>
                    <a:cubicBezTo>
                      <a:pt x="1364053" y="404813"/>
                      <a:pt x="1375482" y="398145"/>
                      <a:pt x="1385960" y="401002"/>
                    </a:cubicBezTo>
                    <a:lnTo>
                      <a:pt x="1385960" y="401002"/>
                    </a:lnTo>
                    <a:cubicBezTo>
                      <a:pt x="1396437" y="403860"/>
                      <a:pt x="1403105" y="414338"/>
                      <a:pt x="1400247" y="425767"/>
                    </a:cubicBezTo>
                    <a:lnTo>
                      <a:pt x="1400247" y="425767"/>
                    </a:lnTo>
                    <a:lnTo>
                      <a:pt x="1400247" y="425767"/>
                    </a:lnTo>
                    <a:lnTo>
                      <a:pt x="1400247" y="425767"/>
                    </a:lnTo>
                    <a:cubicBezTo>
                      <a:pt x="1397390" y="435292"/>
                      <a:pt x="1389770" y="441007"/>
                      <a:pt x="1381197" y="441007"/>
                    </a:cubicBezTo>
                    <a:lnTo>
                      <a:pt x="1381197" y="441007"/>
                    </a:lnTo>
                    <a:cubicBezTo>
                      <a:pt x="1379292" y="441007"/>
                      <a:pt x="1377387" y="440055"/>
                      <a:pt x="1375482" y="440055"/>
                    </a:cubicBezTo>
                    <a:close/>
                    <a:moveTo>
                      <a:pt x="1406915" y="308610"/>
                    </a:moveTo>
                    <a:cubicBezTo>
                      <a:pt x="1396437" y="306705"/>
                      <a:pt x="1388817" y="296227"/>
                      <a:pt x="1390722" y="284797"/>
                    </a:cubicBezTo>
                    <a:lnTo>
                      <a:pt x="1390722" y="284797"/>
                    </a:lnTo>
                    <a:cubicBezTo>
                      <a:pt x="1392628" y="273367"/>
                      <a:pt x="1403105" y="266700"/>
                      <a:pt x="1413582" y="268605"/>
                    </a:cubicBezTo>
                    <a:lnTo>
                      <a:pt x="1413582" y="268605"/>
                    </a:lnTo>
                    <a:cubicBezTo>
                      <a:pt x="1425012" y="270510"/>
                      <a:pt x="1431680" y="280988"/>
                      <a:pt x="1429775" y="292417"/>
                    </a:cubicBezTo>
                    <a:lnTo>
                      <a:pt x="1429775" y="292417"/>
                    </a:lnTo>
                    <a:lnTo>
                      <a:pt x="1429775" y="292417"/>
                    </a:lnTo>
                    <a:lnTo>
                      <a:pt x="1429775" y="292417"/>
                    </a:lnTo>
                    <a:cubicBezTo>
                      <a:pt x="1427870" y="301942"/>
                      <a:pt x="1419297" y="309563"/>
                      <a:pt x="1409772" y="309563"/>
                    </a:cubicBezTo>
                    <a:lnTo>
                      <a:pt x="1409772" y="309563"/>
                    </a:lnTo>
                    <a:cubicBezTo>
                      <a:pt x="1408820" y="308610"/>
                      <a:pt x="1407867" y="308610"/>
                      <a:pt x="1406915" y="308610"/>
                    </a:cubicBezTo>
                    <a:close/>
                    <a:moveTo>
                      <a:pt x="1425965" y="175260"/>
                    </a:moveTo>
                    <a:cubicBezTo>
                      <a:pt x="1414535" y="174307"/>
                      <a:pt x="1406915" y="164782"/>
                      <a:pt x="1406915" y="153352"/>
                    </a:cubicBezTo>
                    <a:lnTo>
                      <a:pt x="1406915" y="153352"/>
                    </a:lnTo>
                    <a:cubicBezTo>
                      <a:pt x="1407867" y="141922"/>
                      <a:pt x="1417392" y="134302"/>
                      <a:pt x="1428822" y="135255"/>
                    </a:cubicBezTo>
                    <a:lnTo>
                      <a:pt x="1428822" y="135255"/>
                    </a:lnTo>
                    <a:cubicBezTo>
                      <a:pt x="1440253" y="136207"/>
                      <a:pt x="1447872" y="145732"/>
                      <a:pt x="1447872" y="157163"/>
                    </a:cubicBezTo>
                    <a:lnTo>
                      <a:pt x="1447872" y="157163"/>
                    </a:lnTo>
                    <a:lnTo>
                      <a:pt x="1447872" y="157163"/>
                    </a:lnTo>
                    <a:lnTo>
                      <a:pt x="1447872" y="157163"/>
                    </a:lnTo>
                    <a:cubicBezTo>
                      <a:pt x="1446920" y="167640"/>
                      <a:pt x="1438347" y="176213"/>
                      <a:pt x="1427870" y="176213"/>
                    </a:cubicBezTo>
                    <a:lnTo>
                      <a:pt x="1427870" y="176213"/>
                    </a:lnTo>
                    <a:cubicBezTo>
                      <a:pt x="1426917" y="175260"/>
                      <a:pt x="1426917" y="175260"/>
                      <a:pt x="1425965" y="175260"/>
                    </a:cubicBezTo>
                    <a:close/>
                    <a:moveTo>
                      <a:pt x="1413582" y="20002"/>
                    </a:moveTo>
                    <a:cubicBezTo>
                      <a:pt x="1413582" y="8572"/>
                      <a:pt x="1422155" y="0"/>
                      <a:pt x="1433585" y="0"/>
                    </a:cubicBezTo>
                    <a:lnTo>
                      <a:pt x="1433585" y="0"/>
                    </a:lnTo>
                    <a:cubicBezTo>
                      <a:pt x="1445015" y="0"/>
                      <a:pt x="1453587" y="8572"/>
                      <a:pt x="1453587" y="20002"/>
                    </a:cubicBezTo>
                    <a:lnTo>
                      <a:pt x="1453587" y="20002"/>
                    </a:lnTo>
                    <a:cubicBezTo>
                      <a:pt x="1453587" y="31432"/>
                      <a:pt x="1444062" y="40957"/>
                      <a:pt x="1433585" y="40957"/>
                    </a:cubicBezTo>
                    <a:lnTo>
                      <a:pt x="1433585" y="40957"/>
                    </a:lnTo>
                    <a:cubicBezTo>
                      <a:pt x="1422155" y="40005"/>
                      <a:pt x="1413582" y="31432"/>
                      <a:pt x="1413582" y="20002"/>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grpSp>
            <p:nvGrpSpPr>
              <p:cNvPr id="110" name="Graphic 4">
                <a:extLst>
                  <a:ext uri="{FF2B5EF4-FFF2-40B4-BE49-F238E27FC236}">
                    <a16:creationId xmlns:a16="http://schemas.microsoft.com/office/drawing/2014/main" id="{66D61EC6-C64B-F148-9CCD-78940D07B2C8}"/>
                  </a:ext>
                </a:extLst>
              </p:cNvPr>
              <p:cNvGrpSpPr/>
              <p:nvPr/>
            </p:nvGrpSpPr>
            <p:grpSpPr>
              <a:xfrm>
                <a:off x="5838509" y="5446395"/>
                <a:ext cx="1584008" cy="1584006"/>
                <a:chOff x="5838506" y="5446395"/>
                <a:chExt cx="1584008" cy="1584006"/>
              </a:xfrm>
              <a:solidFill>
                <a:srgbClr val="808080"/>
              </a:solidFill>
            </p:grpSpPr>
            <p:sp>
              <p:nvSpPr>
                <p:cNvPr id="123" name="Freeform 473">
                  <a:extLst>
                    <a:ext uri="{FF2B5EF4-FFF2-40B4-BE49-F238E27FC236}">
                      <a16:creationId xmlns:a16="http://schemas.microsoft.com/office/drawing/2014/main" id="{1D5527FA-C1E1-9146-87BF-D6FA086BB41B}"/>
                    </a:ext>
                  </a:extLst>
                </p:cNvPr>
                <p:cNvSpPr/>
                <p:nvPr/>
              </p:nvSpPr>
              <p:spPr>
                <a:xfrm>
                  <a:off x="5838506" y="6990397"/>
                  <a:ext cx="40005" cy="40004"/>
                </a:xfrm>
                <a:custGeom>
                  <a:avLst/>
                  <a:gdLst>
                    <a:gd name="connsiteX0" fmla="*/ 20003 w 40005"/>
                    <a:gd name="connsiteY0" fmla="*/ 40005 h 40004"/>
                    <a:gd name="connsiteX1" fmla="*/ 5715 w 40005"/>
                    <a:gd name="connsiteY1" fmla="*/ 34290 h 40004"/>
                    <a:gd name="connsiteX2" fmla="*/ 0 w 40005"/>
                    <a:gd name="connsiteY2" fmla="*/ 20002 h 40004"/>
                    <a:gd name="connsiteX3" fmla="*/ 5715 w 40005"/>
                    <a:gd name="connsiteY3" fmla="*/ 5715 h 40004"/>
                    <a:gd name="connsiteX4" fmla="*/ 34290 w 40005"/>
                    <a:gd name="connsiteY4" fmla="*/ 5715 h 40004"/>
                    <a:gd name="connsiteX5" fmla="*/ 40005 w 40005"/>
                    <a:gd name="connsiteY5" fmla="*/ 20002 h 40004"/>
                    <a:gd name="connsiteX6" fmla="*/ 34290 w 40005"/>
                    <a:gd name="connsiteY6" fmla="*/ 34290 h 40004"/>
                    <a:gd name="connsiteX7" fmla="*/ 20003 w 40005"/>
                    <a:gd name="connsiteY7" fmla="*/ 40005 h 4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005" h="40004">
                      <a:moveTo>
                        <a:pt x="20003" y="40005"/>
                      </a:moveTo>
                      <a:cubicBezTo>
                        <a:pt x="14288" y="40005"/>
                        <a:pt x="9525" y="38100"/>
                        <a:pt x="5715" y="34290"/>
                      </a:cubicBezTo>
                      <a:cubicBezTo>
                        <a:pt x="1905" y="30480"/>
                        <a:pt x="0" y="24765"/>
                        <a:pt x="0" y="20002"/>
                      </a:cubicBezTo>
                      <a:cubicBezTo>
                        <a:pt x="0" y="15240"/>
                        <a:pt x="1905" y="9525"/>
                        <a:pt x="5715" y="5715"/>
                      </a:cubicBezTo>
                      <a:cubicBezTo>
                        <a:pt x="13335" y="-1905"/>
                        <a:pt x="26670" y="-1905"/>
                        <a:pt x="34290" y="5715"/>
                      </a:cubicBezTo>
                      <a:cubicBezTo>
                        <a:pt x="38100" y="9525"/>
                        <a:pt x="40005" y="15240"/>
                        <a:pt x="40005" y="20002"/>
                      </a:cubicBezTo>
                      <a:cubicBezTo>
                        <a:pt x="40005" y="25717"/>
                        <a:pt x="38100" y="30480"/>
                        <a:pt x="34290" y="34290"/>
                      </a:cubicBezTo>
                      <a:cubicBezTo>
                        <a:pt x="30480" y="38100"/>
                        <a:pt x="25718" y="40005"/>
                        <a:pt x="20003" y="40005"/>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24" name="Freeform 474">
                  <a:extLst>
                    <a:ext uri="{FF2B5EF4-FFF2-40B4-BE49-F238E27FC236}">
                      <a16:creationId xmlns:a16="http://schemas.microsoft.com/office/drawing/2014/main" id="{E097C982-8088-DA45-A114-18E8EC43DBA9}"/>
                    </a:ext>
                  </a:extLst>
                </p:cNvPr>
                <p:cNvSpPr/>
                <p:nvPr/>
              </p:nvSpPr>
              <p:spPr>
                <a:xfrm>
                  <a:off x="5844141" y="5452037"/>
                  <a:ext cx="1443190" cy="1445014"/>
                </a:xfrm>
                <a:custGeom>
                  <a:avLst/>
                  <a:gdLst>
                    <a:gd name="connsiteX0" fmla="*/ 18178 w 1443190"/>
                    <a:gd name="connsiteY0" fmla="*/ 1444063 h 1445014"/>
                    <a:gd name="connsiteX1" fmla="*/ 80 w 1443190"/>
                    <a:gd name="connsiteY1" fmla="*/ 1422155 h 1445014"/>
                    <a:gd name="connsiteX2" fmla="*/ 80 w 1443190"/>
                    <a:gd name="connsiteY2" fmla="*/ 1422155 h 1445014"/>
                    <a:gd name="connsiteX3" fmla="*/ 80 w 1443190"/>
                    <a:gd name="connsiteY3" fmla="*/ 1422155 h 1445014"/>
                    <a:gd name="connsiteX4" fmla="*/ 80 w 1443190"/>
                    <a:gd name="connsiteY4" fmla="*/ 1422155 h 1445014"/>
                    <a:gd name="connsiteX5" fmla="*/ 21988 w 1443190"/>
                    <a:gd name="connsiteY5" fmla="*/ 1404057 h 1445014"/>
                    <a:gd name="connsiteX6" fmla="*/ 21988 w 1443190"/>
                    <a:gd name="connsiteY6" fmla="*/ 1404057 h 1445014"/>
                    <a:gd name="connsiteX7" fmla="*/ 40085 w 1443190"/>
                    <a:gd name="connsiteY7" fmla="*/ 1425965 h 1445014"/>
                    <a:gd name="connsiteX8" fmla="*/ 40085 w 1443190"/>
                    <a:gd name="connsiteY8" fmla="*/ 1425965 h 1445014"/>
                    <a:gd name="connsiteX9" fmla="*/ 20083 w 1443190"/>
                    <a:gd name="connsiteY9" fmla="*/ 1445015 h 1445014"/>
                    <a:gd name="connsiteX10" fmla="*/ 20083 w 1443190"/>
                    <a:gd name="connsiteY10" fmla="*/ 1445015 h 1445014"/>
                    <a:gd name="connsiteX11" fmla="*/ 18178 w 1443190"/>
                    <a:gd name="connsiteY11" fmla="*/ 1444063 h 1445014"/>
                    <a:gd name="connsiteX12" fmla="*/ 34370 w 1443190"/>
                    <a:gd name="connsiteY12" fmla="*/ 1309760 h 1445014"/>
                    <a:gd name="connsiteX13" fmla="*/ 18178 w 1443190"/>
                    <a:gd name="connsiteY13" fmla="*/ 1285948 h 1445014"/>
                    <a:gd name="connsiteX14" fmla="*/ 18178 w 1443190"/>
                    <a:gd name="connsiteY14" fmla="*/ 1285948 h 1445014"/>
                    <a:gd name="connsiteX15" fmla="*/ 41990 w 1443190"/>
                    <a:gd name="connsiteY15" fmla="*/ 1269755 h 1445014"/>
                    <a:gd name="connsiteX16" fmla="*/ 41990 w 1443190"/>
                    <a:gd name="connsiteY16" fmla="*/ 1269755 h 1445014"/>
                    <a:gd name="connsiteX17" fmla="*/ 58183 w 1443190"/>
                    <a:gd name="connsiteY17" fmla="*/ 1293568 h 1445014"/>
                    <a:gd name="connsiteX18" fmla="*/ 58183 w 1443190"/>
                    <a:gd name="connsiteY18" fmla="*/ 1293568 h 1445014"/>
                    <a:gd name="connsiteX19" fmla="*/ 38180 w 1443190"/>
                    <a:gd name="connsiteY19" fmla="*/ 1310713 h 1445014"/>
                    <a:gd name="connsiteX20" fmla="*/ 38180 w 1443190"/>
                    <a:gd name="connsiteY20" fmla="*/ 1310713 h 1445014"/>
                    <a:gd name="connsiteX21" fmla="*/ 34370 w 1443190"/>
                    <a:gd name="connsiteY21" fmla="*/ 1309760 h 1445014"/>
                    <a:gd name="connsiteX22" fmla="*/ 61040 w 1443190"/>
                    <a:gd name="connsiteY22" fmla="*/ 1178315 h 1445014"/>
                    <a:gd name="connsiteX23" fmla="*/ 46753 w 1443190"/>
                    <a:gd name="connsiteY23" fmla="*/ 1153550 h 1445014"/>
                    <a:gd name="connsiteX24" fmla="*/ 46753 w 1443190"/>
                    <a:gd name="connsiteY24" fmla="*/ 1153550 h 1445014"/>
                    <a:gd name="connsiteX25" fmla="*/ 71518 w 1443190"/>
                    <a:gd name="connsiteY25" fmla="*/ 1139263 h 1445014"/>
                    <a:gd name="connsiteX26" fmla="*/ 71518 w 1443190"/>
                    <a:gd name="connsiteY26" fmla="*/ 1139263 h 1445014"/>
                    <a:gd name="connsiteX27" fmla="*/ 85805 w 1443190"/>
                    <a:gd name="connsiteY27" fmla="*/ 1164027 h 1445014"/>
                    <a:gd name="connsiteX28" fmla="*/ 85805 w 1443190"/>
                    <a:gd name="connsiteY28" fmla="*/ 1164027 h 1445014"/>
                    <a:gd name="connsiteX29" fmla="*/ 66755 w 1443190"/>
                    <a:gd name="connsiteY29" fmla="*/ 1179268 h 1445014"/>
                    <a:gd name="connsiteX30" fmla="*/ 66755 w 1443190"/>
                    <a:gd name="connsiteY30" fmla="*/ 1179268 h 1445014"/>
                    <a:gd name="connsiteX31" fmla="*/ 61040 w 1443190"/>
                    <a:gd name="connsiteY31" fmla="*/ 1178315 h 1445014"/>
                    <a:gd name="connsiteX32" fmla="*/ 100093 w 1443190"/>
                    <a:gd name="connsiteY32" fmla="*/ 1048775 h 1445014"/>
                    <a:gd name="connsiteX33" fmla="*/ 87710 w 1443190"/>
                    <a:gd name="connsiteY33" fmla="*/ 1023057 h 1445014"/>
                    <a:gd name="connsiteX34" fmla="*/ 87710 w 1443190"/>
                    <a:gd name="connsiteY34" fmla="*/ 1023057 h 1445014"/>
                    <a:gd name="connsiteX35" fmla="*/ 87710 w 1443190"/>
                    <a:gd name="connsiteY35" fmla="*/ 1023057 h 1445014"/>
                    <a:gd name="connsiteX36" fmla="*/ 87710 w 1443190"/>
                    <a:gd name="connsiteY36" fmla="*/ 1023057 h 1445014"/>
                    <a:gd name="connsiteX37" fmla="*/ 113428 w 1443190"/>
                    <a:gd name="connsiteY37" fmla="*/ 1010675 h 1445014"/>
                    <a:gd name="connsiteX38" fmla="*/ 113428 w 1443190"/>
                    <a:gd name="connsiteY38" fmla="*/ 1010675 h 1445014"/>
                    <a:gd name="connsiteX39" fmla="*/ 124858 w 1443190"/>
                    <a:gd name="connsiteY39" fmla="*/ 1037345 h 1445014"/>
                    <a:gd name="connsiteX40" fmla="*/ 124858 w 1443190"/>
                    <a:gd name="connsiteY40" fmla="*/ 1037345 h 1445014"/>
                    <a:gd name="connsiteX41" fmla="*/ 105808 w 1443190"/>
                    <a:gd name="connsiteY41" fmla="*/ 1050680 h 1445014"/>
                    <a:gd name="connsiteX42" fmla="*/ 105808 w 1443190"/>
                    <a:gd name="connsiteY42" fmla="*/ 1050680 h 1445014"/>
                    <a:gd name="connsiteX43" fmla="*/ 100093 w 1443190"/>
                    <a:gd name="connsiteY43" fmla="*/ 1048775 h 1445014"/>
                    <a:gd name="connsiteX44" fmla="*/ 149623 w 1443190"/>
                    <a:gd name="connsiteY44" fmla="*/ 923997 h 1445014"/>
                    <a:gd name="connsiteX45" fmla="*/ 140098 w 1443190"/>
                    <a:gd name="connsiteY45" fmla="*/ 897328 h 1445014"/>
                    <a:gd name="connsiteX46" fmla="*/ 140098 w 1443190"/>
                    <a:gd name="connsiteY46" fmla="*/ 897328 h 1445014"/>
                    <a:gd name="connsiteX47" fmla="*/ 166768 w 1443190"/>
                    <a:gd name="connsiteY47" fmla="*/ 886850 h 1445014"/>
                    <a:gd name="connsiteX48" fmla="*/ 166768 w 1443190"/>
                    <a:gd name="connsiteY48" fmla="*/ 886850 h 1445014"/>
                    <a:gd name="connsiteX49" fmla="*/ 176293 w 1443190"/>
                    <a:gd name="connsiteY49" fmla="*/ 913520 h 1445014"/>
                    <a:gd name="connsiteX50" fmla="*/ 176293 w 1443190"/>
                    <a:gd name="connsiteY50" fmla="*/ 913520 h 1445014"/>
                    <a:gd name="connsiteX51" fmla="*/ 158195 w 1443190"/>
                    <a:gd name="connsiteY51" fmla="*/ 924950 h 1445014"/>
                    <a:gd name="connsiteX52" fmla="*/ 158195 w 1443190"/>
                    <a:gd name="connsiteY52" fmla="*/ 924950 h 1445014"/>
                    <a:gd name="connsiteX53" fmla="*/ 149623 w 1443190"/>
                    <a:gd name="connsiteY53" fmla="*/ 923997 h 1445014"/>
                    <a:gd name="connsiteX54" fmla="*/ 210583 w 1443190"/>
                    <a:gd name="connsiteY54" fmla="*/ 803982 h 1445014"/>
                    <a:gd name="connsiteX55" fmla="*/ 202963 w 1443190"/>
                    <a:gd name="connsiteY55" fmla="*/ 776360 h 1445014"/>
                    <a:gd name="connsiteX56" fmla="*/ 202963 w 1443190"/>
                    <a:gd name="connsiteY56" fmla="*/ 776360 h 1445014"/>
                    <a:gd name="connsiteX57" fmla="*/ 230585 w 1443190"/>
                    <a:gd name="connsiteY57" fmla="*/ 768740 h 1445014"/>
                    <a:gd name="connsiteX58" fmla="*/ 230585 w 1443190"/>
                    <a:gd name="connsiteY58" fmla="*/ 768740 h 1445014"/>
                    <a:gd name="connsiteX59" fmla="*/ 238205 w 1443190"/>
                    <a:gd name="connsiteY59" fmla="*/ 796363 h 1445014"/>
                    <a:gd name="connsiteX60" fmla="*/ 238205 w 1443190"/>
                    <a:gd name="connsiteY60" fmla="*/ 796363 h 1445014"/>
                    <a:gd name="connsiteX61" fmla="*/ 221060 w 1443190"/>
                    <a:gd name="connsiteY61" fmla="*/ 806840 h 1445014"/>
                    <a:gd name="connsiteX62" fmla="*/ 221060 w 1443190"/>
                    <a:gd name="connsiteY62" fmla="*/ 806840 h 1445014"/>
                    <a:gd name="connsiteX63" fmla="*/ 210583 w 1443190"/>
                    <a:gd name="connsiteY63" fmla="*/ 803982 h 1445014"/>
                    <a:gd name="connsiteX64" fmla="*/ 282020 w 1443190"/>
                    <a:gd name="connsiteY64" fmla="*/ 689682 h 1445014"/>
                    <a:gd name="connsiteX65" fmla="*/ 277258 w 1443190"/>
                    <a:gd name="connsiteY65" fmla="*/ 662060 h 1445014"/>
                    <a:gd name="connsiteX66" fmla="*/ 277258 w 1443190"/>
                    <a:gd name="connsiteY66" fmla="*/ 662060 h 1445014"/>
                    <a:gd name="connsiteX67" fmla="*/ 305833 w 1443190"/>
                    <a:gd name="connsiteY67" fmla="*/ 657297 h 1445014"/>
                    <a:gd name="connsiteX68" fmla="*/ 305833 w 1443190"/>
                    <a:gd name="connsiteY68" fmla="*/ 657297 h 1445014"/>
                    <a:gd name="connsiteX69" fmla="*/ 310595 w 1443190"/>
                    <a:gd name="connsiteY69" fmla="*/ 685872 h 1445014"/>
                    <a:gd name="connsiteX70" fmla="*/ 310595 w 1443190"/>
                    <a:gd name="connsiteY70" fmla="*/ 685872 h 1445014"/>
                    <a:gd name="connsiteX71" fmla="*/ 294403 w 1443190"/>
                    <a:gd name="connsiteY71" fmla="*/ 694445 h 1445014"/>
                    <a:gd name="connsiteX72" fmla="*/ 294403 w 1443190"/>
                    <a:gd name="connsiteY72" fmla="*/ 694445 h 1445014"/>
                    <a:gd name="connsiteX73" fmla="*/ 282020 w 1443190"/>
                    <a:gd name="connsiteY73" fmla="*/ 689682 h 1445014"/>
                    <a:gd name="connsiteX74" fmla="*/ 362030 w 1443190"/>
                    <a:gd name="connsiteY74" fmla="*/ 582050 h 1445014"/>
                    <a:gd name="connsiteX75" fmla="*/ 359173 w 1443190"/>
                    <a:gd name="connsiteY75" fmla="*/ 553475 h 1445014"/>
                    <a:gd name="connsiteX76" fmla="*/ 359173 w 1443190"/>
                    <a:gd name="connsiteY76" fmla="*/ 553475 h 1445014"/>
                    <a:gd name="connsiteX77" fmla="*/ 359173 w 1443190"/>
                    <a:gd name="connsiteY77" fmla="*/ 553475 h 1445014"/>
                    <a:gd name="connsiteX78" fmla="*/ 359173 w 1443190"/>
                    <a:gd name="connsiteY78" fmla="*/ 553475 h 1445014"/>
                    <a:gd name="connsiteX79" fmla="*/ 387748 w 1443190"/>
                    <a:gd name="connsiteY79" fmla="*/ 550618 h 1445014"/>
                    <a:gd name="connsiteX80" fmla="*/ 387748 w 1443190"/>
                    <a:gd name="connsiteY80" fmla="*/ 550618 h 1445014"/>
                    <a:gd name="connsiteX81" fmla="*/ 390605 w 1443190"/>
                    <a:gd name="connsiteY81" fmla="*/ 579193 h 1445014"/>
                    <a:gd name="connsiteX82" fmla="*/ 390605 w 1443190"/>
                    <a:gd name="connsiteY82" fmla="*/ 579193 h 1445014"/>
                    <a:gd name="connsiteX83" fmla="*/ 375365 w 1443190"/>
                    <a:gd name="connsiteY83" fmla="*/ 586813 h 1445014"/>
                    <a:gd name="connsiteX84" fmla="*/ 375365 w 1443190"/>
                    <a:gd name="connsiteY84" fmla="*/ 586813 h 1445014"/>
                    <a:gd name="connsiteX85" fmla="*/ 362030 w 1443190"/>
                    <a:gd name="connsiteY85" fmla="*/ 582050 h 1445014"/>
                    <a:gd name="connsiteX86" fmla="*/ 451565 w 1443190"/>
                    <a:gd name="connsiteY86" fmla="*/ 481085 h 1445014"/>
                    <a:gd name="connsiteX87" fmla="*/ 451565 w 1443190"/>
                    <a:gd name="connsiteY87" fmla="*/ 452510 h 1445014"/>
                    <a:gd name="connsiteX88" fmla="*/ 451565 w 1443190"/>
                    <a:gd name="connsiteY88" fmla="*/ 452510 h 1445014"/>
                    <a:gd name="connsiteX89" fmla="*/ 480140 w 1443190"/>
                    <a:gd name="connsiteY89" fmla="*/ 452510 h 1445014"/>
                    <a:gd name="connsiteX90" fmla="*/ 480140 w 1443190"/>
                    <a:gd name="connsiteY90" fmla="*/ 452510 h 1445014"/>
                    <a:gd name="connsiteX91" fmla="*/ 480140 w 1443190"/>
                    <a:gd name="connsiteY91" fmla="*/ 481085 h 1445014"/>
                    <a:gd name="connsiteX92" fmla="*/ 480140 w 1443190"/>
                    <a:gd name="connsiteY92" fmla="*/ 481085 h 1445014"/>
                    <a:gd name="connsiteX93" fmla="*/ 465853 w 1443190"/>
                    <a:gd name="connsiteY93" fmla="*/ 486800 h 1445014"/>
                    <a:gd name="connsiteX94" fmla="*/ 465853 w 1443190"/>
                    <a:gd name="connsiteY94" fmla="*/ 486800 h 1445014"/>
                    <a:gd name="connsiteX95" fmla="*/ 451565 w 1443190"/>
                    <a:gd name="connsiteY95" fmla="*/ 481085 h 1445014"/>
                    <a:gd name="connsiteX96" fmla="*/ 550625 w 1443190"/>
                    <a:gd name="connsiteY96" fmla="*/ 388693 h 1445014"/>
                    <a:gd name="connsiteX97" fmla="*/ 553483 w 1443190"/>
                    <a:gd name="connsiteY97" fmla="*/ 360118 h 1445014"/>
                    <a:gd name="connsiteX98" fmla="*/ 553483 w 1443190"/>
                    <a:gd name="connsiteY98" fmla="*/ 360118 h 1445014"/>
                    <a:gd name="connsiteX99" fmla="*/ 582058 w 1443190"/>
                    <a:gd name="connsiteY99" fmla="*/ 362975 h 1445014"/>
                    <a:gd name="connsiteX100" fmla="*/ 582058 w 1443190"/>
                    <a:gd name="connsiteY100" fmla="*/ 362975 h 1445014"/>
                    <a:gd name="connsiteX101" fmla="*/ 579200 w 1443190"/>
                    <a:gd name="connsiteY101" fmla="*/ 391550 h 1445014"/>
                    <a:gd name="connsiteX102" fmla="*/ 579200 w 1443190"/>
                    <a:gd name="connsiteY102" fmla="*/ 391550 h 1445014"/>
                    <a:gd name="connsiteX103" fmla="*/ 565865 w 1443190"/>
                    <a:gd name="connsiteY103" fmla="*/ 396313 h 1445014"/>
                    <a:gd name="connsiteX104" fmla="*/ 565865 w 1443190"/>
                    <a:gd name="connsiteY104" fmla="*/ 396313 h 1445014"/>
                    <a:gd name="connsiteX105" fmla="*/ 550625 w 1443190"/>
                    <a:gd name="connsiteY105" fmla="*/ 388693 h 1445014"/>
                    <a:gd name="connsiteX106" fmla="*/ 655400 w 1443190"/>
                    <a:gd name="connsiteY106" fmla="*/ 304872 h 1445014"/>
                    <a:gd name="connsiteX107" fmla="*/ 660163 w 1443190"/>
                    <a:gd name="connsiteY107" fmla="*/ 277250 h 1445014"/>
                    <a:gd name="connsiteX108" fmla="*/ 660163 w 1443190"/>
                    <a:gd name="connsiteY108" fmla="*/ 277250 h 1445014"/>
                    <a:gd name="connsiteX109" fmla="*/ 687785 w 1443190"/>
                    <a:gd name="connsiteY109" fmla="*/ 282013 h 1445014"/>
                    <a:gd name="connsiteX110" fmla="*/ 687785 w 1443190"/>
                    <a:gd name="connsiteY110" fmla="*/ 282013 h 1445014"/>
                    <a:gd name="connsiteX111" fmla="*/ 683023 w 1443190"/>
                    <a:gd name="connsiteY111" fmla="*/ 310588 h 1445014"/>
                    <a:gd name="connsiteX112" fmla="*/ 683023 w 1443190"/>
                    <a:gd name="connsiteY112" fmla="*/ 310588 h 1445014"/>
                    <a:gd name="connsiteX113" fmla="*/ 671593 w 1443190"/>
                    <a:gd name="connsiteY113" fmla="*/ 314397 h 1445014"/>
                    <a:gd name="connsiteX114" fmla="*/ 671593 w 1443190"/>
                    <a:gd name="connsiteY114" fmla="*/ 314397 h 1445014"/>
                    <a:gd name="connsiteX115" fmla="*/ 655400 w 1443190"/>
                    <a:gd name="connsiteY115" fmla="*/ 304872 h 1445014"/>
                    <a:gd name="connsiteX116" fmla="*/ 767795 w 1443190"/>
                    <a:gd name="connsiteY116" fmla="*/ 230578 h 1445014"/>
                    <a:gd name="connsiteX117" fmla="*/ 775415 w 1443190"/>
                    <a:gd name="connsiteY117" fmla="*/ 202955 h 1445014"/>
                    <a:gd name="connsiteX118" fmla="*/ 775415 w 1443190"/>
                    <a:gd name="connsiteY118" fmla="*/ 202955 h 1445014"/>
                    <a:gd name="connsiteX119" fmla="*/ 803038 w 1443190"/>
                    <a:gd name="connsiteY119" fmla="*/ 210575 h 1445014"/>
                    <a:gd name="connsiteX120" fmla="*/ 803038 w 1443190"/>
                    <a:gd name="connsiteY120" fmla="*/ 210575 h 1445014"/>
                    <a:gd name="connsiteX121" fmla="*/ 795418 w 1443190"/>
                    <a:gd name="connsiteY121" fmla="*/ 238197 h 1445014"/>
                    <a:gd name="connsiteX122" fmla="*/ 795418 w 1443190"/>
                    <a:gd name="connsiteY122" fmla="*/ 238197 h 1445014"/>
                    <a:gd name="connsiteX123" fmla="*/ 785893 w 1443190"/>
                    <a:gd name="connsiteY123" fmla="*/ 241055 h 1445014"/>
                    <a:gd name="connsiteX124" fmla="*/ 785893 w 1443190"/>
                    <a:gd name="connsiteY124" fmla="*/ 241055 h 1445014"/>
                    <a:gd name="connsiteX125" fmla="*/ 767795 w 1443190"/>
                    <a:gd name="connsiteY125" fmla="*/ 230578 h 1445014"/>
                    <a:gd name="connsiteX126" fmla="*/ 886858 w 1443190"/>
                    <a:gd name="connsiteY126" fmla="*/ 167712 h 1445014"/>
                    <a:gd name="connsiteX127" fmla="*/ 896383 w 1443190"/>
                    <a:gd name="connsiteY127" fmla="*/ 141043 h 1445014"/>
                    <a:gd name="connsiteX128" fmla="*/ 896383 w 1443190"/>
                    <a:gd name="connsiteY128" fmla="*/ 141043 h 1445014"/>
                    <a:gd name="connsiteX129" fmla="*/ 923053 w 1443190"/>
                    <a:gd name="connsiteY129" fmla="*/ 150568 h 1445014"/>
                    <a:gd name="connsiteX130" fmla="*/ 923053 w 1443190"/>
                    <a:gd name="connsiteY130" fmla="*/ 150568 h 1445014"/>
                    <a:gd name="connsiteX131" fmla="*/ 913528 w 1443190"/>
                    <a:gd name="connsiteY131" fmla="*/ 177237 h 1445014"/>
                    <a:gd name="connsiteX132" fmla="*/ 913528 w 1443190"/>
                    <a:gd name="connsiteY132" fmla="*/ 177237 h 1445014"/>
                    <a:gd name="connsiteX133" fmla="*/ 904955 w 1443190"/>
                    <a:gd name="connsiteY133" fmla="*/ 179143 h 1445014"/>
                    <a:gd name="connsiteX134" fmla="*/ 904955 w 1443190"/>
                    <a:gd name="connsiteY134" fmla="*/ 179143 h 1445014"/>
                    <a:gd name="connsiteX135" fmla="*/ 886858 w 1443190"/>
                    <a:gd name="connsiteY135" fmla="*/ 167712 h 1445014"/>
                    <a:gd name="connsiteX136" fmla="*/ 1010683 w 1443190"/>
                    <a:gd name="connsiteY136" fmla="*/ 113420 h 1445014"/>
                    <a:gd name="connsiteX137" fmla="*/ 1022113 w 1443190"/>
                    <a:gd name="connsiteY137" fmla="*/ 87703 h 1445014"/>
                    <a:gd name="connsiteX138" fmla="*/ 1022113 w 1443190"/>
                    <a:gd name="connsiteY138" fmla="*/ 87703 h 1445014"/>
                    <a:gd name="connsiteX139" fmla="*/ 1047830 w 1443190"/>
                    <a:gd name="connsiteY139" fmla="*/ 100085 h 1445014"/>
                    <a:gd name="connsiteX140" fmla="*/ 1047830 w 1443190"/>
                    <a:gd name="connsiteY140" fmla="*/ 100085 h 1445014"/>
                    <a:gd name="connsiteX141" fmla="*/ 1036400 w 1443190"/>
                    <a:gd name="connsiteY141" fmla="*/ 125803 h 1445014"/>
                    <a:gd name="connsiteX142" fmla="*/ 1036400 w 1443190"/>
                    <a:gd name="connsiteY142" fmla="*/ 125803 h 1445014"/>
                    <a:gd name="connsiteX143" fmla="*/ 1029733 w 1443190"/>
                    <a:gd name="connsiteY143" fmla="*/ 126755 h 1445014"/>
                    <a:gd name="connsiteX144" fmla="*/ 1029733 w 1443190"/>
                    <a:gd name="connsiteY144" fmla="*/ 126755 h 1445014"/>
                    <a:gd name="connsiteX145" fmla="*/ 1010683 w 1443190"/>
                    <a:gd name="connsiteY145" fmla="*/ 113420 h 1445014"/>
                    <a:gd name="connsiteX146" fmla="*/ 1138318 w 1443190"/>
                    <a:gd name="connsiteY146" fmla="*/ 71510 h 1445014"/>
                    <a:gd name="connsiteX147" fmla="*/ 1152605 w 1443190"/>
                    <a:gd name="connsiteY147" fmla="*/ 46745 h 1445014"/>
                    <a:gd name="connsiteX148" fmla="*/ 1152605 w 1443190"/>
                    <a:gd name="connsiteY148" fmla="*/ 46745 h 1445014"/>
                    <a:gd name="connsiteX149" fmla="*/ 1177370 w 1443190"/>
                    <a:gd name="connsiteY149" fmla="*/ 61032 h 1445014"/>
                    <a:gd name="connsiteX150" fmla="*/ 1177370 w 1443190"/>
                    <a:gd name="connsiteY150" fmla="*/ 61032 h 1445014"/>
                    <a:gd name="connsiteX151" fmla="*/ 1163083 w 1443190"/>
                    <a:gd name="connsiteY151" fmla="*/ 85797 h 1445014"/>
                    <a:gd name="connsiteX152" fmla="*/ 1163083 w 1443190"/>
                    <a:gd name="connsiteY152" fmla="*/ 85797 h 1445014"/>
                    <a:gd name="connsiteX153" fmla="*/ 1157368 w 1443190"/>
                    <a:gd name="connsiteY153" fmla="*/ 86750 h 1445014"/>
                    <a:gd name="connsiteX154" fmla="*/ 1157368 w 1443190"/>
                    <a:gd name="connsiteY154" fmla="*/ 86750 h 1445014"/>
                    <a:gd name="connsiteX155" fmla="*/ 1138318 w 1443190"/>
                    <a:gd name="connsiteY155" fmla="*/ 71510 h 1445014"/>
                    <a:gd name="connsiteX156" fmla="*/ 1269763 w 1443190"/>
                    <a:gd name="connsiteY156" fmla="*/ 41030 h 1445014"/>
                    <a:gd name="connsiteX157" fmla="*/ 1285955 w 1443190"/>
                    <a:gd name="connsiteY157" fmla="*/ 17218 h 1445014"/>
                    <a:gd name="connsiteX158" fmla="*/ 1285955 w 1443190"/>
                    <a:gd name="connsiteY158" fmla="*/ 17218 h 1445014"/>
                    <a:gd name="connsiteX159" fmla="*/ 1309768 w 1443190"/>
                    <a:gd name="connsiteY159" fmla="*/ 33410 h 1445014"/>
                    <a:gd name="connsiteX160" fmla="*/ 1309768 w 1443190"/>
                    <a:gd name="connsiteY160" fmla="*/ 33410 h 1445014"/>
                    <a:gd name="connsiteX161" fmla="*/ 1293575 w 1443190"/>
                    <a:gd name="connsiteY161" fmla="*/ 57222 h 1445014"/>
                    <a:gd name="connsiteX162" fmla="*/ 1293575 w 1443190"/>
                    <a:gd name="connsiteY162" fmla="*/ 57222 h 1445014"/>
                    <a:gd name="connsiteX163" fmla="*/ 1289765 w 1443190"/>
                    <a:gd name="connsiteY163" fmla="*/ 57222 h 1445014"/>
                    <a:gd name="connsiteX164" fmla="*/ 1289765 w 1443190"/>
                    <a:gd name="connsiteY164" fmla="*/ 57222 h 1445014"/>
                    <a:gd name="connsiteX165" fmla="*/ 1269763 w 1443190"/>
                    <a:gd name="connsiteY165" fmla="*/ 41030 h 1445014"/>
                    <a:gd name="connsiteX166" fmla="*/ 1403113 w 1443190"/>
                    <a:gd name="connsiteY166" fmla="*/ 21980 h 1445014"/>
                    <a:gd name="connsiteX167" fmla="*/ 1421210 w 1443190"/>
                    <a:gd name="connsiteY167" fmla="*/ 72 h 1445014"/>
                    <a:gd name="connsiteX168" fmla="*/ 1421210 w 1443190"/>
                    <a:gd name="connsiteY168" fmla="*/ 72 h 1445014"/>
                    <a:gd name="connsiteX169" fmla="*/ 1443118 w 1443190"/>
                    <a:gd name="connsiteY169" fmla="*/ 18170 h 1445014"/>
                    <a:gd name="connsiteX170" fmla="*/ 1443118 w 1443190"/>
                    <a:gd name="connsiteY170" fmla="*/ 18170 h 1445014"/>
                    <a:gd name="connsiteX171" fmla="*/ 1425020 w 1443190"/>
                    <a:gd name="connsiteY171" fmla="*/ 40078 h 1445014"/>
                    <a:gd name="connsiteX172" fmla="*/ 1425020 w 1443190"/>
                    <a:gd name="connsiteY172" fmla="*/ 40078 h 1445014"/>
                    <a:gd name="connsiteX173" fmla="*/ 1423115 w 1443190"/>
                    <a:gd name="connsiteY173" fmla="*/ 40078 h 1445014"/>
                    <a:gd name="connsiteX174" fmla="*/ 1423115 w 1443190"/>
                    <a:gd name="connsiteY174" fmla="*/ 40078 h 1445014"/>
                    <a:gd name="connsiteX175" fmla="*/ 1403113 w 1443190"/>
                    <a:gd name="connsiteY175" fmla="*/ 21980 h 1445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1443190" h="1445014">
                      <a:moveTo>
                        <a:pt x="18178" y="1444063"/>
                      </a:moveTo>
                      <a:cubicBezTo>
                        <a:pt x="6748" y="1443110"/>
                        <a:pt x="-872" y="1433585"/>
                        <a:pt x="80" y="1422155"/>
                      </a:cubicBezTo>
                      <a:lnTo>
                        <a:pt x="80" y="1422155"/>
                      </a:lnTo>
                      <a:lnTo>
                        <a:pt x="80" y="1422155"/>
                      </a:lnTo>
                      <a:lnTo>
                        <a:pt x="80" y="1422155"/>
                      </a:lnTo>
                      <a:cubicBezTo>
                        <a:pt x="1033" y="1410725"/>
                        <a:pt x="10558" y="1403105"/>
                        <a:pt x="21988" y="1404057"/>
                      </a:cubicBezTo>
                      <a:lnTo>
                        <a:pt x="21988" y="1404057"/>
                      </a:lnTo>
                      <a:cubicBezTo>
                        <a:pt x="33418" y="1405010"/>
                        <a:pt x="41038" y="1414535"/>
                        <a:pt x="40085" y="1425965"/>
                      </a:cubicBezTo>
                      <a:lnTo>
                        <a:pt x="40085" y="1425965"/>
                      </a:lnTo>
                      <a:cubicBezTo>
                        <a:pt x="39133" y="1436443"/>
                        <a:pt x="30560" y="1445015"/>
                        <a:pt x="20083" y="1445015"/>
                      </a:cubicBezTo>
                      <a:lnTo>
                        <a:pt x="20083" y="1445015"/>
                      </a:lnTo>
                      <a:cubicBezTo>
                        <a:pt x="20083" y="1444063"/>
                        <a:pt x="19130" y="1444063"/>
                        <a:pt x="18178" y="1444063"/>
                      </a:cubicBezTo>
                      <a:close/>
                      <a:moveTo>
                        <a:pt x="34370" y="1309760"/>
                      </a:moveTo>
                      <a:cubicBezTo>
                        <a:pt x="22940" y="1307855"/>
                        <a:pt x="16273" y="1297377"/>
                        <a:pt x="18178" y="1285948"/>
                      </a:cubicBezTo>
                      <a:lnTo>
                        <a:pt x="18178" y="1285948"/>
                      </a:lnTo>
                      <a:cubicBezTo>
                        <a:pt x="20083" y="1275470"/>
                        <a:pt x="30560" y="1267850"/>
                        <a:pt x="41990" y="1269755"/>
                      </a:cubicBezTo>
                      <a:lnTo>
                        <a:pt x="41990" y="1269755"/>
                      </a:lnTo>
                      <a:cubicBezTo>
                        <a:pt x="53420" y="1271660"/>
                        <a:pt x="60088" y="1282138"/>
                        <a:pt x="58183" y="1293568"/>
                      </a:cubicBezTo>
                      <a:lnTo>
                        <a:pt x="58183" y="1293568"/>
                      </a:lnTo>
                      <a:cubicBezTo>
                        <a:pt x="56278" y="1303093"/>
                        <a:pt x="47705" y="1310713"/>
                        <a:pt x="38180" y="1310713"/>
                      </a:cubicBezTo>
                      <a:lnTo>
                        <a:pt x="38180" y="1310713"/>
                      </a:lnTo>
                      <a:cubicBezTo>
                        <a:pt x="36275" y="1310713"/>
                        <a:pt x="35323" y="1310713"/>
                        <a:pt x="34370" y="1309760"/>
                      </a:cubicBezTo>
                      <a:close/>
                      <a:moveTo>
                        <a:pt x="61040" y="1178315"/>
                      </a:moveTo>
                      <a:cubicBezTo>
                        <a:pt x="50563" y="1175457"/>
                        <a:pt x="43895" y="1164027"/>
                        <a:pt x="46753" y="1153550"/>
                      </a:cubicBezTo>
                      <a:lnTo>
                        <a:pt x="46753" y="1153550"/>
                      </a:lnTo>
                      <a:cubicBezTo>
                        <a:pt x="49610" y="1143073"/>
                        <a:pt x="61040" y="1136405"/>
                        <a:pt x="71518" y="1139263"/>
                      </a:cubicBezTo>
                      <a:lnTo>
                        <a:pt x="71518" y="1139263"/>
                      </a:lnTo>
                      <a:cubicBezTo>
                        <a:pt x="81995" y="1142120"/>
                        <a:pt x="88663" y="1153550"/>
                        <a:pt x="85805" y="1164027"/>
                      </a:cubicBezTo>
                      <a:lnTo>
                        <a:pt x="85805" y="1164027"/>
                      </a:lnTo>
                      <a:cubicBezTo>
                        <a:pt x="82948" y="1172600"/>
                        <a:pt x="75328" y="1179268"/>
                        <a:pt x="66755" y="1179268"/>
                      </a:cubicBezTo>
                      <a:lnTo>
                        <a:pt x="66755" y="1179268"/>
                      </a:lnTo>
                      <a:cubicBezTo>
                        <a:pt x="64850" y="1178315"/>
                        <a:pt x="62945" y="1178315"/>
                        <a:pt x="61040" y="1178315"/>
                      </a:cubicBezTo>
                      <a:close/>
                      <a:moveTo>
                        <a:pt x="100093" y="1048775"/>
                      </a:moveTo>
                      <a:cubicBezTo>
                        <a:pt x="89615" y="1044965"/>
                        <a:pt x="83900" y="1033535"/>
                        <a:pt x="87710" y="1023057"/>
                      </a:cubicBezTo>
                      <a:lnTo>
                        <a:pt x="87710" y="1023057"/>
                      </a:lnTo>
                      <a:lnTo>
                        <a:pt x="87710" y="1023057"/>
                      </a:lnTo>
                      <a:lnTo>
                        <a:pt x="87710" y="1023057"/>
                      </a:lnTo>
                      <a:cubicBezTo>
                        <a:pt x="91520" y="1012580"/>
                        <a:pt x="102950" y="1006865"/>
                        <a:pt x="113428" y="1010675"/>
                      </a:cubicBezTo>
                      <a:lnTo>
                        <a:pt x="113428" y="1010675"/>
                      </a:lnTo>
                      <a:cubicBezTo>
                        <a:pt x="123905" y="1014485"/>
                        <a:pt x="129620" y="1025915"/>
                        <a:pt x="124858" y="1037345"/>
                      </a:cubicBezTo>
                      <a:lnTo>
                        <a:pt x="124858" y="1037345"/>
                      </a:lnTo>
                      <a:cubicBezTo>
                        <a:pt x="122000" y="1045918"/>
                        <a:pt x="114380" y="1050680"/>
                        <a:pt x="105808" y="1050680"/>
                      </a:cubicBezTo>
                      <a:lnTo>
                        <a:pt x="105808" y="1050680"/>
                      </a:lnTo>
                      <a:cubicBezTo>
                        <a:pt x="104855" y="1050680"/>
                        <a:pt x="101998" y="1049728"/>
                        <a:pt x="100093" y="1048775"/>
                      </a:cubicBezTo>
                      <a:close/>
                      <a:moveTo>
                        <a:pt x="149623" y="923997"/>
                      </a:moveTo>
                      <a:cubicBezTo>
                        <a:pt x="140098" y="919235"/>
                        <a:pt x="135335" y="906853"/>
                        <a:pt x="140098" y="897328"/>
                      </a:cubicBezTo>
                      <a:lnTo>
                        <a:pt x="140098" y="897328"/>
                      </a:lnTo>
                      <a:cubicBezTo>
                        <a:pt x="144860" y="886850"/>
                        <a:pt x="157243" y="883040"/>
                        <a:pt x="166768" y="886850"/>
                      </a:cubicBezTo>
                      <a:lnTo>
                        <a:pt x="166768" y="886850"/>
                      </a:lnTo>
                      <a:cubicBezTo>
                        <a:pt x="177245" y="891613"/>
                        <a:pt x="181055" y="903995"/>
                        <a:pt x="176293" y="913520"/>
                      </a:cubicBezTo>
                      <a:lnTo>
                        <a:pt x="176293" y="913520"/>
                      </a:lnTo>
                      <a:cubicBezTo>
                        <a:pt x="172483" y="921140"/>
                        <a:pt x="165815" y="924950"/>
                        <a:pt x="158195" y="924950"/>
                      </a:cubicBezTo>
                      <a:lnTo>
                        <a:pt x="158195" y="924950"/>
                      </a:lnTo>
                      <a:cubicBezTo>
                        <a:pt x="155338" y="925903"/>
                        <a:pt x="152480" y="925903"/>
                        <a:pt x="149623" y="923997"/>
                      </a:cubicBezTo>
                      <a:close/>
                      <a:moveTo>
                        <a:pt x="210583" y="803982"/>
                      </a:moveTo>
                      <a:cubicBezTo>
                        <a:pt x="201058" y="798268"/>
                        <a:pt x="197248" y="785885"/>
                        <a:pt x="202963" y="776360"/>
                      </a:cubicBezTo>
                      <a:lnTo>
                        <a:pt x="202963" y="776360"/>
                      </a:lnTo>
                      <a:cubicBezTo>
                        <a:pt x="208678" y="766835"/>
                        <a:pt x="221060" y="763025"/>
                        <a:pt x="230585" y="768740"/>
                      </a:cubicBezTo>
                      <a:lnTo>
                        <a:pt x="230585" y="768740"/>
                      </a:lnTo>
                      <a:cubicBezTo>
                        <a:pt x="240110" y="774455"/>
                        <a:pt x="243920" y="786838"/>
                        <a:pt x="238205" y="796363"/>
                      </a:cubicBezTo>
                      <a:lnTo>
                        <a:pt x="238205" y="796363"/>
                      </a:lnTo>
                      <a:cubicBezTo>
                        <a:pt x="234395" y="803030"/>
                        <a:pt x="227728" y="806840"/>
                        <a:pt x="221060" y="806840"/>
                      </a:cubicBezTo>
                      <a:lnTo>
                        <a:pt x="221060" y="806840"/>
                      </a:lnTo>
                      <a:cubicBezTo>
                        <a:pt x="217250" y="806840"/>
                        <a:pt x="214393" y="805888"/>
                        <a:pt x="210583" y="803982"/>
                      </a:cubicBezTo>
                      <a:close/>
                      <a:moveTo>
                        <a:pt x="282020" y="689682"/>
                      </a:moveTo>
                      <a:cubicBezTo>
                        <a:pt x="272495" y="683015"/>
                        <a:pt x="270590" y="670632"/>
                        <a:pt x="277258" y="662060"/>
                      </a:cubicBezTo>
                      <a:lnTo>
                        <a:pt x="277258" y="662060"/>
                      </a:lnTo>
                      <a:cubicBezTo>
                        <a:pt x="283925" y="652535"/>
                        <a:pt x="296308" y="650630"/>
                        <a:pt x="305833" y="657297"/>
                      </a:cubicBezTo>
                      <a:lnTo>
                        <a:pt x="305833" y="657297"/>
                      </a:lnTo>
                      <a:cubicBezTo>
                        <a:pt x="315358" y="663965"/>
                        <a:pt x="317263" y="676347"/>
                        <a:pt x="310595" y="685872"/>
                      </a:cubicBezTo>
                      <a:lnTo>
                        <a:pt x="310595" y="685872"/>
                      </a:lnTo>
                      <a:cubicBezTo>
                        <a:pt x="306785" y="691588"/>
                        <a:pt x="300118" y="694445"/>
                        <a:pt x="294403" y="694445"/>
                      </a:cubicBezTo>
                      <a:lnTo>
                        <a:pt x="294403" y="694445"/>
                      </a:lnTo>
                      <a:cubicBezTo>
                        <a:pt x="289640" y="693493"/>
                        <a:pt x="284878" y="691588"/>
                        <a:pt x="282020" y="689682"/>
                      </a:cubicBezTo>
                      <a:close/>
                      <a:moveTo>
                        <a:pt x="362030" y="582050"/>
                      </a:moveTo>
                      <a:cubicBezTo>
                        <a:pt x="353458" y="574430"/>
                        <a:pt x="352505" y="562047"/>
                        <a:pt x="359173" y="553475"/>
                      </a:cubicBezTo>
                      <a:lnTo>
                        <a:pt x="359173" y="553475"/>
                      </a:lnTo>
                      <a:lnTo>
                        <a:pt x="359173" y="553475"/>
                      </a:lnTo>
                      <a:lnTo>
                        <a:pt x="359173" y="553475"/>
                      </a:lnTo>
                      <a:cubicBezTo>
                        <a:pt x="366793" y="544903"/>
                        <a:pt x="379175" y="543950"/>
                        <a:pt x="387748" y="550618"/>
                      </a:cubicBezTo>
                      <a:lnTo>
                        <a:pt x="387748" y="550618"/>
                      </a:lnTo>
                      <a:cubicBezTo>
                        <a:pt x="396320" y="558238"/>
                        <a:pt x="397273" y="570620"/>
                        <a:pt x="390605" y="579193"/>
                      </a:cubicBezTo>
                      <a:lnTo>
                        <a:pt x="390605" y="579193"/>
                      </a:lnTo>
                      <a:cubicBezTo>
                        <a:pt x="386795" y="583955"/>
                        <a:pt x="381080" y="586813"/>
                        <a:pt x="375365" y="586813"/>
                      </a:cubicBezTo>
                      <a:lnTo>
                        <a:pt x="375365" y="586813"/>
                      </a:lnTo>
                      <a:cubicBezTo>
                        <a:pt x="370603" y="585860"/>
                        <a:pt x="365840" y="584907"/>
                        <a:pt x="362030" y="582050"/>
                      </a:cubicBezTo>
                      <a:close/>
                      <a:moveTo>
                        <a:pt x="451565" y="481085"/>
                      </a:moveTo>
                      <a:cubicBezTo>
                        <a:pt x="443945" y="473465"/>
                        <a:pt x="443945" y="460130"/>
                        <a:pt x="451565" y="452510"/>
                      </a:cubicBezTo>
                      <a:lnTo>
                        <a:pt x="451565" y="452510"/>
                      </a:lnTo>
                      <a:cubicBezTo>
                        <a:pt x="459185" y="444890"/>
                        <a:pt x="472520" y="444890"/>
                        <a:pt x="480140" y="452510"/>
                      </a:cubicBezTo>
                      <a:lnTo>
                        <a:pt x="480140" y="452510"/>
                      </a:lnTo>
                      <a:cubicBezTo>
                        <a:pt x="488713" y="460130"/>
                        <a:pt x="488713" y="473465"/>
                        <a:pt x="480140" y="481085"/>
                      </a:cubicBezTo>
                      <a:lnTo>
                        <a:pt x="480140" y="481085"/>
                      </a:lnTo>
                      <a:cubicBezTo>
                        <a:pt x="476330" y="484895"/>
                        <a:pt x="471568" y="486800"/>
                        <a:pt x="465853" y="486800"/>
                      </a:cubicBezTo>
                      <a:lnTo>
                        <a:pt x="465853" y="486800"/>
                      </a:lnTo>
                      <a:cubicBezTo>
                        <a:pt x="461090" y="486800"/>
                        <a:pt x="456328" y="484895"/>
                        <a:pt x="451565" y="481085"/>
                      </a:cubicBezTo>
                      <a:close/>
                      <a:moveTo>
                        <a:pt x="550625" y="388693"/>
                      </a:moveTo>
                      <a:cubicBezTo>
                        <a:pt x="543005" y="380120"/>
                        <a:pt x="543958" y="366785"/>
                        <a:pt x="553483" y="360118"/>
                      </a:cubicBezTo>
                      <a:lnTo>
                        <a:pt x="553483" y="360118"/>
                      </a:lnTo>
                      <a:cubicBezTo>
                        <a:pt x="562055" y="352497"/>
                        <a:pt x="574438" y="353450"/>
                        <a:pt x="582058" y="362975"/>
                      </a:cubicBezTo>
                      <a:lnTo>
                        <a:pt x="582058" y="362975"/>
                      </a:lnTo>
                      <a:cubicBezTo>
                        <a:pt x="588725" y="371547"/>
                        <a:pt x="587773" y="383930"/>
                        <a:pt x="579200" y="391550"/>
                      </a:cubicBezTo>
                      <a:lnTo>
                        <a:pt x="579200" y="391550"/>
                      </a:lnTo>
                      <a:cubicBezTo>
                        <a:pt x="575390" y="394407"/>
                        <a:pt x="570628" y="396313"/>
                        <a:pt x="565865" y="396313"/>
                      </a:cubicBezTo>
                      <a:lnTo>
                        <a:pt x="565865" y="396313"/>
                      </a:lnTo>
                      <a:cubicBezTo>
                        <a:pt x="560150" y="395360"/>
                        <a:pt x="554435" y="393455"/>
                        <a:pt x="550625" y="388693"/>
                      </a:cubicBezTo>
                      <a:close/>
                      <a:moveTo>
                        <a:pt x="655400" y="304872"/>
                      </a:moveTo>
                      <a:cubicBezTo>
                        <a:pt x="648733" y="295347"/>
                        <a:pt x="650638" y="282965"/>
                        <a:pt x="660163" y="277250"/>
                      </a:cubicBezTo>
                      <a:lnTo>
                        <a:pt x="660163" y="277250"/>
                      </a:lnTo>
                      <a:cubicBezTo>
                        <a:pt x="669688" y="270582"/>
                        <a:pt x="682070" y="272488"/>
                        <a:pt x="687785" y="282013"/>
                      </a:cubicBezTo>
                      <a:lnTo>
                        <a:pt x="687785" y="282013"/>
                      </a:lnTo>
                      <a:cubicBezTo>
                        <a:pt x="694453" y="291538"/>
                        <a:pt x="692548" y="303920"/>
                        <a:pt x="683023" y="310588"/>
                      </a:cubicBezTo>
                      <a:lnTo>
                        <a:pt x="683023" y="310588"/>
                      </a:lnTo>
                      <a:cubicBezTo>
                        <a:pt x="679213" y="313445"/>
                        <a:pt x="675403" y="314397"/>
                        <a:pt x="671593" y="314397"/>
                      </a:cubicBezTo>
                      <a:lnTo>
                        <a:pt x="671593" y="314397"/>
                      </a:lnTo>
                      <a:cubicBezTo>
                        <a:pt x="665878" y="313445"/>
                        <a:pt x="659210" y="310588"/>
                        <a:pt x="655400" y="304872"/>
                      </a:cubicBezTo>
                      <a:close/>
                      <a:moveTo>
                        <a:pt x="767795" y="230578"/>
                      </a:moveTo>
                      <a:cubicBezTo>
                        <a:pt x="762080" y="221053"/>
                        <a:pt x="765890" y="208670"/>
                        <a:pt x="775415" y="202955"/>
                      </a:cubicBezTo>
                      <a:lnTo>
                        <a:pt x="775415" y="202955"/>
                      </a:lnTo>
                      <a:cubicBezTo>
                        <a:pt x="784940" y="197240"/>
                        <a:pt x="797323" y="200097"/>
                        <a:pt x="803038" y="210575"/>
                      </a:cubicBezTo>
                      <a:lnTo>
                        <a:pt x="803038" y="210575"/>
                      </a:lnTo>
                      <a:cubicBezTo>
                        <a:pt x="808753" y="220100"/>
                        <a:pt x="805895" y="232482"/>
                        <a:pt x="795418" y="238197"/>
                      </a:cubicBezTo>
                      <a:lnTo>
                        <a:pt x="795418" y="238197"/>
                      </a:lnTo>
                      <a:cubicBezTo>
                        <a:pt x="792560" y="240103"/>
                        <a:pt x="788750" y="241055"/>
                        <a:pt x="785893" y="241055"/>
                      </a:cubicBezTo>
                      <a:lnTo>
                        <a:pt x="785893" y="241055"/>
                      </a:lnTo>
                      <a:cubicBezTo>
                        <a:pt x="779225" y="241055"/>
                        <a:pt x="771605" y="237245"/>
                        <a:pt x="767795" y="230578"/>
                      </a:cubicBezTo>
                      <a:close/>
                      <a:moveTo>
                        <a:pt x="886858" y="167712"/>
                      </a:moveTo>
                      <a:cubicBezTo>
                        <a:pt x="882095" y="157235"/>
                        <a:pt x="885905" y="144853"/>
                        <a:pt x="896383" y="141043"/>
                      </a:cubicBezTo>
                      <a:lnTo>
                        <a:pt x="896383" y="141043"/>
                      </a:lnTo>
                      <a:cubicBezTo>
                        <a:pt x="905908" y="136280"/>
                        <a:pt x="918290" y="140090"/>
                        <a:pt x="923053" y="150568"/>
                      </a:cubicBezTo>
                      <a:lnTo>
                        <a:pt x="923053" y="150568"/>
                      </a:lnTo>
                      <a:cubicBezTo>
                        <a:pt x="927815" y="161045"/>
                        <a:pt x="923053" y="172475"/>
                        <a:pt x="913528" y="177237"/>
                      </a:cubicBezTo>
                      <a:lnTo>
                        <a:pt x="913528" y="177237"/>
                      </a:lnTo>
                      <a:cubicBezTo>
                        <a:pt x="910670" y="178190"/>
                        <a:pt x="907813" y="179143"/>
                        <a:pt x="904955" y="179143"/>
                      </a:cubicBezTo>
                      <a:lnTo>
                        <a:pt x="904955" y="179143"/>
                      </a:lnTo>
                      <a:cubicBezTo>
                        <a:pt x="897335" y="179143"/>
                        <a:pt x="890668" y="174380"/>
                        <a:pt x="886858" y="167712"/>
                      </a:cubicBezTo>
                      <a:close/>
                      <a:moveTo>
                        <a:pt x="1010683" y="113420"/>
                      </a:moveTo>
                      <a:cubicBezTo>
                        <a:pt x="1006873" y="102943"/>
                        <a:pt x="1011635" y="91512"/>
                        <a:pt x="1022113" y="87703"/>
                      </a:cubicBezTo>
                      <a:lnTo>
                        <a:pt x="1022113" y="87703"/>
                      </a:lnTo>
                      <a:cubicBezTo>
                        <a:pt x="1032590" y="83893"/>
                        <a:pt x="1044020" y="89607"/>
                        <a:pt x="1047830" y="100085"/>
                      </a:cubicBezTo>
                      <a:lnTo>
                        <a:pt x="1047830" y="100085"/>
                      </a:lnTo>
                      <a:cubicBezTo>
                        <a:pt x="1051640" y="110562"/>
                        <a:pt x="1045925" y="121993"/>
                        <a:pt x="1036400" y="125803"/>
                      </a:cubicBezTo>
                      <a:lnTo>
                        <a:pt x="1036400" y="125803"/>
                      </a:lnTo>
                      <a:cubicBezTo>
                        <a:pt x="1033543" y="126755"/>
                        <a:pt x="1031638" y="126755"/>
                        <a:pt x="1029733" y="126755"/>
                      </a:cubicBezTo>
                      <a:lnTo>
                        <a:pt x="1029733" y="126755"/>
                      </a:lnTo>
                      <a:cubicBezTo>
                        <a:pt x="1021160" y="127707"/>
                        <a:pt x="1013540" y="121993"/>
                        <a:pt x="1010683" y="113420"/>
                      </a:cubicBezTo>
                      <a:close/>
                      <a:moveTo>
                        <a:pt x="1138318" y="71510"/>
                      </a:moveTo>
                      <a:cubicBezTo>
                        <a:pt x="1135460" y="61032"/>
                        <a:pt x="1142128" y="49603"/>
                        <a:pt x="1152605" y="46745"/>
                      </a:cubicBezTo>
                      <a:lnTo>
                        <a:pt x="1152605" y="46745"/>
                      </a:lnTo>
                      <a:cubicBezTo>
                        <a:pt x="1163083" y="43887"/>
                        <a:pt x="1174513" y="50555"/>
                        <a:pt x="1177370" y="61032"/>
                      </a:cubicBezTo>
                      <a:lnTo>
                        <a:pt x="1177370" y="61032"/>
                      </a:lnTo>
                      <a:cubicBezTo>
                        <a:pt x="1180228" y="71510"/>
                        <a:pt x="1173560" y="82940"/>
                        <a:pt x="1163083" y="85797"/>
                      </a:cubicBezTo>
                      <a:lnTo>
                        <a:pt x="1163083" y="85797"/>
                      </a:lnTo>
                      <a:cubicBezTo>
                        <a:pt x="1161178" y="86750"/>
                        <a:pt x="1159273" y="86750"/>
                        <a:pt x="1157368" y="86750"/>
                      </a:cubicBezTo>
                      <a:lnTo>
                        <a:pt x="1157368" y="86750"/>
                      </a:lnTo>
                      <a:cubicBezTo>
                        <a:pt x="1148795" y="86750"/>
                        <a:pt x="1141175" y="81035"/>
                        <a:pt x="1138318" y="71510"/>
                      </a:cubicBezTo>
                      <a:close/>
                      <a:moveTo>
                        <a:pt x="1269763" y="41030"/>
                      </a:moveTo>
                      <a:cubicBezTo>
                        <a:pt x="1267858" y="29600"/>
                        <a:pt x="1275478" y="19122"/>
                        <a:pt x="1285955" y="17218"/>
                      </a:cubicBezTo>
                      <a:lnTo>
                        <a:pt x="1285955" y="17218"/>
                      </a:lnTo>
                      <a:cubicBezTo>
                        <a:pt x="1297385" y="15312"/>
                        <a:pt x="1307863" y="22932"/>
                        <a:pt x="1309768" y="33410"/>
                      </a:cubicBezTo>
                      <a:lnTo>
                        <a:pt x="1309768" y="33410"/>
                      </a:lnTo>
                      <a:cubicBezTo>
                        <a:pt x="1311673" y="44840"/>
                        <a:pt x="1304053" y="55318"/>
                        <a:pt x="1293575" y="57222"/>
                      </a:cubicBezTo>
                      <a:lnTo>
                        <a:pt x="1293575" y="57222"/>
                      </a:lnTo>
                      <a:cubicBezTo>
                        <a:pt x="1292623" y="57222"/>
                        <a:pt x="1290718" y="57222"/>
                        <a:pt x="1289765" y="57222"/>
                      </a:cubicBezTo>
                      <a:lnTo>
                        <a:pt x="1289765" y="57222"/>
                      </a:lnTo>
                      <a:cubicBezTo>
                        <a:pt x="1279288" y="57222"/>
                        <a:pt x="1271668" y="50555"/>
                        <a:pt x="1269763" y="41030"/>
                      </a:cubicBezTo>
                      <a:close/>
                      <a:moveTo>
                        <a:pt x="1403113" y="21980"/>
                      </a:moveTo>
                      <a:cubicBezTo>
                        <a:pt x="1402160" y="10550"/>
                        <a:pt x="1410733" y="1025"/>
                        <a:pt x="1421210" y="72"/>
                      </a:cubicBezTo>
                      <a:lnTo>
                        <a:pt x="1421210" y="72"/>
                      </a:lnTo>
                      <a:cubicBezTo>
                        <a:pt x="1432640" y="-880"/>
                        <a:pt x="1442165" y="7693"/>
                        <a:pt x="1443118" y="18170"/>
                      </a:cubicBezTo>
                      <a:lnTo>
                        <a:pt x="1443118" y="18170"/>
                      </a:lnTo>
                      <a:cubicBezTo>
                        <a:pt x="1444070" y="29600"/>
                        <a:pt x="1435498" y="39125"/>
                        <a:pt x="1425020" y="40078"/>
                      </a:cubicBezTo>
                      <a:lnTo>
                        <a:pt x="1425020" y="40078"/>
                      </a:lnTo>
                      <a:cubicBezTo>
                        <a:pt x="1424068" y="40078"/>
                        <a:pt x="1424068" y="40078"/>
                        <a:pt x="1423115" y="40078"/>
                      </a:cubicBezTo>
                      <a:lnTo>
                        <a:pt x="1423115" y="40078"/>
                      </a:lnTo>
                      <a:cubicBezTo>
                        <a:pt x="1412638" y="40078"/>
                        <a:pt x="1404065" y="31505"/>
                        <a:pt x="1403113" y="21980"/>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25" name="Freeform 475">
                  <a:extLst>
                    <a:ext uri="{FF2B5EF4-FFF2-40B4-BE49-F238E27FC236}">
                      <a16:creationId xmlns:a16="http://schemas.microsoft.com/office/drawing/2014/main" id="{D92E0216-ECEA-7D41-9421-DC373FE42E20}"/>
                    </a:ext>
                  </a:extLst>
                </p:cNvPr>
                <p:cNvSpPr/>
                <p:nvPr/>
              </p:nvSpPr>
              <p:spPr>
                <a:xfrm>
                  <a:off x="7382509" y="5446395"/>
                  <a:ext cx="40005" cy="40004"/>
                </a:xfrm>
                <a:custGeom>
                  <a:avLst/>
                  <a:gdLst>
                    <a:gd name="connsiteX0" fmla="*/ 20003 w 40005"/>
                    <a:gd name="connsiteY0" fmla="*/ 40005 h 40004"/>
                    <a:gd name="connsiteX1" fmla="*/ 5715 w 40005"/>
                    <a:gd name="connsiteY1" fmla="*/ 34290 h 40004"/>
                    <a:gd name="connsiteX2" fmla="*/ 0 w 40005"/>
                    <a:gd name="connsiteY2" fmla="*/ 20002 h 40004"/>
                    <a:gd name="connsiteX3" fmla="*/ 5715 w 40005"/>
                    <a:gd name="connsiteY3" fmla="*/ 5715 h 40004"/>
                    <a:gd name="connsiteX4" fmla="*/ 34290 w 40005"/>
                    <a:gd name="connsiteY4" fmla="*/ 5715 h 40004"/>
                    <a:gd name="connsiteX5" fmla="*/ 40005 w 40005"/>
                    <a:gd name="connsiteY5" fmla="*/ 20002 h 40004"/>
                    <a:gd name="connsiteX6" fmla="*/ 34290 w 40005"/>
                    <a:gd name="connsiteY6" fmla="*/ 34290 h 40004"/>
                    <a:gd name="connsiteX7" fmla="*/ 20003 w 40005"/>
                    <a:gd name="connsiteY7" fmla="*/ 40005 h 4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005" h="40004">
                      <a:moveTo>
                        <a:pt x="20003" y="40005"/>
                      </a:moveTo>
                      <a:cubicBezTo>
                        <a:pt x="15240" y="40005"/>
                        <a:pt x="9525" y="38100"/>
                        <a:pt x="5715" y="34290"/>
                      </a:cubicBezTo>
                      <a:cubicBezTo>
                        <a:pt x="1905" y="30480"/>
                        <a:pt x="0" y="24765"/>
                        <a:pt x="0" y="20002"/>
                      </a:cubicBezTo>
                      <a:cubicBezTo>
                        <a:pt x="0" y="15240"/>
                        <a:pt x="1905" y="9525"/>
                        <a:pt x="5715" y="5715"/>
                      </a:cubicBezTo>
                      <a:cubicBezTo>
                        <a:pt x="13335" y="-1905"/>
                        <a:pt x="26670" y="-1905"/>
                        <a:pt x="34290" y="5715"/>
                      </a:cubicBezTo>
                      <a:cubicBezTo>
                        <a:pt x="38100" y="9525"/>
                        <a:pt x="40005" y="14287"/>
                        <a:pt x="40005" y="20002"/>
                      </a:cubicBezTo>
                      <a:cubicBezTo>
                        <a:pt x="40005" y="25717"/>
                        <a:pt x="38100" y="30480"/>
                        <a:pt x="34290" y="34290"/>
                      </a:cubicBezTo>
                      <a:cubicBezTo>
                        <a:pt x="30480" y="37148"/>
                        <a:pt x="25718" y="40005"/>
                        <a:pt x="20003" y="40005"/>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grpSp>
          <p:grpSp>
            <p:nvGrpSpPr>
              <p:cNvPr id="111" name="Graphic 4">
                <a:extLst>
                  <a:ext uri="{FF2B5EF4-FFF2-40B4-BE49-F238E27FC236}">
                    <a16:creationId xmlns:a16="http://schemas.microsoft.com/office/drawing/2014/main" id="{66D61EC6-C64B-F148-9CCD-78940D07B2C8}"/>
                  </a:ext>
                </a:extLst>
              </p:cNvPr>
              <p:cNvGrpSpPr/>
              <p:nvPr/>
            </p:nvGrpSpPr>
            <p:grpSpPr>
              <a:xfrm>
                <a:off x="2754313" y="5446396"/>
                <a:ext cx="1585911" cy="1584006"/>
                <a:chOff x="2754312" y="5446395"/>
                <a:chExt cx="1585911" cy="1584006"/>
              </a:xfrm>
              <a:solidFill>
                <a:srgbClr val="808080"/>
              </a:solidFill>
            </p:grpSpPr>
            <p:sp>
              <p:nvSpPr>
                <p:cNvPr id="120" name="Freeform 477">
                  <a:extLst>
                    <a:ext uri="{FF2B5EF4-FFF2-40B4-BE49-F238E27FC236}">
                      <a16:creationId xmlns:a16="http://schemas.microsoft.com/office/drawing/2014/main" id="{760E9D5F-9FB6-BF44-B880-84DF7E47ED4C}"/>
                    </a:ext>
                  </a:extLst>
                </p:cNvPr>
                <p:cNvSpPr/>
                <p:nvPr/>
              </p:nvSpPr>
              <p:spPr>
                <a:xfrm>
                  <a:off x="2754312" y="6989444"/>
                  <a:ext cx="40005" cy="40957"/>
                </a:xfrm>
                <a:custGeom>
                  <a:avLst/>
                  <a:gdLst>
                    <a:gd name="connsiteX0" fmla="*/ 20003 w 40005"/>
                    <a:gd name="connsiteY0" fmla="*/ 40957 h 40957"/>
                    <a:gd name="connsiteX1" fmla="*/ 5715 w 40005"/>
                    <a:gd name="connsiteY1" fmla="*/ 34290 h 40957"/>
                    <a:gd name="connsiteX2" fmla="*/ 0 w 40005"/>
                    <a:gd name="connsiteY2" fmla="*/ 20003 h 40957"/>
                    <a:gd name="connsiteX3" fmla="*/ 5715 w 40005"/>
                    <a:gd name="connsiteY3" fmla="*/ 5715 h 40957"/>
                    <a:gd name="connsiteX4" fmla="*/ 34290 w 40005"/>
                    <a:gd name="connsiteY4" fmla="*/ 5715 h 40957"/>
                    <a:gd name="connsiteX5" fmla="*/ 40005 w 40005"/>
                    <a:gd name="connsiteY5" fmla="*/ 20003 h 40957"/>
                    <a:gd name="connsiteX6" fmla="*/ 34290 w 40005"/>
                    <a:gd name="connsiteY6" fmla="*/ 34290 h 40957"/>
                    <a:gd name="connsiteX7" fmla="*/ 20003 w 40005"/>
                    <a:gd name="connsiteY7" fmla="*/ 40957 h 40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005" h="40957">
                      <a:moveTo>
                        <a:pt x="20003" y="40957"/>
                      </a:moveTo>
                      <a:cubicBezTo>
                        <a:pt x="14288" y="40957"/>
                        <a:pt x="9525" y="38100"/>
                        <a:pt x="5715" y="34290"/>
                      </a:cubicBezTo>
                      <a:cubicBezTo>
                        <a:pt x="1905" y="30480"/>
                        <a:pt x="0" y="25718"/>
                        <a:pt x="0" y="20003"/>
                      </a:cubicBezTo>
                      <a:cubicBezTo>
                        <a:pt x="0" y="15240"/>
                        <a:pt x="1905" y="9525"/>
                        <a:pt x="5715" y="5715"/>
                      </a:cubicBezTo>
                      <a:cubicBezTo>
                        <a:pt x="13335" y="-1905"/>
                        <a:pt x="26670" y="-1905"/>
                        <a:pt x="34290" y="5715"/>
                      </a:cubicBezTo>
                      <a:cubicBezTo>
                        <a:pt x="38100" y="9525"/>
                        <a:pt x="40005" y="15240"/>
                        <a:pt x="40005" y="20003"/>
                      </a:cubicBezTo>
                      <a:cubicBezTo>
                        <a:pt x="40005" y="25718"/>
                        <a:pt x="38100" y="30480"/>
                        <a:pt x="34290" y="34290"/>
                      </a:cubicBezTo>
                      <a:cubicBezTo>
                        <a:pt x="31432" y="39053"/>
                        <a:pt x="25718" y="40957"/>
                        <a:pt x="20003" y="40957"/>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21" name="Freeform 478">
                  <a:extLst>
                    <a:ext uri="{FF2B5EF4-FFF2-40B4-BE49-F238E27FC236}">
                      <a16:creationId xmlns:a16="http://schemas.microsoft.com/office/drawing/2014/main" id="{177A8399-75B7-8E49-A7D2-0D42E91D0A4A}"/>
                    </a:ext>
                  </a:extLst>
                </p:cNvPr>
                <p:cNvSpPr/>
                <p:nvPr/>
              </p:nvSpPr>
              <p:spPr>
                <a:xfrm>
                  <a:off x="2759946" y="5451084"/>
                  <a:ext cx="1443190" cy="1445967"/>
                </a:xfrm>
                <a:custGeom>
                  <a:avLst/>
                  <a:gdLst>
                    <a:gd name="connsiteX0" fmla="*/ 18178 w 1443190"/>
                    <a:gd name="connsiteY0" fmla="*/ 1445015 h 1445967"/>
                    <a:gd name="connsiteX1" fmla="*/ 80 w 1443190"/>
                    <a:gd name="connsiteY1" fmla="*/ 1423108 h 1445967"/>
                    <a:gd name="connsiteX2" fmla="*/ 80 w 1443190"/>
                    <a:gd name="connsiteY2" fmla="*/ 1423108 h 1445967"/>
                    <a:gd name="connsiteX3" fmla="*/ 80 w 1443190"/>
                    <a:gd name="connsiteY3" fmla="*/ 1423108 h 1445967"/>
                    <a:gd name="connsiteX4" fmla="*/ 80 w 1443190"/>
                    <a:gd name="connsiteY4" fmla="*/ 1423108 h 1445967"/>
                    <a:gd name="connsiteX5" fmla="*/ 21988 w 1443190"/>
                    <a:gd name="connsiteY5" fmla="*/ 1405010 h 1445967"/>
                    <a:gd name="connsiteX6" fmla="*/ 21988 w 1443190"/>
                    <a:gd name="connsiteY6" fmla="*/ 1405010 h 1445967"/>
                    <a:gd name="connsiteX7" fmla="*/ 40085 w 1443190"/>
                    <a:gd name="connsiteY7" fmla="*/ 1426917 h 1445967"/>
                    <a:gd name="connsiteX8" fmla="*/ 40085 w 1443190"/>
                    <a:gd name="connsiteY8" fmla="*/ 1426917 h 1445967"/>
                    <a:gd name="connsiteX9" fmla="*/ 19130 w 1443190"/>
                    <a:gd name="connsiteY9" fmla="*/ 1445967 h 1445967"/>
                    <a:gd name="connsiteX10" fmla="*/ 19130 w 1443190"/>
                    <a:gd name="connsiteY10" fmla="*/ 1445967 h 1445967"/>
                    <a:gd name="connsiteX11" fmla="*/ 18178 w 1443190"/>
                    <a:gd name="connsiteY11" fmla="*/ 1445015 h 1445967"/>
                    <a:gd name="connsiteX12" fmla="*/ 34370 w 1443190"/>
                    <a:gd name="connsiteY12" fmla="*/ 1310713 h 1445967"/>
                    <a:gd name="connsiteX13" fmla="*/ 18178 w 1443190"/>
                    <a:gd name="connsiteY13" fmla="*/ 1286900 h 1445967"/>
                    <a:gd name="connsiteX14" fmla="*/ 18178 w 1443190"/>
                    <a:gd name="connsiteY14" fmla="*/ 1286900 h 1445967"/>
                    <a:gd name="connsiteX15" fmla="*/ 41990 w 1443190"/>
                    <a:gd name="connsiteY15" fmla="*/ 1270708 h 1445967"/>
                    <a:gd name="connsiteX16" fmla="*/ 41990 w 1443190"/>
                    <a:gd name="connsiteY16" fmla="*/ 1270708 h 1445967"/>
                    <a:gd name="connsiteX17" fmla="*/ 58183 w 1443190"/>
                    <a:gd name="connsiteY17" fmla="*/ 1294520 h 1445967"/>
                    <a:gd name="connsiteX18" fmla="*/ 58183 w 1443190"/>
                    <a:gd name="connsiteY18" fmla="*/ 1294520 h 1445967"/>
                    <a:gd name="connsiteX19" fmla="*/ 38180 w 1443190"/>
                    <a:gd name="connsiteY19" fmla="*/ 1311665 h 1445967"/>
                    <a:gd name="connsiteX20" fmla="*/ 38180 w 1443190"/>
                    <a:gd name="connsiteY20" fmla="*/ 1311665 h 1445967"/>
                    <a:gd name="connsiteX21" fmla="*/ 34370 w 1443190"/>
                    <a:gd name="connsiteY21" fmla="*/ 1310713 h 1445967"/>
                    <a:gd name="connsiteX22" fmla="*/ 61993 w 1443190"/>
                    <a:gd name="connsiteY22" fmla="*/ 1179267 h 1445967"/>
                    <a:gd name="connsiteX23" fmla="*/ 47705 w 1443190"/>
                    <a:gd name="connsiteY23" fmla="*/ 1154503 h 1445967"/>
                    <a:gd name="connsiteX24" fmla="*/ 47705 w 1443190"/>
                    <a:gd name="connsiteY24" fmla="*/ 1154503 h 1445967"/>
                    <a:gd name="connsiteX25" fmla="*/ 72470 w 1443190"/>
                    <a:gd name="connsiteY25" fmla="*/ 1140215 h 1445967"/>
                    <a:gd name="connsiteX26" fmla="*/ 72470 w 1443190"/>
                    <a:gd name="connsiteY26" fmla="*/ 1140215 h 1445967"/>
                    <a:gd name="connsiteX27" fmla="*/ 86758 w 1443190"/>
                    <a:gd name="connsiteY27" fmla="*/ 1164980 h 1445967"/>
                    <a:gd name="connsiteX28" fmla="*/ 86758 w 1443190"/>
                    <a:gd name="connsiteY28" fmla="*/ 1164980 h 1445967"/>
                    <a:gd name="connsiteX29" fmla="*/ 67708 w 1443190"/>
                    <a:gd name="connsiteY29" fmla="*/ 1180220 h 1445967"/>
                    <a:gd name="connsiteX30" fmla="*/ 67708 w 1443190"/>
                    <a:gd name="connsiteY30" fmla="*/ 1180220 h 1445967"/>
                    <a:gd name="connsiteX31" fmla="*/ 61993 w 1443190"/>
                    <a:gd name="connsiteY31" fmla="*/ 1179267 h 1445967"/>
                    <a:gd name="connsiteX32" fmla="*/ 100093 w 1443190"/>
                    <a:gd name="connsiteY32" fmla="*/ 1049728 h 1445967"/>
                    <a:gd name="connsiteX33" fmla="*/ 87710 w 1443190"/>
                    <a:gd name="connsiteY33" fmla="*/ 1024010 h 1445967"/>
                    <a:gd name="connsiteX34" fmla="*/ 87710 w 1443190"/>
                    <a:gd name="connsiteY34" fmla="*/ 1024010 h 1445967"/>
                    <a:gd name="connsiteX35" fmla="*/ 87710 w 1443190"/>
                    <a:gd name="connsiteY35" fmla="*/ 1024010 h 1445967"/>
                    <a:gd name="connsiteX36" fmla="*/ 87710 w 1443190"/>
                    <a:gd name="connsiteY36" fmla="*/ 1024010 h 1445967"/>
                    <a:gd name="connsiteX37" fmla="*/ 113428 w 1443190"/>
                    <a:gd name="connsiteY37" fmla="*/ 1011628 h 1445967"/>
                    <a:gd name="connsiteX38" fmla="*/ 113428 w 1443190"/>
                    <a:gd name="connsiteY38" fmla="*/ 1011628 h 1445967"/>
                    <a:gd name="connsiteX39" fmla="*/ 125810 w 1443190"/>
                    <a:gd name="connsiteY39" fmla="*/ 1038297 h 1445967"/>
                    <a:gd name="connsiteX40" fmla="*/ 125810 w 1443190"/>
                    <a:gd name="connsiteY40" fmla="*/ 1038297 h 1445967"/>
                    <a:gd name="connsiteX41" fmla="*/ 106760 w 1443190"/>
                    <a:gd name="connsiteY41" fmla="*/ 1051633 h 1445967"/>
                    <a:gd name="connsiteX42" fmla="*/ 106760 w 1443190"/>
                    <a:gd name="connsiteY42" fmla="*/ 1051633 h 1445967"/>
                    <a:gd name="connsiteX43" fmla="*/ 100093 w 1443190"/>
                    <a:gd name="connsiteY43" fmla="*/ 1049728 h 1445967"/>
                    <a:gd name="connsiteX44" fmla="*/ 150575 w 1443190"/>
                    <a:gd name="connsiteY44" fmla="*/ 924950 h 1445967"/>
                    <a:gd name="connsiteX45" fmla="*/ 141050 w 1443190"/>
                    <a:gd name="connsiteY45" fmla="*/ 898280 h 1445967"/>
                    <a:gd name="connsiteX46" fmla="*/ 141050 w 1443190"/>
                    <a:gd name="connsiteY46" fmla="*/ 898280 h 1445967"/>
                    <a:gd name="connsiteX47" fmla="*/ 167720 w 1443190"/>
                    <a:gd name="connsiteY47" fmla="*/ 888755 h 1445967"/>
                    <a:gd name="connsiteX48" fmla="*/ 167720 w 1443190"/>
                    <a:gd name="connsiteY48" fmla="*/ 888755 h 1445967"/>
                    <a:gd name="connsiteX49" fmla="*/ 177245 w 1443190"/>
                    <a:gd name="connsiteY49" fmla="*/ 915425 h 1445967"/>
                    <a:gd name="connsiteX50" fmla="*/ 177245 w 1443190"/>
                    <a:gd name="connsiteY50" fmla="*/ 915425 h 1445967"/>
                    <a:gd name="connsiteX51" fmla="*/ 159148 w 1443190"/>
                    <a:gd name="connsiteY51" fmla="*/ 926855 h 1445967"/>
                    <a:gd name="connsiteX52" fmla="*/ 159148 w 1443190"/>
                    <a:gd name="connsiteY52" fmla="*/ 926855 h 1445967"/>
                    <a:gd name="connsiteX53" fmla="*/ 150575 w 1443190"/>
                    <a:gd name="connsiteY53" fmla="*/ 924950 h 1445967"/>
                    <a:gd name="connsiteX54" fmla="*/ 210583 w 1443190"/>
                    <a:gd name="connsiteY54" fmla="*/ 804935 h 1445967"/>
                    <a:gd name="connsiteX55" fmla="*/ 202963 w 1443190"/>
                    <a:gd name="connsiteY55" fmla="*/ 777312 h 1445967"/>
                    <a:gd name="connsiteX56" fmla="*/ 202963 w 1443190"/>
                    <a:gd name="connsiteY56" fmla="*/ 777312 h 1445967"/>
                    <a:gd name="connsiteX57" fmla="*/ 230585 w 1443190"/>
                    <a:gd name="connsiteY57" fmla="*/ 769693 h 1445967"/>
                    <a:gd name="connsiteX58" fmla="*/ 230585 w 1443190"/>
                    <a:gd name="connsiteY58" fmla="*/ 769693 h 1445967"/>
                    <a:gd name="connsiteX59" fmla="*/ 238205 w 1443190"/>
                    <a:gd name="connsiteY59" fmla="*/ 797315 h 1445967"/>
                    <a:gd name="connsiteX60" fmla="*/ 238205 w 1443190"/>
                    <a:gd name="connsiteY60" fmla="*/ 797315 h 1445967"/>
                    <a:gd name="connsiteX61" fmla="*/ 221060 w 1443190"/>
                    <a:gd name="connsiteY61" fmla="*/ 806840 h 1445967"/>
                    <a:gd name="connsiteX62" fmla="*/ 221060 w 1443190"/>
                    <a:gd name="connsiteY62" fmla="*/ 806840 h 1445967"/>
                    <a:gd name="connsiteX63" fmla="*/ 210583 w 1443190"/>
                    <a:gd name="connsiteY63" fmla="*/ 804935 h 1445967"/>
                    <a:gd name="connsiteX64" fmla="*/ 282020 w 1443190"/>
                    <a:gd name="connsiteY64" fmla="*/ 690635 h 1445967"/>
                    <a:gd name="connsiteX65" fmla="*/ 277258 w 1443190"/>
                    <a:gd name="connsiteY65" fmla="*/ 662060 h 1445967"/>
                    <a:gd name="connsiteX66" fmla="*/ 277258 w 1443190"/>
                    <a:gd name="connsiteY66" fmla="*/ 662060 h 1445967"/>
                    <a:gd name="connsiteX67" fmla="*/ 304880 w 1443190"/>
                    <a:gd name="connsiteY67" fmla="*/ 657297 h 1445967"/>
                    <a:gd name="connsiteX68" fmla="*/ 304880 w 1443190"/>
                    <a:gd name="connsiteY68" fmla="*/ 657297 h 1445967"/>
                    <a:gd name="connsiteX69" fmla="*/ 309643 w 1443190"/>
                    <a:gd name="connsiteY69" fmla="*/ 685872 h 1445967"/>
                    <a:gd name="connsiteX70" fmla="*/ 309643 w 1443190"/>
                    <a:gd name="connsiteY70" fmla="*/ 685872 h 1445967"/>
                    <a:gd name="connsiteX71" fmla="*/ 293450 w 1443190"/>
                    <a:gd name="connsiteY71" fmla="*/ 694445 h 1445967"/>
                    <a:gd name="connsiteX72" fmla="*/ 293450 w 1443190"/>
                    <a:gd name="connsiteY72" fmla="*/ 694445 h 1445967"/>
                    <a:gd name="connsiteX73" fmla="*/ 282020 w 1443190"/>
                    <a:gd name="connsiteY73" fmla="*/ 690635 h 1445967"/>
                    <a:gd name="connsiteX74" fmla="*/ 362983 w 1443190"/>
                    <a:gd name="connsiteY74" fmla="*/ 582050 h 1445967"/>
                    <a:gd name="connsiteX75" fmla="*/ 360125 w 1443190"/>
                    <a:gd name="connsiteY75" fmla="*/ 553475 h 1445967"/>
                    <a:gd name="connsiteX76" fmla="*/ 360125 w 1443190"/>
                    <a:gd name="connsiteY76" fmla="*/ 553475 h 1445967"/>
                    <a:gd name="connsiteX77" fmla="*/ 388700 w 1443190"/>
                    <a:gd name="connsiteY77" fmla="*/ 550618 h 1445967"/>
                    <a:gd name="connsiteX78" fmla="*/ 388700 w 1443190"/>
                    <a:gd name="connsiteY78" fmla="*/ 550618 h 1445967"/>
                    <a:gd name="connsiteX79" fmla="*/ 391558 w 1443190"/>
                    <a:gd name="connsiteY79" fmla="*/ 579193 h 1445967"/>
                    <a:gd name="connsiteX80" fmla="*/ 391558 w 1443190"/>
                    <a:gd name="connsiteY80" fmla="*/ 579193 h 1445967"/>
                    <a:gd name="connsiteX81" fmla="*/ 376318 w 1443190"/>
                    <a:gd name="connsiteY81" fmla="*/ 586812 h 1445967"/>
                    <a:gd name="connsiteX82" fmla="*/ 376318 w 1443190"/>
                    <a:gd name="connsiteY82" fmla="*/ 586812 h 1445967"/>
                    <a:gd name="connsiteX83" fmla="*/ 362983 w 1443190"/>
                    <a:gd name="connsiteY83" fmla="*/ 582050 h 1445967"/>
                    <a:gd name="connsiteX84" fmla="*/ 452518 w 1443190"/>
                    <a:gd name="connsiteY84" fmla="*/ 482037 h 1445967"/>
                    <a:gd name="connsiteX85" fmla="*/ 452518 w 1443190"/>
                    <a:gd name="connsiteY85" fmla="*/ 453462 h 1445967"/>
                    <a:gd name="connsiteX86" fmla="*/ 452518 w 1443190"/>
                    <a:gd name="connsiteY86" fmla="*/ 453462 h 1445967"/>
                    <a:gd name="connsiteX87" fmla="*/ 481093 w 1443190"/>
                    <a:gd name="connsiteY87" fmla="*/ 453462 h 1445967"/>
                    <a:gd name="connsiteX88" fmla="*/ 481093 w 1443190"/>
                    <a:gd name="connsiteY88" fmla="*/ 453462 h 1445967"/>
                    <a:gd name="connsiteX89" fmla="*/ 481093 w 1443190"/>
                    <a:gd name="connsiteY89" fmla="*/ 482037 h 1445967"/>
                    <a:gd name="connsiteX90" fmla="*/ 481093 w 1443190"/>
                    <a:gd name="connsiteY90" fmla="*/ 482037 h 1445967"/>
                    <a:gd name="connsiteX91" fmla="*/ 466805 w 1443190"/>
                    <a:gd name="connsiteY91" fmla="*/ 487753 h 1445967"/>
                    <a:gd name="connsiteX92" fmla="*/ 466805 w 1443190"/>
                    <a:gd name="connsiteY92" fmla="*/ 487753 h 1445967"/>
                    <a:gd name="connsiteX93" fmla="*/ 452518 w 1443190"/>
                    <a:gd name="connsiteY93" fmla="*/ 482037 h 1445967"/>
                    <a:gd name="connsiteX94" fmla="*/ 550625 w 1443190"/>
                    <a:gd name="connsiteY94" fmla="*/ 389645 h 1445967"/>
                    <a:gd name="connsiteX95" fmla="*/ 553483 w 1443190"/>
                    <a:gd name="connsiteY95" fmla="*/ 361070 h 1445967"/>
                    <a:gd name="connsiteX96" fmla="*/ 553483 w 1443190"/>
                    <a:gd name="connsiteY96" fmla="*/ 361070 h 1445967"/>
                    <a:gd name="connsiteX97" fmla="*/ 582058 w 1443190"/>
                    <a:gd name="connsiteY97" fmla="*/ 363928 h 1445967"/>
                    <a:gd name="connsiteX98" fmla="*/ 582058 w 1443190"/>
                    <a:gd name="connsiteY98" fmla="*/ 363928 h 1445967"/>
                    <a:gd name="connsiteX99" fmla="*/ 579200 w 1443190"/>
                    <a:gd name="connsiteY99" fmla="*/ 392503 h 1445967"/>
                    <a:gd name="connsiteX100" fmla="*/ 579200 w 1443190"/>
                    <a:gd name="connsiteY100" fmla="*/ 392503 h 1445967"/>
                    <a:gd name="connsiteX101" fmla="*/ 565865 w 1443190"/>
                    <a:gd name="connsiteY101" fmla="*/ 397265 h 1445967"/>
                    <a:gd name="connsiteX102" fmla="*/ 565865 w 1443190"/>
                    <a:gd name="connsiteY102" fmla="*/ 397265 h 1445967"/>
                    <a:gd name="connsiteX103" fmla="*/ 550625 w 1443190"/>
                    <a:gd name="connsiteY103" fmla="*/ 389645 h 1445967"/>
                    <a:gd name="connsiteX104" fmla="*/ 656353 w 1443190"/>
                    <a:gd name="connsiteY104" fmla="*/ 305825 h 1445967"/>
                    <a:gd name="connsiteX105" fmla="*/ 661115 w 1443190"/>
                    <a:gd name="connsiteY105" fmla="*/ 278203 h 1445967"/>
                    <a:gd name="connsiteX106" fmla="*/ 661115 w 1443190"/>
                    <a:gd name="connsiteY106" fmla="*/ 278203 h 1445967"/>
                    <a:gd name="connsiteX107" fmla="*/ 689690 w 1443190"/>
                    <a:gd name="connsiteY107" fmla="*/ 282965 h 1445967"/>
                    <a:gd name="connsiteX108" fmla="*/ 689690 w 1443190"/>
                    <a:gd name="connsiteY108" fmla="*/ 282965 h 1445967"/>
                    <a:gd name="connsiteX109" fmla="*/ 684928 w 1443190"/>
                    <a:gd name="connsiteY109" fmla="*/ 311540 h 1445967"/>
                    <a:gd name="connsiteX110" fmla="*/ 684928 w 1443190"/>
                    <a:gd name="connsiteY110" fmla="*/ 311540 h 1445967"/>
                    <a:gd name="connsiteX111" fmla="*/ 673498 w 1443190"/>
                    <a:gd name="connsiteY111" fmla="*/ 315350 h 1445967"/>
                    <a:gd name="connsiteX112" fmla="*/ 673498 w 1443190"/>
                    <a:gd name="connsiteY112" fmla="*/ 315350 h 1445967"/>
                    <a:gd name="connsiteX113" fmla="*/ 656353 w 1443190"/>
                    <a:gd name="connsiteY113" fmla="*/ 305825 h 1445967"/>
                    <a:gd name="connsiteX114" fmla="*/ 768748 w 1443190"/>
                    <a:gd name="connsiteY114" fmla="*/ 231530 h 1445967"/>
                    <a:gd name="connsiteX115" fmla="*/ 776368 w 1443190"/>
                    <a:gd name="connsiteY115" fmla="*/ 203908 h 1445967"/>
                    <a:gd name="connsiteX116" fmla="*/ 776368 w 1443190"/>
                    <a:gd name="connsiteY116" fmla="*/ 203908 h 1445967"/>
                    <a:gd name="connsiteX117" fmla="*/ 803990 w 1443190"/>
                    <a:gd name="connsiteY117" fmla="*/ 211528 h 1445967"/>
                    <a:gd name="connsiteX118" fmla="*/ 803990 w 1443190"/>
                    <a:gd name="connsiteY118" fmla="*/ 211528 h 1445967"/>
                    <a:gd name="connsiteX119" fmla="*/ 796370 w 1443190"/>
                    <a:gd name="connsiteY119" fmla="*/ 239150 h 1445967"/>
                    <a:gd name="connsiteX120" fmla="*/ 796370 w 1443190"/>
                    <a:gd name="connsiteY120" fmla="*/ 239150 h 1445967"/>
                    <a:gd name="connsiteX121" fmla="*/ 786845 w 1443190"/>
                    <a:gd name="connsiteY121" fmla="*/ 242008 h 1445967"/>
                    <a:gd name="connsiteX122" fmla="*/ 786845 w 1443190"/>
                    <a:gd name="connsiteY122" fmla="*/ 242008 h 1445967"/>
                    <a:gd name="connsiteX123" fmla="*/ 768748 w 1443190"/>
                    <a:gd name="connsiteY123" fmla="*/ 231530 h 1445967"/>
                    <a:gd name="connsiteX124" fmla="*/ 886858 w 1443190"/>
                    <a:gd name="connsiteY124" fmla="*/ 168665 h 1445967"/>
                    <a:gd name="connsiteX125" fmla="*/ 896383 w 1443190"/>
                    <a:gd name="connsiteY125" fmla="*/ 141995 h 1445967"/>
                    <a:gd name="connsiteX126" fmla="*/ 896383 w 1443190"/>
                    <a:gd name="connsiteY126" fmla="*/ 141995 h 1445967"/>
                    <a:gd name="connsiteX127" fmla="*/ 896383 w 1443190"/>
                    <a:gd name="connsiteY127" fmla="*/ 141995 h 1445967"/>
                    <a:gd name="connsiteX128" fmla="*/ 896383 w 1443190"/>
                    <a:gd name="connsiteY128" fmla="*/ 141995 h 1445967"/>
                    <a:gd name="connsiteX129" fmla="*/ 923053 w 1443190"/>
                    <a:gd name="connsiteY129" fmla="*/ 151520 h 1445967"/>
                    <a:gd name="connsiteX130" fmla="*/ 923053 w 1443190"/>
                    <a:gd name="connsiteY130" fmla="*/ 151520 h 1445967"/>
                    <a:gd name="connsiteX131" fmla="*/ 913528 w 1443190"/>
                    <a:gd name="connsiteY131" fmla="*/ 178190 h 1445967"/>
                    <a:gd name="connsiteX132" fmla="*/ 913528 w 1443190"/>
                    <a:gd name="connsiteY132" fmla="*/ 178190 h 1445967"/>
                    <a:gd name="connsiteX133" fmla="*/ 904955 w 1443190"/>
                    <a:gd name="connsiteY133" fmla="*/ 180095 h 1445967"/>
                    <a:gd name="connsiteX134" fmla="*/ 904955 w 1443190"/>
                    <a:gd name="connsiteY134" fmla="*/ 180095 h 1445967"/>
                    <a:gd name="connsiteX135" fmla="*/ 886858 w 1443190"/>
                    <a:gd name="connsiteY135" fmla="*/ 168665 h 1445967"/>
                    <a:gd name="connsiteX136" fmla="*/ 1010683 w 1443190"/>
                    <a:gd name="connsiteY136" fmla="*/ 114372 h 1445967"/>
                    <a:gd name="connsiteX137" fmla="*/ 1022113 w 1443190"/>
                    <a:gd name="connsiteY137" fmla="*/ 88655 h 1445967"/>
                    <a:gd name="connsiteX138" fmla="*/ 1022113 w 1443190"/>
                    <a:gd name="connsiteY138" fmla="*/ 88655 h 1445967"/>
                    <a:gd name="connsiteX139" fmla="*/ 1047830 w 1443190"/>
                    <a:gd name="connsiteY139" fmla="*/ 101037 h 1445967"/>
                    <a:gd name="connsiteX140" fmla="*/ 1047830 w 1443190"/>
                    <a:gd name="connsiteY140" fmla="*/ 101037 h 1445967"/>
                    <a:gd name="connsiteX141" fmla="*/ 1036400 w 1443190"/>
                    <a:gd name="connsiteY141" fmla="*/ 126755 h 1445967"/>
                    <a:gd name="connsiteX142" fmla="*/ 1036400 w 1443190"/>
                    <a:gd name="connsiteY142" fmla="*/ 126755 h 1445967"/>
                    <a:gd name="connsiteX143" fmla="*/ 1029733 w 1443190"/>
                    <a:gd name="connsiteY143" fmla="*/ 127708 h 1445967"/>
                    <a:gd name="connsiteX144" fmla="*/ 1029733 w 1443190"/>
                    <a:gd name="connsiteY144" fmla="*/ 127708 h 1445967"/>
                    <a:gd name="connsiteX145" fmla="*/ 1010683 w 1443190"/>
                    <a:gd name="connsiteY145" fmla="*/ 114372 h 1445967"/>
                    <a:gd name="connsiteX146" fmla="*/ 1138318 w 1443190"/>
                    <a:gd name="connsiteY146" fmla="*/ 72462 h 1445967"/>
                    <a:gd name="connsiteX147" fmla="*/ 1152605 w 1443190"/>
                    <a:gd name="connsiteY147" fmla="*/ 47697 h 1445967"/>
                    <a:gd name="connsiteX148" fmla="*/ 1152605 w 1443190"/>
                    <a:gd name="connsiteY148" fmla="*/ 47697 h 1445967"/>
                    <a:gd name="connsiteX149" fmla="*/ 1152605 w 1443190"/>
                    <a:gd name="connsiteY149" fmla="*/ 47697 h 1445967"/>
                    <a:gd name="connsiteX150" fmla="*/ 1152605 w 1443190"/>
                    <a:gd name="connsiteY150" fmla="*/ 47697 h 1445967"/>
                    <a:gd name="connsiteX151" fmla="*/ 1177370 w 1443190"/>
                    <a:gd name="connsiteY151" fmla="*/ 61985 h 1445967"/>
                    <a:gd name="connsiteX152" fmla="*/ 1177370 w 1443190"/>
                    <a:gd name="connsiteY152" fmla="*/ 61985 h 1445967"/>
                    <a:gd name="connsiteX153" fmla="*/ 1163083 w 1443190"/>
                    <a:gd name="connsiteY153" fmla="*/ 86750 h 1445967"/>
                    <a:gd name="connsiteX154" fmla="*/ 1163083 w 1443190"/>
                    <a:gd name="connsiteY154" fmla="*/ 86750 h 1445967"/>
                    <a:gd name="connsiteX155" fmla="*/ 1157368 w 1443190"/>
                    <a:gd name="connsiteY155" fmla="*/ 87703 h 1445967"/>
                    <a:gd name="connsiteX156" fmla="*/ 1157368 w 1443190"/>
                    <a:gd name="connsiteY156" fmla="*/ 87703 h 1445967"/>
                    <a:gd name="connsiteX157" fmla="*/ 1138318 w 1443190"/>
                    <a:gd name="connsiteY157" fmla="*/ 72462 h 1445967"/>
                    <a:gd name="connsiteX158" fmla="*/ 1269763 w 1443190"/>
                    <a:gd name="connsiteY158" fmla="*/ 41983 h 1445967"/>
                    <a:gd name="connsiteX159" fmla="*/ 1285955 w 1443190"/>
                    <a:gd name="connsiteY159" fmla="*/ 18170 h 1445967"/>
                    <a:gd name="connsiteX160" fmla="*/ 1285955 w 1443190"/>
                    <a:gd name="connsiteY160" fmla="*/ 18170 h 1445967"/>
                    <a:gd name="connsiteX161" fmla="*/ 1309768 w 1443190"/>
                    <a:gd name="connsiteY161" fmla="*/ 34362 h 1445967"/>
                    <a:gd name="connsiteX162" fmla="*/ 1309768 w 1443190"/>
                    <a:gd name="connsiteY162" fmla="*/ 34362 h 1445967"/>
                    <a:gd name="connsiteX163" fmla="*/ 1293575 w 1443190"/>
                    <a:gd name="connsiteY163" fmla="*/ 58175 h 1445967"/>
                    <a:gd name="connsiteX164" fmla="*/ 1293575 w 1443190"/>
                    <a:gd name="connsiteY164" fmla="*/ 58175 h 1445967"/>
                    <a:gd name="connsiteX165" fmla="*/ 1290718 w 1443190"/>
                    <a:gd name="connsiteY165" fmla="*/ 58175 h 1445967"/>
                    <a:gd name="connsiteX166" fmla="*/ 1290718 w 1443190"/>
                    <a:gd name="connsiteY166" fmla="*/ 58175 h 1445967"/>
                    <a:gd name="connsiteX167" fmla="*/ 1269763 w 1443190"/>
                    <a:gd name="connsiteY167" fmla="*/ 41983 h 1445967"/>
                    <a:gd name="connsiteX168" fmla="*/ 1403113 w 1443190"/>
                    <a:gd name="connsiteY168" fmla="*/ 21980 h 1445967"/>
                    <a:gd name="connsiteX169" fmla="*/ 1421210 w 1443190"/>
                    <a:gd name="connsiteY169" fmla="*/ 72 h 1445967"/>
                    <a:gd name="connsiteX170" fmla="*/ 1421210 w 1443190"/>
                    <a:gd name="connsiteY170" fmla="*/ 72 h 1445967"/>
                    <a:gd name="connsiteX171" fmla="*/ 1443118 w 1443190"/>
                    <a:gd name="connsiteY171" fmla="*/ 18170 h 1445967"/>
                    <a:gd name="connsiteX172" fmla="*/ 1443118 w 1443190"/>
                    <a:gd name="connsiteY172" fmla="*/ 18170 h 1445967"/>
                    <a:gd name="connsiteX173" fmla="*/ 1425020 w 1443190"/>
                    <a:gd name="connsiteY173" fmla="*/ 40078 h 1445967"/>
                    <a:gd name="connsiteX174" fmla="*/ 1425020 w 1443190"/>
                    <a:gd name="connsiteY174" fmla="*/ 40078 h 1445967"/>
                    <a:gd name="connsiteX175" fmla="*/ 1423115 w 1443190"/>
                    <a:gd name="connsiteY175" fmla="*/ 40078 h 1445967"/>
                    <a:gd name="connsiteX176" fmla="*/ 1423115 w 1443190"/>
                    <a:gd name="connsiteY176" fmla="*/ 40078 h 1445967"/>
                    <a:gd name="connsiteX177" fmla="*/ 1403113 w 1443190"/>
                    <a:gd name="connsiteY177" fmla="*/ 21980 h 1445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1443190" h="1445967">
                      <a:moveTo>
                        <a:pt x="18178" y="1445015"/>
                      </a:moveTo>
                      <a:cubicBezTo>
                        <a:pt x="6748" y="1444063"/>
                        <a:pt x="-872" y="1434538"/>
                        <a:pt x="80" y="1423108"/>
                      </a:cubicBezTo>
                      <a:lnTo>
                        <a:pt x="80" y="1423108"/>
                      </a:lnTo>
                      <a:lnTo>
                        <a:pt x="80" y="1423108"/>
                      </a:lnTo>
                      <a:lnTo>
                        <a:pt x="80" y="1423108"/>
                      </a:lnTo>
                      <a:cubicBezTo>
                        <a:pt x="1033" y="1411678"/>
                        <a:pt x="10558" y="1404058"/>
                        <a:pt x="21988" y="1405010"/>
                      </a:cubicBezTo>
                      <a:lnTo>
                        <a:pt x="21988" y="1405010"/>
                      </a:lnTo>
                      <a:cubicBezTo>
                        <a:pt x="33418" y="1405963"/>
                        <a:pt x="41038" y="1415488"/>
                        <a:pt x="40085" y="1426917"/>
                      </a:cubicBezTo>
                      <a:lnTo>
                        <a:pt x="40085" y="1426917"/>
                      </a:lnTo>
                      <a:cubicBezTo>
                        <a:pt x="39133" y="1437395"/>
                        <a:pt x="30560" y="1445967"/>
                        <a:pt x="19130" y="1445967"/>
                      </a:cubicBezTo>
                      <a:lnTo>
                        <a:pt x="19130" y="1445967"/>
                      </a:lnTo>
                      <a:cubicBezTo>
                        <a:pt x="20083" y="1445015"/>
                        <a:pt x="19130" y="1445015"/>
                        <a:pt x="18178" y="1445015"/>
                      </a:cubicBezTo>
                      <a:close/>
                      <a:moveTo>
                        <a:pt x="34370" y="1310713"/>
                      </a:moveTo>
                      <a:cubicBezTo>
                        <a:pt x="22940" y="1308808"/>
                        <a:pt x="16273" y="1298330"/>
                        <a:pt x="18178" y="1286900"/>
                      </a:cubicBezTo>
                      <a:lnTo>
                        <a:pt x="18178" y="1286900"/>
                      </a:lnTo>
                      <a:cubicBezTo>
                        <a:pt x="20083" y="1276422"/>
                        <a:pt x="30560" y="1268803"/>
                        <a:pt x="41990" y="1270708"/>
                      </a:cubicBezTo>
                      <a:lnTo>
                        <a:pt x="41990" y="1270708"/>
                      </a:lnTo>
                      <a:cubicBezTo>
                        <a:pt x="53420" y="1272613"/>
                        <a:pt x="60088" y="1283090"/>
                        <a:pt x="58183" y="1294520"/>
                      </a:cubicBezTo>
                      <a:lnTo>
                        <a:pt x="58183" y="1294520"/>
                      </a:lnTo>
                      <a:cubicBezTo>
                        <a:pt x="56278" y="1304045"/>
                        <a:pt x="47705" y="1311665"/>
                        <a:pt x="38180" y="1311665"/>
                      </a:cubicBezTo>
                      <a:lnTo>
                        <a:pt x="38180" y="1311665"/>
                      </a:lnTo>
                      <a:cubicBezTo>
                        <a:pt x="37228" y="1311665"/>
                        <a:pt x="35323" y="1311665"/>
                        <a:pt x="34370" y="1310713"/>
                      </a:cubicBezTo>
                      <a:close/>
                      <a:moveTo>
                        <a:pt x="61993" y="1179267"/>
                      </a:moveTo>
                      <a:cubicBezTo>
                        <a:pt x="51515" y="1176410"/>
                        <a:pt x="44848" y="1164980"/>
                        <a:pt x="47705" y="1154503"/>
                      </a:cubicBezTo>
                      <a:lnTo>
                        <a:pt x="47705" y="1154503"/>
                      </a:lnTo>
                      <a:cubicBezTo>
                        <a:pt x="50563" y="1144025"/>
                        <a:pt x="61993" y="1137358"/>
                        <a:pt x="72470" y="1140215"/>
                      </a:cubicBezTo>
                      <a:lnTo>
                        <a:pt x="72470" y="1140215"/>
                      </a:lnTo>
                      <a:cubicBezTo>
                        <a:pt x="82948" y="1143072"/>
                        <a:pt x="89615" y="1154503"/>
                        <a:pt x="86758" y="1164980"/>
                      </a:cubicBezTo>
                      <a:lnTo>
                        <a:pt x="86758" y="1164980"/>
                      </a:lnTo>
                      <a:cubicBezTo>
                        <a:pt x="83900" y="1173553"/>
                        <a:pt x="76280" y="1180220"/>
                        <a:pt x="67708" y="1180220"/>
                      </a:cubicBezTo>
                      <a:lnTo>
                        <a:pt x="67708" y="1180220"/>
                      </a:lnTo>
                      <a:cubicBezTo>
                        <a:pt x="64850" y="1179267"/>
                        <a:pt x="63898" y="1179267"/>
                        <a:pt x="61993" y="1179267"/>
                      </a:cubicBezTo>
                      <a:close/>
                      <a:moveTo>
                        <a:pt x="100093" y="1049728"/>
                      </a:moveTo>
                      <a:cubicBezTo>
                        <a:pt x="89615" y="1045918"/>
                        <a:pt x="83900" y="1034487"/>
                        <a:pt x="87710" y="1024010"/>
                      </a:cubicBezTo>
                      <a:lnTo>
                        <a:pt x="87710" y="1024010"/>
                      </a:lnTo>
                      <a:lnTo>
                        <a:pt x="87710" y="1024010"/>
                      </a:lnTo>
                      <a:lnTo>
                        <a:pt x="87710" y="1024010"/>
                      </a:lnTo>
                      <a:cubicBezTo>
                        <a:pt x="91520" y="1013533"/>
                        <a:pt x="102950" y="1007818"/>
                        <a:pt x="113428" y="1011628"/>
                      </a:cubicBezTo>
                      <a:lnTo>
                        <a:pt x="113428" y="1011628"/>
                      </a:lnTo>
                      <a:cubicBezTo>
                        <a:pt x="123905" y="1015437"/>
                        <a:pt x="129620" y="1026868"/>
                        <a:pt x="125810" y="1038297"/>
                      </a:cubicBezTo>
                      <a:lnTo>
                        <a:pt x="125810" y="1038297"/>
                      </a:lnTo>
                      <a:cubicBezTo>
                        <a:pt x="122953" y="1046870"/>
                        <a:pt x="115333" y="1051633"/>
                        <a:pt x="106760" y="1051633"/>
                      </a:cubicBezTo>
                      <a:lnTo>
                        <a:pt x="106760" y="1051633"/>
                      </a:lnTo>
                      <a:cubicBezTo>
                        <a:pt x="104855" y="1051633"/>
                        <a:pt x="102950" y="1050680"/>
                        <a:pt x="100093" y="1049728"/>
                      </a:cubicBezTo>
                      <a:close/>
                      <a:moveTo>
                        <a:pt x="150575" y="924950"/>
                      </a:moveTo>
                      <a:cubicBezTo>
                        <a:pt x="140098" y="920187"/>
                        <a:pt x="136288" y="907805"/>
                        <a:pt x="141050" y="898280"/>
                      </a:cubicBezTo>
                      <a:lnTo>
                        <a:pt x="141050" y="898280"/>
                      </a:lnTo>
                      <a:cubicBezTo>
                        <a:pt x="145813" y="888755"/>
                        <a:pt x="158195" y="883993"/>
                        <a:pt x="167720" y="888755"/>
                      </a:cubicBezTo>
                      <a:lnTo>
                        <a:pt x="167720" y="888755"/>
                      </a:lnTo>
                      <a:cubicBezTo>
                        <a:pt x="178198" y="893518"/>
                        <a:pt x="182008" y="905900"/>
                        <a:pt x="177245" y="915425"/>
                      </a:cubicBezTo>
                      <a:lnTo>
                        <a:pt x="177245" y="915425"/>
                      </a:lnTo>
                      <a:cubicBezTo>
                        <a:pt x="173435" y="923045"/>
                        <a:pt x="166768" y="926855"/>
                        <a:pt x="159148" y="926855"/>
                      </a:cubicBezTo>
                      <a:lnTo>
                        <a:pt x="159148" y="926855"/>
                      </a:lnTo>
                      <a:cubicBezTo>
                        <a:pt x="156290" y="926855"/>
                        <a:pt x="153433" y="926855"/>
                        <a:pt x="150575" y="924950"/>
                      </a:cubicBezTo>
                      <a:close/>
                      <a:moveTo>
                        <a:pt x="210583" y="804935"/>
                      </a:moveTo>
                      <a:cubicBezTo>
                        <a:pt x="201058" y="799220"/>
                        <a:pt x="197248" y="786837"/>
                        <a:pt x="202963" y="777312"/>
                      </a:cubicBezTo>
                      <a:lnTo>
                        <a:pt x="202963" y="777312"/>
                      </a:lnTo>
                      <a:cubicBezTo>
                        <a:pt x="208678" y="767787"/>
                        <a:pt x="221060" y="763978"/>
                        <a:pt x="230585" y="769693"/>
                      </a:cubicBezTo>
                      <a:lnTo>
                        <a:pt x="230585" y="769693"/>
                      </a:lnTo>
                      <a:cubicBezTo>
                        <a:pt x="240110" y="775408"/>
                        <a:pt x="243920" y="787790"/>
                        <a:pt x="238205" y="797315"/>
                      </a:cubicBezTo>
                      <a:lnTo>
                        <a:pt x="238205" y="797315"/>
                      </a:lnTo>
                      <a:cubicBezTo>
                        <a:pt x="234395" y="803983"/>
                        <a:pt x="227728" y="806840"/>
                        <a:pt x="221060" y="806840"/>
                      </a:cubicBezTo>
                      <a:lnTo>
                        <a:pt x="221060" y="806840"/>
                      </a:lnTo>
                      <a:cubicBezTo>
                        <a:pt x="217250" y="807793"/>
                        <a:pt x="214393" y="806840"/>
                        <a:pt x="210583" y="804935"/>
                      </a:cubicBezTo>
                      <a:close/>
                      <a:moveTo>
                        <a:pt x="282020" y="690635"/>
                      </a:moveTo>
                      <a:cubicBezTo>
                        <a:pt x="272495" y="683968"/>
                        <a:pt x="270590" y="671585"/>
                        <a:pt x="277258" y="662060"/>
                      </a:cubicBezTo>
                      <a:lnTo>
                        <a:pt x="277258" y="662060"/>
                      </a:lnTo>
                      <a:cubicBezTo>
                        <a:pt x="283925" y="653487"/>
                        <a:pt x="296308" y="650630"/>
                        <a:pt x="304880" y="657297"/>
                      </a:cubicBezTo>
                      <a:lnTo>
                        <a:pt x="304880" y="657297"/>
                      </a:lnTo>
                      <a:cubicBezTo>
                        <a:pt x="314405" y="663965"/>
                        <a:pt x="316310" y="676347"/>
                        <a:pt x="309643" y="685872"/>
                      </a:cubicBezTo>
                      <a:lnTo>
                        <a:pt x="309643" y="685872"/>
                      </a:lnTo>
                      <a:cubicBezTo>
                        <a:pt x="305833" y="691587"/>
                        <a:pt x="299165" y="694445"/>
                        <a:pt x="293450" y="694445"/>
                      </a:cubicBezTo>
                      <a:lnTo>
                        <a:pt x="293450" y="694445"/>
                      </a:lnTo>
                      <a:cubicBezTo>
                        <a:pt x="289640" y="693493"/>
                        <a:pt x="285830" y="692540"/>
                        <a:pt x="282020" y="690635"/>
                      </a:cubicBezTo>
                      <a:close/>
                      <a:moveTo>
                        <a:pt x="362983" y="582050"/>
                      </a:moveTo>
                      <a:cubicBezTo>
                        <a:pt x="354410" y="575383"/>
                        <a:pt x="352505" y="562047"/>
                        <a:pt x="360125" y="553475"/>
                      </a:cubicBezTo>
                      <a:lnTo>
                        <a:pt x="360125" y="553475"/>
                      </a:lnTo>
                      <a:cubicBezTo>
                        <a:pt x="367745" y="544903"/>
                        <a:pt x="380128" y="543950"/>
                        <a:pt x="388700" y="550618"/>
                      </a:cubicBezTo>
                      <a:lnTo>
                        <a:pt x="388700" y="550618"/>
                      </a:lnTo>
                      <a:cubicBezTo>
                        <a:pt x="397273" y="557285"/>
                        <a:pt x="398225" y="570620"/>
                        <a:pt x="391558" y="579193"/>
                      </a:cubicBezTo>
                      <a:lnTo>
                        <a:pt x="391558" y="579193"/>
                      </a:lnTo>
                      <a:cubicBezTo>
                        <a:pt x="387748" y="583955"/>
                        <a:pt x="382033" y="586812"/>
                        <a:pt x="376318" y="586812"/>
                      </a:cubicBezTo>
                      <a:lnTo>
                        <a:pt x="376318" y="586812"/>
                      </a:lnTo>
                      <a:cubicBezTo>
                        <a:pt x="371555" y="586812"/>
                        <a:pt x="366793" y="585860"/>
                        <a:pt x="362983" y="582050"/>
                      </a:cubicBezTo>
                      <a:close/>
                      <a:moveTo>
                        <a:pt x="452518" y="482037"/>
                      </a:moveTo>
                      <a:cubicBezTo>
                        <a:pt x="444898" y="474418"/>
                        <a:pt x="444898" y="461083"/>
                        <a:pt x="452518" y="453462"/>
                      </a:cubicBezTo>
                      <a:lnTo>
                        <a:pt x="452518" y="453462"/>
                      </a:lnTo>
                      <a:cubicBezTo>
                        <a:pt x="460138" y="445843"/>
                        <a:pt x="473473" y="445843"/>
                        <a:pt x="481093" y="453462"/>
                      </a:cubicBezTo>
                      <a:lnTo>
                        <a:pt x="481093" y="453462"/>
                      </a:lnTo>
                      <a:cubicBezTo>
                        <a:pt x="488713" y="461083"/>
                        <a:pt x="488713" y="474418"/>
                        <a:pt x="481093" y="482037"/>
                      </a:cubicBezTo>
                      <a:lnTo>
                        <a:pt x="481093" y="482037"/>
                      </a:lnTo>
                      <a:cubicBezTo>
                        <a:pt x="477283" y="485847"/>
                        <a:pt x="471568" y="487753"/>
                        <a:pt x="466805" y="487753"/>
                      </a:cubicBezTo>
                      <a:lnTo>
                        <a:pt x="466805" y="487753"/>
                      </a:lnTo>
                      <a:cubicBezTo>
                        <a:pt x="461090" y="487753"/>
                        <a:pt x="456328" y="485847"/>
                        <a:pt x="452518" y="482037"/>
                      </a:cubicBezTo>
                      <a:close/>
                      <a:moveTo>
                        <a:pt x="550625" y="389645"/>
                      </a:moveTo>
                      <a:cubicBezTo>
                        <a:pt x="543005" y="381072"/>
                        <a:pt x="543958" y="368690"/>
                        <a:pt x="553483" y="361070"/>
                      </a:cubicBezTo>
                      <a:lnTo>
                        <a:pt x="553483" y="361070"/>
                      </a:lnTo>
                      <a:cubicBezTo>
                        <a:pt x="562055" y="353450"/>
                        <a:pt x="574438" y="354403"/>
                        <a:pt x="582058" y="363928"/>
                      </a:cubicBezTo>
                      <a:lnTo>
                        <a:pt x="582058" y="363928"/>
                      </a:lnTo>
                      <a:cubicBezTo>
                        <a:pt x="589678" y="372500"/>
                        <a:pt x="588725" y="384883"/>
                        <a:pt x="579200" y="392503"/>
                      </a:cubicBezTo>
                      <a:lnTo>
                        <a:pt x="579200" y="392503"/>
                      </a:lnTo>
                      <a:cubicBezTo>
                        <a:pt x="575390" y="395360"/>
                        <a:pt x="570628" y="397265"/>
                        <a:pt x="565865" y="397265"/>
                      </a:cubicBezTo>
                      <a:lnTo>
                        <a:pt x="565865" y="397265"/>
                      </a:lnTo>
                      <a:cubicBezTo>
                        <a:pt x="560150" y="396312"/>
                        <a:pt x="554435" y="394408"/>
                        <a:pt x="550625" y="389645"/>
                      </a:cubicBezTo>
                      <a:close/>
                      <a:moveTo>
                        <a:pt x="656353" y="305825"/>
                      </a:moveTo>
                      <a:cubicBezTo>
                        <a:pt x="649685" y="296300"/>
                        <a:pt x="651590" y="283918"/>
                        <a:pt x="661115" y="278203"/>
                      </a:cubicBezTo>
                      <a:lnTo>
                        <a:pt x="661115" y="278203"/>
                      </a:lnTo>
                      <a:cubicBezTo>
                        <a:pt x="670640" y="271535"/>
                        <a:pt x="683023" y="273440"/>
                        <a:pt x="689690" y="282965"/>
                      </a:cubicBezTo>
                      <a:lnTo>
                        <a:pt x="689690" y="282965"/>
                      </a:lnTo>
                      <a:cubicBezTo>
                        <a:pt x="696358" y="292490"/>
                        <a:pt x="693500" y="304872"/>
                        <a:pt x="684928" y="311540"/>
                      </a:cubicBezTo>
                      <a:lnTo>
                        <a:pt x="684928" y="311540"/>
                      </a:lnTo>
                      <a:cubicBezTo>
                        <a:pt x="681118" y="314397"/>
                        <a:pt x="677308" y="315350"/>
                        <a:pt x="673498" y="315350"/>
                      </a:cubicBezTo>
                      <a:lnTo>
                        <a:pt x="673498" y="315350"/>
                      </a:lnTo>
                      <a:cubicBezTo>
                        <a:pt x="665878" y="314397"/>
                        <a:pt x="660163" y="311540"/>
                        <a:pt x="656353" y="305825"/>
                      </a:cubicBezTo>
                      <a:close/>
                      <a:moveTo>
                        <a:pt x="768748" y="231530"/>
                      </a:moveTo>
                      <a:cubicBezTo>
                        <a:pt x="763033" y="222005"/>
                        <a:pt x="765890" y="209622"/>
                        <a:pt x="776368" y="203908"/>
                      </a:cubicBezTo>
                      <a:lnTo>
                        <a:pt x="776368" y="203908"/>
                      </a:lnTo>
                      <a:cubicBezTo>
                        <a:pt x="785893" y="198193"/>
                        <a:pt x="798275" y="201050"/>
                        <a:pt x="803990" y="211528"/>
                      </a:cubicBezTo>
                      <a:lnTo>
                        <a:pt x="803990" y="211528"/>
                      </a:lnTo>
                      <a:cubicBezTo>
                        <a:pt x="809705" y="221053"/>
                        <a:pt x="805895" y="233435"/>
                        <a:pt x="796370" y="239150"/>
                      </a:cubicBezTo>
                      <a:lnTo>
                        <a:pt x="796370" y="239150"/>
                      </a:lnTo>
                      <a:cubicBezTo>
                        <a:pt x="793513" y="241055"/>
                        <a:pt x="789703" y="242008"/>
                        <a:pt x="786845" y="242008"/>
                      </a:cubicBezTo>
                      <a:lnTo>
                        <a:pt x="786845" y="242008"/>
                      </a:lnTo>
                      <a:cubicBezTo>
                        <a:pt x="779225" y="242008"/>
                        <a:pt x="772558" y="238197"/>
                        <a:pt x="768748" y="231530"/>
                      </a:cubicBezTo>
                      <a:close/>
                      <a:moveTo>
                        <a:pt x="886858" y="168665"/>
                      </a:moveTo>
                      <a:cubicBezTo>
                        <a:pt x="882095" y="158187"/>
                        <a:pt x="885905" y="146758"/>
                        <a:pt x="896383" y="141995"/>
                      </a:cubicBezTo>
                      <a:lnTo>
                        <a:pt x="896383" y="141995"/>
                      </a:lnTo>
                      <a:lnTo>
                        <a:pt x="896383" y="141995"/>
                      </a:lnTo>
                      <a:lnTo>
                        <a:pt x="896383" y="141995"/>
                      </a:lnTo>
                      <a:cubicBezTo>
                        <a:pt x="906860" y="137233"/>
                        <a:pt x="918290" y="141995"/>
                        <a:pt x="923053" y="151520"/>
                      </a:cubicBezTo>
                      <a:lnTo>
                        <a:pt x="923053" y="151520"/>
                      </a:lnTo>
                      <a:cubicBezTo>
                        <a:pt x="927815" y="161997"/>
                        <a:pt x="923053" y="173428"/>
                        <a:pt x="913528" y="178190"/>
                      </a:cubicBezTo>
                      <a:lnTo>
                        <a:pt x="913528" y="178190"/>
                      </a:lnTo>
                      <a:cubicBezTo>
                        <a:pt x="910670" y="179143"/>
                        <a:pt x="907813" y="180095"/>
                        <a:pt x="904955" y="180095"/>
                      </a:cubicBezTo>
                      <a:lnTo>
                        <a:pt x="904955" y="180095"/>
                      </a:lnTo>
                      <a:cubicBezTo>
                        <a:pt x="898288" y="180095"/>
                        <a:pt x="890668" y="175333"/>
                        <a:pt x="886858" y="168665"/>
                      </a:cubicBezTo>
                      <a:close/>
                      <a:moveTo>
                        <a:pt x="1010683" y="114372"/>
                      </a:moveTo>
                      <a:cubicBezTo>
                        <a:pt x="1006873" y="103895"/>
                        <a:pt x="1011635" y="92465"/>
                        <a:pt x="1022113" y="88655"/>
                      </a:cubicBezTo>
                      <a:lnTo>
                        <a:pt x="1022113" y="88655"/>
                      </a:lnTo>
                      <a:cubicBezTo>
                        <a:pt x="1032590" y="84845"/>
                        <a:pt x="1044020" y="90560"/>
                        <a:pt x="1047830" y="101037"/>
                      </a:cubicBezTo>
                      <a:lnTo>
                        <a:pt x="1047830" y="101037"/>
                      </a:lnTo>
                      <a:cubicBezTo>
                        <a:pt x="1051640" y="111515"/>
                        <a:pt x="1046878" y="122945"/>
                        <a:pt x="1036400" y="126755"/>
                      </a:cubicBezTo>
                      <a:lnTo>
                        <a:pt x="1036400" y="126755"/>
                      </a:lnTo>
                      <a:cubicBezTo>
                        <a:pt x="1033543" y="127708"/>
                        <a:pt x="1031638" y="127708"/>
                        <a:pt x="1029733" y="127708"/>
                      </a:cubicBezTo>
                      <a:lnTo>
                        <a:pt x="1029733" y="127708"/>
                      </a:lnTo>
                      <a:cubicBezTo>
                        <a:pt x="1021160" y="128660"/>
                        <a:pt x="1013540" y="122945"/>
                        <a:pt x="1010683" y="114372"/>
                      </a:cubicBezTo>
                      <a:close/>
                      <a:moveTo>
                        <a:pt x="1138318" y="72462"/>
                      </a:moveTo>
                      <a:cubicBezTo>
                        <a:pt x="1135460" y="61985"/>
                        <a:pt x="1142128" y="50555"/>
                        <a:pt x="1152605" y="47697"/>
                      </a:cubicBezTo>
                      <a:lnTo>
                        <a:pt x="1152605" y="47697"/>
                      </a:lnTo>
                      <a:lnTo>
                        <a:pt x="1152605" y="47697"/>
                      </a:lnTo>
                      <a:lnTo>
                        <a:pt x="1152605" y="47697"/>
                      </a:lnTo>
                      <a:cubicBezTo>
                        <a:pt x="1163083" y="44840"/>
                        <a:pt x="1174513" y="51508"/>
                        <a:pt x="1177370" y="61985"/>
                      </a:cubicBezTo>
                      <a:lnTo>
                        <a:pt x="1177370" y="61985"/>
                      </a:lnTo>
                      <a:cubicBezTo>
                        <a:pt x="1180228" y="72462"/>
                        <a:pt x="1173560" y="83893"/>
                        <a:pt x="1163083" y="86750"/>
                      </a:cubicBezTo>
                      <a:lnTo>
                        <a:pt x="1163083" y="86750"/>
                      </a:lnTo>
                      <a:cubicBezTo>
                        <a:pt x="1161178" y="87703"/>
                        <a:pt x="1159273" y="87703"/>
                        <a:pt x="1157368" y="87703"/>
                      </a:cubicBezTo>
                      <a:lnTo>
                        <a:pt x="1157368" y="87703"/>
                      </a:lnTo>
                      <a:cubicBezTo>
                        <a:pt x="1148795" y="87703"/>
                        <a:pt x="1141175" y="81987"/>
                        <a:pt x="1138318" y="72462"/>
                      </a:cubicBezTo>
                      <a:close/>
                      <a:moveTo>
                        <a:pt x="1269763" y="41983"/>
                      </a:moveTo>
                      <a:cubicBezTo>
                        <a:pt x="1267858" y="30553"/>
                        <a:pt x="1275478" y="20075"/>
                        <a:pt x="1285955" y="18170"/>
                      </a:cubicBezTo>
                      <a:lnTo>
                        <a:pt x="1285955" y="18170"/>
                      </a:lnTo>
                      <a:cubicBezTo>
                        <a:pt x="1297385" y="16265"/>
                        <a:pt x="1307863" y="23885"/>
                        <a:pt x="1309768" y="34362"/>
                      </a:cubicBezTo>
                      <a:lnTo>
                        <a:pt x="1309768" y="34362"/>
                      </a:lnTo>
                      <a:cubicBezTo>
                        <a:pt x="1311673" y="45793"/>
                        <a:pt x="1304053" y="55318"/>
                        <a:pt x="1293575" y="58175"/>
                      </a:cubicBezTo>
                      <a:lnTo>
                        <a:pt x="1293575" y="58175"/>
                      </a:lnTo>
                      <a:cubicBezTo>
                        <a:pt x="1292623" y="58175"/>
                        <a:pt x="1291670" y="58175"/>
                        <a:pt x="1290718" y="58175"/>
                      </a:cubicBezTo>
                      <a:lnTo>
                        <a:pt x="1290718" y="58175"/>
                      </a:lnTo>
                      <a:cubicBezTo>
                        <a:pt x="1280240" y="58175"/>
                        <a:pt x="1271668" y="51508"/>
                        <a:pt x="1269763" y="41983"/>
                      </a:cubicBezTo>
                      <a:close/>
                      <a:moveTo>
                        <a:pt x="1403113" y="21980"/>
                      </a:moveTo>
                      <a:cubicBezTo>
                        <a:pt x="1402160" y="10550"/>
                        <a:pt x="1410733" y="1025"/>
                        <a:pt x="1421210" y="72"/>
                      </a:cubicBezTo>
                      <a:lnTo>
                        <a:pt x="1421210" y="72"/>
                      </a:lnTo>
                      <a:cubicBezTo>
                        <a:pt x="1432640" y="-880"/>
                        <a:pt x="1442165" y="7693"/>
                        <a:pt x="1443118" y="18170"/>
                      </a:cubicBezTo>
                      <a:lnTo>
                        <a:pt x="1443118" y="18170"/>
                      </a:lnTo>
                      <a:cubicBezTo>
                        <a:pt x="1444070" y="29600"/>
                        <a:pt x="1435498" y="39125"/>
                        <a:pt x="1425020" y="40078"/>
                      </a:cubicBezTo>
                      <a:lnTo>
                        <a:pt x="1425020" y="40078"/>
                      </a:lnTo>
                      <a:cubicBezTo>
                        <a:pt x="1424068" y="40078"/>
                        <a:pt x="1424068" y="40078"/>
                        <a:pt x="1423115" y="40078"/>
                      </a:cubicBezTo>
                      <a:lnTo>
                        <a:pt x="1423115" y="40078"/>
                      </a:lnTo>
                      <a:cubicBezTo>
                        <a:pt x="1412638" y="41030"/>
                        <a:pt x="1404065" y="32458"/>
                        <a:pt x="1403113" y="21980"/>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22" name="Freeform 479">
                  <a:extLst>
                    <a:ext uri="{FF2B5EF4-FFF2-40B4-BE49-F238E27FC236}">
                      <a16:creationId xmlns:a16="http://schemas.microsoft.com/office/drawing/2014/main" id="{D6B96268-B6DD-F141-8D85-E200EB85FDC0}"/>
                    </a:ext>
                  </a:extLst>
                </p:cNvPr>
                <p:cNvSpPr/>
                <p:nvPr/>
              </p:nvSpPr>
              <p:spPr>
                <a:xfrm>
                  <a:off x="4299266" y="5446395"/>
                  <a:ext cx="40957" cy="40004"/>
                </a:xfrm>
                <a:custGeom>
                  <a:avLst/>
                  <a:gdLst>
                    <a:gd name="connsiteX0" fmla="*/ 20003 w 40957"/>
                    <a:gd name="connsiteY0" fmla="*/ 40005 h 40004"/>
                    <a:gd name="connsiteX1" fmla="*/ 5715 w 40957"/>
                    <a:gd name="connsiteY1" fmla="*/ 34290 h 40004"/>
                    <a:gd name="connsiteX2" fmla="*/ 0 w 40957"/>
                    <a:gd name="connsiteY2" fmla="*/ 20002 h 40004"/>
                    <a:gd name="connsiteX3" fmla="*/ 5715 w 40957"/>
                    <a:gd name="connsiteY3" fmla="*/ 5715 h 40004"/>
                    <a:gd name="connsiteX4" fmla="*/ 34290 w 40957"/>
                    <a:gd name="connsiteY4" fmla="*/ 5715 h 40004"/>
                    <a:gd name="connsiteX5" fmla="*/ 40958 w 40957"/>
                    <a:gd name="connsiteY5" fmla="*/ 20002 h 40004"/>
                    <a:gd name="connsiteX6" fmla="*/ 35242 w 40957"/>
                    <a:gd name="connsiteY6" fmla="*/ 34290 h 40004"/>
                    <a:gd name="connsiteX7" fmla="*/ 20003 w 40957"/>
                    <a:gd name="connsiteY7" fmla="*/ 40005 h 4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957" h="40004">
                      <a:moveTo>
                        <a:pt x="20003" y="40005"/>
                      </a:moveTo>
                      <a:cubicBezTo>
                        <a:pt x="14288" y="40005"/>
                        <a:pt x="9525" y="38100"/>
                        <a:pt x="5715" y="34290"/>
                      </a:cubicBezTo>
                      <a:cubicBezTo>
                        <a:pt x="1905" y="30480"/>
                        <a:pt x="0" y="25717"/>
                        <a:pt x="0" y="20002"/>
                      </a:cubicBezTo>
                      <a:cubicBezTo>
                        <a:pt x="0" y="14287"/>
                        <a:pt x="1905" y="9525"/>
                        <a:pt x="5715" y="5715"/>
                      </a:cubicBezTo>
                      <a:cubicBezTo>
                        <a:pt x="13335" y="-1905"/>
                        <a:pt x="26670" y="-1905"/>
                        <a:pt x="34290" y="5715"/>
                      </a:cubicBezTo>
                      <a:cubicBezTo>
                        <a:pt x="38100" y="9525"/>
                        <a:pt x="40958" y="14287"/>
                        <a:pt x="40958" y="20002"/>
                      </a:cubicBezTo>
                      <a:cubicBezTo>
                        <a:pt x="40958" y="25717"/>
                        <a:pt x="39053" y="30480"/>
                        <a:pt x="35242" y="34290"/>
                      </a:cubicBezTo>
                      <a:cubicBezTo>
                        <a:pt x="30480" y="37148"/>
                        <a:pt x="24765" y="40005"/>
                        <a:pt x="20003" y="40005"/>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grpSp>
          <p:sp>
            <p:nvSpPr>
              <p:cNvPr id="112" name="Freeform 480">
                <a:extLst>
                  <a:ext uri="{FF2B5EF4-FFF2-40B4-BE49-F238E27FC236}">
                    <a16:creationId xmlns:a16="http://schemas.microsoft.com/office/drawing/2014/main" id="{CC3A9AAB-5AD9-154C-992B-E69274EF4C27}"/>
                  </a:ext>
                </a:extLst>
              </p:cNvPr>
              <p:cNvSpPr/>
              <p:nvPr/>
            </p:nvSpPr>
            <p:spPr>
              <a:xfrm>
                <a:off x="8934134" y="5451085"/>
                <a:ext cx="1454541" cy="1579317"/>
              </a:xfrm>
              <a:custGeom>
                <a:avLst/>
                <a:gdLst>
                  <a:gd name="connsiteX0" fmla="*/ 0 w 1454540"/>
                  <a:gd name="connsiteY0" fmla="*/ 1559315 h 1579317"/>
                  <a:gd name="connsiteX1" fmla="*/ 0 w 1454540"/>
                  <a:gd name="connsiteY1" fmla="*/ 1559315 h 1579317"/>
                  <a:gd name="connsiteX2" fmla="*/ 0 w 1454540"/>
                  <a:gd name="connsiteY2" fmla="*/ 1559315 h 1579317"/>
                  <a:gd name="connsiteX3" fmla="*/ 20955 w 1454540"/>
                  <a:gd name="connsiteY3" fmla="*/ 1539313 h 1579317"/>
                  <a:gd name="connsiteX4" fmla="*/ 20955 w 1454540"/>
                  <a:gd name="connsiteY4" fmla="*/ 1539313 h 1579317"/>
                  <a:gd name="connsiteX5" fmla="*/ 40957 w 1454540"/>
                  <a:gd name="connsiteY5" fmla="*/ 1559315 h 1579317"/>
                  <a:gd name="connsiteX6" fmla="*/ 40957 w 1454540"/>
                  <a:gd name="connsiteY6" fmla="*/ 1559315 h 1579317"/>
                  <a:gd name="connsiteX7" fmla="*/ 20955 w 1454540"/>
                  <a:gd name="connsiteY7" fmla="*/ 1579317 h 1579317"/>
                  <a:gd name="connsiteX8" fmla="*/ 20955 w 1454540"/>
                  <a:gd name="connsiteY8" fmla="*/ 1579317 h 1579317"/>
                  <a:gd name="connsiteX9" fmla="*/ 0 w 1454540"/>
                  <a:gd name="connsiteY9" fmla="*/ 1559315 h 1579317"/>
                  <a:gd name="connsiteX10" fmla="*/ 24765 w 1454540"/>
                  <a:gd name="connsiteY10" fmla="*/ 1445015 h 1579317"/>
                  <a:gd name="connsiteX11" fmla="*/ 5715 w 1454540"/>
                  <a:gd name="connsiteY11" fmla="*/ 1423108 h 1579317"/>
                  <a:gd name="connsiteX12" fmla="*/ 5715 w 1454540"/>
                  <a:gd name="connsiteY12" fmla="*/ 1423108 h 1579317"/>
                  <a:gd name="connsiteX13" fmla="*/ 27623 w 1454540"/>
                  <a:gd name="connsiteY13" fmla="*/ 1405010 h 1579317"/>
                  <a:gd name="connsiteX14" fmla="*/ 27623 w 1454540"/>
                  <a:gd name="connsiteY14" fmla="*/ 1405010 h 1579317"/>
                  <a:gd name="connsiteX15" fmla="*/ 46673 w 1454540"/>
                  <a:gd name="connsiteY15" fmla="*/ 1426917 h 1579317"/>
                  <a:gd name="connsiteX16" fmla="*/ 46673 w 1454540"/>
                  <a:gd name="connsiteY16" fmla="*/ 1426917 h 1579317"/>
                  <a:gd name="connsiteX17" fmla="*/ 26670 w 1454540"/>
                  <a:gd name="connsiteY17" fmla="*/ 1445015 h 1579317"/>
                  <a:gd name="connsiteX18" fmla="*/ 26670 w 1454540"/>
                  <a:gd name="connsiteY18" fmla="*/ 1445015 h 1579317"/>
                  <a:gd name="connsiteX19" fmla="*/ 24765 w 1454540"/>
                  <a:gd name="connsiteY19" fmla="*/ 1445015 h 1579317"/>
                  <a:gd name="connsiteX20" fmla="*/ 40957 w 1454540"/>
                  <a:gd name="connsiteY20" fmla="*/ 1310713 h 1579317"/>
                  <a:gd name="connsiteX21" fmla="*/ 24765 w 1454540"/>
                  <a:gd name="connsiteY21" fmla="*/ 1286900 h 1579317"/>
                  <a:gd name="connsiteX22" fmla="*/ 24765 w 1454540"/>
                  <a:gd name="connsiteY22" fmla="*/ 1286900 h 1579317"/>
                  <a:gd name="connsiteX23" fmla="*/ 24765 w 1454540"/>
                  <a:gd name="connsiteY23" fmla="*/ 1286900 h 1579317"/>
                  <a:gd name="connsiteX24" fmla="*/ 24765 w 1454540"/>
                  <a:gd name="connsiteY24" fmla="*/ 1286900 h 1579317"/>
                  <a:gd name="connsiteX25" fmla="*/ 48578 w 1454540"/>
                  <a:gd name="connsiteY25" fmla="*/ 1270708 h 1579317"/>
                  <a:gd name="connsiteX26" fmla="*/ 48578 w 1454540"/>
                  <a:gd name="connsiteY26" fmla="*/ 1270708 h 1579317"/>
                  <a:gd name="connsiteX27" fmla="*/ 64770 w 1454540"/>
                  <a:gd name="connsiteY27" fmla="*/ 1294520 h 1579317"/>
                  <a:gd name="connsiteX28" fmla="*/ 64770 w 1454540"/>
                  <a:gd name="connsiteY28" fmla="*/ 1294520 h 1579317"/>
                  <a:gd name="connsiteX29" fmla="*/ 44768 w 1454540"/>
                  <a:gd name="connsiteY29" fmla="*/ 1311665 h 1579317"/>
                  <a:gd name="connsiteX30" fmla="*/ 44768 w 1454540"/>
                  <a:gd name="connsiteY30" fmla="*/ 1311665 h 1579317"/>
                  <a:gd name="connsiteX31" fmla="*/ 40957 w 1454540"/>
                  <a:gd name="connsiteY31" fmla="*/ 1310713 h 1579317"/>
                  <a:gd name="connsiteX32" fmla="*/ 67628 w 1454540"/>
                  <a:gd name="connsiteY32" fmla="*/ 1178315 h 1579317"/>
                  <a:gd name="connsiteX33" fmla="*/ 53340 w 1454540"/>
                  <a:gd name="connsiteY33" fmla="*/ 1153550 h 1579317"/>
                  <a:gd name="connsiteX34" fmla="*/ 53340 w 1454540"/>
                  <a:gd name="connsiteY34" fmla="*/ 1153550 h 1579317"/>
                  <a:gd name="connsiteX35" fmla="*/ 78105 w 1454540"/>
                  <a:gd name="connsiteY35" fmla="*/ 1139263 h 1579317"/>
                  <a:gd name="connsiteX36" fmla="*/ 78105 w 1454540"/>
                  <a:gd name="connsiteY36" fmla="*/ 1139263 h 1579317"/>
                  <a:gd name="connsiteX37" fmla="*/ 92393 w 1454540"/>
                  <a:gd name="connsiteY37" fmla="*/ 1164028 h 1579317"/>
                  <a:gd name="connsiteX38" fmla="*/ 92393 w 1454540"/>
                  <a:gd name="connsiteY38" fmla="*/ 1164028 h 1579317"/>
                  <a:gd name="connsiteX39" fmla="*/ 72390 w 1454540"/>
                  <a:gd name="connsiteY39" fmla="*/ 1179267 h 1579317"/>
                  <a:gd name="connsiteX40" fmla="*/ 72390 w 1454540"/>
                  <a:gd name="connsiteY40" fmla="*/ 1179267 h 1579317"/>
                  <a:gd name="connsiteX41" fmla="*/ 67628 w 1454540"/>
                  <a:gd name="connsiteY41" fmla="*/ 1178315 h 1579317"/>
                  <a:gd name="connsiteX42" fmla="*/ 106680 w 1454540"/>
                  <a:gd name="connsiteY42" fmla="*/ 1049728 h 1579317"/>
                  <a:gd name="connsiteX43" fmla="*/ 94298 w 1454540"/>
                  <a:gd name="connsiteY43" fmla="*/ 1024010 h 1579317"/>
                  <a:gd name="connsiteX44" fmla="*/ 94298 w 1454540"/>
                  <a:gd name="connsiteY44" fmla="*/ 1024010 h 1579317"/>
                  <a:gd name="connsiteX45" fmla="*/ 120015 w 1454540"/>
                  <a:gd name="connsiteY45" fmla="*/ 1011628 h 1579317"/>
                  <a:gd name="connsiteX46" fmla="*/ 120015 w 1454540"/>
                  <a:gd name="connsiteY46" fmla="*/ 1011628 h 1579317"/>
                  <a:gd name="connsiteX47" fmla="*/ 132398 w 1454540"/>
                  <a:gd name="connsiteY47" fmla="*/ 1037345 h 1579317"/>
                  <a:gd name="connsiteX48" fmla="*/ 132398 w 1454540"/>
                  <a:gd name="connsiteY48" fmla="*/ 1037345 h 1579317"/>
                  <a:gd name="connsiteX49" fmla="*/ 113348 w 1454540"/>
                  <a:gd name="connsiteY49" fmla="*/ 1050680 h 1579317"/>
                  <a:gd name="connsiteX50" fmla="*/ 113348 w 1454540"/>
                  <a:gd name="connsiteY50" fmla="*/ 1050680 h 1579317"/>
                  <a:gd name="connsiteX51" fmla="*/ 106680 w 1454540"/>
                  <a:gd name="connsiteY51" fmla="*/ 1049728 h 1579317"/>
                  <a:gd name="connsiteX52" fmla="*/ 157163 w 1454540"/>
                  <a:gd name="connsiteY52" fmla="*/ 923997 h 1579317"/>
                  <a:gd name="connsiteX53" fmla="*/ 147638 w 1454540"/>
                  <a:gd name="connsiteY53" fmla="*/ 897328 h 1579317"/>
                  <a:gd name="connsiteX54" fmla="*/ 147638 w 1454540"/>
                  <a:gd name="connsiteY54" fmla="*/ 897328 h 1579317"/>
                  <a:gd name="connsiteX55" fmla="*/ 147638 w 1454540"/>
                  <a:gd name="connsiteY55" fmla="*/ 897328 h 1579317"/>
                  <a:gd name="connsiteX56" fmla="*/ 147638 w 1454540"/>
                  <a:gd name="connsiteY56" fmla="*/ 897328 h 1579317"/>
                  <a:gd name="connsiteX57" fmla="*/ 174307 w 1454540"/>
                  <a:gd name="connsiteY57" fmla="*/ 887803 h 1579317"/>
                  <a:gd name="connsiteX58" fmla="*/ 174307 w 1454540"/>
                  <a:gd name="connsiteY58" fmla="*/ 887803 h 1579317"/>
                  <a:gd name="connsiteX59" fmla="*/ 183832 w 1454540"/>
                  <a:gd name="connsiteY59" fmla="*/ 914472 h 1579317"/>
                  <a:gd name="connsiteX60" fmla="*/ 183832 w 1454540"/>
                  <a:gd name="connsiteY60" fmla="*/ 914472 h 1579317"/>
                  <a:gd name="connsiteX61" fmla="*/ 165735 w 1454540"/>
                  <a:gd name="connsiteY61" fmla="*/ 925903 h 1579317"/>
                  <a:gd name="connsiteX62" fmla="*/ 165735 w 1454540"/>
                  <a:gd name="connsiteY62" fmla="*/ 925903 h 1579317"/>
                  <a:gd name="connsiteX63" fmla="*/ 157163 w 1454540"/>
                  <a:gd name="connsiteY63" fmla="*/ 923997 h 1579317"/>
                  <a:gd name="connsiteX64" fmla="*/ 218123 w 1454540"/>
                  <a:gd name="connsiteY64" fmla="*/ 803030 h 1579317"/>
                  <a:gd name="connsiteX65" fmla="*/ 210503 w 1454540"/>
                  <a:gd name="connsiteY65" fmla="*/ 775408 h 1579317"/>
                  <a:gd name="connsiteX66" fmla="*/ 210503 w 1454540"/>
                  <a:gd name="connsiteY66" fmla="*/ 775408 h 1579317"/>
                  <a:gd name="connsiteX67" fmla="*/ 210503 w 1454540"/>
                  <a:gd name="connsiteY67" fmla="*/ 775408 h 1579317"/>
                  <a:gd name="connsiteX68" fmla="*/ 210503 w 1454540"/>
                  <a:gd name="connsiteY68" fmla="*/ 775408 h 1579317"/>
                  <a:gd name="connsiteX69" fmla="*/ 238125 w 1454540"/>
                  <a:gd name="connsiteY69" fmla="*/ 767787 h 1579317"/>
                  <a:gd name="connsiteX70" fmla="*/ 238125 w 1454540"/>
                  <a:gd name="connsiteY70" fmla="*/ 767787 h 1579317"/>
                  <a:gd name="connsiteX71" fmla="*/ 245745 w 1454540"/>
                  <a:gd name="connsiteY71" fmla="*/ 795410 h 1579317"/>
                  <a:gd name="connsiteX72" fmla="*/ 245745 w 1454540"/>
                  <a:gd name="connsiteY72" fmla="*/ 795410 h 1579317"/>
                  <a:gd name="connsiteX73" fmla="*/ 228600 w 1454540"/>
                  <a:gd name="connsiteY73" fmla="*/ 805887 h 1579317"/>
                  <a:gd name="connsiteX74" fmla="*/ 228600 w 1454540"/>
                  <a:gd name="connsiteY74" fmla="*/ 805887 h 1579317"/>
                  <a:gd name="connsiteX75" fmla="*/ 218123 w 1454540"/>
                  <a:gd name="connsiteY75" fmla="*/ 803030 h 1579317"/>
                  <a:gd name="connsiteX76" fmla="*/ 289560 w 1454540"/>
                  <a:gd name="connsiteY76" fmla="*/ 688730 h 1579317"/>
                  <a:gd name="connsiteX77" fmla="*/ 284798 w 1454540"/>
                  <a:gd name="connsiteY77" fmla="*/ 661108 h 1579317"/>
                  <a:gd name="connsiteX78" fmla="*/ 284798 w 1454540"/>
                  <a:gd name="connsiteY78" fmla="*/ 661108 h 1579317"/>
                  <a:gd name="connsiteX79" fmla="*/ 313373 w 1454540"/>
                  <a:gd name="connsiteY79" fmla="*/ 656345 h 1579317"/>
                  <a:gd name="connsiteX80" fmla="*/ 313373 w 1454540"/>
                  <a:gd name="connsiteY80" fmla="*/ 656345 h 1579317"/>
                  <a:gd name="connsiteX81" fmla="*/ 318135 w 1454540"/>
                  <a:gd name="connsiteY81" fmla="*/ 684920 h 1579317"/>
                  <a:gd name="connsiteX82" fmla="*/ 318135 w 1454540"/>
                  <a:gd name="connsiteY82" fmla="*/ 684920 h 1579317"/>
                  <a:gd name="connsiteX83" fmla="*/ 300990 w 1454540"/>
                  <a:gd name="connsiteY83" fmla="*/ 693493 h 1579317"/>
                  <a:gd name="connsiteX84" fmla="*/ 300990 w 1454540"/>
                  <a:gd name="connsiteY84" fmla="*/ 693493 h 1579317"/>
                  <a:gd name="connsiteX85" fmla="*/ 289560 w 1454540"/>
                  <a:gd name="connsiteY85" fmla="*/ 688730 h 1579317"/>
                  <a:gd name="connsiteX86" fmla="*/ 370523 w 1454540"/>
                  <a:gd name="connsiteY86" fmla="*/ 581097 h 1579317"/>
                  <a:gd name="connsiteX87" fmla="*/ 367665 w 1454540"/>
                  <a:gd name="connsiteY87" fmla="*/ 552522 h 1579317"/>
                  <a:gd name="connsiteX88" fmla="*/ 367665 w 1454540"/>
                  <a:gd name="connsiteY88" fmla="*/ 552522 h 1579317"/>
                  <a:gd name="connsiteX89" fmla="*/ 396240 w 1454540"/>
                  <a:gd name="connsiteY89" fmla="*/ 549665 h 1579317"/>
                  <a:gd name="connsiteX90" fmla="*/ 396240 w 1454540"/>
                  <a:gd name="connsiteY90" fmla="*/ 549665 h 1579317"/>
                  <a:gd name="connsiteX91" fmla="*/ 399098 w 1454540"/>
                  <a:gd name="connsiteY91" fmla="*/ 578240 h 1579317"/>
                  <a:gd name="connsiteX92" fmla="*/ 399098 w 1454540"/>
                  <a:gd name="connsiteY92" fmla="*/ 578240 h 1579317"/>
                  <a:gd name="connsiteX93" fmla="*/ 383857 w 1454540"/>
                  <a:gd name="connsiteY93" fmla="*/ 585860 h 1579317"/>
                  <a:gd name="connsiteX94" fmla="*/ 383857 w 1454540"/>
                  <a:gd name="connsiteY94" fmla="*/ 585860 h 1579317"/>
                  <a:gd name="connsiteX95" fmla="*/ 370523 w 1454540"/>
                  <a:gd name="connsiteY95" fmla="*/ 581097 h 1579317"/>
                  <a:gd name="connsiteX96" fmla="*/ 460057 w 1454540"/>
                  <a:gd name="connsiteY96" fmla="*/ 480133 h 1579317"/>
                  <a:gd name="connsiteX97" fmla="*/ 460057 w 1454540"/>
                  <a:gd name="connsiteY97" fmla="*/ 451558 h 1579317"/>
                  <a:gd name="connsiteX98" fmla="*/ 460057 w 1454540"/>
                  <a:gd name="connsiteY98" fmla="*/ 451558 h 1579317"/>
                  <a:gd name="connsiteX99" fmla="*/ 488632 w 1454540"/>
                  <a:gd name="connsiteY99" fmla="*/ 451558 h 1579317"/>
                  <a:gd name="connsiteX100" fmla="*/ 488632 w 1454540"/>
                  <a:gd name="connsiteY100" fmla="*/ 451558 h 1579317"/>
                  <a:gd name="connsiteX101" fmla="*/ 488632 w 1454540"/>
                  <a:gd name="connsiteY101" fmla="*/ 480133 h 1579317"/>
                  <a:gd name="connsiteX102" fmla="*/ 488632 w 1454540"/>
                  <a:gd name="connsiteY102" fmla="*/ 480133 h 1579317"/>
                  <a:gd name="connsiteX103" fmla="*/ 474345 w 1454540"/>
                  <a:gd name="connsiteY103" fmla="*/ 485847 h 1579317"/>
                  <a:gd name="connsiteX104" fmla="*/ 474345 w 1454540"/>
                  <a:gd name="connsiteY104" fmla="*/ 485847 h 1579317"/>
                  <a:gd name="connsiteX105" fmla="*/ 460057 w 1454540"/>
                  <a:gd name="connsiteY105" fmla="*/ 480133 h 1579317"/>
                  <a:gd name="connsiteX106" fmla="*/ 559118 w 1454540"/>
                  <a:gd name="connsiteY106" fmla="*/ 387740 h 1579317"/>
                  <a:gd name="connsiteX107" fmla="*/ 561975 w 1454540"/>
                  <a:gd name="connsiteY107" fmla="*/ 359165 h 1579317"/>
                  <a:gd name="connsiteX108" fmla="*/ 561975 w 1454540"/>
                  <a:gd name="connsiteY108" fmla="*/ 359165 h 1579317"/>
                  <a:gd name="connsiteX109" fmla="*/ 590550 w 1454540"/>
                  <a:gd name="connsiteY109" fmla="*/ 362022 h 1579317"/>
                  <a:gd name="connsiteX110" fmla="*/ 590550 w 1454540"/>
                  <a:gd name="connsiteY110" fmla="*/ 362022 h 1579317"/>
                  <a:gd name="connsiteX111" fmla="*/ 587693 w 1454540"/>
                  <a:gd name="connsiteY111" fmla="*/ 390597 h 1579317"/>
                  <a:gd name="connsiteX112" fmla="*/ 587693 w 1454540"/>
                  <a:gd name="connsiteY112" fmla="*/ 390597 h 1579317"/>
                  <a:gd name="connsiteX113" fmla="*/ 574357 w 1454540"/>
                  <a:gd name="connsiteY113" fmla="*/ 395360 h 1579317"/>
                  <a:gd name="connsiteX114" fmla="*/ 574357 w 1454540"/>
                  <a:gd name="connsiteY114" fmla="*/ 395360 h 1579317"/>
                  <a:gd name="connsiteX115" fmla="*/ 559118 w 1454540"/>
                  <a:gd name="connsiteY115" fmla="*/ 387740 h 1579317"/>
                  <a:gd name="connsiteX116" fmla="*/ 664845 w 1454540"/>
                  <a:gd name="connsiteY116" fmla="*/ 303920 h 1579317"/>
                  <a:gd name="connsiteX117" fmla="*/ 669607 w 1454540"/>
                  <a:gd name="connsiteY117" fmla="*/ 275345 h 1579317"/>
                  <a:gd name="connsiteX118" fmla="*/ 669607 w 1454540"/>
                  <a:gd name="connsiteY118" fmla="*/ 275345 h 1579317"/>
                  <a:gd name="connsiteX119" fmla="*/ 697230 w 1454540"/>
                  <a:gd name="connsiteY119" fmla="*/ 280108 h 1579317"/>
                  <a:gd name="connsiteX120" fmla="*/ 697230 w 1454540"/>
                  <a:gd name="connsiteY120" fmla="*/ 280108 h 1579317"/>
                  <a:gd name="connsiteX121" fmla="*/ 692468 w 1454540"/>
                  <a:gd name="connsiteY121" fmla="*/ 307730 h 1579317"/>
                  <a:gd name="connsiteX122" fmla="*/ 692468 w 1454540"/>
                  <a:gd name="connsiteY122" fmla="*/ 307730 h 1579317"/>
                  <a:gd name="connsiteX123" fmla="*/ 681038 w 1454540"/>
                  <a:gd name="connsiteY123" fmla="*/ 311540 h 1579317"/>
                  <a:gd name="connsiteX124" fmla="*/ 681038 w 1454540"/>
                  <a:gd name="connsiteY124" fmla="*/ 311540 h 1579317"/>
                  <a:gd name="connsiteX125" fmla="*/ 664845 w 1454540"/>
                  <a:gd name="connsiteY125" fmla="*/ 303920 h 1579317"/>
                  <a:gd name="connsiteX126" fmla="*/ 778193 w 1454540"/>
                  <a:gd name="connsiteY126" fmla="*/ 230578 h 1579317"/>
                  <a:gd name="connsiteX127" fmla="*/ 785813 w 1454540"/>
                  <a:gd name="connsiteY127" fmla="*/ 202955 h 1579317"/>
                  <a:gd name="connsiteX128" fmla="*/ 785813 w 1454540"/>
                  <a:gd name="connsiteY128" fmla="*/ 202955 h 1579317"/>
                  <a:gd name="connsiteX129" fmla="*/ 785813 w 1454540"/>
                  <a:gd name="connsiteY129" fmla="*/ 202955 h 1579317"/>
                  <a:gd name="connsiteX130" fmla="*/ 785813 w 1454540"/>
                  <a:gd name="connsiteY130" fmla="*/ 202955 h 1579317"/>
                  <a:gd name="connsiteX131" fmla="*/ 813435 w 1454540"/>
                  <a:gd name="connsiteY131" fmla="*/ 210575 h 1579317"/>
                  <a:gd name="connsiteX132" fmla="*/ 813435 w 1454540"/>
                  <a:gd name="connsiteY132" fmla="*/ 210575 h 1579317"/>
                  <a:gd name="connsiteX133" fmla="*/ 805815 w 1454540"/>
                  <a:gd name="connsiteY133" fmla="*/ 238197 h 1579317"/>
                  <a:gd name="connsiteX134" fmla="*/ 805815 w 1454540"/>
                  <a:gd name="connsiteY134" fmla="*/ 238197 h 1579317"/>
                  <a:gd name="connsiteX135" fmla="*/ 796290 w 1454540"/>
                  <a:gd name="connsiteY135" fmla="*/ 241055 h 1579317"/>
                  <a:gd name="connsiteX136" fmla="*/ 796290 w 1454540"/>
                  <a:gd name="connsiteY136" fmla="*/ 241055 h 1579317"/>
                  <a:gd name="connsiteX137" fmla="*/ 778193 w 1454540"/>
                  <a:gd name="connsiteY137" fmla="*/ 230578 h 1579317"/>
                  <a:gd name="connsiteX138" fmla="*/ 896303 w 1454540"/>
                  <a:gd name="connsiteY138" fmla="*/ 166760 h 1579317"/>
                  <a:gd name="connsiteX139" fmla="*/ 905828 w 1454540"/>
                  <a:gd name="connsiteY139" fmla="*/ 140090 h 1579317"/>
                  <a:gd name="connsiteX140" fmla="*/ 905828 w 1454540"/>
                  <a:gd name="connsiteY140" fmla="*/ 140090 h 1579317"/>
                  <a:gd name="connsiteX141" fmla="*/ 932498 w 1454540"/>
                  <a:gd name="connsiteY141" fmla="*/ 150568 h 1579317"/>
                  <a:gd name="connsiteX142" fmla="*/ 932498 w 1454540"/>
                  <a:gd name="connsiteY142" fmla="*/ 150568 h 1579317"/>
                  <a:gd name="connsiteX143" fmla="*/ 922973 w 1454540"/>
                  <a:gd name="connsiteY143" fmla="*/ 177237 h 1579317"/>
                  <a:gd name="connsiteX144" fmla="*/ 922973 w 1454540"/>
                  <a:gd name="connsiteY144" fmla="*/ 177237 h 1579317"/>
                  <a:gd name="connsiteX145" fmla="*/ 914400 w 1454540"/>
                  <a:gd name="connsiteY145" fmla="*/ 179143 h 1579317"/>
                  <a:gd name="connsiteX146" fmla="*/ 914400 w 1454540"/>
                  <a:gd name="connsiteY146" fmla="*/ 179143 h 1579317"/>
                  <a:gd name="connsiteX147" fmla="*/ 896303 w 1454540"/>
                  <a:gd name="connsiteY147" fmla="*/ 166760 h 1579317"/>
                  <a:gd name="connsiteX148" fmla="*/ 1020128 w 1454540"/>
                  <a:gd name="connsiteY148" fmla="*/ 113420 h 1579317"/>
                  <a:gd name="connsiteX149" fmla="*/ 1032510 w 1454540"/>
                  <a:gd name="connsiteY149" fmla="*/ 87703 h 1579317"/>
                  <a:gd name="connsiteX150" fmla="*/ 1032510 w 1454540"/>
                  <a:gd name="connsiteY150" fmla="*/ 87703 h 1579317"/>
                  <a:gd name="connsiteX151" fmla="*/ 1032510 w 1454540"/>
                  <a:gd name="connsiteY151" fmla="*/ 87703 h 1579317"/>
                  <a:gd name="connsiteX152" fmla="*/ 1032510 w 1454540"/>
                  <a:gd name="connsiteY152" fmla="*/ 87703 h 1579317"/>
                  <a:gd name="connsiteX153" fmla="*/ 1058228 w 1454540"/>
                  <a:gd name="connsiteY153" fmla="*/ 100085 h 1579317"/>
                  <a:gd name="connsiteX154" fmla="*/ 1058228 w 1454540"/>
                  <a:gd name="connsiteY154" fmla="*/ 100085 h 1579317"/>
                  <a:gd name="connsiteX155" fmla="*/ 1045845 w 1454540"/>
                  <a:gd name="connsiteY155" fmla="*/ 125803 h 1579317"/>
                  <a:gd name="connsiteX156" fmla="*/ 1045845 w 1454540"/>
                  <a:gd name="connsiteY156" fmla="*/ 125803 h 1579317"/>
                  <a:gd name="connsiteX157" fmla="*/ 1039178 w 1454540"/>
                  <a:gd name="connsiteY157" fmla="*/ 126755 h 1579317"/>
                  <a:gd name="connsiteX158" fmla="*/ 1039178 w 1454540"/>
                  <a:gd name="connsiteY158" fmla="*/ 126755 h 1579317"/>
                  <a:gd name="connsiteX159" fmla="*/ 1020128 w 1454540"/>
                  <a:gd name="connsiteY159" fmla="*/ 113420 h 1579317"/>
                  <a:gd name="connsiteX160" fmla="*/ 1148715 w 1454540"/>
                  <a:gd name="connsiteY160" fmla="*/ 71510 h 1579317"/>
                  <a:gd name="connsiteX161" fmla="*/ 1163003 w 1454540"/>
                  <a:gd name="connsiteY161" fmla="*/ 46745 h 1579317"/>
                  <a:gd name="connsiteX162" fmla="*/ 1163003 w 1454540"/>
                  <a:gd name="connsiteY162" fmla="*/ 46745 h 1579317"/>
                  <a:gd name="connsiteX163" fmla="*/ 1187768 w 1454540"/>
                  <a:gd name="connsiteY163" fmla="*/ 61033 h 1579317"/>
                  <a:gd name="connsiteX164" fmla="*/ 1187768 w 1454540"/>
                  <a:gd name="connsiteY164" fmla="*/ 61033 h 1579317"/>
                  <a:gd name="connsiteX165" fmla="*/ 1173480 w 1454540"/>
                  <a:gd name="connsiteY165" fmla="*/ 85797 h 1579317"/>
                  <a:gd name="connsiteX166" fmla="*/ 1173480 w 1454540"/>
                  <a:gd name="connsiteY166" fmla="*/ 85797 h 1579317"/>
                  <a:gd name="connsiteX167" fmla="*/ 1168718 w 1454540"/>
                  <a:gd name="connsiteY167" fmla="*/ 86750 h 1579317"/>
                  <a:gd name="connsiteX168" fmla="*/ 1168718 w 1454540"/>
                  <a:gd name="connsiteY168" fmla="*/ 86750 h 1579317"/>
                  <a:gd name="connsiteX169" fmla="*/ 1148715 w 1454540"/>
                  <a:gd name="connsiteY169" fmla="*/ 71510 h 1579317"/>
                  <a:gd name="connsiteX170" fmla="*/ 1280160 w 1454540"/>
                  <a:gd name="connsiteY170" fmla="*/ 41030 h 1579317"/>
                  <a:gd name="connsiteX171" fmla="*/ 1296353 w 1454540"/>
                  <a:gd name="connsiteY171" fmla="*/ 17218 h 1579317"/>
                  <a:gd name="connsiteX172" fmla="*/ 1296353 w 1454540"/>
                  <a:gd name="connsiteY172" fmla="*/ 17218 h 1579317"/>
                  <a:gd name="connsiteX173" fmla="*/ 1320165 w 1454540"/>
                  <a:gd name="connsiteY173" fmla="*/ 33410 h 1579317"/>
                  <a:gd name="connsiteX174" fmla="*/ 1320165 w 1454540"/>
                  <a:gd name="connsiteY174" fmla="*/ 33410 h 1579317"/>
                  <a:gd name="connsiteX175" fmla="*/ 1303973 w 1454540"/>
                  <a:gd name="connsiteY175" fmla="*/ 57222 h 1579317"/>
                  <a:gd name="connsiteX176" fmla="*/ 1303973 w 1454540"/>
                  <a:gd name="connsiteY176" fmla="*/ 57222 h 1579317"/>
                  <a:gd name="connsiteX177" fmla="*/ 1300163 w 1454540"/>
                  <a:gd name="connsiteY177" fmla="*/ 57222 h 1579317"/>
                  <a:gd name="connsiteX178" fmla="*/ 1300163 w 1454540"/>
                  <a:gd name="connsiteY178" fmla="*/ 57222 h 1579317"/>
                  <a:gd name="connsiteX179" fmla="*/ 1280160 w 1454540"/>
                  <a:gd name="connsiteY179" fmla="*/ 41030 h 1579317"/>
                  <a:gd name="connsiteX180" fmla="*/ 1414463 w 1454540"/>
                  <a:gd name="connsiteY180" fmla="*/ 21980 h 1579317"/>
                  <a:gd name="connsiteX181" fmla="*/ 1432560 w 1454540"/>
                  <a:gd name="connsiteY181" fmla="*/ 72 h 1579317"/>
                  <a:gd name="connsiteX182" fmla="*/ 1432560 w 1454540"/>
                  <a:gd name="connsiteY182" fmla="*/ 72 h 1579317"/>
                  <a:gd name="connsiteX183" fmla="*/ 1454468 w 1454540"/>
                  <a:gd name="connsiteY183" fmla="*/ 18170 h 1579317"/>
                  <a:gd name="connsiteX184" fmla="*/ 1454468 w 1454540"/>
                  <a:gd name="connsiteY184" fmla="*/ 18170 h 1579317"/>
                  <a:gd name="connsiteX185" fmla="*/ 1436370 w 1454540"/>
                  <a:gd name="connsiteY185" fmla="*/ 40078 h 1579317"/>
                  <a:gd name="connsiteX186" fmla="*/ 1436370 w 1454540"/>
                  <a:gd name="connsiteY186" fmla="*/ 40078 h 1579317"/>
                  <a:gd name="connsiteX187" fmla="*/ 1434465 w 1454540"/>
                  <a:gd name="connsiteY187" fmla="*/ 40078 h 1579317"/>
                  <a:gd name="connsiteX188" fmla="*/ 1434465 w 1454540"/>
                  <a:gd name="connsiteY188" fmla="*/ 40078 h 1579317"/>
                  <a:gd name="connsiteX189" fmla="*/ 1414463 w 1454540"/>
                  <a:gd name="connsiteY189" fmla="*/ 21980 h 1579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1454540" h="1579317">
                    <a:moveTo>
                      <a:pt x="0" y="1559315"/>
                    </a:moveTo>
                    <a:cubicBezTo>
                      <a:pt x="0" y="1559315"/>
                      <a:pt x="0" y="1559315"/>
                      <a:pt x="0" y="1559315"/>
                    </a:cubicBezTo>
                    <a:lnTo>
                      <a:pt x="0" y="1559315"/>
                    </a:lnTo>
                    <a:cubicBezTo>
                      <a:pt x="0" y="1547885"/>
                      <a:pt x="9525" y="1539313"/>
                      <a:pt x="20955" y="1539313"/>
                    </a:cubicBezTo>
                    <a:lnTo>
                      <a:pt x="20955" y="1539313"/>
                    </a:lnTo>
                    <a:cubicBezTo>
                      <a:pt x="32385" y="1539313"/>
                      <a:pt x="40957" y="1547885"/>
                      <a:pt x="40957" y="1559315"/>
                    </a:cubicBezTo>
                    <a:lnTo>
                      <a:pt x="40957" y="1559315"/>
                    </a:lnTo>
                    <a:cubicBezTo>
                      <a:pt x="40957" y="1570745"/>
                      <a:pt x="31432" y="1579317"/>
                      <a:pt x="20955" y="1579317"/>
                    </a:cubicBezTo>
                    <a:lnTo>
                      <a:pt x="20955" y="1579317"/>
                    </a:lnTo>
                    <a:cubicBezTo>
                      <a:pt x="9525" y="1579317"/>
                      <a:pt x="0" y="1570745"/>
                      <a:pt x="0" y="1559315"/>
                    </a:cubicBezTo>
                    <a:close/>
                    <a:moveTo>
                      <a:pt x="24765" y="1445015"/>
                    </a:moveTo>
                    <a:cubicBezTo>
                      <a:pt x="13335" y="1444063"/>
                      <a:pt x="5715" y="1434538"/>
                      <a:pt x="5715" y="1423108"/>
                    </a:cubicBezTo>
                    <a:lnTo>
                      <a:pt x="5715" y="1423108"/>
                    </a:lnTo>
                    <a:cubicBezTo>
                      <a:pt x="6668" y="1411678"/>
                      <a:pt x="16193" y="1404058"/>
                      <a:pt x="27623" y="1405010"/>
                    </a:cubicBezTo>
                    <a:lnTo>
                      <a:pt x="27623" y="1405010"/>
                    </a:lnTo>
                    <a:cubicBezTo>
                      <a:pt x="39053" y="1405963"/>
                      <a:pt x="46673" y="1415488"/>
                      <a:pt x="46673" y="1426917"/>
                    </a:cubicBezTo>
                    <a:lnTo>
                      <a:pt x="46673" y="1426917"/>
                    </a:lnTo>
                    <a:cubicBezTo>
                      <a:pt x="45720" y="1437395"/>
                      <a:pt x="37148" y="1445015"/>
                      <a:pt x="26670" y="1445015"/>
                    </a:cubicBezTo>
                    <a:lnTo>
                      <a:pt x="26670" y="1445015"/>
                    </a:lnTo>
                    <a:cubicBezTo>
                      <a:pt x="25718" y="1445015"/>
                      <a:pt x="25718" y="1445015"/>
                      <a:pt x="24765" y="1445015"/>
                    </a:cubicBezTo>
                    <a:close/>
                    <a:moveTo>
                      <a:pt x="40957" y="1310713"/>
                    </a:moveTo>
                    <a:cubicBezTo>
                      <a:pt x="29528" y="1308808"/>
                      <a:pt x="22860" y="1298330"/>
                      <a:pt x="24765" y="1286900"/>
                    </a:cubicBezTo>
                    <a:lnTo>
                      <a:pt x="24765" y="1286900"/>
                    </a:lnTo>
                    <a:lnTo>
                      <a:pt x="24765" y="1286900"/>
                    </a:lnTo>
                    <a:lnTo>
                      <a:pt x="24765" y="1286900"/>
                    </a:lnTo>
                    <a:cubicBezTo>
                      <a:pt x="26670" y="1275470"/>
                      <a:pt x="37148" y="1268803"/>
                      <a:pt x="48578" y="1270708"/>
                    </a:cubicBezTo>
                    <a:lnTo>
                      <a:pt x="48578" y="1270708"/>
                    </a:lnTo>
                    <a:cubicBezTo>
                      <a:pt x="60007" y="1272613"/>
                      <a:pt x="66675" y="1283090"/>
                      <a:pt x="64770" y="1294520"/>
                    </a:cubicBezTo>
                    <a:lnTo>
                      <a:pt x="64770" y="1294520"/>
                    </a:lnTo>
                    <a:cubicBezTo>
                      <a:pt x="62865" y="1304045"/>
                      <a:pt x="55245" y="1311665"/>
                      <a:pt x="44768" y="1311665"/>
                    </a:cubicBezTo>
                    <a:lnTo>
                      <a:pt x="44768" y="1311665"/>
                    </a:lnTo>
                    <a:cubicBezTo>
                      <a:pt x="42863" y="1310713"/>
                      <a:pt x="41910" y="1310713"/>
                      <a:pt x="40957" y="1310713"/>
                    </a:cubicBezTo>
                    <a:close/>
                    <a:moveTo>
                      <a:pt x="67628" y="1178315"/>
                    </a:moveTo>
                    <a:cubicBezTo>
                      <a:pt x="57150" y="1175458"/>
                      <a:pt x="50482" y="1164028"/>
                      <a:pt x="53340" y="1153550"/>
                    </a:cubicBezTo>
                    <a:lnTo>
                      <a:pt x="53340" y="1153550"/>
                    </a:lnTo>
                    <a:cubicBezTo>
                      <a:pt x="56198" y="1143072"/>
                      <a:pt x="67628" y="1136405"/>
                      <a:pt x="78105" y="1139263"/>
                    </a:cubicBezTo>
                    <a:lnTo>
                      <a:pt x="78105" y="1139263"/>
                    </a:lnTo>
                    <a:cubicBezTo>
                      <a:pt x="88582" y="1142120"/>
                      <a:pt x="95250" y="1153550"/>
                      <a:pt x="92393" y="1164028"/>
                    </a:cubicBezTo>
                    <a:lnTo>
                      <a:pt x="92393" y="1164028"/>
                    </a:lnTo>
                    <a:cubicBezTo>
                      <a:pt x="89535" y="1173553"/>
                      <a:pt x="81915" y="1179267"/>
                      <a:pt x="72390" y="1179267"/>
                    </a:cubicBezTo>
                    <a:lnTo>
                      <a:pt x="72390" y="1179267"/>
                    </a:lnTo>
                    <a:cubicBezTo>
                      <a:pt x="71438" y="1179267"/>
                      <a:pt x="69532" y="1179267"/>
                      <a:pt x="67628" y="1178315"/>
                    </a:cubicBezTo>
                    <a:close/>
                    <a:moveTo>
                      <a:pt x="106680" y="1049728"/>
                    </a:moveTo>
                    <a:cubicBezTo>
                      <a:pt x="96203" y="1045918"/>
                      <a:pt x="90488" y="1034487"/>
                      <a:pt x="94298" y="1024010"/>
                    </a:cubicBezTo>
                    <a:lnTo>
                      <a:pt x="94298" y="1024010"/>
                    </a:lnTo>
                    <a:cubicBezTo>
                      <a:pt x="98107" y="1013533"/>
                      <a:pt x="109538" y="1007818"/>
                      <a:pt x="120015" y="1011628"/>
                    </a:cubicBezTo>
                    <a:lnTo>
                      <a:pt x="120015" y="1011628"/>
                    </a:lnTo>
                    <a:cubicBezTo>
                      <a:pt x="130493" y="1015437"/>
                      <a:pt x="136207" y="1026868"/>
                      <a:pt x="132398" y="1037345"/>
                    </a:cubicBezTo>
                    <a:lnTo>
                      <a:pt x="132398" y="1037345"/>
                    </a:lnTo>
                    <a:cubicBezTo>
                      <a:pt x="129540" y="1045918"/>
                      <a:pt x="121920" y="1050680"/>
                      <a:pt x="113348" y="1050680"/>
                    </a:cubicBezTo>
                    <a:lnTo>
                      <a:pt x="113348" y="1050680"/>
                    </a:lnTo>
                    <a:cubicBezTo>
                      <a:pt x="111443" y="1050680"/>
                      <a:pt x="109538" y="1049728"/>
                      <a:pt x="106680" y="1049728"/>
                    </a:cubicBezTo>
                    <a:close/>
                    <a:moveTo>
                      <a:pt x="157163" y="923997"/>
                    </a:moveTo>
                    <a:cubicBezTo>
                      <a:pt x="146685" y="919235"/>
                      <a:pt x="142875" y="906853"/>
                      <a:pt x="147638" y="897328"/>
                    </a:cubicBezTo>
                    <a:lnTo>
                      <a:pt x="147638" y="897328"/>
                    </a:lnTo>
                    <a:lnTo>
                      <a:pt x="147638" y="897328"/>
                    </a:lnTo>
                    <a:lnTo>
                      <a:pt x="147638" y="897328"/>
                    </a:lnTo>
                    <a:cubicBezTo>
                      <a:pt x="152400" y="886850"/>
                      <a:pt x="164782" y="883040"/>
                      <a:pt x="174307" y="887803"/>
                    </a:cubicBezTo>
                    <a:lnTo>
                      <a:pt x="174307" y="887803"/>
                    </a:lnTo>
                    <a:cubicBezTo>
                      <a:pt x="184785" y="892565"/>
                      <a:pt x="188595" y="904947"/>
                      <a:pt x="183832" y="914472"/>
                    </a:cubicBezTo>
                    <a:lnTo>
                      <a:pt x="183832" y="914472"/>
                    </a:lnTo>
                    <a:cubicBezTo>
                      <a:pt x="180975" y="922093"/>
                      <a:pt x="173355" y="925903"/>
                      <a:pt x="165735" y="925903"/>
                    </a:cubicBezTo>
                    <a:lnTo>
                      <a:pt x="165735" y="925903"/>
                    </a:lnTo>
                    <a:cubicBezTo>
                      <a:pt x="162878" y="925903"/>
                      <a:pt x="160020" y="924950"/>
                      <a:pt x="157163" y="923997"/>
                    </a:cubicBezTo>
                    <a:close/>
                    <a:moveTo>
                      <a:pt x="218123" y="803030"/>
                    </a:moveTo>
                    <a:cubicBezTo>
                      <a:pt x="208598" y="797315"/>
                      <a:pt x="204788" y="784933"/>
                      <a:pt x="210503" y="775408"/>
                    </a:cubicBezTo>
                    <a:lnTo>
                      <a:pt x="210503" y="775408"/>
                    </a:lnTo>
                    <a:lnTo>
                      <a:pt x="210503" y="775408"/>
                    </a:lnTo>
                    <a:lnTo>
                      <a:pt x="210503" y="775408"/>
                    </a:lnTo>
                    <a:cubicBezTo>
                      <a:pt x="216218" y="765883"/>
                      <a:pt x="228600" y="762072"/>
                      <a:pt x="238125" y="767787"/>
                    </a:cubicBezTo>
                    <a:lnTo>
                      <a:pt x="238125" y="767787"/>
                    </a:lnTo>
                    <a:cubicBezTo>
                      <a:pt x="247650" y="773503"/>
                      <a:pt x="251460" y="785885"/>
                      <a:pt x="245745" y="795410"/>
                    </a:cubicBezTo>
                    <a:lnTo>
                      <a:pt x="245745" y="795410"/>
                    </a:lnTo>
                    <a:cubicBezTo>
                      <a:pt x="241935" y="802078"/>
                      <a:pt x="235268" y="805887"/>
                      <a:pt x="228600" y="805887"/>
                    </a:cubicBezTo>
                    <a:lnTo>
                      <a:pt x="228600" y="805887"/>
                    </a:lnTo>
                    <a:cubicBezTo>
                      <a:pt x="224790" y="805887"/>
                      <a:pt x="220980" y="804935"/>
                      <a:pt x="218123" y="803030"/>
                    </a:cubicBezTo>
                    <a:close/>
                    <a:moveTo>
                      <a:pt x="289560" y="688730"/>
                    </a:moveTo>
                    <a:cubicBezTo>
                      <a:pt x="280035" y="682062"/>
                      <a:pt x="278130" y="669680"/>
                      <a:pt x="284798" y="661108"/>
                    </a:cubicBezTo>
                    <a:lnTo>
                      <a:pt x="284798" y="661108"/>
                    </a:lnTo>
                    <a:cubicBezTo>
                      <a:pt x="291465" y="651583"/>
                      <a:pt x="303848" y="649678"/>
                      <a:pt x="313373" y="656345"/>
                    </a:cubicBezTo>
                    <a:lnTo>
                      <a:pt x="313373" y="656345"/>
                    </a:lnTo>
                    <a:cubicBezTo>
                      <a:pt x="321945" y="663012"/>
                      <a:pt x="324803" y="675395"/>
                      <a:pt x="318135" y="684920"/>
                    </a:cubicBezTo>
                    <a:lnTo>
                      <a:pt x="318135" y="684920"/>
                    </a:lnTo>
                    <a:cubicBezTo>
                      <a:pt x="314325" y="690635"/>
                      <a:pt x="307657" y="693493"/>
                      <a:pt x="300990" y="693493"/>
                    </a:cubicBezTo>
                    <a:lnTo>
                      <a:pt x="300990" y="693493"/>
                    </a:lnTo>
                    <a:cubicBezTo>
                      <a:pt x="297180" y="692540"/>
                      <a:pt x="292418" y="691587"/>
                      <a:pt x="289560" y="688730"/>
                    </a:cubicBezTo>
                    <a:close/>
                    <a:moveTo>
                      <a:pt x="370523" y="581097"/>
                    </a:moveTo>
                    <a:cubicBezTo>
                      <a:pt x="361950" y="573478"/>
                      <a:pt x="360998" y="561095"/>
                      <a:pt x="367665" y="552522"/>
                    </a:cubicBezTo>
                    <a:lnTo>
                      <a:pt x="367665" y="552522"/>
                    </a:lnTo>
                    <a:cubicBezTo>
                      <a:pt x="375285" y="543950"/>
                      <a:pt x="387668" y="542997"/>
                      <a:pt x="396240" y="549665"/>
                    </a:cubicBezTo>
                    <a:lnTo>
                      <a:pt x="396240" y="549665"/>
                    </a:lnTo>
                    <a:cubicBezTo>
                      <a:pt x="404813" y="557285"/>
                      <a:pt x="405765" y="569668"/>
                      <a:pt x="399098" y="578240"/>
                    </a:cubicBezTo>
                    <a:lnTo>
                      <a:pt x="399098" y="578240"/>
                    </a:lnTo>
                    <a:cubicBezTo>
                      <a:pt x="395288" y="583003"/>
                      <a:pt x="389573" y="585860"/>
                      <a:pt x="383857" y="585860"/>
                    </a:cubicBezTo>
                    <a:lnTo>
                      <a:pt x="383857" y="585860"/>
                    </a:lnTo>
                    <a:cubicBezTo>
                      <a:pt x="378143" y="585860"/>
                      <a:pt x="374332" y="583955"/>
                      <a:pt x="370523" y="581097"/>
                    </a:cubicBezTo>
                    <a:close/>
                    <a:moveTo>
                      <a:pt x="460057" y="480133"/>
                    </a:moveTo>
                    <a:cubicBezTo>
                      <a:pt x="452438" y="471560"/>
                      <a:pt x="452438" y="459178"/>
                      <a:pt x="460057" y="451558"/>
                    </a:cubicBezTo>
                    <a:lnTo>
                      <a:pt x="460057" y="451558"/>
                    </a:lnTo>
                    <a:cubicBezTo>
                      <a:pt x="467678" y="443937"/>
                      <a:pt x="481013" y="443937"/>
                      <a:pt x="488632" y="451558"/>
                    </a:cubicBezTo>
                    <a:lnTo>
                      <a:pt x="488632" y="451558"/>
                    </a:lnTo>
                    <a:cubicBezTo>
                      <a:pt x="496253" y="459178"/>
                      <a:pt x="496253" y="472512"/>
                      <a:pt x="488632" y="480133"/>
                    </a:cubicBezTo>
                    <a:lnTo>
                      <a:pt x="488632" y="480133"/>
                    </a:lnTo>
                    <a:cubicBezTo>
                      <a:pt x="484823" y="483943"/>
                      <a:pt x="479107" y="485847"/>
                      <a:pt x="474345" y="485847"/>
                    </a:cubicBezTo>
                    <a:lnTo>
                      <a:pt x="474345" y="485847"/>
                    </a:lnTo>
                    <a:cubicBezTo>
                      <a:pt x="469582" y="485847"/>
                      <a:pt x="463868" y="483943"/>
                      <a:pt x="460057" y="480133"/>
                    </a:cubicBezTo>
                    <a:close/>
                    <a:moveTo>
                      <a:pt x="559118" y="387740"/>
                    </a:moveTo>
                    <a:cubicBezTo>
                      <a:pt x="551498" y="379168"/>
                      <a:pt x="552450" y="366785"/>
                      <a:pt x="561975" y="359165"/>
                    </a:cubicBezTo>
                    <a:lnTo>
                      <a:pt x="561975" y="359165"/>
                    </a:lnTo>
                    <a:cubicBezTo>
                      <a:pt x="570548" y="351545"/>
                      <a:pt x="582930" y="352497"/>
                      <a:pt x="590550" y="362022"/>
                    </a:cubicBezTo>
                    <a:lnTo>
                      <a:pt x="590550" y="362022"/>
                    </a:lnTo>
                    <a:cubicBezTo>
                      <a:pt x="598170" y="370595"/>
                      <a:pt x="596265" y="382978"/>
                      <a:pt x="587693" y="390597"/>
                    </a:cubicBezTo>
                    <a:lnTo>
                      <a:pt x="587693" y="390597"/>
                    </a:lnTo>
                    <a:cubicBezTo>
                      <a:pt x="583882" y="393455"/>
                      <a:pt x="579120" y="395360"/>
                      <a:pt x="574357" y="395360"/>
                    </a:cubicBezTo>
                    <a:lnTo>
                      <a:pt x="574357" y="395360"/>
                    </a:lnTo>
                    <a:cubicBezTo>
                      <a:pt x="568643" y="394408"/>
                      <a:pt x="562928" y="392503"/>
                      <a:pt x="559118" y="387740"/>
                    </a:cubicBezTo>
                    <a:close/>
                    <a:moveTo>
                      <a:pt x="664845" y="303920"/>
                    </a:moveTo>
                    <a:cubicBezTo>
                      <a:pt x="658178" y="294395"/>
                      <a:pt x="660082" y="282012"/>
                      <a:pt x="669607" y="275345"/>
                    </a:cubicBezTo>
                    <a:lnTo>
                      <a:pt x="669607" y="275345"/>
                    </a:lnTo>
                    <a:cubicBezTo>
                      <a:pt x="679132" y="268678"/>
                      <a:pt x="691515" y="271535"/>
                      <a:pt x="697230" y="280108"/>
                    </a:cubicBezTo>
                    <a:lnTo>
                      <a:pt x="697230" y="280108"/>
                    </a:lnTo>
                    <a:cubicBezTo>
                      <a:pt x="703898" y="288680"/>
                      <a:pt x="701993" y="302015"/>
                      <a:pt x="692468" y="307730"/>
                    </a:cubicBezTo>
                    <a:lnTo>
                      <a:pt x="692468" y="307730"/>
                    </a:lnTo>
                    <a:cubicBezTo>
                      <a:pt x="688657" y="310587"/>
                      <a:pt x="684848" y="311540"/>
                      <a:pt x="681038" y="311540"/>
                    </a:cubicBezTo>
                    <a:lnTo>
                      <a:pt x="681038" y="311540"/>
                    </a:lnTo>
                    <a:cubicBezTo>
                      <a:pt x="675323" y="313445"/>
                      <a:pt x="668655" y="309635"/>
                      <a:pt x="664845" y="303920"/>
                    </a:cubicBezTo>
                    <a:close/>
                    <a:moveTo>
                      <a:pt x="778193" y="230578"/>
                    </a:moveTo>
                    <a:cubicBezTo>
                      <a:pt x="772478" y="221053"/>
                      <a:pt x="775335" y="208670"/>
                      <a:pt x="785813" y="202955"/>
                    </a:cubicBezTo>
                    <a:lnTo>
                      <a:pt x="785813" y="202955"/>
                    </a:lnTo>
                    <a:lnTo>
                      <a:pt x="785813" y="202955"/>
                    </a:lnTo>
                    <a:lnTo>
                      <a:pt x="785813" y="202955"/>
                    </a:lnTo>
                    <a:cubicBezTo>
                      <a:pt x="795338" y="197240"/>
                      <a:pt x="807720" y="201050"/>
                      <a:pt x="813435" y="210575"/>
                    </a:cubicBezTo>
                    <a:lnTo>
                      <a:pt x="813435" y="210575"/>
                    </a:lnTo>
                    <a:cubicBezTo>
                      <a:pt x="819150" y="220100"/>
                      <a:pt x="815340" y="232483"/>
                      <a:pt x="805815" y="238197"/>
                    </a:cubicBezTo>
                    <a:lnTo>
                      <a:pt x="805815" y="238197"/>
                    </a:lnTo>
                    <a:cubicBezTo>
                      <a:pt x="802957" y="240103"/>
                      <a:pt x="799148" y="241055"/>
                      <a:pt x="796290" y="241055"/>
                    </a:cubicBezTo>
                    <a:lnTo>
                      <a:pt x="796290" y="241055"/>
                    </a:lnTo>
                    <a:cubicBezTo>
                      <a:pt x="788670" y="240103"/>
                      <a:pt x="782003" y="237245"/>
                      <a:pt x="778193" y="230578"/>
                    </a:cubicBezTo>
                    <a:close/>
                    <a:moveTo>
                      <a:pt x="896303" y="166760"/>
                    </a:moveTo>
                    <a:cubicBezTo>
                      <a:pt x="891540" y="156283"/>
                      <a:pt x="896303" y="144853"/>
                      <a:pt x="905828" y="140090"/>
                    </a:cubicBezTo>
                    <a:lnTo>
                      <a:pt x="905828" y="140090"/>
                    </a:lnTo>
                    <a:cubicBezTo>
                      <a:pt x="916305" y="135328"/>
                      <a:pt x="928688" y="140090"/>
                      <a:pt x="932498" y="150568"/>
                    </a:cubicBezTo>
                    <a:lnTo>
                      <a:pt x="932498" y="150568"/>
                    </a:lnTo>
                    <a:cubicBezTo>
                      <a:pt x="937260" y="160093"/>
                      <a:pt x="932498" y="172475"/>
                      <a:pt x="922973" y="177237"/>
                    </a:cubicBezTo>
                    <a:lnTo>
                      <a:pt x="922973" y="177237"/>
                    </a:lnTo>
                    <a:cubicBezTo>
                      <a:pt x="920115" y="178190"/>
                      <a:pt x="917257" y="179143"/>
                      <a:pt x="914400" y="179143"/>
                    </a:cubicBezTo>
                    <a:lnTo>
                      <a:pt x="914400" y="179143"/>
                    </a:lnTo>
                    <a:cubicBezTo>
                      <a:pt x="907732" y="178190"/>
                      <a:pt x="900113" y="174380"/>
                      <a:pt x="896303" y="166760"/>
                    </a:cubicBezTo>
                    <a:close/>
                    <a:moveTo>
                      <a:pt x="1020128" y="113420"/>
                    </a:moveTo>
                    <a:cubicBezTo>
                      <a:pt x="1016318" y="102943"/>
                      <a:pt x="1022032" y="91512"/>
                      <a:pt x="1032510" y="87703"/>
                    </a:cubicBezTo>
                    <a:lnTo>
                      <a:pt x="1032510" y="87703"/>
                    </a:lnTo>
                    <a:lnTo>
                      <a:pt x="1032510" y="87703"/>
                    </a:lnTo>
                    <a:lnTo>
                      <a:pt x="1032510" y="87703"/>
                    </a:lnTo>
                    <a:cubicBezTo>
                      <a:pt x="1042988" y="83893"/>
                      <a:pt x="1054418" y="89608"/>
                      <a:pt x="1058228" y="100085"/>
                    </a:cubicBezTo>
                    <a:lnTo>
                      <a:pt x="1058228" y="100085"/>
                    </a:lnTo>
                    <a:cubicBezTo>
                      <a:pt x="1062038" y="110562"/>
                      <a:pt x="1056323" y="121993"/>
                      <a:pt x="1045845" y="125803"/>
                    </a:cubicBezTo>
                    <a:lnTo>
                      <a:pt x="1045845" y="125803"/>
                    </a:lnTo>
                    <a:cubicBezTo>
                      <a:pt x="1043940" y="126755"/>
                      <a:pt x="1041082" y="126755"/>
                      <a:pt x="1039178" y="126755"/>
                    </a:cubicBezTo>
                    <a:lnTo>
                      <a:pt x="1039178" y="126755"/>
                    </a:lnTo>
                    <a:cubicBezTo>
                      <a:pt x="1031557" y="126755"/>
                      <a:pt x="1023938" y="121993"/>
                      <a:pt x="1020128" y="113420"/>
                    </a:cubicBezTo>
                    <a:close/>
                    <a:moveTo>
                      <a:pt x="1148715" y="71510"/>
                    </a:moveTo>
                    <a:cubicBezTo>
                      <a:pt x="1145857" y="61033"/>
                      <a:pt x="1152525" y="49603"/>
                      <a:pt x="1163003" y="46745"/>
                    </a:cubicBezTo>
                    <a:lnTo>
                      <a:pt x="1163003" y="46745"/>
                    </a:lnTo>
                    <a:cubicBezTo>
                      <a:pt x="1174432" y="43887"/>
                      <a:pt x="1184910" y="50555"/>
                      <a:pt x="1187768" y="61033"/>
                    </a:cubicBezTo>
                    <a:lnTo>
                      <a:pt x="1187768" y="61033"/>
                    </a:lnTo>
                    <a:cubicBezTo>
                      <a:pt x="1190625" y="71510"/>
                      <a:pt x="1183957" y="82940"/>
                      <a:pt x="1173480" y="85797"/>
                    </a:cubicBezTo>
                    <a:lnTo>
                      <a:pt x="1173480" y="85797"/>
                    </a:lnTo>
                    <a:cubicBezTo>
                      <a:pt x="1171575" y="86750"/>
                      <a:pt x="1169670" y="86750"/>
                      <a:pt x="1168718" y="86750"/>
                    </a:cubicBezTo>
                    <a:lnTo>
                      <a:pt x="1168718" y="86750"/>
                    </a:lnTo>
                    <a:cubicBezTo>
                      <a:pt x="1159193" y="86750"/>
                      <a:pt x="1151573" y="80083"/>
                      <a:pt x="1148715" y="71510"/>
                    </a:cubicBezTo>
                    <a:close/>
                    <a:moveTo>
                      <a:pt x="1280160" y="41030"/>
                    </a:moveTo>
                    <a:cubicBezTo>
                      <a:pt x="1278255" y="29600"/>
                      <a:pt x="1285875" y="19122"/>
                      <a:pt x="1296353" y="17218"/>
                    </a:cubicBezTo>
                    <a:lnTo>
                      <a:pt x="1296353" y="17218"/>
                    </a:lnTo>
                    <a:cubicBezTo>
                      <a:pt x="1307782" y="15312"/>
                      <a:pt x="1318260" y="22933"/>
                      <a:pt x="1320165" y="33410"/>
                    </a:cubicBezTo>
                    <a:lnTo>
                      <a:pt x="1320165" y="33410"/>
                    </a:lnTo>
                    <a:cubicBezTo>
                      <a:pt x="1322070" y="44840"/>
                      <a:pt x="1314450" y="55318"/>
                      <a:pt x="1303973" y="57222"/>
                    </a:cubicBezTo>
                    <a:lnTo>
                      <a:pt x="1303973" y="57222"/>
                    </a:lnTo>
                    <a:cubicBezTo>
                      <a:pt x="1303020" y="57222"/>
                      <a:pt x="1301115" y="57222"/>
                      <a:pt x="1300163" y="57222"/>
                    </a:cubicBezTo>
                    <a:lnTo>
                      <a:pt x="1300163" y="57222"/>
                    </a:lnTo>
                    <a:cubicBezTo>
                      <a:pt x="1290638" y="58175"/>
                      <a:pt x="1282065" y="50555"/>
                      <a:pt x="1280160" y="41030"/>
                    </a:cubicBezTo>
                    <a:close/>
                    <a:moveTo>
                      <a:pt x="1414463" y="21980"/>
                    </a:moveTo>
                    <a:cubicBezTo>
                      <a:pt x="1413510" y="10550"/>
                      <a:pt x="1422082" y="1025"/>
                      <a:pt x="1432560" y="72"/>
                    </a:cubicBezTo>
                    <a:lnTo>
                      <a:pt x="1432560" y="72"/>
                    </a:lnTo>
                    <a:cubicBezTo>
                      <a:pt x="1443990" y="-880"/>
                      <a:pt x="1453515" y="7693"/>
                      <a:pt x="1454468" y="18170"/>
                    </a:cubicBezTo>
                    <a:lnTo>
                      <a:pt x="1454468" y="18170"/>
                    </a:lnTo>
                    <a:cubicBezTo>
                      <a:pt x="1455420" y="29600"/>
                      <a:pt x="1446848" y="39125"/>
                      <a:pt x="1436370" y="40078"/>
                    </a:cubicBezTo>
                    <a:lnTo>
                      <a:pt x="1436370" y="40078"/>
                    </a:lnTo>
                    <a:cubicBezTo>
                      <a:pt x="1435418" y="40078"/>
                      <a:pt x="1435418" y="40078"/>
                      <a:pt x="1434465" y="40078"/>
                    </a:cubicBezTo>
                    <a:lnTo>
                      <a:pt x="1434465" y="40078"/>
                    </a:lnTo>
                    <a:cubicBezTo>
                      <a:pt x="1423988" y="40078"/>
                      <a:pt x="1414463" y="32458"/>
                      <a:pt x="1414463" y="21980"/>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13" name="Freeform 481">
                <a:extLst>
                  <a:ext uri="{FF2B5EF4-FFF2-40B4-BE49-F238E27FC236}">
                    <a16:creationId xmlns:a16="http://schemas.microsoft.com/office/drawing/2014/main" id="{DD93C28C-8B5A-E74C-99AF-021F1247FDAC}"/>
                  </a:ext>
                </a:extLst>
              </p:cNvPr>
              <p:cNvSpPr/>
              <p:nvPr/>
            </p:nvSpPr>
            <p:spPr>
              <a:xfrm>
                <a:off x="10610463" y="6990398"/>
                <a:ext cx="1453587" cy="1579245"/>
              </a:xfrm>
              <a:custGeom>
                <a:avLst/>
                <a:gdLst>
                  <a:gd name="connsiteX0" fmla="*/ 72 w 1453587"/>
                  <a:gd name="connsiteY0" fmla="*/ 1561147 h 1579244"/>
                  <a:gd name="connsiteX1" fmla="*/ 19122 w 1453587"/>
                  <a:gd name="connsiteY1" fmla="*/ 1539240 h 1579244"/>
                  <a:gd name="connsiteX2" fmla="*/ 19122 w 1453587"/>
                  <a:gd name="connsiteY2" fmla="*/ 1539240 h 1579244"/>
                  <a:gd name="connsiteX3" fmla="*/ 41030 w 1453587"/>
                  <a:gd name="connsiteY3" fmla="*/ 1557338 h 1579244"/>
                  <a:gd name="connsiteX4" fmla="*/ 41030 w 1453587"/>
                  <a:gd name="connsiteY4" fmla="*/ 1557338 h 1579244"/>
                  <a:gd name="connsiteX5" fmla="*/ 21980 w 1453587"/>
                  <a:gd name="connsiteY5" fmla="*/ 1579245 h 1579244"/>
                  <a:gd name="connsiteX6" fmla="*/ 21980 w 1453587"/>
                  <a:gd name="connsiteY6" fmla="*/ 1579245 h 1579244"/>
                  <a:gd name="connsiteX7" fmla="*/ 21980 w 1453587"/>
                  <a:gd name="connsiteY7" fmla="*/ 1579245 h 1579244"/>
                  <a:gd name="connsiteX8" fmla="*/ 21980 w 1453587"/>
                  <a:gd name="connsiteY8" fmla="*/ 1579245 h 1579244"/>
                  <a:gd name="connsiteX9" fmla="*/ 20075 w 1453587"/>
                  <a:gd name="connsiteY9" fmla="*/ 1579245 h 1579244"/>
                  <a:gd name="connsiteX10" fmla="*/ 20075 w 1453587"/>
                  <a:gd name="connsiteY10" fmla="*/ 1579245 h 1579244"/>
                  <a:gd name="connsiteX11" fmla="*/ 72 w 1453587"/>
                  <a:gd name="connsiteY11" fmla="*/ 1561147 h 1579244"/>
                  <a:gd name="connsiteX12" fmla="*/ 134375 w 1453587"/>
                  <a:gd name="connsiteY12" fmla="*/ 1544955 h 1579244"/>
                  <a:gd name="connsiteX13" fmla="*/ 150567 w 1453587"/>
                  <a:gd name="connsiteY13" fmla="*/ 1521142 h 1579244"/>
                  <a:gd name="connsiteX14" fmla="*/ 150567 w 1453587"/>
                  <a:gd name="connsiteY14" fmla="*/ 1521142 h 1579244"/>
                  <a:gd name="connsiteX15" fmla="*/ 174380 w 1453587"/>
                  <a:gd name="connsiteY15" fmla="*/ 1537335 h 1579244"/>
                  <a:gd name="connsiteX16" fmla="*/ 174380 w 1453587"/>
                  <a:gd name="connsiteY16" fmla="*/ 1537335 h 1579244"/>
                  <a:gd name="connsiteX17" fmla="*/ 157235 w 1453587"/>
                  <a:gd name="connsiteY17" fmla="*/ 1561147 h 1579244"/>
                  <a:gd name="connsiteX18" fmla="*/ 157235 w 1453587"/>
                  <a:gd name="connsiteY18" fmla="*/ 1561147 h 1579244"/>
                  <a:gd name="connsiteX19" fmla="*/ 154377 w 1453587"/>
                  <a:gd name="connsiteY19" fmla="*/ 1561147 h 1579244"/>
                  <a:gd name="connsiteX20" fmla="*/ 154377 w 1453587"/>
                  <a:gd name="connsiteY20" fmla="*/ 1561147 h 1579244"/>
                  <a:gd name="connsiteX21" fmla="*/ 134375 w 1453587"/>
                  <a:gd name="connsiteY21" fmla="*/ 1544955 h 1579244"/>
                  <a:gd name="connsiteX22" fmla="*/ 265820 w 1453587"/>
                  <a:gd name="connsiteY22" fmla="*/ 1518285 h 1579244"/>
                  <a:gd name="connsiteX23" fmla="*/ 280108 w 1453587"/>
                  <a:gd name="connsiteY23" fmla="*/ 1493520 h 1579244"/>
                  <a:gd name="connsiteX24" fmla="*/ 280108 w 1453587"/>
                  <a:gd name="connsiteY24" fmla="*/ 1493520 h 1579244"/>
                  <a:gd name="connsiteX25" fmla="*/ 304872 w 1453587"/>
                  <a:gd name="connsiteY25" fmla="*/ 1507807 h 1579244"/>
                  <a:gd name="connsiteX26" fmla="*/ 304872 w 1453587"/>
                  <a:gd name="connsiteY26" fmla="*/ 1507807 h 1579244"/>
                  <a:gd name="connsiteX27" fmla="*/ 290585 w 1453587"/>
                  <a:gd name="connsiteY27" fmla="*/ 1532572 h 1579244"/>
                  <a:gd name="connsiteX28" fmla="*/ 290585 w 1453587"/>
                  <a:gd name="connsiteY28" fmla="*/ 1532572 h 1579244"/>
                  <a:gd name="connsiteX29" fmla="*/ 290585 w 1453587"/>
                  <a:gd name="connsiteY29" fmla="*/ 1532572 h 1579244"/>
                  <a:gd name="connsiteX30" fmla="*/ 290585 w 1453587"/>
                  <a:gd name="connsiteY30" fmla="*/ 1532572 h 1579244"/>
                  <a:gd name="connsiteX31" fmla="*/ 285822 w 1453587"/>
                  <a:gd name="connsiteY31" fmla="*/ 1533525 h 1579244"/>
                  <a:gd name="connsiteX32" fmla="*/ 285822 w 1453587"/>
                  <a:gd name="connsiteY32" fmla="*/ 1533525 h 1579244"/>
                  <a:gd name="connsiteX33" fmla="*/ 265820 w 1453587"/>
                  <a:gd name="connsiteY33" fmla="*/ 1518285 h 1579244"/>
                  <a:gd name="connsiteX34" fmla="*/ 395360 w 1453587"/>
                  <a:gd name="connsiteY34" fmla="*/ 1480185 h 1579244"/>
                  <a:gd name="connsiteX35" fmla="*/ 407742 w 1453587"/>
                  <a:gd name="connsiteY35" fmla="*/ 1453515 h 1579244"/>
                  <a:gd name="connsiteX36" fmla="*/ 407742 w 1453587"/>
                  <a:gd name="connsiteY36" fmla="*/ 1453515 h 1579244"/>
                  <a:gd name="connsiteX37" fmla="*/ 433460 w 1453587"/>
                  <a:gd name="connsiteY37" fmla="*/ 1465897 h 1579244"/>
                  <a:gd name="connsiteX38" fmla="*/ 433460 w 1453587"/>
                  <a:gd name="connsiteY38" fmla="*/ 1465897 h 1579244"/>
                  <a:gd name="connsiteX39" fmla="*/ 421077 w 1453587"/>
                  <a:gd name="connsiteY39" fmla="*/ 1491615 h 1579244"/>
                  <a:gd name="connsiteX40" fmla="*/ 421077 w 1453587"/>
                  <a:gd name="connsiteY40" fmla="*/ 1491615 h 1579244"/>
                  <a:gd name="connsiteX41" fmla="*/ 414410 w 1453587"/>
                  <a:gd name="connsiteY41" fmla="*/ 1492567 h 1579244"/>
                  <a:gd name="connsiteX42" fmla="*/ 414410 w 1453587"/>
                  <a:gd name="connsiteY42" fmla="*/ 1492567 h 1579244"/>
                  <a:gd name="connsiteX43" fmla="*/ 395360 w 1453587"/>
                  <a:gd name="connsiteY43" fmla="*/ 1480185 h 1579244"/>
                  <a:gd name="connsiteX44" fmla="*/ 521090 w 1453587"/>
                  <a:gd name="connsiteY44" fmla="*/ 1429702 h 1579244"/>
                  <a:gd name="connsiteX45" fmla="*/ 530615 w 1453587"/>
                  <a:gd name="connsiteY45" fmla="*/ 1403032 h 1579244"/>
                  <a:gd name="connsiteX46" fmla="*/ 530615 w 1453587"/>
                  <a:gd name="connsiteY46" fmla="*/ 1403032 h 1579244"/>
                  <a:gd name="connsiteX47" fmla="*/ 557285 w 1453587"/>
                  <a:gd name="connsiteY47" fmla="*/ 1412557 h 1579244"/>
                  <a:gd name="connsiteX48" fmla="*/ 557285 w 1453587"/>
                  <a:gd name="connsiteY48" fmla="*/ 1412557 h 1579244"/>
                  <a:gd name="connsiteX49" fmla="*/ 547760 w 1453587"/>
                  <a:gd name="connsiteY49" fmla="*/ 1439227 h 1579244"/>
                  <a:gd name="connsiteX50" fmla="*/ 547760 w 1453587"/>
                  <a:gd name="connsiteY50" fmla="*/ 1439227 h 1579244"/>
                  <a:gd name="connsiteX51" fmla="*/ 539188 w 1453587"/>
                  <a:gd name="connsiteY51" fmla="*/ 1441132 h 1579244"/>
                  <a:gd name="connsiteX52" fmla="*/ 539188 w 1453587"/>
                  <a:gd name="connsiteY52" fmla="*/ 1441132 h 1579244"/>
                  <a:gd name="connsiteX53" fmla="*/ 521090 w 1453587"/>
                  <a:gd name="connsiteY53" fmla="*/ 1429702 h 1579244"/>
                  <a:gd name="connsiteX54" fmla="*/ 641105 w 1453587"/>
                  <a:gd name="connsiteY54" fmla="*/ 1369695 h 1579244"/>
                  <a:gd name="connsiteX55" fmla="*/ 648725 w 1453587"/>
                  <a:gd name="connsiteY55" fmla="*/ 1342072 h 1579244"/>
                  <a:gd name="connsiteX56" fmla="*/ 648725 w 1453587"/>
                  <a:gd name="connsiteY56" fmla="*/ 1342072 h 1579244"/>
                  <a:gd name="connsiteX57" fmla="*/ 676347 w 1453587"/>
                  <a:gd name="connsiteY57" fmla="*/ 1349692 h 1579244"/>
                  <a:gd name="connsiteX58" fmla="*/ 676347 w 1453587"/>
                  <a:gd name="connsiteY58" fmla="*/ 1349692 h 1579244"/>
                  <a:gd name="connsiteX59" fmla="*/ 668727 w 1453587"/>
                  <a:gd name="connsiteY59" fmla="*/ 1377315 h 1579244"/>
                  <a:gd name="connsiteX60" fmla="*/ 668727 w 1453587"/>
                  <a:gd name="connsiteY60" fmla="*/ 1377315 h 1579244"/>
                  <a:gd name="connsiteX61" fmla="*/ 668727 w 1453587"/>
                  <a:gd name="connsiteY61" fmla="*/ 1377315 h 1579244"/>
                  <a:gd name="connsiteX62" fmla="*/ 668727 w 1453587"/>
                  <a:gd name="connsiteY62" fmla="*/ 1377315 h 1579244"/>
                  <a:gd name="connsiteX63" fmla="*/ 659202 w 1453587"/>
                  <a:gd name="connsiteY63" fmla="*/ 1380172 h 1579244"/>
                  <a:gd name="connsiteX64" fmla="*/ 659202 w 1453587"/>
                  <a:gd name="connsiteY64" fmla="*/ 1380172 h 1579244"/>
                  <a:gd name="connsiteX65" fmla="*/ 641105 w 1453587"/>
                  <a:gd name="connsiteY65" fmla="*/ 1369695 h 1579244"/>
                  <a:gd name="connsiteX66" fmla="*/ 756358 w 1453587"/>
                  <a:gd name="connsiteY66" fmla="*/ 1298257 h 1579244"/>
                  <a:gd name="connsiteX67" fmla="*/ 761120 w 1453587"/>
                  <a:gd name="connsiteY67" fmla="*/ 1270635 h 1579244"/>
                  <a:gd name="connsiteX68" fmla="*/ 761120 w 1453587"/>
                  <a:gd name="connsiteY68" fmla="*/ 1270635 h 1579244"/>
                  <a:gd name="connsiteX69" fmla="*/ 789695 w 1453587"/>
                  <a:gd name="connsiteY69" fmla="*/ 1275397 h 1579244"/>
                  <a:gd name="connsiteX70" fmla="*/ 789695 w 1453587"/>
                  <a:gd name="connsiteY70" fmla="*/ 1275397 h 1579244"/>
                  <a:gd name="connsiteX71" fmla="*/ 784933 w 1453587"/>
                  <a:gd name="connsiteY71" fmla="*/ 1303972 h 1579244"/>
                  <a:gd name="connsiteX72" fmla="*/ 784933 w 1453587"/>
                  <a:gd name="connsiteY72" fmla="*/ 1303972 h 1579244"/>
                  <a:gd name="connsiteX73" fmla="*/ 773502 w 1453587"/>
                  <a:gd name="connsiteY73" fmla="*/ 1307782 h 1579244"/>
                  <a:gd name="connsiteX74" fmla="*/ 773502 w 1453587"/>
                  <a:gd name="connsiteY74" fmla="*/ 1307782 h 1579244"/>
                  <a:gd name="connsiteX75" fmla="*/ 756358 w 1453587"/>
                  <a:gd name="connsiteY75" fmla="*/ 1298257 h 1579244"/>
                  <a:gd name="connsiteX76" fmla="*/ 864942 w 1453587"/>
                  <a:gd name="connsiteY76" fmla="*/ 1217295 h 1579244"/>
                  <a:gd name="connsiteX77" fmla="*/ 867800 w 1453587"/>
                  <a:gd name="connsiteY77" fmla="*/ 1188720 h 1579244"/>
                  <a:gd name="connsiteX78" fmla="*/ 867800 w 1453587"/>
                  <a:gd name="connsiteY78" fmla="*/ 1188720 h 1579244"/>
                  <a:gd name="connsiteX79" fmla="*/ 896375 w 1453587"/>
                  <a:gd name="connsiteY79" fmla="*/ 1191577 h 1579244"/>
                  <a:gd name="connsiteX80" fmla="*/ 896375 w 1453587"/>
                  <a:gd name="connsiteY80" fmla="*/ 1191577 h 1579244"/>
                  <a:gd name="connsiteX81" fmla="*/ 893517 w 1453587"/>
                  <a:gd name="connsiteY81" fmla="*/ 1220152 h 1579244"/>
                  <a:gd name="connsiteX82" fmla="*/ 893517 w 1453587"/>
                  <a:gd name="connsiteY82" fmla="*/ 1220152 h 1579244"/>
                  <a:gd name="connsiteX83" fmla="*/ 880183 w 1453587"/>
                  <a:gd name="connsiteY83" fmla="*/ 1224915 h 1579244"/>
                  <a:gd name="connsiteX84" fmla="*/ 880183 w 1453587"/>
                  <a:gd name="connsiteY84" fmla="*/ 1224915 h 1579244"/>
                  <a:gd name="connsiteX85" fmla="*/ 864942 w 1453587"/>
                  <a:gd name="connsiteY85" fmla="*/ 1217295 h 1579244"/>
                  <a:gd name="connsiteX86" fmla="*/ 964955 w 1453587"/>
                  <a:gd name="connsiteY86" fmla="*/ 1127760 h 1579244"/>
                  <a:gd name="connsiteX87" fmla="*/ 964955 w 1453587"/>
                  <a:gd name="connsiteY87" fmla="*/ 1099185 h 1579244"/>
                  <a:gd name="connsiteX88" fmla="*/ 964955 w 1453587"/>
                  <a:gd name="connsiteY88" fmla="*/ 1099185 h 1579244"/>
                  <a:gd name="connsiteX89" fmla="*/ 993530 w 1453587"/>
                  <a:gd name="connsiteY89" fmla="*/ 1099185 h 1579244"/>
                  <a:gd name="connsiteX90" fmla="*/ 993530 w 1453587"/>
                  <a:gd name="connsiteY90" fmla="*/ 1099185 h 1579244"/>
                  <a:gd name="connsiteX91" fmla="*/ 993530 w 1453587"/>
                  <a:gd name="connsiteY91" fmla="*/ 1127760 h 1579244"/>
                  <a:gd name="connsiteX92" fmla="*/ 993530 w 1453587"/>
                  <a:gd name="connsiteY92" fmla="*/ 1127760 h 1579244"/>
                  <a:gd name="connsiteX93" fmla="*/ 993530 w 1453587"/>
                  <a:gd name="connsiteY93" fmla="*/ 1127760 h 1579244"/>
                  <a:gd name="connsiteX94" fmla="*/ 993530 w 1453587"/>
                  <a:gd name="connsiteY94" fmla="*/ 1127760 h 1579244"/>
                  <a:gd name="connsiteX95" fmla="*/ 979242 w 1453587"/>
                  <a:gd name="connsiteY95" fmla="*/ 1133475 h 1579244"/>
                  <a:gd name="connsiteX96" fmla="*/ 979242 w 1453587"/>
                  <a:gd name="connsiteY96" fmla="*/ 1133475 h 1579244"/>
                  <a:gd name="connsiteX97" fmla="*/ 964955 w 1453587"/>
                  <a:gd name="connsiteY97" fmla="*/ 1127760 h 1579244"/>
                  <a:gd name="connsiteX98" fmla="*/ 1058300 w 1453587"/>
                  <a:gd name="connsiteY98" fmla="*/ 1029652 h 1579244"/>
                  <a:gd name="connsiteX99" fmla="*/ 1055442 w 1453587"/>
                  <a:gd name="connsiteY99" fmla="*/ 1001077 h 1579244"/>
                  <a:gd name="connsiteX100" fmla="*/ 1055442 w 1453587"/>
                  <a:gd name="connsiteY100" fmla="*/ 1001077 h 1579244"/>
                  <a:gd name="connsiteX101" fmla="*/ 1084017 w 1453587"/>
                  <a:gd name="connsiteY101" fmla="*/ 998220 h 1579244"/>
                  <a:gd name="connsiteX102" fmla="*/ 1084017 w 1453587"/>
                  <a:gd name="connsiteY102" fmla="*/ 998220 h 1579244"/>
                  <a:gd name="connsiteX103" fmla="*/ 1086875 w 1453587"/>
                  <a:gd name="connsiteY103" fmla="*/ 1026795 h 1579244"/>
                  <a:gd name="connsiteX104" fmla="*/ 1086875 w 1453587"/>
                  <a:gd name="connsiteY104" fmla="*/ 1026795 h 1579244"/>
                  <a:gd name="connsiteX105" fmla="*/ 1071635 w 1453587"/>
                  <a:gd name="connsiteY105" fmla="*/ 1034415 h 1579244"/>
                  <a:gd name="connsiteX106" fmla="*/ 1071635 w 1453587"/>
                  <a:gd name="connsiteY106" fmla="*/ 1034415 h 1579244"/>
                  <a:gd name="connsiteX107" fmla="*/ 1058300 w 1453587"/>
                  <a:gd name="connsiteY107" fmla="*/ 1029652 h 1579244"/>
                  <a:gd name="connsiteX108" fmla="*/ 1142120 w 1453587"/>
                  <a:gd name="connsiteY108" fmla="*/ 923925 h 1579244"/>
                  <a:gd name="connsiteX109" fmla="*/ 1137358 w 1453587"/>
                  <a:gd name="connsiteY109" fmla="*/ 895350 h 1579244"/>
                  <a:gd name="connsiteX110" fmla="*/ 1137358 w 1453587"/>
                  <a:gd name="connsiteY110" fmla="*/ 895350 h 1579244"/>
                  <a:gd name="connsiteX111" fmla="*/ 1164980 w 1453587"/>
                  <a:gd name="connsiteY111" fmla="*/ 890588 h 1579244"/>
                  <a:gd name="connsiteX112" fmla="*/ 1164980 w 1453587"/>
                  <a:gd name="connsiteY112" fmla="*/ 890588 h 1579244"/>
                  <a:gd name="connsiteX113" fmla="*/ 1169742 w 1453587"/>
                  <a:gd name="connsiteY113" fmla="*/ 918210 h 1579244"/>
                  <a:gd name="connsiteX114" fmla="*/ 1169742 w 1453587"/>
                  <a:gd name="connsiteY114" fmla="*/ 918210 h 1579244"/>
                  <a:gd name="connsiteX115" fmla="*/ 1153550 w 1453587"/>
                  <a:gd name="connsiteY115" fmla="*/ 926782 h 1579244"/>
                  <a:gd name="connsiteX116" fmla="*/ 1153550 w 1453587"/>
                  <a:gd name="connsiteY116" fmla="*/ 926782 h 1579244"/>
                  <a:gd name="connsiteX117" fmla="*/ 1142120 w 1453587"/>
                  <a:gd name="connsiteY117" fmla="*/ 923925 h 1579244"/>
                  <a:gd name="connsiteX118" fmla="*/ 1216415 w 1453587"/>
                  <a:gd name="connsiteY118" fmla="*/ 810577 h 1579244"/>
                  <a:gd name="connsiteX119" fmla="*/ 1208795 w 1453587"/>
                  <a:gd name="connsiteY119" fmla="*/ 782955 h 1579244"/>
                  <a:gd name="connsiteX120" fmla="*/ 1208795 w 1453587"/>
                  <a:gd name="connsiteY120" fmla="*/ 782955 h 1579244"/>
                  <a:gd name="connsiteX121" fmla="*/ 1236417 w 1453587"/>
                  <a:gd name="connsiteY121" fmla="*/ 775335 h 1579244"/>
                  <a:gd name="connsiteX122" fmla="*/ 1236417 w 1453587"/>
                  <a:gd name="connsiteY122" fmla="*/ 775335 h 1579244"/>
                  <a:gd name="connsiteX123" fmla="*/ 1244038 w 1453587"/>
                  <a:gd name="connsiteY123" fmla="*/ 802957 h 1579244"/>
                  <a:gd name="connsiteX124" fmla="*/ 1244038 w 1453587"/>
                  <a:gd name="connsiteY124" fmla="*/ 802957 h 1579244"/>
                  <a:gd name="connsiteX125" fmla="*/ 1226892 w 1453587"/>
                  <a:gd name="connsiteY125" fmla="*/ 812482 h 1579244"/>
                  <a:gd name="connsiteX126" fmla="*/ 1226892 w 1453587"/>
                  <a:gd name="connsiteY126" fmla="*/ 812482 h 1579244"/>
                  <a:gd name="connsiteX127" fmla="*/ 1216415 w 1453587"/>
                  <a:gd name="connsiteY127" fmla="*/ 810577 h 1579244"/>
                  <a:gd name="connsiteX128" fmla="*/ 1280233 w 1453587"/>
                  <a:gd name="connsiteY128" fmla="*/ 692467 h 1579244"/>
                  <a:gd name="connsiteX129" fmla="*/ 1270708 w 1453587"/>
                  <a:gd name="connsiteY129" fmla="*/ 665797 h 1579244"/>
                  <a:gd name="connsiteX130" fmla="*/ 1270708 w 1453587"/>
                  <a:gd name="connsiteY130" fmla="*/ 665797 h 1579244"/>
                  <a:gd name="connsiteX131" fmla="*/ 1297377 w 1453587"/>
                  <a:gd name="connsiteY131" fmla="*/ 656272 h 1579244"/>
                  <a:gd name="connsiteX132" fmla="*/ 1297377 w 1453587"/>
                  <a:gd name="connsiteY132" fmla="*/ 656272 h 1579244"/>
                  <a:gd name="connsiteX133" fmla="*/ 1306902 w 1453587"/>
                  <a:gd name="connsiteY133" fmla="*/ 682942 h 1579244"/>
                  <a:gd name="connsiteX134" fmla="*/ 1306902 w 1453587"/>
                  <a:gd name="connsiteY134" fmla="*/ 682942 h 1579244"/>
                  <a:gd name="connsiteX135" fmla="*/ 1288805 w 1453587"/>
                  <a:gd name="connsiteY135" fmla="*/ 694372 h 1579244"/>
                  <a:gd name="connsiteX136" fmla="*/ 1288805 w 1453587"/>
                  <a:gd name="connsiteY136" fmla="*/ 694372 h 1579244"/>
                  <a:gd name="connsiteX137" fmla="*/ 1280233 w 1453587"/>
                  <a:gd name="connsiteY137" fmla="*/ 692467 h 1579244"/>
                  <a:gd name="connsiteX138" fmla="*/ 1333572 w 1453587"/>
                  <a:gd name="connsiteY138" fmla="*/ 568642 h 1579244"/>
                  <a:gd name="connsiteX139" fmla="*/ 1321190 w 1453587"/>
                  <a:gd name="connsiteY139" fmla="*/ 542925 h 1579244"/>
                  <a:gd name="connsiteX140" fmla="*/ 1321190 w 1453587"/>
                  <a:gd name="connsiteY140" fmla="*/ 542925 h 1579244"/>
                  <a:gd name="connsiteX141" fmla="*/ 1346908 w 1453587"/>
                  <a:gd name="connsiteY141" fmla="*/ 530542 h 1579244"/>
                  <a:gd name="connsiteX142" fmla="*/ 1346908 w 1453587"/>
                  <a:gd name="connsiteY142" fmla="*/ 530542 h 1579244"/>
                  <a:gd name="connsiteX143" fmla="*/ 1359290 w 1453587"/>
                  <a:gd name="connsiteY143" fmla="*/ 556260 h 1579244"/>
                  <a:gd name="connsiteX144" fmla="*/ 1359290 w 1453587"/>
                  <a:gd name="connsiteY144" fmla="*/ 556260 h 1579244"/>
                  <a:gd name="connsiteX145" fmla="*/ 1359290 w 1453587"/>
                  <a:gd name="connsiteY145" fmla="*/ 556260 h 1579244"/>
                  <a:gd name="connsiteX146" fmla="*/ 1359290 w 1453587"/>
                  <a:gd name="connsiteY146" fmla="*/ 556260 h 1579244"/>
                  <a:gd name="connsiteX147" fmla="*/ 1340240 w 1453587"/>
                  <a:gd name="connsiteY147" fmla="*/ 569595 h 1579244"/>
                  <a:gd name="connsiteX148" fmla="*/ 1340240 w 1453587"/>
                  <a:gd name="connsiteY148" fmla="*/ 569595 h 1579244"/>
                  <a:gd name="connsiteX149" fmla="*/ 1333572 w 1453587"/>
                  <a:gd name="connsiteY149" fmla="*/ 568642 h 1579244"/>
                  <a:gd name="connsiteX150" fmla="*/ 1375483 w 1453587"/>
                  <a:gd name="connsiteY150" fmla="*/ 440055 h 1579244"/>
                  <a:gd name="connsiteX151" fmla="*/ 1361195 w 1453587"/>
                  <a:gd name="connsiteY151" fmla="*/ 415290 h 1579244"/>
                  <a:gd name="connsiteX152" fmla="*/ 1361195 w 1453587"/>
                  <a:gd name="connsiteY152" fmla="*/ 415290 h 1579244"/>
                  <a:gd name="connsiteX153" fmla="*/ 1385960 w 1453587"/>
                  <a:gd name="connsiteY153" fmla="*/ 401002 h 1579244"/>
                  <a:gd name="connsiteX154" fmla="*/ 1385960 w 1453587"/>
                  <a:gd name="connsiteY154" fmla="*/ 401002 h 1579244"/>
                  <a:gd name="connsiteX155" fmla="*/ 1400247 w 1453587"/>
                  <a:gd name="connsiteY155" fmla="*/ 425767 h 1579244"/>
                  <a:gd name="connsiteX156" fmla="*/ 1400247 w 1453587"/>
                  <a:gd name="connsiteY156" fmla="*/ 425767 h 1579244"/>
                  <a:gd name="connsiteX157" fmla="*/ 1381197 w 1453587"/>
                  <a:gd name="connsiteY157" fmla="*/ 441007 h 1579244"/>
                  <a:gd name="connsiteX158" fmla="*/ 1381197 w 1453587"/>
                  <a:gd name="connsiteY158" fmla="*/ 441007 h 1579244"/>
                  <a:gd name="connsiteX159" fmla="*/ 1375483 w 1453587"/>
                  <a:gd name="connsiteY159" fmla="*/ 440055 h 1579244"/>
                  <a:gd name="connsiteX160" fmla="*/ 1406915 w 1453587"/>
                  <a:gd name="connsiteY160" fmla="*/ 308610 h 1579244"/>
                  <a:gd name="connsiteX161" fmla="*/ 1390722 w 1453587"/>
                  <a:gd name="connsiteY161" fmla="*/ 284797 h 1579244"/>
                  <a:gd name="connsiteX162" fmla="*/ 1390722 w 1453587"/>
                  <a:gd name="connsiteY162" fmla="*/ 284797 h 1579244"/>
                  <a:gd name="connsiteX163" fmla="*/ 1414535 w 1453587"/>
                  <a:gd name="connsiteY163" fmla="*/ 268605 h 1579244"/>
                  <a:gd name="connsiteX164" fmla="*/ 1414535 w 1453587"/>
                  <a:gd name="connsiteY164" fmla="*/ 268605 h 1579244"/>
                  <a:gd name="connsiteX165" fmla="*/ 1430727 w 1453587"/>
                  <a:gd name="connsiteY165" fmla="*/ 292417 h 1579244"/>
                  <a:gd name="connsiteX166" fmla="*/ 1430727 w 1453587"/>
                  <a:gd name="connsiteY166" fmla="*/ 292417 h 1579244"/>
                  <a:gd name="connsiteX167" fmla="*/ 1430727 w 1453587"/>
                  <a:gd name="connsiteY167" fmla="*/ 292417 h 1579244"/>
                  <a:gd name="connsiteX168" fmla="*/ 1430727 w 1453587"/>
                  <a:gd name="connsiteY168" fmla="*/ 292417 h 1579244"/>
                  <a:gd name="connsiteX169" fmla="*/ 1410725 w 1453587"/>
                  <a:gd name="connsiteY169" fmla="*/ 309563 h 1579244"/>
                  <a:gd name="connsiteX170" fmla="*/ 1410725 w 1453587"/>
                  <a:gd name="connsiteY170" fmla="*/ 309563 h 1579244"/>
                  <a:gd name="connsiteX171" fmla="*/ 1406915 w 1453587"/>
                  <a:gd name="connsiteY171" fmla="*/ 308610 h 1579244"/>
                  <a:gd name="connsiteX172" fmla="*/ 1425965 w 1453587"/>
                  <a:gd name="connsiteY172" fmla="*/ 175260 h 1579244"/>
                  <a:gd name="connsiteX173" fmla="*/ 1407867 w 1453587"/>
                  <a:gd name="connsiteY173" fmla="*/ 153352 h 1579244"/>
                  <a:gd name="connsiteX174" fmla="*/ 1407867 w 1453587"/>
                  <a:gd name="connsiteY174" fmla="*/ 153352 h 1579244"/>
                  <a:gd name="connsiteX175" fmla="*/ 1429775 w 1453587"/>
                  <a:gd name="connsiteY175" fmla="*/ 135255 h 1579244"/>
                  <a:gd name="connsiteX176" fmla="*/ 1429775 w 1453587"/>
                  <a:gd name="connsiteY176" fmla="*/ 135255 h 1579244"/>
                  <a:gd name="connsiteX177" fmla="*/ 1447872 w 1453587"/>
                  <a:gd name="connsiteY177" fmla="*/ 157163 h 1579244"/>
                  <a:gd name="connsiteX178" fmla="*/ 1447872 w 1453587"/>
                  <a:gd name="connsiteY178" fmla="*/ 157163 h 1579244"/>
                  <a:gd name="connsiteX179" fmla="*/ 1447872 w 1453587"/>
                  <a:gd name="connsiteY179" fmla="*/ 157163 h 1579244"/>
                  <a:gd name="connsiteX180" fmla="*/ 1447872 w 1453587"/>
                  <a:gd name="connsiteY180" fmla="*/ 157163 h 1579244"/>
                  <a:gd name="connsiteX181" fmla="*/ 1427870 w 1453587"/>
                  <a:gd name="connsiteY181" fmla="*/ 175260 h 1579244"/>
                  <a:gd name="connsiteX182" fmla="*/ 1427870 w 1453587"/>
                  <a:gd name="connsiteY182" fmla="*/ 175260 h 1579244"/>
                  <a:gd name="connsiteX183" fmla="*/ 1425965 w 1453587"/>
                  <a:gd name="connsiteY183" fmla="*/ 175260 h 1579244"/>
                  <a:gd name="connsiteX184" fmla="*/ 1413583 w 1453587"/>
                  <a:gd name="connsiteY184" fmla="*/ 20002 h 1579244"/>
                  <a:gd name="connsiteX185" fmla="*/ 1433585 w 1453587"/>
                  <a:gd name="connsiteY185" fmla="*/ 0 h 1579244"/>
                  <a:gd name="connsiteX186" fmla="*/ 1433585 w 1453587"/>
                  <a:gd name="connsiteY186" fmla="*/ 0 h 1579244"/>
                  <a:gd name="connsiteX187" fmla="*/ 1453588 w 1453587"/>
                  <a:gd name="connsiteY187" fmla="*/ 20002 h 1579244"/>
                  <a:gd name="connsiteX188" fmla="*/ 1453588 w 1453587"/>
                  <a:gd name="connsiteY188" fmla="*/ 20002 h 1579244"/>
                  <a:gd name="connsiteX189" fmla="*/ 1453588 w 1453587"/>
                  <a:gd name="connsiteY189" fmla="*/ 20002 h 1579244"/>
                  <a:gd name="connsiteX190" fmla="*/ 1453588 w 1453587"/>
                  <a:gd name="connsiteY190" fmla="*/ 20002 h 1579244"/>
                  <a:gd name="connsiteX191" fmla="*/ 1433585 w 1453587"/>
                  <a:gd name="connsiteY191" fmla="*/ 40005 h 1579244"/>
                  <a:gd name="connsiteX192" fmla="*/ 1433585 w 1453587"/>
                  <a:gd name="connsiteY192" fmla="*/ 40005 h 1579244"/>
                  <a:gd name="connsiteX193" fmla="*/ 1413583 w 1453587"/>
                  <a:gd name="connsiteY193" fmla="*/ 20002 h 157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1453587" h="1579244">
                    <a:moveTo>
                      <a:pt x="72" y="1561147"/>
                    </a:moveTo>
                    <a:cubicBezTo>
                      <a:pt x="-880" y="1549717"/>
                      <a:pt x="7692" y="1540192"/>
                      <a:pt x="19122" y="1539240"/>
                    </a:cubicBezTo>
                    <a:lnTo>
                      <a:pt x="19122" y="1539240"/>
                    </a:lnTo>
                    <a:cubicBezTo>
                      <a:pt x="30552" y="1538288"/>
                      <a:pt x="40077" y="1546860"/>
                      <a:pt x="41030" y="1557338"/>
                    </a:cubicBezTo>
                    <a:lnTo>
                      <a:pt x="41030" y="1557338"/>
                    </a:lnTo>
                    <a:cubicBezTo>
                      <a:pt x="41982" y="1568767"/>
                      <a:pt x="33410" y="1578292"/>
                      <a:pt x="21980" y="1579245"/>
                    </a:cubicBezTo>
                    <a:lnTo>
                      <a:pt x="21980" y="1579245"/>
                    </a:lnTo>
                    <a:lnTo>
                      <a:pt x="21980" y="1579245"/>
                    </a:lnTo>
                    <a:lnTo>
                      <a:pt x="21980" y="1579245"/>
                    </a:lnTo>
                    <a:cubicBezTo>
                      <a:pt x="21027" y="1579245"/>
                      <a:pt x="21027" y="1579245"/>
                      <a:pt x="20075" y="1579245"/>
                    </a:cubicBezTo>
                    <a:lnTo>
                      <a:pt x="20075" y="1579245"/>
                    </a:lnTo>
                    <a:cubicBezTo>
                      <a:pt x="9597" y="1579245"/>
                      <a:pt x="72" y="1571625"/>
                      <a:pt x="72" y="1561147"/>
                    </a:cubicBezTo>
                    <a:close/>
                    <a:moveTo>
                      <a:pt x="134375" y="1544955"/>
                    </a:moveTo>
                    <a:cubicBezTo>
                      <a:pt x="132470" y="1533525"/>
                      <a:pt x="140090" y="1523047"/>
                      <a:pt x="150567" y="1521142"/>
                    </a:cubicBezTo>
                    <a:lnTo>
                      <a:pt x="150567" y="1521142"/>
                    </a:lnTo>
                    <a:cubicBezTo>
                      <a:pt x="161997" y="1519238"/>
                      <a:pt x="171522" y="1526857"/>
                      <a:pt x="174380" y="1537335"/>
                    </a:cubicBezTo>
                    <a:lnTo>
                      <a:pt x="174380" y="1537335"/>
                    </a:lnTo>
                    <a:cubicBezTo>
                      <a:pt x="176285" y="1548765"/>
                      <a:pt x="168665" y="1559242"/>
                      <a:pt x="157235" y="1561147"/>
                    </a:cubicBezTo>
                    <a:lnTo>
                      <a:pt x="157235" y="1561147"/>
                    </a:lnTo>
                    <a:cubicBezTo>
                      <a:pt x="156283" y="1561147"/>
                      <a:pt x="155330" y="1561147"/>
                      <a:pt x="154377" y="1561147"/>
                    </a:cubicBezTo>
                    <a:lnTo>
                      <a:pt x="154377" y="1561147"/>
                    </a:lnTo>
                    <a:cubicBezTo>
                      <a:pt x="143900" y="1562100"/>
                      <a:pt x="135327" y="1555432"/>
                      <a:pt x="134375" y="1544955"/>
                    </a:cubicBezTo>
                    <a:close/>
                    <a:moveTo>
                      <a:pt x="265820" y="1518285"/>
                    </a:moveTo>
                    <a:cubicBezTo>
                      <a:pt x="262963" y="1507807"/>
                      <a:pt x="269630" y="1496377"/>
                      <a:pt x="280108" y="1493520"/>
                    </a:cubicBezTo>
                    <a:lnTo>
                      <a:pt x="280108" y="1493520"/>
                    </a:lnTo>
                    <a:cubicBezTo>
                      <a:pt x="291538" y="1490663"/>
                      <a:pt x="302015" y="1497330"/>
                      <a:pt x="304872" y="1507807"/>
                    </a:cubicBezTo>
                    <a:lnTo>
                      <a:pt x="304872" y="1507807"/>
                    </a:lnTo>
                    <a:cubicBezTo>
                      <a:pt x="307730" y="1518285"/>
                      <a:pt x="301063" y="1529715"/>
                      <a:pt x="290585" y="1532572"/>
                    </a:cubicBezTo>
                    <a:lnTo>
                      <a:pt x="290585" y="1532572"/>
                    </a:lnTo>
                    <a:lnTo>
                      <a:pt x="290585" y="1532572"/>
                    </a:lnTo>
                    <a:lnTo>
                      <a:pt x="290585" y="1532572"/>
                    </a:lnTo>
                    <a:cubicBezTo>
                      <a:pt x="288680" y="1532572"/>
                      <a:pt x="286775" y="1533525"/>
                      <a:pt x="285822" y="1533525"/>
                    </a:cubicBezTo>
                    <a:lnTo>
                      <a:pt x="285822" y="1533525"/>
                    </a:lnTo>
                    <a:cubicBezTo>
                      <a:pt x="276297" y="1533525"/>
                      <a:pt x="268677" y="1526857"/>
                      <a:pt x="265820" y="1518285"/>
                    </a:cubicBezTo>
                    <a:close/>
                    <a:moveTo>
                      <a:pt x="395360" y="1480185"/>
                    </a:moveTo>
                    <a:cubicBezTo>
                      <a:pt x="391550" y="1469707"/>
                      <a:pt x="397265" y="1458277"/>
                      <a:pt x="407742" y="1453515"/>
                    </a:cubicBezTo>
                    <a:lnTo>
                      <a:pt x="407742" y="1453515"/>
                    </a:lnTo>
                    <a:cubicBezTo>
                      <a:pt x="418220" y="1449705"/>
                      <a:pt x="429650" y="1455420"/>
                      <a:pt x="433460" y="1465897"/>
                    </a:cubicBezTo>
                    <a:lnTo>
                      <a:pt x="433460" y="1465897"/>
                    </a:lnTo>
                    <a:cubicBezTo>
                      <a:pt x="437270" y="1476375"/>
                      <a:pt x="431555" y="1487805"/>
                      <a:pt x="421077" y="1491615"/>
                    </a:cubicBezTo>
                    <a:lnTo>
                      <a:pt x="421077" y="1491615"/>
                    </a:lnTo>
                    <a:cubicBezTo>
                      <a:pt x="419172" y="1492567"/>
                      <a:pt x="416315" y="1492567"/>
                      <a:pt x="414410" y="1492567"/>
                    </a:cubicBezTo>
                    <a:lnTo>
                      <a:pt x="414410" y="1492567"/>
                    </a:lnTo>
                    <a:cubicBezTo>
                      <a:pt x="405838" y="1492567"/>
                      <a:pt x="398217" y="1487805"/>
                      <a:pt x="395360" y="1480185"/>
                    </a:cubicBezTo>
                    <a:close/>
                    <a:moveTo>
                      <a:pt x="521090" y="1429702"/>
                    </a:moveTo>
                    <a:cubicBezTo>
                      <a:pt x="516327" y="1420177"/>
                      <a:pt x="521090" y="1407795"/>
                      <a:pt x="530615" y="1403032"/>
                    </a:cubicBezTo>
                    <a:lnTo>
                      <a:pt x="530615" y="1403032"/>
                    </a:lnTo>
                    <a:cubicBezTo>
                      <a:pt x="541092" y="1398270"/>
                      <a:pt x="552522" y="1402080"/>
                      <a:pt x="557285" y="1412557"/>
                    </a:cubicBezTo>
                    <a:lnTo>
                      <a:pt x="557285" y="1412557"/>
                    </a:lnTo>
                    <a:cubicBezTo>
                      <a:pt x="562047" y="1422082"/>
                      <a:pt x="558238" y="1434465"/>
                      <a:pt x="547760" y="1439227"/>
                    </a:cubicBezTo>
                    <a:lnTo>
                      <a:pt x="547760" y="1439227"/>
                    </a:lnTo>
                    <a:cubicBezTo>
                      <a:pt x="544902" y="1440180"/>
                      <a:pt x="542045" y="1441132"/>
                      <a:pt x="539188" y="1441132"/>
                    </a:cubicBezTo>
                    <a:lnTo>
                      <a:pt x="539188" y="1441132"/>
                    </a:lnTo>
                    <a:cubicBezTo>
                      <a:pt x="531567" y="1442085"/>
                      <a:pt x="523947" y="1437322"/>
                      <a:pt x="521090" y="1429702"/>
                    </a:cubicBezTo>
                    <a:close/>
                    <a:moveTo>
                      <a:pt x="641105" y="1369695"/>
                    </a:moveTo>
                    <a:cubicBezTo>
                      <a:pt x="635390" y="1360170"/>
                      <a:pt x="638247" y="1347788"/>
                      <a:pt x="648725" y="1342072"/>
                    </a:cubicBezTo>
                    <a:lnTo>
                      <a:pt x="648725" y="1342072"/>
                    </a:lnTo>
                    <a:cubicBezTo>
                      <a:pt x="658250" y="1336357"/>
                      <a:pt x="670633" y="1340167"/>
                      <a:pt x="676347" y="1349692"/>
                    </a:cubicBezTo>
                    <a:lnTo>
                      <a:pt x="676347" y="1349692"/>
                    </a:lnTo>
                    <a:cubicBezTo>
                      <a:pt x="682063" y="1359217"/>
                      <a:pt x="678252" y="1371600"/>
                      <a:pt x="668727" y="1377315"/>
                    </a:cubicBezTo>
                    <a:lnTo>
                      <a:pt x="668727" y="1377315"/>
                    </a:lnTo>
                    <a:lnTo>
                      <a:pt x="668727" y="1377315"/>
                    </a:lnTo>
                    <a:lnTo>
                      <a:pt x="668727" y="1377315"/>
                    </a:lnTo>
                    <a:cubicBezTo>
                      <a:pt x="665870" y="1379220"/>
                      <a:pt x="662060" y="1380172"/>
                      <a:pt x="659202" y="1380172"/>
                    </a:cubicBezTo>
                    <a:lnTo>
                      <a:pt x="659202" y="1380172"/>
                    </a:lnTo>
                    <a:cubicBezTo>
                      <a:pt x="651583" y="1379220"/>
                      <a:pt x="644915" y="1375410"/>
                      <a:pt x="641105" y="1369695"/>
                    </a:cubicBezTo>
                    <a:close/>
                    <a:moveTo>
                      <a:pt x="756358" y="1298257"/>
                    </a:moveTo>
                    <a:cubicBezTo>
                      <a:pt x="749690" y="1288732"/>
                      <a:pt x="751595" y="1276350"/>
                      <a:pt x="761120" y="1270635"/>
                    </a:cubicBezTo>
                    <a:lnTo>
                      <a:pt x="761120" y="1270635"/>
                    </a:lnTo>
                    <a:cubicBezTo>
                      <a:pt x="770645" y="1263967"/>
                      <a:pt x="783027" y="1265872"/>
                      <a:pt x="789695" y="1275397"/>
                    </a:cubicBezTo>
                    <a:lnTo>
                      <a:pt x="789695" y="1275397"/>
                    </a:lnTo>
                    <a:cubicBezTo>
                      <a:pt x="796363" y="1284922"/>
                      <a:pt x="793505" y="1297305"/>
                      <a:pt x="784933" y="1303972"/>
                    </a:cubicBezTo>
                    <a:lnTo>
                      <a:pt x="784933" y="1303972"/>
                    </a:lnTo>
                    <a:cubicBezTo>
                      <a:pt x="781122" y="1306830"/>
                      <a:pt x="777313" y="1307782"/>
                      <a:pt x="773502" y="1307782"/>
                    </a:cubicBezTo>
                    <a:lnTo>
                      <a:pt x="773502" y="1307782"/>
                    </a:lnTo>
                    <a:cubicBezTo>
                      <a:pt x="766835" y="1306830"/>
                      <a:pt x="760167" y="1303972"/>
                      <a:pt x="756358" y="1298257"/>
                    </a:cubicBezTo>
                    <a:close/>
                    <a:moveTo>
                      <a:pt x="864942" y="1217295"/>
                    </a:moveTo>
                    <a:cubicBezTo>
                      <a:pt x="857322" y="1208722"/>
                      <a:pt x="858275" y="1196340"/>
                      <a:pt x="867800" y="1188720"/>
                    </a:cubicBezTo>
                    <a:lnTo>
                      <a:pt x="867800" y="1188720"/>
                    </a:lnTo>
                    <a:cubicBezTo>
                      <a:pt x="876372" y="1181100"/>
                      <a:pt x="888755" y="1182052"/>
                      <a:pt x="896375" y="1191577"/>
                    </a:cubicBezTo>
                    <a:lnTo>
                      <a:pt x="896375" y="1191577"/>
                    </a:lnTo>
                    <a:cubicBezTo>
                      <a:pt x="903995" y="1200150"/>
                      <a:pt x="903042" y="1212532"/>
                      <a:pt x="893517" y="1220152"/>
                    </a:cubicBezTo>
                    <a:lnTo>
                      <a:pt x="893517" y="1220152"/>
                    </a:lnTo>
                    <a:cubicBezTo>
                      <a:pt x="889708" y="1223010"/>
                      <a:pt x="884945" y="1224915"/>
                      <a:pt x="880183" y="1224915"/>
                    </a:cubicBezTo>
                    <a:lnTo>
                      <a:pt x="880183" y="1224915"/>
                    </a:lnTo>
                    <a:cubicBezTo>
                      <a:pt x="874467" y="1224915"/>
                      <a:pt x="868752" y="1222057"/>
                      <a:pt x="864942" y="1217295"/>
                    </a:cubicBezTo>
                    <a:close/>
                    <a:moveTo>
                      <a:pt x="964955" y="1127760"/>
                    </a:moveTo>
                    <a:cubicBezTo>
                      <a:pt x="957335" y="1120140"/>
                      <a:pt x="957335" y="1106805"/>
                      <a:pt x="964955" y="1099185"/>
                    </a:cubicBezTo>
                    <a:lnTo>
                      <a:pt x="964955" y="1099185"/>
                    </a:lnTo>
                    <a:cubicBezTo>
                      <a:pt x="972575" y="1091565"/>
                      <a:pt x="985910" y="1091565"/>
                      <a:pt x="993530" y="1099185"/>
                    </a:cubicBezTo>
                    <a:lnTo>
                      <a:pt x="993530" y="1099185"/>
                    </a:lnTo>
                    <a:cubicBezTo>
                      <a:pt x="1001150" y="1106805"/>
                      <a:pt x="1001150" y="1120140"/>
                      <a:pt x="993530" y="1127760"/>
                    </a:cubicBezTo>
                    <a:lnTo>
                      <a:pt x="993530" y="1127760"/>
                    </a:lnTo>
                    <a:lnTo>
                      <a:pt x="993530" y="1127760"/>
                    </a:lnTo>
                    <a:lnTo>
                      <a:pt x="993530" y="1127760"/>
                    </a:lnTo>
                    <a:cubicBezTo>
                      <a:pt x="989720" y="1131570"/>
                      <a:pt x="984005" y="1133475"/>
                      <a:pt x="979242" y="1133475"/>
                    </a:cubicBezTo>
                    <a:lnTo>
                      <a:pt x="979242" y="1133475"/>
                    </a:lnTo>
                    <a:cubicBezTo>
                      <a:pt x="974480" y="1133475"/>
                      <a:pt x="968765" y="1131570"/>
                      <a:pt x="964955" y="1127760"/>
                    </a:cubicBezTo>
                    <a:close/>
                    <a:moveTo>
                      <a:pt x="1058300" y="1029652"/>
                    </a:moveTo>
                    <a:cubicBezTo>
                      <a:pt x="1049727" y="1022985"/>
                      <a:pt x="1048775" y="1009650"/>
                      <a:pt x="1055442" y="1001077"/>
                    </a:cubicBezTo>
                    <a:lnTo>
                      <a:pt x="1055442" y="1001077"/>
                    </a:lnTo>
                    <a:cubicBezTo>
                      <a:pt x="1062110" y="992505"/>
                      <a:pt x="1075445" y="991552"/>
                      <a:pt x="1084017" y="998220"/>
                    </a:cubicBezTo>
                    <a:lnTo>
                      <a:pt x="1084017" y="998220"/>
                    </a:lnTo>
                    <a:cubicBezTo>
                      <a:pt x="1092590" y="1004888"/>
                      <a:pt x="1093542" y="1018222"/>
                      <a:pt x="1086875" y="1026795"/>
                    </a:cubicBezTo>
                    <a:lnTo>
                      <a:pt x="1086875" y="1026795"/>
                    </a:lnTo>
                    <a:cubicBezTo>
                      <a:pt x="1083065" y="1031557"/>
                      <a:pt x="1077350" y="1034415"/>
                      <a:pt x="1071635" y="1034415"/>
                    </a:cubicBezTo>
                    <a:lnTo>
                      <a:pt x="1071635" y="1034415"/>
                    </a:lnTo>
                    <a:cubicBezTo>
                      <a:pt x="1065920" y="1034415"/>
                      <a:pt x="1062110" y="1032510"/>
                      <a:pt x="1058300" y="1029652"/>
                    </a:cubicBezTo>
                    <a:close/>
                    <a:moveTo>
                      <a:pt x="1142120" y="923925"/>
                    </a:moveTo>
                    <a:cubicBezTo>
                      <a:pt x="1132595" y="917257"/>
                      <a:pt x="1130690" y="904875"/>
                      <a:pt x="1137358" y="895350"/>
                    </a:cubicBezTo>
                    <a:lnTo>
                      <a:pt x="1137358" y="895350"/>
                    </a:lnTo>
                    <a:cubicBezTo>
                      <a:pt x="1144025" y="885825"/>
                      <a:pt x="1156408" y="883920"/>
                      <a:pt x="1164980" y="890588"/>
                    </a:cubicBezTo>
                    <a:lnTo>
                      <a:pt x="1164980" y="890588"/>
                    </a:lnTo>
                    <a:cubicBezTo>
                      <a:pt x="1174505" y="897255"/>
                      <a:pt x="1176410" y="909638"/>
                      <a:pt x="1169742" y="918210"/>
                    </a:cubicBezTo>
                    <a:lnTo>
                      <a:pt x="1169742" y="918210"/>
                    </a:lnTo>
                    <a:cubicBezTo>
                      <a:pt x="1165933" y="923925"/>
                      <a:pt x="1159265" y="926782"/>
                      <a:pt x="1153550" y="926782"/>
                    </a:cubicBezTo>
                    <a:lnTo>
                      <a:pt x="1153550" y="926782"/>
                    </a:lnTo>
                    <a:cubicBezTo>
                      <a:pt x="1148788" y="927735"/>
                      <a:pt x="1144977" y="926782"/>
                      <a:pt x="1142120" y="923925"/>
                    </a:cubicBezTo>
                    <a:close/>
                    <a:moveTo>
                      <a:pt x="1216415" y="810577"/>
                    </a:moveTo>
                    <a:cubicBezTo>
                      <a:pt x="1206890" y="804863"/>
                      <a:pt x="1203080" y="792480"/>
                      <a:pt x="1208795" y="782955"/>
                    </a:cubicBezTo>
                    <a:lnTo>
                      <a:pt x="1208795" y="782955"/>
                    </a:lnTo>
                    <a:cubicBezTo>
                      <a:pt x="1214510" y="773430"/>
                      <a:pt x="1226892" y="769620"/>
                      <a:pt x="1236417" y="775335"/>
                    </a:cubicBezTo>
                    <a:lnTo>
                      <a:pt x="1236417" y="775335"/>
                    </a:lnTo>
                    <a:cubicBezTo>
                      <a:pt x="1245942" y="781050"/>
                      <a:pt x="1249752" y="793432"/>
                      <a:pt x="1244038" y="802957"/>
                    </a:cubicBezTo>
                    <a:lnTo>
                      <a:pt x="1244038" y="802957"/>
                    </a:lnTo>
                    <a:cubicBezTo>
                      <a:pt x="1240227" y="809625"/>
                      <a:pt x="1233560" y="812482"/>
                      <a:pt x="1226892" y="812482"/>
                    </a:cubicBezTo>
                    <a:lnTo>
                      <a:pt x="1226892" y="812482"/>
                    </a:lnTo>
                    <a:cubicBezTo>
                      <a:pt x="1223083" y="813435"/>
                      <a:pt x="1219272" y="812482"/>
                      <a:pt x="1216415" y="810577"/>
                    </a:cubicBezTo>
                    <a:close/>
                    <a:moveTo>
                      <a:pt x="1280233" y="692467"/>
                    </a:moveTo>
                    <a:cubicBezTo>
                      <a:pt x="1270708" y="687705"/>
                      <a:pt x="1265945" y="675322"/>
                      <a:pt x="1270708" y="665797"/>
                    </a:cubicBezTo>
                    <a:lnTo>
                      <a:pt x="1270708" y="665797"/>
                    </a:lnTo>
                    <a:cubicBezTo>
                      <a:pt x="1275470" y="655320"/>
                      <a:pt x="1287852" y="651510"/>
                      <a:pt x="1297377" y="656272"/>
                    </a:cubicBezTo>
                    <a:lnTo>
                      <a:pt x="1297377" y="656272"/>
                    </a:lnTo>
                    <a:cubicBezTo>
                      <a:pt x="1307855" y="661035"/>
                      <a:pt x="1311665" y="673417"/>
                      <a:pt x="1306902" y="682942"/>
                    </a:cubicBezTo>
                    <a:lnTo>
                      <a:pt x="1306902" y="682942"/>
                    </a:lnTo>
                    <a:cubicBezTo>
                      <a:pt x="1303092" y="690563"/>
                      <a:pt x="1296425" y="694372"/>
                      <a:pt x="1288805" y="694372"/>
                    </a:cubicBezTo>
                    <a:lnTo>
                      <a:pt x="1288805" y="694372"/>
                    </a:lnTo>
                    <a:cubicBezTo>
                      <a:pt x="1285947" y="694372"/>
                      <a:pt x="1283090" y="693420"/>
                      <a:pt x="1280233" y="692467"/>
                    </a:cubicBezTo>
                    <a:close/>
                    <a:moveTo>
                      <a:pt x="1333572" y="568642"/>
                    </a:moveTo>
                    <a:cubicBezTo>
                      <a:pt x="1323095" y="564832"/>
                      <a:pt x="1317380" y="553402"/>
                      <a:pt x="1321190" y="542925"/>
                    </a:cubicBezTo>
                    <a:lnTo>
                      <a:pt x="1321190" y="542925"/>
                    </a:lnTo>
                    <a:cubicBezTo>
                      <a:pt x="1325000" y="532447"/>
                      <a:pt x="1336430" y="526732"/>
                      <a:pt x="1346908" y="530542"/>
                    </a:cubicBezTo>
                    <a:lnTo>
                      <a:pt x="1346908" y="530542"/>
                    </a:lnTo>
                    <a:cubicBezTo>
                      <a:pt x="1357385" y="534352"/>
                      <a:pt x="1363100" y="545782"/>
                      <a:pt x="1359290" y="556260"/>
                    </a:cubicBezTo>
                    <a:lnTo>
                      <a:pt x="1359290" y="556260"/>
                    </a:lnTo>
                    <a:lnTo>
                      <a:pt x="1359290" y="556260"/>
                    </a:lnTo>
                    <a:lnTo>
                      <a:pt x="1359290" y="556260"/>
                    </a:lnTo>
                    <a:cubicBezTo>
                      <a:pt x="1356433" y="564832"/>
                      <a:pt x="1348813" y="569595"/>
                      <a:pt x="1340240" y="569595"/>
                    </a:cubicBezTo>
                    <a:lnTo>
                      <a:pt x="1340240" y="569595"/>
                    </a:lnTo>
                    <a:cubicBezTo>
                      <a:pt x="1338335" y="569595"/>
                      <a:pt x="1335477" y="568642"/>
                      <a:pt x="1333572" y="568642"/>
                    </a:cubicBezTo>
                    <a:close/>
                    <a:moveTo>
                      <a:pt x="1375483" y="440055"/>
                    </a:moveTo>
                    <a:cubicBezTo>
                      <a:pt x="1365005" y="437197"/>
                      <a:pt x="1358338" y="426720"/>
                      <a:pt x="1361195" y="415290"/>
                    </a:cubicBezTo>
                    <a:lnTo>
                      <a:pt x="1361195" y="415290"/>
                    </a:lnTo>
                    <a:cubicBezTo>
                      <a:pt x="1364052" y="404813"/>
                      <a:pt x="1374530" y="398145"/>
                      <a:pt x="1385960" y="401002"/>
                    </a:cubicBezTo>
                    <a:lnTo>
                      <a:pt x="1385960" y="401002"/>
                    </a:lnTo>
                    <a:cubicBezTo>
                      <a:pt x="1396438" y="403860"/>
                      <a:pt x="1403105" y="415290"/>
                      <a:pt x="1400247" y="425767"/>
                    </a:cubicBezTo>
                    <a:lnTo>
                      <a:pt x="1400247" y="425767"/>
                    </a:lnTo>
                    <a:cubicBezTo>
                      <a:pt x="1397390" y="435292"/>
                      <a:pt x="1389770" y="441007"/>
                      <a:pt x="1381197" y="441007"/>
                    </a:cubicBezTo>
                    <a:lnTo>
                      <a:pt x="1381197" y="441007"/>
                    </a:lnTo>
                    <a:cubicBezTo>
                      <a:pt x="1379292" y="441007"/>
                      <a:pt x="1377388" y="440055"/>
                      <a:pt x="1375483" y="440055"/>
                    </a:cubicBezTo>
                    <a:close/>
                    <a:moveTo>
                      <a:pt x="1406915" y="308610"/>
                    </a:moveTo>
                    <a:cubicBezTo>
                      <a:pt x="1395485" y="306705"/>
                      <a:pt x="1388817" y="296227"/>
                      <a:pt x="1390722" y="284797"/>
                    </a:cubicBezTo>
                    <a:lnTo>
                      <a:pt x="1390722" y="284797"/>
                    </a:lnTo>
                    <a:cubicBezTo>
                      <a:pt x="1392627" y="273367"/>
                      <a:pt x="1403105" y="266700"/>
                      <a:pt x="1414535" y="268605"/>
                    </a:cubicBezTo>
                    <a:lnTo>
                      <a:pt x="1414535" y="268605"/>
                    </a:lnTo>
                    <a:cubicBezTo>
                      <a:pt x="1425965" y="270510"/>
                      <a:pt x="1432633" y="280988"/>
                      <a:pt x="1430727" y="292417"/>
                    </a:cubicBezTo>
                    <a:lnTo>
                      <a:pt x="1430727" y="292417"/>
                    </a:lnTo>
                    <a:lnTo>
                      <a:pt x="1430727" y="292417"/>
                    </a:lnTo>
                    <a:lnTo>
                      <a:pt x="1430727" y="292417"/>
                    </a:lnTo>
                    <a:cubicBezTo>
                      <a:pt x="1428822" y="301942"/>
                      <a:pt x="1420250" y="309563"/>
                      <a:pt x="1410725" y="309563"/>
                    </a:cubicBezTo>
                    <a:lnTo>
                      <a:pt x="1410725" y="309563"/>
                    </a:lnTo>
                    <a:cubicBezTo>
                      <a:pt x="1408820" y="308610"/>
                      <a:pt x="1407867" y="308610"/>
                      <a:pt x="1406915" y="308610"/>
                    </a:cubicBezTo>
                    <a:close/>
                    <a:moveTo>
                      <a:pt x="1425965" y="175260"/>
                    </a:moveTo>
                    <a:cubicBezTo>
                      <a:pt x="1414535" y="174307"/>
                      <a:pt x="1406915" y="164782"/>
                      <a:pt x="1407867" y="153352"/>
                    </a:cubicBezTo>
                    <a:lnTo>
                      <a:pt x="1407867" y="153352"/>
                    </a:lnTo>
                    <a:cubicBezTo>
                      <a:pt x="1408820" y="141922"/>
                      <a:pt x="1418345" y="134302"/>
                      <a:pt x="1429775" y="135255"/>
                    </a:cubicBezTo>
                    <a:lnTo>
                      <a:pt x="1429775" y="135255"/>
                    </a:lnTo>
                    <a:cubicBezTo>
                      <a:pt x="1441205" y="136207"/>
                      <a:pt x="1448825" y="145732"/>
                      <a:pt x="1447872" y="157163"/>
                    </a:cubicBezTo>
                    <a:lnTo>
                      <a:pt x="1447872" y="157163"/>
                    </a:lnTo>
                    <a:lnTo>
                      <a:pt x="1447872" y="157163"/>
                    </a:lnTo>
                    <a:lnTo>
                      <a:pt x="1447872" y="157163"/>
                    </a:lnTo>
                    <a:cubicBezTo>
                      <a:pt x="1446920" y="167640"/>
                      <a:pt x="1438347" y="175260"/>
                      <a:pt x="1427870" y="175260"/>
                    </a:cubicBezTo>
                    <a:lnTo>
                      <a:pt x="1427870" y="175260"/>
                    </a:lnTo>
                    <a:cubicBezTo>
                      <a:pt x="1426917" y="175260"/>
                      <a:pt x="1425965" y="175260"/>
                      <a:pt x="1425965" y="175260"/>
                    </a:cubicBezTo>
                    <a:close/>
                    <a:moveTo>
                      <a:pt x="1413583" y="20002"/>
                    </a:moveTo>
                    <a:cubicBezTo>
                      <a:pt x="1413583" y="8572"/>
                      <a:pt x="1423108" y="0"/>
                      <a:pt x="1433585" y="0"/>
                    </a:cubicBezTo>
                    <a:lnTo>
                      <a:pt x="1433585" y="0"/>
                    </a:lnTo>
                    <a:cubicBezTo>
                      <a:pt x="1445015" y="0"/>
                      <a:pt x="1453588" y="8572"/>
                      <a:pt x="1453588" y="20002"/>
                    </a:cubicBezTo>
                    <a:lnTo>
                      <a:pt x="1453588" y="20002"/>
                    </a:lnTo>
                    <a:lnTo>
                      <a:pt x="1453588" y="20002"/>
                    </a:lnTo>
                    <a:lnTo>
                      <a:pt x="1453588" y="20002"/>
                    </a:lnTo>
                    <a:cubicBezTo>
                      <a:pt x="1453588" y="31432"/>
                      <a:pt x="1445015" y="40005"/>
                      <a:pt x="1433585" y="40005"/>
                    </a:cubicBezTo>
                    <a:lnTo>
                      <a:pt x="1433585" y="40005"/>
                    </a:lnTo>
                    <a:cubicBezTo>
                      <a:pt x="1422155" y="40005"/>
                      <a:pt x="1413583" y="31432"/>
                      <a:pt x="1413583" y="20002"/>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14" name="Freeform 482">
                <a:extLst>
                  <a:ext uri="{FF2B5EF4-FFF2-40B4-BE49-F238E27FC236}">
                    <a16:creationId xmlns:a16="http://schemas.microsoft.com/office/drawing/2014/main" id="{4BB16E93-245D-9A4D-B6B2-C054A732894C}"/>
                  </a:ext>
                </a:extLst>
              </p:cNvPr>
              <p:cNvSpPr/>
              <p:nvPr/>
            </p:nvSpPr>
            <p:spPr>
              <a:xfrm>
                <a:off x="12030712" y="5451085"/>
                <a:ext cx="1454539" cy="1579317"/>
              </a:xfrm>
              <a:custGeom>
                <a:avLst/>
                <a:gdLst>
                  <a:gd name="connsiteX0" fmla="*/ 0 w 1454539"/>
                  <a:gd name="connsiteY0" fmla="*/ 1559315 h 1579317"/>
                  <a:gd name="connsiteX1" fmla="*/ 20002 w 1454539"/>
                  <a:gd name="connsiteY1" fmla="*/ 1539313 h 1579317"/>
                  <a:gd name="connsiteX2" fmla="*/ 20002 w 1454539"/>
                  <a:gd name="connsiteY2" fmla="*/ 1539313 h 1579317"/>
                  <a:gd name="connsiteX3" fmla="*/ 40005 w 1454539"/>
                  <a:gd name="connsiteY3" fmla="*/ 1559315 h 1579317"/>
                  <a:gd name="connsiteX4" fmla="*/ 40005 w 1454539"/>
                  <a:gd name="connsiteY4" fmla="*/ 1559315 h 1579317"/>
                  <a:gd name="connsiteX5" fmla="*/ 20002 w 1454539"/>
                  <a:gd name="connsiteY5" fmla="*/ 1579317 h 1579317"/>
                  <a:gd name="connsiteX6" fmla="*/ 20002 w 1454539"/>
                  <a:gd name="connsiteY6" fmla="*/ 1579317 h 1579317"/>
                  <a:gd name="connsiteX7" fmla="*/ 0 w 1454539"/>
                  <a:gd name="connsiteY7" fmla="*/ 1559315 h 1579317"/>
                  <a:gd name="connsiteX8" fmla="*/ 24765 w 1454539"/>
                  <a:gd name="connsiteY8" fmla="*/ 1445015 h 1579317"/>
                  <a:gd name="connsiteX9" fmla="*/ 6667 w 1454539"/>
                  <a:gd name="connsiteY9" fmla="*/ 1423108 h 1579317"/>
                  <a:gd name="connsiteX10" fmla="*/ 6667 w 1454539"/>
                  <a:gd name="connsiteY10" fmla="*/ 1423108 h 1579317"/>
                  <a:gd name="connsiteX11" fmla="*/ 28575 w 1454539"/>
                  <a:gd name="connsiteY11" fmla="*/ 1405010 h 1579317"/>
                  <a:gd name="connsiteX12" fmla="*/ 28575 w 1454539"/>
                  <a:gd name="connsiteY12" fmla="*/ 1405010 h 1579317"/>
                  <a:gd name="connsiteX13" fmla="*/ 46672 w 1454539"/>
                  <a:gd name="connsiteY13" fmla="*/ 1426917 h 1579317"/>
                  <a:gd name="connsiteX14" fmla="*/ 46672 w 1454539"/>
                  <a:gd name="connsiteY14" fmla="*/ 1426917 h 1579317"/>
                  <a:gd name="connsiteX15" fmla="*/ 26670 w 1454539"/>
                  <a:gd name="connsiteY15" fmla="*/ 1445015 h 1579317"/>
                  <a:gd name="connsiteX16" fmla="*/ 26670 w 1454539"/>
                  <a:gd name="connsiteY16" fmla="*/ 1445015 h 1579317"/>
                  <a:gd name="connsiteX17" fmla="*/ 24765 w 1454539"/>
                  <a:gd name="connsiteY17" fmla="*/ 1445015 h 1579317"/>
                  <a:gd name="connsiteX18" fmla="*/ 40005 w 1454539"/>
                  <a:gd name="connsiteY18" fmla="*/ 1310713 h 1579317"/>
                  <a:gd name="connsiteX19" fmla="*/ 23813 w 1454539"/>
                  <a:gd name="connsiteY19" fmla="*/ 1286900 h 1579317"/>
                  <a:gd name="connsiteX20" fmla="*/ 23813 w 1454539"/>
                  <a:gd name="connsiteY20" fmla="*/ 1286900 h 1579317"/>
                  <a:gd name="connsiteX21" fmla="*/ 47625 w 1454539"/>
                  <a:gd name="connsiteY21" fmla="*/ 1270708 h 1579317"/>
                  <a:gd name="connsiteX22" fmla="*/ 47625 w 1454539"/>
                  <a:gd name="connsiteY22" fmla="*/ 1270708 h 1579317"/>
                  <a:gd name="connsiteX23" fmla="*/ 63817 w 1454539"/>
                  <a:gd name="connsiteY23" fmla="*/ 1294520 h 1579317"/>
                  <a:gd name="connsiteX24" fmla="*/ 63817 w 1454539"/>
                  <a:gd name="connsiteY24" fmla="*/ 1294520 h 1579317"/>
                  <a:gd name="connsiteX25" fmla="*/ 43815 w 1454539"/>
                  <a:gd name="connsiteY25" fmla="*/ 1311665 h 1579317"/>
                  <a:gd name="connsiteX26" fmla="*/ 43815 w 1454539"/>
                  <a:gd name="connsiteY26" fmla="*/ 1311665 h 1579317"/>
                  <a:gd name="connsiteX27" fmla="*/ 40005 w 1454539"/>
                  <a:gd name="connsiteY27" fmla="*/ 1310713 h 1579317"/>
                  <a:gd name="connsiteX28" fmla="*/ 67627 w 1454539"/>
                  <a:gd name="connsiteY28" fmla="*/ 1178315 h 1579317"/>
                  <a:gd name="connsiteX29" fmla="*/ 53340 w 1454539"/>
                  <a:gd name="connsiteY29" fmla="*/ 1153550 h 1579317"/>
                  <a:gd name="connsiteX30" fmla="*/ 53340 w 1454539"/>
                  <a:gd name="connsiteY30" fmla="*/ 1153550 h 1579317"/>
                  <a:gd name="connsiteX31" fmla="*/ 78105 w 1454539"/>
                  <a:gd name="connsiteY31" fmla="*/ 1139263 h 1579317"/>
                  <a:gd name="connsiteX32" fmla="*/ 78105 w 1454539"/>
                  <a:gd name="connsiteY32" fmla="*/ 1139263 h 1579317"/>
                  <a:gd name="connsiteX33" fmla="*/ 92392 w 1454539"/>
                  <a:gd name="connsiteY33" fmla="*/ 1164028 h 1579317"/>
                  <a:gd name="connsiteX34" fmla="*/ 92392 w 1454539"/>
                  <a:gd name="connsiteY34" fmla="*/ 1164028 h 1579317"/>
                  <a:gd name="connsiteX35" fmla="*/ 73342 w 1454539"/>
                  <a:gd name="connsiteY35" fmla="*/ 1179267 h 1579317"/>
                  <a:gd name="connsiteX36" fmla="*/ 73342 w 1454539"/>
                  <a:gd name="connsiteY36" fmla="*/ 1179267 h 1579317"/>
                  <a:gd name="connsiteX37" fmla="*/ 67627 w 1454539"/>
                  <a:gd name="connsiteY37" fmla="*/ 1178315 h 1579317"/>
                  <a:gd name="connsiteX38" fmla="*/ 106680 w 1454539"/>
                  <a:gd name="connsiteY38" fmla="*/ 1049728 h 1579317"/>
                  <a:gd name="connsiteX39" fmla="*/ 94297 w 1454539"/>
                  <a:gd name="connsiteY39" fmla="*/ 1024010 h 1579317"/>
                  <a:gd name="connsiteX40" fmla="*/ 94297 w 1454539"/>
                  <a:gd name="connsiteY40" fmla="*/ 1024010 h 1579317"/>
                  <a:gd name="connsiteX41" fmla="*/ 94297 w 1454539"/>
                  <a:gd name="connsiteY41" fmla="*/ 1024010 h 1579317"/>
                  <a:gd name="connsiteX42" fmla="*/ 94297 w 1454539"/>
                  <a:gd name="connsiteY42" fmla="*/ 1024010 h 1579317"/>
                  <a:gd name="connsiteX43" fmla="*/ 120015 w 1454539"/>
                  <a:gd name="connsiteY43" fmla="*/ 1011628 h 1579317"/>
                  <a:gd name="connsiteX44" fmla="*/ 120015 w 1454539"/>
                  <a:gd name="connsiteY44" fmla="*/ 1011628 h 1579317"/>
                  <a:gd name="connsiteX45" fmla="*/ 132397 w 1454539"/>
                  <a:gd name="connsiteY45" fmla="*/ 1037345 h 1579317"/>
                  <a:gd name="connsiteX46" fmla="*/ 132397 w 1454539"/>
                  <a:gd name="connsiteY46" fmla="*/ 1037345 h 1579317"/>
                  <a:gd name="connsiteX47" fmla="*/ 113347 w 1454539"/>
                  <a:gd name="connsiteY47" fmla="*/ 1050680 h 1579317"/>
                  <a:gd name="connsiteX48" fmla="*/ 113347 w 1454539"/>
                  <a:gd name="connsiteY48" fmla="*/ 1050680 h 1579317"/>
                  <a:gd name="connsiteX49" fmla="*/ 106680 w 1454539"/>
                  <a:gd name="connsiteY49" fmla="*/ 1049728 h 1579317"/>
                  <a:gd name="connsiteX50" fmla="*/ 157163 w 1454539"/>
                  <a:gd name="connsiteY50" fmla="*/ 923997 h 1579317"/>
                  <a:gd name="connsiteX51" fmla="*/ 147638 w 1454539"/>
                  <a:gd name="connsiteY51" fmla="*/ 897328 h 1579317"/>
                  <a:gd name="connsiteX52" fmla="*/ 147638 w 1454539"/>
                  <a:gd name="connsiteY52" fmla="*/ 897328 h 1579317"/>
                  <a:gd name="connsiteX53" fmla="*/ 147638 w 1454539"/>
                  <a:gd name="connsiteY53" fmla="*/ 897328 h 1579317"/>
                  <a:gd name="connsiteX54" fmla="*/ 147638 w 1454539"/>
                  <a:gd name="connsiteY54" fmla="*/ 897328 h 1579317"/>
                  <a:gd name="connsiteX55" fmla="*/ 174307 w 1454539"/>
                  <a:gd name="connsiteY55" fmla="*/ 887803 h 1579317"/>
                  <a:gd name="connsiteX56" fmla="*/ 174307 w 1454539"/>
                  <a:gd name="connsiteY56" fmla="*/ 887803 h 1579317"/>
                  <a:gd name="connsiteX57" fmla="*/ 183832 w 1454539"/>
                  <a:gd name="connsiteY57" fmla="*/ 914472 h 1579317"/>
                  <a:gd name="connsiteX58" fmla="*/ 183832 w 1454539"/>
                  <a:gd name="connsiteY58" fmla="*/ 914472 h 1579317"/>
                  <a:gd name="connsiteX59" fmla="*/ 165735 w 1454539"/>
                  <a:gd name="connsiteY59" fmla="*/ 925903 h 1579317"/>
                  <a:gd name="connsiteX60" fmla="*/ 165735 w 1454539"/>
                  <a:gd name="connsiteY60" fmla="*/ 925903 h 1579317"/>
                  <a:gd name="connsiteX61" fmla="*/ 157163 w 1454539"/>
                  <a:gd name="connsiteY61" fmla="*/ 923997 h 1579317"/>
                  <a:gd name="connsiteX62" fmla="*/ 218122 w 1454539"/>
                  <a:gd name="connsiteY62" fmla="*/ 803030 h 1579317"/>
                  <a:gd name="connsiteX63" fmla="*/ 210502 w 1454539"/>
                  <a:gd name="connsiteY63" fmla="*/ 775408 h 1579317"/>
                  <a:gd name="connsiteX64" fmla="*/ 210502 w 1454539"/>
                  <a:gd name="connsiteY64" fmla="*/ 775408 h 1579317"/>
                  <a:gd name="connsiteX65" fmla="*/ 238125 w 1454539"/>
                  <a:gd name="connsiteY65" fmla="*/ 767787 h 1579317"/>
                  <a:gd name="connsiteX66" fmla="*/ 238125 w 1454539"/>
                  <a:gd name="connsiteY66" fmla="*/ 767787 h 1579317"/>
                  <a:gd name="connsiteX67" fmla="*/ 245745 w 1454539"/>
                  <a:gd name="connsiteY67" fmla="*/ 795410 h 1579317"/>
                  <a:gd name="connsiteX68" fmla="*/ 245745 w 1454539"/>
                  <a:gd name="connsiteY68" fmla="*/ 795410 h 1579317"/>
                  <a:gd name="connsiteX69" fmla="*/ 228600 w 1454539"/>
                  <a:gd name="connsiteY69" fmla="*/ 805887 h 1579317"/>
                  <a:gd name="connsiteX70" fmla="*/ 228600 w 1454539"/>
                  <a:gd name="connsiteY70" fmla="*/ 805887 h 1579317"/>
                  <a:gd name="connsiteX71" fmla="*/ 218122 w 1454539"/>
                  <a:gd name="connsiteY71" fmla="*/ 803030 h 1579317"/>
                  <a:gd name="connsiteX72" fmla="*/ 289560 w 1454539"/>
                  <a:gd name="connsiteY72" fmla="*/ 688730 h 1579317"/>
                  <a:gd name="connsiteX73" fmla="*/ 284797 w 1454539"/>
                  <a:gd name="connsiteY73" fmla="*/ 661108 h 1579317"/>
                  <a:gd name="connsiteX74" fmla="*/ 284797 w 1454539"/>
                  <a:gd name="connsiteY74" fmla="*/ 661108 h 1579317"/>
                  <a:gd name="connsiteX75" fmla="*/ 284797 w 1454539"/>
                  <a:gd name="connsiteY75" fmla="*/ 661108 h 1579317"/>
                  <a:gd name="connsiteX76" fmla="*/ 284797 w 1454539"/>
                  <a:gd name="connsiteY76" fmla="*/ 661108 h 1579317"/>
                  <a:gd name="connsiteX77" fmla="*/ 313372 w 1454539"/>
                  <a:gd name="connsiteY77" fmla="*/ 656345 h 1579317"/>
                  <a:gd name="connsiteX78" fmla="*/ 313372 w 1454539"/>
                  <a:gd name="connsiteY78" fmla="*/ 656345 h 1579317"/>
                  <a:gd name="connsiteX79" fmla="*/ 318135 w 1454539"/>
                  <a:gd name="connsiteY79" fmla="*/ 684920 h 1579317"/>
                  <a:gd name="connsiteX80" fmla="*/ 318135 w 1454539"/>
                  <a:gd name="connsiteY80" fmla="*/ 684920 h 1579317"/>
                  <a:gd name="connsiteX81" fmla="*/ 301942 w 1454539"/>
                  <a:gd name="connsiteY81" fmla="*/ 693493 h 1579317"/>
                  <a:gd name="connsiteX82" fmla="*/ 301942 w 1454539"/>
                  <a:gd name="connsiteY82" fmla="*/ 693493 h 1579317"/>
                  <a:gd name="connsiteX83" fmla="*/ 289560 w 1454539"/>
                  <a:gd name="connsiteY83" fmla="*/ 688730 h 1579317"/>
                  <a:gd name="connsiteX84" fmla="*/ 369570 w 1454539"/>
                  <a:gd name="connsiteY84" fmla="*/ 581097 h 1579317"/>
                  <a:gd name="connsiteX85" fmla="*/ 366713 w 1454539"/>
                  <a:gd name="connsiteY85" fmla="*/ 552522 h 1579317"/>
                  <a:gd name="connsiteX86" fmla="*/ 366713 w 1454539"/>
                  <a:gd name="connsiteY86" fmla="*/ 552522 h 1579317"/>
                  <a:gd name="connsiteX87" fmla="*/ 366713 w 1454539"/>
                  <a:gd name="connsiteY87" fmla="*/ 552522 h 1579317"/>
                  <a:gd name="connsiteX88" fmla="*/ 366713 w 1454539"/>
                  <a:gd name="connsiteY88" fmla="*/ 552522 h 1579317"/>
                  <a:gd name="connsiteX89" fmla="*/ 395288 w 1454539"/>
                  <a:gd name="connsiteY89" fmla="*/ 549665 h 1579317"/>
                  <a:gd name="connsiteX90" fmla="*/ 395288 w 1454539"/>
                  <a:gd name="connsiteY90" fmla="*/ 549665 h 1579317"/>
                  <a:gd name="connsiteX91" fmla="*/ 398145 w 1454539"/>
                  <a:gd name="connsiteY91" fmla="*/ 578240 h 1579317"/>
                  <a:gd name="connsiteX92" fmla="*/ 398145 w 1454539"/>
                  <a:gd name="connsiteY92" fmla="*/ 578240 h 1579317"/>
                  <a:gd name="connsiteX93" fmla="*/ 382905 w 1454539"/>
                  <a:gd name="connsiteY93" fmla="*/ 585860 h 1579317"/>
                  <a:gd name="connsiteX94" fmla="*/ 382905 w 1454539"/>
                  <a:gd name="connsiteY94" fmla="*/ 585860 h 1579317"/>
                  <a:gd name="connsiteX95" fmla="*/ 369570 w 1454539"/>
                  <a:gd name="connsiteY95" fmla="*/ 581097 h 1579317"/>
                  <a:gd name="connsiteX96" fmla="*/ 460057 w 1454539"/>
                  <a:gd name="connsiteY96" fmla="*/ 480133 h 1579317"/>
                  <a:gd name="connsiteX97" fmla="*/ 460057 w 1454539"/>
                  <a:gd name="connsiteY97" fmla="*/ 451558 h 1579317"/>
                  <a:gd name="connsiteX98" fmla="*/ 460057 w 1454539"/>
                  <a:gd name="connsiteY98" fmla="*/ 451558 h 1579317"/>
                  <a:gd name="connsiteX99" fmla="*/ 488632 w 1454539"/>
                  <a:gd name="connsiteY99" fmla="*/ 451558 h 1579317"/>
                  <a:gd name="connsiteX100" fmla="*/ 488632 w 1454539"/>
                  <a:gd name="connsiteY100" fmla="*/ 451558 h 1579317"/>
                  <a:gd name="connsiteX101" fmla="*/ 488632 w 1454539"/>
                  <a:gd name="connsiteY101" fmla="*/ 480133 h 1579317"/>
                  <a:gd name="connsiteX102" fmla="*/ 488632 w 1454539"/>
                  <a:gd name="connsiteY102" fmla="*/ 480133 h 1579317"/>
                  <a:gd name="connsiteX103" fmla="*/ 474345 w 1454539"/>
                  <a:gd name="connsiteY103" fmla="*/ 485847 h 1579317"/>
                  <a:gd name="connsiteX104" fmla="*/ 474345 w 1454539"/>
                  <a:gd name="connsiteY104" fmla="*/ 485847 h 1579317"/>
                  <a:gd name="connsiteX105" fmla="*/ 460057 w 1454539"/>
                  <a:gd name="connsiteY105" fmla="*/ 480133 h 1579317"/>
                  <a:gd name="connsiteX106" fmla="*/ 558165 w 1454539"/>
                  <a:gd name="connsiteY106" fmla="*/ 387740 h 1579317"/>
                  <a:gd name="connsiteX107" fmla="*/ 561022 w 1454539"/>
                  <a:gd name="connsiteY107" fmla="*/ 359165 h 1579317"/>
                  <a:gd name="connsiteX108" fmla="*/ 561022 w 1454539"/>
                  <a:gd name="connsiteY108" fmla="*/ 359165 h 1579317"/>
                  <a:gd name="connsiteX109" fmla="*/ 589597 w 1454539"/>
                  <a:gd name="connsiteY109" fmla="*/ 362022 h 1579317"/>
                  <a:gd name="connsiteX110" fmla="*/ 589597 w 1454539"/>
                  <a:gd name="connsiteY110" fmla="*/ 362022 h 1579317"/>
                  <a:gd name="connsiteX111" fmla="*/ 586740 w 1454539"/>
                  <a:gd name="connsiteY111" fmla="*/ 390597 h 1579317"/>
                  <a:gd name="connsiteX112" fmla="*/ 586740 w 1454539"/>
                  <a:gd name="connsiteY112" fmla="*/ 390597 h 1579317"/>
                  <a:gd name="connsiteX113" fmla="*/ 573405 w 1454539"/>
                  <a:gd name="connsiteY113" fmla="*/ 395360 h 1579317"/>
                  <a:gd name="connsiteX114" fmla="*/ 573405 w 1454539"/>
                  <a:gd name="connsiteY114" fmla="*/ 395360 h 1579317"/>
                  <a:gd name="connsiteX115" fmla="*/ 558165 w 1454539"/>
                  <a:gd name="connsiteY115" fmla="*/ 387740 h 1579317"/>
                  <a:gd name="connsiteX116" fmla="*/ 664845 w 1454539"/>
                  <a:gd name="connsiteY116" fmla="*/ 303920 h 1579317"/>
                  <a:gd name="connsiteX117" fmla="*/ 669607 w 1454539"/>
                  <a:gd name="connsiteY117" fmla="*/ 275345 h 1579317"/>
                  <a:gd name="connsiteX118" fmla="*/ 669607 w 1454539"/>
                  <a:gd name="connsiteY118" fmla="*/ 275345 h 1579317"/>
                  <a:gd name="connsiteX119" fmla="*/ 698182 w 1454539"/>
                  <a:gd name="connsiteY119" fmla="*/ 280108 h 1579317"/>
                  <a:gd name="connsiteX120" fmla="*/ 698182 w 1454539"/>
                  <a:gd name="connsiteY120" fmla="*/ 280108 h 1579317"/>
                  <a:gd name="connsiteX121" fmla="*/ 693420 w 1454539"/>
                  <a:gd name="connsiteY121" fmla="*/ 307730 h 1579317"/>
                  <a:gd name="connsiteX122" fmla="*/ 693420 w 1454539"/>
                  <a:gd name="connsiteY122" fmla="*/ 307730 h 1579317"/>
                  <a:gd name="connsiteX123" fmla="*/ 681990 w 1454539"/>
                  <a:gd name="connsiteY123" fmla="*/ 311540 h 1579317"/>
                  <a:gd name="connsiteX124" fmla="*/ 681990 w 1454539"/>
                  <a:gd name="connsiteY124" fmla="*/ 311540 h 1579317"/>
                  <a:gd name="connsiteX125" fmla="*/ 664845 w 1454539"/>
                  <a:gd name="connsiteY125" fmla="*/ 303920 h 1579317"/>
                  <a:gd name="connsiteX126" fmla="*/ 777240 w 1454539"/>
                  <a:gd name="connsiteY126" fmla="*/ 230578 h 1579317"/>
                  <a:gd name="connsiteX127" fmla="*/ 784860 w 1454539"/>
                  <a:gd name="connsiteY127" fmla="*/ 202955 h 1579317"/>
                  <a:gd name="connsiteX128" fmla="*/ 784860 w 1454539"/>
                  <a:gd name="connsiteY128" fmla="*/ 202955 h 1579317"/>
                  <a:gd name="connsiteX129" fmla="*/ 812482 w 1454539"/>
                  <a:gd name="connsiteY129" fmla="*/ 210575 h 1579317"/>
                  <a:gd name="connsiteX130" fmla="*/ 812482 w 1454539"/>
                  <a:gd name="connsiteY130" fmla="*/ 210575 h 1579317"/>
                  <a:gd name="connsiteX131" fmla="*/ 804863 w 1454539"/>
                  <a:gd name="connsiteY131" fmla="*/ 238197 h 1579317"/>
                  <a:gd name="connsiteX132" fmla="*/ 804863 w 1454539"/>
                  <a:gd name="connsiteY132" fmla="*/ 238197 h 1579317"/>
                  <a:gd name="connsiteX133" fmla="*/ 794385 w 1454539"/>
                  <a:gd name="connsiteY133" fmla="*/ 241055 h 1579317"/>
                  <a:gd name="connsiteX134" fmla="*/ 794385 w 1454539"/>
                  <a:gd name="connsiteY134" fmla="*/ 241055 h 1579317"/>
                  <a:gd name="connsiteX135" fmla="*/ 777240 w 1454539"/>
                  <a:gd name="connsiteY135" fmla="*/ 230578 h 1579317"/>
                  <a:gd name="connsiteX136" fmla="*/ 896302 w 1454539"/>
                  <a:gd name="connsiteY136" fmla="*/ 166760 h 1579317"/>
                  <a:gd name="connsiteX137" fmla="*/ 905827 w 1454539"/>
                  <a:gd name="connsiteY137" fmla="*/ 140090 h 1579317"/>
                  <a:gd name="connsiteX138" fmla="*/ 905827 w 1454539"/>
                  <a:gd name="connsiteY138" fmla="*/ 140090 h 1579317"/>
                  <a:gd name="connsiteX139" fmla="*/ 932498 w 1454539"/>
                  <a:gd name="connsiteY139" fmla="*/ 149615 h 1579317"/>
                  <a:gd name="connsiteX140" fmla="*/ 932498 w 1454539"/>
                  <a:gd name="connsiteY140" fmla="*/ 149615 h 1579317"/>
                  <a:gd name="connsiteX141" fmla="*/ 922973 w 1454539"/>
                  <a:gd name="connsiteY141" fmla="*/ 176285 h 1579317"/>
                  <a:gd name="connsiteX142" fmla="*/ 922973 w 1454539"/>
                  <a:gd name="connsiteY142" fmla="*/ 176285 h 1579317"/>
                  <a:gd name="connsiteX143" fmla="*/ 914400 w 1454539"/>
                  <a:gd name="connsiteY143" fmla="*/ 178190 h 1579317"/>
                  <a:gd name="connsiteX144" fmla="*/ 914400 w 1454539"/>
                  <a:gd name="connsiteY144" fmla="*/ 178190 h 1579317"/>
                  <a:gd name="connsiteX145" fmla="*/ 896302 w 1454539"/>
                  <a:gd name="connsiteY145" fmla="*/ 166760 h 1579317"/>
                  <a:gd name="connsiteX146" fmla="*/ 1020127 w 1454539"/>
                  <a:gd name="connsiteY146" fmla="*/ 113420 h 1579317"/>
                  <a:gd name="connsiteX147" fmla="*/ 1032510 w 1454539"/>
                  <a:gd name="connsiteY147" fmla="*/ 87703 h 1579317"/>
                  <a:gd name="connsiteX148" fmla="*/ 1032510 w 1454539"/>
                  <a:gd name="connsiteY148" fmla="*/ 87703 h 1579317"/>
                  <a:gd name="connsiteX149" fmla="*/ 1032510 w 1454539"/>
                  <a:gd name="connsiteY149" fmla="*/ 87703 h 1579317"/>
                  <a:gd name="connsiteX150" fmla="*/ 1032510 w 1454539"/>
                  <a:gd name="connsiteY150" fmla="*/ 87703 h 1579317"/>
                  <a:gd name="connsiteX151" fmla="*/ 1058227 w 1454539"/>
                  <a:gd name="connsiteY151" fmla="*/ 100085 h 1579317"/>
                  <a:gd name="connsiteX152" fmla="*/ 1058227 w 1454539"/>
                  <a:gd name="connsiteY152" fmla="*/ 100085 h 1579317"/>
                  <a:gd name="connsiteX153" fmla="*/ 1045844 w 1454539"/>
                  <a:gd name="connsiteY153" fmla="*/ 125803 h 1579317"/>
                  <a:gd name="connsiteX154" fmla="*/ 1045844 w 1454539"/>
                  <a:gd name="connsiteY154" fmla="*/ 125803 h 1579317"/>
                  <a:gd name="connsiteX155" fmla="*/ 1039177 w 1454539"/>
                  <a:gd name="connsiteY155" fmla="*/ 126755 h 1579317"/>
                  <a:gd name="connsiteX156" fmla="*/ 1039177 w 1454539"/>
                  <a:gd name="connsiteY156" fmla="*/ 126755 h 1579317"/>
                  <a:gd name="connsiteX157" fmla="*/ 1020127 w 1454539"/>
                  <a:gd name="connsiteY157" fmla="*/ 113420 h 1579317"/>
                  <a:gd name="connsiteX158" fmla="*/ 1148715 w 1454539"/>
                  <a:gd name="connsiteY158" fmla="*/ 71510 h 1579317"/>
                  <a:gd name="connsiteX159" fmla="*/ 1163002 w 1454539"/>
                  <a:gd name="connsiteY159" fmla="*/ 46745 h 1579317"/>
                  <a:gd name="connsiteX160" fmla="*/ 1163002 w 1454539"/>
                  <a:gd name="connsiteY160" fmla="*/ 46745 h 1579317"/>
                  <a:gd name="connsiteX161" fmla="*/ 1187767 w 1454539"/>
                  <a:gd name="connsiteY161" fmla="*/ 61033 h 1579317"/>
                  <a:gd name="connsiteX162" fmla="*/ 1187767 w 1454539"/>
                  <a:gd name="connsiteY162" fmla="*/ 61033 h 1579317"/>
                  <a:gd name="connsiteX163" fmla="*/ 1173480 w 1454539"/>
                  <a:gd name="connsiteY163" fmla="*/ 85797 h 1579317"/>
                  <a:gd name="connsiteX164" fmla="*/ 1173480 w 1454539"/>
                  <a:gd name="connsiteY164" fmla="*/ 85797 h 1579317"/>
                  <a:gd name="connsiteX165" fmla="*/ 1168717 w 1454539"/>
                  <a:gd name="connsiteY165" fmla="*/ 86750 h 1579317"/>
                  <a:gd name="connsiteX166" fmla="*/ 1168717 w 1454539"/>
                  <a:gd name="connsiteY166" fmla="*/ 86750 h 1579317"/>
                  <a:gd name="connsiteX167" fmla="*/ 1148715 w 1454539"/>
                  <a:gd name="connsiteY167" fmla="*/ 71510 h 1579317"/>
                  <a:gd name="connsiteX168" fmla="*/ 1280160 w 1454539"/>
                  <a:gd name="connsiteY168" fmla="*/ 41030 h 1579317"/>
                  <a:gd name="connsiteX169" fmla="*/ 1296352 w 1454539"/>
                  <a:gd name="connsiteY169" fmla="*/ 17218 h 1579317"/>
                  <a:gd name="connsiteX170" fmla="*/ 1296352 w 1454539"/>
                  <a:gd name="connsiteY170" fmla="*/ 17218 h 1579317"/>
                  <a:gd name="connsiteX171" fmla="*/ 1296352 w 1454539"/>
                  <a:gd name="connsiteY171" fmla="*/ 17218 h 1579317"/>
                  <a:gd name="connsiteX172" fmla="*/ 1296352 w 1454539"/>
                  <a:gd name="connsiteY172" fmla="*/ 17218 h 1579317"/>
                  <a:gd name="connsiteX173" fmla="*/ 1319213 w 1454539"/>
                  <a:gd name="connsiteY173" fmla="*/ 33410 h 1579317"/>
                  <a:gd name="connsiteX174" fmla="*/ 1319213 w 1454539"/>
                  <a:gd name="connsiteY174" fmla="*/ 33410 h 1579317"/>
                  <a:gd name="connsiteX175" fmla="*/ 1303019 w 1454539"/>
                  <a:gd name="connsiteY175" fmla="*/ 57222 h 1579317"/>
                  <a:gd name="connsiteX176" fmla="*/ 1303019 w 1454539"/>
                  <a:gd name="connsiteY176" fmla="*/ 57222 h 1579317"/>
                  <a:gd name="connsiteX177" fmla="*/ 1299210 w 1454539"/>
                  <a:gd name="connsiteY177" fmla="*/ 57222 h 1579317"/>
                  <a:gd name="connsiteX178" fmla="*/ 1299210 w 1454539"/>
                  <a:gd name="connsiteY178" fmla="*/ 57222 h 1579317"/>
                  <a:gd name="connsiteX179" fmla="*/ 1280160 w 1454539"/>
                  <a:gd name="connsiteY179" fmla="*/ 41030 h 1579317"/>
                  <a:gd name="connsiteX180" fmla="*/ 1413510 w 1454539"/>
                  <a:gd name="connsiteY180" fmla="*/ 21980 h 1579317"/>
                  <a:gd name="connsiteX181" fmla="*/ 1432560 w 1454539"/>
                  <a:gd name="connsiteY181" fmla="*/ 72 h 1579317"/>
                  <a:gd name="connsiteX182" fmla="*/ 1432560 w 1454539"/>
                  <a:gd name="connsiteY182" fmla="*/ 72 h 1579317"/>
                  <a:gd name="connsiteX183" fmla="*/ 1432560 w 1454539"/>
                  <a:gd name="connsiteY183" fmla="*/ 72 h 1579317"/>
                  <a:gd name="connsiteX184" fmla="*/ 1432560 w 1454539"/>
                  <a:gd name="connsiteY184" fmla="*/ 72 h 1579317"/>
                  <a:gd name="connsiteX185" fmla="*/ 1454467 w 1454539"/>
                  <a:gd name="connsiteY185" fmla="*/ 18170 h 1579317"/>
                  <a:gd name="connsiteX186" fmla="*/ 1454467 w 1454539"/>
                  <a:gd name="connsiteY186" fmla="*/ 18170 h 1579317"/>
                  <a:gd name="connsiteX187" fmla="*/ 1435417 w 1454539"/>
                  <a:gd name="connsiteY187" fmla="*/ 40078 h 1579317"/>
                  <a:gd name="connsiteX188" fmla="*/ 1435417 w 1454539"/>
                  <a:gd name="connsiteY188" fmla="*/ 40078 h 1579317"/>
                  <a:gd name="connsiteX189" fmla="*/ 1433513 w 1454539"/>
                  <a:gd name="connsiteY189" fmla="*/ 40078 h 1579317"/>
                  <a:gd name="connsiteX190" fmla="*/ 1433513 w 1454539"/>
                  <a:gd name="connsiteY190" fmla="*/ 40078 h 1579317"/>
                  <a:gd name="connsiteX191" fmla="*/ 1413510 w 1454539"/>
                  <a:gd name="connsiteY191" fmla="*/ 21980 h 1579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1454539" h="1579317">
                    <a:moveTo>
                      <a:pt x="0" y="1559315"/>
                    </a:moveTo>
                    <a:cubicBezTo>
                      <a:pt x="0" y="1547885"/>
                      <a:pt x="8572" y="1539313"/>
                      <a:pt x="20002" y="1539313"/>
                    </a:cubicBezTo>
                    <a:lnTo>
                      <a:pt x="20002" y="1539313"/>
                    </a:lnTo>
                    <a:cubicBezTo>
                      <a:pt x="31432" y="1539313"/>
                      <a:pt x="40005" y="1548838"/>
                      <a:pt x="40005" y="1559315"/>
                    </a:cubicBezTo>
                    <a:lnTo>
                      <a:pt x="40005" y="1559315"/>
                    </a:lnTo>
                    <a:cubicBezTo>
                      <a:pt x="40005" y="1570745"/>
                      <a:pt x="30480" y="1579317"/>
                      <a:pt x="20002" y="1579317"/>
                    </a:cubicBezTo>
                    <a:lnTo>
                      <a:pt x="20002" y="1579317"/>
                    </a:lnTo>
                    <a:cubicBezTo>
                      <a:pt x="9525" y="1579317"/>
                      <a:pt x="0" y="1570745"/>
                      <a:pt x="0" y="1559315"/>
                    </a:cubicBezTo>
                    <a:close/>
                    <a:moveTo>
                      <a:pt x="24765" y="1445015"/>
                    </a:moveTo>
                    <a:cubicBezTo>
                      <a:pt x="13335" y="1444063"/>
                      <a:pt x="5715" y="1434538"/>
                      <a:pt x="6667" y="1423108"/>
                    </a:cubicBezTo>
                    <a:lnTo>
                      <a:pt x="6667" y="1423108"/>
                    </a:lnTo>
                    <a:cubicBezTo>
                      <a:pt x="7620" y="1411678"/>
                      <a:pt x="17145" y="1404058"/>
                      <a:pt x="28575" y="1405010"/>
                    </a:cubicBezTo>
                    <a:lnTo>
                      <a:pt x="28575" y="1405010"/>
                    </a:lnTo>
                    <a:cubicBezTo>
                      <a:pt x="40005" y="1405963"/>
                      <a:pt x="47625" y="1415488"/>
                      <a:pt x="46672" y="1426917"/>
                    </a:cubicBezTo>
                    <a:lnTo>
                      <a:pt x="46672" y="1426917"/>
                    </a:lnTo>
                    <a:cubicBezTo>
                      <a:pt x="45720" y="1437395"/>
                      <a:pt x="37147" y="1445015"/>
                      <a:pt x="26670" y="1445015"/>
                    </a:cubicBezTo>
                    <a:lnTo>
                      <a:pt x="26670" y="1445015"/>
                    </a:lnTo>
                    <a:cubicBezTo>
                      <a:pt x="25717" y="1445015"/>
                      <a:pt x="25717" y="1445015"/>
                      <a:pt x="24765" y="1445015"/>
                    </a:cubicBezTo>
                    <a:close/>
                    <a:moveTo>
                      <a:pt x="40005" y="1310713"/>
                    </a:moveTo>
                    <a:cubicBezTo>
                      <a:pt x="28575" y="1308808"/>
                      <a:pt x="21907" y="1298330"/>
                      <a:pt x="23813" y="1286900"/>
                    </a:cubicBezTo>
                    <a:lnTo>
                      <a:pt x="23813" y="1286900"/>
                    </a:lnTo>
                    <a:cubicBezTo>
                      <a:pt x="25717" y="1275470"/>
                      <a:pt x="36195" y="1268803"/>
                      <a:pt x="47625" y="1270708"/>
                    </a:cubicBezTo>
                    <a:lnTo>
                      <a:pt x="47625" y="1270708"/>
                    </a:lnTo>
                    <a:cubicBezTo>
                      <a:pt x="59055" y="1272613"/>
                      <a:pt x="65722" y="1283090"/>
                      <a:pt x="63817" y="1294520"/>
                    </a:cubicBezTo>
                    <a:lnTo>
                      <a:pt x="63817" y="1294520"/>
                    </a:lnTo>
                    <a:cubicBezTo>
                      <a:pt x="61913" y="1304045"/>
                      <a:pt x="53340" y="1311665"/>
                      <a:pt x="43815" y="1311665"/>
                    </a:cubicBezTo>
                    <a:lnTo>
                      <a:pt x="43815" y="1311665"/>
                    </a:lnTo>
                    <a:cubicBezTo>
                      <a:pt x="42863" y="1310713"/>
                      <a:pt x="41910" y="1310713"/>
                      <a:pt x="40005" y="1310713"/>
                    </a:cubicBezTo>
                    <a:close/>
                    <a:moveTo>
                      <a:pt x="67627" y="1178315"/>
                    </a:moveTo>
                    <a:cubicBezTo>
                      <a:pt x="57150" y="1175458"/>
                      <a:pt x="50482" y="1164028"/>
                      <a:pt x="53340" y="1153550"/>
                    </a:cubicBezTo>
                    <a:lnTo>
                      <a:pt x="53340" y="1153550"/>
                    </a:lnTo>
                    <a:cubicBezTo>
                      <a:pt x="56197" y="1143072"/>
                      <a:pt x="67627" y="1136405"/>
                      <a:pt x="78105" y="1139263"/>
                    </a:cubicBezTo>
                    <a:lnTo>
                      <a:pt x="78105" y="1139263"/>
                    </a:lnTo>
                    <a:cubicBezTo>
                      <a:pt x="88582" y="1142120"/>
                      <a:pt x="95250" y="1153550"/>
                      <a:pt x="92392" y="1164028"/>
                    </a:cubicBezTo>
                    <a:lnTo>
                      <a:pt x="92392" y="1164028"/>
                    </a:lnTo>
                    <a:cubicBezTo>
                      <a:pt x="89535" y="1172600"/>
                      <a:pt x="81915" y="1179267"/>
                      <a:pt x="73342" y="1179267"/>
                    </a:cubicBezTo>
                    <a:lnTo>
                      <a:pt x="73342" y="1179267"/>
                    </a:lnTo>
                    <a:cubicBezTo>
                      <a:pt x="71438" y="1179267"/>
                      <a:pt x="69532" y="1179267"/>
                      <a:pt x="67627" y="1178315"/>
                    </a:cubicBezTo>
                    <a:close/>
                    <a:moveTo>
                      <a:pt x="106680" y="1049728"/>
                    </a:moveTo>
                    <a:cubicBezTo>
                      <a:pt x="96202" y="1045918"/>
                      <a:pt x="90488" y="1034487"/>
                      <a:pt x="94297" y="1024010"/>
                    </a:cubicBezTo>
                    <a:lnTo>
                      <a:pt x="94297" y="1024010"/>
                    </a:lnTo>
                    <a:lnTo>
                      <a:pt x="94297" y="1024010"/>
                    </a:lnTo>
                    <a:lnTo>
                      <a:pt x="94297" y="1024010"/>
                    </a:lnTo>
                    <a:cubicBezTo>
                      <a:pt x="98107" y="1013533"/>
                      <a:pt x="109538" y="1007818"/>
                      <a:pt x="120015" y="1011628"/>
                    </a:cubicBezTo>
                    <a:lnTo>
                      <a:pt x="120015" y="1011628"/>
                    </a:lnTo>
                    <a:cubicBezTo>
                      <a:pt x="130492" y="1015437"/>
                      <a:pt x="136207" y="1026868"/>
                      <a:pt x="132397" y="1037345"/>
                    </a:cubicBezTo>
                    <a:lnTo>
                      <a:pt x="132397" y="1037345"/>
                    </a:lnTo>
                    <a:cubicBezTo>
                      <a:pt x="129540" y="1045918"/>
                      <a:pt x="121920" y="1050680"/>
                      <a:pt x="113347" y="1050680"/>
                    </a:cubicBezTo>
                    <a:lnTo>
                      <a:pt x="113347" y="1050680"/>
                    </a:lnTo>
                    <a:cubicBezTo>
                      <a:pt x="111442" y="1050680"/>
                      <a:pt x="108585" y="1049728"/>
                      <a:pt x="106680" y="1049728"/>
                    </a:cubicBezTo>
                    <a:close/>
                    <a:moveTo>
                      <a:pt x="157163" y="923997"/>
                    </a:moveTo>
                    <a:cubicBezTo>
                      <a:pt x="147638" y="919235"/>
                      <a:pt x="142875" y="906853"/>
                      <a:pt x="147638" y="897328"/>
                    </a:cubicBezTo>
                    <a:lnTo>
                      <a:pt x="147638" y="897328"/>
                    </a:lnTo>
                    <a:lnTo>
                      <a:pt x="147638" y="897328"/>
                    </a:lnTo>
                    <a:lnTo>
                      <a:pt x="147638" y="897328"/>
                    </a:lnTo>
                    <a:cubicBezTo>
                      <a:pt x="152400" y="886850"/>
                      <a:pt x="164782" y="883040"/>
                      <a:pt x="174307" y="887803"/>
                    </a:cubicBezTo>
                    <a:lnTo>
                      <a:pt x="174307" y="887803"/>
                    </a:lnTo>
                    <a:cubicBezTo>
                      <a:pt x="183832" y="892565"/>
                      <a:pt x="188595" y="904947"/>
                      <a:pt x="183832" y="914472"/>
                    </a:cubicBezTo>
                    <a:lnTo>
                      <a:pt x="183832" y="914472"/>
                    </a:lnTo>
                    <a:cubicBezTo>
                      <a:pt x="180022" y="922093"/>
                      <a:pt x="173355" y="925903"/>
                      <a:pt x="165735" y="925903"/>
                    </a:cubicBezTo>
                    <a:lnTo>
                      <a:pt x="165735" y="925903"/>
                    </a:lnTo>
                    <a:cubicBezTo>
                      <a:pt x="162877" y="925903"/>
                      <a:pt x="159067" y="924950"/>
                      <a:pt x="157163" y="923997"/>
                    </a:cubicBezTo>
                    <a:close/>
                    <a:moveTo>
                      <a:pt x="218122" y="803030"/>
                    </a:moveTo>
                    <a:cubicBezTo>
                      <a:pt x="208597" y="797315"/>
                      <a:pt x="204788" y="784933"/>
                      <a:pt x="210502" y="775408"/>
                    </a:cubicBezTo>
                    <a:lnTo>
                      <a:pt x="210502" y="775408"/>
                    </a:lnTo>
                    <a:cubicBezTo>
                      <a:pt x="216217" y="765883"/>
                      <a:pt x="228600" y="762072"/>
                      <a:pt x="238125" y="767787"/>
                    </a:cubicBezTo>
                    <a:lnTo>
                      <a:pt x="238125" y="767787"/>
                    </a:lnTo>
                    <a:cubicBezTo>
                      <a:pt x="247650" y="773503"/>
                      <a:pt x="251460" y="785885"/>
                      <a:pt x="245745" y="795410"/>
                    </a:cubicBezTo>
                    <a:lnTo>
                      <a:pt x="245745" y="795410"/>
                    </a:lnTo>
                    <a:cubicBezTo>
                      <a:pt x="241935" y="802078"/>
                      <a:pt x="235267" y="805887"/>
                      <a:pt x="228600" y="805887"/>
                    </a:cubicBezTo>
                    <a:lnTo>
                      <a:pt x="228600" y="805887"/>
                    </a:lnTo>
                    <a:cubicBezTo>
                      <a:pt x="224790" y="805887"/>
                      <a:pt x="220980" y="804935"/>
                      <a:pt x="218122" y="803030"/>
                    </a:cubicBezTo>
                    <a:close/>
                    <a:moveTo>
                      <a:pt x="289560" y="688730"/>
                    </a:moveTo>
                    <a:cubicBezTo>
                      <a:pt x="280035" y="682062"/>
                      <a:pt x="278130" y="669680"/>
                      <a:pt x="284797" y="661108"/>
                    </a:cubicBezTo>
                    <a:lnTo>
                      <a:pt x="284797" y="661108"/>
                    </a:lnTo>
                    <a:cubicBezTo>
                      <a:pt x="284797" y="661108"/>
                      <a:pt x="284797" y="661108"/>
                      <a:pt x="284797" y="661108"/>
                    </a:cubicBezTo>
                    <a:lnTo>
                      <a:pt x="284797" y="661108"/>
                    </a:lnTo>
                    <a:cubicBezTo>
                      <a:pt x="291465" y="652535"/>
                      <a:pt x="303847" y="649678"/>
                      <a:pt x="313372" y="656345"/>
                    </a:cubicBezTo>
                    <a:lnTo>
                      <a:pt x="313372" y="656345"/>
                    </a:lnTo>
                    <a:cubicBezTo>
                      <a:pt x="322897" y="663012"/>
                      <a:pt x="324802" y="675395"/>
                      <a:pt x="318135" y="684920"/>
                    </a:cubicBezTo>
                    <a:lnTo>
                      <a:pt x="318135" y="684920"/>
                    </a:lnTo>
                    <a:cubicBezTo>
                      <a:pt x="314325" y="690635"/>
                      <a:pt x="307657" y="693493"/>
                      <a:pt x="301942" y="693493"/>
                    </a:cubicBezTo>
                    <a:lnTo>
                      <a:pt x="301942" y="693493"/>
                    </a:lnTo>
                    <a:cubicBezTo>
                      <a:pt x="297180" y="692540"/>
                      <a:pt x="292417" y="691587"/>
                      <a:pt x="289560" y="688730"/>
                    </a:cubicBezTo>
                    <a:close/>
                    <a:moveTo>
                      <a:pt x="369570" y="581097"/>
                    </a:moveTo>
                    <a:cubicBezTo>
                      <a:pt x="360997" y="573478"/>
                      <a:pt x="360045" y="561095"/>
                      <a:pt x="366713" y="552522"/>
                    </a:cubicBezTo>
                    <a:lnTo>
                      <a:pt x="366713" y="552522"/>
                    </a:lnTo>
                    <a:lnTo>
                      <a:pt x="366713" y="552522"/>
                    </a:lnTo>
                    <a:lnTo>
                      <a:pt x="366713" y="552522"/>
                    </a:lnTo>
                    <a:cubicBezTo>
                      <a:pt x="374332" y="543950"/>
                      <a:pt x="386715" y="542997"/>
                      <a:pt x="395288" y="549665"/>
                    </a:cubicBezTo>
                    <a:lnTo>
                      <a:pt x="395288" y="549665"/>
                    </a:lnTo>
                    <a:cubicBezTo>
                      <a:pt x="403860" y="557285"/>
                      <a:pt x="404813" y="569668"/>
                      <a:pt x="398145" y="578240"/>
                    </a:cubicBezTo>
                    <a:lnTo>
                      <a:pt x="398145" y="578240"/>
                    </a:lnTo>
                    <a:cubicBezTo>
                      <a:pt x="394335" y="583003"/>
                      <a:pt x="388620" y="585860"/>
                      <a:pt x="382905" y="585860"/>
                    </a:cubicBezTo>
                    <a:lnTo>
                      <a:pt x="382905" y="585860"/>
                    </a:lnTo>
                    <a:cubicBezTo>
                      <a:pt x="378142" y="585860"/>
                      <a:pt x="374332" y="583955"/>
                      <a:pt x="369570" y="581097"/>
                    </a:cubicBezTo>
                    <a:close/>
                    <a:moveTo>
                      <a:pt x="460057" y="480133"/>
                    </a:moveTo>
                    <a:cubicBezTo>
                      <a:pt x="452438" y="471560"/>
                      <a:pt x="452438" y="459178"/>
                      <a:pt x="460057" y="451558"/>
                    </a:cubicBezTo>
                    <a:lnTo>
                      <a:pt x="460057" y="451558"/>
                    </a:lnTo>
                    <a:cubicBezTo>
                      <a:pt x="467677" y="442985"/>
                      <a:pt x="481013" y="442985"/>
                      <a:pt x="488632" y="451558"/>
                    </a:cubicBezTo>
                    <a:lnTo>
                      <a:pt x="488632" y="451558"/>
                    </a:lnTo>
                    <a:cubicBezTo>
                      <a:pt x="496252" y="459178"/>
                      <a:pt x="496252" y="472512"/>
                      <a:pt x="488632" y="480133"/>
                    </a:cubicBezTo>
                    <a:lnTo>
                      <a:pt x="488632" y="480133"/>
                    </a:lnTo>
                    <a:cubicBezTo>
                      <a:pt x="484822" y="483943"/>
                      <a:pt x="479107" y="485847"/>
                      <a:pt x="474345" y="485847"/>
                    </a:cubicBezTo>
                    <a:lnTo>
                      <a:pt x="474345" y="485847"/>
                    </a:lnTo>
                    <a:cubicBezTo>
                      <a:pt x="469582" y="485847"/>
                      <a:pt x="463867" y="483943"/>
                      <a:pt x="460057" y="480133"/>
                    </a:cubicBezTo>
                    <a:close/>
                    <a:moveTo>
                      <a:pt x="558165" y="387740"/>
                    </a:moveTo>
                    <a:cubicBezTo>
                      <a:pt x="551497" y="379168"/>
                      <a:pt x="552450" y="365833"/>
                      <a:pt x="561022" y="359165"/>
                    </a:cubicBezTo>
                    <a:lnTo>
                      <a:pt x="561022" y="359165"/>
                    </a:lnTo>
                    <a:cubicBezTo>
                      <a:pt x="569595" y="351545"/>
                      <a:pt x="581977" y="352497"/>
                      <a:pt x="589597" y="362022"/>
                    </a:cubicBezTo>
                    <a:lnTo>
                      <a:pt x="589597" y="362022"/>
                    </a:lnTo>
                    <a:cubicBezTo>
                      <a:pt x="597217" y="370595"/>
                      <a:pt x="596265" y="382978"/>
                      <a:pt x="586740" y="390597"/>
                    </a:cubicBezTo>
                    <a:lnTo>
                      <a:pt x="586740" y="390597"/>
                    </a:lnTo>
                    <a:cubicBezTo>
                      <a:pt x="582930" y="393455"/>
                      <a:pt x="578167" y="395360"/>
                      <a:pt x="573405" y="395360"/>
                    </a:cubicBezTo>
                    <a:lnTo>
                      <a:pt x="573405" y="395360"/>
                    </a:lnTo>
                    <a:cubicBezTo>
                      <a:pt x="568642" y="394408"/>
                      <a:pt x="562927" y="392503"/>
                      <a:pt x="558165" y="387740"/>
                    </a:cubicBezTo>
                    <a:close/>
                    <a:moveTo>
                      <a:pt x="664845" y="303920"/>
                    </a:moveTo>
                    <a:cubicBezTo>
                      <a:pt x="658177" y="294395"/>
                      <a:pt x="661035" y="282012"/>
                      <a:pt x="669607" y="275345"/>
                    </a:cubicBezTo>
                    <a:lnTo>
                      <a:pt x="669607" y="275345"/>
                    </a:lnTo>
                    <a:cubicBezTo>
                      <a:pt x="679132" y="268678"/>
                      <a:pt x="691515" y="271535"/>
                      <a:pt x="698182" y="280108"/>
                    </a:cubicBezTo>
                    <a:lnTo>
                      <a:pt x="698182" y="280108"/>
                    </a:lnTo>
                    <a:cubicBezTo>
                      <a:pt x="704850" y="289633"/>
                      <a:pt x="701992" y="302015"/>
                      <a:pt x="693420" y="307730"/>
                    </a:cubicBezTo>
                    <a:lnTo>
                      <a:pt x="693420" y="307730"/>
                    </a:lnTo>
                    <a:cubicBezTo>
                      <a:pt x="689610" y="310587"/>
                      <a:pt x="685800" y="311540"/>
                      <a:pt x="681990" y="311540"/>
                    </a:cubicBezTo>
                    <a:lnTo>
                      <a:pt x="681990" y="311540"/>
                    </a:lnTo>
                    <a:cubicBezTo>
                      <a:pt x="674370" y="313445"/>
                      <a:pt x="668655" y="309635"/>
                      <a:pt x="664845" y="303920"/>
                    </a:cubicBezTo>
                    <a:close/>
                    <a:moveTo>
                      <a:pt x="777240" y="230578"/>
                    </a:moveTo>
                    <a:cubicBezTo>
                      <a:pt x="771525" y="221053"/>
                      <a:pt x="775335" y="208670"/>
                      <a:pt x="784860" y="202955"/>
                    </a:cubicBezTo>
                    <a:lnTo>
                      <a:pt x="784860" y="202955"/>
                    </a:lnTo>
                    <a:cubicBezTo>
                      <a:pt x="794385" y="197240"/>
                      <a:pt x="806767" y="200097"/>
                      <a:pt x="812482" y="210575"/>
                    </a:cubicBezTo>
                    <a:lnTo>
                      <a:pt x="812482" y="210575"/>
                    </a:lnTo>
                    <a:cubicBezTo>
                      <a:pt x="818198" y="220100"/>
                      <a:pt x="814388" y="232483"/>
                      <a:pt x="804863" y="238197"/>
                    </a:cubicBezTo>
                    <a:lnTo>
                      <a:pt x="804863" y="238197"/>
                    </a:lnTo>
                    <a:cubicBezTo>
                      <a:pt x="802005" y="240103"/>
                      <a:pt x="798194" y="241055"/>
                      <a:pt x="794385" y="241055"/>
                    </a:cubicBezTo>
                    <a:lnTo>
                      <a:pt x="794385" y="241055"/>
                    </a:lnTo>
                    <a:cubicBezTo>
                      <a:pt x="787717" y="241055"/>
                      <a:pt x="781050" y="237245"/>
                      <a:pt x="777240" y="230578"/>
                    </a:cubicBezTo>
                    <a:close/>
                    <a:moveTo>
                      <a:pt x="896302" y="166760"/>
                    </a:moveTo>
                    <a:cubicBezTo>
                      <a:pt x="891540" y="156283"/>
                      <a:pt x="896302" y="144853"/>
                      <a:pt x="905827" y="140090"/>
                    </a:cubicBezTo>
                    <a:lnTo>
                      <a:pt x="905827" y="140090"/>
                    </a:lnTo>
                    <a:cubicBezTo>
                      <a:pt x="915352" y="135328"/>
                      <a:pt x="927735" y="140090"/>
                      <a:pt x="932498" y="149615"/>
                    </a:cubicBezTo>
                    <a:lnTo>
                      <a:pt x="932498" y="149615"/>
                    </a:lnTo>
                    <a:cubicBezTo>
                      <a:pt x="937260" y="160093"/>
                      <a:pt x="933450" y="172475"/>
                      <a:pt x="922973" y="176285"/>
                    </a:cubicBezTo>
                    <a:lnTo>
                      <a:pt x="922973" y="176285"/>
                    </a:lnTo>
                    <a:cubicBezTo>
                      <a:pt x="920115" y="177237"/>
                      <a:pt x="917257" y="178190"/>
                      <a:pt x="914400" y="178190"/>
                    </a:cubicBezTo>
                    <a:lnTo>
                      <a:pt x="914400" y="178190"/>
                    </a:lnTo>
                    <a:cubicBezTo>
                      <a:pt x="906780" y="178190"/>
                      <a:pt x="900113" y="174380"/>
                      <a:pt x="896302" y="166760"/>
                    </a:cubicBezTo>
                    <a:close/>
                    <a:moveTo>
                      <a:pt x="1020127" y="113420"/>
                    </a:moveTo>
                    <a:cubicBezTo>
                      <a:pt x="1016317" y="102943"/>
                      <a:pt x="1022032" y="91512"/>
                      <a:pt x="1032510" y="87703"/>
                    </a:cubicBezTo>
                    <a:lnTo>
                      <a:pt x="1032510" y="87703"/>
                    </a:lnTo>
                    <a:lnTo>
                      <a:pt x="1032510" y="87703"/>
                    </a:lnTo>
                    <a:lnTo>
                      <a:pt x="1032510" y="87703"/>
                    </a:lnTo>
                    <a:cubicBezTo>
                      <a:pt x="1042988" y="83893"/>
                      <a:pt x="1054417" y="89608"/>
                      <a:pt x="1058227" y="100085"/>
                    </a:cubicBezTo>
                    <a:lnTo>
                      <a:pt x="1058227" y="100085"/>
                    </a:lnTo>
                    <a:cubicBezTo>
                      <a:pt x="1062038" y="110562"/>
                      <a:pt x="1056323" y="121993"/>
                      <a:pt x="1045844" y="125803"/>
                    </a:cubicBezTo>
                    <a:lnTo>
                      <a:pt x="1045844" y="125803"/>
                    </a:lnTo>
                    <a:cubicBezTo>
                      <a:pt x="1042988" y="126755"/>
                      <a:pt x="1041082" y="126755"/>
                      <a:pt x="1039177" y="126755"/>
                    </a:cubicBezTo>
                    <a:lnTo>
                      <a:pt x="1039177" y="126755"/>
                    </a:lnTo>
                    <a:cubicBezTo>
                      <a:pt x="1031557" y="126755"/>
                      <a:pt x="1023938" y="121993"/>
                      <a:pt x="1020127" y="113420"/>
                    </a:cubicBezTo>
                    <a:close/>
                    <a:moveTo>
                      <a:pt x="1148715" y="71510"/>
                    </a:moveTo>
                    <a:cubicBezTo>
                      <a:pt x="1145857" y="61033"/>
                      <a:pt x="1152525" y="49603"/>
                      <a:pt x="1163002" y="46745"/>
                    </a:cubicBezTo>
                    <a:lnTo>
                      <a:pt x="1163002" y="46745"/>
                    </a:lnTo>
                    <a:cubicBezTo>
                      <a:pt x="1173480" y="43887"/>
                      <a:pt x="1184910" y="50555"/>
                      <a:pt x="1187767" y="61033"/>
                    </a:cubicBezTo>
                    <a:lnTo>
                      <a:pt x="1187767" y="61033"/>
                    </a:lnTo>
                    <a:cubicBezTo>
                      <a:pt x="1190625" y="71510"/>
                      <a:pt x="1183957" y="82940"/>
                      <a:pt x="1173480" y="85797"/>
                    </a:cubicBezTo>
                    <a:lnTo>
                      <a:pt x="1173480" y="85797"/>
                    </a:lnTo>
                    <a:cubicBezTo>
                      <a:pt x="1171575" y="86750"/>
                      <a:pt x="1169669" y="86750"/>
                      <a:pt x="1168717" y="86750"/>
                    </a:cubicBezTo>
                    <a:lnTo>
                      <a:pt x="1168717" y="86750"/>
                    </a:lnTo>
                    <a:cubicBezTo>
                      <a:pt x="1159192" y="86750"/>
                      <a:pt x="1150619" y="80083"/>
                      <a:pt x="1148715" y="71510"/>
                    </a:cubicBezTo>
                    <a:close/>
                    <a:moveTo>
                      <a:pt x="1280160" y="41030"/>
                    </a:moveTo>
                    <a:cubicBezTo>
                      <a:pt x="1278255" y="29600"/>
                      <a:pt x="1285875" y="19122"/>
                      <a:pt x="1296352" y="17218"/>
                    </a:cubicBezTo>
                    <a:lnTo>
                      <a:pt x="1296352" y="17218"/>
                    </a:lnTo>
                    <a:cubicBezTo>
                      <a:pt x="1296352" y="17218"/>
                      <a:pt x="1296352" y="17218"/>
                      <a:pt x="1296352" y="17218"/>
                    </a:cubicBezTo>
                    <a:lnTo>
                      <a:pt x="1296352" y="17218"/>
                    </a:lnTo>
                    <a:cubicBezTo>
                      <a:pt x="1307782" y="15312"/>
                      <a:pt x="1317307" y="22933"/>
                      <a:pt x="1319213" y="33410"/>
                    </a:cubicBezTo>
                    <a:lnTo>
                      <a:pt x="1319213" y="33410"/>
                    </a:lnTo>
                    <a:cubicBezTo>
                      <a:pt x="1321117" y="44840"/>
                      <a:pt x="1313498" y="55318"/>
                      <a:pt x="1303019" y="57222"/>
                    </a:cubicBezTo>
                    <a:lnTo>
                      <a:pt x="1303019" y="57222"/>
                    </a:lnTo>
                    <a:cubicBezTo>
                      <a:pt x="1302067" y="57222"/>
                      <a:pt x="1300163" y="57222"/>
                      <a:pt x="1299210" y="57222"/>
                    </a:cubicBezTo>
                    <a:lnTo>
                      <a:pt x="1299210" y="57222"/>
                    </a:lnTo>
                    <a:cubicBezTo>
                      <a:pt x="1290638" y="58175"/>
                      <a:pt x="1282065" y="50555"/>
                      <a:pt x="1280160" y="41030"/>
                    </a:cubicBezTo>
                    <a:close/>
                    <a:moveTo>
                      <a:pt x="1413510" y="21980"/>
                    </a:moveTo>
                    <a:cubicBezTo>
                      <a:pt x="1412557" y="10550"/>
                      <a:pt x="1421130" y="1025"/>
                      <a:pt x="1432560" y="72"/>
                    </a:cubicBezTo>
                    <a:lnTo>
                      <a:pt x="1432560" y="72"/>
                    </a:lnTo>
                    <a:lnTo>
                      <a:pt x="1432560" y="72"/>
                    </a:lnTo>
                    <a:lnTo>
                      <a:pt x="1432560" y="72"/>
                    </a:lnTo>
                    <a:cubicBezTo>
                      <a:pt x="1443990" y="-880"/>
                      <a:pt x="1453515" y="7693"/>
                      <a:pt x="1454467" y="18170"/>
                    </a:cubicBezTo>
                    <a:lnTo>
                      <a:pt x="1454467" y="18170"/>
                    </a:lnTo>
                    <a:cubicBezTo>
                      <a:pt x="1455419" y="29600"/>
                      <a:pt x="1446848" y="39125"/>
                      <a:pt x="1435417" y="40078"/>
                    </a:cubicBezTo>
                    <a:lnTo>
                      <a:pt x="1435417" y="40078"/>
                    </a:lnTo>
                    <a:cubicBezTo>
                      <a:pt x="1434465" y="40078"/>
                      <a:pt x="1434465" y="40078"/>
                      <a:pt x="1433513" y="40078"/>
                    </a:cubicBezTo>
                    <a:lnTo>
                      <a:pt x="1433513" y="40078"/>
                    </a:lnTo>
                    <a:cubicBezTo>
                      <a:pt x="1423988" y="40078"/>
                      <a:pt x="1414463" y="32458"/>
                      <a:pt x="1413510" y="21980"/>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15" name="Freeform 483">
                <a:extLst>
                  <a:ext uri="{FF2B5EF4-FFF2-40B4-BE49-F238E27FC236}">
                    <a16:creationId xmlns:a16="http://schemas.microsoft.com/office/drawing/2014/main" id="{5EA054E4-E74A-5A4C-8DFD-365E80E0AB40}"/>
                  </a:ext>
                </a:extLst>
              </p:cNvPr>
              <p:cNvSpPr/>
              <p:nvPr/>
            </p:nvSpPr>
            <p:spPr>
              <a:xfrm>
                <a:off x="13707041" y="6990398"/>
                <a:ext cx="1453587" cy="1579245"/>
              </a:xfrm>
              <a:custGeom>
                <a:avLst/>
                <a:gdLst>
                  <a:gd name="connsiteX0" fmla="*/ 72 w 1453587"/>
                  <a:gd name="connsiteY0" fmla="*/ 1561147 h 1579244"/>
                  <a:gd name="connsiteX1" fmla="*/ 18170 w 1453587"/>
                  <a:gd name="connsiteY1" fmla="*/ 1539240 h 1579244"/>
                  <a:gd name="connsiteX2" fmla="*/ 18170 w 1453587"/>
                  <a:gd name="connsiteY2" fmla="*/ 1539240 h 1579244"/>
                  <a:gd name="connsiteX3" fmla="*/ 40077 w 1453587"/>
                  <a:gd name="connsiteY3" fmla="*/ 1557338 h 1579244"/>
                  <a:gd name="connsiteX4" fmla="*/ 40077 w 1453587"/>
                  <a:gd name="connsiteY4" fmla="*/ 1557338 h 1579244"/>
                  <a:gd name="connsiteX5" fmla="*/ 21979 w 1453587"/>
                  <a:gd name="connsiteY5" fmla="*/ 1579245 h 1579244"/>
                  <a:gd name="connsiteX6" fmla="*/ 21979 w 1453587"/>
                  <a:gd name="connsiteY6" fmla="*/ 1579245 h 1579244"/>
                  <a:gd name="connsiteX7" fmla="*/ 20075 w 1453587"/>
                  <a:gd name="connsiteY7" fmla="*/ 1579245 h 1579244"/>
                  <a:gd name="connsiteX8" fmla="*/ 20075 w 1453587"/>
                  <a:gd name="connsiteY8" fmla="*/ 1579245 h 1579244"/>
                  <a:gd name="connsiteX9" fmla="*/ 72 w 1453587"/>
                  <a:gd name="connsiteY9" fmla="*/ 1561147 h 1579244"/>
                  <a:gd name="connsiteX10" fmla="*/ 133422 w 1453587"/>
                  <a:gd name="connsiteY10" fmla="*/ 1544955 h 1579244"/>
                  <a:gd name="connsiteX11" fmla="*/ 149614 w 1453587"/>
                  <a:gd name="connsiteY11" fmla="*/ 1521142 h 1579244"/>
                  <a:gd name="connsiteX12" fmla="*/ 149614 w 1453587"/>
                  <a:gd name="connsiteY12" fmla="*/ 1521142 h 1579244"/>
                  <a:gd name="connsiteX13" fmla="*/ 173427 w 1453587"/>
                  <a:gd name="connsiteY13" fmla="*/ 1537335 h 1579244"/>
                  <a:gd name="connsiteX14" fmla="*/ 173427 w 1453587"/>
                  <a:gd name="connsiteY14" fmla="*/ 1537335 h 1579244"/>
                  <a:gd name="connsiteX15" fmla="*/ 157235 w 1453587"/>
                  <a:gd name="connsiteY15" fmla="*/ 1561147 h 1579244"/>
                  <a:gd name="connsiteX16" fmla="*/ 157235 w 1453587"/>
                  <a:gd name="connsiteY16" fmla="*/ 1561147 h 1579244"/>
                  <a:gd name="connsiteX17" fmla="*/ 153425 w 1453587"/>
                  <a:gd name="connsiteY17" fmla="*/ 1561147 h 1579244"/>
                  <a:gd name="connsiteX18" fmla="*/ 153425 w 1453587"/>
                  <a:gd name="connsiteY18" fmla="*/ 1561147 h 1579244"/>
                  <a:gd name="connsiteX19" fmla="*/ 133422 w 1453587"/>
                  <a:gd name="connsiteY19" fmla="*/ 1544955 h 1579244"/>
                  <a:gd name="connsiteX20" fmla="*/ 265820 w 1453587"/>
                  <a:gd name="connsiteY20" fmla="*/ 1518285 h 1579244"/>
                  <a:gd name="connsiteX21" fmla="*/ 280108 w 1453587"/>
                  <a:gd name="connsiteY21" fmla="*/ 1493520 h 1579244"/>
                  <a:gd name="connsiteX22" fmla="*/ 280108 w 1453587"/>
                  <a:gd name="connsiteY22" fmla="*/ 1493520 h 1579244"/>
                  <a:gd name="connsiteX23" fmla="*/ 304872 w 1453587"/>
                  <a:gd name="connsiteY23" fmla="*/ 1507807 h 1579244"/>
                  <a:gd name="connsiteX24" fmla="*/ 304872 w 1453587"/>
                  <a:gd name="connsiteY24" fmla="*/ 1507807 h 1579244"/>
                  <a:gd name="connsiteX25" fmla="*/ 290585 w 1453587"/>
                  <a:gd name="connsiteY25" fmla="*/ 1532572 h 1579244"/>
                  <a:gd name="connsiteX26" fmla="*/ 290585 w 1453587"/>
                  <a:gd name="connsiteY26" fmla="*/ 1532572 h 1579244"/>
                  <a:gd name="connsiteX27" fmla="*/ 285822 w 1453587"/>
                  <a:gd name="connsiteY27" fmla="*/ 1533525 h 1579244"/>
                  <a:gd name="connsiteX28" fmla="*/ 285822 w 1453587"/>
                  <a:gd name="connsiteY28" fmla="*/ 1533525 h 1579244"/>
                  <a:gd name="connsiteX29" fmla="*/ 265820 w 1453587"/>
                  <a:gd name="connsiteY29" fmla="*/ 1518285 h 1579244"/>
                  <a:gd name="connsiteX30" fmla="*/ 395360 w 1453587"/>
                  <a:gd name="connsiteY30" fmla="*/ 1480185 h 1579244"/>
                  <a:gd name="connsiteX31" fmla="*/ 406789 w 1453587"/>
                  <a:gd name="connsiteY31" fmla="*/ 1454467 h 1579244"/>
                  <a:gd name="connsiteX32" fmla="*/ 406789 w 1453587"/>
                  <a:gd name="connsiteY32" fmla="*/ 1454467 h 1579244"/>
                  <a:gd name="connsiteX33" fmla="*/ 432508 w 1453587"/>
                  <a:gd name="connsiteY33" fmla="*/ 1466850 h 1579244"/>
                  <a:gd name="connsiteX34" fmla="*/ 432508 w 1453587"/>
                  <a:gd name="connsiteY34" fmla="*/ 1466850 h 1579244"/>
                  <a:gd name="connsiteX35" fmla="*/ 421077 w 1453587"/>
                  <a:gd name="connsiteY35" fmla="*/ 1493520 h 1579244"/>
                  <a:gd name="connsiteX36" fmla="*/ 421077 w 1453587"/>
                  <a:gd name="connsiteY36" fmla="*/ 1493520 h 1579244"/>
                  <a:gd name="connsiteX37" fmla="*/ 414410 w 1453587"/>
                  <a:gd name="connsiteY37" fmla="*/ 1494472 h 1579244"/>
                  <a:gd name="connsiteX38" fmla="*/ 414410 w 1453587"/>
                  <a:gd name="connsiteY38" fmla="*/ 1494472 h 1579244"/>
                  <a:gd name="connsiteX39" fmla="*/ 395360 w 1453587"/>
                  <a:gd name="connsiteY39" fmla="*/ 1480185 h 1579244"/>
                  <a:gd name="connsiteX40" fmla="*/ 521089 w 1453587"/>
                  <a:gd name="connsiteY40" fmla="*/ 1429702 h 1579244"/>
                  <a:gd name="connsiteX41" fmla="*/ 530614 w 1453587"/>
                  <a:gd name="connsiteY41" fmla="*/ 1403032 h 1579244"/>
                  <a:gd name="connsiteX42" fmla="*/ 530614 w 1453587"/>
                  <a:gd name="connsiteY42" fmla="*/ 1403032 h 1579244"/>
                  <a:gd name="connsiteX43" fmla="*/ 557285 w 1453587"/>
                  <a:gd name="connsiteY43" fmla="*/ 1412557 h 1579244"/>
                  <a:gd name="connsiteX44" fmla="*/ 557285 w 1453587"/>
                  <a:gd name="connsiteY44" fmla="*/ 1412557 h 1579244"/>
                  <a:gd name="connsiteX45" fmla="*/ 547760 w 1453587"/>
                  <a:gd name="connsiteY45" fmla="*/ 1439227 h 1579244"/>
                  <a:gd name="connsiteX46" fmla="*/ 547760 w 1453587"/>
                  <a:gd name="connsiteY46" fmla="*/ 1439227 h 1579244"/>
                  <a:gd name="connsiteX47" fmla="*/ 539187 w 1453587"/>
                  <a:gd name="connsiteY47" fmla="*/ 1441132 h 1579244"/>
                  <a:gd name="connsiteX48" fmla="*/ 539187 w 1453587"/>
                  <a:gd name="connsiteY48" fmla="*/ 1441132 h 1579244"/>
                  <a:gd name="connsiteX49" fmla="*/ 521089 w 1453587"/>
                  <a:gd name="connsiteY49" fmla="*/ 1429702 h 1579244"/>
                  <a:gd name="connsiteX50" fmla="*/ 641104 w 1453587"/>
                  <a:gd name="connsiteY50" fmla="*/ 1369695 h 1579244"/>
                  <a:gd name="connsiteX51" fmla="*/ 648725 w 1453587"/>
                  <a:gd name="connsiteY51" fmla="*/ 1342072 h 1579244"/>
                  <a:gd name="connsiteX52" fmla="*/ 648725 w 1453587"/>
                  <a:gd name="connsiteY52" fmla="*/ 1342072 h 1579244"/>
                  <a:gd name="connsiteX53" fmla="*/ 676347 w 1453587"/>
                  <a:gd name="connsiteY53" fmla="*/ 1349692 h 1579244"/>
                  <a:gd name="connsiteX54" fmla="*/ 676347 w 1453587"/>
                  <a:gd name="connsiteY54" fmla="*/ 1349692 h 1579244"/>
                  <a:gd name="connsiteX55" fmla="*/ 668727 w 1453587"/>
                  <a:gd name="connsiteY55" fmla="*/ 1377315 h 1579244"/>
                  <a:gd name="connsiteX56" fmla="*/ 668727 w 1453587"/>
                  <a:gd name="connsiteY56" fmla="*/ 1377315 h 1579244"/>
                  <a:gd name="connsiteX57" fmla="*/ 668727 w 1453587"/>
                  <a:gd name="connsiteY57" fmla="*/ 1377315 h 1579244"/>
                  <a:gd name="connsiteX58" fmla="*/ 668727 w 1453587"/>
                  <a:gd name="connsiteY58" fmla="*/ 1377315 h 1579244"/>
                  <a:gd name="connsiteX59" fmla="*/ 659202 w 1453587"/>
                  <a:gd name="connsiteY59" fmla="*/ 1380172 h 1579244"/>
                  <a:gd name="connsiteX60" fmla="*/ 659202 w 1453587"/>
                  <a:gd name="connsiteY60" fmla="*/ 1380172 h 1579244"/>
                  <a:gd name="connsiteX61" fmla="*/ 641104 w 1453587"/>
                  <a:gd name="connsiteY61" fmla="*/ 1369695 h 1579244"/>
                  <a:gd name="connsiteX62" fmla="*/ 756358 w 1453587"/>
                  <a:gd name="connsiteY62" fmla="*/ 1298257 h 1579244"/>
                  <a:gd name="connsiteX63" fmla="*/ 761120 w 1453587"/>
                  <a:gd name="connsiteY63" fmla="*/ 1270635 h 1579244"/>
                  <a:gd name="connsiteX64" fmla="*/ 761120 w 1453587"/>
                  <a:gd name="connsiteY64" fmla="*/ 1270635 h 1579244"/>
                  <a:gd name="connsiteX65" fmla="*/ 788742 w 1453587"/>
                  <a:gd name="connsiteY65" fmla="*/ 1275397 h 1579244"/>
                  <a:gd name="connsiteX66" fmla="*/ 788742 w 1453587"/>
                  <a:gd name="connsiteY66" fmla="*/ 1275397 h 1579244"/>
                  <a:gd name="connsiteX67" fmla="*/ 783979 w 1453587"/>
                  <a:gd name="connsiteY67" fmla="*/ 1303972 h 1579244"/>
                  <a:gd name="connsiteX68" fmla="*/ 783979 w 1453587"/>
                  <a:gd name="connsiteY68" fmla="*/ 1303972 h 1579244"/>
                  <a:gd name="connsiteX69" fmla="*/ 772550 w 1453587"/>
                  <a:gd name="connsiteY69" fmla="*/ 1307782 h 1579244"/>
                  <a:gd name="connsiteX70" fmla="*/ 772550 w 1453587"/>
                  <a:gd name="connsiteY70" fmla="*/ 1307782 h 1579244"/>
                  <a:gd name="connsiteX71" fmla="*/ 756358 w 1453587"/>
                  <a:gd name="connsiteY71" fmla="*/ 1298257 h 1579244"/>
                  <a:gd name="connsiteX72" fmla="*/ 863989 w 1453587"/>
                  <a:gd name="connsiteY72" fmla="*/ 1217295 h 1579244"/>
                  <a:gd name="connsiteX73" fmla="*/ 866847 w 1453587"/>
                  <a:gd name="connsiteY73" fmla="*/ 1188720 h 1579244"/>
                  <a:gd name="connsiteX74" fmla="*/ 866847 w 1453587"/>
                  <a:gd name="connsiteY74" fmla="*/ 1188720 h 1579244"/>
                  <a:gd name="connsiteX75" fmla="*/ 895422 w 1453587"/>
                  <a:gd name="connsiteY75" fmla="*/ 1191577 h 1579244"/>
                  <a:gd name="connsiteX76" fmla="*/ 895422 w 1453587"/>
                  <a:gd name="connsiteY76" fmla="*/ 1191577 h 1579244"/>
                  <a:gd name="connsiteX77" fmla="*/ 892564 w 1453587"/>
                  <a:gd name="connsiteY77" fmla="*/ 1220152 h 1579244"/>
                  <a:gd name="connsiteX78" fmla="*/ 892564 w 1453587"/>
                  <a:gd name="connsiteY78" fmla="*/ 1220152 h 1579244"/>
                  <a:gd name="connsiteX79" fmla="*/ 879229 w 1453587"/>
                  <a:gd name="connsiteY79" fmla="*/ 1224915 h 1579244"/>
                  <a:gd name="connsiteX80" fmla="*/ 879229 w 1453587"/>
                  <a:gd name="connsiteY80" fmla="*/ 1224915 h 1579244"/>
                  <a:gd name="connsiteX81" fmla="*/ 863989 w 1453587"/>
                  <a:gd name="connsiteY81" fmla="*/ 1217295 h 1579244"/>
                  <a:gd name="connsiteX82" fmla="*/ 964954 w 1453587"/>
                  <a:gd name="connsiteY82" fmla="*/ 1127760 h 1579244"/>
                  <a:gd name="connsiteX83" fmla="*/ 964954 w 1453587"/>
                  <a:gd name="connsiteY83" fmla="*/ 1099185 h 1579244"/>
                  <a:gd name="connsiteX84" fmla="*/ 964954 w 1453587"/>
                  <a:gd name="connsiteY84" fmla="*/ 1099185 h 1579244"/>
                  <a:gd name="connsiteX85" fmla="*/ 993529 w 1453587"/>
                  <a:gd name="connsiteY85" fmla="*/ 1099185 h 1579244"/>
                  <a:gd name="connsiteX86" fmla="*/ 993529 w 1453587"/>
                  <a:gd name="connsiteY86" fmla="*/ 1099185 h 1579244"/>
                  <a:gd name="connsiteX87" fmla="*/ 993529 w 1453587"/>
                  <a:gd name="connsiteY87" fmla="*/ 1127760 h 1579244"/>
                  <a:gd name="connsiteX88" fmla="*/ 993529 w 1453587"/>
                  <a:gd name="connsiteY88" fmla="*/ 1127760 h 1579244"/>
                  <a:gd name="connsiteX89" fmla="*/ 993529 w 1453587"/>
                  <a:gd name="connsiteY89" fmla="*/ 1127760 h 1579244"/>
                  <a:gd name="connsiteX90" fmla="*/ 993529 w 1453587"/>
                  <a:gd name="connsiteY90" fmla="*/ 1127760 h 1579244"/>
                  <a:gd name="connsiteX91" fmla="*/ 979242 w 1453587"/>
                  <a:gd name="connsiteY91" fmla="*/ 1133475 h 1579244"/>
                  <a:gd name="connsiteX92" fmla="*/ 979242 w 1453587"/>
                  <a:gd name="connsiteY92" fmla="*/ 1133475 h 1579244"/>
                  <a:gd name="connsiteX93" fmla="*/ 964954 w 1453587"/>
                  <a:gd name="connsiteY93" fmla="*/ 1127760 h 1579244"/>
                  <a:gd name="connsiteX94" fmla="*/ 1057347 w 1453587"/>
                  <a:gd name="connsiteY94" fmla="*/ 1029652 h 1579244"/>
                  <a:gd name="connsiteX95" fmla="*/ 1054489 w 1453587"/>
                  <a:gd name="connsiteY95" fmla="*/ 1001077 h 1579244"/>
                  <a:gd name="connsiteX96" fmla="*/ 1054489 w 1453587"/>
                  <a:gd name="connsiteY96" fmla="*/ 1001077 h 1579244"/>
                  <a:gd name="connsiteX97" fmla="*/ 1083064 w 1453587"/>
                  <a:gd name="connsiteY97" fmla="*/ 998220 h 1579244"/>
                  <a:gd name="connsiteX98" fmla="*/ 1083064 w 1453587"/>
                  <a:gd name="connsiteY98" fmla="*/ 998220 h 1579244"/>
                  <a:gd name="connsiteX99" fmla="*/ 1085922 w 1453587"/>
                  <a:gd name="connsiteY99" fmla="*/ 1026795 h 1579244"/>
                  <a:gd name="connsiteX100" fmla="*/ 1085922 w 1453587"/>
                  <a:gd name="connsiteY100" fmla="*/ 1026795 h 1579244"/>
                  <a:gd name="connsiteX101" fmla="*/ 1085922 w 1453587"/>
                  <a:gd name="connsiteY101" fmla="*/ 1026795 h 1579244"/>
                  <a:gd name="connsiteX102" fmla="*/ 1085922 w 1453587"/>
                  <a:gd name="connsiteY102" fmla="*/ 1026795 h 1579244"/>
                  <a:gd name="connsiteX103" fmla="*/ 1070683 w 1453587"/>
                  <a:gd name="connsiteY103" fmla="*/ 1033463 h 1579244"/>
                  <a:gd name="connsiteX104" fmla="*/ 1070683 w 1453587"/>
                  <a:gd name="connsiteY104" fmla="*/ 1033463 h 1579244"/>
                  <a:gd name="connsiteX105" fmla="*/ 1057347 w 1453587"/>
                  <a:gd name="connsiteY105" fmla="*/ 1029652 h 1579244"/>
                  <a:gd name="connsiteX106" fmla="*/ 1141167 w 1453587"/>
                  <a:gd name="connsiteY106" fmla="*/ 923925 h 1579244"/>
                  <a:gd name="connsiteX107" fmla="*/ 1136404 w 1453587"/>
                  <a:gd name="connsiteY107" fmla="*/ 895350 h 1579244"/>
                  <a:gd name="connsiteX108" fmla="*/ 1136404 w 1453587"/>
                  <a:gd name="connsiteY108" fmla="*/ 895350 h 1579244"/>
                  <a:gd name="connsiteX109" fmla="*/ 1164027 w 1453587"/>
                  <a:gd name="connsiteY109" fmla="*/ 890588 h 1579244"/>
                  <a:gd name="connsiteX110" fmla="*/ 1164027 w 1453587"/>
                  <a:gd name="connsiteY110" fmla="*/ 890588 h 1579244"/>
                  <a:gd name="connsiteX111" fmla="*/ 1168789 w 1453587"/>
                  <a:gd name="connsiteY111" fmla="*/ 918210 h 1579244"/>
                  <a:gd name="connsiteX112" fmla="*/ 1168789 w 1453587"/>
                  <a:gd name="connsiteY112" fmla="*/ 918210 h 1579244"/>
                  <a:gd name="connsiteX113" fmla="*/ 1168789 w 1453587"/>
                  <a:gd name="connsiteY113" fmla="*/ 918210 h 1579244"/>
                  <a:gd name="connsiteX114" fmla="*/ 1168789 w 1453587"/>
                  <a:gd name="connsiteY114" fmla="*/ 918210 h 1579244"/>
                  <a:gd name="connsiteX115" fmla="*/ 1151645 w 1453587"/>
                  <a:gd name="connsiteY115" fmla="*/ 926782 h 1579244"/>
                  <a:gd name="connsiteX116" fmla="*/ 1151645 w 1453587"/>
                  <a:gd name="connsiteY116" fmla="*/ 926782 h 1579244"/>
                  <a:gd name="connsiteX117" fmla="*/ 1141167 w 1453587"/>
                  <a:gd name="connsiteY117" fmla="*/ 923925 h 1579244"/>
                  <a:gd name="connsiteX118" fmla="*/ 1215462 w 1453587"/>
                  <a:gd name="connsiteY118" fmla="*/ 810577 h 1579244"/>
                  <a:gd name="connsiteX119" fmla="*/ 1207842 w 1453587"/>
                  <a:gd name="connsiteY119" fmla="*/ 782955 h 1579244"/>
                  <a:gd name="connsiteX120" fmla="*/ 1207842 w 1453587"/>
                  <a:gd name="connsiteY120" fmla="*/ 782955 h 1579244"/>
                  <a:gd name="connsiteX121" fmla="*/ 1235464 w 1453587"/>
                  <a:gd name="connsiteY121" fmla="*/ 775335 h 1579244"/>
                  <a:gd name="connsiteX122" fmla="*/ 1235464 w 1453587"/>
                  <a:gd name="connsiteY122" fmla="*/ 775335 h 1579244"/>
                  <a:gd name="connsiteX123" fmla="*/ 1243085 w 1453587"/>
                  <a:gd name="connsiteY123" fmla="*/ 802957 h 1579244"/>
                  <a:gd name="connsiteX124" fmla="*/ 1243085 w 1453587"/>
                  <a:gd name="connsiteY124" fmla="*/ 802957 h 1579244"/>
                  <a:gd name="connsiteX125" fmla="*/ 1243085 w 1453587"/>
                  <a:gd name="connsiteY125" fmla="*/ 802957 h 1579244"/>
                  <a:gd name="connsiteX126" fmla="*/ 1243085 w 1453587"/>
                  <a:gd name="connsiteY126" fmla="*/ 802957 h 1579244"/>
                  <a:gd name="connsiteX127" fmla="*/ 1225939 w 1453587"/>
                  <a:gd name="connsiteY127" fmla="*/ 812482 h 1579244"/>
                  <a:gd name="connsiteX128" fmla="*/ 1225939 w 1453587"/>
                  <a:gd name="connsiteY128" fmla="*/ 812482 h 1579244"/>
                  <a:gd name="connsiteX129" fmla="*/ 1215462 w 1453587"/>
                  <a:gd name="connsiteY129" fmla="*/ 810577 h 1579244"/>
                  <a:gd name="connsiteX130" fmla="*/ 1279279 w 1453587"/>
                  <a:gd name="connsiteY130" fmla="*/ 692467 h 1579244"/>
                  <a:gd name="connsiteX131" fmla="*/ 1269754 w 1453587"/>
                  <a:gd name="connsiteY131" fmla="*/ 665797 h 1579244"/>
                  <a:gd name="connsiteX132" fmla="*/ 1269754 w 1453587"/>
                  <a:gd name="connsiteY132" fmla="*/ 665797 h 1579244"/>
                  <a:gd name="connsiteX133" fmla="*/ 1296425 w 1453587"/>
                  <a:gd name="connsiteY133" fmla="*/ 656272 h 1579244"/>
                  <a:gd name="connsiteX134" fmla="*/ 1296425 w 1453587"/>
                  <a:gd name="connsiteY134" fmla="*/ 656272 h 1579244"/>
                  <a:gd name="connsiteX135" fmla="*/ 1305950 w 1453587"/>
                  <a:gd name="connsiteY135" fmla="*/ 682942 h 1579244"/>
                  <a:gd name="connsiteX136" fmla="*/ 1305950 w 1453587"/>
                  <a:gd name="connsiteY136" fmla="*/ 682942 h 1579244"/>
                  <a:gd name="connsiteX137" fmla="*/ 1305950 w 1453587"/>
                  <a:gd name="connsiteY137" fmla="*/ 682942 h 1579244"/>
                  <a:gd name="connsiteX138" fmla="*/ 1305950 w 1453587"/>
                  <a:gd name="connsiteY138" fmla="*/ 682942 h 1579244"/>
                  <a:gd name="connsiteX139" fmla="*/ 1287852 w 1453587"/>
                  <a:gd name="connsiteY139" fmla="*/ 694372 h 1579244"/>
                  <a:gd name="connsiteX140" fmla="*/ 1287852 w 1453587"/>
                  <a:gd name="connsiteY140" fmla="*/ 694372 h 1579244"/>
                  <a:gd name="connsiteX141" fmla="*/ 1279279 w 1453587"/>
                  <a:gd name="connsiteY141" fmla="*/ 692467 h 1579244"/>
                  <a:gd name="connsiteX142" fmla="*/ 1333572 w 1453587"/>
                  <a:gd name="connsiteY142" fmla="*/ 568642 h 1579244"/>
                  <a:gd name="connsiteX143" fmla="*/ 1322142 w 1453587"/>
                  <a:gd name="connsiteY143" fmla="*/ 542925 h 1579244"/>
                  <a:gd name="connsiteX144" fmla="*/ 1322142 w 1453587"/>
                  <a:gd name="connsiteY144" fmla="*/ 542925 h 1579244"/>
                  <a:gd name="connsiteX145" fmla="*/ 1347860 w 1453587"/>
                  <a:gd name="connsiteY145" fmla="*/ 530542 h 1579244"/>
                  <a:gd name="connsiteX146" fmla="*/ 1347860 w 1453587"/>
                  <a:gd name="connsiteY146" fmla="*/ 530542 h 1579244"/>
                  <a:gd name="connsiteX147" fmla="*/ 1360242 w 1453587"/>
                  <a:gd name="connsiteY147" fmla="*/ 556260 h 1579244"/>
                  <a:gd name="connsiteX148" fmla="*/ 1360242 w 1453587"/>
                  <a:gd name="connsiteY148" fmla="*/ 556260 h 1579244"/>
                  <a:gd name="connsiteX149" fmla="*/ 1341192 w 1453587"/>
                  <a:gd name="connsiteY149" fmla="*/ 569595 h 1579244"/>
                  <a:gd name="connsiteX150" fmla="*/ 1341192 w 1453587"/>
                  <a:gd name="connsiteY150" fmla="*/ 569595 h 1579244"/>
                  <a:gd name="connsiteX151" fmla="*/ 1333572 w 1453587"/>
                  <a:gd name="connsiteY151" fmla="*/ 568642 h 1579244"/>
                  <a:gd name="connsiteX152" fmla="*/ 1375483 w 1453587"/>
                  <a:gd name="connsiteY152" fmla="*/ 440055 h 1579244"/>
                  <a:gd name="connsiteX153" fmla="*/ 1361195 w 1453587"/>
                  <a:gd name="connsiteY153" fmla="*/ 415290 h 1579244"/>
                  <a:gd name="connsiteX154" fmla="*/ 1361195 w 1453587"/>
                  <a:gd name="connsiteY154" fmla="*/ 415290 h 1579244"/>
                  <a:gd name="connsiteX155" fmla="*/ 1385960 w 1453587"/>
                  <a:gd name="connsiteY155" fmla="*/ 401002 h 1579244"/>
                  <a:gd name="connsiteX156" fmla="*/ 1385960 w 1453587"/>
                  <a:gd name="connsiteY156" fmla="*/ 401002 h 1579244"/>
                  <a:gd name="connsiteX157" fmla="*/ 1400247 w 1453587"/>
                  <a:gd name="connsiteY157" fmla="*/ 425767 h 1579244"/>
                  <a:gd name="connsiteX158" fmla="*/ 1400247 w 1453587"/>
                  <a:gd name="connsiteY158" fmla="*/ 425767 h 1579244"/>
                  <a:gd name="connsiteX159" fmla="*/ 1380245 w 1453587"/>
                  <a:gd name="connsiteY159" fmla="*/ 441007 h 1579244"/>
                  <a:gd name="connsiteX160" fmla="*/ 1380245 w 1453587"/>
                  <a:gd name="connsiteY160" fmla="*/ 441007 h 1579244"/>
                  <a:gd name="connsiteX161" fmla="*/ 1375483 w 1453587"/>
                  <a:gd name="connsiteY161" fmla="*/ 440055 h 1579244"/>
                  <a:gd name="connsiteX162" fmla="*/ 1405962 w 1453587"/>
                  <a:gd name="connsiteY162" fmla="*/ 308610 h 1579244"/>
                  <a:gd name="connsiteX163" fmla="*/ 1389770 w 1453587"/>
                  <a:gd name="connsiteY163" fmla="*/ 284797 h 1579244"/>
                  <a:gd name="connsiteX164" fmla="*/ 1389770 w 1453587"/>
                  <a:gd name="connsiteY164" fmla="*/ 284797 h 1579244"/>
                  <a:gd name="connsiteX165" fmla="*/ 1412629 w 1453587"/>
                  <a:gd name="connsiteY165" fmla="*/ 268605 h 1579244"/>
                  <a:gd name="connsiteX166" fmla="*/ 1412629 w 1453587"/>
                  <a:gd name="connsiteY166" fmla="*/ 268605 h 1579244"/>
                  <a:gd name="connsiteX167" fmla="*/ 1428822 w 1453587"/>
                  <a:gd name="connsiteY167" fmla="*/ 292417 h 1579244"/>
                  <a:gd name="connsiteX168" fmla="*/ 1428822 w 1453587"/>
                  <a:gd name="connsiteY168" fmla="*/ 292417 h 1579244"/>
                  <a:gd name="connsiteX169" fmla="*/ 1428822 w 1453587"/>
                  <a:gd name="connsiteY169" fmla="*/ 292417 h 1579244"/>
                  <a:gd name="connsiteX170" fmla="*/ 1428822 w 1453587"/>
                  <a:gd name="connsiteY170" fmla="*/ 292417 h 1579244"/>
                  <a:gd name="connsiteX171" fmla="*/ 1408820 w 1453587"/>
                  <a:gd name="connsiteY171" fmla="*/ 309563 h 1579244"/>
                  <a:gd name="connsiteX172" fmla="*/ 1408820 w 1453587"/>
                  <a:gd name="connsiteY172" fmla="*/ 309563 h 1579244"/>
                  <a:gd name="connsiteX173" fmla="*/ 1405962 w 1453587"/>
                  <a:gd name="connsiteY173" fmla="*/ 308610 h 1579244"/>
                  <a:gd name="connsiteX174" fmla="*/ 1425964 w 1453587"/>
                  <a:gd name="connsiteY174" fmla="*/ 175260 h 1579244"/>
                  <a:gd name="connsiteX175" fmla="*/ 1406914 w 1453587"/>
                  <a:gd name="connsiteY175" fmla="*/ 153352 h 1579244"/>
                  <a:gd name="connsiteX176" fmla="*/ 1406914 w 1453587"/>
                  <a:gd name="connsiteY176" fmla="*/ 153352 h 1579244"/>
                  <a:gd name="connsiteX177" fmla="*/ 1428822 w 1453587"/>
                  <a:gd name="connsiteY177" fmla="*/ 135255 h 1579244"/>
                  <a:gd name="connsiteX178" fmla="*/ 1428822 w 1453587"/>
                  <a:gd name="connsiteY178" fmla="*/ 135255 h 1579244"/>
                  <a:gd name="connsiteX179" fmla="*/ 1447872 w 1453587"/>
                  <a:gd name="connsiteY179" fmla="*/ 157163 h 1579244"/>
                  <a:gd name="connsiteX180" fmla="*/ 1447872 w 1453587"/>
                  <a:gd name="connsiteY180" fmla="*/ 157163 h 1579244"/>
                  <a:gd name="connsiteX181" fmla="*/ 1447872 w 1453587"/>
                  <a:gd name="connsiteY181" fmla="*/ 157163 h 1579244"/>
                  <a:gd name="connsiteX182" fmla="*/ 1447872 w 1453587"/>
                  <a:gd name="connsiteY182" fmla="*/ 157163 h 1579244"/>
                  <a:gd name="connsiteX183" fmla="*/ 1427870 w 1453587"/>
                  <a:gd name="connsiteY183" fmla="*/ 176213 h 1579244"/>
                  <a:gd name="connsiteX184" fmla="*/ 1427870 w 1453587"/>
                  <a:gd name="connsiteY184" fmla="*/ 176213 h 1579244"/>
                  <a:gd name="connsiteX185" fmla="*/ 1425964 w 1453587"/>
                  <a:gd name="connsiteY185" fmla="*/ 175260 h 1579244"/>
                  <a:gd name="connsiteX186" fmla="*/ 1413583 w 1453587"/>
                  <a:gd name="connsiteY186" fmla="*/ 20002 h 1579244"/>
                  <a:gd name="connsiteX187" fmla="*/ 1433585 w 1453587"/>
                  <a:gd name="connsiteY187" fmla="*/ 0 h 1579244"/>
                  <a:gd name="connsiteX188" fmla="*/ 1433585 w 1453587"/>
                  <a:gd name="connsiteY188" fmla="*/ 0 h 1579244"/>
                  <a:gd name="connsiteX189" fmla="*/ 1453587 w 1453587"/>
                  <a:gd name="connsiteY189" fmla="*/ 20002 h 1579244"/>
                  <a:gd name="connsiteX190" fmla="*/ 1453587 w 1453587"/>
                  <a:gd name="connsiteY190" fmla="*/ 20002 h 1579244"/>
                  <a:gd name="connsiteX191" fmla="*/ 1433585 w 1453587"/>
                  <a:gd name="connsiteY191" fmla="*/ 40005 h 1579244"/>
                  <a:gd name="connsiteX192" fmla="*/ 1433585 w 1453587"/>
                  <a:gd name="connsiteY192" fmla="*/ 40005 h 1579244"/>
                  <a:gd name="connsiteX193" fmla="*/ 1413583 w 1453587"/>
                  <a:gd name="connsiteY193" fmla="*/ 20002 h 157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1453587" h="1579244">
                    <a:moveTo>
                      <a:pt x="72" y="1561147"/>
                    </a:moveTo>
                    <a:cubicBezTo>
                      <a:pt x="-880" y="1549717"/>
                      <a:pt x="7692" y="1540192"/>
                      <a:pt x="18170" y="1539240"/>
                    </a:cubicBezTo>
                    <a:lnTo>
                      <a:pt x="18170" y="1539240"/>
                    </a:lnTo>
                    <a:cubicBezTo>
                      <a:pt x="29600" y="1538288"/>
                      <a:pt x="39125" y="1546860"/>
                      <a:pt x="40077" y="1557338"/>
                    </a:cubicBezTo>
                    <a:lnTo>
                      <a:pt x="40077" y="1557338"/>
                    </a:lnTo>
                    <a:cubicBezTo>
                      <a:pt x="41029" y="1568767"/>
                      <a:pt x="32458" y="1578292"/>
                      <a:pt x="21979" y="1579245"/>
                    </a:cubicBezTo>
                    <a:lnTo>
                      <a:pt x="21979" y="1579245"/>
                    </a:lnTo>
                    <a:cubicBezTo>
                      <a:pt x="21027" y="1579245"/>
                      <a:pt x="21027" y="1579245"/>
                      <a:pt x="20075" y="1579245"/>
                    </a:cubicBezTo>
                    <a:lnTo>
                      <a:pt x="20075" y="1579245"/>
                    </a:lnTo>
                    <a:cubicBezTo>
                      <a:pt x="9597" y="1579245"/>
                      <a:pt x="1025" y="1571625"/>
                      <a:pt x="72" y="1561147"/>
                    </a:cubicBezTo>
                    <a:close/>
                    <a:moveTo>
                      <a:pt x="133422" y="1544955"/>
                    </a:moveTo>
                    <a:cubicBezTo>
                      <a:pt x="131517" y="1533525"/>
                      <a:pt x="139137" y="1523047"/>
                      <a:pt x="149614" y="1521142"/>
                    </a:cubicBezTo>
                    <a:lnTo>
                      <a:pt x="149614" y="1521142"/>
                    </a:lnTo>
                    <a:cubicBezTo>
                      <a:pt x="161045" y="1519238"/>
                      <a:pt x="171522" y="1526857"/>
                      <a:pt x="173427" y="1537335"/>
                    </a:cubicBezTo>
                    <a:lnTo>
                      <a:pt x="173427" y="1537335"/>
                    </a:lnTo>
                    <a:cubicBezTo>
                      <a:pt x="175333" y="1548765"/>
                      <a:pt x="167712" y="1559242"/>
                      <a:pt x="157235" y="1561147"/>
                    </a:cubicBezTo>
                    <a:lnTo>
                      <a:pt x="157235" y="1561147"/>
                    </a:lnTo>
                    <a:cubicBezTo>
                      <a:pt x="156283" y="1561147"/>
                      <a:pt x="154377" y="1561147"/>
                      <a:pt x="153425" y="1561147"/>
                    </a:cubicBezTo>
                    <a:lnTo>
                      <a:pt x="153425" y="1561147"/>
                    </a:lnTo>
                    <a:cubicBezTo>
                      <a:pt x="143900" y="1562100"/>
                      <a:pt x="135327" y="1555432"/>
                      <a:pt x="133422" y="1544955"/>
                    </a:cubicBezTo>
                    <a:close/>
                    <a:moveTo>
                      <a:pt x="265820" y="1518285"/>
                    </a:moveTo>
                    <a:cubicBezTo>
                      <a:pt x="262962" y="1507807"/>
                      <a:pt x="269629" y="1496377"/>
                      <a:pt x="280108" y="1493520"/>
                    </a:cubicBezTo>
                    <a:lnTo>
                      <a:pt x="280108" y="1493520"/>
                    </a:lnTo>
                    <a:cubicBezTo>
                      <a:pt x="290585" y="1490663"/>
                      <a:pt x="302014" y="1497330"/>
                      <a:pt x="304872" y="1507807"/>
                    </a:cubicBezTo>
                    <a:lnTo>
                      <a:pt x="304872" y="1507807"/>
                    </a:lnTo>
                    <a:cubicBezTo>
                      <a:pt x="307729" y="1518285"/>
                      <a:pt x="301062" y="1529715"/>
                      <a:pt x="290585" y="1532572"/>
                    </a:cubicBezTo>
                    <a:lnTo>
                      <a:pt x="290585" y="1532572"/>
                    </a:lnTo>
                    <a:cubicBezTo>
                      <a:pt x="288679" y="1532572"/>
                      <a:pt x="286775" y="1533525"/>
                      <a:pt x="285822" y="1533525"/>
                    </a:cubicBezTo>
                    <a:lnTo>
                      <a:pt x="285822" y="1533525"/>
                    </a:lnTo>
                    <a:cubicBezTo>
                      <a:pt x="276297" y="1533525"/>
                      <a:pt x="268677" y="1526857"/>
                      <a:pt x="265820" y="1518285"/>
                    </a:cubicBezTo>
                    <a:close/>
                    <a:moveTo>
                      <a:pt x="395360" y="1480185"/>
                    </a:moveTo>
                    <a:cubicBezTo>
                      <a:pt x="391550" y="1469707"/>
                      <a:pt x="397264" y="1458277"/>
                      <a:pt x="406789" y="1454467"/>
                    </a:cubicBezTo>
                    <a:lnTo>
                      <a:pt x="406789" y="1454467"/>
                    </a:lnTo>
                    <a:cubicBezTo>
                      <a:pt x="417267" y="1450657"/>
                      <a:pt x="428697" y="1456372"/>
                      <a:pt x="432508" y="1466850"/>
                    </a:cubicBezTo>
                    <a:lnTo>
                      <a:pt x="432508" y="1466850"/>
                    </a:lnTo>
                    <a:cubicBezTo>
                      <a:pt x="436317" y="1477327"/>
                      <a:pt x="431554" y="1488757"/>
                      <a:pt x="421077" y="1493520"/>
                    </a:cubicBezTo>
                    <a:lnTo>
                      <a:pt x="421077" y="1493520"/>
                    </a:lnTo>
                    <a:cubicBezTo>
                      <a:pt x="418220" y="1494472"/>
                      <a:pt x="416314" y="1494472"/>
                      <a:pt x="414410" y="1494472"/>
                    </a:cubicBezTo>
                    <a:lnTo>
                      <a:pt x="414410" y="1494472"/>
                    </a:lnTo>
                    <a:cubicBezTo>
                      <a:pt x="405837" y="1492567"/>
                      <a:pt x="398217" y="1487805"/>
                      <a:pt x="395360" y="1480185"/>
                    </a:cubicBezTo>
                    <a:close/>
                    <a:moveTo>
                      <a:pt x="521089" y="1429702"/>
                    </a:moveTo>
                    <a:cubicBezTo>
                      <a:pt x="516327" y="1420177"/>
                      <a:pt x="521089" y="1407795"/>
                      <a:pt x="530614" y="1403032"/>
                    </a:cubicBezTo>
                    <a:lnTo>
                      <a:pt x="530614" y="1403032"/>
                    </a:lnTo>
                    <a:cubicBezTo>
                      <a:pt x="541092" y="1398270"/>
                      <a:pt x="553475" y="1403032"/>
                      <a:pt x="557285" y="1412557"/>
                    </a:cubicBezTo>
                    <a:lnTo>
                      <a:pt x="557285" y="1412557"/>
                    </a:lnTo>
                    <a:cubicBezTo>
                      <a:pt x="562047" y="1423035"/>
                      <a:pt x="557285" y="1434465"/>
                      <a:pt x="547760" y="1439227"/>
                    </a:cubicBezTo>
                    <a:lnTo>
                      <a:pt x="547760" y="1439227"/>
                    </a:lnTo>
                    <a:cubicBezTo>
                      <a:pt x="544902" y="1440180"/>
                      <a:pt x="542045" y="1441132"/>
                      <a:pt x="539187" y="1441132"/>
                    </a:cubicBezTo>
                    <a:lnTo>
                      <a:pt x="539187" y="1441132"/>
                    </a:lnTo>
                    <a:cubicBezTo>
                      <a:pt x="531567" y="1442085"/>
                      <a:pt x="523947" y="1437322"/>
                      <a:pt x="521089" y="1429702"/>
                    </a:cubicBezTo>
                    <a:close/>
                    <a:moveTo>
                      <a:pt x="641104" y="1369695"/>
                    </a:moveTo>
                    <a:cubicBezTo>
                      <a:pt x="635389" y="1360170"/>
                      <a:pt x="639200" y="1347788"/>
                      <a:pt x="648725" y="1342072"/>
                    </a:cubicBezTo>
                    <a:lnTo>
                      <a:pt x="648725" y="1342072"/>
                    </a:lnTo>
                    <a:cubicBezTo>
                      <a:pt x="658250" y="1336357"/>
                      <a:pt x="670633" y="1339215"/>
                      <a:pt x="676347" y="1349692"/>
                    </a:cubicBezTo>
                    <a:lnTo>
                      <a:pt x="676347" y="1349692"/>
                    </a:lnTo>
                    <a:cubicBezTo>
                      <a:pt x="682062" y="1359217"/>
                      <a:pt x="678252" y="1371600"/>
                      <a:pt x="668727" y="1377315"/>
                    </a:cubicBezTo>
                    <a:lnTo>
                      <a:pt x="668727" y="1377315"/>
                    </a:lnTo>
                    <a:cubicBezTo>
                      <a:pt x="668727" y="1377315"/>
                      <a:pt x="668727" y="1377315"/>
                      <a:pt x="668727" y="1377315"/>
                    </a:cubicBezTo>
                    <a:lnTo>
                      <a:pt x="668727" y="1377315"/>
                    </a:lnTo>
                    <a:cubicBezTo>
                      <a:pt x="665870" y="1379220"/>
                      <a:pt x="662060" y="1380172"/>
                      <a:pt x="659202" y="1380172"/>
                    </a:cubicBezTo>
                    <a:lnTo>
                      <a:pt x="659202" y="1380172"/>
                    </a:lnTo>
                    <a:cubicBezTo>
                      <a:pt x="651583" y="1379220"/>
                      <a:pt x="644914" y="1375410"/>
                      <a:pt x="641104" y="1369695"/>
                    </a:cubicBezTo>
                    <a:close/>
                    <a:moveTo>
                      <a:pt x="756358" y="1298257"/>
                    </a:moveTo>
                    <a:cubicBezTo>
                      <a:pt x="749689" y="1288732"/>
                      <a:pt x="752547" y="1276350"/>
                      <a:pt x="761120" y="1270635"/>
                    </a:cubicBezTo>
                    <a:lnTo>
                      <a:pt x="761120" y="1270635"/>
                    </a:lnTo>
                    <a:cubicBezTo>
                      <a:pt x="770645" y="1263967"/>
                      <a:pt x="783027" y="1265872"/>
                      <a:pt x="788742" y="1275397"/>
                    </a:cubicBezTo>
                    <a:lnTo>
                      <a:pt x="788742" y="1275397"/>
                    </a:lnTo>
                    <a:cubicBezTo>
                      <a:pt x="795410" y="1284922"/>
                      <a:pt x="792552" y="1297305"/>
                      <a:pt x="783979" y="1303972"/>
                    </a:cubicBezTo>
                    <a:lnTo>
                      <a:pt x="783979" y="1303972"/>
                    </a:lnTo>
                    <a:cubicBezTo>
                      <a:pt x="780170" y="1306830"/>
                      <a:pt x="776360" y="1307782"/>
                      <a:pt x="772550" y="1307782"/>
                    </a:cubicBezTo>
                    <a:lnTo>
                      <a:pt x="772550" y="1307782"/>
                    </a:lnTo>
                    <a:cubicBezTo>
                      <a:pt x="765883" y="1306830"/>
                      <a:pt x="760167" y="1303972"/>
                      <a:pt x="756358" y="1298257"/>
                    </a:cubicBezTo>
                    <a:close/>
                    <a:moveTo>
                      <a:pt x="863989" y="1217295"/>
                    </a:moveTo>
                    <a:cubicBezTo>
                      <a:pt x="856370" y="1208722"/>
                      <a:pt x="857322" y="1196340"/>
                      <a:pt x="866847" y="1188720"/>
                    </a:cubicBezTo>
                    <a:lnTo>
                      <a:pt x="866847" y="1188720"/>
                    </a:lnTo>
                    <a:cubicBezTo>
                      <a:pt x="875420" y="1181100"/>
                      <a:pt x="887802" y="1182052"/>
                      <a:pt x="895422" y="1191577"/>
                    </a:cubicBezTo>
                    <a:lnTo>
                      <a:pt x="895422" y="1191577"/>
                    </a:lnTo>
                    <a:cubicBezTo>
                      <a:pt x="903042" y="1200150"/>
                      <a:pt x="901137" y="1212532"/>
                      <a:pt x="892564" y="1220152"/>
                    </a:cubicBezTo>
                    <a:lnTo>
                      <a:pt x="892564" y="1220152"/>
                    </a:lnTo>
                    <a:cubicBezTo>
                      <a:pt x="888754" y="1223010"/>
                      <a:pt x="883992" y="1224915"/>
                      <a:pt x="879229" y="1224915"/>
                    </a:cubicBezTo>
                    <a:lnTo>
                      <a:pt x="879229" y="1224915"/>
                    </a:lnTo>
                    <a:cubicBezTo>
                      <a:pt x="874467" y="1224915"/>
                      <a:pt x="868752" y="1222057"/>
                      <a:pt x="863989" y="1217295"/>
                    </a:cubicBezTo>
                    <a:close/>
                    <a:moveTo>
                      <a:pt x="964954" y="1127760"/>
                    </a:moveTo>
                    <a:cubicBezTo>
                      <a:pt x="957335" y="1120140"/>
                      <a:pt x="957335" y="1106805"/>
                      <a:pt x="964954" y="1099185"/>
                    </a:cubicBezTo>
                    <a:lnTo>
                      <a:pt x="964954" y="1099185"/>
                    </a:lnTo>
                    <a:cubicBezTo>
                      <a:pt x="973527" y="1091565"/>
                      <a:pt x="985910" y="1091565"/>
                      <a:pt x="993529" y="1099185"/>
                    </a:cubicBezTo>
                    <a:lnTo>
                      <a:pt x="993529" y="1099185"/>
                    </a:lnTo>
                    <a:cubicBezTo>
                      <a:pt x="1001150" y="1107757"/>
                      <a:pt x="1001150" y="1120140"/>
                      <a:pt x="993529" y="1127760"/>
                    </a:cubicBezTo>
                    <a:lnTo>
                      <a:pt x="993529" y="1127760"/>
                    </a:lnTo>
                    <a:lnTo>
                      <a:pt x="993529" y="1127760"/>
                    </a:lnTo>
                    <a:lnTo>
                      <a:pt x="993529" y="1127760"/>
                    </a:lnTo>
                    <a:cubicBezTo>
                      <a:pt x="989720" y="1131570"/>
                      <a:pt x="984958" y="1133475"/>
                      <a:pt x="979242" y="1133475"/>
                    </a:cubicBezTo>
                    <a:lnTo>
                      <a:pt x="979242" y="1133475"/>
                    </a:lnTo>
                    <a:cubicBezTo>
                      <a:pt x="974479" y="1133475"/>
                      <a:pt x="968764" y="1131570"/>
                      <a:pt x="964954" y="1127760"/>
                    </a:cubicBezTo>
                    <a:close/>
                    <a:moveTo>
                      <a:pt x="1057347" y="1029652"/>
                    </a:moveTo>
                    <a:cubicBezTo>
                      <a:pt x="1048775" y="1022032"/>
                      <a:pt x="1047822" y="1009650"/>
                      <a:pt x="1054489" y="1001077"/>
                    </a:cubicBezTo>
                    <a:lnTo>
                      <a:pt x="1054489" y="1001077"/>
                    </a:lnTo>
                    <a:cubicBezTo>
                      <a:pt x="1062110" y="992505"/>
                      <a:pt x="1074492" y="991552"/>
                      <a:pt x="1083064" y="998220"/>
                    </a:cubicBezTo>
                    <a:lnTo>
                      <a:pt x="1083064" y="998220"/>
                    </a:lnTo>
                    <a:cubicBezTo>
                      <a:pt x="1091637" y="1005840"/>
                      <a:pt x="1092589" y="1018222"/>
                      <a:pt x="1085922" y="1026795"/>
                    </a:cubicBezTo>
                    <a:lnTo>
                      <a:pt x="1085922" y="1026795"/>
                    </a:lnTo>
                    <a:lnTo>
                      <a:pt x="1085922" y="1026795"/>
                    </a:lnTo>
                    <a:lnTo>
                      <a:pt x="1085922" y="1026795"/>
                    </a:lnTo>
                    <a:cubicBezTo>
                      <a:pt x="1082112" y="1031557"/>
                      <a:pt x="1076397" y="1033463"/>
                      <a:pt x="1070683" y="1033463"/>
                    </a:cubicBezTo>
                    <a:lnTo>
                      <a:pt x="1070683" y="1033463"/>
                    </a:lnTo>
                    <a:cubicBezTo>
                      <a:pt x="1065920" y="1034415"/>
                      <a:pt x="1061158" y="1033463"/>
                      <a:pt x="1057347" y="1029652"/>
                    </a:cubicBezTo>
                    <a:close/>
                    <a:moveTo>
                      <a:pt x="1141167" y="923925"/>
                    </a:moveTo>
                    <a:cubicBezTo>
                      <a:pt x="1131642" y="917257"/>
                      <a:pt x="1129737" y="904875"/>
                      <a:pt x="1136404" y="895350"/>
                    </a:cubicBezTo>
                    <a:lnTo>
                      <a:pt x="1136404" y="895350"/>
                    </a:lnTo>
                    <a:cubicBezTo>
                      <a:pt x="1143072" y="885825"/>
                      <a:pt x="1155454" y="883920"/>
                      <a:pt x="1164027" y="890588"/>
                    </a:cubicBezTo>
                    <a:lnTo>
                      <a:pt x="1164027" y="890588"/>
                    </a:lnTo>
                    <a:cubicBezTo>
                      <a:pt x="1173552" y="897255"/>
                      <a:pt x="1175458" y="909638"/>
                      <a:pt x="1168789" y="918210"/>
                    </a:cubicBezTo>
                    <a:lnTo>
                      <a:pt x="1168789" y="918210"/>
                    </a:lnTo>
                    <a:lnTo>
                      <a:pt x="1168789" y="918210"/>
                    </a:lnTo>
                    <a:lnTo>
                      <a:pt x="1168789" y="918210"/>
                    </a:lnTo>
                    <a:cubicBezTo>
                      <a:pt x="1164979" y="923925"/>
                      <a:pt x="1158312" y="926782"/>
                      <a:pt x="1151645" y="926782"/>
                    </a:cubicBezTo>
                    <a:lnTo>
                      <a:pt x="1151645" y="926782"/>
                    </a:lnTo>
                    <a:cubicBezTo>
                      <a:pt x="1148787" y="927735"/>
                      <a:pt x="1144977" y="926782"/>
                      <a:pt x="1141167" y="923925"/>
                    </a:cubicBezTo>
                    <a:close/>
                    <a:moveTo>
                      <a:pt x="1215462" y="810577"/>
                    </a:moveTo>
                    <a:cubicBezTo>
                      <a:pt x="1205937" y="804863"/>
                      <a:pt x="1202127" y="792480"/>
                      <a:pt x="1207842" y="782955"/>
                    </a:cubicBezTo>
                    <a:lnTo>
                      <a:pt x="1207842" y="782955"/>
                    </a:lnTo>
                    <a:cubicBezTo>
                      <a:pt x="1213558" y="773430"/>
                      <a:pt x="1225939" y="769620"/>
                      <a:pt x="1235464" y="775335"/>
                    </a:cubicBezTo>
                    <a:lnTo>
                      <a:pt x="1235464" y="775335"/>
                    </a:lnTo>
                    <a:cubicBezTo>
                      <a:pt x="1244989" y="781050"/>
                      <a:pt x="1248800" y="793432"/>
                      <a:pt x="1243085" y="802957"/>
                    </a:cubicBezTo>
                    <a:lnTo>
                      <a:pt x="1243085" y="802957"/>
                    </a:lnTo>
                    <a:lnTo>
                      <a:pt x="1243085" y="802957"/>
                    </a:lnTo>
                    <a:lnTo>
                      <a:pt x="1243085" y="802957"/>
                    </a:lnTo>
                    <a:cubicBezTo>
                      <a:pt x="1239275" y="809625"/>
                      <a:pt x="1232608" y="812482"/>
                      <a:pt x="1225939" y="812482"/>
                    </a:cubicBezTo>
                    <a:lnTo>
                      <a:pt x="1225939" y="812482"/>
                    </a:lnTo>
                    <a:cubicBezTo>
                      <a:pt x="1222129" y="813435"/>
                      <a:pt x="1219272" y="812482"/>
                      <a:pt x="1215462" y="810577"/>
                    </a:cubicBezTo>
                    <a:close/>
                    <a:moveTo>
                      <a:pt x="1279279" y="692467"/>
                    </a:moveTo>
                    <a:cubicBezTo>
                      <a:pt x="1269754" y="687705"/>
                      <a:pt x="1264992" y="675322"/>
                      <a:pt x="1269754" y="665797"/>
                    </a:cubicBezTo>
                    <a:lnTo>
                      <a:pt x="1269754" y="665797"/>
                    </a:lnTo>
                    <a:cubicBezTo>
                      <a:pt x="1274517" y="655320"/>
                      <a:pt x="1286900" y="651510"/>
                      <a:pt x="1296425" y="656272"/>
                    </a:cubicBezTo>
                    <a:lnTo>
                      <a:pt x="1296425" y="656272"/>
                    </a:lnTo>
                    <a:cubicBezTo>
                      <a:pt x="1306902" y="661035"/>
                      <a:pt x="1310712" y="673417"/>
                      <a:pt x="1305950" y="682942"/>
                    </a:cubicBezTo>
                    <a:lnTo>
                      <a:pt x="1305950" y="682942"/>
                    </a:lnTo>
                    <a:lnTo>
                      <a:pt x="1305950" y="682942"/>
                    </a:lnTo>
                    <a:lnTo>
                      <a:pt x="1305950" y="682942"/>
                    </a:lnTo>
                    <a:cubicBezTo>
                      <a:pt x="1302139" y="690563"/>
                      <a:pt x="1295472" y="694372"/>
                      <a:pt x="1287852" y="694372"/>
                    </a:cubicBezTo>
                    <a:lnTo>
                      <a:pt x="1287852" y="694372"/>
                    </a:lnTo>
                    <a:cubicBezTo>
                      <a:pt x="1284995" y="694372"/>
                      <a:pt x="1283089" y="693420"/>
                      <a:pt x="1279279" y="692467"/>
                    </a:cubicBezTo>
                    <a:close/>
                    <a:moveTo>
                      <a:pt x="1333572" y="568642"/>
                    </a:moveTo>
                    <a:cubicBezTo>
                      <a:pt x="1323095" y="564832"/>
                      <a:pt x="1317379" y="553402"/>
                      <a:pt x="1322142" y="542925"/>
                    </a:cubicBezTo>
                    <a:lnTo>
                      <a:pt x="1322142" y="542925"/>
                    </a:lnTo>
                    <a:cubicBezTo>
                      <a:pt x="1325952" y="532447"/>
                      <a:pt x="1337383" y="526732"/>
                      <a:pt x="1347860" y="530542"/>
                    </a:cubicBezTo>
                    <a:lnTo>
                      <a:pt x="1347860" y="530542"/>
                    </a:lnTo>
                    <a:cubicBezTo>
                      <a:pt x="1358337" y="534352"/>
                      <a:pt x="1364052" y="545782"/>
                      <a:pt x="1360242" y="556260"/>
                    </a:cubicBezTo>
                    <a:lnTo>
                      <a:pt x="1360242" y="556260"/>
                    </a:lnTo>
                    <a:cubicBezTo>
                      <a:pt x="1357385" y="564832"/>
                      <a:pt x="1348812" y="569595"/>
                      <a:pt x="1341192" y="569595"/>
                    </a:cubicBezTo>
                    <a:lnTo>
                      <a:pt x="1341192" y="569595"/>
                    </a:lnTo>
                    <a:cubicBezTo>
                      <a:pt x="1337383" y="569595"/>
                      <a:pt x="1335477" y="568642"/>
                      <a:pt x="1333572" y="568642"/>
                    </a:cubicBezTo>
                    <a:close/>
                    <a:moveTo>
                      <a:pt x="1375483" y="440055"/>
                    </a:moveTo>
                    <a:cubicBezTo>
                      <a:pt x="1365004" y="437197"/>
                      <a:pt x="1358337" y="426720"/>
                      <a:pt x="1361195" y="415290"/>
                    </a:cubicBezTo>
                    <a:lnTo>
                      <a:pt x="1361195" y="415290"/>
                    </a:lnTo>
                    <a:cubicBezTo>
                      <a:pt x="1364052" y="404813"/>
                      <a:pt x="1375483" y="398145"/>
                      <a:pt x="1385960" y="401002"/>
                    </a:cubicBezTo>
                    <a:lnTo>
                      <a:pt x="1385960" y="401002"/>
                    </a:lnTo>
                    <a:cubicBezTo>
                      <a:pt x="1396437" y="403860"/>
                      <a:pt x="1403104" y="415290"/>
                      <a:pt x="1400247" y="425767"/>
                    </a:cubicBezTo>
                    <a:lnTo>
                      <a:pt x="1400247" y="425767"/>
                    </a:lnTo>
                    <a:cubicBezTo>
                      <a:pt x="1397389" y="435292"/>
                      <a:pt x="1389770" y="441007"/>
                      <a:pt x="1380245" y="441007"/>
                    </a:cubicBezTo>
                    <a:lnTo>
                      <a:pt x="1380245" y="441007"/>
                    </a:lnTo>
                    <a:cubicBezTo>
                      <a:pt x="1379292" y="441007"/>
                      <a:pt x="1377387" y="440055"/>
                      <a:pt x="1375483" y="440055"/>
                    </a:cubicBezTo>
                    <a:close/>
                    <a:moveTo>
                      <a:pt x="1405962" y="308610"/>
                    </a:moveTo>
                    <a:cubicBezTo>
                      <a:pt x="1394533" y="306705"/>
                      <a:pt x="1387864" y="296227"/>
                      <a:pt x="1389770" y="284797"/>
                    </a:cubicBezTo>
                    <a:lnTo>
                      <a:pt x="1389770" y="284797"/>
                    </a:lnTo>
                    <a:cubicBezTo>
                      <a:pt x="1391675" y="273367"/>
                      <a:pt x="1402152" y="266700"/>
                      <a:pt x="1412629" y="268605"/>
                    </a:cubicBezTo>
                    <a:lnTo>
                      <a:pt x="1412629" y="268605"/>
                    </a:lnTo>
                    <a:cubicBezTo>
                      <a:pt x="1424060" y="270510"/>
                      <a:pt x="1430727" y="280988"/>
                      <a:pt x="1428822" y="292417"/>
                    </a:cubicBezTo>
                    <a:lnTo>
                      <a:pt x="1428822" y="292417"/>
                    </a:lnTo>
                    <a:lnTo>
                      <a:pt x="1428822" y="292417"/>
                    </a:lnTo>
                    <a:lnTo>
                      <a:pt x="1428822" y="292417"/>
                    </a:lnTo>
                    <a:cubicBezTo>
                      <a:pt x="1426917" y="301942"/>
                      <a:pt x="1418345" y="309563"/>
                      <a:pt x="1408820" y="309563"/>
                    </a:cubicBezTo>
                    <a:lnTo>
                      <a:pt x="1408820" y="309563"/>
                    </a:lnTo>
                    <a:cubicBezTo>
                      <a:pt x="1408820" y="308610"/>
                      <a:pt x="1407867" y="308610"/>
                      <a:pt x="1405962" y="308610"/>
                    </a:cubicBezTo>
                    <a:close/>
                    <a:moveTo>
                      <a:pt x="1425964" y="175260"/>
                    </a:moveTo>
                    <a:cubicBezTo>
                      <a:pt x="1414535" y="174307"/>
                      <a:pt x="1406914" y="164782"/>
                      <a:pt x="1406914" y="153352"/>
                    </a:cubicBezTo>
                    <a:lnTo>
                      <a:pt x="1406914" y="153352"/>
                    </a:lnTo>
                    <a:cubicBezTo>
                      <a:pt x="1407867" y="141922"/>
                      <a:pt x="1417392" y="134302"/>
                      <a:pt x="1428822" y="135255"/>
                    </a:cubicBezTo>
                    <a:lnTo>
                      <a:pt x="1428822" y="135255"/>
                    </a:lnTo>
                    <a:cubicBezTo>
                      <a:pt x="1440252" y="136207"/>
                      <a:pt x="1447872" y="145732"/>
                      <a:pt x="1447872" y="157163"/>
                    </a:cubicBezTo>
                    <a:lnTo>
                      <a:pt x="1447872" y="157163"/>
                    </a:lnTo>
                    <a:lnTo>
                      <a:pt x="1447872" y="157163"/>
                    </a:lnTo>
                    <a:lnTo>
                      <a:pt x="1447872" y="157163"/>
                    </a:lnTo>
                    <a:cubicBezTo>
                      <a:pt x="1446920" y="167640"/>
                      <a:pt x="1438347" y="176213"/>
                      <a:pt x="1427870" y="176213"/>
                    </a:cubicBezTo>
                    <a:lnTo>
                      <a:pt x="1427870" y="176213"/>
                    </a:lnTo>
                    <a:cubicBezTo>
                      <a:pt x="1426917" y="175260"/>
                      <a:pt x="1425964" y="175260"/>
                      <a:pt x="1425964" y="175260"/>
                    </a:cubicBezTo>
                    <a:close/>
                    <a:moveTo>
                      <a:pt x="1413583" y="20002"/>
                    </a:moveTo>
                    <a:cubicBezTo>
                      <a:pt x="1413583" y="8572"/>
                      <a:pt x="1422154" y="0"/>
                      <a:pt x="1433585" y="0"/>
                    </a:cubicBezTo>
                    <a:lnTo>
                      <a:pt x="1433585" y="0"/>
                    </a:lnTo>
                    <a:cubicBezTo>
                      <a:pt x="1445014" y="0"/>
                      <a:pt x="1453587" y="8572"/>
                      <a:pt x="1453587" y="20002"/>
                    </a:cubicBezTo>
                    <a:lnTo>
                      <a:pt x="1453587" y="20002"/>
                    </a:lnTo>
                    <a:cubicBezTo>
                      <a:pt x="1453587" y="31432"/>
                      <a:pt x="1445014" y="40005"/>
                      <a:pt x="1433585" y="40005"/>
                    </a:cubicBezTo>
                    <a:lnTo>
                      <a:pt x="1433585" y="40005"/>
                    </a:lnTo>
                    <a:cubicBezTo>
                      <a:pt x="1422154" y="40005"/>
                      <a:pt x="1413583" y="31432"/>
                      <a:pt x="1413583" y="20002"/>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16" name="Freeform 484">
                <a:extLst>
                  <a:ext uri="{FF2B5EF4-FFF2-40B4-BE49-F238E27FC236}">
                    <a16:creationId xmlns:a16="http://schemas.microsoft.com/office/drawing/2014/main" id="{FBBB8D87-51B5-7248-8AC8-7177A2DCC905}"/>
                  </a:ext>
                </a:extLst>
              </p:cNvPr>
              <p:cNvSpPr/>
              <p:nvPr/>
            </p:nvSpPr>
            <p:spPr>
              <a:xfrm>
                <a:off x="15127291" y="5451085"/>
                <a:ext cx="1453587" cy="1579317"/>
              </a:xfrm>
              <a:custGeom>
                <a:avLst/>
                <a:gdLst>
                  <a:gd name="connsiteX0" fmla="*/ 0 w 1453587"/>
                  <a:gd name="connsiteY0" fmla="*/ 1559315 h 1579317"/>
                  <a:gd name="connsiteX1" fmla="*/ 20002 w 1453587"/>
                  <a:gd name="connsiteY1" fmla="*/ 1539313 h 1579317"/>
                  <a:gd name="connsiteX2" fmla="*/ 20002 w 1453587"/>
                  <a:gd name="connsiteY2" fmla="*/ 1539313 h 1579317"/>
                  <a:gd name="connsiteX3" fmla="*/ 40005 w 1453587"/>
                  <a:gd name="connsiteY3" fmla="*/ 1559315 h 1579317"/>
                  <a:gd name="connsiteX4" fmla="*/ 40005 w 1453587"/>
                  <a:gd name="connsiteY4" fmla="*/ 1559315 h 1579317"/>
                  <a:gd name="connsiteX5" fmla="*/ 20002 w 1453587"/>
                  <a:gd name="connsiteY5" fmla="*/ 1579317 h 1579317"/>
                  <a:gd name="connsiteX6" fmla="*/ 20002 w 1453587"/>
                  <a:gd name="connsiteY6" fmla="*/ 1579317 h 1579317"/>
                  <a:gd name="connsiteX7" fmla="*/ 0 w 1453587"/>
                  <a:gd name="connsiteY7" fmla="*/ 1559315 h 1579317"/>
                  <a:gd name="connsiteX8" fmla="*/ 24765 w 1453587"/>
                  <a:gd name="connsiteY8" fmla="*/ 1445015 h 1579317"/>
                  <a:gd name="connsiteX9" fmla="*/ 6667 w 1453587"/>
                  <a:gd name="connsiteY9" fmla="*/ 1423108 h 1579317"/>
                  <a:gd name="connsiteX10" fmla="*/ 6667 w 1453587"/>
                  <a:gd name="connsiteY10" fmla="*/ 1423108 h 1579317"/>
                  <a:gd name="connsiteX11" fmla="*/ 6667 w 1453587"/>
                  <a:gd name="connsiteY11" fmla="*/ 1423108 h 1579317"/>
                  <a:gd name="connsiteX12" fmla="*/ 6667 w 1453587"/>
                  <a:gd name="connsiteY12" fmla="*/ 1423108 h 1579317"/>
                  <a:gd name="connsiteX13" fmla="*/ 28575 w 1453587"/>
                  <a:gd name="connsiteY13" fmla="*/ 1405010 h 1579317"/>
                  <a:gd name="connsiteX14" fmla="*/ 28575 w 1453587"/>
                  <a:gd name="connsiteY14" fmla="*/ 1405010 h 1579317"/>
                  <a:gd name="connsiteX15" fmla="*/ 47625 w 1453587"/>
                  <a:gd name="connsiteY15" fmla="*/ 1426917 h 1579317"/>
                  <a:gd name="connsiteX16" fmla="*/ 47625 w 1453587"/>
                  <a:gd name="connsiteY16" fmla="*/ 1426917 h 1579317"/>
                  <a:gd name="connsiteX17" fmla="*/ 27623 w 1453587"/>
                  <a:gd name="connsiteY17" fmla="*/ 1445015 h 1579317"/>
                  <a:gd name="connsiteX18" fmla="*/ 27623 w 1453587"/>
                  <a:gd name="connsiteY18" fmla="*/ 1445015 h 1579317"/>
                  <a:gd name="connsiteX19" fmla="*/ 24765 w 1453587"/>
                  <a:gd name="connsiteY19" fmla="*/ 1445015 h 1579317"/>
                  <a:gd name="connsiteX20" fmla="*/ 40005 w 1453587"/>
                  <a:gd name="connsiteY20" fmla="*/ 1310713 h 1579317"/>
                  <a:gd name="connsiteX21" fmla="*/ 23813 w 1453587"/>
                  <a:gd name="connsiteY21" fmla="*/ 1286900 h 1579317"/>
                  <a:gd name="connsiteX22" fmla="*/ 23813 w 1453587"/>
                  <a:gd name="connsiteY22" fmla="*/ 1286900 h 1579317"/>
                  <a:gd name="connsiteX23" fmla="*/ 23813 w 1453587"/>
                  <a:gd name="connsiteY23" fmla="*/ 1286900 h 1579317"/>
                  <a:gd name="connsiteX24" fmla="*/ 23813 w 1453587"/>
                  <a:gd name="connsiteY24" fmla="*/ 1286900 h 1579317"/>
                  <a:gd name="connsiteX25" fmla="*/ 46673 w 1453587"/>
                  <a:gd name="connsiteY25" fmla="*/ 1270708 h 1579317"/>
                  <a:gd name="connsiteX26" fmla="*/ 46673 w 1453587"/>
                  <a:gd name="connsiteY26" fmla="*/ 1270708 h 1579317"/>
                  <a:gd name="connsiteX27" fmla="*/ 62865 w 1453587"/>
                  <a:gd name="connsiteY27" fmla="*/ 1294520 h 1579317"/>
                  <a:gd name="connsiteX28" fmla="*/ 62865 w 1453587"/>
                  <a:gd name="connsiteY28" fmla="*/ 1294520 h 1579317"/>
                  <a:gd name="connsiteX29" fmla="*/ 42863 w 1453587"/>
                  <a:gd name="connsiteY29" fmla="*/ 1311665 h 1579317"/>
                  <a:gd name="connsiteX30" fmla="*/ 42863 w 1453587"/>
                  <a:gd name="connsiteY30" fmla="*/ 1311665 h 1579317"/>
                  <a:gd name="connsiteX31" fmla="*/ 40005 w 1453587"/>
                  <a:gd name="connsiteY31" fmla="*/ 1310713 h 1579317"/>
                  <a:gd name="connsiteX32" fmla="*/ 67627 w 1453587"/>
                  <a:gd name="connsiteY32" fmla="*/ 1178315 h 1579317"/>
                  <a:gd name="connsiteX33" fmla="*/ 53340 w 1453587"/>
                  <a:gd name="connsiteY33" fmla="*/ 1153550 h 1579317"/>
                  <a:gd name="connsiteX34" fmla="*/ 53340 w 1453587"/>
                  <a:gd name="connsiteY34" fmla="*/ 1153550 h 1579317"/>
                  <a:gd name="connsiteX35" fmla="*/ 78105 w 1453587"/>
                  <a:gd name="connsiteY35" fmla="*/ 1139263 h 1579317"/>
                  <a:gd name="connsiteX36" fmla="*/ 78105 w 1453587"/>
                  <a:gd name="connsiteY36" fmla="*/ 1139263 h 1579317"/>
                  <a:gd name="connsiteX37" fmla="*/ 92392 w 1453587"/>
                  <a:gd name="connsiteY37" fmla="*/ 1164028 h 1579317"/>
                  <a:gd name="connsiteX38" fmla="*/ 92392 w 1453587"/>
                  <a:gd name="connsiteY38" fmla="*/ 1164028 h 1579317"/>
                  <a:gd name="connsiteX39" fmla="*/ 72390 w 1453587"/>
                  <a:gd name="connsiteY39" fmla="*/ 1179267 h 1579317"/>
                  <a:gd name="connsiteX40" fmla="*/ 72390 w 1453587"/>
                  <a:gd name="connsiteY40" fmla="*/ 1179267 h 1579317"/>
                  <a:gd name="connsiteX41" fmla="*/ 67627 w 1453587"/>
                  <a:gd name="connsiteY41" fmla="*/ 1178315 h 1579317"/>
                  <a:gd name="connsiteX42" fmla="*/ 106680 w 1453587"/>
                  <a:gd name="connsiteY42" fmla="*/ 1049728 h 1579317"/>
                  <a:gd name="connsiteX43" fmla="*/ 94298 w 1453587"/>
                  <a:gd name="connsiteY43" fmla="*/ 1024010 h 1579317"/>
                  <a:gd name="connsiteX44" fmla="*/ 94298 w 1453587"/>
                  <a:gd name="connsiteY44" fmla="*/ 1024010 h 1579317"/>
                  <a:gd name="connsiteX45" fmla="*/ 120015 w 1453587"/>
                  <a:gd name="connsiteY45" fmla="*/ 1011628 h 1579317"/>
                  <a:gd name="connsiteX46" fmla="*/ 120015 w 1453587"/>
                  <a:gd name="connsiteY46" fmla="*/ 1011628 h 1579317"/>
                  <a:gd name="connsiteX47" fmla="*/ 132398 w 1453587"/>
                  <a:gd name="connsiteY47" fmla="*/ 1037345 h 1579317"/>
                  <a:gd name="connsiteX48" fmla="*/ 132398 w 1453587"/>
                  <a:gd name="connsiteY48" fmla="*/ 1037345 h 1579317"/>
                  <a:gd name="connsiteX49" fmla="*/ 113348 w 1453587"/>
                  <a:gd name="connsiteY49" fmla="*/ 1050680 h 1579317"/>
                  <a:gd name="connsiteX50" fmla="*/ 113348 w 1453587"/>
                  <a:gd name="connsiteY50" fmla="*/ 1050680 h 1579317"/>
                  <a:gd name="connsiteX51" fmla="*/ 106680 w 1453587"/>
                  <a:gd name="connsiteY51" fmla="*/ 1049728 h 1579317"/>
                  <a:gd name="connsiteX52" fmla="*/ 156210 w 1453587"/>
                  <a:gd name="connsiteY52" fmla="*/ 923997 h 1579317"/>
                  <a:gd name="connsiteX53" fmla="*/ 146685 w 1453587"/>
                  <a:gd name="connsiteY53" fmla="*/ 897328 h 1579317"/>
                  <a:gd name="connsiteX54" fmla="*/ 146685 w 1453587"/>
                  <a:gd name="connsiteY54" fmla="*/ 897328 h 1579317"/>
                  <a:gd name="connsiteX55" fmla="*/ 173355 w 1453587"/>
                  <a:gd name="connsiteY55" fmla="*/ 887803 h 1579317"/>
                  <a:gd name="connsiteX56" fmla="*/ 173355 w 1453587"/>
                  <a:gd name="connsiteY56" fmla="*/ 887803 h 1579317"/>
                  <a:gd name="connsiteX57" fmla="*/ 182880 w 1453587"/>
                  <a:gd name="connsiteY57" fmla="*/ 914472 h 1579317"/>
                  <a:gd name="connsiteX58" fmla="*/ 182880 w 1453587"/>
                  <a:gd name="connsiteY58" fmla="*/ 914472 h 1579317"/>
                  <a:gd name="connsiteX59" fmla="*/ 164783 w 1453587"/>
                  <a:gd name="connsiteY59" fmla="*/ 925903 h 1579317"/>
                  <a:gd name="connsiteX60" fmla="*/ 164783 w 1453587"/>
                  <a:gd name="connsiteY60" fmla="*/ 925903 h 1579317"/>
                  <a:gd name="connsiteX61" fmla="*/ 156210 w 1453587"/>
                  <a:gd name="connsiteY61" fmla="*/ 923997 h 1579317"/>
                  <a:gd name="connsiteX62" fmla="*/ 217170 w 1453587"/>
                  <a:gd name="connsiteY62" fmla="*/ 803030 h 1579317"/>
                  <a:gd name="connsiteX63" fmla="*/ 209550 w 1453587"/>
                  <a:gd name="connsiteY63" fmla="*/ 775408 h 1579317"/>
                  <a:gd name="connsiteX64" fmla="*/ 209550 w 1453587"/>
                  <a:gd name="connsiteY64" fmla="*/ 775408 h 1579317"/>
                  <a:gd name="connsiteX65" fmla="*/ 237173 w 1453587"/>
                  <a:gd name="connsiteY65" fmla="*/ 767787 h 1579317"/>
                  <a:gd name="connsiteX66" fmla="*/ 237173 w 1453587"/>
                  <a:gd name="connsiteY66" fmla="*/ 767787 h 1579317"/>
                  <a:gd name="connsiteX67" fmla="*/ 244792 w 1453587"/>
                  <a:gd name="connsiteY67" fmla="*/ 795410 h 1579317"/>
                  <a:gd name="connsiteX68" fmla="*/ 244792 w 1453587"/>
                  <a:gd name="connsiteY68" fmla="*/ 795410 h 1579317"/>
                  <a:gd name="connsiteX69" fmla="*/ 227648 w 1453587"/>
                  <a:gd name="connsiteY69" fmla="*/ 805887 h 1579317"/>
                  <a:gd name="connsiteX70" fmla="*/ 227648 w 1453587"/>
                  <a:gd name="connsiteY70" fmla="*/ 805887 h 1579317"/>
                  <a:gd name="connsiteX71" fmla="*/ 217170 w 1453587"/>
                  <a:gd name="connsiteY71" fmla="*/ 803030 h 1579317"/>
                  <a:gd name="connsiteX72" fmla="*/ 288608 w 1453587"/>
                  <a:gd name="connsiteY72" fmla="*/ 688730 h 1579317"/>
                  <a:gd name="connsiteX73" fmla="*/ 283845 w 1453587"/>
                  <a:gd name="connsiteY73" fmla="*/ 660155 h 1579317"/>
                  <a:gd name="connsiteX74" fmla="*/ 283845 w 1453587"/>
                  <a:gd name="connsiteY74" fmla="*/ 660155 h 1579317"/>
                  <a:gd name="connsiteX75" fmla="*/ 311467 w 1453587"/>
                  <a:gd name="connsiteY75" fmla="*/ 655393 h 1579317"/>
                  <a:gd name="connsiteX76" fmla="*/ 311467 w 1453587"/>
                  <a:gd name="connsiteY76" fmla="*/ 655393 h 1579317"/>
                  <a:gd name="connsiteX77" fmla="*/ 316230 w 1453587"/>
                  <a:gd name="connsiteY77" fmla="*/ 683968 h 1579317"/>
                  <a:gd name="connsiteX78" fmla="*/ 316230 w 1453587"/>
                  <a:gd name="connsiteY78" fmla="*/ 683968 h 1579317"/>
                  <a:gd name="connsiteX79" fmla="*/ 299085 w 1453587"/>
                  <a:gd name="connsiteY79" fmla="*/ 692540 h 1579317"/>
                  <a:gd name="connsiteX80" fmla="*/ 299085 w 1453587"/>
                  <a:gd name="connsiteY80" fmla="*/ 692540 h 1579317"/>
                  <a:gd name="connsiteX81" fmla="*/ 288608 w 1453587"/>
                  <a:gd name="connsiteY81" fmla="*/ 688730 h 1579317"/>
                  <a:gd name="connsiteX82" fmla="*/ 369570 w 1453587"/>
                  <a:gd name="connsiteY82" fmla="*/ 581097 h 1579317"/>
                  <a:gd name="connsiteX83" fmla="*/ 366713 w 1453587"/>
                  <a:gd name="connsiteY83" fmla="*/ 552522 h 1579317"/>
                  <a:gd name="connsiteX84" fmla="*/ 366713 w 1453587"/>
                  <a:gd name="connsiteY84" fmla="*/ 552522 h 1579317"/>
                  <a:gd name="connsiteX85" fmla="*/ 366713 w 1453587"/>
                  <a:gd name="connsiteY85" fmla="*/ 552522 h 1579317"/>
                  <a:gd name="connsiteX86" fmla="*/ 366713 w 1453587"/>
                  <a:gd name="connsiteY86" fmla="*/ 552522 h 1579317"/>
                  <a:gd name="connsiteX87" fmla="*/ 395288 w 1453587"/>
                  <a:gd name="connsiteY87" fmla="*/ 549665 h 1579317"/>
                  <a:gd name="connsiteX88" fmla="*/ 395288 w 1453587"/>
                  <a:gd name="connsiteY88" fmla="*/ 549665 h 1579317"/>
                  <a:gd name="connsiteX89" fmla="*/ 398145 w 1453587"/>
                  <a:gd name="connsiteY89" fmla="*/ 578240 h 1579317"/>
                  <a:gd name="connsiteX90" fmla="*/ 398145 w 1453587"/>
                  <a:gd name="connsiteY90" fmla="*/ 578240 h 1579317"/>
                  <a:gd name="connsiteX91" fmla="*/ 382905 w 1453587"/>
                  <a:gd name="connsiteY91" fmla="*/ 585860 h 1579317"/>
                  <a:gd name="connsiteX92" fmla="*/ 382905 w 1453587"/>
                  <a:gd name="connsiteY92" fmla="*/ 585860 h 1579317"/>
                  <a:gd name="connsiteX93" fmla="*/ 369570 w 1453587"/>
                  <a:gd name="connsiteY93" fmla="*/ 581097 h 1579317"/>
                  <a:gd name="connsiteX94" fmla="*/ 460058 w 1453587"/>
                  <a:gd name="connsiteY94" fmla="*/ 480133 h 1579317"/>
                  <a:gd name="connsiteX95" fmla="*/ 460058 w 1453587"/>
                  <a:gd name="connsiteY95" fmla="*/ 451558 h 1579317"/>
                  <a:gd name="connsiteX96" fmla="*/ 460058 w 1453587"/>
                  <a:gd name="connsiteY96" fmla="*/ 451558 h 1579317"/>
                  <a:gd name="connsiteX97" fmla="*/ 488633 w 1453587"/>
                  <a:gd name="connsiteY97" fmla="*/ 451558 h 1579317"/>
                  <a:gd name="connsiteX98" fmla="*/ 488633 w 1453587"/>
                  <a:gd name="connsiteY98" fmla="*/ 451558 h 1579317"/>
                  <a:gd name="connsiteX99" fmla="*/ 488633 w 1453587"/>
                  <a:gd name="connsiteY99" fmla="*/ 480133 h 1579317"/>
                  <a:gd name="connsiteX100" fmla="*/ 488633 w 1453587"/>
                  <a:gd name="connsiteY100" fmla="*/ 480133 h 1579317"/>
                  <a:gd name="connsiteX101" fmla="*/ 474345 w 1453587"/>
                  <a:gd name="connsiteY101" fmla="*/ 485847 h 1579317"/>
                  <a:gd name="connsiteX102" fmla="*/ 474345 w 1453587"/>
                  <a:gd name="connsiteY102" fmla="*/ 485847 h 1579317"/>
                  <a:gd name="connsiteX103" fmla="*/ 460058 w 1453587"/>
                  <a:gd name="connsiteY103" fmla="*/ 480133 h 1579317"/>
                  <a:gd name="connsiteX104" fmla="*/ 558165 w 1453587"/>
                  <a:gd name="connsiteY104" fmla="*/ 387740 h 1579317"/>
                  <a:gd name="connsiteX105" fmla="*/ 561023 w 1453587"/>
                  <a:gd name="connsiteY105" fmla="*/ 359165 h 1579317"/>
                  <a:gd name="connsiteX106" fmla="*/ 561023 w 1453587"/>
                  <a:gd name="connsiteY106" fmla="*/ 359165 h 1579317"/>
                  <a:gd name="connsiteX107" fmla="*/ 589598 w 1453587"/>
                  <a:gd name="connsiteY107" fmla="*/ 362022 h 1579317"/>
                  <a:gd name="connsiteX108" fmla="*/ 589598 w 1453587"/>
                  <a:gd name="connsiteY108" fmla="*/ 362022 h 1579317"/>
                  <a:gd name="connsiteX109" fmla="*/ 586740 w 1453587"/>
                  <a:gd name="connsiteY109" fmla="*/ 390597 h 1579317"/>
                  <a:gd name="connsiteX110" fmla="*/ 586740 w 1453587"/>
                  <a:gd name="connsiteY110" fmla="*/ 390597 h 1579317"/>
                  <a:gd name="connsiteX111" fmla="*/ 573405 w 1453587"/>
                  <a:gd name="connsiteY111" fmla="*/ 395360 h 1579317"/>
                  <a:gd name="connsiteX112" fmla="*/ 573405 w 1453587"/>
                  <a:gd name="connsiteY112" fmla="*/ 395360 h 1579317"/>
                  <a:gd name="connsiteX113" fmla="*/ 558165 w 1453587"/>
                  <a:gd name="connsiteY113" fmla="*/ 387740 h 1579317"/>
                  <a:gd name="connsiteX114" fmla="*/ 664845 w 1453587"/>
                  <a:gd name="connsiteY114" fmla="*/ 303920 h 1579317"/>
                  <a:gd name="connsiteX115" fmla="*/ 669608 w 1453587"/>
                  <a:gd name="connsiteY115" fmla="*/ 275345 h 1579317"/>
                  <a:gd name="connsiteX116" fmla="*/ 669608 w 1453587"/>
                  <a:gd name="connsiteY116" fmla="*/ 275345 h 1579317"/>
                  <a:gd name="connsiteX117" fmla="*/ 669608 w 1453587"/>
                  <a:gd name="connsiteY117" fmla="*/ 275345 h 1579317"/>
                  <a:gd name="connsiteX118" fmla="*/ 669608 w 1453587"/>
                  <a:gd name="connsiteY118" fmla="*/ 275345 h 1579317"/>
                  <a:gd name="connsiteX119" fmla="*/ 697230 w 1453587"/>
                  <a:gd name="connsiteY119" fmla="*/ 280108 h 1579317"/>
                  <a:gd name="connsiteX120" fmla="*/ 697230 w 1453587"/>
                  <a:gd name="connsiteY120" fmla="*/ 280108 h 1579317"/>
                  <a:gd name="connsiteX121" fmla="*/ 692467 w 1453587"/>
                  <a:gd name="connsiteY121" fmla="*/ 307730 h 1579317"/>
                  <a:gd name="connsiteX122" fmla="*/ 692467 w 1453587"/>
                  <a:gd name="connsiteY122" fmla="*/ 307730 h 1579317"/>
                  <a:gd name="connsiteX123" fmla="*/ 681038 w 1453587"/>
                  <a:gd name="connsiteY123" fmla="*/ 311540 h 1579317"/>
                  <a:gd name="connsiteX124" fmla="*/ 681038 w 1453587"/>
                  <a:gd name="connsiteY124" fmla="*/ 311540 h 1579317"/>
                  <a:gd name="connsiteX125" fmla="*/ 664845 w 1453587"/>
                  <a:gd name="connsiteY125" fmla="*/ 303920 h 1579317"/>
                  <a:gd name="connsiteX126" fmla="*/ 777240 w 1453587"/>
                  <a:gd name="connsiteY126" fmla="*/ 230578 h 1579317"/>
                  <a:gd name="connsiteX127" fmla="*/ 784860 w 1453587"/>
                  <a:gd name="connsiteY127" fmla="*/ 202955 h 1579317"/>
                  <a:gd name="connsiteX128" fmla="*/ 784860 w 1453587"/>
                  <a:gd name="connsiteY128" fmla="*/ 202955 h 1579317"/>
                  <a:gd name="connsiteX129" fmla="*/ 784860 w 1453587"/>
                  <a:gd name="connsiteY129" fmla="*/ 202955 h 1579317"/>
                  <a:gd name="connsiteX130" fmla="*/ 784860 w 1453587"/>
                  <a:gd name="connsiteY130" fmla="*/ 202955 h 1579317"/>
                  <a:gd name="connsiteX131" fmla="*/ 812483 w 1453587"/>
                  <a:gd name="connsiteY131" fmla="*/ 210575 h 1579317"/>
                  <a:gd name="connsiteX132" fmla="*/ 812483 w 1453587"/>
                  <a:gd name="connsiteY132" fmla="*/ 210575 h 1579317"/>
                  <a:gd name="connsiteX133" fmla="*/ 804863 w 1453587"/>
                  <a:gd name="connsiteY133" fmla="*/ 238197 h 1579317"/>
                  <a:gd name="connsiteX134" fmla="*/ 804863 w 1453587"/>
                  <a:gd name="connsiteY134" fmla="*/ 238197 h 1579317"/>
                  <a:gd name="connsiteX135" fmla="*/ 794385 w 1453587"/>
                  <a:gd name="connsiteY135" fmla="*/ 241055 h 1579317"/>
                  <a:gd name="connsiteX136" fmla="*/ 794385 w 1453587"/>
                  <a:gd name="connsiteY136" fmla="*/ 241055 h 1579317"/>
                  <a:gd name="connsiteX137" fmla="*/ 777240 w 1453587"/>
                  <a:gd name="connsiteY137" fmla="*/ 230578 h 1579317"/>
                  <a:gd name="connsiteX138" fmla="*/ 896302 w 1453587"/>
                  <a:gd name="connsiteY138" fmla="*/ 166760 h 1579317"/>
                  <a:gd name="connsiteX139" fmla="*/ 905827 w 1453587"/>
                  <a:gd name="connsiteY139" fmla="*/ 140090 h 1579317"/>
                  <a:gd name="connsiteX140" fmla="*/ 905827 w 1453587"/>
                  <a:gd name="connsiteY140" fmla="*/ 140090 h 1579317"/>
                  <a:gd name="connsiteX141" fmla="*/ 932498 w 1453587"/>
                  <a:gd name="connsiteY141" fmla="*/ 150568 h 1579317"/>
                  <a:gd name="connsiteX142" fmla="*/ 932498 w 1453587"/>
                  <a:gd name="connsiteY142" fmla="*/ 150568 h 1579317"/>
                  <a:gd name="connsiteX143" fmla="*/ 922973 w 1453587"/>
                  <a:gd name="connsiteY143" fmla="*/ 177237 h 1579317"/>
                  <a:gd name="connsiteX144" fmla="*/ 922973 w 1453587"/>
                  <a:gd name="connsiteY144" fmla="*/ 177237 h 1579317"/>
                  <a:gd name="connsiteX145" fmla="*/ 914400 w 1453587"/>
                  <a:gd name="connsiteY145" fmla="*/ 179143 h 1579317"/>
                  <a:gd name="connsiteX146" fmla="*/ 914400 w 1453587"/>
                  <a:gd name="connsiteY146" fmla="*/ 179143 h 1579317"/>
                  <a:gd name="connsiteX147" fmla="*/ 896302 w 1453587"/>
                  <a:gd name="connsiteY147" fmla="*/ 166760 h 1579317"/>
                  <a:gd name="connsiteX148" fmla="*/ 1020127 w 1453587"/>
                  <a:gd name="connsiteY148" fmla="*/ 113420 h 1579317"/>
                  <a:gd name="connsiteX149" fmla="*/ 1032510 w 1453587"/>
                  <a:gd name="connsiteY149" fmla="*/ 87703 h 1579317"/>
                  <a:gd name="connsiteX150" fmla="*/ 1032510 w 1453587"/>
                  <a:gd name="connsiteY150" fmla="*/ 87703 h 1579317"/>
                  <a:gd name="connsiteX151" fmla="*/ 1032510 w 1453587"/>
                  <a:gd name="connsiteY151" fmla="*/ 87703 h 1579317"/>
                  <a:gd name="connsiteX152" fmla="*/ 1032510 w 1453587"/>
                  <a:gd name="connsiteY152" fmla="*/ 87703 h 1579317"/>
                  <a:gd name="connsiteX153" fmla="*/ 1058227 w 1453587"/>
                  <a:gd name="connsiteY153" fmla="*/ 100085 h 1579317"/>
                  <a:gd name="connsiteX154" fmla="*/ 1058227 w 1453587"/>
                  <a:gd name="connsiteY154" fmla="*/ 100085 h 1579317"/>
                  <a:gd name="connsiteX155" fmla="*/ 1045845 w 1453587"/>
                  <a:gd name="connsiteY155" fmla="*/ 125803 h 1579317"/>
                  <a:gd name="connsiteX156" fmla="*/ 1045845 w 1453587"/>
                  <a:gd name="connsiteY156" fmla="*/ 125803 h 1579317"/>
                  <a:gd name="connsiteX157" fmla="*/ 1039177 w 1453587"/>
                  <a:gd name="connsiteY157" fmla="*/ 126755 h 1579317"/>
                  <a:gd name="connsiteX158" fmla="*/ 1039177 w 1453587"/>
                  <a:gd name="connsiteY158" fmla="*/ 126755 h 1579317"/>
                  <a:gd name="connsiteX159" fmla="*/ 1020127 w 1453587"/>
                  <a:gd name="connsiteY159" fmla="*/ 113420 h 1579317"/>
                  <a:gd name="connsiteX160" fmla="*/ 1148715 w 1453587"/>
                  <a:gd name="connsiteY160" fmla="*/ 71510 h 1579317"/>
                  <a:gd name="connsiteX161" fmla="*/ 1163002 w 1453587"/>
                  <a:gd name="connsiteY161" fmla="*/ 46745 h 1579317"/>
                  <a:gd name="connsiteX162" fmla="*/ 1163002 w 1453587"/>
                  <a:gd name="connsiteY162" fmla="*/ 46745 h 1579317"/>
                  <a:gd name="connsiteX163" fmla="*/ 1187767 w 1453587"/>
                  <a:gd name="connsiteY163" fmla="*/ 61033 h 1579317"/>
                  <a:gd name="connsiteX164" fmla="*/ 1187767 w 1453587"/>
                  <a:gd name="connsiteY164" fmla="*/ 61033 h 1579317"/>
                  <a:gd name="connsiteX165" fmla="*/ 1173480 w 1453587"/>
                  <a:gd name="connsiteY165" fmla="*/ 85797 h 1579317"/>
                  <a:gd name="connsiteX166" fmla="*/ 1173480 w 1453587"/>
                  <a:gd name="connsiteY166" fmla="*/ 85797 h 1579317"/>
                  <a:gd name="connsiteX167" fmla="*/ 1167765 w 1453587"/>
                  <a:gd name="connsiteY167" fmla="*/ 86750 h 1579317"/>
                  <a:gd name="connsiteX168" fmla="*/ 1167765 w 1453587"/>
                  <a:gd name="connsiteY168" fmla="*/ 86750 h 1579317"/>
                  <a:gd name="connsiteX169" fmla="*/ 1148715 w 1453587"/>
                  <a:gd name="connsiteY169" fmla="*/ 71510 h 1579317"/>
                  <a:gd name="connsiteX170" fmla="*/ 1280160 w 1453587"/>
                  <a:gd name="connsiteY170" fmla="*/ 41030 h 1579317"/>
                  <a:gd name="connsiteX171" fmla="*/ 1296352 w 1453587"/>
                  <a:gd name="connsiteY171" fmla="*/ 17218 h 1579317"/>
                  <a:gd name="connsiteX172" fmla="*/ 1296352 w 1453587"/>
                  <a:gd name="connsiteY172" fmla="*/ 17218 h 1579317"/>
                  <a:gd name="connsiteX173" fmla="*/ 1296352 w 1453587"/>
                  <a:gd name="connsiteY173" fmla="*/ 17218 h 1579317"/>
                  <a:gd name="connsiteX174" fmla="*/ 1296352 w 1453587"/>
                  <a:gd name="connsiteY174" fmla="*/ 17218 h 1579317"/>
                  <a:gd name="connsiteX175" fmla="*/ 1320165 w 1453587"/>
                  <a:gd name="connsiteY175" fmla="*/ 33410 h 1579317"/>
                  <a:gd name="connsiteX176" fmla="*/ 1320165 w 1453587"/>
                  <a:gd name="connsiteY176" fmla="*/ 33410 h 1579317"/>
                  <a:gd name="connsiteX177" fmla="*/ 1303021 w 1453587"/>
                  <a:gd name="connsiteY177" fmla="*/ 57222 h 1579317"/>
                  <a:gd name="connsiteX178" fmla="*/ 1303021 w 1453587"/>
                  <a:gd name="connsiteY178" fmla="*/ 57222 h 1579317"/>
                  <a:gd name="connsiteX179" fmla="*/ 1300163 w 1453587"/>
                  <a:gd name="connsiteY179" fmla="*/ 57222 h 1579317"/>
                  <a:gd name="connsiteX180" fmla="*/ 1300163 w 1453587"/>
                  <a:gd name="connsiteY180" fmla="*/ 57222 h 1579317"/>
                  <a:gd name="connsiteX181" fmla="*/ 1280160 w 1453587"/>
                  <a:gd name="connsiteY181" fmla="*/ 41030 h 1579317"/>
                  <a:gd name="connsiteX182" fmla="*/ 1413510 w 1453587"/>
                  <a:gd name="connsiteY182" fmla="*/ 21980 h 1579317"/>
                  <a:gd name="connsiteX183" fmla="*/ 1431608 w 1453587"/>
                  <a:gd name="connsiteY183" fmla="*/ 72 h 1579317"/>
                  <a:gd name="connsiteX184" fmla="*/ 1431608 w 1453587"/>
                  <a:gd name="connsiteY184" fmla="*/ 72 h 1579317"/>
                  <a:gd name="connsiteX185" fmla="*/ 1431608 w 1453587"/>
                  <a:gd name="connsiteY185" fmla="*/ 72 h 1579317"/>
                  <a:gd name="connsiteX186" fmla="*/ 1431608 w 1453587"/>
                  <a:gd name="connsiteY186" fmla="*/ 72 h 1579317"/>
                  <a:gd name="connsiteX187" fmla="*/ 1453515 w 1453587"/>
                  <a:gd name="connsiteY187" fmla="*/ 18170 h 1579317"/>
                  <a:gd name="connsiteX188" fmla="*/ 1453515 w 1453587"/>
                  <a:gd name="connsiteY188" fmla="*/ 18170 h 1579317"/>
                  <a:gd name="connsiteX189" fmla="*/ 1435417 w 1453587"/>
                  <a:gd name="connsiteY189" fmla="*/ 40078 h 1579317"/>
                  <a:gd name="connsiteX190" fmla="*/ 1435417 w 1453587"/>
                  <a:gd name="connsiteY190" fmla="*/ 40078 h 1579317"/>
                  <a:gd name="connsiteX191" fmla="*/ 1433513 w 1453587"/>
                  <a:gd name="connsiteY191" fmla="*/ 40078 h 1579317"/>
                  <a:gd name="connsiteX192" fmla="*/ 1433513 w 1453587"/>
                  <a:gd name="connsiteY192" fmla="*/ 40078 h 1579317"/>
                  <a:gd name="connsiteX193" fmla="*/ 1413510 w 1453587"/>
                  <a:gd name="connsiteY193" fmla="*/ 21980 h 1579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1453587" h="1579317">
                    <a:moveTo>
                      <a:pt x="0" y="1559315"/>
                    </a:moveTo>
                    <a:cubicBezTo>
                      <a:pt x="0" y="1547885"/>
                      <a:pt x="9525" y="1539313"/>
                      <a:pt x="20002" y="1539313"/>
                    </a:cubicBezTo>
                    <a:lnTo>
                      <a:pt x="20002" y="1539313"/>
                    </a:lnTo>
                    <a:cubicBezTo>
                      <a:pt x="31433" y="1539313"/>
                      <a:pt x="40005" y="1547885"/>
                      <a:pt x="40005" y="1559315"/>
                    </a:cubicBezTo>
                    <a:lnTo>
                      <a:pt x="40005" y="1559315"/>
                    </a:lnTo>
                    <a:cubicBezTo>
                      <a:pt x="40005" y="1570745"/>
                      <a:pt x="31433" y="1579317"/>
                      <a:pt x="20002" y="1579317"/>
                    </a:cubicBezTo>
                    <a:lnTo>
                      <a:pt x="20002" y="1579317"/>
                    </a:lnTo>
                    <a:cubicBezTo>
                      <a:pt x="9525" y="1579317"/>
                      <a:pt x="0" y="1570745"/>
                      <a:pt x="0" y="1559315"/>
                    </a:cubicBezTo>
                    <a:close/>
                    <a:moveTo>
                      <a:pt x="24765" y="1445015"/>
                    </a:moveTo>
                    <a:cubicBezTo>
                      <a:pt x="13335" y="1444063"/>
                      <a:pt x="5715" y="1434538"/>
                      <a:pt x="6667" y="1423108"/>
                    </a:cubicBezTo>
                    <a:lnTo>
                      <a:pt x="6667" y="1423108"/>
                    </a:lnTo>
                    <a:lnTo>
                      <a:pt x="6667" y="1423108"/>
                    </a:lnTo>
                    <a:lnTo>
                      <a:pt x="6667" y="1423108"/>
                    </a:lnTo>
                    <a:cubicBezTo>
                      <a:pt x="7620" y="1411678"/>
                      <a:pt x="17145" y="1404058"/>
                      <a:pt x="28575" y="1405010"/>
                    </a:cubicBezTo>
                    <a:lnTo>
                      <a:pt x="28575" y="1405010"/>
                    </a:lnTo>
                    <a:cubicBezTo>
                      <a:pt x="40005" y="1405963"/>
                      <a:pt x="47625" y="1415488"/>
                      <a:pt x="47625" y="1426917"/>
                    </a:cubicBezTo>
                    <a:lnTo>
                      <a:pt x="47625" y="1426917"/>
                    </a:lnTo>
                    <a:cubicBezTo>
                      <a:pt x="46673" y="1437395"/>
                      <a:pt x="38100" y="1445015"/>
                      <a:pt x="27623" y="1445015"/>
                    </a:cubicBezTo>
                    <a:lnTo>
                      <a:pt x="27623" y="1445015"/>
                    </a:lnTo>
                    <a:cubicBezTo>
                      <a:pt x="25717" y="1445015"/>
                      <a:pt x="24765" y="1445015"/>
                      <a:pt x="24765" y="1445015"/>
                    </a:cubicBezTo>
                    <a:close/>
                    <a:moveTo>
                      <a:pt x="40005" y="1310713"/>
                    </a:moveTo>
                    <a:cubicBezTo>
                      <a:pt x="29527" y="1308808"/>
                      <a:pt x="21908" y="1298330"/>
                      <a:pt x="23813" y="1286900"/>
                    </a:cubicBezTo>
                    <a:lnTo>
                      <a:pt x="23813" y="1286900"/>
                    </a:lnTo>
                    <a:lnTo>
                      <a:pt x="23813" y="1286900"/>
                    </a:lnTo>
                    <a:lnTo>
                      <a:pt x="23813" y="1286900"/>
                    </a:lnTo>
                    <a:cubicBezTo>
                      <a:pt x="25717" y="1275470"/>
                      <a:pt x="36195" y="1268803"/>
                      <a:pt x="46673" y="1270708"/>
                    </a:cubicBezTo>
                    <a:lnTo>
                      <a:pt x="46673" y="1270708"/>
                    </a:lnTo>
                    <a:cubicBezTo>
                      <a:pt x="58102" y="1272613"/>
                      <a:pt x="65723" y="1283090"/>
                      <a:pt x="62865" y="1294520"/>
                    </a:cubicBezTo>
                    <a:lnTo>
                      <a:pt x="62865" y="1294520"/>
                    </a:lnTo>
                    <a:cubicBezTo>
                      <a:pt x="60960" y="1304045"/>
                      <a:pt x="52388" y="1311665"/>
                      <a:pt x="42863" y="1311665"/>
                    </a:cubicBezTo>
                    <a:lnTo>
                      <a:pt x="42863" y="1311665"/>
                    </a:lnTo>
                    <a:cubicBezTo>
                      <a:pt x="42863" y="1310713"/>
                      <a:pt x="41910" y="1310713"/>
                      <a:pt x="40005" y="1310713"/>
                    </a:cubicBezTo>
                    <a:close/>
                    <a:moveTo>
                      <a:pt x="67627" y="1178315"/>
                    </a:moveTo>
                    <a:cubicBezTo>
                      <a:pt x="57150" y="1175458"/>
                      <a:pt x="50483" y="1164028"/>
                      <a:pt x="53340" y="1153550"/>
                    </a:cubicBezTo>
                    <a:lnTo>
                      <a:pt x="53340" y="1153550"/>
                    </a:lnTo>
                    <a:cubicBezTo>
                      <a:pt x="56198" y="1143072"/>
                      <a:pt x="66675" y="1136405"/>
                      <a:pt x="78105" y="1139263"/>
                    </a:cubicBezTo>
                    <a:lnTo>
                      <a:pt x="78105" y="1139263"/>
                    </a:lnTo>
                    <a:cubicBezTo>
                      <a:pt x="88583" y="1142120"/>
                      <a:pt x="95250" y="1153550"/>
                      <a:pt x="92392" y="1164028"/>
                    </a:cubicBezTo>
                    <a:lnTo>
                      <a:pt x="92392" y="1164028"/>
                    </a:lnTo>
                    <a:cubicBezTo>
                      <a:pt x="89535" y="1173553"/>
                      <a:pt x="81915" y="1179267"/>
                      <a:pt x="72390" y="1179267"/>
                    </a:cubicBezTo>
                    <a:lnTo>
                      <a:pt x="72390" y="1179267"/>
                    </a:lnTo>
                    <a:cubicBezTo>
                      <a:pt x="71438" y="1179267"/>
                      <a:pt x="69533" y="1179267"/>
                      <a:pt x="67627" y="1178315"/>
                    </a:cubicBezTo>
                    <a:close/>
                    <a:moveTo>
                      <a:pt x="106680" y="1049728"/>
                    </a:moveTo>
                    <a:cubicBezTo>
                      <a:pt x="96202" y="1045918"/>
                      <a:pt x="90488" y="1034487"/>
                      <a:pt x="94298" y="1024010"/>
                    </a:cubicBezTo>
                    <a:lnTo>
                      <a:pt x="94298" y="1024010"/>
                    </a:lnTo>
                    <a:cubicBezTo>
                      <a:pt x="98108" y="1013533"/>
                      <a:pt x="109538" y="1007818"/>
                      <a:pt x="120015" y="1011628"/>
                    </a:cubicBezTo>
                    <a:lnTo>
                      <a:pt x="120015" y="1011628"/>
                    </a:lnTo>
                    <a:cubicBezTo>
                      <a:pt x="130492" y="1015437"/>
                      <a:pt x="136208" y="1026868"/>
                      <a:pt x="132398" y="1037345"/>
                    </a:cubicBezTo>
                    <a:lnTo>
                      <a:pt x="132398" y="1037345"/>
                    </a:lnTo>
                    <a:cubicBezTo>
                      <a:pt x="129540" y="1045918"/>
                      <a:pt x="121920" y="1050680"/>
                      <a:pt x="113348" y="1050680"/>
                    </a:cubicBezTo>
                    <a:lnTo>
                      <a:pt x="113348" y="1050680"/>
                    </a:lnTo>
                    <a:cubicBezTo>
                      <a:pt x="111442" y="1050680"/>
                      <a:pt x="108585" y="1049728"/>
                      <a:pt x="106680" y="1049728"/>
                    </a:cubicBezTo>
                    <a:close/>
                    <a:moveTo>
                      <a:pt x="156210" y="923997"/>
                    </a:moveTo>
                    <a:cubicBezTo>
                      <a:pt x="146685" y="919235"/>
                      <a:pt x="141923" y="906853"/>
                      <a:pt x="146685" y="897328"/>
                    </a:cubicBezTo>
                    <a:lnTo>
                      <a:pt x="146685" y="897328"/>
                    </a:lnTo>
                    <a:cubicBezTo>
                      <a:pt x="151448" y="886850"/>
                      <a:pt x="163830" y="883040"/>
                      <a:pt x="173355" y="887803"/>
                    </a:cubicBezTo>
                    <a:lnTo>
                      <a:pt x="173355" y="887803"/>
                    </a:lnTo>
                    <a:cubicBezTo>
                      <a:pt x="183833" y="892565"/>
                      <a:pt x="187642" y="904947"/>
                      <a:pt x="182880" y="914472"/>
                    </a:cubicBezTo>
                    <a:lnTo>
                      <a:pt x="182880" y="914472"/>
                    </a:lnTo>
                    <a:cubicBezTo>
                      <a:pt x="179070" y="922093"/>
                      <a:pt x="172402" y="925903"/>
                      <a:pt x="164783" y="925903"/>
                    </a:cubicBezTo>
                    <a:lnTo>
                      <a:pt x="164783" y="925903"/>
                    </a:lnTo>
                    <a:cubicBezTo>
                      <a:pt x="162877" y="925903"/>
                      <a:pt x="160020" y="924950"/>
                      <a:pt x="156210" y="923997"/>
                    </a:cubicBezTo>
                    <a:close/>
                    <a:moveTo>
                      <a:pt x="217170" y="803030"/>
                    </a:moveTo>
                    <a:cubicBezTo>
                      <a:pt x="207645" y="797315"/>
                      <a:pt x="203835" y="784933"/>
                      <a:pt x="209550" y="775408"/>
                    </a:cubicBezTo>
                    <a:lnTo>
                      <a:pt x="209550" y="775408"/>
                    </a:lnTo>
                    <a:cubicBezTo>
                      <a:pt x="215265" y="765883"/>
                      <a:pt x="227648" y="762072"/>
                      <a:pt x="237173" y="767787"/>
                    </a:cubicBezTo>
                    <a:lnTo>
                      <a:pt x="237173" y="767787"/>
                    </a:lnTo>
                    <a:cubicBezTo>
                      <a:pt x="246698" y="773503"/>
                      <a:pt x="250508" y="785885"/>
                      <a:pt x="244792" y="795410"/>
                    </a:cubicBezTo>
                    <a:lnTo>
                      <a:pt x="244792" y="795410"/>
                    </a:lnTo>
                    <a:cubicBezTo>
                      <a:pt x="240983" y="802078"/>
                      <a:pt x="234315" y="805887"/>
                      <a:pt x="227648" y="805887"/>
                    </a:cubicBezTo>
                    <a:lnTo>
                      <a:pt x="227648" y="805887"/>
                    </a:lnTo>
                    <a:cubicBezTo>
                      <a:pt x="224790" y="805887"/>
                      <a:pt x="220980" y="804935"/>
                      <a:pt x="217170" y="803030"/>
                    </a:cubicBezTo>
                    <a:close/>
                    <a:moveTo>
                      <a:pt x="288608" y="688730"/>
                    </a:moveTo>
                    <a:cubicBezTo>
                      <a:pt x="279083" y="682062"/>
                      <a:pt x="277177" y="669680"/>
                      <a:pt x="283845" y="660155"/>
                    </a:cubicBezTo>
                    <a:lnTo>
                      <a:pt x="283845" y="660155"/>
                    </a:lnTo>
                    <a:cubicBezTo>
                      <a:pt x="290513" y="651583"/>
                      <a:pt x="302895" y="648725"/>
                      <a:pt x="311467" y="655393"/>
                    </a:cubicBezTo>
                    <a:lnTo>
                      <a:pt x="311467" y="655393"/>
                    </a:lnTo>
                    <a:cubicBezTo>
                      <a:pt x="320992" y="662060"/>
                      <a:pt x="322898" y="674443"/>
                      <a:pt x="316230" y="683968"/>
                    </a:cubicBezTo>
                    <a:lnTo>
                      <a:pt x="316230" y="683968"/>
                    </a:lnTo>
                    <a:cubicBezTo>
                      <a:pt x="312420" y="689683"/>
                      <a:pt x="305752" y="692540"/>
                      <a:pt x="299085" y="692540"/>
                    </a:cubicBezTo>
                    <a:lnTo>
                      <a:pt x="299085" y="692540"/>
                    </a:lnTo>
                    <a:cubicBezTo>
                      <a:pt x="296227" y="692540"/>
                      <a:pt x="292417" y="691587"/>
                      <a:pt x="288608" y="688730"/>
                    </a:cubicBezTo>
                    <a:close/>
                    <a:moveTo>
                      <a:pt x="369570" y="581097"/>
                    </a:moveTo>
                    <a:cubicBezTo>
                      <a:pt x="360998" y="573478"/>
                      <a:pt x="360045" y="561095"/>
                      <a:pt x="366713" y="552522"/>
                    </a:cubicBezTo>
                    <a:lnTo>
                      <a:pt x="366713" y="552522"/>
                    </a:lnTo>
                    <a:lnTo>
                      <a:pt x="366713" y="552522"/>
                    </a:lnTo>
                    <a:lnTo>
                      <a:pt x="366713" y="552522"/>
                    </a:lnTo>
                    <a:cubicBezTo>
                      <a:pt x="374333" y="543950"/>
                      <a:pt x="386715" y="542997"/>
                      <a:pt x="395288" y="549665"/>
                    </a:cubicBezTo>
                    <a:lnTo>
                      <a:pt x="395288" y="549665"/>
                    </a:lnTo>
                    <a:cubicBezTo>
                      <a:pt x="403860" y="557285"/>
                      <a:pt x="404813" y="569668"/>
                      <a:pt x="398145" y="578240"/>
                    </a:cubicBezTo>
                    <a:lnTo>
                      <a:pt x="398145" y="578240"/>
                    </a:lnTo>
                    <a:cubicBezTo>
                      <a:pt x="394335" y="583003"/>
                      <a:pt x="388620" y="585860"/>
                      <a:pt x="382905" y="585860"/>
                    </a:cubicBezTo>
                    <a:lnTo>
                      <a:pt x="382905" y="585860"/>
                    </a:lnTo>
                    <a:cubicBezTo>
                      <a:pt x="378142" y="585860"/>
                      <a:pt x="373380" y="583955"/>
                      <a:pt x="369570" y="581097"/>
                    </a:cubicBezTo>
                    <a:close/>
                    <a:moveTo>
                      <a:pt x="460058" y="480133"/>
                    </a:moveTo>
                    <a:cubicBezTo>
                      <a:pt x="452438" y="471560"/>
                      <a:pt x="452438" y="459178"/>
                      <a:pt x="460058" y="451558"/>
                    </a:cubicBezTo>
                    <a:lnTo>
                      <a:pt x="460058" y="451558"/>
                    </a:lnTo>
                    <a:cubicBezTo>
                      <a:pt x="467677" y="442985"/>
                      <a:pt x="481013" y="442985"/>
                      <a:pt x="488633" y="451558"/>
                    </a:cubicBezTo>
                    <a:lnTo>
                      <a:pt x="488633" y="451558"/>
                    </a:lnTo>
                    <a:cubicBezTo>
                      <a:pt x="496252" y="459178"/>
                      <a:pt x="496252" y="472512"/>
                      <a:pt x="488633" y="480133"/>
                    </a:cubicBezTo>
                    <a:lnTo>
                      <a:pt x="488633" y="480133"/>
                    </a:lnTo>
                    <a:cubicBezTo>
                      <a:pt x="484823" y="483943"/>
                      <a:pt x="479108" y="485847"/>
                      <a:pt x="474345" y="485847"/>
                    </a:cubicBezTo>
                    <a:lnTo>
                      <a:pt x="474345" y="485847"/>
                    </a:lnTo>
                    <a:cubicBezTo>
                      <a:pt x="468630" y="485847"/>
                      <a:pt x="463867" y="483943"/>
                      <a:pt x="460058" y="480133"/>
                    </a:cubicBezTo>
                    <a:close/>
                    <a:moveTo>
                      <a:pt x="558165" y="387740"/>
                    </a:moveTo>
                    <a:cubicBezTo>
                      <a:pt x="550545" y="379168"/>
                      <a:pt x="551498" y="366785"/>
                      <a:pt x="561023" y="359165"/>
                    </a:cubicBezTo>
                    <a:lnTo>
                      <a:pt x="561023" y="359165"/>
                    </a:lnTo>
                    <a:cubicBezTo>
                      <a:pt x="569595" y="351545"/>
                      <a:pt x="581977" y="353450"/>
                      <a:pt x="589598" y="362022"/>
                    </a:cubicBezTo>
                    <a:lnTo>
                      <a:pt x="589598" y="362022"/>
                    </a:lnTo>
                    <a:cubicBezTo>
                      <a:pt x="596265" y="370595"/>
                      <a:pt x="595313" y="382978"/>
                      <a:pt x="586740" y="390597"/>
                    </a:cubicBezTo>
                    <a:lnTo>
                      <a:pt x="586740" y="390597"/>
                    </a:lnTo>
                    <a:cubicBezTo>
                      <a:pt x="582930" y="393455"/>
                      <a:pt x="578167" y="395360"/>
                      <a:pt x="573405" y="395360"/>
                    </a:cubicBezTo>
                    <a:lnTo>
                      <a:pt x="573405" y="395360"/>
                    </a:lnTo>
                    <a:cubicBezTo>
                      <a:pt x="568642" y="394408"/>
                      <a:pt x="562927" y="392503"/>
                      <a:pt x="558165" y="387740"/>
                    </a:cubicBezTo>
                    <a:close/>
                    <a:moveTo>
                      <a:pt x="664845" y="303920"/>
                    </a:moveTo>
                    <a:cubicBezTo>
                      <a:pt x="658177" y="294395"/>
                      <a:pt x="660083" y="282012"/>
                      <a:pt x="669608" y="275345"/>
                    </a:cubicBezTo>
                    <a:lnTo>
                      <a:pt x="669608" y="275345"/>
                    </a:lnTo>
                    <a:lnTo>
                      <a:pt x="669608" y="275345"/>
                    </a:lnTo>
                    <a:lnTo>
                      <a:pt x="669608" y="275345"/>
                    </a:lnTo>
                    <a:cubicBezTo>
                      <a:pt x="679133" y="268678"/>
                      <a:pt x="691515" y="271535"/>
                      <a:pt x="697230" y="280108"/>
                    </a:cubicBezTo>
                    <a:lnTo>
                      <a:pt x="697230" y="280108"/>
                    </a:lnTo>
                    <a:cubicBezTo>
                      <a:pt x="703898" y="289633"/>
                      <a:pt x="701992" y="302015"/>
                      <a:pt x="692467" y="307730"/>
                    </a:cubicBezTo>
                    <a:lnTo>
                      <a:pt x="692467" y="307730"/>
                    </a:lnTo>
                    <a:cubicBezTo>
                      <a:pt x="688658" y="310587"/>
                      <a:pt x="684848" y="311540"/>
                      <a:pt x="681038" y="311540"/>
                    </a:cubicBezTo>
                    <a:lnTo>
                      <a:pt x="681038" y="311540"/>
                    </a:lnTo>
                    <a:cubicBezTo>
                      <a:pt x="674370" y="313445"/>
                      <a:pt x="668655" y="309635"/>
                      <a:pt x="664845" y="303920"/>
                    </a:cubicBezTo>
                    <a:close/>
                    <a:moveTo>
                      <a:pt x="777240" y="230578"/>
                    </a:moveTo>
                    <a:cubicBezTo>
                      <a:pt x="771525" y="221053"/>
                      <a:pt x="774383" y="208670"/>
                      <a:pt x="784860" y="202955"/>
                    </a:cubicBezTo>
                    <a:lnTo>
                      <a:pt x="784860" y="202955"/>
                    </a:lnTo>
                    <a:lnTo>
                      <a:pt x="784860" y="202955"/>
                    </a:lnTo>
                    <a:lnTo>
                      <a:pt x="784860" y="202955"/>
                    </a:lnTo>
                    <a:cubicBezTo>
                      <a:pt x="794385" y="197240"/>
                      <a:pt x="806767" y="201050"/>
                      <a:pt x="812483" y="210575"/>
                    </a:cubicBezTo>
                    <a:lnTo>
                      <a:pt x="812483" y="210575"/>
                    </a:lnTo>
                    <a:cubicBezTo>
                      <a:pt x="818198" y="220100"/>
                      <a:pt x="814388" y="232483"/>
                      <a:pt x="804863" y="238197"/>
                    </a:cubicBezTo>
                    <a:lnTo>
                      <a:pt x="804863" y="238197"/>
                    </a:lnTo>
                    <a:cubicBezTo>
                      <a:pt x="802005" y="240103"/>
                      <a:pt x="798195" y="241055"/>
                      <a:pt x="794385" y="241055"/>
                    </a:cubicBezTo>
                    <a:lnTo>
                      <a:pt x="794385" y="241055"/>
                    </a:lnTo>
                    <a:cubicBezTo>
                      <a:pt x="787717" y="240103"/>
                      <a:pt x="781050" y="237245"/>
                      <a:pt x="777240" y="230578"/>
                    </a:cubicBezTo>
                    <a:close/>
                    <a:moveTo>
                      <a:pt x="896302" y="166760"/>
                    </a:moveTo>
                    <a:cubicBezTo>
                      <a:pt x="891540" y="156283"/>
                      <a:pt x="896302" y="143900"/>
                      <a:pt x="905827" y="140090"/>
                    </a:cubicBezTo>
                    <a:lnTo>
                      <a:pt x="905827" y="140090"/>
                    </a:lnTo>
                    <a:cubicBezTo>
                      <a:pt x="916305" y="135328"/>
                      <a:pt x="927735" y="140090"/>
                      <a:pt x="932498" y="150568"/>
                    </a:cubicBezTo>
                    <a:lnTo>
                      <a:pt x="932498" y="150568"/>
                    </a:lnTo>
                    <a:cubicBezTo>
                      <a:pt x="937260" y="160093"/>
                      <a:pt x="932498" y="172475"/>
                      <a:pt x="922973" y="177237"/>
                    </a:cubicBezTo>
                    <a:lnTo>
                      <a:pt x="922973" y="177237"/>
                    </a:lnTo>
                    <a:cubicBezTo>
                      <a:pt x="920115" y="178190"/>
                      <a:pt x="917258" y="179143"/>
                      <a:pt x="914400" y="179143"/>
                    </a:cubicBezTo>
                    <a:lnTo>
                      <a:pt x="914400" y="179143"/>
                    </a:lnTo>
                    <a:cubicBezTo>
                      <a:pt x="906780" y="178190"/>
                      <a:pt x="899160" y="174380"/>
                      <a:pt x="896302" y="166760"/>
                    </a:cubicBezTo>
                    <a:close/>
                    <a:moveTo>
                      <a:pt x="1020127" y="113420"/>
                    </a:moveTo>
                    <a:cubicBezTo>
                      <a:pt x="1016317" y="102943"/>
                      <a:pt x="1022033" y="91512"/>
                      <a:pt x="1032510" y="87703"/>
                    </a:cubicBezTo>
                    <a:lnTo>
                      <a:pt x="1032510" y="87703"/>
                    </a:lnTo>
                    <a:lnTo>
                      <a:pt x="1032510" y="87703"/>
                    </a:lnTo>
                    <a:lnTo>
                      <a:pt x="1032510" y="87703"/>
                    </a:lnTo>
                    <a:cubicBezTo>
                      <a:pt x="1042988" y="83893"/>
                      <a:pt x="1054417" y="89608"/>
                      <a:pt x="1058227" y="100085"/>
                    </a:cubicBezTo>
                    <a:lnTo>
                      <a:pt x="1058227" y="100085"/>
                    </a:lnTo>
                    <a:cubicBezTo>
                      <a:pt x="1062038" y="110562"/>
                      <a:pt x="1056323" y="121993"/>
                      <a:pt x="1045845" y="125803"/>
                    </a:cubicBezTo>
                    <a:lnTo>
                      <a:pt x="1045845" y="125803"/>
                    </a:lnTo>
                    <a:cubicBezTo>
                      <a:pt x="1043940" y="126755"/>
                      <a:pt x="1041083" y="126755"/>
                      <a:pt x="1039177" y="126755"/>
                    </a:cubicBezTo>
                    <a:lnTo>
                      <a:pt x="1039177" y="126755"/>
                    </a:lnTo>
                    <a:cubicBezTo>
                      <a:pt x="1031558" y="126755"/>
                      <a:pt x="1022985" y="121993"/>
                      <a:pt x="1020127" y="113420"/>
                    </a:cubicBezTo>
                    <a:close/>
                    <a:moveTo>
                      <a:pt x="1148715" y="71510"/>
                    </a:moveTo>
                    <a:cubicBezTo>
                      <a:pt x="1145858" y="61033"/>
                      <a:pt x="1152525" y="49603"/>
                      <a:pt x="1163002" y="46745"/>
                    </a:cubicBezTo>
                    <a:lnTo>
                      <a:pt x="1163002" y="46745"/>
                    </a:lnTo>
                    <a:cubicBezTo>
                      <a:pt x="1173480" y="43887"/>
                      <a:pt x="1184910" y="50555"/>
                      <a:pt x="1187767" y="61033"/>
                    </a:cubicBezTo>
                    <a:lnTo>
                      <a:pt x="1187767" y="61033"/>
                    </a:lnTo>
                    <a:cubicBezTo>
                      <a:pt x="1190625" y="71510"/>
                      <a:pt x="1183958" y="82940"/>
                      <a:pt x="1173480" y="85797"/>
                    </a:cubicBezTo>
                    <a:lnTo>
                      <a:pt x="1173480" y="85797"/>
                    </a:lnTo>
                    <a:cubicBezTo>
                      <a:pt x="1171575" y="86750"/>
                      <a:pt x="1169671" y="86750"/>
                      <a:pt x="1167765" y="86750"/>
                    </a:cubicBezTo>
                    <a:lnTo>
                      <a:pt x="1167765" y="86750"/>
                    </a:lnTo>
                    <a:cubicBezTo>
                      <a:pt x="1159192" y="86750"/>
                      <a:pt x="1150621" y="80083"/>
                      <a:pt x="1148715" y="71510"/>
                    </a:cubicBezTo>
                    <a:close/>
                    <a:moveTo>
                      <a:pt x="1280160" y="41030"/>
                    </a:moveTo>
                    <a:cubicBezTo>
                      <a:pt x="1278255" y="29600"/>
                      <a:pt x="1285875" y="19122"/>
                      <a:pt x="1296352" y="17218"/>
                    </a:cubicBezTo>
                    <a:lnTo>
                      <a:pt x="1296352" y="17218"/>
                    </a:lnTo>
                    <a:lnTo>
                      <a:pt x="1296352" y="17218"/>
                    </a:lnTo>
                    <a:lnTo>
                      <a:pt x="1296352" y="17218"/>
                    </a:lnTo>
                    <a:cubicBezTo>
                      <a:pt x="1307783" y="15312"/>
                      <a:pt x="1317308" y="22933"/>
                      <a:pt x="1320165" y="33410"/>
                    </a:cubicBezTo>
                    <a:lnTo>
                      <a:pt x="1320165" y="33410"/>
                    </a:lnTo>
                    <a:cubicBezTo>
                      <a:pt x="1322071" y="44840"/>
                      <a:pt x="1314450" y="55318"/>
                      <a:pt x="1303021" y="57222"/>
                    </a:cubicBezTo>
                    <a:lnTo>
                      <a:pt x="1303021" y="57222"/>
                    </a:lnTo>
                    <a:cubicBezTo>
                      <a:pt x="1302067" y="57222"/>
                      <a:pt x="1301115" y="57222"/>
                      <a:pt x="1300163" y="57222"/>
                    </a:cubicBezTo>
                    <a:lnTo>
                      <a:pt x="1300163" y="57222"/>
                    </a:lnTo>
                    <a:cubicBezTo>
                      <a:pt x="1290638" y="58175"/>
                      <a:pt x="1282065" y="50555"/>
                      <a:pt x="1280160" y="41030"/>
                    </a:cubicBezTo>
                    <a:close/>
                    <a:moveTo>
                      <a:pt x="1413510" y="21980"/>
                    </a:moveTo>
                    <a:cubicBezTo>
                      <a:pt x="1412558" y="10550"/>
                      <a:pt x="1421130" y="1025"/>
                      <a:pt x="1431608" y="72"/>
                    </a:cubicBezTo>
                    <a:lnTo>
                      <a:pt x="1431608" y="72"/>
                    </a:lnTo>
                    <a:lnTo>
                      <a:pt x="1431608" y="72"/>
                    </a:lnTo>
                    <a:lnTo>
                      <a:pt x="1431608" y="72"/>
                    </a:lnTo>
                    <a:cubicBezTo>
                      <a:pt x="1443038" y="-880"/>
                      <a:pt x="1452563" y="7693"/>
                      <a:pt x="1453515" y="18170"/>
                    </a:cubicBezTo>
                    <a:lnTo>
                      <a:pt x="1453515" y="18170"/>
                    </a:lnTo>
                    <a:cubicBezTo>
                      <a:pt x="1454467" y="29600"/>
                      <a:pt x="1445896" y="39125"/>
                      <a:pt x="1435417" y="40078"/>
                    </a:cubicBezTo>
                    <a:lnTo>
                      <a:pt x="1435417" y="40078"/>
                    </a:lnTo>
                    <a:cubicBezTo>
                      <a:pt x="1434465" y="40078"/>
                      <a:pt x="1434465" y="40078"/>
                      <a:pt x="1433513" y="40078"/>
                    </a:cubicBezTo>
                    <a:lnTo>
                      <a:pt x="1433513" y="40078"/>
                    </a:lnTo>
                    <a:cubicBezTo>
                      <a:pt x="1423988" y="40078"/>
                      <a:pt x="1414463" y="32458"/>
                      <a:pt x="1413510" y="21980"/>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17" name="Freeform 485">
                <a:extLst>
                  <a:ext uri="{FF2B5EF4-FFF2-40B4-BE49-F238E27FC236}">
                    <a16:creationId xmlns:a16="http://schemas.microsoft.com/office/drawing/2014/main" id="{9B6183D1-3B18-514C-871C-3C344911CE06}"/>
                  </a:ext>
                </a:extLst>
              </p:cNvPr>
              <p:cNvSpPr/>
              <p:nvPr/>
            </p:nvSpPr>
            <p:spPr>
              <a:xfrm>
                <a:off x="16802667" y="6990398"/>
                <a:ext cx="1453587" cy="1579245"/>
              </a:xfrm>
              <a:custGeom>
                <a:avLst/>
                <a:gdLst>
                  <a:gd name="connsiteX0" fmla="*/ 72 w 1453587"/>
                  <a:gd name="connsiteY0" fmla="*/ 1561147 h 1579244"/>
                  <a:gd name="connsiteX1" fmla="*/ 19122 w 1453587"/>
                  <a:gd name="connsiteY1" fmla="*/ 1539240 h 1579244"/>
                  <a:gd name="connsiteX2" fmla="*/ 19122 w 1453587"/>
                  <a:gd name="connsiteY2" fmla="*/ 1539240 h 1579244"/>
                  <a:gd name="connsiteX3" fmla="*/ 41029 w 1453587"/>
                  <a:gd name="connsiteY3" fmla="*/ 1557338 h 1579244"/>
                  <a:gd name="connsiteX4" fmla="*/ 41029 w 1453587"/>
                  <a:gd name="connsiteY4" fmla="*/ 1557338 h 1579244"/>
                  <a:gd name="connsiteX5" fmla="*/ 21979 w 1453587"/>
                  <a:gd name="connsiteY5" fmla="*/ 1579245 h 1579244"/>
                  <a:gd name="connsiteX6" fmla="*/ 21979 w 1453587"/>
                  <a:gd name="connsiteY6" fmla="*/ 1579245 h 1579244"/>
                  <a:gd name="connsiteX7" fmla="*/ 20075 w 1453587"/>
                  <a:gd name="connsiteY7" fmla="*/ 1579245 h 1579244"/>
                  <a:gd name="connsiteX8" fmla="*/ 20075 w 1453587"/>
                  <a:gd name="connsiteY8" fmla="*/ 1579245 h 1579244"/>
                  <a:gd name="connsiteX9" fmla="*/ 72 w 1453587"/>
                  <a:gd name="connsiteY9" fmla="*/ 1561147 h 1579244"/>
                  <a:gd name="connsiteX10" fmla="*/ 134375 w 1453587"/>
                  <a:gd name="connsiteY10" fmla="*/ 1544955 h 1579244"/>
                  <a:gd name="connsiteX11" fmla="*/ 150567 w 1453587"/>
                  <a:gd name="connsiteY11" fmla="*/ 1521142 h 1579244"/>
                  <a:gd name="connsiteX12" fmla="*/ 150567 w 1453587"/>
                  <a:gd name="connsiteY12" fmla="*/ 1521142 h 1579244"/>
                  <a:gd name="connsiteX13" fmla="*/ 174379 w 1453587"/>
                  <a:gd name="connsiteY13" fmla="*/ 1537335 h 1579244"/>
                  <a:gd name="connsiteX14" fmla="*/ 174379 w 1453587"/>
                  <a:gd name="connsiteY14" fmla="*/ 1537335 h 1579244"/>
                  <a:gd name="connsiteX15" fmla="*/ 158187 w 1453587"/>
                  <a:gd name="connsiteY15" fmla="*/ 1561147 h 1579244"/>
                  <a:gd name="connsiteX16" fmla="*/ 158187 w 1453587"/>
                  <a:gd name="connsiteY16" fmla="*/ 1561147 h 1579244"/>
                  <a:gd name="connsiteX17" fmla="*/ 158187 w 1453587"/>
                  <a:gd name="connsiteY17" fmla="*/ 1561147 h 1579244"/>
                  <a:gd name="connsiteX18" fmla="*/ 158187 w 1453587"/>
                  <a:gd name="connsiteY18" fmla="*/ 1561147 h 1579244"/>
                  <a:gd name="connsiteX19" fmla="*/ 154377 w 1453587"/>
                  <a:gd name="connsiteY19" fmla="*/ 1561147 h 1579244"/>
                  <a:gd name="connsiteX20" fmla="*/ 154377 w 1453587"/>
                  <a:gd name="connsiteY20" fmla="*/ 1561147 h 1579244"/>
                  <a:gd name="connsiteX21" fmla="*/ 134375 w 1453587"/>
                  <a:gd name="connsiteY21" fmla="*/ 1544955 h 1579244"/>
                  <a:gd name="connsiteX22" fmla="*/ 266772 w 1453587"/>
                  <a:gd name="connsiteY22" fmla="*/ 1518285 h 1579244"/>
                  <a:gd name="connsiteX23" fmla="*/ 281060 w 1453587"/>
                  <a:gd name="connsiteY23" fmla="*/ 1493520 h 1579244"/>
                  <a:gd name="connsiteX24" fmla="*/ 281060 w 1453587"/>
                  <a:gd name="connsiteY24" fmla="*/ 1493520 h 1579244"/>
                  <a:gd name="connsiteX25" fmla="*/ 305825 w 1453587"/>
                  <a:gd name="connsiteY25" fmla="*/ 1507807 h 1579244"/>
                  <a:gd name="connsiteX26" fmla="*/ 305825 w 1453587"/>
                  <a:gd name="connsiteY26" fmla="*/ 1507807 h 1579244"/>
                  <a:gd name="connsiteX27" fmla="*/ 291537 w 1453587"/>
                  <a:gd name="connsiteY27" fmla="*/ 1532572 h 1579244"/>
                  <a:gd name="connsiteX28" fmla="*/ 291537 w 1453587"/>
                  <a:gd name="connsiteY28" fmla="*/ 1532572 h 1579244"/>
                  <a:gd name="connsiteX29" fmla="*/ 286775 w 1453587"/>
                  <a:gd name="connsiteY29" fmla="*/ 1533525 h 1579244"/>
                  <a:gd name="connsiteX30" fmla="*/ 286775 w 1453587"/>
                  <a:gd name="connsiteY30" fmla="*/ 1533525 h 1579244"/>
                  <a:gd name="connsiteX31" fmla="*/ 266772 w 1453587"/>
                  <a:gd name="connsiteY31" fmla="*/ 1518285 h 1579244"/>
                  <a:gd name="connsiteX32" fmla="*/ 396312 w 1453587"/>
                  <a:gd name="connsiteY32" fmla="*/ 1480185 h 1579244"/>
                  <a:gd name="connsiteX33" fmla="*/ 408695 w 1453587"/>
                  <a:gd name="connsiteY33" fmla="*/ 1454467 h 1579244"/>
                  <a:gd name="connsiteX34" fmla="*/ 408695 w 1453587"/>
                  <a:gd name="connsiteY34" fmla="*/ 1454467 h 1579244"/>
                  <a:gd name="connsiteX35" fmla="*/ 434412 w 1453587"/>
                  <a:gd name="connsiteY35" fmla="*/ 1466850 h 1579244"/>
                  <a:gd name="connsiteX36" fmla="*/ 434412 w 1453587"/>
                  <a:gd name="connsiteY36" fmla="*/ 1466850 h 1579244"/>
                  <a:gd name="connsiteX37" fmla="*/ 422029 w 1453587"/>
                  <a:gd name="connsiteY37" fmla="*/ 1492567 h 1579244"/>
                  <a:gd name="connsiteX38" fmla="*/ 422029 w 1453587"/>
                  <a:gd name="connsiteY38" fmla="*/ 1492567 h 1579244"/>
                  <a:gd name="connsiteX39" fmla="*/ 415362 w 1453587"/>
                  <a:gd name="connsiteY39" fmla="*/ 1493520 h 1579244"/>
                  <a:gd name="connsiteX40" fmla="*/ 415362 w 1453587"/>
                  <a:gd name="connsiteY40" fmla="*/ 1493520 h 1579244"/>
                  <a:gd name="connsiteX41" fmla="*/ 396312 w 1453587"/>
                  <a:gd name="connsiteY41" fmla="*/ 1480185 h 1579244"/>
                  <a:gd name="connsiteX42" fmla="*/ 521089 w 1453587"/>
                  <a:gd name="connsiteY42" fmla="*/ 1429702 h 1579244"/>
                  <a:gd name="connsiteX43" fmla="*/ 530614 w 1453587"/>
                  <a:gd name="connsiteY43" fmla="*/ 1403032 h 1579244"/>
                  <a:gd name="connsiteX44" fmla="*/ 530614 w 1453587"/>
                  <a:gd name="connsiteY44" fmla="*/ 1403032 h 1579244"/>
                  <a:gd name="connsiteX45" fmla="*/ 557285 w 1453587"/>
                  <a:gd name="connsiteY45" fmla="*/ 1412557 h 1579244"/>
                  <a:gd name="connsiteX46" fmla="*/ 557285 w 1453587"/>
                  <a:gd name="connsiteY46" fmla="*/ 1412557 h 1579244"/>
                  <a:gd name="connsiteX47" fmla="*/ 547760 w 1453587"/>
                  <a:gd name="connsiteY47" fmla="*/ 1439227 h 1579244"/>
                  <a:gd name="connsiteX48" fmla="*/ 547760 w 1453587"/>
                  <a:gd name="connsiteY48" fmla="*/ 1439227 h 1579244"/>
                  <a:gd name="connsiteX49" fmla="*/ 539187 w 1453587"/>
                  <a:gd name="connsiteY49" fmla="*/ 1441132 h 1579244"/>
                  <a:gd name="connsiteX50" fmla="*/ 539187 w 1453587"/>
                  <a:gd name="connsiteY50" fmla="*/ 1441132 h 1579244"/>
                  <a:gd name="connsiteX51" fmla="*/ 521089 w 1453587"/>
                  <a:gd name="connsiteY51" fmla="*/ 1429702 h 1579244"/>
                  <a:gd name="connsiteX52" fmla="*/ 642058 w 1453587"/>
                  <a:gd name="connsiteY52" fmla="*/ 1369695 h 1579244"/>
                  <a:gd name="connsiteX53" fmla="*/ 649677 w 1453587"/>
                  <a:gd name="connsiteY53" fmla="*/ 1342072 h 1579244"/>
                  <a:gd name="connsiteX54" fmla="*/ 649677 w 1453587"/>
                  <a:gd name="connsiteY54" fmla="*/ 1342072 h 1579244"/>
                  <a:gd name="connsiteX55" fmla="*/ 677300 w 1453587"/>
                  <a:gd name="connsiteY55" fmla="*/ 1349692 h 1579244"/>
                  <a:gd name="connsiteX56" fmla="*/ 677300 w 1453587"/>
                  <a:gd name="connsiteY56" fmla="*/ 1349692 h 1579244"/>
                  <a:gd name="connsiteX57" fmla="*/ 669679 w 1453587"/>
                  <a:gd name="connsiteY57" fmla="*/ 1377315 h 1579244"/>
                  <a:gd name="connsiteX58" fmla="*/ 669679 w 1453587"/>
                  <a:gd name="connsiteY58" fmla="*/ 1377315 h 1579244"/>
                  <a:gd name="connsiteX59" fmla="*/ 659202 w 1453587"/>
                  <a:gd name="connsiteY59" fmla="*/ 1380172 h 1579244"/>
                  <a:gd name="connsiteX60" fmla="*/ 659202 w 1453587"/>
                  <a:gd name="connsiteY60" fmla="*/ 1380172 h 1579244"/>
                  <a:gd name="connsiteX61" fmla="*/ 642058 w 1453587"/>
                  <a:gd name="connsiteY61" fmla="*/ 1369695 h 1579244"/>
                  <a:gd name="connsiteX62" fmla="*/ 757310 w 1453587"/>
                  <a:gd name="connsiteY62" fmla="*/ 1298257 h 1579244"/>
                  <a:gd name="connsiteX63" fmla="*/ 762072 w 1453587"/>
                  <a:gd name="connsiteY63" fmla="*/ 1270635 h 1579244"/>
                  <a:gd name="connsiteX64" fmla="*/ 762072 w 1453587"/>
                  <a:gd name="connsiteY64" fmla="*/ 1270635 h 1579244"/>
                  <a:gd name="connsiteX65" fmla="*/ 789695 w 1453587"/>
                  <a:gd name="connsiteY65" fmla="*/ 1275397 h 1579244"/>
                  <a:gd name="connsiteX66" fmla="*/ 789695 w 1453587"/>
                  <a:gd name="connsiteY66" fmla="*/ 1275397 h 1579244"/>
                  <a:gd name="connsiteX67" fmla="*/ 784933 w 1453587"/>
                  <a:gd name="connsiteY67" fmla="*/ 1303972 h 1579244"/>
                  <a:gd name="connsiteX68" fmla="*/ 784933 w 1453587"/>
                  <a:gd name="connsiteY68" fmla="*/ 1303972 h 1579244"/>
                  <a:gd name="connsiteX69" fmla="*/ 773502 w 1453587"/>
                  <a:gd name="connsiteY69" fmla="*/ 1307782 h 1579244"/>
                  <a:gd name="connsiteX70" fmla="*/ 773502 w 1453587"/>
                  <a:gd name="connsiteY70" fmla="*/ 1307782 h 1579244"/>
                  <a:gd name="connsiteX71" fmla="*/ 757310 w 1453587"/>
                  <a:gd name="connsiteY71" fmla="*/ 1298257 h 1579244"/>
                  <a:gd name="connsiteX72" fmla="*/ 864942 w 1453587"/>
                  <a:gd name="connsiteY72" fmla="*/ 1217295 h 1579244"/>
                  <a:gd name="connsiteX73" fmla="*/ 867800 w 1453587"/>
                  <a:gd name="connsiteY73" fmla="*/ 1188720 h 1579244"/>
                  <a:gd name="connsiteX74" fmla="*/ 867800 w 1453587"/>
                  <a:gd name="connsiteY74" fmla="*/ 1188720 h 1579244"/>
                  <a:gd name="connsiteX75" fmla="*/ 896375 w 1453587"/>
                  <a:gd name="connsiteY75" fmla="*/ 1191577 h 1579244"/>
                  <a:gd name="connsiteX76" fmla="*/ 896375 w 1453587"/>
                  <a:gd name="connsiteY76" fmla="*/ 1191577 h 1579244"/>
                  <a:gd name="connsiteX77" fmla="*/ 893517 w 1453587"/>
                  <a:gd name="connsiteY77" fmla="*/ 1220152 h 1579244"/>
                  <a:gd name="connsiteX78" fmla="*/ 893517 w 1453587"/>
                  <a:gd name="connsiteY78" fmla="*/ 1220152 h 1579244"/>
                  <a:gd name="connsiteX79" fmla="*/ 893517 w 1453587"/>
                  <a:gd name="connsiteY79" fmla="*/ 1220152 h 1579244"/>
                  <a:gd name="connsiteX80" fmla="*/ 893517 w 1453587"/>
                  <a:gd name="connsiteY80" fmla="*/ 1220152 h 1579244"/>
                  <a:gd name="connsiteX81" fmla="*/ 880183 w 1453587"/>
                  <a:gd name="connsiteY81" fmla="*/ 1224915 h 1579244"/>
                  <a:gd name="connsiteX82" fmla="*/ 880183 w 1453587"/>
                  <a:gd name="connsiteY82" fmla="*/ 1224915 h 1579244"/>
                  <a:gd name="connsiteX83" fmla="*/ 864942 w 1453587"/>
                  <a:gd name="connsiteY83" fmla="*/ 1217295 h 1579244"/>
                  <a:gd name="connsiteX84" fmla="*/ 965908 w 1453587"/>
                  <a:gd name="connsiteY84" fmla="*/ 1127760 h 1579244"/>
                  <a:gd name="connsiteX85" fmla="*/ 965908 w 1453587"/>
                  <a:gd name="connsiteY85" fmla="*/ 1099185 h 1579244"/>
                  <a:gd name="connsiteX86" fmla="*/ 965908 w 1453587"/>
                  <a:gd name="connsiteY86" fmla="*/ 1099185 h 1579244"/>
                  <a:gd name="connsiteX87" fmla="*/ 994483 w 1453587"/>
                  <a:gd name="connsiteY87" fmla="*/ 1099185 h 1579244"/>
                  <a:gd name="connsiteX88" fmla="*/ 994483 w 1453587"/>
                  <a:gd name="connsiteY88" fmla="*/ 1099185 h 1579244"/>
                  <a:gd name="connsiteX89" fmla="*/ 994483 w 1453587"/>
                  <a:gd name="connsiteY89" fmla="*/ 1127760 h 1579244"/>
                  <a:gd name="connsiteX90" fmla="*/ 994483 w 1453587"/>
                  <a:gd name="connsiteY90" fmla="*/ 1127760 h 1579244"/>
                  <a:gd name="connsiteX91" fmla="*/ 980195 w 1453587"/>
                  <a:gd name="connsiteY91" fmla="*/ 1133475 h 1579244"/>
                  <a:gd name="connsiteX92" fmla="*/ 980195 w 1453587"/>
                  <a:gd name="connsiteY92" fmla="*/ 1133475 h 1579244"/>
                  <a:gd name="connsiteX93" fmla="*/ 965908 w 1453587"/>
                  <a:gd name="connsiteY93" fmla="*/ 1127760 h 1579244"/>
                  <a:gd name="connsiteX94" fmla="*/ 1058300 w 1453587"/>
                  <a:gd name="connsiteY94" fmla="*/ 1029652 h 1579244"/>
                  <a:gd name="connsiteX95" fmla="*/ 1055442 w 1453587"/>
                  <a:gd name="connsiteY95" fmla="*/ 1001077 h 1579244"/>
                  <a:gd name="connsiteX96" fmla="*/ 1055442 w 1453587"/>
                  <a:gd name="connsiteY96" fmla="*/ 1001077 h 1579244"/>
                  <a:gd name="connsiteX97" fmla="*/ 1084017 w 1453587"/>
                  <a:gd name="connsiteY97" fmla="*/ 998220 h 1579244"/>
                  <a:gd name="connsiteX98" fmla="*/ 1084017 w 1453587"/>
                  <a:gd name="connsiteY98" fmla="*/ 998220 h 1579244"/>
                  <a:gd name="connsiteX99" fmla="*/ 1086875 w 1453587"/>
                  <a:gd name="connsiteY99" fmla="*/ 1026795 h 1579244"/>
                  <a:gd name="connsiteX100" fmla="*/ 1086875 w 1453587"/>
                  <a:gd name="connsiteY100" fmla="*/ 1026795 h 1579244"/>
                  <a:gd name="connsiteX101" fmla="*/ 1071635 w 1453587"/>
                  <a:gd name="connsiteY101" fmla="*/ 1033463 h 1579244"/>
                  <a:gd name="connsiteX102" fmla="*/ 1071635 w 1453587"/>
                  <a:gd name="connsiteY102" fmla="*/ 1033463 h 1579244"/>
                  <a:gd name="connsiteX103" fmla="*/ 1058300 w 1453587"/>
                  <a:gd name="connsiteY103" fmla="*/ 1029652 h 1579244"/>
                  <a:gd name="connsiteX104" fmla="*/ 1142120 w 1453587"/>
                  <a:gd name="connsiteY104" fmla="*/ 923925 h 1579244"/>
                  <a:gd name="connsiteX105" fmla="*/ 1137358 w 1453587"/>
                  <a:gd name="connsiteY105" fmla="*/ 895350 h 1579244"/>
                  <a:gd name="connsiteX106" fmla="*/ 1137358 w 1453587"/>
                  <a:gd name="connsiteY106" fmla="*/ 895350 h 1579244"/>
                  <a:gd name="connsiteX107" fmla="*/ 1165933 w 1453587"/>
                  <a:gd name="connsiteY107" fmla="*/ 890588 h 1579244"/>
                  <a:gd name="connsiteX108" fmla="*/ 1165933 w 1453587"/>
                  <a:gd name="connsiteY108" fmla="*/ 890588 h 1579244"/>
                  <a:gd name="connsiteX109" fmla="*/ 1170695 w 1453587"/>
                  <a:gd name="connsiteY109" fmla="*/ 918210 h 1579244"/>
                  <a:gd name="connsiteX110" fmla="*/ 1170695 w 1453587"/>
                  <a:gd name="connsiteY110" fmla="*/ 918210 h 1579244"/>
                  <a:gd name="connsiteX111" fmla="*/ 1154502 w 1453587"/>
                  <a:gd name="connsiteY111" fmla="*/ 926782 h 1579244"/>
                  <a:gd name="connsiteX112" fmla="*/ 1154502 w 1453587"/>
                  <a:gd name="connsiteY112" fmla="*/ 926782 h 1579244"/>
                  <a:gd name="connsiteX113" fmla="*/ 1142120 w 1453587"/>
                  <a:gd name="connsiteY113" fmla="*/ 923925 h 1579244"/>
                  <a:gd name="connsiteX114" fmla="*/ 1216414 w 1453587"/>
                  <a:gd name="connsiteY114" fmla="*/ 810577 h 1579244"/>
                  <a:gd name="connsiteX115" fmla="*/ 1208795 w 1453587"/>
                  <a:gd name="connsiteY115" fmla="*/ 782955 h 1579244"/>
                  <a:gd name="connsiteX116" fmla="*/ 1208795 w 1453587"/>
                  <a:gd name="connsiteY116" fmla="*/ 782955 h 1579244"/>
                  <a:gd name="connsiteX117" fmla="*/ 1236417 w 1453587"/>
                  <a:gd name="connsiteY117" fmla="*/ 775335 h 1579244"/>
                  <a:gd name="connsiteX118" fmla="*/ 1236417 w 1453587"/>
                  <a:gd name="connsiteY118" fmla="*/ 775335 h 1579244"/>
                  <a:gd name="connsiteX119" fmla="*/ 1244037 w 1453587"/>
                  <a:gd name="connsiteY119" fmla="*/ 802957 h 1579244"/>
                  <a:gd name="connsiteX120" fmla="*/ 1244037 w 1453587"/>
                  <a:gd name="connsiteY120" fmla="*/ 802957 h 1579244"/>
                  <a:gd name="connsiteX121" fmla="*/ 1244037 w 1453587"/>
                  <a:gd name="connsiteY121" fmla="*/ 802957 h 1579244"/>
                  <a:gd name="connsiteX122" fmla="*/ 1244037 w 1453587"/>
                  <a:gd name="connsiteY122" fmla="*/ 802957 h 1579244"/>
                  <a:gd name="connsiteX123" fmla="*/ 1226892 w 1453587"/>
                  <a:gd name="connsiteY123" fmla="*/ 812482 h 1579244"/>
                  <a:gd name="connsiteX124" fmla="*/ 1226892 w 1453587"/>
                  <a:gd name="connsiteY124" fmla="*/ 812482 h 1579244"/>
                  <a:gd name="connsiteX125" fmla="*/ 1216414 w 1453587"/>
                  <a:gd name="connsiteY125" fmla="*/ 810577 h 1579244"/>
                  <a:gd name="connsiteX126" fmla="*/ 1280233 w 1453587"/>
                  <a:gd name="connsiteY126" fmla="*/ 692467 h 1579244"/>
                  <a:gd name="connsiteX127" fmla="*/ 1270708 w 1453587"/>
                  <a:gd name="connsiteY127" fmla="*/ 665797 h 1579244"/>
                  <a:gd name="connsiteX128" fmla="*/ 1270708 w 1453587"/>
                  <a:gd name="connsiteY128" fmla="*/ 665797 h 1579244"/>
                  <a:gd name="connsiteX129" fmla="*/ 1297377 w 1453587"/>
                  <a:gd name="connsiteY129" fmla="*/ 656272 h 1579244"/>
                  <a:gd name="connsiteX130" fmla="*/ 1297377 w 1453587"/>
                  <a:gd name="connsiteY130" fmla="*/ 656272 h 1579244"/>
                  <a:gd name="connsiteX131" fmla="*/ 1307854 w 1453587"/>
                  <a:gd name="connsiteY131" fmla="*/ 682942 h 1579244"/>
                  <a:gd name="connsiteX132" fmla="*/ 1307854 w 1453587"/>
                  <a:gd name="connsiteY132" fmla="*/ 682942 h 1579244"/>
                  <a:gd name="connsiteX133" fmla="*/ 1288804 w 1453587"/>
                  <a:gd name="connsiteY133" fmla="*/ 694372 h 1579244"/>
                  <a:gd name="connsiteX134" fmla="*/ 1288804 w 1453587"/>
                  <a:gd name="connsiteY134" fmla="*/ 694372 h 1579244"/>
                  <a:gd name="connsiteX135" fmla="*/ 1280233 w 1453587"/>
                  <a:gd name="connsiteY135" fmla="*/ 692467 h 1579244"/>
                  <a:gd name="connsiteX136" fmla="*/ 1334525 w 1453587"/>
                  <a:gd name="connsiteY136" fmla="*/ 568642 h 1579244"/>
                  <a:gd name="connsiteX137" fmla="*/ 1322142 w 1453587"/>
                  <a:gd name="connsiteY137" fmla="*/ 542925 h 1579244"/>
                  <a:gd name="connsiteX138" fmla="*/ 1322142 w 1453587"/>
                  <a:gd name="connsiteY138" fmla="*/ 542925 h 1579244"/>
                  <a:gd name="connsiteX139" fmla="*/ 1347860 w 1453587"/>
                  <a:gd name="connsiteY139" fmla="*/ 530542 h 1579244"/>
                  <a:gd name="connsiteX140" fmla="*/ 1347860 w 1453587"/>
                  <a:gd name="connsiteY140" fmla="*/ 530542 h 1579244"/>
                  <a:gd name="connsiteX141" fmla="*/ 1360242 w 1453587"/>
                  <a:gd name="connsiteY141" fmla="*/ 556260 h 1579244"/>
                  <a:gd name="connsiteX142" fmla="*/ 1360242 w 1453587"/>
                  <a:gd name="connsiteY142" fmla="*/ 556260 h 1579244"/>
                  <a:gd name="connsiteX143" fmla="*/ 1360242 w 1453587"/>
                  <a:gd name="connsiteY143" fmla="*/ 556260 h 1579244"/>
                  <a:gd name="connsiteX144" fmla="*/ 1360242 w 1453587"/>
                  <a:gd name="connsiteY144" fmla="*/ 556260 h 1579244"/>
                  <a:gd name="connsiteX145" fmla="*/ 1341192 w 1453587"/>
                  <a:gd name="connsiteY145" fmla="*/ 569595 h 1579244"/>
                  <a:gd name="connsiteX146" fmla="*/ 1341192 w 1453587"/>
                  <a:gd name="connsiteY146" fmla="*/ 569595 h 1579244"/>
                  <a:gd name="connsiteX147" fmla="*/ 1334525 w 1453587"/>
                  <a:gd name="connsiteY147" fmla="*/ 568642 h 1579244"/>
                  <a:gd name="connsiteX148" fmla="*/ 1376435 w 1453587"/>
                  <a:gd name="connsiteY148" fmla="*/ 440055 h 1579244"/>
                  <a:gd name="connsiteX149" fmla="*/ 1362147 w 1453587"/>
                  <a:gd name="connsiteY149" fmla="*/ 415290 h 1579244"/>
                  <a:gd name="connsiteX150" fmla="*/ 1362147 w 1453587"/>
                  <a:gd name="connsiteY150" fmla="*/ 415290 h 1579244"/>
                  <a:gd name="connsiteX151" fmla="*/ 1386912 w 1453587"/>
                  <a:gd name="connsiteY151" fmla="*/ 401002 h 1579244"/>
                  <a:gd name="connsiteX152" fmla="*/ 1386912 w 1453587"/>
                  <a:gd name="connsiteY152" fmla="*/ 401002 h 1579244"/>
                  <a:gd name="connsiteX153" fmla="*/ 1401200 w 1453587"/>
                  <a:gd name="connsiteY153" fmla="*/ 425767 h 1579244"/>
                  <a:gd name="connsiteX154" fmla="*/ 1401200 w 1453587"/>
                  <a:gd name="connsiteY154" fmla="*/ 425767 h 1579244"/>
                  <a:gd name="connsiteX155" fmla="*/ 1382150 w 1453587"/>
                  <a:gd name="connsiteY155" fmla="*/ 441007 h 1579244"/>
                  <a:gd name="connsiteX156" fmla="*/ 1382150 w 1453587"/>
                  <a:gd name="connsiteY156" fmla="*/ 441007 h 1579244"/>
                  <a:gd name="connsiteX157" fmla="*/ 1376435 w 1453587"/>
                  <a:gd name="connsiteY157" fmla="*/ 440055 h 1579244"/>
                  <a:gd name="connsiteX158" fmla="*/ 1406914 w 1453587"/>
                  <a:gd name="connsiteY158" fmla="*/ 308610 h 1579244"/>
                  <a:gd name="connsiteX159" fmla="*/ 1390722 w 1453587"/>
                  <a:gd name="connsiteY159" fmla="*/ 284797 h 1579244"/>
                  <a:gd name="connsiteX160" fmla="*/ 1390722 w 1453587"/>
                  <a:gd name="connsiteY160" fmla="*/ 284797 h 1579244"/>
                  <a:gd name="connsiteX161" fmla="*/ 1414535 w 1453587"/>
                  <a:gd name="connsiteY161" fmla="*/ 268605 h 1579244"/>
                  <a:gd name="connsiteX162" fmla="*/ 1414535 w 1453587"/>
                  <a:gd name="connsiteY162" fmla="*/ 268605 h 1579244"/>
                  <a:gd name="connsiteX163" fmla="*/ 1430727 w 1453587"/>
                  <a:gd name="connsiteY163" fmla="*/ 292417 h 1579244"/>
                  <a:gd name="connsiteX164" fmla="*/ 1430727 w 1453587"/>
                  <a:gd name="connsiteY164" fmla="*/ 292417 h 1579244"/>
                  <a:gd name="connsiteX165" fmla="*/ 1430727 w 1453587"/>
                  <a:gd name="connsiteY165" fmla="*/ 292417 h 1579244"/>
                  <a:gd name="connsiteX166" fmla="*/ 1430727 w 1453587"/>
                  <a:gd name="connsiteY166" fmla="*/ 292417 h 1579244"/>
                  <a:gd name="connsiteX167" fmla="*/ 1410725 w 1453587"/>
                  <a:gd name="connsiteY167" fmla="*/ 309563 h 1579244"/>
                  <a:gd name="connsiteX168" fmla="*/ 1410725 w 1453587"/>
                  <a:gd name="connsiteY168" fmla="*/ 309563 h 1579244"/>
                  <a:gd name="connsiteX169" fmla="*/ 1406914 w 1453587"/>
                  <a:gd name="connsiteY169" fmla="*/ 308610 h 1579244"/>
                  <a:gd name="connsiteX170" fmla="*/ 1426917 w 1453587"/>
                  <a:gd name="connsiteY170" fmla="*/ 175260 h 1579244"/>
                  <a:gd name="connsiteX171" fmla="*/ 1407867 w 1453587"/>
                  <a:gd name="connsiteY171" fmla="*/ 153352 h 1579244"/>
                  <a:gd name="connsiteX172" fmla="*/ 1407867 w 1453587"/>
                  <a:gd name="connsiteY172" fmla="*/ 153352 h 1579244"/>
                  <a:gd name="connsiteX173" fmla="*/ 1429775 w 1453587"/>
                  <a:gd name="connsiteY173" fmla="*/ 135255 h 1579244"/>
                  <a:gd name="connsiteX174" fmla="*/ 1429775 w 1453587"/>
                  <a:gd name="connsiteY174" fmla="*/ 135255 h 1579244"/>
                  <a:gd name="connsiteX175" fmla="*/ 1447872 w 1453587"/>
                  <a:gd name="connsiteY175" fmla="*/ 157163 h 1579244"/>
                  <a:gd name="connsiteX176" fmla="*/ 1447872 w 1453587"/>
                  <a:gd name="connsiteY176" fmla="*/ 157163 h 1579244"/>
                  <a:gd name="connsiteX177" fmla="*/ 1447872 w 1453587"/>
                  <a:gd name="connsiteY177" fmla="*/ 157163 h 1579244"/>
                  <a:gd name="connsiteX178" fmla="*/ 1447872 w 1453587"/>
                  <a:gd name="connsiteY178" fmla="*/ 157163 h 1579244"/>
                  <a:gd name="connsiteX179" fmla="*/ 1427870 w 1453587"/>
                  <a:gd name="connsiteY179" fmla="*/ 175260 h 1579244"/>
                  <a:gd name="connsiteX180" fmla="*/ 1427870 w 1453587"/>
                  <a:gd name="connsiteY180" fmla="*/ 175260 h 1579244"/>
                  <a:gd name="connsiteX181" fmla="*/ 1426917 w 1453587"/>
                  <a:gd name="connsiteY181" fmla="*/ 175260 h 1579244"/>
                  <a:gd name="connsiteX182" fmla="*/ 1413583 w 1453587"/>
                  <a:gd name="connsiteY182" fmla="*/ 20002 h 1579244"/>
                  <a:gd name="connsiteX183" fmla="*/ 1413583 w 1453587"/>
                  <a:gd name="connsiteY183" fmla="*/ 20002 h 1579244"/>
                  <a:gd name="connsiteX184" fmla="*/ 1433585 w 1453587"/>
                  <a:gd name="connsiteY184" fmla="*/ 0 h 1579244"/>
                  <a:gd name="connsiteX185" fmla="*/ 1433585 w 1453587"/>
                  <a:gd name="connsiteY185" fmla="*/ 0 h 1579244"/>
                  <a:gd name="connsiteX186" fmla="*/ 1453587 w 1453587"/>
                  <a:gd name="connsiteY186" fmla="*/ 20002 h 1579244"/>
                  <a:gd name="connsiteX187" fmla="*/ 1453587 w 1453587"/>
                  <a:gd name="connsiteY187" fmla="*/ 20002 h 1579244"/>
                  <a:gd name="connsiteX188" fmla="*/ 1453587 w 1453587"/>
                  <a:gd name="connsiteY188" fmla="*/ 20002 h 1579244"/>
                  <a:gd name="connsiteX189" fmla="*/ 1453587 w 1453587"/>
                  <a:gd name="connsiteY189" fmla="*/ 20002 h 1579244"/>
                  <a:gd name="connsiteX190" fmla="*/ 1433585 w 1453587"/>
                  <a:gd name="connsiteY190" fmla="*/ 40005 h 1579244"/>
                  <a:gd name="connsiteX191" fmla="*/ 1433585 w 1453587"/>
                  <a:gd name="connsiteY191" fmla="*/ 40005 h 1579244"/>
                  <a:gd name="connsiteX192" fmla="*/ 1413583 w 1453587"/>
                  <a:gd name="connsiteY192" fmla="*/ 20002 h 157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453587" h="1579244">
                    <a:moveTo>
                      <a:pt x="72" y="1561147"/>
                    </a:moveTo>
                    <a:cubicBezTo>
                      <a:pt x="-880" y="1549717"/>
                      <a:pt x="7692" y="1540192"/>
                      <a:pt x="19122" y="1539240"/>
                    </a:cubicBezTo>
                    <a:lnTo>
                      <a:pt x="19122" y="1539240"/>
                    </a:lnTo>
                    <a:cubicBezTo>
                      <a:pt x="30552" y="1538288"/>
                      <a:pt x="40077" y="1546860"/>
                      <a:pt x="41029" y="1557338"/>
                    </a:cubicBezTo>
                    <a:lnTo>
                      <a:pt x="41029" y="1557338"/>
                    </a:lnTo>
                    <a:cubicBezTo>
                      <a:pt x="41983" y="1568767"/>
                      <a:pt x="33410" y="1578292"/>
                      <a:pt x="21979" y="1579245"/>
                    </a:cubicBezTo>
                    <a:lnTo>
                      <a:pt x="21979" y="1579245"/>
                    </a:lnTo>
                    <a:cubicBezTo>
                      <a:pt x="21027" y="1579245"/>
                      <a:pt x="21027" y="1579245"/>
                      <a:pt x="20075" y="1579245"/>
                    </a:cubicBezTo>
                    <a:lnTo>
                      <a:pt x="20075" y="1579245"/>
                    </a:lnTo>
                    <a:cubicBezTo>
                      <a:pt x="10550" y="1579245"/>
                      <a:pt x="1025" y="1571625"/>
                      <a:pt x="72" y="1561147"/>
                    </a:cubicBezTo>
                    <a:close/>
                    <a:moveTo>
                      <a:pt x="134375" y="1544955"/>
                    </a:moveTo>
                    <a:cubicBezTo>
                      <a:pt x="132470" y="1533525"/>
                      <a:pt x="140089" y="1523047"/>
                      <a:pt x="150567" y="1521142"/>
                    </a:cubicBezTo>
                    <a:lnTo>
                      <a:pt x="150567" y="1521142"/>
                    </a:lnTo>
                    <a:cubicBezTo>
                      <a:pt x="161997" y="1519238"/>
                      <a:pt x="172475" y="1526857"/>
                      <a:pt x="174379" y="1537335"/>
                    </a:cubicBezTo>
                    <a:lnTo>
                      <a:pt x="174379" y="1537335"/>
                    </a:lnTo>
                    <a:cubicBezTo>
                      <a:pt x="176285" y="1548765"/>
                      <a:pt x="168664" y="1559242"/>
                      <a:pt x="158187" y="1561147"/>
                    </a:cubicBezTo>
                    <a:lnTo>
                      <a:pt x="158187" y="1561147"/>
                    </a:lnTo>
                    <a:lnTo>
                      <a:pt x="158187" y="1561147"/>
                    </a:lnTo>
                    <a:lnTo>
                      <a:pt x="158187" y="1561147"/>
                    </a:lnTo>
                    <a:cubicBezTo>
                      <a:pt x="157235" y="1561147"/>
                      <a:pt x="155329" y="1561147"/>
                      <a:pt x="154377" y="1561147"/>
                    </a:cubicBezTo>
                    <a:lnTo>
                      <a:pt x="154377" y="1561147"/>
                    </a:lnTo>
                    <a:cubicBezTo>
                      <a:pt x="144852" y="1562100"/>
                      <a:pt x="136279" y="1555432"/>
                      <a:pt x="134375" y="1544955"/>
                    </a:cubicBezTo>
                    <a:close/>
                    <a:moveTo>
                      <a:pt x="266772" y="1518285"/>
                    </a:moveTo>
                    <a:cubicBezTo>
                      <a:pt x="263914" y="1507807"/>
                      <a:pt x="270583" y="1496377"/>
                      <a:pt x="281060" y="1493520"/>
                    </a:cubicBezTo>
                    <a:lnTo>
                      <a:pt x="281060" y="1493520"/>
                    </a:lnTo>
                    <a:cubicBezTo>
                      <a:pt x="291537" y="1490663"/>
                      <a:pt x="302967" y="1497330"/>
                      <a:pt x="305825" y="1507807"/>
                    </a:cubicBezTo>
                    <a:lnTo>
                      <a:pt x="305825" y="1507807"/>
                    </a:lnTo>
                    <a:cubicBezTo>
                      <a:pt x="308683" y="1518285"/>
                      <a:pt x="302014" y="1529715"/>
                      <a:pt x="291537" y="1532572"/>
                    </a:cubicBezTo>
                    <a:lnTo>
                      <a:pt x="291537" y="1532572"/>
                    </a:lnTo>
                    <a:cubicBezTo>
                      <a:pt x="289633" y="1532572"/>
                      <a:pt x="287727" y="1533525"/>
                      <a:pt x="286775" y="1533525"/>
                    </a:cubicBezTo>
                    <a:lnTo>
                      <a:pt x="286775" y="1533525"/>
                    </a:lnTo>
                    <a:cubicBezTo>
                      <a:pt x="277250" y="1533525"/>
                      <a:pt x="269629" y="1526857"/>
                      <a:pt x="266772" y="1518285"/>
                    </a:cubicBezTo>
                    <a:close/>
                    <a:moveTo>
                      <a:pt x="396312" y="1480185"/>
                    </a:moveTo>
                    <a:cubicBezTo>
                      <a:pt x="392502" y="1469707"/>
                      <a:pt x="398217" y="1458277"/>
                      <a:pt x="408695" y="1454467"/>
                    </a:cubicBezTo>
                    <a:lnTo>
                      <a:pt x="408695" y="1454467"/>
                    </a:lnTo>
                    <a:cubicBezTo>
                      <a:pt x="419172" y="1450657"/>
                      <a:pt x="430602" y="1455420"/>
                      <a:pt x="434412" y="1466850"/>
                    </a:cubicBezTo>
                    <a:lnTo>
                      <a:pt x="434412" y="1466850"/>
                    </a:lnTo>
                    <a:cubicBezTo>
                      <a:pt x="438222" y="1477327"/>
                      <a:pt x="432508" y="1488757"/>
                      <a:pt x="422029" y="1492567"/>
                    </a:cubicBezTo>
                    <a:lnTo>
                      <a:pt x="422029" y="1492567"/>
                    </a:lnTo>
                    <a:cubicBezTo>
                      <a:pt x="420125" y="1493520"/>
                      <a:pt x="417267" y="1493520"/>
                      <a:pt x="415362" y="1493520"/>
                    </a:cubicBezTo>
                    <a:lnTo>
                      <a:pt x="415362" y="1493520"/>
                    </a:lnTo>
                    <a:cubicBezTo>
                      <a:pt x="406789" y="1492567"/>
                      <a:pt x="399170" y="1487805"/>
                      <a:pt x="396312" y="1480185"/>
                    </a:cubicBezTo>
                    <a:close/>
                    <a:moveTo>
                      <a:pt x="521089" y="1429702"/>
                    </a:moveTo>
                    <a:cubicBezTo>
                      <a:pt x="516327" y="1420177"/>
                      <a:pt x="521089" y="1407795"/>
                      <a:pt x="530614" y="1403032"/>
                    </a:cubicBezTo>
                    <a:lnTo>
                      <a:pt x="530614" y="1403032"/>
                    </a:lnTo>
                    <a:cubicBezTo>
                      <a:pt x="540139" y="1398270"/>
                      <a:pt x="552522" y="1403032"/>
                      <a:pt x="557285" y="1412557"/>
                    </a:cubicBezTo>
                    <a:lnTo>
                      <a:pt x="557285" y="1412557"/>
                    </a:lnTo>
                    <a:cubicBezTo>
                      <a:pt x="562047" y="1423035"/>
                      <a:pt x="557285" y="1434465"/>
                      <a:pt x="547760" y="1439227"/>
                    </a:cubicBezTo>
                    <a:lnTo>
                      <a:pt x="547760" y="1439227"/>
                    </a:lnTo>
                    <a:cubicBezTo>
                      <a:pt x="544902" y="1440180"/>
                      <a:pt x="542045" y="1441132"/>
                      <a:pt x="539187" y="1441132"/>
                    </a:cubicBezTo>
                    <a:lnTo>
                      <a:pt x="539187" y="1441132"/>
                    </a:lnTo>
                    <a:cubicBezTo>
                      <a:pt x="532520" y="1442085"/>
                      <a:pt x="524900" y="1437322"/>
                      <a:pt x="521089" y="1429702"/>
                    </a:cubicBezTo>
                    <a:close/>
                    <a:moveTo>
                      <a:pt x="642058" y="1369695"/>
                    </a:moveTo>
                    <a:cubicBezTo>
                      <a:pt x="636342" y="1360170"/>
                      <a:pt x="640152" y="1347788"/>
                      <a:pt x="649677" y="1342072"/>
                    </a:cubicBezTo>
                    <a:lnTo>
                      <a:pt x="649677" y="1342072"/>
                    </a:lnTo>
                    <a:cubicBezTo>
                      <a:pt x="659202" y="1336357"/>
                      <a:pt x="671585" y="1340167"/>
                      <a:pt x="677300" y="1349692"/>
                    </a:cubicBezTo>
                    <a:lnTo>
                      <a:pt x="677300" y="1349692"/>
                    </a:lnTo>
                    <a:cubicBezTo>
                      <a:pt x="683014" y="1359217"/>
                      <a:pt x="680158" y="1371600"/>
                      <a:pt x="669679" y="1377315"/>
                    </a:cubicBezTo>
                    <a:lnTo>
                      <a:pt x="669679" y="1377315"/>
                    </a:lnTo>
                    <a:cubicBezTo>
                      <a:pt x="666822" y="1379220"/>
                      <a:pt x="663012" y="1380172"/>
                      <a:pt x="659202" y="1380172"/>
                    </a:cubicBezTo>
                    <a:lnTo>
                      <a:pt x="659202" y="1380172"/>
                    </a:lnTo>
                    <a:cubicBezTo>
                      <a:pt x="652535" y="1379220"/>
                      <a:pt x="645867" y="1375410"/>
                      <a:pt x="642058" y="1369695"/>
                    </a:cubicBezTo>
                    <a:close/>
                    <a:moveTo>
                      <a:pt x="757310" y="1298257"/>
                    </a:moveTo>
                    <a:cubicBezTo>
                      <a:pt x="750642" y="1288732"/>
                      <a:pt x="752547" y="1276350"/>
                      <a:pt x="762072" y="1270635"/>
                    </a:cubicBezTo>
                    <a:lnTo>
                      <a:pt x="762072" y="1270635"/>
                    </a:lnTo>
                    <a:cubicBezTo>
                      <a:pt x="771597" y="1263967"/>
                      <a:pt x="783979" y="1265872"/>
                      <a:pt x="789695" y="1275397"/>
                    </a:cubicBezTo>
                    <a:lnTo>
                      <a:pt x="789695" y="1275397"/>
                    </a:lnTo>
                    <a:cubicBezTo>
                      <a:pt x="796362" y="1284922"/>
                      <a:pt x="794458" y="1297305"/>
                      <a:pt x="784933" y="1303972"/>
                    </a:cubicBezTo>
                    <a:lnTo>
                      <a:pt x="784933" y="1303972"/>
                    </a:lnTo>
                    <a:cubicBezTo>
                      <a:pt x="781122" y="1306830"/>
                      <a:pt x="777312" y="1307782"/>
                      <a:pt x="773502" y="1307782"/>
                    </a:cubicBezTo>
                    <a:lnTo>
                      <a:pt x="773502" y="1307782"/>
                    </a:lnTo>
                    <a:cubicBezTo>
                      <a:pt x="766835" y="1306830"/>
                      <a:pt x="761120" y="1303972"/>
                      <a:pt x="757310" y="1298257"/>
                    </a:cubicBezTo>
                    <a:close/>
                    <a:moveTo>
                      <a:pt x="864942" y="1217295"/>
                    </a:moveTo>
                    <a:cubicBezTo>
                      <a:pt x="858275" y="1208722"/>
                      <a:pt x="859227" y="1196340"/>
                      <a:pt x="867800" y="1188720"/>
                    </a:cubicBezTo>
                    <a:lnTo>
                      <a:pt x="867800" y="1188720"/>
                    </a:lnTo>
                    <a:cubicBezTo>
                      <a:pt x="876372" y="1181100"/>
                      <a:pt x="888754" y="1182052"/>
                      <a:pt x="896375" y="1191577"/>
                    </a:cubicBezTo>
                    <a:lnTo>
                      <a:pt x="896375" y="1191577"/>
                    </a:lnTo>
                    <a:cubicBezTo>
                      <a:pt x="903995" y="1200150"/>
                      <a:pt x="903042" y="1212532"/>
                      <a:pt x="893517" y="1220152"/>
                    </a:cubicBezTo>
                    <a:lnTo>
                      <a:pt x="893517" y="1220152"/>
                    </a:lnTo>
                    <a:lnTo>
                      <a:pt x="893517" y="1220152"/>
                    </a:lnTo>
                    <a:lnTo>
                      <a:pt x="893517" y="1220152"/>
                    </a:lnTo>
                    <a:cubicBezTo>
                      <a:pt x="889708" y="1223010"/>
                      <a:pt x="884945" y="1224915"/>
                      <a:pt x="880183" y="1224915"/>
                    </a:cubicBezTo>
                    <a:lnTo>
                      <a:pt x="880183" y="1224915"/>
                    </a:lnTo>
                    <a:cubicBezTo>
                      <a:pt x="874467" y="1224915"/>
                      <a:pt x="868752" y="1222057"/>
                      <a:pt x="864942" y="1217295"/>
                    </a:cubicBezTo>
                    <a:close/>
                    <a:moveTo>
                      <a:pt x="965908" y="1127760"/>
                    </a:moveTo>
                    <a:cubicBezTo>
                      <a:pt x="958287" y="1120140"/>
                      <a:pt x="958287" y="1106805"/>
                      <a:pt x="965908" y="1099185"/>
                    </a:cubicBezTo>
                    <a:lnTo>
                      <a:pt x="965908" y="1099185"/>
                    </a:lnTo>
                    <a:cubicBezTo>
                      <a:pt x="973527" y="1091565"/>
                      <a:pt x="986862" y="1091565"/>
                      <a:pt x="994483" y="1099185"/>
                    </a:cubicBezTo>
                    <a:lnTo>
                      <a:pt x="994483" y="1099185"/>
                    </a:lnTo>
                    <a:cubicBezTo>
                      <a:pt x="1002102" y="1106805"/>
                      <a:pt x="1002102" y="1120140"/>
                      <a:pt x="994483" y="1127760"/>
                    </a:cubicBezTo>
                    <a:lnTo>
                      <a:pt x="994483" y="1127760"/>
                    </a:lnTo>
                    <a:cubicBezTo>
                      <a:pt x="990672" y="1131570"/>
                      <a:pt x="984958" y="1133475"/>
                      <a:pt x="980195" y="1133475"/>
                    </a:cubicBezTo>
                    <a:lnTo>
                      <a:pt x="980195" y="1133475"/>
                    </a:lnTo>
                    <a:cubicBezTo>
                      <a:pt x="974479" y="1133475"/>
                      <a:pt x="969717" y="1131570"/>
                      <a:pt x="965908" y="1127760"/>
                    </a:cubicBezTo>
                    <a:close/>
                    <a:moveTo>
                      <a:pt x="1058300" y="1029652"/>
                    </a:moveTo>
                    <a:cubicBezTo>
                      <a:pt x="1049727" y="1022032"/>
                      <a:pt x="1048775" y="1009650"/>
                      <a:pt x="1055442" y="1001077"/>
                    </a:cubicBezTo>
                    <a:lnTo>
                      <a:pt x="1055442" y="1001077"/>
                    </a:lnTo>
                    <a:cubicBezTo>
                      <a:pt x="1063062" y="992505"/>
                      <a:pt x="1075445" y="991552"/>
                      <a:pt x="1084017" y="998220"/>
                    </a:cubicBezTo>
                    <a:lnTo>
                      <a:pt x="1084017" y="998220"/>
                    </a:lnTo>
                    <a:cubicBezTo>
                      <a:pt x="1092589" y="1005840"/>
                      <a:pt x="1093542" y="1018222"/>
                      <a:pt x="1086875" y="1026795"/>
                    </a:cubicBezTo>
                    <a:lnTo>
                      <a:pt x="1086875" y="1026795"/>
                    </a:lnTo>
                    <a:cubicBezTo>
                      <a:pt x="1083064" y="1031557"/>
                      <a:pt x="1077350" y="1033463"/>
                      <a:pt x="1071635" y="1033463"/>
                    </a:cubicBezTo>
                    <a:lnTo>
                      <a:pt x="1071635" y="1033463"/>
                    </a:lnTo>
                    <a:cubicBezTo>
                      <a:pt x="1066872" y="1034415"/>
                      <a:pt x="1062110" y="1032510"/>
                      <a:pt x="1058300" y="1029652"/>
                    </a:cubicBezTo>
                    <a:close/>
                    <a:moveTo>
                      <a:pt x="1142120" y="923925"/>
                    </a:moveTo>
                    <a:cubicBezTo>
                      <a:pt x="1132595" y="917257"/>
                      <a:pt x="1130689" y="904875"/>
                      <a:pt x="1137358" y="895350"/>
                    </a:cubicBezTo>
                    <a:lnTo>
                      <a:pt x="1137358" y="895350"/>
                    </a:lnTo>
                    <a:cubicBezTo>
                      <a:pt x="1144025" y="885825"/>
                      <a:pt x="1156408" y="883920"/>
                      <a:pt x="1165933" y="890588"/>
                    </a:cubicBezTo>
                    <a:lnTo>
                      <a:pt x="1165933" y="890588"/>
                    </a:lnTo>
                    <a:cubicBezTo>
                      <a:pt x="1175458" y="897255"/>
                      <a:pt x="1177362" y="909638"/>
                      <a:pt x="1170695" y="918210"/>
                    </a:cubicBezTo>
                    <a:lnTo>
                      <a:pt x="1170695" y="918210"/>
                    </a:lnTo>
                    <a:cubicBezTo>
                      <a:pt x="1166885" y="923925"/>
                      <a:pt x="1160217" y="926782"/>
                      <a:pt x="1154502" y="926782"/>
                    </a:cubicBezTo>
                    <a:lnTo>
                      <a:pt x="1154502" y="926782"/>
                    </a:lnTo>
                    <a:cubicBezTo>
                      <a:pt x="1149739" y="927735"/>
                      <a:pt x="1145929" y="926782"/>
                      <a:pt x="1142120" y="923925"/>
                    </a:cubicBezTo>
                    <a:close/>
                    <a:moveTo>
                      <a:pt x="1216414" y="810577"/>
                    </a:moveTo>
                    <a:cubicBezTo>
                      <a:pt x="1206889" y="804863"/>
                      <a:pt x="1203079" y="792480"/>
                      <a:pt x="1208795" y="782955"/>
                    </a:cubicBezTo>
                    <a:lnTo>
                      <a:pt x="1208795" y="782955"/>
                    </a:lnTo>
                    <a:cubicBezTo>
                      <a:pt x="1214510" y="773430"/>
                      <a:pt x="1226892" y="769620"/>
                      <a:pt x="1236417" y="775335"/>
                    </a:cubicBezTo>
                    <a:lnTo>
                      <a:pt x="1236417" y="775335"/>
                    </a:lnTo>
                    <a:cubicBezTo>
                      <a:pt x="1245942" y="781050"/>
                      <a:pt x="1249752" y="793432"/>
                      <a:pt x="1244037" y="802957"/>
                    </a:cubicBezTo>
                    <a:lnTo>
                      <a:pt x="1244037" y="802957"/>
                    </a:lnTo>
                    <a:lnTo>
                      <a:pt x="1244037" y="802957"/>
                    </a:lnTo>
                    <a:lnTo>
                      <a:pt x="1244037" y="802957"/>
                    </a:lnTo>
                    <a:cubicBezTo>
                      <a:pt x="1240227" y="809625"/>
                      <a:pt x="1233560" y="812482"/>
                      <a:pt x="1226892" y="812482"/>
                    </a:cubicBezTo>
                    <a:lnTo>
                      <a:pt x="1226892" y="812482"/>
                    </a:lnTo>
                    <a:cubicBezTo>
                      <a:pt x="1223083" y="813435"/>
                      <a:pt x="1219272" y="812482"/>
                      <a:pt x="1216414" y="810577"/>
                    </a:cubicBezTo>
                    <a:close/>
                    <a:moveTo>
                      <a:pt x="1280233" y="692467"/>
                    </a:moveTo>
                    <a:cubicBezTo>
                      <a:pt x="1269754" y="687705"/>
                      <a:pt x="1265945" y="675322"/>
                      <a:pt x="1270708" y="665797"/>
                    </a:cubicBezTo>
                    <a:lnTo>
                      <a:pt x="1270708" y="665797"/>
                    </a:lnTo>
                    <a:cubicBezTo>
                      <a:pt x="1275470" y="655320"/>
                      <a:pt x="1287852" y="651510"/>
                      <a:pt x="1297377" y="656272"/>
                    </a:cubicBezTo>
                    <a:lnTo>
                      <a:pt x="1297377" y="656272"/>
                    </a:lnTo>
                    <a:cubicBezTo>
                      <a:pt x="1307854" y="661035"/>
                      <a:pt x="1311664" y="673417"/>
                      <a:pt x="1307854" y="682942"/>
                    </a:cubicBezTo>
                    <a:lnTo>
                      <a:pt x="1307854" y="682942"/>
                    </a:lnTo>
                    <a:cubicBezTo>
                      <a:pt x="1304045" y="690563"/>
                      <a:pt x="1297377" y="694372"/>
                      <a:pt x="1288804" y="694372"/>
                    </a:cubicBezTo>
                    <a:lnTo>
                      <a:pt x="1288804" y="694372"/>
                    </a:lnTo>
                    <a:cubicBezTo>
                      <a:pt x="1285947" y="694372"/>
                      <a:pt x="1283089" y="693420"/>
                      <a:pt x="1280233" y="692467"/>
                    </a:cubicBezTo>
                    <a:close/>
                    <a:moveTo>
                      <a:pt x="1334525" y="568642"/>
                    </a:moveTo>
                    <a:cubicBezTo>
                      <a:pt x="1324047" y="564832"/>
                      <a:pt x="1318333" y="553402"/>
                      <a:pt x="1322142" y="542925"/>
                    </a:cubicBezTo>
                    <a:lnTo>
                      <a:pt x="1322142" y="542925"/>
                    </a:lnTo>
                    <a:cubicBezTo>
                      <a:pt x="1325952" y="532447"/>
                      <a:pt x="1337383" y="526732"/>
                      <a:pt x="1347860" y="530542"/>
                    </a:cubicBezTo>
                    <a:lnTo>
                      <a:pt x="1347860" y="530542"/>
                    </a:lnTo>
                    <a:cubicBezTo>
                      <a:pt x="1358337" y="534352"/>
                      <a:pt x="1364052" y="545782"/>
                      <a:pt x="1360242" y="556260"/>
                    </a:cubicBezTo>
                    <a:lnTo>
                      <a:pt x="1360242" y="556260"/>
                    </a:lnTo>
                    <a:lnTo>
                      <a:pt x="1360242" y="556260"/>
                    </a:lnTo>
                    <a:lnTo>
                      <a:pt x="1360242" y="556260"/>
                    </a:lnTo>
                    <a:cubicBezTo>
                      <a:pt x="1357385" y="564832"/>
                      <a:pt x="1349764" y="569595"/>
                      <a:pt x="1341192" y="569595"/>
                    </a:cubicBezTo>
                    <a:lnTo>
                      <a:pt x="1341192" y="569595"/>
                    </a:lnTo>
                    <a:cubicBezTo>
                      <a:pt x="1338335" y="569595"/>
                      <a:pt x="1336429" y="568642"/>
                      <a:pt x="1334525" y="568642"/>
                    </a:cubicBezTo>
                    <a:close/>
                    <a:moveTo>
                      <a:pt x="1376435" y="440055"/>
                    </a:moveTo>
                    <a:cubicBezTo>
                      <a:pt x="1365958" y="437197"/>
                      <a:pt x="1359289" y="425767"/>
                      <a:pt x="1362147" y="415290"/>
                    </a:cubicBezTo>
                    <a:lnTo>
                      <a:pt x="1362147" y="415290"/>
                    </a:lnTo>
                    <a:cubicBezTo>
                      <a:pt x="1365004" y="404813"/>
                      <a:pt x="1376435" y="398145"/>
                      <a:pt x="1386912" y="401002"/>
                    </a:cubicBezTo>
                    <a:lnTo>
                      <a:pt x="1386912" y="401002"/>
                    </a:lnTo>
                    <a:cubicBezTo>
                      <a:pt x="1397389" y="403860"/>
                      <a:pt x="1404058" y="414338"/>
                      <a:pt x="1401200" y="425767"/>
                    </a:cubicBezTo>
                    <a:lnTo>
                      <a:pt x="1401200" y="425767"/>
                    </a:lnTo>
                    <a:cubicBezTo>
                      <a:pt x="1398342" y="435292"/>
                      <a:pt x="1390722" y="441007"/>
                      <a:pt x="1382150" y="441007"/>
                    </a:cubicBezTo>
                    <a:lnTo>
                      <a:pt x="1382150" y="441007"/>
                    </a:lnTo>
                    <a:cubicBezTo>
                      <a:pt x="1380245" y="441007"/>
                      <a:pt x="1378339" y="440055"/>
                      <a:pt x="1376435" y="440055"/>
                    </a:cubicBezTo>
                    <a:close/>
                    <a:moveTo>
                      <a:pt x="1406914" y="308610"/>
                    </a:moveTo>
                    <a:cubicBezTo>
                      <a:pt x="1395485" y="306705"/>
                      <a:pt x="1388817" y="296227"/>
                      <a:pt x="1390722" y="284797"/>
                    </a:cubicBezTo>
                    <a:lnTo>
                      <a:pt x="1390722" y="284797"/>
                    </a:lnTo>
                    <a:cubicBezTo>
                      <a:pt x="1392627" y="273367"/>
                      <a:pt x="1403104" y="266700"/>
                      <a:pt x="1414535" y="268605"/>
                    </a:cubicBezTo>
                    <a:lnTo>
                      <a:pt x="1414535" y="268605"/>
                    </a:lnTo>
                    <a:cubicBezTo>
                      <a:pt x="1425012" y="270510"/>
                      <a:pt x="1432633" y="280988"/>
                      <a:pt x="1430727" y="292417"/>
                    </a:cubicBezTo>
                    <a:lnTo>
                      <a:pt x="1430727" y="292417"/>
                    </a:lnTo>
                    <a:cubicBezTo>
                      <a:pt x="1430727" y="292417"/>
                      <a:pt x="1430727" y="292417"/>
                      <a:pt x="1430727" y="292417"/>
                    </a:cubicBezTo>
                    <a:lnTo>
                      <a:pt x="1430727" y="292417"/>
                    </a:lnTo>
                    <a:cubicBezTo>
                      <a:pt x="1428822" y="301942"/>
                      <a:pt x="1420250" y="309563"/>
                      <a:pt x="1410725" y="309563"/>
                    </a:cubicBezTo>
                    <a:lnTo>
                      <a:pt x="1410725" y="309563"/>
                    </a:lnTo>
                    <a:cubicBezTo>
                      <a:pt x="1409772" y="308610"/>
                      <a:pt x="1408820" y="308610"/>
                      <a:pt x="1406914" y="308610"/>
                    </a:cubicBezTo>
                    <a:close/>
                    <a:moveTo>
                      <a:pt x="1426917" y="175260"/>
                    </a:moveTo>
                    <a:cubicBezTo>
                      <a:pt x="1415487" y="174307"/>
                      <a:pt x="1407867" y="164782"/>
                      <a:pt x="1407867" y="153352"/>
                    </a:cubicBezTo>
                    <a:lnTo>
                      <a:pt x="1407867" y="153352"/>
                    </a:lnTo>
                    <a:cubicBezTo>
                      <a:pt x="1408820" y="141922"/>
                      <a:pt x="1418345" y="134302"/>
                      <a:pt x="1429775" y="135255"/>
                    </a:cubicBezTo>
                    <a:lnTo>
                      <a:pt x="1429775" y="135255"/>
                    </a:lnTo>
                    <a:cubicBezTo>
                      <a:pt x="1441204" y="136207"/>
                      <a:pt x="1448825" y="145732"/>
                      <a:pt x="1447872" y="157163"/>
                    </a:cubicBezTo>
                    <a:lnTo>
                      <a:pt x="1447872" y="157163"/>
                    </a:lnTo>
                    <a:lnTo>
                      <a:pt x="1447872" y="157163"/>
                    </a:lnTo>
                    <a:lnTo>
                      <a:pt x="1447872" y="157163"/>
                    </a:lnTo>
                    <a:cubicBezTo>
                      <a:pt x="1446920" y="167640"/>
                      <a:pt x="1438347" y="175260"/>
                      <a:pt x="1427870" y="175260"/>
                    </a:cubicBezTo>
                    <a:lnTo>
                      <a:pt x="1427870" y="175260"/>
                    </a:lnTo>
                    <a:cubicBezTo>
                      <a:pt x="1427870" y="175260"/>
                      <a:pt x="1426917" y="175260"/>
                      <a:pt x="1426917" y="175260"/>
                    </a:cubicBezTo>
                    <a:close/>
                    <a:moveTo>
                      <a:pt x="1413583" y="20002"/>
                    </a:moveTo>
                    <a:lnTo>
                      <a:pt x="1413583" y="20002"/>
                    </a:lnTo>
                    <a:cubicBezTo>
                      <a:pt x="1413583" y="8572"/>
                      <a:pt x="1422154" y="0"/>
                      <a:pt x="1433585" y="0"/>
                    </a:cubicBezTo>
                    <a:lnTo>
                      <a:pt x="1433585" y="0"/>
                    </a:lnTo>
                    <a:cubicBezTo>
                      <a:pt x="1445014" y="0"/>
                      <a:pt x="1453587" y="8572"/>
                      <a:pt x="1453587" y="20002"/>
                    </a:cubicBezTo>
                    <a:lnTo>
                      <a:pt x="1453587" y="20002"/>
                    </a:lnTo>
                    <a:lnTo>
                      <a:pt x="1453587" y="20002"/>
                    </a:lnTo>
                    <a:lnTo>
                      <a:pt x="1453587" y="20002"/>
                    </a:lnTo>
                    <a:cubicBezTo>
                      <a:pt x="1453587" y="31432"/>
                      <a:pt x="1444062" y="40005"/>
                      <a:pt x="1433585" y="40005"/>
                    </a:cubicBezTo>
                    <a:lnTo>
                      <a:pt x="1433585" y="40005"/>
                    </a:lnTo>
                    <a:cubicBezTo>
                      <a:pt x="1423108" y="40005"/>
                      <a:pt x="1413583" y="31432"/>
                      <a:pt x="1413583" y="20002"/>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18" name="Freeform 486">
                <a:extLst>
                  <a:ext uri="{FF2B5EF4-FFF2-40B4-BE49-F238E27FC236}">
                    <a16:creationId xmlns:a16="http://schemas.microsoft.com/office/drawing/2014/main" id="{ED7B8D64-E2E3-0E46-B29B-A2B1505C4638}"/>
                  </a:ext>
                </a:extLst>
              </p:cNvPr>
              <p:cNvSpPr/>
              <p:nvPr/>
            </p:nvSpPr>
            <p:spPr>
              <a:xfrm>
                <a:off x="19899244" y="6990398"/>
                <a:ext cx="1453587" cy="1579245"/>
              </a:xfrm>
              <a:custGeom>
                <a:avLst/>
                <a:gdLst>
                  <a:gd name="connsiteX0" fmla="*/ 72 w 1453587"/>
                  <a:gd name="connsiteY0" fmla="*/ 1561147 h 1579244"/>
                  <a:gd name="connsiteX1" fmla="*/ 18170 w 1453587"/>
                  <a:gd name="connsiteY1" fmla="*/ 1539240 h 1579244"/>
                  <a:gd name="connsiteX2" fmla="*/ 18170 w 1453587"/>
                  <a:gd name="connsiteY2" fmla="*/ 1539240 h 1579244"/>
                  <a:gd name="connsiteX3" fmla="*/ 40077 w 1453587"/>
                  <a:gd name="connsiteY3" fmla="*/ 1557338 h 1579244"/>
                  <a:gd name="connsiteX4" fmla="*/ 40077 w 1453587"/>
                  <a:gd name="connsiteY4" fmla="*/ 1557338 h 1579244"/>
                  <a:gd name="connsiteX5" fmla="*/ 21980 w 1453587"/>
                  <a:gd name="connsiteY5" fmla="*/ 1579245 h 1579244"/>
                  <a:gd name="connsiteX6" fmla="*/ 21980 w 1453587"/>
                  <a:gd name="connsiteY6" fmla="*/ 1579245 h 1579244"/>
                  <a:gd name="connsiteX7" fmla="*/ 21980 w 1453587"/>
                  <a:gd name="connsiteY7" fmla="*/ 1579245 h 1579244"/>
                  <a:gd name="connsiteX8" fmla="*/ 21980 w 1453587"/>
                  <a:gd name="connsiteY8" fmla="*/ 1579245 h 1579244"/>
                  <a:gd name="connsiteX9" fmla="*/ 20075 w 1453587"/>
                  <a:gd name="connsiteY9" fmla="*/ 1579245 h 1579244"/>
                  <a:gd name="connsiteX10" fmla="*/ 20075 w 1453587"/>
                  <a:gd name="connsiteY10" fmla="*/ 1579245 h 1579244"/>
                  <a:gd name="connsiteX11" fmla="*/ 72 w 1453587"/>
                  <a:gd name="connsiteY11" fmla="*/ 1561147 h 1579244"/>
                  <a:gd name="connsiteX12" fmla="*/ 134375 w 1453587"/>
                  <a:gd name="connsiteY12" fmla="*/ 1544955 h 1579244"/>
                  <a:gd name="connsiteX13" fmla="*/ 150568 w 1453587"/>
                  <a:gd name="connsiteY13" fmla="*/ 1521142 h 1579244"/>
                  <a:gd name="connsiteX14" fmla="*/ 150568 w 1453587"/>
                  <a:gd name="connsiteY14" fmla="*/ 1521142 h 1579244"/>
                  <a:gd name="connsiteX15" fmla="*/ 174380 w 1453587"/>
                  <a:gd name="connsiteY15" fmla="*/ 1537335 h 1579244"/>
                  <a:gd name="connsiteX16" fmla="*/ 174380 w 1453587"/>
                  <a:gd name="connsiteY16" fmla="*/ 1537335 h 1579244"/>
                  <a:gd name="connsiteX17" fmla="*/ 158187 w 1453587"/>
                  <a:gd name="connsiteY17" fmla="*/ 1561147 h 1579244"/>
                  <a:gd name="connsiteX18" fmla="*/ 158187 w 1453587"/>
                  <a:gd name="connsiteY18" fmla="*/ 1561147 h 1579244"/>
                  <a:gd name="connsiteX19" fmla="*/ 154377 w 1453587"/>
                  <a:gd name="connsiteY19" fmla="*/ 1561147 h 1579244"/>
                  <a:gd name="connsiteX20" fmla="*/ 154377 w 1453587"/>
                  <a:gd name="connsiteY20" fmla="*/ 1561147 h 1579244"/>
                  <a:gd name="connsiteX21" fmla="*/ 134375 w 1453587"/>
                  <a:gd name="connsiteY21" fmla="*/ 1544955 h 1579244"/>
                  <a:gd name="connsiteX22" fmla="*/ 266772 w 1453587"/>
                  <a:gd name="connsiteY22" fmla="*/ 1518285 h 1579244"/>
                  <a:gd name="connsiteX23" fmla="*/ 281060 w 1453587"/>
                  <a:gd name="connsiteY23" fmla="*/ 1493520 h 1579244"/>
                  <a:gd name="connsiteX24" fmla="*/ 281060 w 1453587"/>
                  <a:gd name="connsiteY24" fmla="*/ 1493520 h 1579244"/>
                  <a:gd name="connsiteX25" fmla="*/ 305825 w 1453587"/>
                  <a:gd name="connsiteY25" fmla="*/ 1507807 h 1579244"/>
                  <a:gd name="connsiteX26" fmla="*/ 305825 w 1453587"/>
                  <a:gd name="connsiteY26" fmla="*/ 1507807 h 1579244"/>
                  <a:gd name="connsiteX27" fmla="*/ 291537 w 1453587"/>
                  <a:gd name="connsiteY27" fmla="*/ 1532572 h 1579244"/>
                  <a:gd name="connsiteX28" fmla="*/ 291537 w 1453587"/>
                  <a:gd name="connsiteY28" fmla="*/ 1532572 h 1579244"/>
                  <a:gd name="connsiteX29" fmla="*/ 286775 w 1453587"/>
                  <a:gd name="connsiteY29" fmla="*/ 1533525 h 1579244"/>
                  <a:gd name="connsiteX30" fmla="*/ 286775 w 1453587"/>
                  <a:gd name="connsiteY30" fmla="*/ 1533525 h 1579244"/>
                  <a:gd name="connsiteX31" fmla="*/ 266772 w 1453587"/>
                  <a:gd name="connsiteY31" fmla="*/ 1518285 h 1579244"/>
                  <a:gd name="connsiteX32" fmla="*/ 396312 w 1453587"/>
                  <a:gd name="connsiteY32" fmla="*/ 1480185 h 1579244"/>
                  <a:gd name="connsiteX33" fmla="*/ 408695 w 1453587"/>
                  <a:gd name="connsiteY33" fmla="*/ 1453515 h 1579244"/>
                  <a:gd name="connsiteX34" fmla="*/ 408695 w 1453587"/>
                  <a:gd name="connsiteY34" fmla="*/ 1453515 h 1579244"/>
                  <a:gd name="connsiteX35" fmla="*/ 434412 w 1453587"/>
                  <a:gd name="connsiteY35" fmla="*/ 1465897 h 1579244"/>
                  <a:gd name="connsiteX36" fmla="*/ 434412 w 1453587"/>
                  <a:gd name="connsiteY36" fmla="*/ 1465897 h 1579244"/>
                  <a:gd name="connsiteX37" fmla="*/ 422030 w 1453587"/>
                  <a:gd name="connsiteY37" fmla="*/ 1492567 h 1579244"/>
                  <a:gd name="connsiteX38" fmla="*/ 422030 w 1453587"/>
                  <a:gd name="connsiteY38" fmla="*/ 1492567 h 1579244"/>
                  <a:gd name="connsiteX39" fmla="*/ 422030 w 1453587"/>
                  <a:gd name="connsiteY39" fmla="*/ 1492567 h 1579244"/>
                  <a:gd name="connsiteX40" fmla="*/ 422030 w 1453587"/>
                  <a:gd name="connsiteY40" fmla="*/ 1492567 h 1579244"/>
                  <a:gd name="connsiteX41" fmla="*/ 415362 w 1453587"/>
                  <a:gd name="connsiteY41" fmla="*/ 1493520 h 1579244"/>
                  <a:gd name="connsiteX42" fmla="*/ 415362 w 1453587"/>
                  <a:gd name="connsiteY42" fmla="*/ 1493520 h 1579244"/>
                  <a:gd name="connsiteX43" fmla="*/ 396312 w 1453587"/>
                  <a:gd name="connsiteY43" fmla="*/ 1480185 h 1579244"/>
                  <a:gd name="connsiteX44" fmla="*/ 521089 w 1453587"/>
                  <a:gd name="connsiteY44" fmla="*/ 1429702 h 1579244"/>
                  <a:gd name="connsiteX45" fmla="*/ 530614 w 1453587"/>
                  <a:gd name="connsiteY45" fmla="*/ 1403032 h 1579244"/>
                  <a:gd name="connsiteX46" fmla="*/ 530614 w 1453587"/>
                  <a:gd name="connsiteY46" fmla="*/ 1403032 h 1579244"/>
                  <a:gd name="connsiteX47" fmla="*/ 557285 w 1453587"/>
                  <a:gd name="connsiteY47" fmla="*/ 1412557 h 1579244"/>
                  <a:gd name="connsiteX48" fmla="*/ 557285 w 1453587"/>
                  <a:gd name="connsiteY48" fmla="*/ 1412557 h 1579244"/>
                  <a:gd name="connsiteX49" fmla="*/ 546808 w 1453587"/>
                  <a:gd name="connsiteY49" fmla="*/ 1439227 h 1579244"/>
                  <a:gd name="connsiteX50" fmla="*/ 546808 w 1453587"/>
                  <a:gd name="connsiteY50" fmla="*/ 1439227 h 1579244"/>
                  <a:gd name="connsiteX51" fmla="*/ 538235 w 1453587"/>
                  <a:gd name="connsiteY51" fmla="*/ 1441132 h 1579244"/>
                  <a:gd name="connsiteX52" fmla="*/ 538235 w 1453587"/>
                  <a:gd name="connsiteY52" fmla="*/ 1441132 h 1579244"/>
                  <a:gd name="connsiteX53" fmla="*/ 521089 w 1453587"/>
                  <a:gd name="connsiteY53" fmla="*/ 1429702 h 1579244"/>
                  <a:gd name="connsiteX54" fmla="*/ 642058 w 1453587"/>
                  <a:gd name="connsiteY54" fmla="*/ 1369695 h 1579244"/>
                  <a:gd name="connsiteX55" fmla="*/ 649677 w 1453587"/>
                  <a:gd name="connsiteY55" fmla="*/ 1342072 h 1579244"/>
                  <a:gd name="connsiteX56" fmla="*/ 649677 w 1453587"/>
                  <a:gd name="connsiteY56" fmla="*/ 1342072 h 1579244"/>
                  <a:gd name="connsiteX57" fmla="*/ 677300 w 1453587"/>
                  <a:gd name="connsiteY57" fmla="*/ 1349692 h 1579244"/>
                  <a:gd name="connsiteX58" fmla="*/ 677300 w 1453587"/>
                  <a:gd name="connsiteY58" fmla="*/ 1349692 h 1579244"/>
                  <a:gd name="connsiteX59" fmla="*/ 669680 w 1453587"/>
                  <a:gd name="connsiteY59" fmla="*/ 1377315 h 1579244"/>
                  <a:gd name="connsiteX60" fmla="*/ 669680 w 1453587"/>
                  <a:gd name="connsiteY60" fmla="*/ 1377315 h 1579244"/>
                  <a:gd name="connsiteX61" fmla="*/ 669680 w 1453587"/>
                  <a:gd name="connsiteY61" fmla="*/ 1377315 h 1579244"/>
                  <a:gd name="connsiteX62" fmla="*/ 669680 w 1453587"/>
                  <a:gd name="connsiteY62" fmla="*/ 1377315 h 1579244"/>
                  <a:gd name="connsiteX63" fmla="*/ 659202 w 1453587"/>
                  <a:gd name="connsiteY63" fmla="*/ 1380172 h 1579244"/>
                  <a:gd name="connsiteX64" fmla="*/ 659202 w 1453587"/>
                  <a:gd name="connsiteY64" fmla="*/ 1380172 h 1579244"/>
                  <a:gd name="connsiteX65" fmla="*/ 642058 w 1453587"/>
                  <a:gd name="connsiteY65" fmla="*/ 1369695 h 1579244"/>
                  <a:gd name="connsiteX66" fmla="*/ 756358 w 1453587"/>
                  <a:gd name="connsiteY66" fmla="*/ 1298257 h 1579244"/>
                  <a:gd name="connsiteX67" fmla="*/ 761120 w 1453587"/>
                  <a:gd name="connsiteY67" fmla="*/ 1270635 h 1579244"/>
                  <a:gd name="connsiteX68" fmla="*/ 761120 w 1453587"/>
                  <a:gd name="connsiteY68" fmla="*/ 1270635 h 1579244"/>
                  <a:gd name="connsiteX69" fmla="*/ 788743 w 1453587"/>
                  <a:gd name="connsiteY69" fmla="*/ 1275397 h 1579244"/>
                  <a:gd name="connsiteX70" fmla="*/ 788743 w 1453587"/>
                  <a:gd name="connsiteY70" fmla="*/ 1275397 h 1579244"/>
                  <a:gd name="connsiteX71" fmla="*/ 783980 w 1453587"/>
                  <a:gd name="connsiteY71" fmla="*/ 1303972 h 1579244"/>
                  <a:gd name="connsiteX72" fmla="*/ 783980 w 1453587"/>
                  <a:gd name="connsiteY72" fmla="*/ 1303972 h 1579244"/>
                  <a:gd name="connsiteX73" fmla="*/ 772550 w 1453587"/>
                  <a:gd name="connsiteY73" fmla="*/ 1307782 h 1579244"/>
                  <a:gd name="connsiteX74" fmla="*/ 772550 w 1453587"/>
                  <a:gd name="connsiteY74" fmla="*/ 1307782 h 1579244"/>
                  <a:gd name="connsiteX75" fmla="*/ 756358 w 1453587"/>
                  <a:gd name="connsiteY75" fmla="*/ 1298257 h 1579244"/>
                  <a:gd name="connsiteX76" fmla="*/ 864943 w 1453587"/>
                  <a:gd name="connsiteY76" fmla="*/ 1217295 h 1579244"/>
                  <a:gd name="connsiteX77" fmla="*/ 867800 w 1453587"/>
                  <a:gd name="connsiteY77" fmla="*/ 1188720 h 1579244"/>
                  <a:gd name="connsiteX78" fmla="*/ 867800 w 1453587"/>
                  <a:gd name="connsiteY78" fmla="*/ 1188720 h 1579244"/>
                  <a:gd name="connsiteX79" fmla="*/ 896375 w 1453587"/>
                  <a:gd name="connsiteY79" fmla="*/ 1191577 h 1579244"/>
                  <a:gd name="connsiteX80" fmla="*/ 896375 w 1453587"/>
                  <a:gd name="connsiteY80" fmla="*/ 1191577 h 1579244"/>
                  <a:gd name="connsiteX81" fmla="*/ 893518 w 1453587"/>
                  <a:gd name="connsiteY81" fmla="*/ 1220152 h 1579244"/>
                  <a:gd name="connsiteX82" fmla="*/ 893518 w 1453587"/>
                  <a:gd name="connsiteY82" fmla="*/ 1220152 h 1579244"/>
                  <a:gd name="connsiteX83" fmla="*/ 893518 w 1453587"/>
                  <a:gd name="connsiteY83" fmla="*/ 1220152 h 1579244"/>
                  <a:gd name="connsiteX84" fmla="*/ 893518 w 1453587"/>
                  <a:gd name="connsiteY84" fmla="*/ 1220152 h 1579244"/>
                  <a:gd name="connsiteX85" fmla="*/ 880183 w 1453587"/>
                  <a:gd name="connsiteY85" fmla="*/ 1224915 h 1579244"/>
                  <a:gd name="connsiteX86" fmla="*/ 880183 w 1453587"/>
                  <a:gd name="connsiteY86" fmla="*/ 1224915 h 1579244"/>
                  <a:gd name="connsiteX87" fmla="*/ 864943 w 1453587"/>
                  <a:gd name="connsiteY87" fmla="*/ 1217295 h 1579244"/>
                  <a:gd name="connsiteX88" fmla="*/ 965908 w 1453587"/>
                  <a:gd name="connsiteY88" fmla="*/ 1127760 h 1579244"/>
                  <a:gd name="connsiteX89" fmla="*/ 965908 w 1453587"/>
                  <a:gd name="connsiteY89" fmla="*/ 1099185 h 1579244"/>
                  <a:gd name="connsiteX90" fmla="*/ 965908 w 1453587"/>
                  <a:gd name="connsiteY90" fmla="*/ 1099185 h 1579244"/>
                  <a:gd name="connsiteX91" fmla="*/ 994483 w 1453587"/>
                  <a:gd name="connsiteY91" fmla="*/ 1099185 h 1579244"/>
                  <a:gd name="connsiteX92" fmla="*/ 994483 w 1453587"/>
                  <a:gd name="connsiteY92" fmla="*/ 1099185 h 1579244"/>
                  <a:gd name="connsiteX93" fmla="*/ 994483 w 1453587"/>
                  <a:gd name="connsiteY93" fmla="*/ 1127760 h 1579244"/>
                  <a:gd name="connsiteX94" fmla="*/ 994483 w 1453587"/>
                  <a:gd name="connsiteY94" fmla="*/ 1127760 h 1579244"/>
                  <a:gd name="connsiteX95" fmla="*/ 980195 w 1453587"/>
                  <a:gd name="connsiteY95" fmla="*/ 1133475 h 1579244"/>
                  <a:gd name="connsiteX96" fmla="*/ 980195 w 1453587"/>
                  <a:gd name="connsiteY96" fmla="*/ 1133475 h 1579244"/>
                  <a:gd name="connsiteX97" fmla="*/ 965908 w 1453587"/>
                  <a:gd name="connsiteY97" fmla="*/ 1127760 h 1579244"/>
                  <a:gd name="connsiteX98" fmla="*/ 1058300 w 1453587"/>
                  <a:gd name="connsiteY98" fmla="*/ 1029652 h 1579244"/>
                  <a:gd name="connsiteX99" fmla="*/ 1055443 w 1453587"/>
                  <a:gd name="connsiteY99" fmla="*/ 1001077 h 1579244"/>
                  <a:gd name="connsiteX100" fmla="*/ 1055443 w 1453587"/>
                  <a:gd name="connsiteY100" fmla="*/ 1001077 h 1579244"/>
                  <a:gd name="connsiteX101" fmla="*/ 1084018 w 1453587"/>
                  <a:gd name="connsiteY101" fmla="*/ 998220 h 1579244"/>
                  <a:gd name="connsiteX102" fmla="*/ 1084018 w 1453587"/>
                  <a:gd name="connsiteY102" fmla="*/ 998220 h 1579244"/>
                  <a:gd name="connsiteX103" fmla="*/ 1086875 w 1453587"/>
                  <a:gd name="connsiteY103" fmla="*/ 1026795 h 1579244"/>
                  <a:gd name="connsiteX104" fmla="*/ 1086875 w 1453587"/>
                  <a:gd name="connsiteY104" fmla="*/ 1026795 h 1579244"/>
                  <a:gd name="connsiteX105" fmla="*/ 1086875 w 1453587"/>
                  <a:gd name="connsiteY105" fmla="*/ 1026795 h 1579244"/>
                  <a:gd name="connsiteX106" fmla="*/ 1086875 w 1453587"/>
                  <a:gd name="connsiteY106" fmla="*/ 1026795 h 1579244"/>
                  <a:gd name="connsiteX107" fmla="*/ 1071635 w 1453587"/>
                  <a:gd name="connsiteY107" fmla="*/ 1034415 h 1579244"/>
                  <a:gd name="connsiteX108" fmla="*/ 1071635 w 1453587"/>
                  <a:gd name="connsiteY108" fmla="*/ 1034415 h 1579244"/>
                  <a:gd name="connsiteX109" fmla="*/ 1058300 w 1453587"/>
                  <a:gd name="connsiteY109" fmla="*/ 1029652 h 1579244"/>
                  <a:gd name="connsiteX110" fmla="*/ 1142120 w 1453587"/>
                  <a:gd name="connsiteY110" fmla="*/ 923925 h 1579244"/>
                  <a:gd name="connsiteX111" fmla="*/ 1137358 w 1453587"/>
                  <a:gd name="connsiteY111" fmla="*/ 895350 h 1579244"/>
                  <a:gd name="connsiteX112" fmla="*/ 1137358 w 1453587"/>
                  <a:gd name="connsiteY112" fmla="*/ 895350 h 1579244"/>
                  <a:gd name="connsiteX113" fmla="*/ 1164980 w 1453587"/>
                  <a:gd name="connsiteY113" fmla="*/ 890588 h 1579244"/>
                  <a:gd name="connsiteX114" fmla="*/ 1164980 w 1453587"/>
                  <a:gd name="connsiteY114" fmla="*/ 890588 h 1579244"/>
                  <a:gd name="connsiteX115" fmla="*/ 1169743 w 1453587"/>
                  <a:gd name="connsiteY115" fmla="*/ 918210 h 1579244"/>
                  <a:gd name="connsiteX116" fmla="*/ 1169743 w 1453587"/>
                  <a:gd name="connsiteY116" fmla="*/ 918210 h 1579244"/>
                  <a:gd name="connsiteX117" fmla="*/ 1169743 w 1453587"/>
                  <a:gd name="connsiteY117" fmla="*/ 918210 h 1579244"/>
                  <a:gd name="connsiteX118" fmla="*/ 1169743 w 1453587"/>
                  <a:gd name="connsiteY118" fmla="*/ 918210 h 1579244"/>
                  <a:gd name="connsiteX119" fmla="*/ 1152597 w 1453587"/>
                  <a:gd name="connsiteY119" fmla="*/ 926782 h 1579244"/>
                  <a:gd name="connsiteX120" fmla="*/ 1152597 w 1453587"/>
                  <a:gd name="connsiteY120" fmla="*/ 926782 h 1579244"/>
                  <a:gd name="connsiteX121" fmla="*/ 1142120 w 1453587"/>
                  <a:gd name="connsiteY121" fmla="*/ 923925 h 1579244"/>
                  <a:gd name="connsiteX122" fmla="*/ 1216414 w 1453587"/>
                  <a:gd name="connsiteY122" fmla="*/ 810577 h 1579244"/>
                  <a:gd name="connsiteX123" fmla="*/ 1208795 w 1453587"/>
                  <a:gd name="connsiteY123" fmla="*/ 782955 h 1579244"/>
                  <a:gd name="connsiteX124" fmla="*/ 1208795 w 1453587"/>
                  <a:gd name="connsiteY124" fmla="*/ 782955 h 1579244"/>
                  <a:gd name="connsiteX125" fmla="*/ 1236418 w 1453587"/>
                  <a:gd name="connsiteY125" fmla="*/ 775335 h 1579244"/>
                  <a:gd name="connsiteX126" fmla="*/ 1236418 w 1453587"/>
                  <a:gd name="connsiteY126" fmla="*/ 775335 h 1579244"/>
                  <a:gd name="connsiteX127" fmla="*/ 1244037 w 1453587"/>
                  <a:gd name="connsiteY127" fmla="*/ 802957 h 1579244"/>
                  <a:gd name="connsiteX128" fmla="*/ 1244037 w 1453587"/>
                  <a:gd name="connsiteY128" fmla="*/ 802957 h 1579244"/>
                  <a:gd name="connsiteX129" fmla="*/ 1244037 w 1453587"/>
                  <a:gd name="connsiteY129" fmla="*/ 802957 h 1579244"/>
                  <a:gd name="connsiteX130" fmla="*/ 1244037 w 1453587"/>
                  <a:gd name="connsiteY130" fmla="*/ 802957 h 1579244"/>
                  <a:gd name="connsiteX131" fmla="*/ 1226893 w 1453587"/>
                  <a:gd name="connsiteY131" fmla="*/ 812482 h 1579244"/>
                  <a:gd name="connsiteX132" fmla="*/ 1226893 w 1453587"/>
                  <a:gd name="connsiteY132" fmla="*/ 812482 h 1579244"/>
                  <a:gd name="connsiteX133" fmla="*/ 1216414 w 1453587"/>
                  <a:gd name="connsiteY133" fmla="*/ 810577 h 1579244"/>
                  <a:gd name="connsiteX134" fmla="*/ 1280233 w 1453587"/>
                  <a:gd name="connsiteY134" fmla="*/ 692467 h 1579244"/>
                  <a:gd name="connsiteX135" fmla="*/ 1270708 w 1453587"/>
                  <a:gd name="connsiteY135" fmla="*/ 665797 h 1579244"/>
                  <a:gd name="connsiteX136" fmla="*/ 1270708 w 1453587"/>
                  <a:gd name="connsiteY136" fmla="*/ 665797 h 1579244"/>
                  <a:gd name="connsiteX137" fmla="*/ 1297377 w 1453587"/>
                  <a:gd name="connsiteY137" fmla="*/ 656272 h 1579244"/>
                  <a:gd name="connsiteX138" fmla="*/ 1297377 w 1453587"/>
                  <a:gd name="connsiteY138" fmla="*/ 656272 h 1579244"/>
                  <a:gd name="connsiteX139" fmla="*/ 1306902 w 1453587"/>
                  <a:gd name="connsiteY139" fmla="*/ 682942 h 1579244"/>
                  <a:gd name="connsiteX140" fmla="*/ 1306902 w 1453587"/>
                  <a:gd name="connsiteY140" fmla="*/ 682942 h 1579244"/>
                  <a:gd name="connsiteX141" fmla="*/ 1288805 w 1453587"/>
                  <a:gd name="connsiteY141" fmla="*/ 694372 h 1579244"/>
                  <a:gd name="connsiteX142" fmla="*/ 1288805 w 1453587"/>
                  <a:gd name="connsiteY142" fmla="*/ 694372 h 1579244"/>
                  <a:gd name="connsiteX143" fmla="*/ 1280233 w 1453587"/>
                  <a:gd name="connsiteY143" fmla="*/ 692467 h 1579244"/>
                  <a:gd name="connsiteX144" fmla="*/ 1333572 w 1453587"/>
                  <a:gd name="connsiteY144" fmla="*/ 568642 h 1579244"/>
                  <a:gd name="connsiteX145" fmla="*/ 1321189 w 1453587"/>
                  <a:gd name="connsiteY145" fmla="*/ 542925 h 1579244"/>
                  <a:gd name="connsiteX146" fmla="*/ 1321189 w 1453587"/>
                  <a:gd name="connsiteY146" fmla="*/ 542925 h 1579244"/>
                  <a:gd name="connsiteX147" fmla="*/ 1346908 w 1453587"/>
                  <a:gd name="connsiteY147" fmla="*/ 530542 h 1579244"/>
                  <a:gd name="connsiteX148" fmla="*/ 1346908 w 1453587"/>
                  <a:gd name="connsiteY148" fmla="*/ 530542 h 1579244"/>
                  <a:gd name="connsiteX149" fmla="*/ 1358337 w 1453587"/>
                  <a:gd name="connsiteY149" fmla="*/ 556260 h 1579244"/>
                  <a:gd name="connsiteX150" fmla="*/ 1358337 w 1453587"/>
                  <a:gd name="connsiteY150" fmla="*/ 556260 h 1579244"/>
                  <a:gd name="connsiteX151" fmla="*/ 1339287 w 1453587"/>
                  <a:gd name="connsiteY151" fmla="*/ 569595 h 1579244"/>
                  <a:gd name="connsiteX152" fmla="*/ 1339287 w 1453587"/>
                  <a:gd name="connsiteY152" fmla="*/ 569595 h 1579244"/>
                  <a:gd name="connsiteX153" fmla="*/ 1333572 w 1453587"/>
                  <a:gd name="connsiteY153" fmla="*/ 568642 h 1579244"/>
                  <a:gd name="connsiteX154" fmla="*/ 1376435 w 1453587"/>
                  <a:gd name="connsiteY154" fmla="*/ 440055 h 1579244"/>
                  <a:gd name="connsiteX155" fmla="*/ 1362147 w 1453587"/>
                  <a:gd name="connsiteY155" fmla="*/ 415290 h 1579244"/>
                  <a:gd name="connsiteX156" fmla="*/ 1362147 w 1453587"/>
                  <a:gd name="connsiteY156" fmla="*/ 415290 h 1579244"/>
                  <a:gd name="connsiteX157" fmla="*/ 1386912 w 1453587"/>
                  <a:gd name="connsiteY157" fmla="*/ 401002 h 1579244"/>
                  <a:gd name="connsiteX158" fmla="*/ 1386912 w 1453587"/>
                  <a:gd name="connsiteY158" fmla="*/ 401002 h 1579244"/>
                  <a:gd name="connsiteX159" fmla="*/ 1401200 w 1453587"/>
                  <a:gd name="connsiteY159" fmla="*/ 425767 h 1579244"/>
                  <a:gd name="connsiteX160" fmla="*/ 1401200 w 1453587"/>
                  <a:gd name="connsiteY160" fmla="*/ 425767 h 1579244"/>
                  <a:gd name="connsiteX161" fmla="*/ 1401200 w 1453587"/>
                  <a:gd name="connsiteY161" fmla="*/ 425767 h 1579244"/>
                  <a:gd name="connsiteX162" fmla="*/ 1401200 w 1453587"/>
                  <a:gd name="connsiteY162" fmla="*/ 425767 h 1579244"/>
                  <a:gd name="connsiteX163" fmla="*/ 1381197 w 1453587"/>
                  <a:gd name="connsiteY163" fmla="*/ 441007 h 1579244"/>
                  <a:gd name="connsiteX164" fmla="*/ 1381197 w 1453587"/>
                  <a:gd name="connsiteY164" fmla="*/ 441007 h 1579244"/>
                  <a:gd name="connsiteX165" fmla="*/ 1376435 w 1453587"/>
                  <a:gd name="connsiteY165" fmla="*/ 440055 h 1579244"/>
                  <a:gd name="connsiteX166" fmla="*/ 1406914 w 1453587"/>
                  <a:gd name="connsiteY166" fmla="*/ 308610 h 1579244"/>
                  <a:gd name="connsiteX167" fmla="*/ 1390722 w 1453587"/>
                  <a:gd name="connsiteY167" fmla="*/ 284797 h 1579244"/>
                  <a:gd name="connsiteX168" fmla="*/ 1390722 w 1453587"/>
                  <a:gd name="connsiteY168" fmla="*/ 284797 h 1579244"/>
                  <a:gd name="connsiteX169" fmla="*/ 1414535 w 1453587"/>
                  <a:gd name="connsiteY169" fmla="*/ 268605 h 1579244"/>
                  <a:gd name="connsiteX170" fmla="*/ 1414535 w 1453587"/>
                  <a:gd name="connsiteY170" fmla="*/ 268605 h 1579244"/>
                  <a:gd name="connsiteX171" fmla="*/ 1430727 w 1453587"/>
                  <a:gd name="connsiteY171" fmla="*/ 292417 h 1579244"/>
                  <a:gd name="connsiteX172" fmla="*/ 1430727 w 1453587"/>
                  <a:gd name="connsiteY172" fmla="*/ 292417 h 1579244"/>
                  <a:gd name="connsiteX173" fmla="*/ 1410725 w 1453587"/>
                  <a:gd name="connsiteY173" fmla="*/ 309563 h 1579244"/>
                  <a:gd name="connsiteX174" fmla="*/ 1410725 w 1453587"/>
                  <a:gd name="connsiteY174" fmla="*/ 309563 h 1579244"/>
                  <a:gd name="connsiteX175" fmla="*/ 1406914 w 1453587"/>
                  <a:gd name="connsiteY175" fmla="*/ 308610 h 1579244"/>
                  <a:gd name="connsiteX176" fmla="*/ 1425964 w 1453587"/>
                  <a:gd name="connsiteY176" fmla="*/ 175260 h 1579244"/>
                  <a:gd name="connsiteX177" fmla="*/ 1407868 w 1453587"/>
                  <a:gd name="connsiteY177" fmla="*/ 153352 h 1579244"/>
                  <a:gd name="connsiteX178" fmla="*/ 1407868 w 1453587"/>
                  <a:gd name="connsiteY178" fmla="*/ 153352 h 1579244"/>
                  <a:gd name="connsiteX179" fmla="*/ 1429775 w 1453587"/>
                  <a:gd name="connsiteY179" fmla="*/ 135255 h 1579244"/>
                  <a:gd name="connsiteX180" fmla="*/ 1429775 w 1453587"/>
                  <a:gd name="connsiteY180" fmla="*/ 135255 h 1579244"/>
                  <a:gd name="connsiteX181" fmla="*/ 1448825 w 1453587"/>
                  <a:gd name="connsiteY181" fmla="*/ 157163 h 1579244"/>
                  <a:gd name="connsiteX182" fmla="*/ 1448825 w 1453587"/>
                  <a:gd name="connsiteY182" fmla="*/ 157163 h 1579244"/>
                  <a:gd name="connsiteX183" fmla="*/ 1448825 w 1453587"/>
                  <a:gd name="connsiteY183" fmla="*/ 157163 h 1579244"/>
                  <a:gd name="connsiteX184" fmla="*/ 1448825 w 1453587"/>
                  <a:gd name="connsiteY184" fmla="*/ 157163 h 1579244"/>
                  <a:gd name="connsiteX185" fmla="*/ 1428822 w 1453587"/>
                  <a:gd name="connsiteY185" fmla="*/ 176213 h 1579244"/>
                  <a:gd name="connsiteX186" fmla="*/ 1428822 w 1453587"/>
                  <a:gd name="connsiteY186" fmla="*/ 176213 h 1579244"/>
                  <a:gd name="connsiteX187" fmla="*/ 1425964 w 1453587"/>
                  <a:gd name="connsiteY187" fmla="*/ 175260 h 1579244"/>
                  <a:gd name="connsiteX188" fmla="*/ 1413583 w 1453587"/>
                  <a:gd name="connsiteY188" fmla="*/ 20002 h 1579244"/>
                  <a:gd name="connsiteX189" fmla="*/ 1433585 w 1453587"/>
                  <a:gd name="connsiteY189" fmla="*/ 0 h 1579244"/>
                  <a:gd name="connsiteX190" fmla="*/ 1433585 w 1453587"/>
                  <a:gd name="connsiteY190" fmla="*/ 0 h 1579244"/>
                  <a:gd name="connsiteX191" fmla="*/ 1453587 w 1453587"/>
                  <a:gd name="connsiteY191" fmla="*/ 20002 h 1579244"/>
                  <a:gd name="connsiteX192" fmla="*/ 1453587 w 1453587"/>
                  <a:gd name="connsiteY192" fmla="*/ 20002 h 1579244"/>
                  <a:gd name="connsiteX193" fmla="*/ 1453587 w 1453587"/>
                  <a:gd name="connsiteY193" fmla="*/ 20002 h 1579244"/>
                  <a:gd name="connsiteX194" fmla="*/ 1453587 w 1453587"/>
                  <a:gd name="connsiteY194" fmla="*/ 20002 h 1579244"/>
                  <a:gd name="connsiteX195" fmla="*/ 1433585 w 1453587"/>
                  <a:gd name="connsiteY195" fmla="*/ 40005 h 1579244"/>
                  <a:gd name="connsiteX196" fmla="*/ 1433585 w 1453587"/>
                  <a:gd name="connsiteY196" fmla="*/ 40005 h 1579244"/>
                  <a:gd name="connsiteX197" fmla="*/ 1413583 w 1453587"/>
                  <a:gd name="connsiteY197" fmla="*/ 20002 h 157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453587" h="1579244">
                    <a:moveTo>
                      <a:pt x="72" y="1561147"/>
                    </a:moveTo>
                    <a:cubicBezTo>
                      <a:pt x="-880" y="1549717"/>
                      <a:pt x="7693" y="1540192"/>
                      <a:pt x="18170" y="1539240"/>
                    </a:cubicBezTo>
                    <a:lnTo>
                      <a:pt x="18170" y="1539240"/>
                    </a:lnTo>
                    <a:cubicBezTo>
                      <a:pt x="29600" y="1538288"/>
                      <a:pt x="39125" y="1546860"/>
                      <a:pt x="40077" y="1557338"/>
                    </a:cubicBezTo>
                    <a:lnTo>
                      <a:pt x="40077" y="1557338"/>
                    </a:lnTo>
                    <a:cubicBezTo>
                      <a:pt x="41030" y="1568767"/>
                      <a:pt x="32458" y="1578292"/>
                      <a:pt x="21980" y="1579245"/>
                    </a:cubicBezTo>
                    <a:lnTo>
                      <a:pt x="21980" y="1579245"/>
                    </a:lnTo>
                    <a:lnTo>
                      <a:pt x="21980" y="1579245"/>
                    </a:lnTo>
                    <a:lnTo>
                      <a:pt x="21980" y="1579245"/>
                    </a:lnTo>
                    <a:cubicBezTo>
                      <a:pt x="21027" y="1579245"/>
                      <a:pt x="21027" y="1579245"/>
                      <a:pt x="20075" y="1579245"/>
                    </a:cubicBezTo>
                    <a:lnTo>
                      <a:pt x="20075" y="1579245"/>
                    </a:lnTo>
                    <a:cubicBezTo>
                      <a:pt x="10550" y="1579245"/>
                      <a:pt x="1025" y="1571625"/>
                      <a:pt x="72" y="1561147"/>
                    </a:cubicBezTo>
                    <a:close/>
                    <a:moveTo>
                      <a:pt x="134375" y="1544955"/>
                    </a:moveTo>
                    <a:cubicBezTo>
                      <a:pt x="132470" y="1533525"/>
                      <a:pt x="140089" y="1523047"/>
                      <a:pt x="150568" y="1521142"/>
                    </a:cubicBezTo>
                    <a:lnTo>
                      <a:pt x="150568" y="1521142"/>
                    </a:lnTo>
                    <a:cubicBezTo>
                      <a:pt x="161997" y="1519238"/>
                      <a:pt x="172475" y="1526857"/>
                      <a:pt x="174380" y="1537335"/>
                    </a:cubicBezTo>
                    <a:lnTo>
                      <a:pt x="174380" y="1537335"/>
                    </a:lnTo>
                    <a:cubicBezTo>
                      <a:pt x="176285" y="1548765"/>
                      <a:pt x="168664" y="1559242"/>
                      <a:pt x="158187" y="1561147"/>
                    </a:cubicBezTo>
                    <a:lnTo>
                      <a:pt x="158187" y="1561147"/>
                    </a:lnTo>
                    <a:cubicBezTo>
                      <a:pt x="157235" y="1561147"/>
                      <a:pt x="155330" y="1561147"/>
                      <a:pt x="154377" y="1561147"/>
                    </a:cubicBezTo>
                    <a:lnTo>
                      <a:pt x="154377" y="1561147"/>
                    </a:lnTo>
                    <a:cubicBezTo>
                      <a:pt x="144852" y="1562100"/>
                      <a:pt x="136280" y="1555432"/>
                      <a:pt x="134375" y="1544955"/>
                    </a:cubicBezTo>
                    <a:close/>
                    <a:moveTo>
                      <a:pt x="266772" y="1518285"/>
                    </a:moveTo>
                    <a:cubicBezTo>
                      <a:pt x="263914" y="1507807"/>
                      <a:pt x="270583" y="1496377"/>
                      <a:pt x="281060" y="1493520"/>
                    </a:cubicBezTo>
                    <a:lnTo>
                      <a:pt x="281060" y="1493520"/>
                    </a:lnTo>
                    <a:cubicBezTo>
                      <a:pt x="291537" y="1490663"/>
                      <a:pt x="302968" y="1497330"/>
                      <a:pt x="305825" y="1507807"/>
                    </a:cubicBezTo>
                    <a:lnTo>
                      <a:pt x="305825" y="1507807"/>
                    </a:lnTo>
                    <a:cubicBezTo>
                      <a:pt x="308683" y="1518285"/>
                      <a:pt x="302014" y="1529715"/>
                      <a:pt x="291537" y="1532572"/>
                    </a:cubicBezTo>
                    <a:lnTo>
                      <a:pt x="291537" y="1532572"/>
                    </a:lnTo>
                    <a:cubicBezTo>
                      <a:pt x="289633" y="1532572"/>
                      <a:pt x="287727" y="1533525"/>
                      <a:pt x="286775" y="1533525"/>
                    </a:cubicBezTo>
                    <a:lnTo>
                      <a:pt x="286775" y="1533525"/>
                    </a:lnTo>
                    <a:cubicBezTo>
                      <a:pt x="277250" y="1533525"/>
                      <a:pt x="268677" y="1526857"/>
                      <a:pt x="266772" y="1518285"/>
                    </a:cubicBezTo>
                    <a:close/>
                    <a:moveTo>
                      <a:pt x="396312" y="1480185"/>
                    </a:moveTo>
                    <a:cubicBezTo>
                      <a:pt x="392502" y="1469707"/>
                      <a:pt x="398218" y="1458277"/>
                      <a:pt x="408695" y="1453515"/>
                    </a:cubicBezTo>
                    <a:lnTo>
                      <a:pt x="408695" y="1453515"/>
                    </a:lnTo>
                    <a:cubicBezTo>
                      <a:pt x="419172" y="1449705"/>
                      <a:pt x="430602" y="1455420"/>
                      <a:pt x="434412" y="1465897"/>
                    </a:cubicBezTo>
                    <a:lnTo>
                      <a:pt x="434412" y="1465897"/>
                    </a:lnTo>
                    <a:cubicBezTo>
                      <a:pt x="438222" y="1476375"/>
                      <a:pt x="432508" y="1487805"/>
                      <a:pt x="422030" y="1492567"/>
                    </a:cubicBezTo>
                    <a:lnTo>
                      <a:pt x="422030" y="1492567"/>
                    </a:lnTo>
                    <a:cubicBezTo>
                      <a:pt x="422030" y="1492567"/>
                      <a:pt x="422030" y="1492567"/>
                      <a:pt x="422030" y="1492567"/>
                    </a:cubicBezTo>
                    <a:lnTo>
                      <a:pt x="422030" y="1492567"/>
                    </a:lnTo>
                    <a:cubicBezTo>
                      <a:pt x="420125" y="1493520"/>
                      <a:pt x="417268" y="1493520"/>
                      <a:pt x="415362" y="1493520"/>
                    </a:cubicBezTo>
                    <a:lnTo>
                      <a:pt x="415362" y="1493520"/>
                    </a:lnTo>
                    <a:cubicBezTo>
                      <a:pt x="406789" y="1492567"/>
                      <a:pt x="399170" y="1487805"/>
                      <a:pt x="396312" y="1480185"/>
                    </a:cubicBezTo>
                    <a:close/>
                    <a:moveTo>
                      <a:pt x="521089" y="1429702"/>
                    </a:moveTo>
                    <a:cubicBezTo>
                      <a:pt x="516327" y="1420177"/>
                      <a:pt x="520137" y="1407795"/>
                      <a:pt x="530614" y="1403032"/>
                    </a:cubicBezTo>
                    <a:lnTo>
                      <a:pt x="530614" y="1403032"/>
                    </a:lnTo>
                    <a:cubicBezTo>
                      <a:pt x="541093" y="1398270"/>
                      <a:pt x="552522" y="1402080"/>
                      <a:pt x="557285" y="1412557"/>
                    </a:cubicBezTo>
                    <a:lnTo>
                      <a:pt x="557285" y="1412557"/>
                    </a:lnTo>
                    <a:cubicBezTo>
                      <a:pt x="562047" y="1423035"/>
                      <a:pt x="557285" y="1434465"/>
                      <a:pt x="546808" y="1439227"/>
                    </a:cubicBezTo>
                    <a:lnTo>
                      <a:pt x="546808" y="1439227"/>
                    </a:lnTo>
                    <a:cubicBezTo>
                      <a:pt x="543950" y="1440180"/>
                      <a:pt x="541093" y="1441132"/>
                      <a:pt x="538235" y="1441132"/>
                    </a:cubicBezTo>
                    <a:lnTo>
                      <a:pt x="538235" y="1441132"/>
                    </a:lnTo>
                    <a:cubicBezTo>
                      <a:pt x="531568" y="1442085"/>
                      <a:pt x="524900" y="1437322"/>
                      <a:pt x="521089" y="1429702"/>
                    </a:cubicBezTo>
                    <a:close/>
                    <a:moveTo>
                      <a:pt x="642058" y="1369695"/>
                    </a:moveTo>
                    <a:cubicBezTo>
                      <a:pt x="636343" y="1360170"/>
                      <a:pt x="640152" y="1347788"/>
                      <a:pt x="649677" y="1342072"/>
                    </a:cubicBezTo>
                    <a:lnTo>
                      <a:pt x="649677" y="1342072"/>
                    </a:lnTo>
                    <a:cubicBezTo>
                      <a:pt x="659202" y="1336357"/>
                      <a:pt x="671585" y="1340167"/>
                      <a:pt x="677300" y="1349692"/>
                    </a:cubicBezTo>
                    <a:lnTo>
                      <a:pt x="677300" y="1349692"/>
                    </a:lnTo>
                    <a:cubicBezTo>
                      <a:pt x="683014" y="1359217"/>
                      <a:pt x="679205" y="1371600"/>
                      <a:pt x="669680" y="1377315"/>
                    </a:cubicBezTo>
                    <a:lnTo>
                      <a:pt x="669680" y="1377315"/>
                    </a:lnTo>
                    <a:cubicBezTo>
                      <a:pt x="669680" y="1377315"/>
                      <a:pt x="669680" y="1377315"/>
                      <a:pt x="669680" y="1377315"/>
                    </a:cubicBezTo>
                    <a:lnTo>
                      <a:pt x="669680" y="1377315"/>
                    </a:lnTo>
                    <a:cubicBezTo>
                      <a:pt x="666822" y="1379220"/>
                      <a:pt x="663012" y="1380172"/>
                      <a:pt x="659202" y="1380172"/>
                    </a:cubicBezTo>
                    <a:lnTo>
                      <a:pt x="659202" y="1380172"/>
                    </a:lnTo>
                    <a:cubicBezTo>
                      <a:pt x="652535" y="1379220"/>
                      <a:pt x="645868" y="1375410"/>
                      <a:pt x="642058" y="1369695"/>
                    </a:cubicBezTo>
                    <a:close/>
                    <a:moveTo>
                      <a:pt x="756358" y="1298257"/>
                    </a:moveTo>
                    <a:cubicBezTo>
                      <a:pt x="749689" y="1288732"/>
                      <a:pt x="752547" y="1276350"/>
                      <a:pt x="761120" y="1270635"/>
                    </a:cubicBezTo>
                    <a:lnTo>
                      <a:pt x="761120" y="1270635"/>
                    </a:lnTo>
                    <a:cubicBezTo>
                      <a:pt x="769693" y="1263967"/>
                      <a:pt x="783027" y="1265872"/>
                      <a:pt x="788743" y="1275397"/>
                    </a:cubicBezTo>
                    <a:lnTo>
                      <a:pt x="788743" y="1275397"/>
                    </a:lnTo>
                    <a:cubicBezTo>
                      <a:pt x="795410" y="1284922"/>
                      <a:pt x="792552" y="1297305"/>
                      <a:pt x="783980" y="1303972"/>
                    </a:cubicBezTo>
                    <a:lnTo>
                      <a:pt x="783980" y="1303972"/>
                    </a:lnTo>
                    <a:cubicBezTo>
                      <a:pt x="780170" y="1306830"/>
                      <a:pt x="776360" y="1307782"/>
                      <a:pt x="772550" y="1307782"/>
                    </a:cubicBezTo>
                    <a:lnTo>
                      <a:pt x="772550" y="1307782"/>
                    </a:lnTo>
                    <a:cubicBezTo>
                      <a:pt x="766835" y="1306830"/>
                      <a:pt x="761120" y="1303972"/>
                      <a:pt x="756358" y="1298257"/>
                    </a:cubicBezTo>
                    <a:close/>
                    <a:moveTo>
                      <a:pt x="864943" y="1217295"/>
                    </a:moveTo>
                    <a:cubicBezTo>
                      <a:pt x="857322" y="1208722"/>
                      <a:pt x="858275" y="1196340"/>
                      <a:pt x="867800" y="1188720"/>
                    </a:cubicBezTo>
                    <a:lnTo>
                      <a:pt x="867800" y="1188720"/>
                    </a:lnTo>
                    <a:cubicBezTo>
                      <a:pt x="876372" y="1181100"/>
                      <a:pt x="888755" y="1182052"/>
                      <a:pt x="896375" y="1191577"/>
                    </a:cubicBezTo>
                    <a:lnTo>
                      <a:pt x="896375" y="1191577"/>
                    </a:lnTo>
                    <a:cubicBezTo>
                      <a:pt x="903043" y="1200150"/>
                      <a:pt x="902089" y="1212532"/>
                      <a:pt x="893518" y="1220152"/>
                    </a:cubicBezTo>
                    <a:lnTo>
                      <a:pt x="893518" y="1220152"/>
                    </a:lnTo>
                    <a:lnTo>
                      <a:pt x="893518" y="1220152"/>
                    </a:lnTo>
                    <a:lnTo>
                      <a:pt x="893518" y="1220152"/>
                    </a:lnTo>
                    <a:cubicBezTo>
                      <a:pt x="889708" y="1223010"/>
                      <a:pt x="884945" y="1224915"/>
                      <a:pt x="880183" y="1224915"/>
                    </a:cubicBezTo>
                    <a:lnTo>
                      <a:pt x="880183" y="1224915"/>
                    </a:lnTo>
                    <a:cubicBezTo>
                      <a:pt x="874468" y="1224915"/>
                      <a:pt x="868752" y="1222057"/>
                      <a:pt x="864943" y="1217295"/>
                    </a:cubicBezTo>
                    <a:close/>
                    <a:moveTo>
                      <a:pt x="965908" y="1127760"/>
                    </a:moveTo>
                    <a:cubicBezTo>
                      <a:pt x="958287" y="1120140"/>
                      <a:pt x="958287" y="1106805"/>
                      <a:pt x="965908" y="1099185"/>
                    </a:cubicBezTo>
                    <a:lnTo>
                      <a:pt x="965908" y="1099185"/>
                    </a:lnTo>
                    <a:cubicBezTo>
                      <a:pt x="973527" y="1091565"/>
                      <a:pt x="986862" y="1091565"/>
                      <a:pt x="994483" y="1099185"/>
                    </a:cubicBezTo>
                    <a:lnTo>
                      <a:pt x="994483" y="1099185"/>
                    </a:lnTo>
                    <a:cubicBezTo>
                      <a:pt x="1002102" y="1106805"/>
                      <a:pt x="1002102" y="1120140"/>
                      <a:pt x="994483" y="1127760"/>
                    </a:cubicBezTo>
                    <a:lnTo>
                      <a:pt x="994483" y="1127760"/>
                    </a:lnTo>
                    <a:cubicBezTo>
                      <a:pt x="990672" y="1131570"/>
                      <a:pt x="984958" y="1133475"/>
                      <a:pt x="980195" y="1133475"/>
                    </a:cubicBezTo>
                    <a:lnTo>
                      <a:pt x="980195" y="1133475"/>
                    </a:lnTo>
                    <a:cubicBezTo>
                      <a:pt x="975433" y="1133475"/>
                      <a:pt x="969718" y="1131570"/>
                      <a:pt x="965908" y="1127760"/>
                    </a:cubicBezTo>
                    <a:close/>
                    <a:moveTo>
                      <a:pt x="1058300" y="1029652"/>
                    </a:moveTo>
                    <a:cubicBezTo>
                      <a:pt x="1049727" y="1022985"/>
                      <a:pt x="1048775" y="1009650"/>
                      <a:pt x="1055443" y="1001077"/>
                    </a:cubicBezTo>
                    <a:lnTo>
                      <a:pt x="1055443" y="1001077"/>
                    </a:lnTo>
                    <a:cubicBezTo>
                      <a:pt x="1063062" y="992505"/>
                      <a:pt x="1075445" y="991552"/>
                      <a:pt x="1084018" y="998220"/>
                    </a:cubicBezTo>
                    <a:lnTo>
                      <a:pt x="1084018" y="998220"/>
                    </a:lnTo>
                    <a:cubicBezTo>
                      <a:pt x="1092589" y="1005840"/>
                      <a:pt x="1093543" y="1018222"/>
                      <a:pt x="1086875" y="1026795"/>
                    </a:cubicBezTo>
                    <a:lnTo>
                      <a:pt x="1086875" y="1026795"/>
                    </a:lnTo>
                    <a:cubicBezTo>
                      <a:pt x="1086875" y="1026795"/>
                      <a:pt x="1086875" y="1026795"/>
                      <a:pt x="1086875" y="1026795"/>
                    </a:cubicBezTo>
                    <a:lnTo>
                      <a:pt x="1086875" y="1026795"/>
                    </a:lnTo>
                    <a:cubicBezTo>
                      <a:pt x="1083064" y="1031557"/>
                      <a:pt x="1077350" y="1034415"/>
                      <a:pt x="1071635" y="1034415"/>
                    </a:cubicBezTo>
                    <a:lnTo>
                      <a:pt x="1071635" y="1034415"/>
                    </a:lnTo>
                    <a:cubicBezTo>
                      <a:pt x="1066872" y="1034415"/>
                      <a:pt x="1062110" y="1032510"/>
                      <a:pt x="1058300" y="1029652"/>
                    </a:cubicBezTo>
                    <a:close/>
                    <a:moveTo>
                      <a:pt x="1142120" y="923925"/>
                    </a:moveTo>
                    <a:cubicBezTo>
                      <a:pt x="1132595" y="917257"/>
                      <a:pt x="1130689" y="904875"/>
                      <a:pt x="1137358" y="895350"/>
                    </a:cubicBezTo>
                    <a:lnTo>
                      <a:pt x="1137358" y="895350"/>
                    </a:lnTo>
                    <a:cubicBezTo>
                      <a:pt x="1144025" y="885825"/>
                      <a:pt x="1156408" y="883920"/>
                      <a:pt x="1164980" y="890588"/>
                    </a:cubicBezTo>
                    <a:lnTo>
                      <a:pt x="1164980" y="890588"/>
                    </a:lnTo>
                    <a:cubicBezTo>
                      <a:pt x="1174505" y="897255"/>
                      <a:pt x="1176410" y="909638"/>
                      <a:pt x="1169743" y="918210"/>
                    </a:cubicBezTo>
                    <a:lnTo>
                      <a:pt x="1169743" y="918210"/>
                    </a:lnTo>
                    <a:lnTo>
                      <a:pt x="1169743" y="918210"/>
                    </a:lnTo>
                    <a:lnTo>
                      <a:pt x="1169743" y="918210"/>
                    </a:lnTo>
                    <a:cubicBezTo>
                      <a:pt x="1165933" y="923925"/>
                      <a:pt x="1159264" y="926782"/>
                      <a:pt x="1152597" y="926782"/>
                    </a:cubicBezTo>
                    <a:lnTo>
                      <a:pt x="1152597" y="926782"/>
                    </a:lnTo>
                    <a:cubicBezTo>
                      <a:pt x="1149739" y="927735"/>
                      <a:pt x="1145930" y="926782"/>
                      <a:pt x="1142120" y="923925"/>
                    </a:cubicBezTo>
                    <a:close/>
                    <a:moveTo>
                      <a:pt x="1216414" y="810577"/>
                    </a:moveTo>
                    <a:cubicBezTo>
                      <a:pt x="1206889" y="804863"/>
                      <a:pt x="1203080" y="792480"/>
                      <a:pt x="1208795" y="782955"/>
                    </a:cubicBezTo>
                    <a:lnTo>
                      <a:pt x="1208795" y="782955"/>
                    </a:lnTo>
                    <a:cubicBezTo>
                      <a:pt x="1214510" y="773430"/>
                      <a:pt x="1226893" y="769620"/>
                      <a:pt x="1236418" y="775335"/>
                    </a:cubicBezTo>
                    <a:lnTo>
                      <a:pt x="1236418" y="775335"/>
                    </a:lnTo>
                    <a:cubicBezTo>
                      <a:pt x="1245943" y="781050"/>
                      <a:pt x="1249752" y="793432"/>
                      <a:pt x="1244037" y="802957"/>
                    </a:cubicBezTo>
                    <a:lnTo>
                      <a:pt x="1244037" y="802957"/>
                    </a:lnTo>
                    <a:lnTo>
                      <a:pt x="1244037" y="802957"/>
                    </a:lnTo>
                    <a:lnTo>
                      <a:pt x="1244037" y="802957"/>
                    </a:lnTo>
                    <a:cubicBezTo>
                      <a:pt x="1240227" y="809625"/>
                      <a:pt x="1233560" y="812482"/>
                      <a:pt x="1226893" y="812482"/>
                    </a:cubicBezTo>
                    <a:lnTo>
                      <a:pt x="1226893" y="812482"/>
                    </a:lnTo>
                    <a:cubicBezTo>
                      <a:pt x="1223083" y="813435"/>
                      <a:pt x="1219272" y="812482"/>
                      <a:pt x="1216414" y="810577"/>
                    </a:cubicBezTo>
                    <a:close/>
                    <a:moveTo>
                      <a:pt x="1280233" y="692467"/>
                    </a:moveTo>
                    <a:cubicBezTo>
                      <a:pt x="1270708" y="687705"/>
                      <a:pt x="1265945" y="675322"/>
                      <a:pt x="1270708" y="665797"/>
                    </a:cubicBezTo>
                    <a:lnTo>
                      <a:pt x="1270708" y="665797"/>
                    </a:lnTo>
                    <a:cubicBezTo>
                      <a:pt x="1275470" y="655320"/>
                      <a:pt x="1287852" y="651510"/>
                      <a:pt x="1297377" y="656272"/>
                    </a:cubicBezTo>
                    <a:lnTo>
                      <a:pt x="1297377" y="656272"/>
                    </a:lnTo>
                    <a:cubicBezTo>
                      <a:pt x="1306902" y="661035"/>
                      <a:pt x="1311664" y="673417"/>
                      <a:pt x="1306902" y="682942"/>
                    </a:cubicBezTo>
                    <a:lnTo>
                      <a:pt x="1306902" y="682942"/>
                    </a:lnTo>
                    <a:cubicBezTo>
                      <a:pt x="1303093" y="690563"/>
                      <a:pt x="1296425" y="694372"/>
                      <a:pt x="1288805" y="694372"/>
                    </a:cubicBezTo>
                    <a:lnTo>
                      <a:pt x="1288805" y="694372"/>
                    </a:lnTo>
                    <a:cubicBezTo>
                      <a:pt x="1285947" y="694372"/>
                      <a:pt x="1283089" y="693420"/>
                      <a:pt x="1280233" y="692467"/>
                    </a:cubicBezTo>
                    <a:close/>
                    <a:moveTo>
                      <a:pt x="1333572" y="568642"/>
                    </a:moveTo>
                    <a:cubicBezTo>
                      <a:pt x="1323095" y="564832"/>
                      <a:pt x="1317380" y="553402"/>
                      <a:pt x="1321189" y="542925"/>
                    </a:cubicBezTo>
                    <a:lnTo>
                      <a:pt x="1321189" y="542925"/>
                    </a:lnTo>
                    <a:cubicBezTo>
                      <a:pt x="1325000" y="532447"/>
                      <a:pt x="1336430" y="526732"/>
                      <a:pt x="1346908" y="530542"/>
                    </a:cubicBezTo>
                    <a:lnTo>
                      <a:pt x="1346908" y="530542"/>
                    </a:lnTo>
                    <a:cubicBezTo>
                      <a:pt x="1357385" y="534352"/>
                      <a:pt x="1362147" y="545782"/>
                      <a:pt x="1358337" y="556260"/>
                    </a:cubicBezTo>
                    <a:lnTo>
                      <a:pt x="1358337" y="556260"/>
                    </a:lnTo>
                    <a:cubicBezTo>
                      <a:pt x="1355480" y="564832"/>
                      <a:pt x="1347860" y="569595"/>
                      <a:pt x="1339287" y="569595"/>
                    </a:cubicBezTo>
                    <a:lnTo>
                      <a:pt x="1339287" y="569595"/>
                    </a:lnTo>
                    <a:cubicBezTo>
                      <a:pt x="1338335" y="569595"/>
                      <a:pt x="1336430" y="568642"/>
                      <a:pt x="1333572" y="568642"/>
                    </a:cubicBezTo>
                    <a:close/>
                    <a:moveTo>
                      <a:pt x="1376435" y="440055"/>
                    </a:moveTo>
                    <a:cubicBezTo>
                      <a:pt x="1365958" y="437197"/>
                      <a:pt x="1359289" y="426720"/>
                      <a:pt x="1362147" y="415290"/>
                    </a:cubicBezTo>
                    <a:lnTo>
                      <a:pt x="1362147" y="415290"/>
                    </a:lnTo>
                    <a:cubicBezTo>
                      <a:pt x="1365005" y="404813"/>
                      <a:pt x="1376435" y="398145"/>
                      <a:pt x="1386912" y="401002"/>
                    </a:cubicBezTo>
                    <a:lnTo>
                      <a:pt x="1386912" y="401002"/>
                    </a:lnTo>
                    <a:cubicBezTo>
                      <a:pt x="1397389" y="403860"/>
                      <a:pt x="1404058" y="415290"/>
                      <a:pt x="1401200" y="425767"/>
                    </a:cubicBezTo>
                    <a:lnTo>
                      <a:pt x="1401200" y="425767"/>
                    </a:lnTo>
                    <a:lnTo>
                      <a:pt x="1401200" y="425767"/>
                    </a:lnTo>
                    <a:lnTo>
                      <a:pt x="1401200" y="425767"/>
                    </a:lnTo>
                    <a:cubicBezTo>
                      <a:pt x="1398343" y="435292"/>
                      <a:pt x="1390722" y="441007"/>
                      <a:pt x="1381197" y="441007"/>
                    </a:cubicBezTo>
                    <a:lnTo>
                      <a:pt x="1381197" y="441007"/>
                    </a:lnTo>
                    <a:cubicBezTo>
                      <a:pt x="1380245" y="441007"/>
                      <a:pt x="1378339" y="440055"/>
                      <a:pt x="1376435" y="440055"/>
                    </a:cubicBezTo>
                    <a:close/>
                    <a:moveTo>
                      <a:pt x="1406914" y="308610"/>
                    </a:moveTo>
                    <a:cubicBezTo>
                      <a:pt x="1395485" y="306705"/>
                      <a:pt x="1388818" y="296227"/>
                      <a:pt x="1390722" y="284797"/>
                    </a:cubicBezTo>
                    <a:lnTo>
                      <a:pt x="1390722" y="284797"/>
                    </a:lnTo>
                    <a:cubicBezTo>
                      <a:pt x="1392627" y="273367"/>
                      <a:pt x="1403105" y="266700"/>
                      <a:pt x="1414535" y="268605"/>
                    </a:cubicBezTo>
                    <a:lnTo>
                      <a:pt x="1414535" y="268605"/>
                    </a:lnTo>
                    <a:cubicBezTo>
                      <a:pt x="1425964" y="270510"/>
                      <a:pt x="1432633" y="280988"/>
                      <a:pt x="1430727" y="292417"/>
                    </a:cubicBezTo>
                    <a:lnTo>
                      <a:pt x="1430727" y="292417"/>
                    </a:lnTo>
                    <a:cubicBezTo>
                      <a:pt x="1428822" y="301942"/>
                      <a:pt x="1420250" y="309563"/>
                      <a:pt x="1410725" y="309563"/>
                    </a:cubicBezTo>
                    <a:lnTo>
                      <a:pt x="1410725" y="309563"/>
                    </a:lnTo>
                    <a:cubicBezTo>
                      <a:pt x="1409772" y="308610"/>
                      <a:pt x="1407868" y="308610"/>
                      <a:pt x="1406914" y="308610"/>
                    </a:cubicBezTo>
                    <a:close/>
                    <a:moveTo>
                      <a:pt x="1425964" y="175260"/>
                    </a:moveTo>
                    <a:cubicBezTo>
                      <a:pt x="1414535" y="174307"/>
                      <a:pt x="1406914" y="164782"/>
                      <a:pt x="1407868" y="153352"/>
                    </a:cubicBezTo>
                    <a:lnTo>
                      <a:pt x="1407868" y="153352"/>
                    </a:lnTo>
                    <a:cubicBezTo>
                      <a:pt x="1408820" y="141922"/>
                      <a:pt x="1418345" y="134302"/>
                      <a:pt x="1429775" y="135255"/>
                    </a:cubicBezTo>
                    <a:lnTo>
                      <a:pt x="1429775" y="135255"/>
                    </a:lnTo>
                    <a:cubicBezTo>
                      <a:pt x="1441205" y="136207"/>
                      <a:pt x="1448825" y="145732"/>
                      <a:pt x="1448825" y="157163"/>
                    </a:cubicBezTo>
                    <a:lnTo>
                      <a:pt x="1448825" y="157163"/>
                    </a:lnTo>
                    <a:cubicBezTo>
                      <a:pt x="1448825" y="157163"/>
                      <a:pt x="1448825" y="157163"/>
                      <a:pt x="1448825" y="157163"/>
                    </a:cubicBezTo>
                    <a:lnTo>
                      <a:pt x="1448825" y="157163"/>
                    </a:lnTo>
                    <a:cubicBezTo>
                      <a:pt x="1447872" y="167640"/>
                      <a:pt x="1439300" y="176213"/>
                      <a:pt x="1428822" y="176213"/>
                    </a:cubicBezTo>
                    <a:lnTo>
                      <a:pt x="1428822" y="176213"/>
                    </a:lnTo>
                    <a:cubicBezTo>
                      <a:pt x="1427870" y="175260"/>
                      <a:pt x="1426918" y="175260"/>
                      <a:pt x="1425964" y="175260"/>
                    </a:cubicBezTo>
                    <a:close/>
                    <a:moveTo>
                      <a:pt x="1413583" y="20002"/>
                    </a:moveTo>
                    <a:cubicBezTo>
                      <a:pt x="1413583" y="8572"/>
                      <a:pt x="1423108" y="0"/>
                      <a:pt x="1433585" y="0"/>
                    </a:cubicBezTo>
                    <a:lnTo>
                      <a:pt x="1433585" y="0"/>
                    </a:lnTo>
                    <a:cubicBezTo>
                      <a:pt x="1445014" y="0"/>
                      <a:pt x="1453587" y="8572"/>
                      <a:pt x="1453587" y="20002"/>
                    </a:cubicBezTo>
                    <a:lnTo>
                      <a:pt x="1453587" y="20002"/>
                    </a:lnTo>
                    <a:lnTo>
                      <a:pt x="1453587" y="20002"/>
                    </a:lnTo>
                    <a:lnTo>
                      <a:pt x="1453587" y="20002"/>
                    </a:lnTo>
                    <a:cubicBezTo>
                      <a:pt x="1453587" y="31432"/>
                      <a:pt x="1445014" y="40005"/>
                      <a:pt x="1433585" y="40005"/>
                    </a:cubicBezTo>
                    <a:lnTo>
                      <a:pt x="1433585" y="40005"/>
                    </a:lnTo>
                    <a:cubicBezTo>
                      <a:pt x="1423108" y="40005"/>
                      <a:pt x="1413583" y="31432"/>
                      <a:pt x="1413583" y="20002"/>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19" name="Freeform 487">
                <a:extLst>
                  <a:ext uri="{FF2B5EF4-FFF2-40B4-BE49-F238E27FC236}">
                    <a16:creationId xmlns:a16="http://schemas.microsoft.com/office/drawing/2014/main" id="{5AB98FCE-701D-0246-8B2B-D347E860E5EE}"/>
                  </a:ext>
                </a:extLst>
              </p:cNvPr>
              <p:cNvSpPr/>
              <p:nvPr/>
            </p:nvSpPr>
            <p:spPr>
              <a:xfrm>
                <a:off x="18223864" y="5451084"/>
                <a:ext cx="1453587" cy="1580270"/>
              </a:xfrm>
              <a:custGeom>
                <a:avLst/>
                <a:gdLst>
                  <a:gd name="connsiteX0" fmla="*/ 0 w 1453587"/>
                  <a:gd name="connsiteY0" fmla="*/ 1559315 h 1580270"/>
                  <a:gd name="connsiteX1" fmla="*/ 20002 w 1453587"/>
                  <a:gd name="connsiteY1" fmla="*/ 1539313 h 1580270"/>
                  <a:gd name="connsiteX2" fmla="*/ 20002 w 1453587"/>
                  <a:gd name="connsiteY2" fmla="*/ 1539313 h 1580270"/>
                  <a:gd name="connsiteX3" fmla="*/ 40006 w 1453587"/>
                  <a:gd name="connsiteY3" fmla="*/ 1559315 h 1580270"/>
                  <a:gd name="connsiteX4" fmla="*/ 40006 w 1453587"/>
                  <a:gd name="connsiteY4" fmla="*/ 1559315 h 1580270"/>
                  <a:gd name="connsiteX5" fmla="*/ 20002 w 1453587"/>
                  <a:gd name="connsiteY5" fmla="*/ 1580270 h 1580270"/>
                  <a:gd name="connsiteX6" fmla="*/ 20002 w 1453587"/>
                  <a:gd name="connsiteY6" fmla="*/ 1580270 h 1580270"/>
                  <a:gd name="connsiteX7" fmla="*/ 0 w 1453587"/>
                  <a:gd name="connsiteY7" fmla="*/ 1559315 h 1580270"/>
                  <a:gd name="connsiteX8" fmla="*/ 24765 w 1453587"/>
                  <a:gd name="connsiteY8" fmla="*/ 1445015 h 1580270"/>
                  <a:gd name="connsiteX9" fmla="*/ 5715 w 1453587"/>
                  <a:gd name="connsiteY9" fmla="*/ 1423108 h 1580270"/>
                  <a:gd name="connsiteX10" fmla="*/ 5715 w 1453587"/>
                  <a:gd name="connsiteY10" fmla="*/ 1423108 h 1580270"/>
                  <a:gd name="connsiteX11" fmla="*/ 27623 w 1453587"/>
                  <a:gd name="connsiteY11" fmla="*/ 1404058 h 1580270"/>
                  <a:gd name="connsiteX12" fmla="*/ 27623 w 1453587"/>
                  <a:gd name="connsiteY12" fmla="*/ 1404058 h 1580270"/>
                  <a:gd name="connsiteX13" fmla="*/ 46673 w 1453587"/>
                  <a:gd name="connsiteY13" fmla="*/ 1425965 h 1580270"/>
                  <a:gd name="connsiteX14" fmla="*/ 46673 w 1453587"/>
                  <a:gd name="connsiteY14" fmla="*/ 1425965 h 1580270"/>
                  <a:gd name="connsiteX15" fmla="*/ 26670 w 1453587"/>
                  <a:gd name="connsiteY15" fmla="*/ 1444063 h 1580270"/>
                  <a:gd name="connsiteX16" fmla="*/ 26670 w 1453587"/>
                  <a:gd name="connsiteY16" fmla="*/ 1444063 h 1580270"/>
                  <a:gd name="connsiteX17" fmla="*/ 24765 w 1453587"/>
                  <a:gd name="connsiteY17" fmla="*/ 1445015 h 1580270"/>
                  <a:gd name="connsiteX18" fmla="*/ 40006 w 1453587"/>
                  <a:gd name="connsiteY18" fmla="*/ 1310713 h 1580270"/>
                  <a:gd name="connsiteX19" fmla="*/ 23813 w 1453587"/>
                  <a:gd name="connsiteY19" fmla="*/ 1286900 h 1580270"/>
                  <a:gd name="connsiteX20" fmla="*/ 23813 w 1453587"/>
                  <a:gd name="connsiteY20" fmla="*/ 1286900 h 1580270"/>
                  <a:gd name="connsiteX21" fmla="*/ 47625 w 1453587"/>
                  <a:gd name="connsiteY21" fmla="*/ 1270708 h 1580270"/>
                  <a:gd name="connsiteX22" fmla="*/ 47625 w 1453587"/>
                  <a:gd name="connsiteY22" fmla="*/ 1270708 h 1580270"/>
                  <a:gd name="connsiteX23" fmla="*/ 63818 w 1453587"/>
                  <a:gd name="connsiteY23" fmla="*/ 1294520 h 1580270"/>
                  <a:gd name="connsiteX24" fmla="*/ 63818 w 1453587"/>
                  <a:gd name="connsiteY24" fmla="*/ 1294520 h 1580270"/>
                  <a:gd name="connsiteX25" fmla="*/ 43815 w 1453587"/>
                  <a:gd name="connsiteY25" fmla="*/ 1311665 h 1580270"/>
                  <a:gd name="connsiteX26" fmla="*/ 43815 w 1453587"/>
                  <a:gd name="connsiteY26" fmla="*/ 1311665 h 1580270"/>
                  <a:gd name="connsiteX27" fmla="*/ 40006 w 1453587"/>
                  <a:gd name="connsiteY27" fmla="*/ 1310713 h 1580270"/>
                  <a:gd name="connsiteX28" fmla="*/ 67627 w 1453587"/>
                  <a:gd name="connsiteY28" fmla="*/ 1178315 h 1580270"/>
                  <a:gd name="connsiteX29" fmla="*/ 53340 w 1453587"/>
                  <a:gd name="connsiteY29" fmla="*/ 1153550 h 1580270"/>
                  <a:gd name="connsiteX30" fmla="*/ 53340 w 1453587"/>
                  <a:gd name="connsiteY30" fmla="*/ 1153550 h 1580270"/>
                  <a:gd name="connsiteX31" fmla="*/ 53340 w 1453587"/>
                  <a:gd name="connsiteY31" fmla="*/ 1153550 h 1580270"/>
                  <a:gd name="connsiteX32" fmla="*/ 53340 w 1453587"/>
                  <a:gd name="connsiteY32" fmla="*/ 1153550 h 1580270"/>
                  <a:gd name="connsiteX33" fmla="*/ 78106 w 1453587"/>
                  <a:gd name="connsiteY33" fmla="*/ 1139263 h 1580270"/>
                  <a:gd name="connsiteX34" fmla="*/ 78106 w 1453587"/>
                  <a:gd name="connsiteY34" fmla="*/ 1139263 h 1580270"/>
                  <a:gd name="connsiteX35" fmla="*/ 92393 w 1453587"/>
                  <a:gd name="connsiteY35" fmla="*/ 1164028 h 1580270"/>
                  <a:gd name="connsiteX36" fmla="*/ 92393 w 1453587"/>
                  <a:gd name="connsiteY36" fmla="*/ 1164028 h 1580270"/>
                  <a:gd name="connsiteX37" fmla="*/ 72390 w 1453587"/>
                  <a:gd name="connsiteY37" fmla="*/ 1179267 h 1580270"/>
                  <a:gd name="connsiteX38" fmla="*/ 72390 w 1453587"/>
                  <a:gd name="connsiteY38" fmla="*/ 1179267 h 1580270"/>
                  <a:gd name="connsiteX39" fmla="*/ 67627 w 1453587"/>
                  <a:gd name="connsiteY39" fmla="*/ 1178315 h 1580270"/>
                  <a:gd name="connsiteX40" fmla="*/ 106681 w 1453587"/>
                  <a:gd name="connsiteY40" fmla="*/ 1049728 h 1580270"/>
                  <a:gd name="connsiteX41" fmla="*/ 95250 w 1453587"/>
                  <a:gd name="connsiteY41" fmla="*/ 1024010 h 1580270"/>
                  <a:gd name="connsiteX42" fmla="*/ 95250 w 1453587"/>
                  <a:gd name="connsiteY42" fmla="*/ 1024010 h 1580270"/>
                  <a:gd name="connsiteX43" fmla="*/ 120968 w 1453587"/>
                  <a:gd name="connsiteY43" fmla="*/ 1011628 h 1580270"/>
                  <a:gd name="connsiteX44" fmla="*/ 120968 w 1453587"/>
                  <a:gd name="connsiteY44" fmla="*/ 1011628 h 1580270"/>
                  <a:gd name="connsiteX45" fmla="*/ 132398 w 1453587"/>
                  <a:gd name="connsiteY45" fmla="*/ 1037345 h 1580270"/>
                  <a:gd name="connsiteX46" fmla="*/ 132398 w 1453587"/>
                  <a:gd name="connsiteY46" fmla="*/ 1037345 h 1580270"/>
                  <a:gd name="connsiteX47" fmla="*/ 113348 w 1453587"/>
                  <a:gd name="connsiteY47" fmla="*/ 1050680 h 1580270"/>
                  <a:gd name="connsiteX48" fmla="*/ 113348 w 1453587"/>
                  <a:gd name="connsiteY48" fmla="*/ 1050680 h 1580270"/>
                  <a:gd name="connsiteX49" fmla="*/ 106681 w 1453587"/>
                  <a:gd name="connsiteY49" fmla="*/ 1049728 h 1580270"/>
                  <a:gd name="connsiteX50" fmla="*/ 156210 w 1453587"/>
                  <a:gd name="connsiteY50" fmla="*/ 923997 h 1580270"/>
                  <a:gd name="connsiteX51" fmla="*/ 146685 w 1453587"/>
                  <a:gd name="connsiteY51" fmla="*/ 897328 h 1580270"/>
                  <a:gd name="connsiteX52" fmla="*/ 146685 w 1453587"/>
                  <a:gd name="connsiteY52" fmla="*/ 897328 h 1580270"/>
                  <a:gd name="connsiteX53" fmla="*/ 173356 w 1453587"/>
                  <a:gd name="connsiteY53" fmla="*/ 887803 h 1580270"/>
                  <a:gd name="connsiteX54" fmla="*/ 173356 w 1453587"/>
                  <a:gd name="connsiteY54" fmla="*/ 887803 h 1580270"/>
                  <a:gd name="connsiteX55" fmla="*/ 182881 w 1453587"/>
                  <a:gd name="connsiteY55" fmla="*/ 914472 h 1580270"/>
                  <a:gd name="connsiteX56" fmla="*/ 182881 w 1453587"/>
                  <a:gd name="connsiteY56" fmla="*/ 914472 h 1580270"/>
                  <a:gd name="connsiteX57" fmla="*/ 164783 w 1453587"/>
                  <a:gd name="connsiteY57" fmla="*/ 925903 h 1580270"/>
                  <a:gd name="connsiteX58" fmla="*/ 164783 w 1453587"/>
                  <a:gd name="connsiteY58" fmla="*/ 925903 h 1580270"/>
                  <a:gd name="connsiteX59" fmla="*/ 156210 w 1453587"/>
                  <a:gd name="connsiteY59" fmla="*/ 923997 h 1580270"/>
                  <a:gd name="connsiteX60" fmla="*/ 217170 w 1453587"/>
                  <a:gd name="connsiteY60" fmla="*/ 803030 h 1580270"/>
                  <a:gd name="connsiteX61" fmla="*/ 209550 w 1453587"/>
                  <a:gd name="connsiteY61" fmla="*/ 775408 h 1580270"/>
                  <a:gd name="connsiteX62" fmla="*/ 209550 w 1453587"/>
                  <a:gd name="connsiteY62" fmla="*/ 775408 h 1580270"/>
                  <a:gd name="connsiteX63" fmla="*/ 237173 w 1453587"/>
                  <a:gd name="connsiteY63" fmla="*/ 767787 h 1580270"/>
                  <a:gd name="connsiteX64" fmla="*/ 237173 w 1453587"/>
                  <a:gd name="connsiteY64" fmla="*/ 767787 h 1580270"/>
                  <a:gd name="connsiteX65" fmla="*/ 244793 w 1453587"/>
                  <a:gd name="connsiteY65" fmla="*/ 795410 h 1580270"/>
                  <a:gd name="connsiteX66" fmla="*/ 244793 w 1453587"/>
                  <a:gd name="connsiteY66" fmla="*/ 795410 h 1580270"/>
                  <a:gd name="connsiteX67" fmla="*/ 227648 w 1453587"/>
                  <a:gd name="connsiteY67" fmla="*/ 805887 h 1580270"/>
                  <a:gd name="connsiteX68" fmla="*/ 227648 w 1453587"/>
                  <a:gd name="connsiteY68" fmla="*/ 805887 h 1580270"/>
                  <a:gd name="connsiteX69" fmla="*/ 217170 w 1453587"/>
                  <a:gd name="connsiteY69" fmla="*/ 803030 h 1580270"/>
                  <a:gd name="connsiteX70" fmla="*/ 288608 w 1453587"/>
                  <a:gd name="connsiteY70" fmla="*/ 688730 h 1580270"/>
                  <a:gd name="connsiteX71" fmla="*/ 283845 w 1453587"/>
                  <a:gd name="connsiteY71" fmla="*/ 660155 h 1580270"/>
                  <a:gd name="connsiteX72" fmla="*/ 283845 w 1453587"/>
                  <a:gd name="connsiteY72" fmla="*/ 660155 h 1580270"/>
                  <a:gd name="connsiteX73" fmla="*/ 312420 w 1453587"/>
                  <a:gd name="connsiteY73" fmla="*/ 655393 h 1580270"/>
                  <a:gd name="connsiteX74" fmla="*/ 312420 w 1453587"/>
                  <a:gd name="connsiteY74" fmla="*/ 655393 h 1580270"/>
                  <a:gd name="connsiteX75" fmla="*/ 317183 w 1453587"/>
                  <a:gd name="connsiteY75" fmla="*/ 683968 h 1580270"/>
                  <a:gd name="connsiteX76" fmla="*/ 317183 w 1453587"/>
                  <a:gd name="connsiteY76" fmla="*/ 683968 h 1580270"/>
                  <a:gd name="connsiteX77" fmla="*/ 300990 w 1453587"/>
                  <a:gd name="connsiteY77" fmla="*/ 692540 h 1580270"/>
                  <a:gd name="connsiteX78" fmla="*/ 300990 w 1453587"/>
                  <a:gd name="connsiteY78" fmla="*/ 692540 h 1580270"/>
                  <a:gd name="connsiteX79" fmla="*/ 288608 w 1453587"/>
                  <a:gd name="connsiteY79" fmla="*/ 688730 h 1580270"/>
                  <a:gd name="connsiteX80" fmla="*/ 369570 w 1453587"/>
                  <a:gd name="connsiteY80" fmla="*/ 581097 h 1580270"/>
                  <a:gd name="connsiteX81" fmla="*/ 366713 w 1453587"/>
                  <a:gd name="connsiteY81" fmla="*/ 552522 h 1580270"/>
                  <a:gd name="connsiteX82" fmla="*/ 366713 w 1453587"/>
                  <a:gd name="connsiteY82" fmla="*/ 552522 h 1580270"/>
                  <a:gd name="connsiteX83" fmla="*/ 395288 w 1453587"/>
                  <a:gd name="connsiteY83" fmla="*/ 549665 h 1580270"/>
                  <a:gd name="connsiteX84" fmla="*/ 395288 w 1453587"/>
                  <a:gd name="connsiteY84" fmla="*/ 549665 h 1580270"/>
                  <a:gd name="connsiteX85" fmla="*/ 398145 w 1453587"/>
                  <a:gd name="connsiteY85" fmla="*/ 578240 h 1580270"/>
                  <a:gd name="connsiteX86" fmla="*/ 398145 w 1453587"/>
                  <a:gd name="connsiteY86" fmla="*/ 578240 h 1580270"/>
                  <a:gd name="connsiteX87" fmla="*/ 382906 w 1453587"/>
                  <a:gd name="connsiteY87" fmla="*/ 585860 h 1580270"/>
                  <a:gd name="connsiteX88" fmla="*/ 382906 w 1453587"/>
                  <a:gd name="connsiteY88" fmla="*/ 585860 h 1580270"/>
                  <a:gd name="connsiteX89" fmla="*/ 369570 w 1453587"/>
                  <a:gd name="connsiteY89" fmla="*/ 581097 h 1580270"/>
                  <a:gd name="connsiteX90" fmla="*/ 460058 w 1453587"/>
                  <a:gd name="connsiteY90" fmla="*/ 480133 h 1580270"/>
                  <a:gd name="connsiteX91" fmla="*/ 460058 w 1453587"/>
                  <a:gd name="connsiteY91" fmla="*/ 451558 h 1580270"/>
                  <a:gd name="connsiteX92" fmla="*/ 460058 w 1453587"/>
                  <a:gd name="connsiteY92" fmla="*/ 451558 h 1580270"/>
                  <a:gd name="connsiteX93" fmla="*/ 460058 w 1453587"/>
                  <a:gd name="connsiteY93" fmla="*/ 451558 h 1580270"/>
                  <a:gd name="connsiteX94" fmla="*/ 460058 w 1453587"/>
                  <a:gd name="connsiteY94" fmla="*/ 451558 h 1580270"/>
                  <a:gd name="connsiteX95" fmla="*/ 488633 w 1453587"/>
                  <a:gd name="connsiteY95" fmla="*/ 451558 h 1580270"/>
                  <a:gd name="connsiteX96" fmla="*/ 488633 w 1453587"/>
                  <a:gd name="connsiteY96" fmla="*/ 451558 h 1580270"/>
                  <a:gd name="connsiteX97" fmla="*/ 488633 w 1453587"/>
                  <a:gd name="connsiteY97" fmla="*/ 480133 h 1580270"/>
                  <a:gd name="connsiteX98" fmla="*/ 488633 w 1453587"/>
                  <a:gd name="connsiteY98" fmla="*/ 480133 h 1580270"/>
                  <a:gd name="connsiteX99" fmla="*/ 474345 w 1453587"/>
                  <a:gd name="connsiteY99" fmla="*/ 485847 h 1580270"/>
                  <a:gd name="connsiteX100" fmla="*/ 474345 w 1453587"/>
                  <a:gd name="connsiteY100" fmla="*/ 485847 h 1580270"/>
                  <a:gd name="connsiteX101" fmla="*/ 460058 w 1453587"/>
                  <a:gd name="connsiteY101" fmla="*/ 480133 h 1580270"/>
                  <a:gd name="connsiteX102" fmla="*/ 558165 w 1453587"/>
                  <a:gd name="connsiteY102" fmla="*/ 387740 h 1580270"/>
                  <a:gd name="connsiteX103" fmla="*/ 561023 w 1453587"/>
                  <a:gd name="connsiteY103" fmla="*/ 359165 h 1580270"/>
                  <a:gd name="connsiteX104" fmla="*/ 561023 w 1453587"/>
                  <a:gd name="connsiteY104" fmla="*/ 359165 h 1580270"/>
                  <a:gd name="connsiteX105" fmla="*/ 589598 w 1453587"/>
                  <a:gd name="connsiteY105" fmla="*/ 362022 h 1580270"/>
                  <a:gd name="connsiteX106" fmla="*/ 589598 w 1453587"/>
                  <a:gd name="connsiteY106" fmla="*/ 362022 h 1580270"/>
                  <a:gd name="connsiteX107" fmla="*/ 586740 w 1453587"/>
                  <a:gd name="connsiteY107" fmla="*/ 390597 h 1580270"/>
                  <a:gd name="connsiteX108" fmla="*/ 586740 w 1453587"/>
                  <a:gd name="connsiteY108" fmla="*/ 390597 h 1580270"/>
                  <a:gd name="connsiteX109" fmla="*/ 573406 w 1453587"/>
                  <a:gd name="connsiteY109" fmla="*/ 395360 h 1580270"/>
                  <a:gd name="connsiteX110" fmla="*/ 573406 w 1453587"/>
                  <a:gd name="connsiteY110" fmla="*/ 395360 h 1580270"/>
                  <a:gd name="connsiteX111" fmla="*/ 558165 w 1453587"/>
                  <a:gd name="connsiteY111" fmla="*/ 387740 h 1580270"/>
                  <a:gd name="connsiteX112" fmla="*/ 663893 w 1453587"/>
                  <a:gd name="connsiteY112" fmla="*/ 303920 h 1580270"/>
                  <a:gd name="connsiteX113" fmla="*/ 668656 w 1453587"/>
                  <a:gd name="connsiteY113" fmla="*/ 276297 h 1580270"/>
                  <a:gd name="connsiteX114" fmla="*/ 668656 w 1453587"/>
                  <a:gd name="connsiteY114" fmla="*/ 276297 h 1580270"/>
                  <a:gd name="connsiteX115" fmla="*/ 697231 w 1453587"/>
                  <a:gd name="connsiteY115" fmla="*/ 281060 h 1580270"/>
                  <a:gd name="connsiteX116" fmla="*/ 697231 w 1453587"/>
                  <a:gd name="connsiteY116" fmla="*/ 281060 h 1580270"/>
                  <a:gd name="connsiteX117" fmla="*/ 692468 w 1453587"/>
                  <a:gd name="connsiteY117" fmla="*/ 308683 h 1580270"/>
                  <a:gd name="connsiteX118" fmla="*/ 692468 w 1453587"/>
                  <a:gd name="connsiteY118" fmla="*/ 308683 h 1580270"/>
                  <a:gd name="connsiteX119" fmla="*/ 681038 w 1453587"/>
                  <a:gd name="connsiteY119" fmla="*/ 312493 h 1580270"/>
                  <a:gd name="connsiteX120" fmla="*/ 681038 w 1453587"/>
                  <a:gd name="connsiteY120" fmla="*/ 312493 h 1580270"/>
                  <a:gd name="connsiteX121" fmla="*/ 663893 w 1453587"/>
                  <a:gd name="connsiteY121" fmla="*/ 303920 h 1580270"/>
                  <a:gd name="connsiteX122" fmla="*/ 777240 w 1453587"/>
                  <a:gd name="connsiteY122" fmla="*/ 230578 h 1580270"/>
                  <a:gd name="connsiteX123" fmla="*/ 784860 w 1453587"/>
                  <a:gd name="connsiteY123" fmla="*/ 202955 h 1580270"/>
                  <a:gd name="connsiteX124" fmla="*/ 784860 w 1453587"/>
                  <a:gd name="connsiteY124" fmla="*/ 202955 h 1580270"/>
                  <a:gd name="connsiteX125" fmla="*/ 812483 w 1453587"/>
                  <a:gd name="connsiteY125" fmla="*/ 210575 h 1580270"/>
                  <a:gd name="connsiteX126" fmla="*/ 812483 w 1453587"/>
                  <a:gd name="connsiteY126" fmla="*/ 210575 h 1580270"/>
                  <a:gd name="connsiteX127" fmla="*/ 804863 w 1453587"/>
                  <a:gd name="connsiteY127" fmla="*/ 238197 h 1580270"/>
                  <a:gd name="connsiteX128" fmla="*/ 804863 w 1453587"/>
                  <a:gd name="connsiteY128" fmla="*/ 238197 h 1580270"/>
                  <a:gd name="connsiteX129" fmla="*/ 795338 w 1453587"/>
                  <a:gd name="connsiteY129" fmla="*/ 241055 h 1580270"/>
                  <a:gd name="connsiteX130" fmla="*/ 795338 w 1453587"/>
                  <a:gd name="connsiteY130" fmla="*/ 241055 h 1580270"/>
                  <a:gd name="connsiteX131" fmla="*/ 777240 w 1453587"/>
                  <a:gd name="connsiteY131" fmla="*/ 230578 h 1580270"/>
                  <a:gd name="connsiteX132" fmla="*/ 896302 w 1453587"/>
                  <a:gd name="connsiteY132" fmla="*/ 166760 h 1580270"/>
                  <a:gd name="connsiteX133" fmla="*/ 905827 w 1453587"/>
                  <a:gd name="connsiteY133" fmla="*/ 140090 h 1580270"/>
                  <a:gd name="connsiteX134" fmla="*/ 905827 w 1453587"/>
                  <a:gd name="connsiteY134" fmla="*/ 140090 h 1580270"/>
                  <a:gd name="connsiteX135" fmla="*/ 905827 w 1453587"/>
                  <a:gd name="connsiteY135" fmla="*/ 140090 h 1580270"/>
                  <a:gd name="connsiteX136" fmla="*/ 905827 w 1453587"/>
                  <a:gd name="connsiteY136" fmla="*/ 140090 h 1580270"/>
                  <a:gd name="connsiteX137" fmla="*/ 932498 w 1453587"/>
                  <a:gd name="connsiteY137" fmla="*/ 149615 h 1580270"/>
                  <a:gd name="connsiteX138" fmla="*/ 932498 w 1453587"/>
                  <a:gd name="connsiteY138" fmla="*/ 149615 h 1580270"/>
                  <a:gd name="connsiteX139" fmla="*/ 922973 w 1453587"/>
                  <a:gd name="connsiteY139" fmla="*/ 176285 h 1580270"/>
                  <a:gd name="connsiteX140" fmla="*/ 922973 w 1453587"/>
                  <a:gd name="connsiteY140" fmla="*/ 176285 h 1580270"/>
                  <a:gd name="connsiteX141" fmla="*/ 914400 w 1453587"/>
                  <a:gd name="connsiteY141" fmla="*/ 178190 h 1580270"/>
                  <a:gd name="connsiteX142" fmla="*/ 914400 w 1453587"/>
                  <a:gd name="connsiteY142" fmla="*/ 178190 h 1580270"/>
                  <a:gd name="connsiteX143" fmla="*/ 896302 w 1453587"/>
                  <a:gd name="connsiteY143" fmla="*/ 166760 h 1580270"/>
                  <a:gd name="connsiteX144" fmla="*/ 1020127 w 1453587"/>
                  <a:gd name="connsiteY144" fmla="*/ 113420 h 1580270"/>
                  <a:gd name="connsiteX145" fmla="*/ 1032510 w 1453587"/>
                  <a:gd name="connsiteY145" fmla="*/ 87703 h 1580270"/>
                  <a:gd name="connsiteX146" fmla="*/ 1032510 w 1453587"/>
                  <a:gd name="connsiteY146" fmla="*/ 87703 h 1580270"/>
                  <a:gd name="connsiteX147" fmla="*/ 1058227 w 1453587"/>
                  <a:gd name="connsiteY147" fmla="*/ 100085 h 1580270"/>
                  <a:gd name="connsiteX148" fmla="*/ 1058227 w 1453587"/>
                  <a:gd name="connsiteY148" fmla="*/ 100085 h 1580270"/>
                  <a:gd name="connsiteX149" fmla="*/ 1045845 w 1453587"/>
                  <a:gd name="connsiteY149" fmla="*/ 125803 h 1580270"/>
                  <a:gd name="connsiteX150" fmla="*/ 1045845 w 1453587"/>
                  <a:gd name="connsiteY150" fmla="*/ 125803 h 1580270"/>
                  <a:gd name="connsiteX151" fmla="*/ 1039177 w 1453587"/>
                  <a:gd name="connsiteY151" fmla="*/ 126755 h 1580270"/>
                  <a:gd name="connsiteX152" fmla="*/ 1039177 w 1453587"/>
                  <a:gd name="connsiteY152" fmla="*/ 126755 h 1580270"/>
                  <a:gd name="connsiteX153" fmla="*/ 1020127 w 1453587"/>
                  <a:gd name="connsiteY153" fmla="*/ 113420 h 1580270"/>
                  <a:gd name="connsiteX154" fmla="*/ 1148715 w 1453587"/>
                  <a:gd name="connsiteY154" fmla="*/ 71510 h 1580270"/>
                  <a:gd name="connsiteX155" fmla="*/ 1163002 w 1453587"/>
                  <a:gd name="connsiteY155" fmla="*/ 46745 h 1580270"/>
                  <a:gd name="connsiteX156" fmla="*/ 1163002 w 1453587"/>
                  <a:gd name="connsiteY156" fmla="*/ 46745 h 1580270"/>
                  <a:gd name="connsiteX157" fmla="*/ 1187768 w 1453587"/>
                  <a:gd name="connsiteY157" fmla="*/ 61033 h 1580270"/>
                  <a:gd name="connsiteX158" fmla="*/ 1187768 w 1453587"/>
                  <a:gd name="connsiteY158" fmla="*/ 61033 h 1580270"/>
                  <a:gd name="connsiteX159" fmla="*/ 1173481 w 1453587"/>
                  <a:gd name="connsiteY159" fmla="*/ 85797 h 1580270"/>
                  <a:gd name="connsiteX160" fmla="*/ 1173481 w 1453587"/>
                  <a:gd name="connsiteY160" fmla="*/ 85797 h 1580270"/>
                  <a:gd name="connsiteX161" fmla="*/ 1168718 w 1453587"/>
                  <a:gd name="connsiteY161" fmla="*/ 86750 h 1580270"/>
                  <a:gd name="connsiteX162" fmla="*/ 1168718 w 1453587"/>
                  <a:gd name="connsiteY162" fmla="*/ 86750 h 1580270"/>
                  <a:gd name="connsiteX163" fmla="*/ 1148715 w 1453587"/>
                  <a:gd name="connsiteY163" fmla="*/ 71510 h 1580270"/>
                  <a:gd name="connsiteX164" fmla="*/ 1280160 w 1453587"/>
                  <a:gd name="connsiteY164" fmla="*/ 41030 h 1580270"/>
                  <a:gd name="connsiteX165" fmla="*/ 1296352 w 1453587"/>
                  <a:gd name="connsiteY165" fmla="*/ 17218 h 1580270"/>
                  <a:gd name="connsiteX166" fmla="*/ 1296352 w 1453587"/>
                  <a:gd name="connsiteY166" fmla="*/ 17218 h 1580270"/>
                  <a:gd name="connsiteX167" fmla="*/ 1320165 w 1453587"/>
                  <a:gd name="connsiteY167" fmla="*/ 33410 h 1580270"/>
                  <a:gd name="connsiteX168" fmla="*/ 1320165 w 1453587"/>
                  <a:gd name="connsiteY168" fmla="*/ 33410 h 1580270"/>
                  <a:gd name="connsiteX169" fmla="*/ 1303973 w 1453587"/>
                  <a:gd name="connsiteY169" fmla="*/ 57222 h 1580270"/>
                  <a:gd name="connsiteX170" fmla="*/ 1303973 w 1453587"/>
                  <a:gd name="connsiteY170" fmla="*/ 57222 h 1580270"/>
                  <a:gd name="connsiteX171" fmla="*/ 1300163 w 1453587"/>
                  <a:gd name="connsiteY171" fmla="*/ 57222 h 1580270"/>
                  <a:gd name="connsiteX172" fmla="*/ 1300163 w 1453587"/>
                  <a:gd name="connsiteY172" fmla="*/ 57222 h 1580270"/>
                  <a:gd name="connsiteX173" fmla="*/ 1280160 w 1453587"/>
                  <a:gd name="connsiteY173" fmla="*/ 41030 h 1580270"/>
                  <a:gd name="connsiteX174" fmla="*/ 1413510 w 1453587"/>
                  <a:gd name="connsiteY174" fmla="*/ 21980 h 1580270"/>
                  <a:gd name="connsiteX175" fmla="*/ 1431608 w 1453587"/>
                  <a:gd name="connsiteY175" fmla="*/ 72 h 1580270"/>
                  <a:gd name="connsiteX176" fmla="*/ 1431608 w 1453587"/>
                  <a:gd name="connsiteY176" fmla="*/ 72 h 1580270"/>
                  <a:gd name="connsiteX177" fmla="*/ 1453515 w 1453587"/>
                  <a:gd name="connsiteY177" fmla="*/ 18170 h 1580270"/>
                  <a:gd name="connsiteX178" fmla="*/ 1453515 w 1453587"/>
                  <a:gd name="connsiteY178" fmla="*/ 18170 h 1580270"/>
                  <a:gd name="connsiteX179" fmla="*/ 1435418 w 1453587"/>
                  <a:gd name="connsiteY179" fmla="*/ 40078 h 1580270"/>
                  <a:gd name="connsiteX180" fmla="*/ 1435418 w 1453587"/>
                  <a:gd name="connsiteY180" fmla="*/ 40078 h 1580270"/>
                  <a:gd name="connsiteX181" fmla="*/ 1433513 w 1453587"/>
                  <a:gd name="connsiteY181" fmla="*/ 40078 h 1580270"/>
                  <a:gd name="connsiteX182" fmla="*/ 1433513 w 1453587"/>
                  <a:gd name="connsiteY182" fmla="*/ 40078 h 1580270"/>
                  <a:gd name="connsiteX183" fmla="*/ 1413510 w 1453587"/>
                  <a:gd name="connsiteY183" fmla="*/ 21980 h 15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453587" h="1580270">
                    <a:moveTo>
                      <a:pt x="0" y="1559315"/>
                    </a:moveTo>
                    <a:cubicBezTo>
                      <a:pt x="0" y="1547885"/>
                      <a:pt x="8573" y="1539313"/>
                      <a:pt x="20002" y="1539313"/>
                    </a:cubicBezTo>
                    <a:lnTo>
                      <a:pt x="20002" y="1539313"/>
                    </a:lnTo>
                    <a:cubicBezTo>
                      <a:pt x="31433" y="1539313"/>
                      <a:pt x="40006" y="1547885"/>
                      <a:pt x="40006" y="1559315"/>
                    </a:cubicBezTo>
                    <a:lnTo>
                      <a:pt x="40006" y="1559315"/>
                    </a:lnTo>
                    <a:cubicBezTo>
                      <a:pt x="40006" y="1570745"/>
                      <a:pt x="30481" y="1580270"/>
                      <a:pt x="20002" y="1580270"/>
                    </a:cubicBezTo>
                    <a:lnTo>
                      <a:pt x="20002" y="1580270"/>
                    </a:lnTo>
                    <a:cubicBezTo>
                      <a:pt x="9525" y="1579317"/>
                      <a:pt x="0" y="1570745"/>
                      <a:pt x="0" y="1559315"/>
                    </a:cubicBezTo>
                    <a:close/>
                    <a:moveTo>
                      <a:pt x="24765" y="1445015"/>
                    </a:moveTo>
                    <a:cubicBezTo>
                      <a:pt x="13335" y="1444063"/>
                      <a:pt x="5715" y="1434538"/>
                      <a:pt x="5715" y="1423108"/>
                    </a:cubicBezTo>
                    <a:lnTo>
                      <a:pt x="5715" y="1423108"/>
                    </a:lnTo>
                    <a:cubicBezTo>
                      <a:pt x="6668" y="1411678"/>
                      <a:pt x="16193" y="1404058"/>
                      <a:pt x="27623" y="1404058"/>
                    </a:cubicBezTo>
                    <a:lnTo>
                      <a:pt x="27623" y="1404058"/>
                    </a:lnTo>
                    <a:cubicBezTo>
                      <a:pt x="39052" y="1405010"/>
                      <a:pt x="46673" y="1414535"/>
                      <a:pt x="46673" y="1425965"/>
                    </a:cubicBezTo>
                    <a:lnTo>
                      <a:pt x="46673" y="1425965"/>
                    </a:lnTo>
                    <a:cubicBezTo>
                      <a:pt x="45720" y="1436442"/>
                      <a:pt x="37148" y="1444063"/>
                      <a:pt x="26670" y="1444063"/>
                    </a:cubicBezTo>
                    <a:lnTo>
                      <a:pt x="26670" y="1444063"/>
                    </a:lnTo>
                    <a:cubicBezTo>
                      <a:pt x="25718" y="1445015"/>
                      <a:pt x="24765" y="1445015"/>
                      <a:pt x="24765" y="1445015"/>
                    </a:cubicBezTo>
                    <a:close/>
                    <a:moveTo>
                      <a:pt x="40006" y="1310713"/>
                    </a:moveTo>
                    <a:cubicBezTo>
                      <a:pt x="28575" y="1308808"/>
                      <a:pt x="21908" y="1298330"/>
                      <a:pt x="23813" y="1286900"/>
                    </a:cubicBezTo>
                    <a:lnTo>
                      <a:pt x="23813" y="1286900"/>
                    </a:lnTo>
                    <a:cubicBezTo>
                      <a:pt x="25718" y="1275470"/>
                      <a:pt x="36195" y="1268803"/>
                      <a:pt x="47625" y="1270708"/>
                    </a:cubicBezTo>
                    <a:lnTo>
                      <a:pt x="47625" y="1270708"/>
                    </a:lnTo>
                    <a:cubicBezTo>
                      <a:pt x="59056" y="1272613"/>
                      <a:pt x="65723" y="1283090"/>
                      <a:pt x="63818" y="1294520"/>
                    </a:cubicBezTo>
                    <a:lnTo>
                      <a:pt x="63818" y="1294520"/>
                    </a:lnTo>
                    <a:cubicBezTo>
                      <a:pt x="61913" y="1304045"/>
                      <a:pt x="53340" y="1311665"/>
                      <a:pt x="43815" y="1311665"/>
                    </a:cubicBezTo>
                    <a:lnTo>
                      <a:pt x="43815" y="1311665"/>
                    </a:lnTo>
                    <a:cubicBezTo>
                      <a:pt x="41910" y="1310713"/>
                      <a:pt x="40958" y="1310713"/>
                      <a:pt x="40006" y="1310713"/>
                    </a:cubicBezTo>
                    <a:close/>
                    <a:moveTo>
                      <a:pt x="67627" y="1178315"/>
                    </a:moveTo>
                    <a:cubicBezTo>
                      <a:pt x="57150" y="1175458"/>
                      <a:pt x="50483" y="1164028"/>
                      <a:pt x="53340" y="1153550"/>
                    </a:cubicBezTo>
                    <a:lnTo>
                      <a:pt x="53340" y="1153550"/>
                    </a:lnTo>
                    <a:lnTo>
                      <a:pt x="53340" y="1153550"/>
                    </a:lnTo>
                    <a:lnTo>
                      <a:pt x="53340" y="1153550"/>
                    </a:lnTo>
                    <a:cubicBezTo>
                      <a:pt x="56198" y="1142120"/>
                      <a:pt x="67627" y="1136405"/>
                      <a:pt x="78106" y="1139263"/>
                    </a:cubicBezTo>
                    <a:lnTo>
                      <a:pt x="78106" y="1139263"/>
                    </a:lnTo>
                    <a:cubicBezTo>
                      <a:pt x="88583" y="1142120"/>
                      <a:pt x="95250" y="1152597"/>
                      <a:pt x="92393" y="1164028"/>
                    </a:cubicBezTo>
                    <a:lnTo>
                      <a:pt x="92393" y="1164028"/>
                    </a:lnTo>
                    <a:cubicBezTo>
                      <a:pt x="89535" y="1173553"/>
                      <a:pt x="81915" y="1179267"/>
                      <a:pt x="72390" y="1179267"/>
                    </a:cubicBezTo>
                    <a:lnTo>
                      <a:pt x="72390" y="1179267"/>
                    </a:lnTo>
                    <a:cubicBezTo>
                      <a:pt x="71438" y="1179267"/>
                      <a:pt x="69533" y="1179267"/>
                      <a:pt x="67627" y="1178315"/>
                    </a:cubicBezTo>
                    <a:close/>
                    <a:moveTo>
                      <a:pt x="106681" y="1049728"/>
                    </a:moveTo>
                    <a:cubicBezTo>
                      <a:pt x="96202" y="1045918"/>
                      <a:pt x="90488" y="1034487"/>
                      <a:pt x="95250" y="1024010"/>
                    </a:cubicBezTo>
                    <a:lnTo>
                      <a:pt x="95250" y="1024010"/>
                    </a:lnTo>
                    <a:cubicBezTo>
                      <a:pt x="99060" y="1013533"/>
                      <a:pt x="110490" y="1007818"/>
                      <a:pt x="120968" y="1011628"/>
                    </a:cubicBezTo>
                    <a:lnTo>
                      <a:pt x="120968" y="1011628"/>
                    </a:lnTo>
                    <a:cubicBezTo>
                      <a:pt x="131445" y="1015437"/>
                      <a:pt x="137160" y="1026868"/>
                      <a:pt x="132398" y="1037345"/>
                    </a:cubicBezTo>
                    <a:lnTo>
                      <a:pt x="132398" y="1037345"/>
                    </a:lnTo>
                    <a:cubicBezTo>
                      <a:pt x="129540" y="1045918"/>
                      <a:pt x="121920" y="1050680"/>
                      <a:pt x="113348" y="1050680"/>
                    </a:cubicBezTo>
                    <a:lnTo>
                      <a:pt x="113348" y="1050680"/>
                    </a:lnTo>
                    <a:cubicBezTo>
                      <a:pt x="110490" y="1050680"/>
                      <a:pt x="108585" y="1049728"/>
                      <a:pt x="106681" y="1049728"/>
                    </a:cubicBezTo>
                    <a:close/>
                    <a:moveTo>
                      <a:pt x="156210" y="923997"/>
                    </a:moveTo>
                    <a:cubicBezTo>
                      <a:pt x="145733" y="919235"/>
                      <a:pt x="141923" y="906853"/>
                      <a:pt x="146685" y="897328"/>
                    </a:cubicBezTo>
                    <a:lnTo>
                      <a:pt x="146685" y="897328"/>
                    </a:lnTo>
                    <a:cubicBezTo>
                      <a:pt x="151448" y="886850"/>
                      <a:pt x="163831" y="883040"/>
                      <a:pt x="173356" y="887803"/>
                    </a:cubicBezTo>
                    <a:lnTo>
                      <a:pt x="173356" y="887803"/>
                    </a:lnTo>
                    <a:cubicBezTo>
                      <a:pt x="183833" y="892565"/>
                      <a:pt x="187643" y="904947"/>
                      <a:pt x="182881" y="914472"/>
                    </a:cubicBezTo>
                    <a:lnTo>
                      <a:pt x="182881" y="914472"/>
                    </a:lnTo>
                    <a:cubicBezTo>
                      <a:pt x="179070" y="922093"/>
                      <a:pt x="172402" y="925903"/>
                      <a:pt x="164783" y="925903"/>
                    </a:cubicBezTo>
                    <a:lnTo>
                      <a:pt x="164783" y="925903"/>
                    </a:lnTo>
                    <a:cubicBezTo>
                      <a:pt x="161925" y="925903"/>
                      <a:pt x="159068" y="924950"/>
                      <a:pt x="156210" y="923997"/>
                    </a:cubicBezTo>
                    <a:close/>
                    <a:moveTo>
                      <a:pt x="217170" y="803030"/>
                    </a:moveTo>
                    <a:cubicBezTo>
                      <a:pt x="207645" y="797315"/>
                      <a:pt x="204788" y="784933"/>
                      <a:pt x="209550" y="775408"/>
                    </a:cubicBezTo>
                    <a:lnTo>
                      <a:pt x="209550" y="775408"/>
                    </a:lnTo>
                    <a:cubicBezTo>
                      <a:pt x="215265" y="765883"/>
                      <a:pt x="227648" y="762072"/>
                      <a:pt x="237173" y="767787"/>
                    </a:cubicBezTo>
                    <a:lnTo>
                      <a:pt x="237173" y="767787"/>
                    </a:lnTo>
                    <a:cubicBezTo>
                      <a:pt x="246698" y="773503"/>
                      <a:pt x="250508" y="785885"/>
                      <a:pt x="244793" y="795410"/>
                    </a:cubicBezTo>
                    <a:lnTo>
                      <a:pt x="244793" y="795410"/>
                    </a:lnTo>
                    <a:cubicBezTo>
                      <a:pt x="240983" y="802078"/>
                      <a:pt x="234315" y="805887"/>
                      <a:pt x="227648" y="805887"/>
                    </a:cubicBezTo>
                    <a:lnTo>
                      <a:pt x="227648" y="805887"/>
                    </a:lnTo>
                    <a:cubicBezTo>
                      <a:pt x="223838" y="805887"/>
                      <a:pt x="220981" y="804935"/>
                      <a:pt x="217170" y="803030"/>
                    </a:cubicBezTo>
                    <a:close/>
                    <a:moveTo>
                      <a:pt x="288608" y="688730"/>
                    </a:moveTo>
                    <a:cubicBezTo>
                      <a:pt x="279083" y="682062"/>
                      <a:pt x="277177" y="669680"/>
                      <a:pt x="283845" y="660155"/>
                    </a:cubicBezTo>
                    <a:lnTo>
                      <a:pt x="283845" y="660155"/>
                    </a:lnTo>
                    <a:cubicBezTo>
                      <a:pt x="290513" y="651583"/>
                      <a:pt x="302895" y="648725"/>
                      <a:pt x="312420" y="655393"/>
                    </a:cubicBezTo>
                    <a:lnTo>
                      <a:pt x="312420" y="655393"/>
                    </a:lnTo>
                    <a:cubicBezTo>
                      <a:pt x="320993" y="662060"/>
                      <a:pt x="323850" y="674443"/>
                      <a:pt x="317183" y="683968"/>
                    </a:cubicBezTo>
                    <a:lnTo>
                      <a:pt x="317183" y="683968"/>
                    </a:lnTo>
                    <a:cubicBezTo>
                      <a:pt x="313373" y="689683"/>
                      <a:pt x="306706" y="692540"/>
                      <a:pt x="300990" y="692540"/>
                    </a:cubicBezTo>
                    <a:lnTo>
                      <a:pt x="300990" y="692540"/>
                    </a:lnTo>
                    <a:cubicBezTo>
                      <a:pt x="296227" y="692540"/>
                      <a:pt x="292418" y="691587"/>
                      <a:pt x="288608" y="688730"/>
                    </a:cubicBezTo>
                    <a:close/>
                    <a:moveTo>
                      <a:pt x="369570" y="581097"/>
                    </a:moveTo>
                    <a:cubicBezTo>
                      <a:pt x="360998" y="573478"/>
                      <a:pt x="360045" y="561095"/>
                      <a:pt x="366713" y="552522"/>
                    </a:cubicBezTo>
                    <a:lnTo>
                      <a:pt x="366713" y="552522"/>
                    </a:lnTo>
                    <a:cubicBezTo>
                      <a:pt x="374333" y="543950"/>
                      <a:pt x="386715" y="542997"/>
                      <a:pt x="395288" y="549665"/>
                    </a:cubicBezTo>
                    <a:lnTo>
                      <a:pt x="395288" y="549665"/>
                    </a:lnTo>
                    <a:cubicBezTo>
                      <a:pt x="403860" y="557285"/>
                      <a:pt x="404813" y="569668"/>
                      <a:pt x="398145" y="578240"/>
                    </a:cubicBezTo>
                    <a:lnTo>
                      <a:pt x="398145" y="578240"/>
                    </a:lnTo>
                    <a:cubicBezTo>
                      <a:pt x="394335" y="583003"/>
                      <a:pt x="388620" y="585860"/>
                      <a:pt x="382906" y="585860"/>
                    </a:cubicBezTo>
                    <a:lnTo>
                      <a:pt x="382906" y="585860"/>
                    </a:lnTo>
                    <a:cubicBezTo>
                      <a:pt x="378143" y="585860"/>
                      <a:pt x="373381" y="583955"/>
                      <a:pt x="369570" y="581097"/>
                    </a:cubicBezTo>
                    <a:close/>
                    <a:moveTo>
                      <a:pt x="460058" y="480133"/>
                    </a:moveTo>
                    <a:cubicBezTo>
                      <a:pt x="451485" y="471560"/>
                      <a:pt x="451485" y="459178"/>
                      <a:pt x="460058" y="451558"/>
                    </a:cubicBezTo>
                    <a:lnTo>
                      <a:pt x="460058" y="451558"/>
                    </a:lnTo>
                    <a:lnTo>
                      <a:pt x="460058" y="451558"/>
                    </a:lnTo>
                    <a:lnTo>
                      <a:pt x="460058" y="451558"/>
                    </a:lnTo>
                    <a:cubicBezTo>
                      <a:pt x="467677" y="442985"/>
                      <a:pt x="481013" y="442985"/>
                      <a:pt x="488633" y="451558"/>
                    </a:cubicBezTo>
                    <a:lnTo>
                      <a:pt x="488633" y="451558"/>
                    </a:lnTo>
                    <a:cubicBezTo>
                      <a:pt x="496252" y="459178"/>
                      <a:pt x="496252" y="472512"/>
                      <a:pt x="488633" y="480133"/>
                    </a:cubicBezTo>
                    <a:lnTo>
                      <a:pt x="488633" y="480133"/>
                    </a:lnTo>
                    <a:cubicBezTo>
                      <a:pt x="484823" y="483943"/>
                      <a:pt x="479108" y="485847"/>
                      <a:pt x="474345" y="485847"/>
                    </a:cubicBezTo>
                    <a:lnTo>
                      <a:pt x="474345" y="485847"/>
                    </a:lnTo>
                    <a:cubicBezTo>
                      <a:pt x="468631" y="485847"/>
                      <a:pt x="463868" y="483943"/>
                      <a:pt x="460058" y="480133"/>
                    </a:cubicBezTo>
                    <a:close/>
                    <a:moveTo>
                      <a:pt x="558165" y="387740"/>
                    </a:moveTo>
                    <a:cubicBezTo>
                      <a:pt x="550545" y="379168"/>
                      <a:pt x="552450" y="365833"/>
                      <a:pt x="561023" y="359165"/>
                    </a:cubicBezTo>
                    <a:lnTo>
                      <a:pt x="561023" y="359165"/>
                    </a:lnTo>
                    <a:cubicBezTo>
                      <a:pt x="569595" y="351545"/>
                      <a:pt x="581977" y="353450"/>
                      <a:pt x="589598" y="362022"/>
                    </a:cubicBezTo>
                    <a:lnTo>
                      <a:pt x="589598" y="362022"/>
                    </a:lnTo>
                    <a:cubicBezTo>
                      <a:pt x="597218" y="370595"/>
                      <a:pt x="595313" y="382978"/>
                      <a:pt x="586740" y="390597"/>
                    </a:cubicBezTo>
                    <a:lnTo>
                      <a:pt x="586740" y="390597"/>
                    </a:lnTo>
                    <a:cubicBezTo>
                      <a:pt x="582931" y="393455"/>
                      <a:pt x="578168" y="395360"/>
                      <a:pt x="573406" y="395360"/>
                    </a:cubicBezTo>
                    <a:lnTo>
                      <a:pt x="573406" y="395360"/>
                    </a:lnTo>
                    <a:cubicBezTo>
                      <a:pt x="567690" y="394408"/>
                      <a:pt x="561975" y="392503"/>
                      <a:pt x="558165" y="387740"/>
                    </a:cubicBezTo>
                    <a:close/>
                    <a:moveTo>
                      <a:pt x="663893" y="303920"/>
                    </a:moveTo>
                    <a:cubicBezTo>
                      <a:pt x="657225" y="295347"/>
                      <a:pt x="659131" y="282012"/>
                      <a:pt x="668656" y="276297"/>
                    </a:cubicBezTo>
                    <a:lnTo>
                      <a:pt x="668656" y="276297"/>
                    </a:lnTo>
                    <a:cubicBezTo>
                      <a:pt x="678181" y="269630"/>
                      <a:pt x="690563" y="272487"/>
                      <a:pt x="697231" y="281060"/>
                    </a:cubicBezTo>
                    <a:lnTo>
                      <a:pt x="697231" y="281060"/>
                    </a:lnTo>
                    <a:cubicBezTo>
                      <a:pt x="703898" y="290585"/>
                      <a:pt x="701040" y="302968"/>
                      <a:pt x="692468" y="308683"/>
                    </a:cubicBezTo>
                    <a:lnTo>
                      <a:pt x="692468" y="308683"/>
                    </a:lnTo>
                    <a:cubicBezTo>
                      <a:pt x="688658" y="311540"/>
                      <a:pt x="684848" y="312493"/>
                      <a:pt x="681038" y="312493"/>
                    </a:cubicBezTo>
                    <a:lnTo>
                      <a:pt x="681038" y="312493"/>
                    </a:lnTo>
                    <a:cubicBezTo>
                      <a:pt x="674370" y="313445"/>
                      <a:pt x="667702" y="309635"/>
                      <a:pt x="663893" y="303920"/>
                    </a:cubicBezTo>
                    <a:close/>
                    <a:moveTo>
                      <a:pt x="777240" y="230578"/>
                    </a:moveTo>
                    <a:cubicBezTo>
                      <a:pt x="771525" y="221053"/>
                      <a:pt x="775335" y="208670"/>
                      <a:pt x="784860" y="202955"/>
                    </a:cubicBezTo>
                    <a:lnTo>
                      <a:pt x="784860" y="202955"/>
                    </a:lnTo>
                    <a:cubicBezTo>
                      <a:pt x="794385" y="197240"/>
                      <a:pt x="806768" y="201050"/>
                      <a:pt x="812483" y="210575"/>
                    </a:cubicBezTo>
                    <a:lnTo>
                      <a:pt x="812483" y="210575"/>
                    </a:lnTo>
                    <a:cubicBezTo>
                      <a:pt x="818198" y="220100"/>
                      <a:pt x="814388" y="232483"/>
                      <a:pt x="804863" y="238197"/>
                    </a:cubicBezTo>
                    <a:lnTo>
                      <a:pt x="804863" y="238197"/>
                    </a:lnTo>
                    <a:cubicBezTo>
                      <a:pt x="802006" y="240103"/>
                      <a:pt x="798195" y="241055"/>
                      <a:pt x="795338" y="241055"/>
                    </a:cubicBezTo>
                    <a:lnTo>
                      <a:pt x="795338" y="241055"/>
                    </a:lnTo>
                    <a:cubicBezTo>
                      <a:pt x="787718" y="240103"/>
                      <a:pt x="781050" y="237245"/>
                      <a:pt x="777240" y="230578"/>
                    </a:cubicBezTo>
                    <a:close/>
                    <a:moveTo>
                      <a:pt x="896302" y="166760"/>
                    </a:moveTo>
                    <a:cubicBezTo>
                      <a:pt x="891540" y="156283"/>
                      <a:pt x="896302" y="144853"/>
                      <a:pt x="905827" y="140090"/>
                    </a:cubicBezTo>
                    <a:lnTo>
                      <a:pt x="905827" y="140090"/>
                    </a:lnTo>
                    <a:lnTo>
                      <a:pt x="905827" y="140090"/>
                    </a:lnTo>
                    <a:lnTo>
                      <a:pt x="905827" y="140090"/>
                    </a:lnTo>
                    <a:cubicBezTo>
                      <a:pt x="915352" y="135328"/>
                      <a:pt x="927735" y="140090"/>
                      <a:pt x="932498" y="149615"/>
                    </a:cubicBezTo>
                    <a:lnTo>
                      <a:pt x="932498" y="149615"/>
                    </a:lnTo>
                    <a:cubicBezTo>
                      <a:pt x="937260" y="160093"/>
                      <a:pt x="932498" y="172475"/>
                      <a:pt x="922973" y="176285"/>
                    </a:cubicBezTo>
                    <a:lnTo>
                      <a:pt x="922973" y="176285"/>
                    </a:lnTo>
                    <a:cubicBezTo>
                      <a:pt x="920115" y="177237"/>
                      <a:pt x="917258" y="178190"/>
                      <a:pt x="914400" y="178190"/>
                    </a:cubicBezTo>
                    <a:lnTo>
                      <a:pt x="914400" y="178190"/>
                    </a:lnTo>
                    <a:cubicBezTo>
                      <a:pt x="906781" y="178190"/>
                      <a:pt x="899160" y="174380"/>
                      <a:pt x="896302" y="166760"/>
                    </a:cubicBezTo>
                    <a:close/>
                    <a:moveTo>
                      <a:pt x="1020127" y="113420"/>
                    </a:moveTo>
                    <a:cubicBezTo>
                      <a:pt x="1016318" y="102943"/>
                      <a:pt x="1022033" y="91512"/>
                      <a:pt x="1032510" y="87703"/>
                    </a:cubicBezTo>
                    <a:lnTo>
                      <a:pt x="1032510" y="87703"/>
                    </a:lnTo>
                    <a:cubicBezTo>
                      <a:pt x="1042988" y="83893"/>
                      <a:pt x="1054418" y="89608"/>
                      <a:pt x="1058227" y="100085"/>
                    </a:cubicBezTo>
                    <a:lnTo>
                      <a:pt x="1058227" y="100085"/>
                    </a:lnTo>
                    <a:cubicBezTo>
                      <a:pt x="1062038" y="110562"/>
                      <a:pt x="1056323" y="121993"/>
                      <a:pt x="1045845" y="125803"/>
                    </a:cubicBezTo>
                    <a:lnTo>
                      <a:pt x="1045845" y="125803"/>
                    </a:lnTo>
                    <a:cubicBezTo>
                      <a:pt x="1042988" y="126755"/>
                      <a:pt x="1041083" y="126755"/>
                      <a:pt x="1039177" y="126755"/>
                    </a:cubicBezTo>
                    <a:lnTo>
                      <a:pt x="1039177" y="126755"/>
                    </a:lnTo>
                    <a:cubicBezTo>
                      <a:pt x="1030606" y="126755"/>
                      <a:pt x="1022985" y="121993"/>
                      <a:pt x="1020127" y="113420"/>
                    </a:cubicBezTo>
                    <a:close/>
                    <a:moveTo>
                      <a:pt x="1148715" y="71510"/>
                    </a:moveTo>
                    <a:cubicBezTo>
                      <a:pt x="1145858" y="61033"/>
                      <a:pt x="1152525" y="49603"/>
                      <a:pt x="1163002" y="46745"/>
                    </a:cubicBezTo>
                    <a:lnTo>
                      <a:pt x="1163002" y="46745"/>
                    </a:lnTo>
                    <a:cubicBezTo>
                      <a:pt x="1173481" y="43887"/>
                      <a:pt x="1184910" y="50555"/>
                      <a:pt x="1187768" y="61033"/>
                    </a:cubicBezTo>
                    <a:lnTo>
                      <a:pt x="1187768" y="61033"/>
                    </a:lnTo>
                    <a:cubicBezTo>
                      <a:pt x="1190625" y="71510"/>
                      <a:pt x="1183958" y="82940"/>
                      <a:pt x="1173481" y="85797"/>
                    </a:cubicBezTo>
                    <a:lnTo>
                      <a:pt x="1173481" y="85797"/>
                    </a:lnTo>
                    <a:cubicBezTo>
                      <a:pt x="1171575" y="86750"/>
                      <a:pt x="1169671" y="86750"/>
                      <a:pt x="1168718" y="86750"/>
                    </a:cubicBezTo>
                    <a:lnTo>
                      <a:pt x="1168718" y="86750"/>
                    </a:lnTo>
                    <a:cubicBezTo>
                      <a:pt x="1159193" y="86750"/>
                      <a:pt x="1150621" y="80083"/>
                      <a:pt x="1148715" y="71510"/>
                    </a:cubicBezTo>
                    <a:close/>
                    <a:moveTo>
                      <a:pt x="1280160" y="41030"/>
                    </a:moveTo>
                    <a:cubicBezTo>
                      <a:pt x="1278256" y="29600"/>
                      <a:pt x="1285875" y="19122"/>
                      <a:pt x="1296352" y="17218"/>
                    </a:cubicBezTo>
                    <a:lnTo>
                      <a:pt x="1296352" y="17218"/>
                    </a:lnTo>
                    <a:cubicBezTo>
                      <a:pt x="1307783" y="15312"/>
                      <a:pt x="1318260" y="22933"/>
                      <a:pt x="1320165" y="33410"/>
                    </a:cubicBezTo>
                    <a:lnTo>
                      <a:pt x="1320165" y="33410"/>
                    </a:lnTo>
                    <a:cubicBezTo>
                      <a:pt x="1322071" y="44840"/>
                      <a:pt x="1314450" y="55318"/>
                      <a:pt x="1303973" y="57222"/>
                    </a:cubicBezTo>
                    <a:lnTo>
                      <a:pt x="1303973" y="57222"/>
                    </a:lnTo>
                    <a:cubicBezTo>
                      <a:pt x="1303021" y="57222"/>
                      <a:pt x="1301115" y="57222"/>
                      <a:pt x="1300163" y="57222"/>
                    </a:cubicBezTo>
                    <a:lnTo>
                      <a:pt x="1300163" y="57222"/>
                    </a:lnTo>
                    <a:cubicBezTo>
                      <a:pt x="1290638" y="58175"/>
                      <a:pt x="1281113" y="50555"/>
                      <a:pt x="1280160" y="41030"/>
                    </a:cubicBezTo>
                    <a:close/>
                    <a:moveTo>
                      <a:pt x="1413510" y="21980"/>
                    </a:moveTo>
                    <a:cubicBezTo>
                      <a:pt x="1412558" y="10550"/>
                      <a:pt x="1421131" y="1025"/>
                      <a:pt x="1431608" y="72"/>
                    </a:cubicBezTo>
                    <a:lnTo>
                      <a:pt x="1431608" y="72"/>
                    </a:lnTo>
                    <a:cubicBezTo>
                      <a:pt x="1443038" y="-880"/>
                      <a:pt x="1452563" y="7693"/>
                      <a:pt x="1453515" y="18170"/>
                    </a:cubicBezTo>
                    <a:lnTo>
                      <a:pt x="1453515" y="18170"/>
                    </a:lnTo>
                    <a:cubicBezTo>
                      <a:pt x="1454468" y="29600"/>
                      <a:pt x="1445896" y="39125"/>
                      <a:pt x="1435418" y="40078"/>
                    </a:cubicBezTo>
                    <a:lnTo>
                      <a:pt x="1435418" y="40078"/>
                    </a:lnTo>
                    <a:cubicBezTo>
                      <a:pt x="1434465" y="40078"/>
                      <a:pt x="1434465" y="40078"/>
                      <a:pt x="1433513" y="40078"/>
                    </a:cubicBezTo>
                    <a:lnTo>
                      <a:pt x="1433513" y="40078"/>
                    </a:lnTo>
                    <a:cubicBezTo>
                      <a:pt x="1423035" y="40078"/>
                      <a:pt x="1414463" y="32458"/>
                      <a:pt x="1413510" y="21980"/>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grpSp>
        <p:grpSp>
          <p:nvGrpSpPr>
            <p:cNvPr id="59" name="Graphic 4">
              <a:extLst>
                <a:ext uri="{FF2B5EF4-FFF2-40B4-BE49-F238E27FC236}">
                  <a16:creationId xmlns:a16="http://schemas.microsoft.com/office/drawing/2014/main" id="{66D61EC6-C64B-F148-9CCD-78940D07B2C8}"/>
                </a:ext>
              </a:extLst>
            </p:cNvPr>
            <p:cNvGrpSpPr/>
            <p:nvPr/>
          </p:nvGrpSpPr>
          <p:grpSpPr>
            <a:xfrm>
              <a:off x="2520106" y="4204314"/>
              <a:ext cx="19240600" cy="4715439"/>
              <a:chOff x="4285902" y="5445441"/>
              <a:chExt cx="15522784" cy="3804355"/>
            </a:xfrm>
            <a:solidFill>
              <a:srgbClr val="808080"/>
            </a:solidFill>
          </p:grpSpPr>
          <p:sp>
            <p:nvSpPr>
              <p:cNvPr id="96" name="Freeform 489">
                <a:extLst>
                  <a:ext uri="{FF2B5EF4-FFF2-40B4-BE49-F238E27FC236}">
                    <a16:creationId xmlns:a16="http://schemas.microsoft.com/office/drawing/2014/main" id="{04F0887C-C3FB-684C-926D-5F595D53DF0C}"/>
                  </a:ext>
                </a:extLst>
              </p:cNvPr>
              <p:cNvSpPr/>
              <p:nvPr/>
            </p:nvSpPr>
            <p:spPr>
              <a:xfrm>
                <a:off x="4285902" y="8535354"/>
                <a:ext cx="40003" cy="714440"/>
              </a:xfrm>
              <a:custGeom>
                <a:avLst/>
                <a:gdLst>
                  <a:gd name="connsiteX0" fmla="*/ 0 w 40004"/>
                  <a:gd name="connsiteY0" fmla="*/ 694373 h 714440"/>
                  <a:gd name="connsiteX1" fmla="*/ 20002 w 40004"/>
                  <a:gd name="connsiteY1" fmla="*/ 674370 h 714440"/>
                  <a:gd name="connsiteX2" fmla="*/ 20002 w 40004"/>
                  <a:gd name="connsiteY2" fmla="*/ 674370 h 714440"/>
                  <a:gd name="connsiteX3" fmla="*/ 40005 w 40004"/>
                  <a:gd name="connsiteY3" fmla="*/ 694373 h 714440"/>
                  <a:gd name="connsiteX4" fmla="*/ 40005 w 40004"/>
                  <a:gd name="connsiteY4" fmla="*/ 694373 h 714440"/>
                  <a:gd name="connsiteX5" fmla="*/ 20002 w 40004"/>
                  <a:gd name="connsiteY5" fmla="*/ 714375 h 714440"/>
                  <a:gd name="connsiteX6" fmla="*/ 20002 w 40004"/>
                  <a:gd name="connsiteY6" fmla="*/ 714375 h 714440"/>
                  <a:gd name="connsiteX7" fmla="*/ 0 w 40004"/>
                  <a:gd name="connsiteY7" fmla="*/ 694373 h 714440"/>
                  <a:gd name="connsiteX8" fmla="*/ 0 w 40004"/>
                  <a:gd name="connsiteY8" fmla="*/ 560070 h 714440"/>
                  <a:gd name="connsiteX9" fmla="*/ 20002 w 40004"/>
                  <a:gd name="connsiteY9" fmla="*/ 540068 h 714440"/>
                  <a:gd name="connsiteX10" fmla="*/ 20002 w 40004"/>
                  <a:gd name="connsiteY10" fmla="*/ 540068 h 714440"/>
                  <a:gd name="connsiteX11" fmla="*/ 40005 w 40004"/>
                  <a:gd name="connsiteY11" fmla="*/ 560070 h 714440"/>
                  <a:gd name="connsiteX12" fmla="*/ 40005 w 40004"/>
                  <a:gd name="connsiteY12" fmla="*/ 560070 h 714440"/>
                  <a:gd name="connsiteX13" fmla="*/ 20002 w 40004"/>
                  <a:gd name="connsiteY13" fmla="*/ 580073 h 714440"/>
                  <a:gd name="connsiteX14" fmla="*/ 20002 w 40004"/>
                  <a:gd name="connsiteY14" fmla="*/ 580073 h 714440"/>
                  <a:gd name="connsiteX15" fmla="*/ 0 w 40004"/>
                  <a:gd name="connsiteY15" fmla="*/ 560070 h 714440"/>
                  <a:gd name="connsiteX16" fmla="*/ 0 w 40004"/>
                  <a:gd name="connsiteY16" fmla="*/ 424815 h 714440"/>
                  <a:gd name="connsiteX17" fmla="*/ 20002 w 40004"/>
                  <a:gd name="connsiteY17" fmla="*/ 404813 h 714440"/>
                  <a:gd name="connsiteX18" fmla="*/ 20002 w 40004"/>
                  <a:gd name="connsiteY18" fmla="*/ 404813 h 714440"/>
                  <a:gd name="connsiteX19" fmla="*/ 40005 w 40004"/>
                  <a:gd name="connsiteY19" fmla="*/ 424815 h 714440"/>
                  <a:gd name="connsiteX20" fmla="*/ 40005 w 40004"/>
                  <a:gd name="connsiteY20" fmla="*/ 424815 h 714440"/>
                  <a:gd name="connsiteX21" fmla="*/ 20002 w 40004"/>
                  <a:gd name="connsiteY21" fmla="*/ 444818 h 714440"/>
                  <a:gd name="connsiteX22" fmla="*/ 20002 w 40004"/>
                  <a:gd name="connsiteY22" fmla="*/ 444818 h 714440"/>
                  <a:gd name="connsiteX23" fmla="*/ 0 w 40004"/>
                  <a:gd name="connsiteY23" fmla="*/ 424815 h 714440"/>
                  <a:gd name="connsiteX24" fmla="*/ 0 w 40004"/>
                  <a:gd name="connsiteY24" fmla="*/ 289560 h 714440"/>
                  <a:gd name="connsiteX25" fmla="*/ 20002 w 40004"/>
                  <a:gd name="connsiteY25" fmla="*/ 269558 h 714440"/>
                  <a:gd name="connsiteX26" fmla="*/ 20002 w 40004"/>
                  <a:gd name="connsiteY26" fmla="*/ 269558 h 714440"/>
                  <a:gd name="connsiteX27" fmla="*/ 40005 w 40004"/>
                  <a:gd name="connsiteY27" fmla="*/ 289560 h 714440"/>
                  <a:gd name="connsiteX28" fmla="*/ 40005 w 40004"/>
                  <a:gd name="connsiteY28" fmla="*/ 289560 h 714440"/>
                  <a:gd name="connsiteX29" fmla="*/ 20002 w 40004"/>
                  <a:gd name="connsiteY29" fmla="*/ 309563 h 714440"/>
                  <a:gd name="connsiteX30" fmla="*/ 20002 w 40004"/>
                  <a:gd name="connsiteY30" fmla="*/ 309563 h 714440"/>
                  <a:gd name="connsiteX31" fmla="*/ 0 w 40004"/>
                  <a:gd name="connsiteY31" fmla="*/ 289560 h 714440"/>
                  <a:gd name="connsiteX32" fmla="*/ 0 w 40004"/>
                  <a:gd name="connsiteY32" fmla="*/ 154305 h 714440"/>
                  <a:gd name="connsiteX33" fmla="*/ 20002 w 40004"/>
                  <a:gd name="connsiteY33" fmla="*/ 134303 h 714440"/>
                  <a:gd name="connsiteX34" fmla="*/ 20002 w 40004"/>
                  <a:gd name="connsiteY34" fmla="*/ 134303 h 714440"/>
                  <a:gd name="connsiteX35" fmla="*/ 40005 w 40004"/>
                  <a:gd name="connsiteY35" fmla="*/ 154305 h 714440"/>
                  <a:gd name="connsiteX36" fmla="*/ 40005 w 40004"/>
                  <a:gd name="connsiteY36" fmla="*/ 154305 h 714440"/>
                  <a:gd name="connsiteX37" fmla="*/ 20002 w 40004"/>
                  <a:gd name="connsiteY37" fmla="*/ 174308 h 714440"/>
                  <a:gd name="connsiteX38" fmla="*/ 20002 w 40004"/>
                  <a:gd name="connsiteY38" fmla="*/ 174308 h 714440"/>
                  <a:gd name="connsiteX39" fmla="*/ 0 w 40004"/>
                  <a:gd name="connsiteY39" fmla="*/ 154305 h 714440"/>
                  <a:gd name="connsiteX40" fmla="*/ 0 w 40004"/>
                  <a:gd name="connsiteY40" fmla="*/ 20003 h 714440"/>
                  <a:gd name="connsiteX41" fmla="*/ 20002 w 40004"/>
                  <a:gd name="connsiteY41" fmla="*/ 0 h 714440"/>
                  <a:gd name="connsiteX42" fmla="*/ 20002 w 40004"/>
                  <a:gd name="connsiteY42" fmla="*/ 0 h 714440"/>
                  <a:gd name="connsiteX43" fmla="*/ 40005 w 40004"/>
                  <a:gd name="connsiteY43" fmla="*/ 20003 h 714440"/>
                  <a:gd name="connsiteX44" fmla="*/ 40005 w 40004"/>
                  <a:gd name="connsiteY44" fmla="*/ 20003 h 714440"/>
                  <a:gd name="connsiteX45" fmla="*/ 20002 w 40004"/>
                  <a:gd name="connsiteY45" fmla="*/ 40005 h 714440"/>
                  <a:gd name="connsiteX46" fmla="*/ 20002 w 40004"/>
                  <a:gd name="connsiteY46" fmla="*/ 40005 h 714440"/>
                  <a:gd name="connsiteX47" fmla="*/ 0 w 40004"/>
                  <a:gd name="connsiteY47" fmla="*/ 20003 h 71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004" h="714440">
                    <a:moveTo>
                      <a:pt x="0" y="694373"/>
                    </a:moveTo>
                    <a:cubicBezTo>
                      <a:pt x="0" y="682943"/>
                      <a:pt x="9525" y="674370"/>
                      <a:pt x="20002" y="674370"/>
                    </a:cubicBezTo>
                    <a:lnTo>
                      <a:pt x="20002" y="674370"/>
                    </a:lnTo>
                    <a:cubicBezTo>
                      <a:pt x="31433" y="674370"/>
                      <a:pt x="40005" y="682943"/>
                      <a:pt x="40005" y="694373"/>
                    </a:cubicBezTo>
                    <a:lnTo>
                      <a:pt x="40005" y="694373"/>
                    </a:lnTo>
                    <a:cubicBezTo>
                      <a:pt x="40005" y="705803"/>
                      <a:pt x="30480" y="714375"/>
                      <a:pt x="20002" y="714375"/>
                    </a:cubicBezTo>
                    <a:lnTo>
                      <a:pt x="20002" y="714375"/>
                    </a:lnTo>
                    <a:cubicBezTo>
                      <a:pt x="9525" y="715328"/>
                      <a:pt x="0" y="705803"/>
                      <a:pt x="0" y="694373"/>
                    </a:cubicBezTo>
                    <a:close/>
                    <a:moveTo>
                      <a:pt x="0" y="560070"/>
                    </a:moveTo>
                    <a:cubicBezTo>
                      <a:pt x="0" y="548640"/>
                      <a:pt x="9525" y="540068"/>
                      <a:pt x="20002" y="540068"/>
                    </a:cubicBezTo>
                    <a:lnTo>
                      <a:pt x="20002" y="540068"/>
                    </a:lnTo>
                    <a:cubicBezTo>
                      <a:pt x="31433" y="540068"/>
                      <a:pt x="40005" y="548640"/>
                      <a:pt x="40005" y="560070"/>
                    </a:cubicBezTo>
                    <a:lnTo>
                      <a:pt x="40005" y="560070"/>
                    </a:lnTo>
                    <a:cubicBezTo>
                      <a:pt x="40005" y="571500"/>
                      <a:pt x="30480" y="580073"/>
                      <a:pt x="20002" y="580073"/>
                    </a:cubicBezTo>
                    <a:lnTo>
                      <a:pt x="20002" y="580073"/>
                    </a:lnTo>
                    <a:cubicBezTo>
                      <a:pt x="9525" y="580073"/>
                      <a:pt x="0" y="570548"/>
                      <a:pt x="0" y="560070"/>
                    </a:cubicBezTo>
                    <a:close/>
                    <a:moveTo>
                      <a:pt x="0" y="424815"/>
                    </a:moveTo>
                    <a:cubicBezTo>
                      <a:pt x="0" y="413385"/>
                      <a:pt x="9525" y="404813"/>
                      <a:pt x="20002" y="404813"/>
                    </a:cubicBezTo>
                    <a:lnTo>
                      <a:pt x="20002" y="404813"/>
                    </a:lnTo>
                    <a:cubicBezTo>
                      <a:pt x="31433" y="404813"/>
                      <a:pt x="40005" y="413385"/>
                      <a:pt x="40005" y="424815"/>
                    </a:cubicBezTo>
                    <a:lnTo>
                      <a:pt x="40005" y="424815"/>
                    </a:lnTo>
                    <a:cubicBezTo>
                      <a:pt x="40005" y="436245"/>
                      <a:pt x="30480" y="444818"/>
                      <a:pt x="20002" y="444818"/>
                    </a:cubicBezTo>
                    <a:lnTo>
                      <a:pt x="20002" y="444818"/>
                    </a:lnTo>
                    <a:cubicBezTo>
                      <a:pt x="9525" y="444818"/>
                      <a:pt x="0" y="436245"/>
                      <a:pt x="0" y="424815"/>
                    </a:cubicBezTo>
                    <a:close/>
                    <a:moveTo>
                      <a:pt x="0" y="289560"/>
                    </a:moveTo>
                    <a:cubicBezTo>
                      <a:pt x="0" y="278130"/>
                      <a:pt x="9525" y="269558"/>
                      <a:pt x="20002" y="269558"/>
                    </a:cubicBezTo>
                    <a:lnTo>
                      <a:pt x="20002" y="269558"/>
                    </a:lnTo>
                    <a:cubicBezTo>
                      <a:pt x="31433" y="269558"/>
                      <a:pt x="40005" y="278130"/>
                      <a:pt x="40005" y="289560"/>
                    </a:cubicBezTo>
                    <a:lnTo>
                      <a:pt x="40005" y="289560"/>
                    </a:lnTo>
                    <a:cubicBezTo>
                      <a:pt x="40005" y="300990"/>
                      <a:pt x="30480" y="309563"/>
                      <a:pt x="20002" y="309563"/>
                    </a:cubicBezTo>
                    <a:lnTo>
                      <a:pt x="20002" y="309563"/>
                    </a:lnTo>
                    <a:cubicBezTo>
                      <a:pt x="9525" y="309563"/>
                      <a:pt x="0" y="300990"/>
                      <a:pt x="0" y="289560"/>
                    </a:cubicBezTo>
                    <a:close/>
                    <a:moveTo>
                      <a:pt x="0" y="154305"/>
                    </a:moveTo>
                    <a:cubicBezTo>
                      <a:pt x="0" y="142875"/>
                      <a:pt x="9525" y="134303"/>
                      <a:pt x="20002" y="134303"/>
                    </a:cubicBezTo>
                    <a:lnTo>
                      <a:pt x="20002" y="134303"/>
                    </a:lnTo>
                    <a:cubicBezTo>
                      <a:pt x="31433" y="134303"/>
                      <a:pt x="40005" y="142875"/>
                      <a:pt x="40005" y="154305"/>
                    </a:cubicBezTo>
                    <a:lnTo>
                      <a:pt x="40005" y="154305"/>
                    </a:lnTo>
                    <a:cubicBezTo>
                      <a:pt x="40005" y="165735"/>
                      <a:pt x="30480" y="174308"/>
                      <a:pt x="20002" y="174308"/>
                    </a:cubicBezTo>
                    <a:lnTo>
                      <a:pt x="20002" y="174308"/>
                    </a:lnTo>
                    <a:cubicBezTo>
                      <a:pt x="9525" y="175260"/>
                      <a:pt x="0" y="165735"/>
                      <a:pt x="0" y="154305"/>
                    </a:cubicBezTo>
                    <a:close/>
                    <a:moveTo>
                      <a:pt x="0" y="20003"/>
                    </a:moveTo>
                    <a:cubicBezTo>
                      <a:pt x="0" y="8573"/>
                      <a:pt x="9525" y="0"/>
                      <a:pt x="20002" y="0"/>
                    </a:cubicBezTo>
                    <a:lnTo>
                      <a:pt x="20002" y="0"/>
                    </a:lnTo>
                    <a:cubicBezTo>
                      <a:pt x="31433" y="0"/>
                      <a:pt x="40005" y="8573"/>
                      <a:pt x="40005" y="20003"/>
                    </a:cubicBezTo>
                    <a:lnTo>
                      <a:pt x="40005" y="20003"/>
                    </a:lnTo>
                    <a:cubicBezTo>
                      <a:pt x="40005" y="31433"/>
                      <a:pt x="30480" y="40005"/>
                      <a:pt x="20002" y="40005"/>
                    </a:cubicBezTo>
                    <a:lnTo>
                      <a:pt x="20002" y="40005"/>
                    </a:lnTo>
                    <a:cubicBezTo>
                      <a:pt x="9525" y="40005"/>
                      <a:pt x="0" y="30480"/>
                      <a:pt x="0" y="20003"/>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97" name="Freeform 490">
                <a:extLst>
                  <a:ext uri="{FF2B5EF4-FFF2-40B4-BE49-F238E27FC236}">
                    <a16:creationId xmlns:a16="http://schemas.microsoft.com/office/drawing/2014/main" id="{108EA9B5-D9EC-ED4F-AFFC-DBDF8E4B5B2A}"/>
                  </a:ext>
                </a:extLst>
              </p:cNvPr>
              <p:cNvSpPr/>
              <p:nvPr/>
            </p:nvSpPr>
            <p:spPr>
              <a:xfrm>
                <a:off x="7382458" y="8535354"/>
                <a:ext cx="40005" cy="714440"/>
              </a:xfrm>
              <a:custGeom>
                <a:avLst/>
                <a:gdLst>
                  <a:gd name="connsiteX0" fmla="*/ 0 w 40005"/>
                  <a:gd name="connsiteY0" fmla="*/ 694373 h 714440"/>
                  <a:gd name="connsiteX1" fmla="*/ 20003 w 40005"/>
                  <a:gd name="connsiteY1" fmla="*/ 674370 h 714440"/>
                  <a:gd name="connsiteX2" fmla="*/ 20003 w 40005"/>
                  <a:gd name="connsiteY2" fmla="*/ 674370 h 714440"/>
                  <a:gd name="connsiteX3" fmla="*/ 40005 w 40005"/>
                  <a:gd name="connsiteY3" fmla="*/ 694373 h 714440"/>
                  <a:gd name="connsiteX4" fmla="*/ 40005 w 40005"/>
                  <a:gd name="connsiteY4" fmla="*/ 694373 h 714440"/>
                  <a:gd name="connsiteX5" fmla="*/ 20003 w 40005"/>
                  <a:gd name="connsiteY5" fmla="*/ 714375 h 714440"/>
                  <a:gd name="connsiteX6" fmla="*/ 20003 w 40005"/>
                  <a:gd name="connsiteY6" fmla="*/ 714375 h 714440"/>
                  <a:gd name="connsiteX7" fmla="*/ 0 w 40005"/>
                  <a:gd name="connsiteY7" fmla="*/ 694373 h 714440"/>
                  <a:gd name="connsiteX8" fmla="*/ 0 w 40005"/>
                  <a:gd name="connsiteY8" fmla="*/ 560070 h 714440"/>
                  <a:gd name="connsiteX9" fmla="*/ 20003 w 40005"/>
                  <a:gd name="connsiteY9" fmla="*/ 540068 h 714440"/>
                  <a:gd name="connsiteX10" fmla="*/ 20003 w 40005"/>
                  <a:gd name="connsiteY10" fmla="*/ 540068 h 714440"/>
                  <a:gd name="connsiteX11" fmla="*/ 40005 w 40005"/>
                  <a:gd name="connsiteY11" fmla="*/ 560070 h 714440"/>
                  <a:gd name="connsiteX12" fmla="*/ 40005 w 40005"/>
                  <a:gd name="connsiteY12" fmla="*/ 560070 h 714440"/>
                  <a:gd name="connsiteX13" fmla="*/ 20003 w 40005"/>
                  <a:gd name="connsiteY13" fmla="*/ 580073 h 714440"/>
                  <a:gd name="connsiteX14" fmla="*/ 20003 w 40005"/>
                  <a:gd name="connsiteY14" fmla="*/ 580073 h 714440"/>
                  <a:gd name="connsiteX15" fmla="*/ 0 w 40005"/>
                  <a:gd name="connsiteY15" fmla="*/ 560070 h 714440"/>
                  <a:gd name="connsiteX16" fmla="*/ 0 w 40005"/>
                  <a:gd name="connsiteY16" fmla="*/ 424815 h 714440"/>
                  <a:gd name="connsiteX17" fmla="*/ 20003 w 40005"/>
                  <a:gd name="connsiteY17" fmla="*/ 404813 h 714440"/>
                  <a:gd name="connsiteX18" fmla="*/ 20003 w 40005"/>
                  <a:gd name="connsiteY18" fmla="*/ 404813 h 714440"/>
                  <a:gd name="connsiteX19" fmla="*/ 40005 w 40005"/>
                  <a:gd name="connsiteY19" fmla="*/ 424815 h 714440"/>
                  <a:gd name="connsiteX20" fmla="*/ 40005 w 40005"/>
                  <a:gd name="connsiteY20" fmla="*/ 424815 h 714440"/>
                  <a:gd name="connsiteX21" fmla="*/ 20003 w 40005"/>
                  <a:gd name="connsiteY21" fmla="*/ 444818 h 714440"/>
                  <a:gd name="connsiteX22" fmla="*/ 20003 w 40005"/>
                  <a:gd name="connsiteY22" fmla="*/ 444818 h 714440"/>
                  <a:gd name="connsiteX23" fmla="*/ 0 w 40005"/>
                  <a:gd name="connsiteY23" fmla="*/ 424815 h 714440"/>
                  <a:gd name="connsiteX24" fmla="*/ 0 w 40005"/>
                  <a:gd name="connsiteY24" fmla="*/ 289560 h 714440"/>
                  <a:gd name="connsiteX25" fmla="*/ 20003 w 40005"/>
                  <a:gd name="connsiteY25" fmla="*/ 269558 h 714440"/>
                  <a:gd name="connsiteX26" fmla="*/ 20003 w 40005"/>
                  <a:gd name="connsiteY26" fmla="*/ 269558 h 714440"/>
                  <a:gd name="connsiteX27" fmla="*/ 40005 w 40005"/>
                  <a:gd name="connsiteY27" fmla="*/ 289560 h 714440"/>
                  <a:gd name="connsiteX28" fmla="*/ 40005 w 40005"/>
                  <a:gd name="connsiteY28" fmla="*/ 289560 h 714440"/>
                  <a:gd name="connsiteX29" fmla="*/ 20003 w 40005"/>
                  <a:gd name="connsiteY29" fmla="*/ 309563 h 714440"/>
                  <a:gd name="connsiteX30" fmla="*/ 20003 w 40005"/>
                  <a:gd name="connsiteY30" fmla="*/ 309563 h 714440"/>
                  <a:gd name="connsiteX31" fmla="*/ 0 w 40005"/>
                  <a:gd name="connsiteY31" fmla="*/ 289560 h 714440"/>
                  <a:gd name="connsiteX32" fmla="*/ 0 w 40005"/>
                  <a:gd name="connsiteY32" fmla="*/ 154305 h 714440"/>
                  <a:gd name="connsiteX33" fmla="*/ 20003 w 40005"/>
                  <a:gd name="connsiteY33" fmla="*/ 134303 h 714440"/>
                  <a:gd name="connsiteX34" fmla="*/ 20003 w 40005"/>
                  <a:gd name="connsiteY34" fmla="*/ 134303 h 714440"/>
                  <a:gd name="connsiteX35" fmla="*/ 40005 w 40005"/>
                  <a:gd name="connsiteY35" fmla="*/ 154305 h 714440"/>
                  <a:gd name="connsiteX36" fmla="*/ 40005 w 40005"/>
                  <a:gd name="connsiteY36" fmla="*/ 154305 h 714440"/>
                  <a:gd name="connsiteX37" fmla="*/ 20003 w 40005"/>
                  <a:gd name="connsiteY37" fmla="*/ 174308 h 714440"/>
                  <a:gd name="connsiteX38" fmla="*/ 20003 w 40005"/>
                  <a:gd name="connsiteY38" fmla="*/ 174308 h 714440"/>
                  <a:gd name="connsiteX39" fmla="*/ 0 w 40005"/>
                  <a:gd name="connsiteY39" fmla="*/ 154305 h 714440"/>
                  <a:gd name="connsiteX40" fmla="*/ 0 w 40005"/>
                  <a:gd name="connsiteY40" fmla="*/ 20003 h 714440"/>
                  <a:gd name="connsiteX41" fmla="*/ 20003 w 40005"/>
                  <a:gd name="connsiteY41" fmla="*/ 0 h 714440"/>
                  <a:gd name="connsiteX42" fmla="*/ 20003 w 40005"/>
                  <a:gd name="connsiteY42" fmla="*/ 0 h 714440"/>
                  <a:gd name="connsiteX43" fmla="*/ 40005 w 40005"/>
                  <a:gd name="connsiteY43" fmla="*/ 20003 h 714440"/>
                  <a:gd name="connsiteX44" fmla="*/ 40005 w 40005"/>
                  <a:gd name="connsiteY44" fmla="*/ 20003 h 714440"/>
                  <a:gd name="connsiteX45" fmla="*/ 20003 w 40005"/>
                  <a:gd name="connsiteY45" fmla="*/ 40005 h 714440"/>
                  <a:gd name="connsiteX46" fmla="*/ 20003 w 40005"/>
                  <a:gd name="connsiteY46" fmla="*/ 40005 h 714440"/>
                  <a:gd name="connsiteX47" fmla="*/ 0 w 40005"/>
                  <a:gd name="connsiteY47" fmla="*/ 20003 h 71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005" h="714440">
                    <a:moveTo>
                      <a:pt x="0" y="694373"/>
                    </a:moveTo>
                    <a:cubicBezTo>
                      <a:pt x="0" y="682943"/>
                      <a:pt x="9525" y="674370"/>
                      <a:pt x="20003" y="674370"/>
                    </a:cubicBezTo>
                    <a:lnTo>
                      <a:pt x="20003" y="674370"/>
                    </a:lnTo>
                    <a:cubicBezTo>
                      <a:pt x="31433" y="674370"/>
                      <a:pt x="40005" y="682943"/>
                      <a:pt x="40005" y="694373"/>
                    </a:cubicBezTo>
                    <a:lnTo>
                      <a:pt x="40005" y="694373"/>
                    </a:lnTo>
                    <a:cubicBezTo>
                      <a:pt x="40005" y="705803"/>
                      <a:pt x="31433" y="714375"/>
                      <a:pt x="20003" y="714375"/>
                    </a:cubicBezTo>
                    <a:lnTo>
                      <a:pt x="20003" y="714375"/>
                    </a:lnTo>
                    <a:cubicBezTo>
                      <a:pt x="9525" y="715328"/>
                      <a:pt x="0" y="705803"/>
                      <a:pt x="0" y="694373"/>
                    </a:cubicBezTo>
                    <a:close/>
                    <a:moveTo>
                      <a:pt x="0" y="560070"/>
                    </a:moveTo>
                    <a:cubicBezTo>
                      <a:pt x="0" y="548640"/>
                      <a:pt x="9525" y="540068"/>
                      <a:pt x="20003" y="540068"/>
                    </a:cubicBezTo>
                    <a:lnTo>
                      <a:pt x="20003" y="540068"/>
                    </a:lnTo>
                    <a:cubicBezTo>
                      <a:pt x="31433" y="540068"/>
                      <a:pt x="40005" y="548640"/>
                      <a:pt x="40005" y="560070"/>
                    </a:cubicBezTo>
                    <a:lnTo>
                      <a:pt x="40005" y="560070"/>
                    </a:lnTo>
                    <a:cubicBezTo>
                      <a:pt x="40005" y="571500"/>
                      <a:pt x="31433" y="580073"/>
                      <a:pt x="20003" y="580073"/>
                    </a:cubicBezTo>
                    <a:lnTo>
                      <a:pt x="20003" y="580073"/>
                    </a:lnTo>
                    <a:cubicBezTo>
                      <a:pt x="9525" y="580073"/>
                      <a:pt x="0" y="570548"/>
                      <a:pt x="0" y="560070"/>
                    </a:cubicBezTo>
                    <a:close/>
                    <a:moveTo>
                      <a:pt x="0" y="424815"/>
                    </a:moveTo>
                    <a:cubicBezTo>
                      <a:pt x="0" y="413385"/>
                      <a:pt x="9525" y="404813"/>
                      <a:pt x="20003" y="404813"/>
                    </a:cubicBezTo>
                    <a:lnTo>
                      <a:pt x="20003" y="404813"/>
                    </a:lnTo>
                    <a:cubicBezTo>
                      <a:pt x="31433" y="404813"/>
                      <a:pt x="40005" y="413385"/>
                      <a:pt x="40005" y="424815"/>
                    </a:cubicBezTo>
                    <a:lnTo>
                      <a:pt x="40005" y="424815"/>
                    </a:lnTo>
                    <a:cubicBezTo>
                      <a:pt x="40005" y="436245"/>
                      <a:pt x="31433" y="444818"/>
                      <a:pt x="20003" y="444818"/>
                    </a:cubicBezTo>
                    <a:lnTo>
                      <a:pt x="20003" y="444818"/>
                    </a:lnTo>
                    <a:cubicBezTo>
                      <a:pt x="9525" y="444818"/>
                      <a:pt x="0" y="436245"/>
                      <a:pt x="0" y="424815"/>
                    </a:cubicBezTo>
                    <a:close/>
                    <a:moveTo>
                      <a:pt x="0" y="289560"/>
                    </a:moveTo>
                    <a:cubicBezTo>
                      <a:pt x="0" y="278130"/>
                      <a:pt x="9525" y="269558"/>
                      <a:pt x="20003" y="269558"/>
                    </a:cubicBezTo>
                    <a:lnTo>
                      <a:pt x="20003" y="269558"/>
                    </a:lnTo>
                    <a:cubicBezTo>
                      <a:pt x="31433" y="269558"/>
                      <a:pt x="40005" y="278130"/>
                      <a:pt x="40005" y="289560"/>
                    </a:cubicBezTo>
                    <a:lnTo>
                      <a:pt x="40005" y="289560"/>
                    </a:lnTo>
                    <a:cubicBezTo>
                      <a:pt x="40005" y="300990"/>
                      <a:pt x="31433" y="309563"/>
                      <a:pt x="20003" y="309563"/>
                    </a:cubicBezTo>
                    <a:lnTo>
                      <a:pt x="20003" y="309563"/>
                    </a:lnTo>
                    <a:cubicBezTo>
                      <a:pt x="9525" y="309563"/>
                      <a:pt x="0" y="300990"/>
                      <a:pt x="0" y="289560"/>
                    </a:cubicBezTo>
                    <a:close/>
                    <a:moveTo>
                      <a:pt x="0" y="154305"/>
                    </a:moveTo>
                    <a:cubicBezTo>
                      <a:pt x="0" y="142875"/>
                      <a:pt x="9525" y="134303"/>
                      <a:pt x="20003" y="134303"/>
                    </a:cubicBezTo>
                    <a:lnTo>
                      <a:pt x="20003" y="134303"/>
                    </a:lnTo>
                    <a:cubicBezTo>
                      <a:pt x="31433" y="134303"/>
                      <a:pt x="40005" y="142875"/>
                      <a:pt x="40005" y="154305"/>
                    </a:cubicBezTo>
                    <a:lnTo>
                      <a:pt x="40005" y="154305"/>
                    </a:lnTo>
                    <a:cubicBezTo>
                      <a:pt x="40005" y="165735"/>
                      <a:pt x="31433" y="174308"/>
                      <a:pt x="20003" y="174308"/>
                    </a:cubicBezTo>
                    <a:lnTo>
                      <a:pt x="20003" y="174308"/>
                    </a:lnTo>
                    <a:cubicBezTo>
                      <a:pt x="9525" y="175260"/>
                      <a:pt x="0" y="165735"/>
                      <a:pt x="0" y="154305"/>
                    </a:cubicBezTo>
                    <a:close/>
                    <a:moveTo>
                      <a:pt x="0" y="20003"/>
                    </a:moveTo>
                    <a:cubicBezTo>
                      <a:pt x="0" y="8573"/>
                      <a:pt x="9525" y="0"/>
                      <a:pt x="20003" y="0"/>
                    </a:cubicBezTo>
                    <a:lnTo>
                      <a:pt x="20003" y="0"/>
                    </a:lnTo>
                    <a:cubicBezTo>
                      <a:pt x="31433" y="0"/>
                      <a:pt x="40005" y="8573"/>
                      <a:pt x="40005" y="20003"/>
                    </a:cubicBezTo>
                    <a:lnTo>
                      <a:pt x="40005" y="20003"/>
                    </a:lnTo>
                    <a:cubicBezTo>
                      <a:pt x="40005" y="31433"/>
                      <a:pt x="31433" y="40005"/>
                      <a:pt x="20003" y="40005"/>
                    </a:cubicBezTo>
                    <a:lnTo>
                      <a:pt x="20003" y="40005"/>
                    </a:lnTo>
                    <a:cubicBezTo>
                      <a:pt x="9525" y="40005"/>
                      <a:pt x="0" y="30480"/>
                      <a:pt x="0" y="20003"/>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98" name="Freeform 491">
                <a:extLst>
                  <a:ext uri="{FF2B5EF4-FFF2-40B4-BE49-F238E27FC236}">
                    <a16:creationId xmlns:a16="http://schemas.microsoft.com/office/drawing/2014/main" id="{5C41B00E-4549-FF46-B9E8-7078B8D25117}"/>
                  </a:ext>
                </a:extLst>
              </p:cNvPr>
              <p:cNvSpPr/>
              <p:nvPr/>
            </p:nvSpPr>
            <p:spPr>
              <a:xfrm>
                <a:off x="10479015" y="8535354"/>
                <a:ext cx="40005" cy="714440"/>
              </a:xfrm>
              <a:custGeom>
                <a:avLst/>
                <a:gdLst>
                  <a:gd name="connsiteX0" fmla="*/ 0 w 40005"/>
                  <a:gd name="connsiteY0" fmla="*/ 694373 h 714440"/>
                  <a:gd name="connsiteX1" fmla="*/ 20002 w 40005"/>
                  <a:gd name="connsiteY1" fmla="*/ 674370 h 714440"/>
                  <a:gd name="connsiteX2" fmla="*/ 20002 w 40005"/>
                  <a:gd name="connsiteY2" fmla="*/ 674370 h 714440"/>
                  <a:gd name="connsiteX3" fmla="*/ 40005 w 40005"/>
                  <a:gd name="connsiteY3" fmla="*/ 694373 h 714440"/>
                  <a:gd name="connsiteX4" fmla="*/ 40005 w 40005"/>
                  <a:gd name="connsiteY4" fmla="*/ 694373 h 714440"/>
                  <a:gd name="connsiteX5" fmla="*/ 20002 w 40005"/>
                  <a:gd name="connsiteY5" fmla="*/ 714375 h 714440"/>
                  <a:gd name="connsiteX6" fmla="*/ 20002 w 40005"/>
                  <a:gd name="connsiteY6" fmla="*/ 714375 h 714440"/>
                  <a:gd name="connsiteX7" fmla="*/ 0 w 40005"/>
                  <a:gd name="connsiteY7" fmla="*/ 694373 h 714440"/>
                  <a:gd name="connsiteX8" fmla="*/ 0 w 40005"/>
                  <a:gd name="connsiteY8" fmla="*/ 560070 h 714440"/>
                  <a:gd name="connsiteX9" fmla="*/ 20002 w 40005"/>
                  <a:gd name="connsiteY9" fmla="*/ 540068 h 714440"/>
                  <a:gd name="connsiteX10" fmla="*/ 20002 w 40005"/>
                  <a:gd name="connsiteY10" fmla="*/ 540068 h 714440"/>
                  <a:gd name="connsiteX11" fmla="*/ 40005 w 40005"/>
                  <a:gd name="connsiteY11" fmla="*/ 560070 h 714440"/>
                  <a:gd name="connsiteX12" fmla="*/ 40005 w 40005"/>
                  <a:gd name="connsiteY12" fmla="*/ 560070 h 714440"/>
                  <a:gd name="connsiteX13" fmla="*/ 20002 w 40005"/>
                  <a:gd name="connsiteY13" fmla="*/ 580073 h 714440"/>
                  <a:gd name="connsiteX14" fmla="*/ 20002 w 40005"/>
                  <a:gd name="connsiteY14" fmla="*/ 580073 h 714440"/>
                  <a:gd name="connsiteX15" fmla="*/ 0 w 40005"/>
                  <a:gd name="connsiteY15" fmla="*/ 560070 h 714440"/>
                  <a:gd name="connsiteX16" fmla="*/ 0 w 40005"/>
                  <a:gd name="connsiteY16" fmla="*/ 424815 h 714440"/>
                  <a:gd name="connsiteX17" fmla="*/ 20002 w 40005"/>
                  <a:gd name="connsiteY17" fmla="*/ 404813 h 714440"/>
                  <a:gd name="connsiteX18" fmla="*/ 20002 w 40005"/>
                  <a:gd name="connsiteY18" fmla="*/ 404813 h 714440"/>
                  <a:gd name="connsiteX19" fmla="*/ 40005 w 40005"/>
                  <a:gd name="connsiteY19" fmla="*/ 424815 h 714440"/>
                  <a:gd name="connsiteX20" fmla="*/ 40005 w 40005"/>
                  <a:gd name="connsiteY20" fmla="*/ 424815 h 714440"/>
                  <a:gd name="connsiteX21" fmla="*/ 20002 w 40005"/>
                  <a:gd name="connsiteY21" fmla="*/ 444818 h 714440"/>
                  <a:gd name="connsiteX22" fmla="*/ 20002 w 40005"/>
                  <a:gd name="connsiteY22" fmla="*/ 444818 h 714440"/>
                  <a:gd name="connsiteX23" fmla="*/ 0 w 40005"/>
                  <a:gd name="connsiteY23" fmla="*/ 424815 h 714440"/>
                  <a:gd name="connsiteX24" fmla="*/ 0 w 40005"/>
                  <a:gd name="connsiteY24" fmla="*/ 289560 h 714440"/>
                  <a:gd name="connsiteX25" fmla="*/ 20002 w 40005"/>
                  <a:gd name="connsiteY25" fmla="*/ 269558 h 714440"/>
                  <a:gd name="connsiteX26" fmla="*/ 20002 w 40005"/>
                  <a:gd name="connsiteY26" fmla="*/ 269558 h 714440"/>
                  <a:gd name="connsiteX27" fmla="*/ 40005 w 40005"/>
                  <a:gd name="connsiteY27" fmla="*/ 289560 h 714440"/>
                  <a:gd name="connsiteX28" fmla="*/ 40005 w 40005"/>
                  <a:gd name="connsiteY28" fmla="*/ 289560 h 714440"/>
                  <a:gd name="connsiteX29" fmla="*/ 20002 w 40005"/>
                  <a:gd name="connsiteY29" fmla="*/ 309563 h 714440"/>
                  <a:gd name="connsiteX30" fmla="*/ 20002 w 40005"/>
                  <a:gd name="connsiteY30" fmla="*/ 309563 h 714440"/>
                  <a:gd name="connsiteX31" fmla="*/ 0 w 40005"/>
                  <a:gd name="connsiteY31" fmla="*/ 289560 h 714440"/>
                  <a:gd name="connsiteX32" fmla="*/ 0 w 40005"/>
                  <a:gd name="connsiteY32" fmla="*/ 154305 h 714440"/>
                  <a:gd name="connsiteX33" fmla="*/ 20002 w 40005"/>
                  <a:gd name="connsiteY33" fmla="*/ 134303 h 714440"/>
                  <a:gd name="connsiteX34" fmla="*/ 20002 w 40005"/>
                  <a:gd name="connsiteY34" fmla="*/ 134303 h 714440"/>
                  <a:gd name="connsiteX35" fmla="*/ 40005 w 40005"/>
                  <a:gd name="connsiteY35" fmla="*/ 154305 h 714440"/>
                  <a:gd name="connsiteX36" fmla="*/ 40005 w 40005"/>
                  <a:gd name="connsiteY36" fmla="*/ 154305 h 714440"/>
                  <a:gd name="connsiteX37" fmla="*/ 20002 w 40005"/>
                  <a:gd name="connsiteY37" fmla="*/ 174308 h 714440"/>
                  <a:gd name="connsiteX38" fmla="*/ 20002 w 40005"/>
                  <a:gd name="connsiteY38" fmla="*/ 174308 h 714440"/>
                  <a:gd name="connsiteX39" fmla="*/ 0 w 40005"/>
                  <a:gd name="connsiteY39" fmla="*/ 154305 h 714440"/>
                  <a:gd name="connsiteX40" fmla="*/ 0 w 40005"/>
                  <a:gd name="connsiteY40" fmla="*/ 20003 h 714440"/>
                  <a:gd name="connsiteX41" fmla="*/ 20002 w 40005"/>
                  <a:gd name="connsiteY41" fmla="*/ 0 h 714440"/>
                  <a:gd name="connsiteX42" fmla="*/ 20002 w 40005"/>
                  <a:gd name="connsiteY42" fmla="*/ 0 h 714440"/>
                  <a:gd name="connsiteX43" fmla="*/ 40005 w 40005"/>
                  <a:gd name="connsiteY43" fmla="*/ 20003 h 714440"/>
                  <a:gd name="connsiteX44" fmla="*/ 40005 w 40005"/>
                  <a:gd name="connsiteY44" fmla="*/ 20003 h 714440"/>
                  <a:gd name="connsiteX45" fmla="*/ 20002 w 40005"/>
                  <a:gd name="connsiteY45" fmla="*/ 40005 h 714440"/>
                  <a:gd name="connsiteX46" fmla="*/ 20002 w 40005"/>
                  <a:gd name="connsiteY46" fmla="*/ 40005 h 714440"/>
                  <a:gd name="connsiteX47" fmla="*/ 0 w 40005"/>
                  <a:gd name="connsiteY47" fmla="*/ 20003 h 71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005" h="714440">
                    <a:moveTo>
                      <a:pt x="0" y="694373"/>
                    </a:moveTo>
                    <a:cubicBezTo>
                      <a:pt x="0" y="682943"/>
                      <a:pt x="8573" y="674370"/>
                      <a:pt x="20002" y="674370"/>
                    </a:cubicBezTo>
                    <a:lnTo>
                      <a:pt x="20002" y="674370"/>
                    </a:lnTo>
                    <a:cubicBezTo>
                      <a:pt x="31432" y="674370"/>
                      <a:pt x="40005" y="682943"/>
                      <a:pt x="40005" y="694373"/>
                    </a:cubicBezTo>
                    <a:lnTo>
                      <a:pt x="40005" y="694373"/>
                    </a:lnTo>
                    <a:cubicBezTo>
                      <a:pt x="40005" y="705803"/>
                      <a:pt x="30480" y="714375"/>
                      <a:pt x="20002" y="714375"/>
                    </a:cubicBezTo>
                    <a:lnTo>
                      <a:pt x="20002" y="714375"/>
                    </a:lnTo>
                    <a:cubicBezTo>
                      <a:pt x="8573" y="715328"/>
                      <a:pt x="0" y="705803"/>
                      <a:pt x="0" y="694373"/>
                    </a:cubicBezTo>
                    <a:close/>
                    <a:moveTo>
                      <a:pt x="0" y="560070"/>
                    </a:moveTo>
                    <a:cubicBezTo>
                      <a:pt x="0" y="548640"/>
                      <a:pt x="8573" y="540068"/>
                      <a:pt x="20002" y="540068"/>
                    </a:cubicBezTo>
                    <a:lnTo>
                      <a:pt x="20002" y="540068"/>
                    </a:lnTo>
                    <a:cubicBezTo>
                      <a:pt x="31432" y="540068"/>
                      <a:pt x="40005" y="548640"/>
                      <a:pt x="40005" y="560070"/>
                    </a:cubicBezTo>
                    <a:lnTo>
                      <a:pt x="40005" y="560070"/>
                    </a:lnTo>
                    <a:cubicBezTo>
                      <a:pt x="40005" y="571500"/>
                      <a:pt x="30480" y="580073"/>
                      <a:pt x="20002" y="580073"/>
                    </a:cubicBezTo>
                    <a:lnTo>
                      <a:pt x="20002" y="580073"/>
                    </a:lnTo>
                    <a:cubicBezTo>
                      <a:pt x="8573" y="580073"/>
                      <a:pt x="0" y="570548"/>
                      <a:pt x="0" y="560070"/>
                    </a:cubicBezTo>
                    <a:close/>
                    <a:moveTo>
                      <a:pt x="0" y="424815"/>
                    </a:moveTo>
                    <a:cubicBezTo>
                      <a:pt x="0" y="413385"/>
                      <a:pt x="8573" y="404813"/>
                      <a:pt x="20002" y="404813"/>
                    </a:cubicBezTo>
                    <a:lnTo>
                      <a:pt x="20002" y="404813"/>
                    </a:lnTo>
                    <a:cubicBezTo>
                      <a:pt x="31432" y="404813"/>
                      <a:pt x="40005" y="413385"/>
                      <a:pt x="40005" y="424815"/>
                    </a:cubicBezTo>
                    <a:lnTo>
                      <a:pt x="40005" y="424815"/>
                    </a:lnTo>
                    <a:cubicBezTo>
                      <a:pt x="40005" y="436245"/>
                      <a:pt x="30480" y="444818"/>
                      <a:pt x="20002" y="444818"/>
                    </a:cubicBezTo>
                    <a:lnTo>
                      <a:pt x="20002" y="444818"/>
                    </a:lnTo>
                    <a:cubicBezTo>
                      <a:pt x="8573" y="444818"/>
                      <a:pt x="0" y="436245"/>
                      <a:pt x="0" y="424815"/>
                    </a:cubicBezTo>
                    <a:close/>
                    <a:moveTo>
                      <a:pt x="0" y="289560"/>
                    </a:moveTo>
                    <a:cubicBezTo>
                      <a:pt x="0" y="278130"/>
                      <a:pt x="8573" y="269558"/>
                      <a:pt x="20002" y="269558"/>
                    </a:cubicBezTo>
                    <a:lnTo>
                      <a:pt x="20002" y="269558"/>
                    </a:lnTo>
                    <a:cubicBezTo>
                      <a:pt x="31432" y="269558"/>
                      <a:pt x="40005" y="278130"/>
                      <a:pt x="40005" y="289560"/>
                    </a:cubicBezTo>
                    <a:lnTo>
                      <a:pt x="40005" y="289560"/>
                    </a:lnTo>
                    <a:cubicBezTo>
                      <a:pt x="40005" y="300990"/>
                      <a:pt x="30480" y="309563"/>
                      <a:pt x="20002" y="309563"/>
                    </a:cubicBezTo>
                    <a:lnTo>
                      <a:pt x="20002" y="309563"/>
                    </a:lnTo>
                    <a:cubicBezTo>
                      <a:pt x="8573" y="309563"/>
                      <a:pt x="0" y="300990"/>
                      <a:pt x="0" y="289560"/>
                    </a:cubicBezTo>
                    <a:close/>
                    <a:moveTo>
                      <a:pt x="0" y="154305"/>
                    </a:moveTo>
                    <a:cubicBezTo>
                      <a:pt x="0" y="142875"/>
                      <a:pt x="8573" y="134303"/>
                      <a:pt x="20002" y="134303"/>
                    </a:cubicBezTo>
                    <a:lnTo>
                      <a:pt x="20002" y="134303"/>
                    </a:lnTo>
                    <a:cubicBezTo>
                      <a:pt x="31432" y="134303"/>
                      <a:pt x="40005" y="142875"/>
                      <a:pt x="40005" y="154305"/>
                    </a:cubicBezTo>
                    <a:lnTo>
                      <a:pt x="40005" y="154305"/>
                    </a:lnTo>
                    <a:cubicBezTo>
                      <a:pt x="40005" y="165735"/>
                      <a:pt x="30480" y="174308"/>
                      <a:pt x="20002" y="174308"/>
                    </a:cubicBezTo>
                    <a:lnTo>
                      <a:pt x="20002" y="174308"/>
                    </a:lnTo>
                    <a:cubicBezTo>
                      <a:pt x="8573" y="175260"/>
                      <a:pt x="0" y="165735"/>
                      <a:pt x="0" y="154305"/>
                    </a:cubicBezTo>
                    <a:close/>
                    <a:moveTo>
                      <a:pt x="0" y="20003"/>
                    </a:moveTo>
                    <a:cubicBezTo>
                      <a:pt x="0" y="8573"/>
                      <a:pt x="8573" y="0"/>
                      <a:pt x="20002" y="0"/>
                    </a:cubicBezTo>
                    <a:lnTo>
                      <a:pt x="20002" y="0"/>
                    </a:lnTo>
                    <a:cubicBezTo>
                      <a:pt x="31432" y="0"/>
                      <a:pt x="40005" y="8573"/>
                      <a:pt x="40005" y="20003"/>
                    </a:cubicBezTo>
                    <a:lnTo>
                      <a:pt x="40005" y="20003"/>
                    </a:lnTo>
                    <a:cubicBezTo>
                      <a:pt x="40005" y="31433"/>
                      <a:pt x="30480" y="40005"/>
                      <a:pt x="20002" y="40005"/>
                    </a:cubicBezTo>
                    <a:lnTo>
                      <a:pt x="20002" y="40005"/>
                    </a:lnTo>
                    <a:cubicBezTo>
                      <a:pt x="8573" y="40005"/>
                      <a:pt x="0" y="30480"/>
                      <a:pt x="0" y="20003"/>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99" name="Freeform 492">
                <a:extLst>
                  <a:ext uri="{FF2B5EF4-FFF2-40B4-BE49-F238E27FC236}">
                    <a16:creationId xmlns:a16="http://schemas.microsoft.com/office/drawing/2014/main" id="{F88473F8-D093-E247-B5C8-D4BB877ED3BB}"/>
                  </a:ext>
                </a:extLst>
              </p:cNvPr>
              <p:cNvSpPr/>
              <p:nvPr/>
            </p:nvSpPr>
            <p:spPr>
              <a:xfrm>
                <a:off x="13575571" y="8535354"/>
                <a:ext cx="40005" cy="714440"/>
              </a:xfrm>
              <a:custGeom>
                <a:avLst/>
                <a:gdLst>
                  <a:gd name="connsiteX0" fmla="*/ 0 w 40005"/>
                  <a:gd name="connsiteY0" fmla="*/ 694373 h 714440"/>
                  <a:gd name="connsiteX1" fmla="*/ 20002 w 40005"/>
                  <a:gd name="connsiteY1" fmla="*/ 674370 h 714440"/>
                  <a:gd name="connsiteX2" fmla="*/ 20002 w 40005"/>
                  <a:gd name="connsiteY2" fmla="*/ 674370 h 714440"/>
                  <a:gd name="connsiteX3" fmla="*/ 40006 w 40005"/>
                  <a:gd name="connsiteY3" fmla="*/ 694373 h 714440"/>
                  <a:gd name="connsiteX4" fmla="*/ 40006 w 40005"/>
                  <a:gd name="connsiteY4" fmla="*/ 694373 h 714440"/>
                  <a:gd name="connsiteX5" fmla="*/ 20002 w 40005"/>
                  <a:gd name="connsiteY5" fmla="*/ 714375 h 714440"/>
                  <a:gd name="connsiteX6" fmla="*/ 20002 w 40005"/>
                  <a:gd name="connsiteY6" fmla="*/ 714375 h 714440"/>
                  <a:gd name="connsiteX7" fmla="*/ 0 w 40005"/>
                  <a:gd name="connsiteY7" fmla="*/ 694373 h 714440"/>
                  <a:gd name="connsiteX8" fmla="*/ 0 w 40005"/>
                  <a:gd name="connsiteY8" fmla="*/ 560070 h 714440"/>
                  <a:gd name="connsiteX9" fmla="*/ 20002 w 40005"/>
                  <a:gd name="connsiteY9" fmla="*/ 540068 h 714440"/>
                  <a:gd name="connsiteX10" fmla="*/ 20002 w 40005"/>
                  <a:gd name="connsiteY10" fmla="*/ 540068 h 714440"/>
                  <a:gd name="connsiteX11" fmla="*/ 40006 w 40005"/>
                  <a:gd name="connsiteY11" fmla="*/ 560070 h 714440"/>
                  <a:gd name="connsiteX12" fmla="*/ 40006 w 40005"/>
                  <a:gd name="connsiteY12" fmla="*/ 560070 h 714440"/>
                  <a:gd name="connsiteX13" fmla="*/ 20002 w 40005"/>
                  <a:gd name="connsiteY13" fmla="*/ 580073 h 714440"/>
                  <a:gd name="connsiteX14" fmla="*/ 20002 w 40005"/>
                  <a:gd name="connsiteY14" fmla="*/ 580073 h 714440"/>
                  <a:gd name="connsiteX15" fmla="*/ 0 w 40005"/>
                  <a:gd name="connsiteY15" fmla="*/ 560070 h 714440"/>
                  <a:gd name="connsiteX16" fmla="*/ 0 w 40005"/>
                  <a:gd name="connsiteY16" fmla="*/ 424815 h 714440"/>
                  <a:gd name="connsiteX17" fmla="*/ 20002 w 40005"/>
                  <a:gd name="connsiteY17" fmla="*/ 404813 h 714440"/>
                  <a:gd name="connsiteX18" fmla="*/ 20002 w 40005"/>
                  <a:gd name="connsiteY18" fmla="*/ 404813 h 714440"/>
                  <a:gd name="connsiteX19" fmla="*/ 40006 w 40005"/>
                  <a:gd name="connsiteY19" fmla="*/ 424815 h 714440"/>
                  <a:gd name="connsiteX20" fmla="*/ 40006 w 40005"/>
                  <a:gd name="connsiteY20" fmla="*/ 424815 h 714440"/>
                  <a:gd name="connsiteX21" fmla="*/ 20002 w 40005"/>
                  <a:gd name="connsiteY21" fmla="*/ 444818 h 714440"/>
                  <a:gd name="connsiteX22" fmla="*/ 20002 w 40005"/>
                  <a:gd name="connsiteY22" fmla="*/ 444818 h 714440"/>
                  <a:gd name="connsiteX23" fmla="*/ 0 w 40005"/>
                  <a:gd name="connsiteY23" fmla="*/ 424815 h 714440"/>
                  <a:gd name="connsiteX24" fmla="*/ 0 w 40005"/>
                  <a:gd name="connsiteY24" fmla="*/ 289560 h 714440"/>
                  <a:gd name="connsiteX25" fmla="*/ 20002 w 40005"/>
                  <a:gd name="connsiteY25" fmla="*/ 269558 h 714440"/>
                  <a:gd name="connsiteX26" fmla="*/ 20002 w 40005"/>
                  <a:gd name="connsiteY26" fmla="*/ 269558 h 714440"/>
                  <a:gd name="connsiteX27" fmla="*/ 40006 w 40005"/>
                  <a:gd name="connsiteY27" fmla="*/ 289560 h 714440"/>
                  <a:gd name="connsiteX28" fmla="*/ 40006 w 40005"/>
                  <a:gd name="connsiteY28" fmla="*/ 289560 h 714440"/>
                  <a:gd name="connsiteX29" fmla="*/ 20002 w 40005"/>
                  <a:gd name="connsiteY29" fmla="*/ 309563 h 714440"/>
                  <a:gd name="connsiteX30" fmla="*/ 20002 w 40005"/>
                  <a:gd name="connsiteY30" fmla="*/ 309563 h 714440"/>
                  <a:gd name="connsiteX31" fmla="*/ 0 w 40005"/>
                  <a:gd name="connsiteY31" fmla="*/ 289560 h 714440"/>
                  <a:gd name="connsiteX32" fmla="*/ 0 w 40005"/>
                  <a:gd name="connsiteY32" fmla="*/ 154305 h 714440"/>
                  <a:gd name="connsiteX33" fmla="*/ 20002 w 40005"/>
                  <a:gd name="connsiteY33" fmla="*/ 134303 h 714440"/>
                  <a:gd name="connsiteX34" fmla="*/ 20002 w 40005"/>
                  <a:gd name="connsiteY34" fmla="*/ 134303 h 714440"/>
                  <a:gd name="connsiteX35" fmla="*/ 40006 w 40005"/>
                  <a:gd name="connsiteY35" fmla="*/ 154305 h 714440"/>
                  <a:gd name="connsiteX36" fmla="*/ 40006 w 40005"/>
                  <a:gd name="connsiteY36" fmla="*/ 154305 h 714440"/>
                  <a:gd name="connsiteX37" fmla="*/ 20002 w 40005"/>
                  <a:gd name="connsiteY37" fmla="*/ 174308 h 714440"/>
                  <a:gd name="connsiteX38" fmla="*/ 20002 w 40005"/>
                  <a:gd name="connsiteY38" fmla="*/ 174308 h 714440"/>
                  <a:gd name="connsiteX39" fmla="*/ 0 w 40005"/>
                  <a:gd name="connsiteY39" fmla="*/ 154305 h 714440"/>
                  <a:gd name="connsiteX40" fmla="*/ 0 w 40005"/>
                  <a:gd name="connsiteY40" fmla="*/ 20003 h 714440"/>
                  <a:gd name="connsiteX41" fmla="*/ 20002 w 40005"/>
                  <a:gd name="connsiteY41" fmla="*/ 0 h 714440"/>
                  <a:gd name="connsiteX42" fmla="*/ 20002 w 40005"/>
                  <a:gd name="connsiteY42" fmla="*/ 0 h 714440"/>
                  <a:gd name="connsiteX43" fmla="*/ 40006 w 40005"/>
                  <a:gd name="connsiteY43" fmla="*/ 20003 h 714440"/>
                  <a:gd name="connsiteX44" fmla="*/ 40006 w 40005"/>
                  <a:gd name="connsiteY44" fmla="*/ 20003 h 714440"/>
                  <a:gd name="connsiteX45" fmla="*/ 20002 w 40005"/>
                  <a:gd name="connsiteY45" fmla="*/ 40005 h 714440"/>
                  <a:gd name="connsiteX46" fmla="*/ 20002 w 40005"/>
                  <a:gd name="connsiteY46" fmla="*/ 40005 h 714440"/>
                  <a:gd name="connsiteX47" fmla="*/ 0 w 40005"/>
                  <a:gd name="connsiteY47" fmla="*/ 20003 h 71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005" h="714440">
                    <a:moveTo>
                      <a:pt x="0" y="694373"/>
                    </a:moveTo>
                    <a:cubicBezTo>
                      <a:pt x="0" y="682943"/>
                      <a:pt x="9525" y="674370"/>
                      <a:pt x="20002" y="674370"/>
                    </a:cubicBezTo>
                    <a:lnTo>
                      <a:pt x="20002" y="674370"/>
                    </a:lnTo>
                    <a:cubicBezTo>
                      <a:pt x="31433" y="674370"/>
                      <a:pt x="40006" y="682943"/>
                      <a:pt x="40006" y="694373"/>
                    </a:cubicBezTo>
                    <a:lnTo>
                      <a:pt x="40006" y="694373"/>
                    </a:lnTo>
                    <a:cubicBezTo>
                      <a:pt x="40006" y="705803"/>
                      <a:pt x="30481" y="714375"/>
                      <a:pt x="20002" y="714375"/>
                    </a:cubicBezTo>
                    <a:lnTo>
                      <a:pt x="20002" y="714375"/>
                    </a:lnTo>
                    <a:cubicBezTo>
                      <a:pt x="9525" y="715328"/>
                      <a:pt x="0" y="705803"/>
                      <a:pt x="0" y="694373"/>
                    </a:cubicBezTo>
                    <a:close/>
                    <a:moveTo>
                      <a:pt x="0" y="560070"/>
                    </a:moveTo>
                    <a:cubicBezTo>
                      <a:pt x="0" y="548640"/>
                      <a:pt x="9525" y="540068"/>
                      <a:pt x="20002" y="540068"/>
                    </a:cubicBezTo>
                    <a:lnTo>
                      <a:pt x="20002" y="540068"/>
                    </a:lnTo>
                    <a:cubicBezTo>
                      <a:pt x="31433" y="540068"/>
                      <a:pt x="40006" y="548640"/>
                      <a:pt x="40006" y="560070"/>
                    </a:cubicBezTo>
                    <a:lnTo>
                      <a:pt x="40006" y="560070"/>
                    </a:lnTo>
                    <a:cubicBezTo>
                      <a:pt x="40006" y="571500"/>
                      <a:pt x="30481" y="580073"/>
                      <a:pt x="20002" y="580073"/>
                    </a:cubicBezTo>
                    <a:lnTo>
                      <a:pt x="20002" y="580073"/>
                    </a:lnTo>
                    <a:cubicBezTo>
                      <a:pt x="9525" y="580073"/>
                      <a:pt x="0" y="570548"/>
                      <a:pt x="0" y="560070"/>
                    </a:cubicBezTo>
                    <a:close/>
                    <a:moveTo>
                      <a:pt x="0" y="424815"/>
                    </a:moveTo>
                    <a:cubicBezTo>
                      <a:pt x="0" y="413385"/>
                      <a:pt x="9525" y="404813"/>
                      <a:pt x="20002" y="404813"/>
                    </a:cubicBezTo>
                    <a:lnTo>
                      <a:pt x="20002" y="404813"/>
                    </a:lnTo>
                    <a:cubicBezTo>
                      <a:pt x="31433" y="404813"/>
                      <a:pt x="40006" y="413385"/>
                      <a:pt x="40006" y="424815"/>
                    </a:cubicBezTo>
                    <a:lnTo>
                      <a:pt x="40006" y="424815"/>
                    </a:lnTo>
                    <a:cubicBezTo>
                      <a:pt x="40006" y="436245"/>
                      <a:pt x="30481" y="444818"/>
                      <a:pt x="20002" y="444818"/>
                    </a:cubicBezTo>
                    <a:lnTo>
                      <a:pt x="20002" y="444818"/>
                    </a:lnTo>
                    <a:cubicBezTo>
                      <a:pt x="9525" y="444818"/>
                      <a:pt x="0" y="436245"/>
                      <a:pt x="0" y="424815"/>
                    </a:cubicBezTo>
                    <a:close/>
                    <a:moveTo>
                      <a:pt x="0" y="289560"/>
                    </a:moveTo>
                    <a:cubicBezTo>
                      <a:pt x="0" y="278130"/>
                      <a:pt x="9525" y="269558"/>
                      <a:pt x="20002" y="269558"/>
                    </a:cubicBezTo>
                    <a:lnTo>
                      <a:pt x="20002" y="269558"/>
                    </a:lnTo>
                    <a:cubicBezTo>
                      <a:pt x="31433" y="269558"/>
                      <a:pt x="40006" y="278130"/>
                      <a:pt x="40006" y="289560"/>
                    </a:cubicBezTo>
                    <a:lnTo>
                      <a:pt x="40006" y="289560"/>
                    </a:lnTo>
                    <a:cubicBezTo>
                      <a:pt x="40006" y="300990"/>
                      <a:pt x="30481" y="309563"/>
                      <a:pt x="20002" y="309563"/>
                    </a:cubicBezTo>
                    <a:lnTo>
                      <a:pt x="20002" y="309563"/>
                    </a:lnTo>
                    <a:cubicBezTo>
                      <a:pt x="9525" y="309563"/>
                      <a:pt x="0" y="300990"/>
                      <a:pt x="0" y="289560"/>
                    </a:cubicBezTo>
                    <a:close/>
                    <a:moveTo>
                      <a:pt x="0" y="154305"/>
                    </a:moveTo>
                    <a:cubicBezTo>
                      <a:pt x="0" y="142875"/>
                      <a:pt x="9525" y="134303"/>
                      <a:pt x="20002" y="134303"/>
                    </a:cubicBezTo>
                    <a:lnTo>
                      <a:pt x="20002" y="134303"/>
                    </a:lnTo>
                    <a:cubicBezTo>
                      <a:pt x="31433" y="134303"/>
                      <a:pt x="40006" y="142875"/>
                      <a:pt x="40006" y="154305"/>
                    </a:cubicBezTo>
                    <a:lnTo>
                      <a:pt x="40006" y="154305"/>
                    </a:lnTo>
                    <a:cubicBezTo>
                      <a:pt x="40006" y="165735"/>
                      <a:pt x="30481" y="174308"/>
                      <a:pt x="20002" y="174308"/>
                    </a:cubicBezTo>
                    <a:lnTo>
                      <a:pt x="20002" y="174308"/>
                    </a:lnTo>
                    <a:cubicBezTo>
                      <a:pt x="9525" y="175260"/>
                      <a:pt x="0" y="165735"/>
                      <a:pt x="0" y="154305"/>
                    </a:cubicBezTo>
                    <a:close/>
                    <a:moveTo>
                      <a:pt x="0" y="20003"/>
                    </a:moveTo>
                    <a:cubicBezTo>
                      <a:pt x="0" y="8573"/>
                      <a:pt x="9525" y="0"/>
                      <a:pt x="20002" y="0"/>
                    </a:cubicBezTo>
                    <a:lnTo>
                      <a:pt x="20002" y="0"/>
                    </a:lnTo>
                    <a:cubicBezTo>
                      <a:pt x="31433" y="0"/>
                      <a:pt x="40006" y="8573"/>
                      <a:pt x="40006" y="20003"/>
                    </a:cubicBezTo>
                    <a:lnTo>
                      <a:pt x="40006" y="20003"/>
                    </a:lnTo>
                    <a:cubicBezTo>
                      <a:pt x="40006" y="31433"/>
                      <a:pt x="30481" y="40005"/>
                      <a:pt x="20002" y="40005"/>
                    </a:cubicBezTo>
                    <a:lnTo>
                      <a:pt x="20002" y="40005"/>
                    </a:lnTo>
                    <a:cubicBezTo>
                      <a:pt x="9525" y="40005"/>
                      <a:pt x="0" y="30480"/>
                      <a:pt x="0" y="20003"/>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00" name="Freeform 493">
                <a:extLst>
                  <a:ext uri="{FF2B5EF4-FFF2-40B4-BE49-F238E27FC236}">
                    <a16:creationId xmlns:a16="http://schemas.microsoft.com/office/drawing/2014/main" id="{CDEECD59-DB57-AC4C-A751-40E124CEA479}"/>
                  </a:ext>
                </a:extLst>
              </p:cNvPr>
              <p:cNvSpPr/>
              <p:nvPr/>
            </p:nvSpPr>
            <p:spPr>
              <a:xfrm>
                <a:off x="16672126" y="8535354"/>
                <a:ext cx="40005" cy="714440"/>
              </a:xfrm>
              <a:custGeom>
                <a:avLst/>
                <a:gdLst>
                  <a:gd name="connsiteX0" fmla="*/ 0 w 40005"/>
                  <a:gd name="connsiteY0" fmla="*/ 694373 h 714440"/>
                  <a:gd name="connsiteX1" fmla="*/ 20003 w 40005"/>
                  <a:gd name="connsiteY1" fmla="*/ 674370 h 714440"/>
                  <a:gd name="connsiteX2" fmla="*/ 20003 w 40005"/>
                  <a:gd name="connsiteY2" fmla="*/ 674370 h 714440"/>
                  <a:gd name="connsiteX3" fmla="*/ 40006 w 40005"/>
                  <a:gd name="connsiteY3" fmla="*/ 694373 h 714440"/>
                  <a:gd name="connsiteX4" fmla="*/ 40006 w 40005"/>
                  <a:gd name="connsiteY4" fmla="*/ 694373 h 714440"/>
                  <a:gd name="connsiteX5" fmla="*/ 20003 w 40005"/>
                  <a:gd name="connsiteY5" fmla="*/ 714375 h 714440"/>
                  <a:gd name="connsiteX6" fmla="*/ 20003 w 40005"/>
                  <a:gd name="connsiteY6" fmla="*/ 714375 h 714440"/>
                  <a:gd name="connsiteX7" fmla="*/ 0 w 40005"/>
                  <a:gd name="connsiteY7" fmla="*/ 694373 h 714440"/>
                  <a:gd name="connsiteX8" fmla="*/ 0 w 40005"/>
                  <a:gd name="connsiteY8" fmla="*/ 560070 h 714440"/>
                  <a:gd name="connsiteX9" fmla="*/ 20003 w 40005"/>
                  <a:gd name="connsiteY9" fmla="*/ 540068 h 714440"/>
                  <a:gd name="connsiteX10" fmla="*/ 20003 w 40005"/>
                  <a:gd name="connsiteY10" fmla="*/ 540068 h 714440"/>
                  <a:gd name="connsiteX11" fmla="*/ 40006 w 40005"/>
                  <a:gd name="connsiteY11" fmla="*/ 560070 h 714440"/>
                  <a:gd name="connsiteX12" fmla="*/ 40006 w 40005"/>
                  <a:gd name="connsiteY12" fmla="*/ 560070 h 714440"/>
                  <a:gd name="connsiteX13" fmla="*/ 20003 w 40005"/>
                  <a:gd name="connsiteY13" fmla="*/ 580073 h 714440"/>
                  <a:gd name="connsiteX14" fmla="*/ 20003 w 40005"/>
                  <a:gd name="connsiteY14" fmla="*/ 580073 h 714440"/>
                  <a:gd name="connsiteX15" fmla="*/ 0 w 40005"/>
                  <a:gd name="connsiteY15" fmla="*/ 560070 h 714440"/>
                  <a:gd name="connsiteX16" fmla="*/ 0 w 40005"/>
                  <a:gd name="connsiteY16" fmla="*/ 424815 h 714440"/>
                  <a:gd name="connsiteX17" fmla="*/ 20003 w 40005"/>
                  <a:gd name="connsiteY17" fmla="*/ 404813 h 714440"/>
                  <a:gd name="connsiteX18" fmla="*/ 20003 w 40005"/>
                  <a:gd name="connsiteY18" fmla="*/ 404813 h 714440"/>
                  <a:gd name="connsiteX19" fmla="*/ 40006 w 40005"/>
                  <a:gd name="connsiteY19" fmla="*/ 424815 h 714440"/>
                  <a:gd name="connsiteX20" fmla="*/ 40006 w 40005"/>
                  <a:gd name="connsiteY20" fmla="*/ 424815 h 714440"/>
                  <a:gd name="connsiteX21" fmla="*/ 20003 w 40005"/>
                  <a:gd name="connsiteY21" fmla="*/ 444818 h 714440"/>
                  <a:gd name="connsiteX22" fmla="*/ 20003 w 40005"/>
                  <a:gd name="connsiteY22" fmla="*/ 444818 h 714440"/>
                  <a:gd name="connsiteX23" fmla="*/ 0 w 40005"/>
                  <a:gd name="connsiteY23" fmla="*/ 424815 h 714440"/>
                  <a:gd name="connsiteX24" fmla="*/ 0 w 40005"/>
                  <a:gd name="connsiteY24" fmla="*/ 289560 h 714440"/>
                  <a:gd name="connsiteX25" fmla="*/ 20003 w 40005"/>
                  <a:gd name="connsiteY25" fmla="*/ 269558 h 714440"/>
                  <a:gd name="connsiteX26" fmla="*/ 20003 w 40005"/>
                  <a:gd name="connsiteY26" fmla="*/ 269558 h 714440"/>
                  <a:gd name="connsiteX27" fmla="*/ 40006 w 40005"/>
                  <a:gd name="connsiteY27" fmla="*/ 289560 h 714440"/>
                  <a:gd name="connsiteX28" fmla="*/ 40006 w 40005"/>
                  <a:gd name="connsiteY28" fmla="*/ 289560 h 714440"/>
                  <a:gd name="connsiteX29" fmla="*/ 20003 w 40005"/>
                  <a:gd name="connsiteY29" fmla="*/ 309563 h 714440"/>
                  <a:gd name="connsiteX30" fmla="*/ 20003 w 40005"/>
                  <a:gd name="connsiteY30" fmla="*/ 309563 h 714440"/>
                  <a:gd name="connsiteX31" fmla="*/ 0 w 40005"/>
                  <a:gd name="connsiteY31" fmla="*/ 289560 h 714440"/>
                  <a:gd name="connsiteX32" fmla="*/ 0 w 40005"/>
                  <a:gd name="connsiteY32" fmla="*/ 154305 h 714440"/>
                  <a:gd name="connsiteX33" fmla="*/ 20003 w 40005"/>
                  <a:gd name="connsiteY33" fmla="*/ 134303 h 714440"/>
                  <a:gd name="connsiteX34" fmla="*/ 20003 w 40005"/>
                  <a:gd name="connsiteY34" fmla="*/ 134303 h 714440"/>
                  <a:gd name="connsiteX35" fmla="*/ 40006 w 40005"/>
                  <a:gd name="connsiteY35" fmla="*/ 154305 h 714440"/>
                  <a:gd name="connsiteX36" fmla="*/ 40006 w 40005"/>
                  <a:gd name="connsiteY36" fmla="*/ 154305 h 714440"/>
                  <a:gd name="connsiteX37" fmla="*/ 20003 w 40005"/>
                  <a:gd name="connsiteY37" fmla="*/ 174308 h 714440"/>
                  <a:gd name="connsiteX38" fmla="*/ 20003 w 40005"/>
                  <a:gd name="connsiteY38" fmla="*/ 174308 h 714440"/>
                  <a:gd name="connsiteX39" fmla="*/ 0 w 40005"/>
                  <a:gd name="connsiteY39" fmla="*/ 154305 h 714440"/>
                  <a:gd name="connsiteX40" fmla="*/ 0 w 40005"/>
                  <a:gd name="connsiteY40" fmla="*/ 20003 h 714440"/>
                  <a:gd name="connsiteX41" fmla="*/ 20003 w 40005"/>
                  <a:gd name="connsiteY41" fmla="*/ 0 h 714440"/>
                  <a:gd name="connsiteX42" fmla="*/ 20003 w 40005"/>
                  <a:gd name="connsiteY42" fmla="*/ 0 h 714440"/>
                  <a:gd name="connsiteX43" fmla="*/ 40006 w 40005"/>
                  <a:gd name="connsiteY43" fmla="*/ 20003 h 714440"/>
                  <a:gd name="connsiteX44" fmla="*/ 40006 w 40005"/>
                  <a:gd name="connsiteY44" fmla="*/ 20003 h 714440"/>
                  <a:gd name="connsiteX45" fmla="*/ 20003 w 40005"/>
                  <a:gd name="connsiteY45" fmla="*/ 40005 h 714440"/>
                  <a:gd name="connsiteX46" fmla="*/ 20003 w 40005"/>
                  <a:gd name="connsiteY46" fmla="*/ 40005 h 714440"/>
                  <a:gd name="connsiteX47" fmla="*/ 0 w 40005"/>
                  <a:gd name="connsiteY47" fmla="*/ 20003 h 71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005" h="714440">
                    <a:moveTo>
                      <a:pt x="0" y="694373"/>
                    </a:moveTo>
                    <a:cubicBezTo>
                      <a:pt x="0" y="682943"/>
                      <a:pt x="8573" y="674370"/>
                      <a:pt x="20003" y="674370"/>
                    </a:cubicBezTo>
                    <a:lnTo>
                      <a:pt x="20003" y="674370"/>
                    </a:lnTo>
                    <a:cubicBezTo>
                      <a:pt x="31433" y="674370"/>
                      <a:pt x="40006" y="682943"/>
                      <a:pt x="40006" y="694373"/>
                    </a:cubicBezTo>
                    <a:lnTo>
                      <a:pt x="40006" y="694373"/>
                    </a:lnTo>
                    <a:cubicBezTo>
                      <a:pt x="40006" y="705803"/>
                      <a:pt x="31433" y="714375"/>
                      <a:pt x="20003" y="714375"/>
                    </a:cubicBezTo>
                    <a:lnTo>
                      <a:pt x="20003" y="714375"/>
                    </a:lnTo>
                    <a:cubicBezTo>
                      <a:pt x="8573" y="715328"/>
                      <a:pt x="0" y="705803"/>
                      <a:pt x="0" y="694373"/>
                    </a:cubicBezTo>
                    <a:close/>
                    <a:moveTo>
                      <a:pt x="0" y="560070"/>
                    </a:moveTo>
                    <a:cubicBezTo>
                      <a:pt x="0" y="548640"/>
                      <a:pt x="8573" y="540068"/>
                      <a:pt x="20003" y="540068"/>
                    </a:cubicBezTo>
                    <a:lnTo>
                      <a:pt x="20003" y="540068"/>
                    </a:lnTo>
                    <a:cubicBezTo>
                      <a:pt x="31433" y="540068"/>
                      <a:pt x="40006" y="548640"/>
                      <a:pt x="40006" y="560070"/>
                    </a:cubicBezTo>
                    <a:lnTo>
                      <a:pt x="40006" y="560070"/>
                    </a:lnTo>
                    <a:cubicBezTo>
                      <a:pt x="40006" y="571500"/>
                      <a:pt x="31433" y="580073"/>
                      <a:pt x="20003" y="580073"/>
                    </a:cubicBezTo>
                    <a:lnTo>
                      <a:pt x="20003" y="580073"/>
                    </a:lnTo>
                    <a:cubicBezTo>
                      <a:pt x="8573" y="580073"/>
                      <a:pt x="0" y="570548"/>
                      <a:pt x="0" y="560070"/>
                    </a:cubicBezTo>
                    <a:close/>
                    <a:moveTo>
                      <a:pt x="0" y="424815"/>
                    </a:moveTo>
                    <a:cubicBezTo>
                      <a:pt x="0" y="413385"/>
                      <a:pt x="8573" y="404813"/>
                      <a:pt x="20003" y="404813"/>
                    </a:cubicBezTo>
                    <a:lnTo>
                      <a:pt x="20003" y="404813"/>
                    </a:lnTo>
                    <a:cubicBezTo>
                      <a:pt x="31433" y="404813"/>
                      <a:pt x="40006" y="413385"/>
                      <a:pt x="40006" y="424815"/>
                    </a:cubicBezTo>
                    <a:lnTo>
                      <a:pt x="40006" y="424815"/>
                    </a:lnTo>
                    <a:cubicBezTo>
                      <a:pt x="40006" y="436245"/>
                      <a:pt x="31433" y="444818"/>
                      <a:pt x="20003" y="444818"/>
                    </a:cubicBezTo>
                    <a:lnTo>
                      <a:pt x="20003" y="444818"/>
                    </a:lnTo>
                    <a:cubicBezTo>
                      <a:pt x="8573" y="444818"/>
                      <a:pt x="0" y="436245"/>
                      <a:pt x="0" y="424815"/>
                    </a:cubicBezTo>
                    <a:close/>
                    <a:moveTo>
                      <a:pt x="0" y="289560"/>
                    </a:moveTo>
                    <a:cubicBezTo>
                      <a:pt x="0" y="278130"/>
                      <a:pt x="8573" y="269558"/>
                      <a:pt x="20003" y="269558"/>
                    </a:cubicBezTo>
                    <a:lnTo>
                      <a:pt x="20003" y="269558"/>
                    </a:lnTo>
                    <a:cubicBezTo>
                      <a:pt x="31433" y="269558"/>
                      <a:pt x="40006" y="278130"/>
                      <a:pt x="40006" y="289560"/>
                    </a:cubicBezTo>
                    <a:lnTo>
                      <a:pt x="40006" y="289560"/>
                    </a:lnTo>
                    <a:cubicBezTo>
                      <a:pt x="40006" y="300990"/>
                      <a:pt x="31433" y="309563"/>
                      <a:pt x="20003" y="309563"/>
                    </a:cubicBezTo>
                    <a:lnTo>
                      <a:pt x="20003" y="309563"/>
                    </a:lnTo>
                    <a:cubicBezTo>
                      <a:pt x="8573" y="309563"/>
                      <a:pt x="0" y="300990"/>
                      <a:pt x="0" y="289560"/>
                    </a:cubicBezTo>
                    <a:close/>
                    <a:moveTo>
                      <a:pt x="0" y="154305"/>
                    </a:moveTo>
                    <a:cubicBezTo>
                      <a:pt x="0" y="142875"/>
                      <a:pt x="8573" y="134303"/>
                      <a:pt x="20003" y="134303"/>
                    </a:cubicBezTo>
                    <a:lnTo>
                      <a:pt x="20003" y="134303"/>
                    </a:lnTo>
                    <a:cubicBezTo>
                      <a:pt x="31433" y="134303"/>
                      <a:pt x="40006" y="142875"/>
                      <a:pt x="40006" y="154305"/>
                    </a:cubicBezTo>
                    <a:lnTo>
                      <a:pt x="40006" y="154305"/>
                    </a:lnTo>
                    <a:cubicBezTo>
                      <a:pt x="40006" y="165735"/>
                      <a:pt x="31433" y="174308"/>
                      <a:pt x="20003" y="174308"/>
                    </a:cubicBezTo>
                    <a:lnTo>
                      <a:pt x="20003" y="174308"/>
                    </a:lnTo>
                    <a:cubicBezTo>
                      <a:pt x="8573" y="175260"/>
                      <a:pt x="0" y="165735"/>
                      <a:pt x="0" y="154305"/>
                    </a:cubicBezTo>
                    <a:close/>
                    <a:moveTo>
                      <a:pt x="0" y="20003"/>
                    </a:moveTo>
                    <a:cubicBezTo>
                      <a:pt x="0" y="8573"/>
                      <a:pt x="8573" y="0"/>
                      <a:pt x="20003" y="0"/>
                    </a:cubicBezTo>
                    <a:lnTo>
                      <a:pt x="20003" y="0"/>
                    </a:lnTo>
                    <a:cubicBezTo>
                      <a:pt x="31433" y="0"/>
                      <a:pt x="40006" y="8573"/>
                      <a:pt x="40006" y="20003"/>
                    </a:cubicBezTo>
                    <a:lnTo>
                      <a:pt x="40006" y="20003"/>
                    </a:lnTo>
                    <a:cubicBezTo>
                      <a:pt x="40006" y="31433"/>
                      <a:pt x="31433" y="40005"/>
                      <a:pt x="20003" y="40005"/>
                    </a:cubicBezTo>
                    <a:lnTo>
                      <a:pt x="20003" y="40005"/>
                    </a:lnTo>
                    <a:cubicBezTo>
                      <a:pt x="8573" y="40005"/>
                      <a:pt x="0" y="30480"/>
                      <a:pt x="0" y="20003"/>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01" name="Freeform 494">
                <a:extLst>
                  <a:ext uri="{FF2B5EF4-FFF2-40B4-BE49-F238E27FC236}">
                    <a16:creationId xmlns:a16="http://schemas.microsoft.com/office/drawing/2014/main" id="{CFC88334-DFED-734A-8D70-F7059BE8C9C7}"/>
                  </a:ext>
                </a:extLst>
              </p:cNvPr>
              <p:cNvSpPr/>
              <p:nvPr/>
            </p:nvSpPr>
            <p:spPr>
              <a:xfrm>
                <a:off x="19768683" y="8535355"/>
                <a:ext cx="40003" cy="714441"/>
              </a:xfrm>
              <a:custGeom>
                <a:avLst/>
                <a:gdLst>
                  <a:gd name="connsiteX0" fmla="*/ 0 w 40004"/>
                  <a:gd name="connsiteY0" fmla="*/ 694373 h 714440"/>
                  <a:gd name="connsiteX1" fmla="*/ 20002 w 40004"/>
                  <a:gd name="connsiteY1" fmla="*/ 674370 h 714440"/>
                  <a:gd name="connsiteX2" fmla="*/ 20002 w 40004"/>
                  <a:gd name="connsiteY2" fmla="*/ 674370 h 714440"/>
                  <a:gd name="connsiteX3" fmla="*/ 40005 w 40004"/>
                  <a:gd name="connsiteY3" fmla="*/ 694373 h 714440"/>
                  <a:gd name="connsiteX4" fmla="*/ 40005 w 40004"/>
                  <a:gd name="connsiteY4" fmla="*/ 694373 h 714440"/>
                  <a:gd name="connsiteX5" fmla="*/ 20002 w 40004"/>
                  <a:gd name="connsiteY5" fmla="*/ 714375 h 714440"/>
                  <a:gd name="connsiteX6" fmla="*/ 20002 w 40004"/>
                  <a:gd name="connsiteY6" fmla="*/ 714375 h 714440"/>
                  <a:gd name="connsiteX7" fmla="*/ 0 w 40004"/>
                  <a:gd name="connsiteY7" fmla="*/ 694373 h 714440"/>
                  <a:gd name="connsiteX8" fmla="*/ 0 w 40004"/>
                  <a:gd name="connsiteY8" fmla="*/ 560070 h 714440"/>
                  <a:gd name="connsiteX9" fmla="*/ 20002 w 40004"/>
                  <a:gd name="connsiteY9" fmla="*/ 540068 h 714440"/>
                  <a:gd name="connsiteX10" fmla="*/ 20002 w 40004"/>
                  <a:gd name="connsiteY10" fmla="*/ 540068 h 714440"/>
                  <a:gd name="connsiteX11" fmla="*/ 40005 w 40004"/>
                  <a:gd name="connsiteY11" fmla="*/ 560070 h 714440"/>
                  <a:gd name="connsiteX12" fmla="*/ 40005 w 40004"/>
                  <a:gd name="connsiteY12" fmla="*/ 560070 h 714440"/>
                  <a:gd name="connsiteX13" fmla="*/ 20002 w 40004"/>
                  <a:gd name="connsiteY13" fmla="*/ 580073 h 714440"/>
                  <a:gd name="connsiteX14" fmla="*/ 20002 w 40004"/>
                  <a:gd name="connsiteY14" fmla="*/ 580073 h 714440"/>
                  <a:gd name="connsiteX15" fmla="*/ 0 w 40004"/>
                  <a:gd name="connsiteY15" fmla="*/ 560070 h 714440"/>
                  <a:gd name="connsiteX16" fmla="*/ 0 w 40004"/>
                  <a:gd name="connsiteY16" fmla="*/ 424815 h 714440"/>
                  <a:gd name="connsiteX17" fmla="*/ 20002 w 40004"/>
                  <a:gd name="connsiteY17" fmla="*/ 404813 h 714440"/>
                  <a:gd name="connsiteX18" fmla="*/ 20002 w 40004"/>
                  <a:gd name="connsiteY18" fmla="*/ 404813 h 714440"/>
                  <a:gd name="connsiteX19" fmla="*/ 40005 w 40004"/>
                  <a:gd name="connsiteY19" fmla="*/ 424815 h 714440"/>
                  <a:gd name="connsiteX20" fmla="*/ 40005 w 40004"/>
                  <a:gd name="connsiteY20" fmla="*/ 424815 h 714440"/>
                  <a:gd name="connsiteX21" fmla="*/ 20002 w 40004"/>
                  <a:gd name="connsiteY21" fmla="*/ 444818 h 714440"/>
                  <a:gd name="connsiteX22" fmla="*/ 20002 w 40004"/>
                  <a:gd name="connsiteY22" fmla="*/ 444818 h 714440"/>
                  <a:gd name="connsiteX23" fmla="*/ 0 w 40004"/>
                  <a:gd name="connsiteY23" fmla="*/ 424815 h 714440"/>
                  <a:gd name="connsiteX24" fmla="*/ 0 w 40004"/>
                  <a:gd name="connsiteY24" fmla="*/ 289560 h 714440"/>
                  <a:gd name="connsiteX25" fmla="*/ 20002 w 40004"/>
                  <a:gd name="connsiteY25" fmla="*/ 269558 h 714440"/>
                  <a:gd name="connsiteX26" fmla="*/ 20002 w 40004"/>
                  <a:gd name="connsiteY26" fmla="*/ 269558 h 714440"/>
                  <a:gd name="connsiteX27" fmla="*/ 40005 w 40004"/>
                  <a:gd name="connsiteY27" fmla="*/ 289560 h 714440"/>
                  <a:gd name="connsiteX28" fmla="*/ 40005 w 40004"/>
                  <a:gd name="connsiteY28" fmla="*/ 289560 h 714440"/>
                  <a:gd name="connsiteX29" fmla="*/ 20002 w 40004"/>
                  <a:gd name="connsiteY29" fmla="*/ 309563 h 714440"/>
                  <a:gd name="connsiteX30" fmla="*/ 20002 w 40004"/>
                  <a:gd name="connsiteY30" fmla="*/ 309563 h 714440"/>
                  <a:gd name="connsiteX31" fmla="*/ 0 w 40004"/>
                  <a:gd name="connsiteY31" fmla="*/ 289560 h 714440"/>
                  <a:gd name="connsiteX32" fmla="*/ 0 w 40004"/>
                  <a:gd name="connsiteY32" fmla="*/ 154305 h 714440"/>
                  <a:gd name="connsiteX33" fmla="*/ 20002 w 40004"/>
                  <a:gd name="connsiteY33" fmla="*/ 134303 h 714440"/>
                  <a:gd name="connsiteX34" fmla="*/ 20002 w 40004"/>
                  <a:gd name="connsiteY34" fmla="*/ 134303 h 714440"/>
                  <a:gd name="connsiteX35" fmla="*/ 40005 w 40004"/>
                  <a:gd name="connsiteY35" fmla="*/ 154305 h 714440"/>
                  <a:gd name="connsiteX36" fmla="*/ 40005 w 40004"/>
                  <a:gd name="connsiteY36" fmla="*/ 154305 h 714440"/>
                  <a:gd name="connsiteX37" fmla="*/ 20002 w 40004"/>
                  <a:gd name="connsiteY37" fmla="*/ 174308 h 714440"/>
                  <a:gd name="connsiteX38" fmla="*/ 20002 w 40004"/>
                  <a:gd name="connsiteY38" fmla="*/ 174308 h 714440"/>
                  <a:gd name="connsiteX39" fmla="*/ 0 w 40004"/>
                  <a:gd name="connsiteY39" fmla="*/ 154305 h 714440"/>
                  <a:gd name="connsiteX40" fmla="*/ 0 w 40004"/>
                  <a:gd name="connsiteY40" fmla="*/ 20003 h 714440"/>
                  <a:gd name="connsiteX41" fmla="*/ 20002 w 40004"/>
                  <a:gd name="connsiteY41" fmla="*/ 0 h 714440"/>
                  <a:gd name="connsiteX42" fmla="*/ 20002 w 40004"/>
                  <a:gd name="connsiteY42" fmla="*/ 0 h 714440"/>
                  <a:gd name="connsiteX43" fmla="*/ 40005 w 40004"/>
                  <a:gd name="connsiteY43" fmla="*/ 20003 h 714440"/>
                  <a:gd name="connsiteX44" fmla="*/ 40005 w 40004"/>
                  <a:gd name="connsiteY44" fmla="*/ 20003 h 714440"/>
                  <a:gd name="connsiteX45" fmla="*/ 20002 w 40004"/>
                  <a:gd name="connsiteY45" fmla="*/ 40005 h 714440"/>
                  <a:gd name="connsiteX46" fmla="*/ 20002 w 40004"/>
                  <a:gd name="connsiteY46" fmla="*/ 40005 h 714440"/>
                  <a:gd name="connsiteX47" fmla="*/ 0 w 40004"/>
                  <a:gd name="connsiteY47" fmla="*/ 20003 h 714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004" h="714440">
                    <a:moveTo>
                      <a:pt x="0" y="694373"/>
                    </a:moveTo>
                    <a:cubicBezTo>
                      <a:pt x="0" y="682943"/>
                      <a:pt x="8572" y="674370"/>
                      <a:pt x="20002" y="674370"/>
                    </a:cubicBezTo>
                    <a:lnTo>
                      <a:pt x="20002" y="674370"/>
                    </a:lnTo>
                    <a:cubicBezTo>
                      <a:pt x="31432" y="674370"/>
                      <a:pt x="40005" y="682943"/>
                      <a:pt x="40005" y="694373"/>
                    </a:cubicBezTo>
                    <a:lnTo>
                      <a:pt x="40005" y="694373"/>
                    </a:lnTo>
                    <a:cubicBezTo>
                      <a:pt x="40005" y="705803"/>
                      <a:pt x="30480" y="714375"/>
                      <a:pt x="20002" y="714375"/>
                    </a:cubicBezTo>
                    <a:lnTo>
                      <a:pt x="20002" y="714375"/>
                    </a:lnTo>
                    <a:cubicBezTo>
                      <a:pt x="8572" y="715328"/>
                      <a:pt x="0" y="705803"/>
                      <a:pt x="0" y="694373"/>
                    </a:cubicBezTo>
                    <a:close/>
                    <a:moveTo>
                      <a:pt x="0" y="560070"/>
                    </a:moveTo>
                    <a:cubicBezTo>
                      <a:pt x="0" y="548640"/>
                      <a:pt x="8572" y="540068"/>
                      <a:pt x="20002" y="540068"/>
                    </a:cubicBezTo>
                    <a:lnTo>
                      <a:pt x="20002" y="540068"/>
                    </a:lnTo>
                    <a:cubicBezTo>
                      <a:pt x="31432" y="540068"/>
                      <a:pt x="40005" y="548640"/>
                      <a:pt x="40005" y="560070"/>
                    </a:cubicBezTo>
                    <a:lnTo>
                      <a:pt x="40005" y="560070"/>
                    </a:lnTo>
                    <a:cubicBezTo>
                      <a:pt x="40005" y="571500"/>
                      <a:pt x="30480" y="580073"/>
                      <a:pt x="20002" y="580073"/>
                    </a:cubicBezTo>
                    <a:lnTo>
                      <a:pt x="20002" y="580073"/>
                    </a:lnTo>
                    <a:cubicBezTo>
                      <a:pt x="8572" y="580073"/>
                      <a:pt x="0" y="570548"/>
                      <a:pt x="0" y="560070"/>
                    </a:cubicBezTo>
                    <a:close/>
                    <a:moveTo>
                      <a:pt x="0" y="424815"/>
                    </a:moveTo>
                    <a:cubicBezTo>
                      <a:pt x="0" y="413385"/>
                      <a:pt x="8572" y="404813"/>
                      <a:pt x="20002" y="404813"/>
                    </a:cubicBezTo>
                    <a:lnTo>
                      <a:pt x="20002" y="404813"/>
                    </a:lnTo>
                    <a:cubicBezTo>
                      <a:pt x="31432" y="404813"/>
                      <a:pt x="40005" y="413385"/>
                      <a:pt x="40005" y="424815"/>
                    </a:cubicBezTo>
                    <a:lnTo>
                      <a:pt x="40005" y="424815"/>
                    </a:lnTo>
                    <a:cubicBezTo>
                      <a:pt x="40005" y="436245"/>
                      <a:pt x="30480" y="444818"/>
                      <a:pt x="20002" y="444818"/>
                    </a:cubicBezTo>
                    <a:lnTo>
                      <a:pt x="20002" y="444818"/>
                    </a:lnTo>
                    <a:cubicBezTo>
                      <a:pt x="8572" y="444818"/>
                      <a:pt x="0" y="436245"/>
                      <a:pt x="0" y="424815"/>
                    </a:cubicBezTo>
                    <a:close/>
                    <a:moveTo>
                      <a:pt x="0" y="289560"/>
                    </a:moveTo>
                    <a:cubicBezTo>
                      <a:pt x="0" y="278130"/>
                      <a:pt x="8572" y="269558"/>
                      <a:pt x="20002" y="269558"/>
                    </a:cubicBezTo>
                    <a:lnTo>
                      <a:pt x="20002" y="269558"/>
                    </a:lnTo>
                    <a:cubicBezTo>
                      <a:pt x="31432" y="269558"/>
                      <a:pt x="40005" y="278130"/>
                      <a:pt x="40005" y="289560"/>
                    </a:cubicBezTo>
                    <a:lnTo>
                      <a:pt x="40005" y="289560"/>
                    </a:lnTo>
                    <a:cubicBezTo>
                      <a:pt x="40005" y="300990"/>
                      <a:pt x="30480" y="309563"/>
                      <a:pt x="20002" y="309563"/>
                    </a:cubicBezTo>
                    <a:lnTo>
                      <a:pt x="20002" y="309563"/>
                    </a:lnTo>
                    <a:cubicBezTo>
                      <a:pt x="8572" y="309563"/>
                      <a:pt x="0" y="300990"/>
                      <a:pt x="0" y="289560"/>
                    </a:cubicBezTo>
                    <a:close/>
                    <a:moveTo>
                      <a:pt x="0" y="154305"/>
                    </a:moveTo>
                    <a:cubicBezTo>
                      <a:pt x="0" y="142875"/>
                      <a:pt x="8572" y="134303"/>
                      <a:pt x="20002" y="134303"/>
                    </a:cubicBezTo>
                    <a:lnTo>
                      <a:pt x="20002" y="134303"/>
                    </a:lnTo>
                    <a:cubicBezTo>
                      <a:pt x="31432" y="134303"/>
                      <a:pt x="40005" y="142875"/>
                      <a:pt x="40005" y="154305"/>
                    </a:cubicBezTo>
                    <a:lnTo>
                      <a:pt x="40005" y="154305"/>
                    </a:lnTo>
                    <a:cubicBezTo>
                      <a:pt x="40005" y="165735"/>
                      <a:pt x="30480" y="174308"/>
                      <a:pt x="20002" y="174308"/>
                    </a:cubicBezTo>
                    <a:lnTo>
                      <a:pt x="20002" y="174308"/>
                    </a:lnTo>
                    <a:cubicBezTo>
                      <a:pt x="8572" y="175260"/>
                      <a:pt x="0" y="165735"/>
                      <a:pt x="0" y="154305"/>
                    </a:cubicBezTo>
                    <a:close/>
                    <a:moveTo>
                      <a:pt x="0" y="20003"/>
                    </a:moveTo>
                    <a:cubicBezTo>
                      <a:pt x="0" y="8573"/>
                      <a:pt x="8572" y="0"/>
                      <a:pt x="20002" y="0"/>
                    </a:cubicBezTo>
                    <a:lnTo>
                      <a:pt x="20002" y="0"/>
                    </a:lnTo>
                    <a:cubicBezTo>
                      <a:pt x="31432" y="0"/>
                      <a:pt x="40005" y="8573"/>
                      <a:pt x="40005" y="20003"/>
                    </a:cubicBezTo>
                    <a:lnTo>
                      <a:pt x="40005" y="20003"/>
                    </a:lnTo>
                    <a:cubicBezTo>
                      <a:pt x="40005" y="31433"/>
                      <a:pt x="30480" y="40005"/>
                      <a:pt x="20002" y="40005"/>
                    </a:cubicBezTo>
                    <a:lnTo>
                      <a:pt x="20002" y="40005"/>
                    </a:lnTo>
                    <a:cubicBezTo>
                      <a:pt x="8572" y="40005"/>
                      <a:pt x="0" y="30480"/>
                      <a:pt x="0" y="20003"/>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02" name="Freeform 495">
                <a:extLst>
                  <a:ext uri="{FF2B5EF4-FFF2-40B4-BE49-F238E27FC236}">
                    <a16:creationId xmlns:a16="http://schemas.microsoft.com/office/drawing/2014/main" id="{AAD29814-0303-8D4A-A9F0-E46190AF7BC6}"/>
                  </a:ext>
                </a:extLst>
              </p:cNvPr>
              <p:cNvSpPr/>
              <p:nvPr/>
            </p:nvSpPr>
            <p:spPr>
              <a:xfrm>
                <a:off x="4299236" y="5445444"/>
                <a:ext cx="40003" cy="715393"/>
              </a:xfrm>
              <a:custGeom>
                <a:avLst/>
                <a:gdLst>
                  <a:gd name="connsiteX0" fmla="*/ 0 w 40004"/>
                  <a:gd name="connsiteY0" fmla="*/ 695325 h 715393"/>
                  <a:gd name="connsiteX1" fmla="*/ 20003 w 40004"/>
                  <a:gd name="connsiteY1" fmla="*/ 675322 h 715393"/>
                  <a:gd name="connsiteX2" fmla="*/ 20003 w 40004"/>
                  <a:gd name="connsiteY2" fmla="*/ 675322 h 715393"/>
                  <a:gd name="connsiteX3" fmla="*/ 40005 w 40004"/>
                  <a:gd name="connsiteY3" fmla="*/ 695325 h 715393"/>
                  <a:gd name="connsiteX4" fmla="*/ 40005 w 40004"/>
                  <a:gd name="connsiteY4" fmla="*/ 695325 h 715393"/>
                  <a:gd name="connsiteX5" fmla="*/ 20003 w 40004"/>
                  <a:gd name="connsiteY5" fmla="*/ 715327 h 715393"/>
                  <a:gd name="connsiteX6" fmla="*/ 20003 w 40004"/>
                  <a:gd name="connsiteY6" fmla="*/ 715327 h 715393"/>
                  <a:gd name="connsiteX7" fmla="*/ 0 w 40004"/>
                  <a:gd name="connsiteY7" fmla="*/ 695325 h 715393"/>
                  <a:gd name="connsiteX8" fmla="*/ 0 w 40004"/>
                  <a:gd name="connsiteY8" fmla="*/ 561022 h 715393"/>
                  <a:gd name="connsiteX9" fmla="*/ 20003 w 40004"/>
                  <a:gd name="connsiteY9" fmla="*/ 541020 h 715393"/>
                  <a:gd name="connsiteX10" fmla="*/ 20003 w 40004"/>
                  <a:gd name="connsiteY10" fmla="*/ 541020 h 715393"/>
                  <a:gd name="connsiteX11" fmla="*/ 40005 w 40004"/>
                  <a:gd name="connsiteY11" fmla="*/ 561022 h 715393"/>
                  <a:gd name="connsiteX12" fmla="*/ 40005 w 40004"/>
                  <a:gd name="connsiteY12" fmla="*/ 561022 h 715393"/>
                  <a:gd name="connsiteX13" fmla="*/ 20003 w 40004"/>
                  <a:gd name="connsiteY13" fmla="*/ 581025 h 715393"/>
                  <a:gd name="connsiteX14" fmla="*/ 20003 w 40004"/>
                  <a:gd name="connsiteY14" fmla="*/ 581025 h 715393"/>
                  <a:gd name="connsiteX15" fmla="*/ 0 w 40004"/>
                  <a:gd name="connsiteY15" fmla="*/ 561022 h 715393"/>
                  <a:gd name="connsiteX16" fmla="*/ 0 w 40004"/>
                  <a:gd name="connsiteY16" fmla="*/ 425767 h 715393"/>
                  <a:gd name="connsiteX17" fmla="*/ 20003 w 40004"/>
                  <a:gd name="connsiteY17" fmla="*/ 405765 h 715393"/>
                  <a:gd name="connsiteX18" fmla="*/ 20003 w 40004"/>
                  <a:gd name="connsiteY18" fmla="*/ 405765 h 715393"/>
                  <a:gd name="connsiteX19" fmla="*/ 40005 w 40004"/>
                  <a:gd name="connsiteY19" fmla="*/ 425767 h 715393"/>
                  <a:gd name="connsiteX20" fmla="*/ 40005 w 40004"/>
                  <a:gd name="connsiteY20" fmla="*/ 425767 h 715393"/>
                  <a:gd name="connsiteX21" fmla="*/ 20003 w 40004"/>
                  <a:gd name="connsiteY21" fmla="*/ 445770 h 715393"/>
                  <a:gd name="connsiteX22" fmla="*/ 20003 w 40004"/>
                  <a:gd name="connsiteY22" fmla="*/ 445770 h 715393"/>
                  <a:gd name="connsiteX23" fmla="*/ 0 w 40004"/>
                  <a:gd name="connsiteY23" fmla="*/ 425767 h 715393"/>
                  <a:gd name="connsiteX24" fmla="*/ 0 w 40004"/>
                  <a:gd name="connsiteY24" fmla="*/ 290513 h 715393"/>
                  <a:gd name="connsiteX25" fmla="*/ 20003 w 40004"/>
                  <a:gd name="connsiteY25" fmla="*/ 270510 h 715393"/>
                  <a:gd name="connsiteX26" fmla="*/ 20003 w 40004"/>
                  <a:gd name="connsiteY26" fmla="*/ 270510 h 715393"/>
                  <a:gd name="connsiteX27" fmla="*/ 40005 w 40004"/>
                  <a:gd name="connsiteY27" fmla="*/ 290513 h 715393"/>
                  <a:gd name="connsiteX28" fmla="*/ 40005 w 40004"/>
                  <a:gd name="connsiteY28" fmla="*/ 290513 h 715393"/>
                  <a:gd name="connsiteX29" fmla="*/ 20003 w 40004"/>
                  <a:gd name="connsiteY29" fmla="*/ 310515 h 715393"/>
                  <a:gd name="connsiteX30" fmla="*/ 20003 w 40004"/>
                  <a:gd name="connsiteY30" fmla="*/ 310515 h 715393"/>
                  <a:gd name="connsiteX31" fmla="*/ 0 w 40004"/>
                  <a:gd name="connsiteY31" fmla="*/ 290513 h 715393"/>
                  <a:gd name="connsiteX32" fmla="*/ 0 w 40004"/>
                  <a:gd name="connsiteY32" fmla="*/ 155257 h 715393"/>
                  <a:gd name="connsiteX33" fmla="*/ 20003 w 40004"/>
                  <a:gd name="connsiteY33" fmla="*/ 135255 h 715393"/>
                  <a:gd name="connsiteX34" fmla="*/ 20003 w 40004"/>
                  <a:gd name="connsiteY34" fmla="*/ 135255 h 715393"/>
                  <a:gd name="connsiteX35" fmla="*/ 40005 w 40004"/>
                  <a:gd name="connsiteY35" fmla="*/ 155257 h 715393"/>
                  <a:gd name="connsiteX36" fmla="*/ 40005 w 40004"/>
                  <a:gd name="connsiteY36" fmla="*/ 155257 h 715393"/>
                  <a:gd name="connsiteX37" fmla="*/ 20003 w 40004"/>
                  <a:gd name="connsiteY37" fmla="*/ 175260 h 715393"/>
                  <a:gd name="connsiteX38" fmla="*/ 20003 w 40004"/>
                  <a:gd name="connsiteY38" fmla="*/ 175260 h 715393"/>
                  <a:gd name="connsiteX39" fmla="*/ 0 w 40004"/>
                  <a:gd name="connsiteY39" fmla="*/ 155257 h 715393"/>
                  <a:gd name="connsiteX40" fmla="*/ 0 w 40004"/>
                  <a:gd name="connsiteY40" fmla="*/ 20002 h 715393"/>
                  <a:gd name="connsiteX41" fmla="*/ 20003 w 40004"/>
                  <a:gd name="connsiteY41" fmla="*/ 0 h 715393"/>
                  <a:gd name="connsiteX42" fmla="*/ 20003 w 40004"/>
                  <a:gd name="connsiteY42" fmla="*/ 0 h 715393"/>
                  <a:gd name="connsiteX43" fmla="*/ 40005 w 40004"/>
                  <a:gd name="connsiteY43" fmla="*/ 20002 h 715393"/>
                  <a:gd name="connsiteX44" fmla="*/ 40005 w 40004"/>
                  <a:gd name="connsiteY44" fmla="*/ 20002 h 715393"/>
                  <a:gd name="connsiteX45" fmla="*/ 20003 w 40004"/>
                  <a:gd name="connsiteY45" fmla="*/ 40005 h 715393"/>
                  <a:gd name="connsiteX46" fmla="*/ 20003 w 40004"/>
                  <a:gd name="connsiteY46" fmla="*/ 40005 h 715393"/>
                  <a:gd name="connsiteX47" fmla="*/ 0 w 40004"/>
                  <a:gd name="connsiteY47" fmla="*/ 20002 h 715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004" h="715393">
                    <a:moveTo>
                      <a:pt x="0" y="695325"/>
                    </a:moveTo>
                    <a:cubicBezTo>
                      <a:pt x="0" y="683895"/>
                      <a:pt x="8573" y="675322"/>
                      <a:pt x="20003" y="675322"/>
                    </a:cubicBezTo>
                    <a:lnTo>
                      <a:pt x="20003" y="675322"/>
                    </a:lnTo>
                    <a:cubicBezTo>
                      <a:pt x="31433" y="675322"/>
                      <a:pt x="40005" y="684847"/>
                      <a:pt x="40005" y="695325"/>
                    </a:cubicBezTo>
                    <a:lnTo>
                      <a:pt x="40005" y="695325"/>
                    </a:lnTo>
                    <a:cubicBezTo>
                      <a:pt x="40005" y="706755"/>
                      <a:pt x="30480" y="715327"/>
                      <a:pt x="20003" y="715327"/>
                    </a:cubicBezTo>
                    <a:lnTo>
                      <a:pt x="20003" y="715327"/>
                    </a:lnTo>
                    <a:cubicBezTo>
                      <a:pt x="8573" y="716280"/>
                      <a:pt x="0" y="706755"/>
                      <a:pt x="0" y="695325"/>
                    </a:cubicBezTo>
                    <a:close/>
                    <a:moveTo>
                      <a:pt x="0" y="561022"/>
                    </a:moveTo>
                    <a:cubicBezTo>
                      <a:pt x="0" y="549592"/>
                      <a:pt x="8573" y="541020"/>
                      <a:pt x="20003" y="541020"/>
                    </a:cubicBezTo>
                    <a:lnTo>
                      <a:pt x="20003" y="541020"/>
                    </a:lnTo>
                    <a:cubicBezTo>
                      <a:pt x="31433" y="541020"/>
                      <a:pt x="40005" y="550545"/>
                      <a:pt x="40005" y="561022"/>
                    </a:cubicBezTo>
                    <a:lnTo>
                      <a:pt x="40005" y="561022"/>
                    </a:lnTo>
                    <a:cubicBezTo>
                      <a:pt x="40005" y="572452"/>
                      <a:pt x="30480" y="581025"/>
                      <a:pt x="20003" y="581025"/>
                    </a:cubicBezTo>
                    <a:lnTo>
                      <a:pt x="20003" y="581025"/>
                    </a:lnTo>
                    <a:cubicBezTo>
                      <a:pt x="8573" y="581025"/>
                      <a:pt x="0" y="571500"/>
                      <a:pt x="0" y="561022"/>
                    </a:cubicBezTo>
                    <a:close/>
                    <a:moveTo>
                      <a:pt x="0" y="425767"/>
                    </a:moveTo>
                    <a:cubicBezTo>
                      <a:pt x="0" y="414338"/>
                      <a:pt x="8573" y="405765"/>
                      <a:pt x="20003" y="405765"/>
                    </a:cubicBezTo>
                    <a:lnTo>
                      <a:pt x="20003" y="405765"/>
                    </a:lnTo>
                    <a:cubicBezTo>
                      <a:pt x="31433" y="405765"/>
                      <a:pt x="40005" y="415290"/>
                      <a:pt x="40005" y="425767"/>
                    </a:cubicBezTo>
                    <a:lnTo>
                      <a:pt x="40005" y="425767"/>
                    </a:lnTo>
                    <a:cubicBezTo>
                      <a:pt x="40005" y="437197"/>
                      <a:pt x="30480" y="445770"/>
                      <a:pt x="20003" y="445770"/>
                    </a:cubicBezTo>
                    <a:lnTo>
                      <a:pt x="20003" y="445770"/>
                    </a:lnTo>
                    <a:cubicBezTo>
                      <a:pt x="8573" y="445770"/>
                      <a:pt x="0" y="437197"/>
                      <a:pt x="0" y="425767"/>
                    </a:cubicBezTo>
                    <a:close/>
                    <a:moveTo>
                      <a:pt x="0" y="290513"/>
                    </a:moveTo>
                    <a:cubicBezTo>
                      <a:pt x="0" y="279082"/>
                      <a:pt x="8573" y="270510"/>
                      <a:pt x="20003" y="270510"/>
                    </a:cubicBezTo>
                    <a:lnTo>
                      <a:pt x="20003" y="270510"/>
                    </a:lnTo>
                    <a:cubicBezTo>
                      <a:pt x="31433" y="270510"/>
                      <a:pt x="40005" y="280035"/>
                      <a:pt x="40005" y="290513"/>
                    </a:cubicBezTo>
                    <a:lnTo>
                      <a:pt x="40005" y="290513"/>
                    </a:lnTo>
                    <a:cubicBezTo>
                      <a:pt x="40005" y="301942"/>
                      <a:pt x="30480" y="310515"/>
                      <a:pt x="20003" y="310515"/>
                    </a:cubicBezTo>
                    <a:lnTo>
                      <a:pt x="20003" y="310515"/>
                    </a:lnTo>
                    <a:cubicBezTo>
                      <a:pt x="8573" y="310515"/>
                      <a:pt x="0" y="301942"/>
                      <a:pt x="0" y="290513"/>
                    </a:cubicBezTo>
                    <a:close/>
                    <a:moveTo>
                      <a:pt x="0" y="155257"/>
                    </a:moveTo>
                    <a:cubicBezTo>
                      <a:pt x="0" y="143827"/>
                      <a:pt x="8573" y="135255"/>
                      <a:pt x="20003" y="135255"/>
                    </a:cubicBezTo>
                    <a:lnTo>
                      <a:pt x="20003" y="135255"/>
                    </a:lnTo>
                    <a:cubicBezTo>
                      <a:pt x="31433" y="135255"/>
                      <a:pt x="40005" y="144780"/>
                      <a:pt x="40005" y="155257"/>
                    </a:cubicBezTo>
                    <a:lnTo>
                      <a:pt x="40005" y="155257"/>
                    </a:lnTo>
                    <a:cubicBezTo>
                      <a:pt x="40005" y="166688"/>
                      <a:pt x="30480" y="175260"/>
                      <a:pt x="20003" y="175260"/>
                    </a:cubicBezTo>
                    <a:lnTo>
                      <a:pt x="20003" y="175260"/>
                    </a:lnTo>
                    <a:cubicBezTo>
                      <a:pt x="8573" y="176213"/>
                      <a:pt x="0" y="166688"/>
                      <a:pt x="0" y="155257"/>
                    </a:cubicBezTo>
                    <a:close/>
                    <a:moveTo>
                      <a:pt x="0" y="20002"/>
                    </a:moveTo>
                    <a:cubicBezTo>
                      <a:pt x="0" y="8572"/>
                      <a:pt x="8573" y="0"/>
                      <a:pt x="20003" y="0"/>
                    </a:cubicBezTo>
                    <a:lnTo>
                      <a:pt x="20003" y="0"/>
                    </a:lnTo>
                    <a:cubicBezTo>
                      <a:pt x="31433" y="0"/>
                      <a:pt x="40005" y="9525"/>
                      <a:pt x="40005" y="20002"/>
                    </a:cubicBezTo>
                    <a:lnTo>
                      <a:pt x="40005" y="20002"/>
                    </a:lnTo>
                    <a:cubicBezTo>
                      <a:pt x="40005" y="31432"/>
                      <a:pt x="30480" y="40005"/>
                      <a:pt x="20003" y="40005"/>
                    </a:cubicBezTo>
                    <a:lnTo>
                      <a:pt x="20003" y="40005"/>
                    </a:lnTo>
                    <a:cubicBezTo>
                      <a:pt x="8573" y="40957"/>
                      <a:pt x="0" y="31432"/>
                      <a:pt x="0" y="20002"/>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03" name="Freeform 496">
                <a:extLst>
                  <a:ext uri="{FF2B5EF4-FFF2-40B4-BE49-F238E27FC236}">
                    <a16:creationId xmlns:a16="http://schemas.microsoft.com/office/drawing/2014/main" id="{D33C152E-0E71-B241-A0A4-76DAB6571DAC}"/>
                  </a:ext>
                </a:extLst>
              </p:cNvPr>
              <p:cNvSpPr/>
              <p:nvPr/>
            </p:nvSpPr>
            <p:spPr>
              <a:xfrm>
                <a:off x="19744872" y="5445446"/>
                <a:ext cx="40003" cy="715394"/>
              </a:xfrm>
              <a:custGeom>
                <a:avLst/>
                <a:gdLst>
                  <a:gd name="connsiteX0" fmla="*/ 0 w 40004"/>
                  <a:gd name="connsiteY0" fmla="*/ 695325 h 715393"/>
                  <a:gd name="connsiteX1" fmla="*/ 20002 w 40004"/>
                  <a:gd name="connsiteY1" fmla="*/ 675322 h 715393"/>
                  <a:gd name="connsiteX2" fmla="*/ 20002 w 40004"/>
                  <a:gd name="connsiteY2" fmla="*/ 675322 h 715393"/>
                  <a:gd name="connsiteX3" fmla="*/ 40005 w 40004"/>
                  <a:gd name="connsiteY3" fmla="*/ 695325 h 715393"/>
                  <a:gd name="connsiteX4" fmla="*/ 40005 w 40004"/>
                  <a:gd name="connsiteY4" fmla="*/ 695325 h 715393"/>
                  <a:gd name="connsiteX5" fmla="*/ 20002 w 40004"/>
                  <a:gd name="connsiteY5" fmla="*/ 715327 h 715393"/>
                  <a:gd name="connsiteX6" fmla="*/ 20002 w 40004"/>
                  <a:gd name="connsiteY6" fmla="*/ 715327 h 715393"/>
                  <a:gd name="connsiteX7" fmla="*/ 0 w 40004"/>
                  <a:gd name="connsiteY7" fmla="*/ 695325 h 715393"/>
                  <a:gd name="connsiteX8" fmla="*/ 0 w 40004"/>
                  <a:gd name="connsiteY8" fmla="*/ 561022 h 715393"/>
                  <a:gd name="connsiteX9" fmla="*/ 20002 w 40004"/>
                  <a:gd name="connsiteY9" fmla="*/ 541020 h 715393"/>
                  <a:gd name="connsiteX10" fmla="*/ 20002 w 40004"/>
                  <a:gd name="connsiteY10" fmla="*/ 541020 h 715393"/>
                  <a:gd name="connsiteX11" fmla="*/ 40005 w 40004"/>
                  <a:gd name="connsiteY11" fmla="*/ 561022 h 715393"/>
                  <a:gd name="connsiteX12" fmla="*/ 40005 w 40004"/>
                  <a:gd name="connsiteY12" fmla="*/ 561022 h 715393"/>
                  <a:gd name="connsiteX13" fmla="*/ 20002 w 40004"/>
                  <a:gd name="connsiteY13" fmla="*/ 581025 h 715393"/>
                  <a:gd name="connsiteX14" fmla="*/ 20002 w 40004"/>
                  <a:gd name="connsiteY14" fmla="*/ 581025 h 715393"/>
                  <a:gd name="connsiteX15" fmla="*/ 0 w 40004"/>
                  <a:gd name="connsiteY15" fmla="*/ 561022 h 715393"/>
                  <a:gd name="connsiteX16" fmla="*/ 0 w 40004"/>
                  <a:gd name="connsiteY16" fmla="*/ 425767 h 715393"/>
                  <a:gd name="connsiteX17" fmla="*/ 20002 w 40004"/>
                  <a:gd name="connsiteY17" fmla="*/ 405765 h 715393"/>
                  <a:gd name="connsiteX18" fmla="*/ 20002 w 40004"/>
                  <a:gd name="connsiteY18" fmla="*/ 405765 h 715393"/>
                  <a:gd name="connsiteX19" fmla="*/ 40005 w 40004"/>
                  <a:gd name="connsiteY19" fmla="*/ 425767 h 715393"/>
                  <a:gd name="connsiteX20" fmla="*/ 40005 w 40004"/>
                  <a:gd name="connsiteY20" fmla="*/ 425767 h 715393"/>
                  <a:gd name="connsiteX21" fmla="*/ 20002 w 40004"/>
                  <a:gd name="connsiteY21" fmla="*/ 445770 h 715393"/>
                  <a:gd name="connsiteX22" fmla="*/ 20002 w 40004"/>
                  <a:gd name="connsiteY22" fmla="*/ 445770 h 715393"/>
                  <a:gd name="connsiteX23" fmla="*/ 0 w 40004"/>
                  <a:gd name="connsiteY23" fmla="*/ 425767 h 715393"/>
                  <a:gd name="connsiteX24" fmla="*/ 0 w 40004"/>
                  <a:gd name="connsiteY24" fmla="*/ 290513 h 715393"/>
                  <a:gd name="connsiteX25" fmla="*/ 20002 w 40004"/>
                  <a:gd name="connsiteY25" fmla="*/ 270510 h 715393"/>
                  <a:gd name="connsiteX26" fmla="*/ 20002 w 40004"/>
                  <a:gd name="connsiteY26" fmla="*/ 270510 h 715393"/>
                  <a:gd name="connsiteX27" fmla="*/ 40005 w 40004"/>
                  <a:gd name="connsiteY27" fmla="*/ 290513 h 715393"/>
                  <a:gd name="connsiteX28" fmla="*/ 40005 w 40004"/>
                  <a:gd name="connsiteY28" fmla="*/ 290513 h 715393"/>
                  <a:gd name="connsiteX29" fmla="*/ 20002 w 40004"/>
                  <a:gd name="connsiteY29" fmla="*/ 310515 h 715393"/>
                  <a:gd name="connsiteX30" fmla="*/ 20002 w 40004"/>
                  <a:gd name="connsiteY30" fmla="*/ 310515 h 715393"/>
                  <a:gd name="connsiteX31" fmla="*/ 0 w 40004"/>
                  <a:gd name="connsiteY31" fmla="*/ 290513 h 715393"/>
                  <a:gd name="connsiteX32" fmla="*/ 0 w 40004"/>
                  <a:gd name="connsiteY32" fmla="*/ 155257 h 715393"/>
                  <a:gd name="connsiteX33" fmla="*/ 20002 w 40004"/>
                  <a:gd name="connsiteY33" fmla="*/ 135255 h 715393"/>
                  <a:gd name="connsiteX34" fmla="*/ 20002 w 40004"/>
                  <a:gd name="connsiteY34" fmla="*/ 135255 h 715393"/>
                  <a:gd name="connsiteX35" fmla="*/ 40005 w 40004"/>
                  <a:gd name="connsiteY35" fmla="*/ 155257 h 715393"/>
                  <a:gd name="connsiteX36" fmla="*/ 40005 w 40004"/>
                  <a:gd name="connsiteY36" fmla="*/ 155257 h 715393"/>
                  <a:gd name="connsiteX37" fmla="*/ 20002 w 40004"/>
                  <a:gd name="connsiteY37" fmla="*/ 175260 h 715393"/>
                  <a:gd name="connsiteX38" fmla="*/ 20002 w 40004"/>
                  <a:gd name="connsiteY38" fmla="*/ 175260 h 715393"/>
                  <a:gd name="connsiteX39" fmla="*/ 0 w 40004"/>
                  <a:gd name="connsiteY39" fmla="*/ 155257 h 715393"/>
                  <a:gd name="connsiteX40" fmla="*/ 0 w 40004"/>
                  <a:gd name="connsiteY40" fmla="*/ 20002 h 715393"/>
                  <a:gd name="connsiteX41" fmla="*/ 20002 w 40004"/>
                  <a:gd name="connsiteY41" fmla="*/ 0 h 715393"/>
                  <a:gd name="connsiteX42" fmla="*/ 20002 w 40004"/>
                  <a:gd name="connsiteY42" fmla="*/ 0 h 715393"/>
                  <a:gd name="connsiteX43" fmla="*/ 40005 w 40004"/>
                  <a:gd name="connsiteY43" fmla="*/ 20002 h 715393"/>
                  <a:gd name="connsiteX44" fmla="*/ 40005 w 40004"/>
                  <a:gd name="connsiteY44" fmla="*/ 20002 h 715393"/>
                  <a:gd name="connsiteX45" fmla="*/ 20002 w 40004"/>
                  <a:gd name="connsiteY45" fmla="*/ 40005 h 715393"/>
                  <a:gd name="connsiteX46" fmla="*/ 20002 w 40004"/>
                  <a:gd name="connsiteY46" fmla="*/ 40005 h 715393"/>
                  <a:gd name="connsiteX47" fmla="*/ 0 w 40004"/>
                  <a:gd name="connsiteY47" fmla="*/ 20002 h 715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004" h="715393">
                    <a:moveTo>
                      <a:pt x="0" y="695325"/>
                    </a:moveTo>
                    <a:cubicBezTo>
                      <a:pt x="0" y="683895"/>
                      <a:pt x="9525" y="675322"/>
                      <a:pt x="20002" y="675322"/>
                    </a:cubicBezTo>
                    <a:lnTo>
                      <a:pt x="20002" y="675322"/>
                    </a:lnTo>
                    <a:cubicBezTo>
                      <a:pt x="31432" y="675322"/>
                      <a:pt x="40005" y="684847"/>
                      <a:pt x="40005" y="695325"/>
                    </a:cubicBezTo>
                    <a:lnTo>
                      <a:pt x="40005" y="695325"/>
                    </a:lnTo>
                    <a:cubicBezTo>
                      <a:pt x="40005" y="706755"/>
                      <a:pt x="30480" y="715327"/>
                      <a:pt x="20002" y="715327"/>
                    </a:cubicBezTo>
                    <a:lnTo>
                      <a:pt x="20002" y="715327"/>
                    </a:lnTo>
                    <a:cubicBezTo>
                      <a:pt x="9525" y="716280"/>
                      <a:pt x="0" y="706755"/>
                      <a:pt x="0" y="695325"/>
                    </a:cubicBezTo>
                    <a:close/>
                    <a:moveTo>
                      <a:pt x="0" y="561022"/>
                    </a:moveTo>
                    <a:cubicBezTo>
                      <a:pt x="0" y="549592"/>
                      <a:pt x="9525" y="541020"/>
                      <a:pt x="20002" y="541020"/>
                    </a:cubicBezTo>
                    <a:lnTo>
                      <a:pt x="20002" y="541020"/>
                    </a:lnTo>
                    <a:cubicBezTo>
                      <a:pt x="31432" y="541020"/>
                      <a:pt x="40005" y="550545"/>
                      <a:pt x="40005" y="561022"/>
                    </a:cubicBezTo>
                    <a:lnTo>
                      <a:pt x="40005" y="561022"/>
                    </a:lnTo>
                    <a:cubicBezTo>
                      <a:pt x="40005" y="572452"/>
                      <a:pt x="30480" y="581025"/>
                      <a:pt x="20002" y="581025"/>
                    </a:cubicBezTo>
                    <a:lnTo>
                      <a:pt x="20002" y="581025"/>
                    </a:lnTo>
                    <a:cubicBezTo>
                      <a:pt x="9525" y="581025"/>
                      <a:pt x="0" y="572452"/>
                      <a:pt x="0" y="561022"/>
                    </a:cubicBezTo>
                    <a:close/>
                    <a:moveTo>
                      <a:pt x="0" y="425767"/>
                    </a:moveTo>
                    <a:cubicBezTo>
                      <a:pt x="0" y="414338"/>
                      <a:pt x="9525" y="405765"/>
                      <a:pt x="20002" y="405765"/>
                    </a:cubicBezTo>
                    <a:lnTo>
                      <a:pt x="20002" y="405765"/>
                    </a:lnTo>
                    <a:cubicBezTo>
                      <a:pt x="31432" y="405765"/>
                      <a:pt x="40005" y="415290"/>
                      <a:pt x="40005" y="425767"/>
                    </a:cubicBezTo>
                    <a:lnTo>
                      <a:pt x="40005" y="425767"/>
                    </a:lnTo>
                    <a:cubicBezTo>
                      <a:pt x="40005" y="437197"/>
                      <a:pt x="30480" y="445770"/>
                      <a:pt x="20002" y="445770"/>
                    </a:cubicBezTo>
                    <a:lnTo>
                      <a:pt x="20002" y="445770"/>
                    </a:lnTo>
                    <a:cubicBezTo>
                      <a:pt x="9525" y="445770"/>
                      <a:pt x="0" y="436245"/>
                      <a:pt x="0" y="425767"/>
                    </a:cubicBezTo>
                    <a:close/>
                    <a:moveTo>
                      <a:pt x="0" y="290513"/>
                    </a:moveTo>
                    <a:cubicBezTo>
                      <a:pt x="0" y="279082"/>
                      <a:pt x="9525" y="270510"/>
                      <a:pt x="20002" y="270510"/>
                    </a:cubicBezTo>
                    <a:lnTo>
                      <a:pt x="20002" y="270510"/>
                    </a:lnTo>
                    <a:cubicBezTo>
                      <a:pt x="31432" y="270510"/>
                      <a:pt x="40005" y="280035"/>
                      <a:pt x="40005" y="290513"/>
                    </a:cubicBezTo>
                    <a:lnTo>
                      <a:pt x="40005" y="290513"/>
                    </a:lnTo>
                    <a:cubicBezTo>
                      <a:pt x="40005" y="301942"/>
                      <a:pt x="30480" y="310515"/>
                      <a:pt x="20002" y="310515"/>
                    </a:cubicBezTo>
                    <a:lnTo>
                      <a:pt x="20002" y="310515"/>
                    </a:lnTo>
                    <a:cubicBezTo>
                      <a:pt x="9525" y="310515"/>
                      <a:pt x="0" y="301942"/>
                      <a:pt x="0" y="290513"/>
                    </a:cubicBezTo>
                    <a:close/>
                    <a:moveTo>
                      <a:pt x="0" y="155257"/>
                    </a:moveTo>
                    <a:cubicBezTo>
                      <a:pt x="0" y="143827"/>
                      <a:pt x="9525" y="135255"/>
                      <a:pt x="20002" y="135255"/>
                    </a:cubicBezTo>
                    <a:lnTo>
                      <a:pt x="20002" y="135255"/>
                    </a:lnTo>
                    <a:cubicBezTo>
                      <a:pt x="31432" y="135255"/>
                      <a:pt x="40005" y="144780"/>
                      <a:pt x="40005" y="155257"/>
                    </a:cubicBezTo>
                    <a:lnTo>
                      <a:pt x="40005" y="155257"/>
                    </a:lnTo>
                    <a:cubicBezTo>
                      <a:pt x="40005" y="166688"/>
                      <a:pt x="30480" y="175260"/>
                      <a:pt x="20002" y="175260"/>
                    </a:cubicBezTo>
                    <a:lnTo>
                      <a:pt x="20002" y="175260"/>
                    </a:lnTo>
                    <a:cubicBezTo>
                      <a:pt x="9525" y="176213"/>
                      <a:pt x="0" y="166688"/>
                      <a:pt x="0" y="155257"/>
                    </a:cubicBezTo>
                    <a:close/>
                    <a:moveTo>
                      <a:pt x="0" y="20002"/>
                    </a:moveTo>
                    <a:cubicBezTo>
                      <a:pt x="0" y="8572"/>
                      <a:pt x="9525" y="0"/>
                      <a:pt x="20002" y="0"/>
                    </a:cubicBezTo>
                    <a:lnTo>
                      <a:pt x="20002" y="0"/>
                    </a:lnTo>
                    <a:cubicBezTo>
                      <a:pt x="31432" y="0"/>
                      <a:pt x="40005" y="9525"/>
                      <a:pt x="40005" y="20002"/>
                    </a:cubicBezTo>
                    <a:lnTo>
                      <a:pt x="40005" y="20002"/>
                    </a:lnTo>
                    <a:cubicBezTo>
                      <a:pt x="40005" y="31432"/>
                      <a:pt x="30480" y="40005"/>
                      <a:pt x="20002" y="40005"/>
                    </a:cubicBezTo>
                    <a:lnTo>
                      <a:pt x="20002" y="40005"/>
                    </a:lnTo>
                    <a:cubicBezTo>
                      <a:pt x="9525" y="40957"/>
                      <a:pt x="0" y="31432"/>
                      <a:pt x="0" y="20002"/>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04" name="Freeform 497">
                <a:extLst>
                  <a:ext uri="{FF2B5EF4-FFF2-40B4-BE49-F238E27FC236}">
                    <a16:creationId xmlns:a16="http://schemas.microsoft.com/office/drawing/2014/main" id="{ACFC3C39-F71C-8E44-B160-DF64D1A24BEE}"/>
                  </a:ext>
                </a:extLst>
              </p:cNvPr>
              <p:cNvSpPr/>
              <p:nvPr/>
            </p:nvSpPr>
            <p:spPr>
              <a:xfrm>
                <a:off x="16661649" y="5445444"/>
                <a:ext cx="40005" cy="715393"/>
              </a:xfrm>
              <a:custGeom>
                <a:avLst/>
                <a:gdLst>
                  <a:gd name="connsiteX0" fmla="*/ 0 w 40005"/>
                  <a:gd name="connsiteY0" fmla="*/ 695325 h 715393"/>
                  <a:gd name="connsiteX1" fmla="*/ 20002 w 40005"/>
                  <a:gd name="connsiteY1" fmla="*/ 675322 h 715393"/>
                  <a:gd name="connsiteX2" fmla="*/ 20002 w 40005"/>
                  <a:gd name="connsiteY2" fmla="*/ 675322 h 715393"/>
                  <a:gd name="connsiteX3" fmla="*/ 40006 w 40005"/>
                  <a:gd name="connsiteY3" fmla="*/ 695325 h 715393"/>
                  <a:gd name="connsiteX4" fmla="*/ 40006 w 40005"/>
                  <a:gd name="connsiteY4" fmla="*/ 695325 h 715393"/>
                  <a:gd name="connsiteX5" fmla="*/ 20002 w 40005"/>
                  <a:gd name="connsiteY5" fmla="*/ 715327 h 715393"/>
                  <a:gd name="connsiteX6" fmla="*/ 20002 w 40005"/>
                  <a:gd name="connsiteY6" fmla="*/ 715327 h 715393"/>
                  <a:gd name="connsiteX7" fmla="*/ 0 w 40005"/>
                  <a:gd name="connsiteY7" fmla="*/ 695325 h 715393"/>
                  <a:gd name="connsiteX8" fmla="*/ 0 w 40005"/>
                  <a:gd name="connsiteY8" fmla="*/ 561022 h 715393"/>
                  <a:gd name="connsiteX9" fmla="*/ 20002 w 40005"/>
                  <a:gd name="connsiteY9" fmla="*/ 541020 h 715393"/>
                  <a:gd name="connsiteX10" fmla="*/ 20002 w 40005"/>
                  <a:gd name="connsiteY10" fmla="*/ 541020 h 715393"/>
                  <a:gd name="connsiteX11" fmla="*/ 40006 w 40005"/>
                  <a:gd name="connsiteY11" fmla="*/ 561022 h 715393"/>
                  <a:gd name="connsiteX12" fmla="*/ 40006 w 40005"/>
                  <a:gd name="connsiteY12" fmla="*/ 561022 h 715393"/>
                  <a:gd name="connsiteX13" fmla="*/ 20002 w 40005"/>
                  <a:gd name="connsiteY13" fmla="*/ 581025 h 715393"/>
                  <a:gd name="connsiteX14" fmla="*/ 20002 w 40005"/>
                  <a:gd name="connsiteY14" fmla="*/ 581025 h 715393"/>
                  <a:gd name="connsiteX15" fmla="*/ 0 w 40005"/>
                  <a:gd name="connsiteY15" fmla="*/ 561022 h 715393"/>
                  <a:gd name="connsiteX16" fmla="*/ 0 w 40005"/>
                  <a:gd name="connsiteY16" fmla="*/ 425767 h 715393"/>
                  <a:gd name="connsiteX17" fmla="*/ 20002 w 40005"/>
                  <a:gd name="connsiteY17" fmla="*/ 405765 h 715393"/>
                  <a:gd name="connsiteX18" fmla="*/ 20002 w 40005"/>
                  <a:gd name="connsiteY18" fmla="*/ 405765 h 715393"/>
                  <a:gd name="connsiteX19" fmla="*/ 40006 w 40005"/>
                  <a:gd name="connsiteY19" fmla="*/ 425767 h 715393"/>
                  <a:gd name="connsiteX20" fmla="*/ 40006 w 40005"/>
                  <a:gd name="connsiteY20" fmla="*/ 425767 h 715393"/>
                  <a:gd name="connsiteX21" fmla="*/ 20002 w 40005"/>
                  <a:gd name="connsiteY21" fmla="*/ 445770 h 715393"/>
                  <a:gd name="connsiteX22" fmla="*/ 20002 w 40005"/>
                  <a:gd name="connsiteY22" fmla="*/ 445770 h 715393"/>
                  <a:gd name="connsiteX23" fmla="*/ 0 w 40005"/>
                  <a:gd name="connsiteY23" fmla="*/ 425767 h 715393"/>
                  <a:gd name="connsiteX24" fmla="*/ 0 w 40005"/>
                  <a:gd name="connsiteY24" fmla="*/ 290513 h 715393"/>
                  <a:gd name="connsiteX25" fmla="*/ 20002 w 40005"/>
                  <a:gd name="connsiteY25" fmla="*/ 270510 h 715393"/>
                  <a:gd name="connsiteX26" fmla="*/ 20002 w 40005"/>
                  <a:gd name="connsiteY26" fmla="*/ 270510 h 715393"/>
                  <a:gd name="connsiteX27" fmla="*/ 40006 w 40005"/>
                  <a:gd name="connsiteY27" fmla="*/ 290513 h 715393"/>
                  <a:gd name="connsiteX28" fmla="*/ 40006 w 40005"/>
                  <a:gd name="connsiteY28" fmla="*/ 290513 h 715393"/>
                  <a:gd name="connsiteX29" fmla="*/ 20002 w 40005"/>
                  <a:gd name="connsiteY29" fmla="*/ 310515 h 715393"/>
                  <a:gd name="connsiteX30" fmla="*/ 20002 w 40005"/>
                  <a:gd name="connsiteY30" fmla="*/ 310515 h 715393"/>
                  <a:gd name="connsiteX31" fmla="*/ 0 w 40005"/>
                  <a:gd name="connsiteY31" fmla="*/ 290513 h 715393"/>
                  <a:gd name="connsiteX32" fmla="*/ 0 w 40005"/>
                  <a:gd name="connsiteY32" fmla="*/ 155257 h 715393"/>
                  <a:gd name="connsiteX33" fmla="*/ 20002 w 40005"/>
                  <a:gd name="connsiteY33" fmla="*/ 135255 h 715393"/>
                  <a:gd name="connsiteX34" fmla="*/ 20002 w 40005"/>
                  <a:gd name="connsiteY34" fmla="*/ 135255 h 715393"/>
                  <a:gd name="connsiteX35" fmla="*/ 40006 w 40005"/>
                  <a:gd name="connsiteY35" fmla="*/ 155257 h 715393"/>
                  <a:gd name="connsiteX36" fmla="*/ 40006 w 40005"/>
                  <a:gd name="connsiteY36" fmla="*/ 155257 h 715393"/>
                  <a:gd name="connsiteX37" fmla="*/ 20002 w 40005"/>
                  <a:gd name="connsiteY37" fmla="*/ 175260 h 715393"/>
                  <a:gd name="connsiteX38" fmla="*/ 20002 w 40005"/>
                  <a:gd name="connsiteY38" fmla="*/ 175260 h 715393"/>
                  <a:gd name="connsiteX39" fmla="*/ 0 w 40005"/>
                  <a:gd name="connsiteY39" fmla="*/ 155257 h 715393"/>
                  <a:gd name="connsiteX40" fmla="*/ 0 w 40005"/>
                  <a:gd name="connsiteY40" fmla="*/ 20002 h 715393"/>
                  <a:gd name="connsiteX41" fmla="*/ 20002 w 40005"/>
                  <a:gd name="connsiteY41" fmla="*/ 0 h 715393"/>
                  <a:gd name="connsiteX42" fmla="*/ 20002 w 40005"/>
                  <a:gd name="connsiteY42" fmla="*/ 0 h 715393"/>
                  <a:gd name="connsiteX43" fmla="*/ 40006 w 40005"/>
                  <a:gd name="connsiteY43" fmla="*/ 20002 h 715393"/>
                  <a:gd name="connsiteX44" fmla="*/ 40006 w 40005"/>
                  <a:gd name="connsiteY44" fmla="*/ 20002 h 715393"/>
                  <a:gd name="connsiteX45" fmla="*/ 20002 w 40005"/>
                  <a:gd name="connsiteY45" fmla="*/ 40005 h 715393"/>
                  <a:gd name="connsiteX46" fmla="*/ 20002 w 40005"/>
                  <a:gd name="connsiteY46" fmla="*/ 40005 h 715393"/>
                  <a:gd name="connsiteX47" fmla="*/ 0 w 40005"/>
                  <a:gd name="connsiteY47" fmla="*/ 20002 h 715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005" h="715393">
                    <a:moveTo>
                      <a:pt x="0" y="695325"/>
                    </a:moveTo>
                    <a:cubicBezTo>
                      <a:pt x="0" y="683895"/>
                      <a:pt x="9525" y="675322"/>
                      <a:pt x="20002" y="675322"/>
                    </a:cubicBezTo>
                    <a:lnTo>
                      <a:pt x="20002" y="675322"/>
                    </a:lnTo>
                    <a:cubicBezTo>
                      <a:pt x="31433" y="675322"/>
                      <a:pt x="40006" y="684847"/>
                      <a:pt x="40006" y="695325"/>
                    </a:cubicBezTo>
                    <a:lnTo>
                      <a:pt x="40006" y="695325"/>
                    </a:lnTo>
                    <a:cubicBezTo>
                      <a:pt x="40006" y="706755"/>
                      <a:pt x="31433" y="715327"/>
                      <a:pt x="20002" y="715327"/>
                    </a:cubicBezTo>
                    <a:lnTo>
                      <a:pt x="20002" y="715327"/>
                    </a:lnTo>
                    <a:cubicBezTo>
                      <a:pt x="8573" y="716280"/>
                      <a:pt x="0" y="706755"/>
                      <a:pt x="0" y="695325"/>
                    </a:cubicBezTo>
                    <a:close/>
                    <a:moveTo>
                      <a:pt x="0" y="561022"/>
                    </a:moveTo>
                    <a:cubicBezTo>
                      <a:pt x="0" y="549592"/>
                      <a:pt x="9525" y="541020"/>
                      <a:pt x="20002" y="541020"/>
                    </a:cubicBezTo>
                    <a:lnTo>
                      <a:pt x="20002" y="541020"/>
                    </a:lnTo>
                    <a:cubicBezTo>
                      <a:pt x="31433" y="541020"/>
                      <a:pt x="40006" y="550545"/>
                      <a:pt x="40006" y="561022"/>
                    </a:cubicBezTo>
                    <a:lnTo>
                      <a:pt x="40006" y="561022"/>
                    </a:lnTo>
                    <a:cubicBezTo>
                      <a:pt x="40006" y="572452"/>
                      <a:pt x="31433" y="581025"/>
                      <a:pt x="20002" y="581025"/>
                    </a:cubicBezTo>
                    <a:lnTo>
                      <a:pt x="20002" y="581025"/>
                    </a:lnTo>
                    <a:cubicBezTo>
                      <a:pt x="8573" y="581025"/>
                      <a:pt x="0" y="572452"/>
                      <a:pt x="0" y="561022"/>
                    </a:cubicBezTo>
                    <a:close/>
                    <a:moveTo>
                      <a:pt x="0" y="425767"/>
                    </a:moveTo>
                    <a:cubicBezTo>
                      <a:pt x="0" y="414338"/>
                      <a:pt x="9525" y="405765"/>
                      <a:pt x="20002" y="405765"/>
                    </a:cubicBezTo>
                    <a:lnTo>
                      <a:pt x="20002" y="405765"/>
                    </a:lnTo>
                    <a:cubicBezTo>
                      <a:pt x="31433" y="405765"/>
                      <a:pt x="40006" y="415290"/>
                      <a:pt x="40006" y="425767"/>
                    </a:cubicBezTo>
                    <a:lnTo>
                      <a:pt x="40006" y="425767"/>
                    </a:lnTo>
                    <a:cubicBezTo>
                      <a:pt x="40006" y="437197"/>
                      <a:pt x="31433" y="445770"/>
                      <a:pt x="20002" y="445770"/>
                    </a:cubicBezTo>
                    <a:lnTo>
                      <a:pt x="20002" y="445770"/>
                    </a:lnTo>
                    <a:cubicBezTo>
                      <a:pt x="8573" y="445770"/>
                      <a:pt x="0" y="436245"/>
                      <a:pt x="0" y="425767"/>
                    </a:cubicBezTo>
                    <a:close/>
                    <a:moveTo>
                      <a:pt x="0" y="290513"/>
                    </a:moveTo>
                    <a:cubicBezTo>
                      <a:pt x="0" y="279082"/>
                      <a:pt x="9525" y="270510"/>
                      <a:pt x="20002" y="270510"/>
                    </a:cubicBezTo>
                    <a:lnTo>
                      <a:pt x="20002" y="270510"/>
                    </a:lnTo>
                    <a:cubicBezTo>
                      <a:pt x="31433" y="270510"/>
                      <a:pt x="40006" y="280035"/>
                      <a:pt x="40006" y="290513"/>
                    </a:cubicBezTo>
                    <a:lnTo>
                      <a:pt x="40006" y="290513"/>
                    </a:lnTo>
                    <a:cubicBezTo>
                      <a:pt x="40006" y="301942"/>
                      <a:pt x="31433" y="310515"/>
                      <a:pt x="20002" y="310515"/>
                    </a:cubicBezTo>
                    <a:lnTo>
                      <a:pt x="20002" y="310515"/>
                    </a:lnTo>
                    <a:cubicBezTo>
                      <a:pt x="8573" y="310515"/>
                      <a:pt x="0" y="301942"/>
                      <a:pt x="0" y="290513"/>
                    </a:cubicBezTo>
                    <a:close/>
                    <a:moveTo>
                      <a:pt x="0" y="155257"/>
                    </a:moveTo>
                    <a:cubicBezTo>
                      <a:pt x="0" y="143827"/>
                      <a:pt x="9525" y="135255"/>
                      <a:pt x="20002" y="135255"/>
                    </a:cubicBezTo>
                    <a:lnTo>
                      <a:pt x="20002" y="135255"/>
                    </a:lnTo>
                    <a:cubicBezTo>
                      <a:pt x="31433" y="135255"/>
                      <a:pt x="40006" y="144780"/>
                      <a:pt x="40006" y="155257"/>
                    </a:cubicBezTo>
                    <a:lnTo>
                      <a:pt x="40006" y="155257"/>
                    </a:lnTo>
                    <a:cubicBezTo>
                      <a:pt x="40006" y="166688"/>
                      <a:pt x="31433" y="175260"/>
                      <a:pt x="20002" y="175260"/>
                    </a:cubicBezTo>
                    <a:lnTo>
                      <a:pt x="20002" y="175260"/>
                    </a:lnTo>
                    <a:cubicBezTo>
                      <a:pt x="8573" y="176213"/>
                      <a:pt x="0" y="166688"/>
                      <a:pt x="0" y="155257"/>
                    </a:cubicBezTo>
                    <a:close/>
                    <a:moveTo>
                      <a:pt x="0" y="20002"/>
                    </a:moveTo>
                    <a:cubicBezTo>
                      <a:pt x="0" y="8572"/>
                      <a:pt x="9525" y="0"/>
                      <a:pt x="20002" y="0"/>
                    </a:cubicBezTo>
                    <a:lnTo>
                      <a:pt x="20002" y="0"/>
                    </a:lnTo>
                    <a:cubicBezTo>
                      <a:pt x="31433" y="0"/>
                      <a:pt x="40006" y="9525"/>
                      <a:pt x="40006" y="20002"/>
                    </a:cubicBezTo>
                    <a:lnTo>
                      <a:pt x="40006" y="20002"/>
                    </a:lnTo>
                    <a:cubicBezTo>
                      <a:pt x="40006" y="31432"/>
                      <a:pt x="31433" y="40005"/>
                      <a:pt x="20002" y="40005"/>
                    </a:cubicBezTo>
                    <a:lnTo>
                      <a:pt x="20002" y="40005"/>
                    </a:lnTo>
                    <a:cubicBezTo>
                      <a:pt x="8573" y="40957"/>
                      <a:pt x="0" y="31432"/>
                      <a:pt x="0" y="20002"/>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05" name="Freeform 498">
                <a:extLst>
                  <a:ext uri="{FF2B5EF4-FFF2-40B4-BE49-F238E27FC236}">
                    <a16:creationId xmlns:a16="http://schemas.microsoft.com/office/drawing/2014/main" id="{9BDABB4E-F582-8040-8751-2BA51F7C1730}"/>
                  </a:ext>
                </a:extLst>
              </p:cNvPr>
              <p:cNvSpPr/>
              <p:nvPr/>
            </p:nvSpPr>
            <p:spPr>
              <a:xfrm>
                <a:off x="13577476" y="5445443"/>
                <a:ext cx="40003" cy="715393"/>
              </a:xfrm>
              <a:custGeom>
                <a:avLst/>
                <a:gdLst>
                  <a:gd name="connsiteX0" fmla="*/ 0 w 40004"/>
                  <a:gd name="connsiteY0" fmla="*/ 695325 h 715393"/>
                  <a:gd name="connsiteX1" fmla="*/ 20002 w 40004"/>
                  <a:gd name="connsiteY1" fmla="*/ 675322 h 715393"/>
                  <a:gd name="connsiteX2" fmla="*/ 20002 w 40004"/>
                  <a:gd name="connsiteY2" fmla="*/ 675322 h 715393"/>
                  <a:gd name="connsiteX3" fmla="*/ 40005 w 40004"/>
                  <a:gd name="connsiteY3" fmla="*/ 695325 h 715393"/>
                  <a:gd name="connsiteX4" fmla="*/ 40005 w 40004"/>
                  <a:gd name="connsiteY4" fmla="*/ 695325 h 715393"/>
                  <a:gd name="connsiteX5" fmla="*/ 20002 w 40004"/>
                  <a:gd name="connsiteY5" fmla="*/ 715327 h 715393"/>
                  <a:gd name="connsiteX6" fmla="*/ 20002 w 40004"/>
                  <a:gd name="connsiteY6" fmla="*/ 715327 h 715393"/>
                  <a:gd name="connsiteX7" fmla="*/ 0 w 40004"/>
                  <a:gd name="connsiteY7" fmla="*/ 695325 h 715393"/>
                  <a:gd name="connsiteX8" fmla="*/ 0 w 40004"/>
                  <a:gd name="connsiteY8" fmla="*/ 561022 h 715393"/>
                  <a:gd name="connsiteX9" fmla="*/ 20002 w 40004"/>
                  <a:gd name="connsiteY9" fmla="*/ 541020 h 715393"/>
                  <a:gd name="connsiteX10" fmla="*/ 20002 w 40004"/>
                  <a:gd name="connsiteY10" fmla="*/ 541020 h 715393"/>
                  <a:gd name="connsiteX11" fmla="*/ 40005 w 40004"/>
                  <a:gd name="connsiteY11" fmla="*/ 561022 h 715393"/>
                  <a:gd name="connsiteX12" fmla="*/ 40005 w 40004"/>
                  <a:gd name="connsiteY12" fmla="*/ 561022 h 715393"/>
                  <a:gd name="connsiteX13" fmla="*/ 20002 w 40004"/>
                  <a:gd name="connsiteY13" fmla="*/ 581025 h 715393"/>
                  <a:gd name="connsiteX14" fmla="*/ 20002 w 40004"/>
                  <a:gd name="connsiteY14" fmla="*/ 581025 h 715393"/>
                  <a:gd name="connsiteX15" fmla="*/ 0 w 40004"/>
                  <a:gd name="connsiteY15" fmla="*/ 561022 h 715393"/>
                  <a:gd name="connsiteX16" fmla="*/ 0 w 40004"/>
                  <a:gd name="connsiteY16" fmla="*/ 425767 h 715393"/>
                  <a:gd name="connsiteX17" fmla="*/ 20002 w 40004"/>
                  <a:gd name="connsiteY17" fmla="*/ 405765 h 715393"/>
                  <a:gd name="connsiteX18" fmla="*/ 20002 w 40004"/>
                  <a:gd name="connsiteY18" fmla="*/ 405765 h 715393"/>
                  <a:gd name="connsiteX19" fmla="*/ 40005 w 40004"/>
                  <a:gd name="connsiteY19" fmla="*/ 425767 h 715393"/>
                  <a:gd name="connsiteX20" fmla="*/ 40005 w 40004"/>
                  <a:gd name="connsiteY20" fmla="*/ 425767 h 715393"/>
                  <a:gd name="connsiteX21" fmla="*/ 20002 w 40004"/>
                  <a:gd name="connsiteY21" fmla="*/ 445770 h 715393"/>
                  <a:gd name="connsiteX22" fmla="*/ 20002 w 40004"/>
                  <a:gd name="connsiteY22" fmla="*/ 445770 h 715393"/>
                  <a:gd name="connsiteX23" fmla="*/ 0 w 40004"/>
                  <a:gd name="connsiteY23" fmla="*/ 425767 h 715393"/>
                  <a:gd name="connsiteX24" fmla="*/ 0 w 40004"/>
                  <a:gd name="connsiteY24" fmla="*/ 290513 h 715393"/>
                  <a:gd name="connsiteX25" fmla="*/ 20002 w 40004"/>
                  <a:gd name="connsiteY25" fmla="*/ 270510 h 715393"/>
                  <a:gd name="connsiteX26" fmla="*/ 20002 w 40004"/>
                  <a:gd name="connsiteY26" fmla="*/ 270510 h 715393"/>
                  <a:gd name="connsiteX27" fmla="*/ 40005 w 40004"/>
                  <a:gd name="connsiteY27" fmla="*/ 290513 h 715393"/>
                  <a:gd name="connsiteX28" fmla="*/ 40005 w 40004"/>
                  <a:gd name="connsiteY28" fmla="*/ 290513 h 715393"/>
                  <a:gd name="connsiteX29" fmla="*/ 20002 w 40004"/>
                  <a:gd name="connsiteY29" fmla="*/ 310515 h 715393"/>
                  <a:gd name="connsiteX30" fmla="*/ 20002 w 40004"/>
                  <a:gd name="connsiteY30" fmla="*/ 310515 h 715393"/>
                  <a:gd name="connsiteX31" fmla="*/ 0 w 40004"/>
                  <a:gd name="connsiteY31" fmla="*/ 290513 h 715393"/>
                  <a:gd name="connsiteX32" fmla="*/ 0 w 40004"/>
                  <a:gd name="connsiteY32" fmla="*/ 155257 h 715393"/>
                  <a:gd name="connsiteX33" fmla="*/ 20002 w 40004"/>
                  <a:gd name="connsiteY33" fmla="*/ 135255 h 715393"/>
                  <a:gd name="connsiteX34" fmla="*/ 20002 w 40004"/>
                  <a:gd name="connsiteY34" fmla="*/ 135255 h 715393"/>
                  <a:gd name="connsiteX35" fmla="*/ 40005 w 40004"/>
                  <a:gd name="connsiteY35" fmla="*/ 155257 h 715393"/>
                  <a:gd name="connsiteX36" fmla="*/ 40005 w 40004"/>
                  <a:gd name="connsiteY36" fmla="*/ 155257 h 715393"/>
                  <a:gd name="connsiteX37" fmla="*/ 20002 w 40004"/>
                  <a:gd name="connsiteY37" fmla="*/ 175260 h 715393"/>
                  <a:gd name="connsiteX38" fmla="*/ 20002 w 40004"/>
                  <a:gd name="connsiteY38" fmla="*/ 175260 h 715393"/>
                  <a:gd name="connsiteX39" fmla="*/ 0 w 40004"/>
                  <a:gd name="connsiteY39" fmla="*/ 155257 h 715393"/>
                  <a:gd name="connsiteX40" fmla="*/ 0 w 40004"/>
                  <a:gd name="connsiteY40" fmla="*/ 20002 h 715393"/>
                  <a:gd name="connsiteX41" fmla="*/ 20002 w 40004"/>
                  <a:gd name="connsiteY41" fmla="*/ 0 h 715393"/>
                  <a:gd name="connsiteX42" fmla="*/ 20002 w 40004"/>
                  <a:gd name="connsiteY42" fmla="*/ 0 h 715393"/>
                  <a:gd name="connsiteX43" fmla="*/ 40005 w 40004"/>
                  <a:gd name="connsiteY43" fmla="*/ 20002 h 715393"/>
                  <a:gd name="connsiteX44" fmla="*/ 40005 w 40004"/>
                  <a:gd name="connsiteY44" fmla="*/ 20002 h 715393"/>
                  <a:gd name="connsiteX45" fmla="*/ 20002 w 40004"/>
                  <a:gd name="connsiteY45" fmla="*/ 40005 h 715393"/>
                  <a:gd name="connsiteX46" fmla="*/ 20002 w 40004"/>
                  <a:gd name="connsiteY46" fmla="*/ 40005 h 715393"/>
                  <a:gd name="connsiteX47" fmla="*/ 0 w 40004"/>
                  <a:gd name="connsiteY47" fmla="*/ 20002 h 715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004" h="715393">
                    <a:moveTo>
                      <a:pt x="0" y="695325"/>
                    </a:moveTo>
                    <a:cubicBezTo>
                      <a:pt x="0" y="683895"/>
                      <a:pt x="9525" y="675322"/>
                      <a:pt x="20002" y="675322"/>
                    </a:cubicBezTo>
                    <a:lnTo>
                      <a:pt x="20002" y="675322"/>
                    </a:lnTo>
                    <a:cubicBezTo>
                      <a:pt x="31432" y="675322"/>
                      <a:pt x="40005" y="684847"/>
                      <a:pt x="40005" y="695325"/>
                    </a:cubicBezTo>
                    <a:lnTo>
                      <a:pt x="40005" y="695325"/>
                    </a:lnTo>
                    <a:cubicBezTo>
                      <a:pt x="40005" y="706755"/>
                      <a:pt x="31432" y="715327"/>
                      <a:pt x="20002" y="715327"/>
                    </a:cubicBezTo>
                    <a:lnTo>
                      <a:pt x="20002" y="715327"/>
                    </a:lnTo>
                    <a:cubicBezTo>
                      <a:pt x="8572" y="716280"/>
                      <a:pt x="0" y="706755"/>
                      <a:pt x="0" y="695325"/>
                    </a:cubicBezTo>
                    <a:close/>
                    <a:moveTo>
                      <a:pt x="0" y="561022"/>
                    </a:moveTo>
                    <a:cubicBezTo>
                      <a:pt x="0" y="549592"/>
                      <a:pt x="9525" y="541020"/>
                      <a:pt x="20002" y="541020"/>
                    </a:cubicBezTo>
                    <a:lnTo>
                      <a:pt x="20002" y="541020"/>
                    </a:lnTo>
                    <a:cubicBezTo>
                      <a:pt x="31432" y="541020"/>
                      <a:pt x="40005" y="550545"/>
                      <a:pt x="40005" y="561022"/>
                    </a:cubicBezTo>
                    <a:lnTo>
                      <a:pt x="40005" y="561022"/>
                    </a:lnTo>
                    <a:cubicBezTo>
                      <a:pt x="40005" y="572452"/>
                      <a:pt x="31432" y="581025"/>
                      <a:pt x="20002" y="581025"/>
                    </a:cubicBezTo>
                    <a:lnTo>
                      <a:pt x="20002" y="581025"/>
                    </a:lnTo>
                    <a:cubicBezTo>
                      <a:pt x="8572" y="581025"/>
                      <a:pt x="0" y="571500"/>
                      <a:pt x="0" y="561022"/>
                    </a:cubicBezTo>
                    <a:close/>
                    <a:moveTo>
                      <a:pt x="0" y="425767"/>
                    </a:moveTo>
                    <a:cubicBezTo>
                      <a:pt x="0" y="414338"/>
                      <a:pt x="9525" y="405765"/>
                      <a:pt x="20002" y="405765"/>
                    </a:cubicBezTo>
                    <a:lnTo>
                      <a:pt x="20002" y="405765"/>
                    </a:lnTo>
                    <a:cubicBezTo>
                      <a:pt x="31432" y="405765"/>
                      <a:pt x="40005" y="415290"/>
                      <a:pt x="40005" y="425767"/>
                    </a:cubicBezTo>
                    <a:lnTo>
                      <a:pt x="40005" y="425767"/>
                    </a:lnTo>
                    <a:cubicBezTo>
                      <a:pt x="40005" y="437197"/>
                      <a:pt x="31432" y="445770"/>
                      <a:pt x="20002" y="445770"/>
                    </a:cubicBezTo>
                    <a:lnTo>
                      <a:pt x="20002" y="445770"/>
                    </a:lnTo>
                    <a:cubicBezTo>
                      <a:pt x="8572" y="445770"/>
                      <a:pt x="0" y="436245"/>
                      <a:pt x="0" y="425767"/>
                    </a:cubicBezTo>
                    <a:close/>
                    <a:moveTo>
                      <a:pt x="0" y="290513"/>
                    </a:moveTo>
                    <a:cubicBezTo>
                      <a:pt x="0" y="279082"/>
                      <a:pt x="9525" y="270510"/>
                      <a:pt x="20002" y="270510"/>
                    </a:cubicBezTo>
                    <a:lnTo>
                      <a:pt x="20002" y="270510"/>
                    </a:lnTo>
                    <a:cubicBezTo>
                      <a:pt x="31432" y="270510"/>
                      <a:pt x="40005" y="280035"/>
                      <a:pt x="40005" y="290513"/>
                    </a:cubicBezTo>
                    <a:lnTo>
                      <a:pt x="40005" y="290513"/>
                    </a:lnTo>
                    <a:cubicBezTo>
                      <a:pt x="40005" y="301942"/>
                      <a:pt x="31432" y="310515"/>
                      <a:pt x="20002" y="310515"/>
                    </a:cubicBezTo>
                    <a:lnTo>
                      <a:pt x="20002" y="310515"/>
                    </a:lnTo>
                    <a:cubicBezTo>
                      <a:pt x="8572" y="310515"/>
                      <a:pt x="0" y="301942"/>
                      <a:pt x="0" y="290513"/>
                    </a:cubicBezTo>
                    <a:close/>
                    <a:moveTo>
                      <a:pt x="0" y="155257"/>
                    </a:moveTo>
                    <a:cubicBezTo>
                      <a:pt x="0" y="143827"/>
                      <a:pt x="9525" y="135255"/>
                      <a:pt x="20002" y="135255"/>
                    </a:cubicBezTo>
                    <a:lnTo>
                      <a:pt x="20002" y="135255"/>
                    </a:lnTo>
                    <a:cubicBezTo>
                      <a:pt x="31432" y="135255"/>
                      <a:pt x="40005" y="144780"/>
                      <a:pt x="40005" y="155257"/>
                    </a:cubicBezTo>
                    <a:lnTo>
                      <a:pt x="40005" y="155257"/>
                    </a:lnTo>
                    <a:cubicBezTo>
                      <a:pt x="40005" y="166688"/>
                      <a:pt x="31432" y="175260"/>
                      <a:pt x="20002" y="175260"/>
                    </a:cubicBezTo>
                    <a:lnTo>
                      <a:pt x="20002" y="175260"/>
                    </a:lnTo>
                    <a:cubicBezTo>
                      <a:pt x="8572" y="176213"/>
                      <a:pt x="0" y="166688"/>
                      <a:pt x="0" y="155257"/>
                    </a:cubicBezTo>
                    <a:close/>
                    <a:moveTo>
                      <a:pt x="0" y="20002"/>
                    </a:moveTo>
                    <a:cubicBezTo>
                      <a:pt x="0" y="8572"/>
                      <a:pt x="9525" y="0"/>
                      <a:pt x="20002" y="0"/>
                    </a:cubicBezTo>
                    <a:lnTo>
                      <a:pt x="20002" y="0"/>
                    </a:lnTo>
                    <a:cubicBezTo>
                      <a:pt x="31432" y="0"/>
                      <a:pt x="40005" y="9525"/>
                      <a:pt x="40005" y="20002"/>
                    </a:cubicBezTo>
                    <a:lnTo>
                      <a:pt x="40005" y="20002"/>
                    </a:lnTo>
                    <a:cubicBezTo>
                      <a:pt x="40005" y="31432"/>
                      <a:pt x="31432" y="40005"/>
                      <a:pt x="20002" y="40005"/>
                    </a:cubicBezTo>
                    <a:lnTo>
                      <a:pt x="20002" y="40005"/>
                    </a:lnTo>
                    <a:cubicBezTo>
                      <a:pt x="8572" y="40957"/>
                      <a:pt x="0" y="31432"/>
                      <a:pt x="0" y="20002"/>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06" name="Freeform 499">
                <a:extLst>
                  <a:ext uri="{FF2B5EF4-FFF2-40B4-BE49-F238E27FC236}">
                    <a16:creationId xmlns:a16="http://schemas.microsoft.com/office/drawing/2014/main" id="{A55DAB96-6966-644D-8604-7197B13F6BA0}"/>
                  </a:ext>
                </a:extLst>
              </p:cNvPr>
              <p:cNvSpPr/>
              <p:nvPr/>
            </p:nvSpPr>
            <p:spPr>
              <a:xfrm>
                <a:off x="10493301" y="5445441"/>
                <a:ext cx="40005" cy="715393"/>
              </a:xfrm>
              <a:custGeom>
                <a:avLst/>
                <a:gdLst>
                  <a:gd name="connsiteX0" fmla="*/ 0 w 40005"/>
                  <a:gd name="connsiteY0" fmla="*/ 695325 h 715393"/>
                  <a:gd name="connsiteX1" fmla="*/ 20002 w 40005"/>
                  <a:gd name="connsiteY1" fmla="*/ 675322 h 715393"/>
                  <a:gd name="connsiteX2" fmla="*/ 20002 w 40005"/>
                  <a:gd name="connsiteY2" fmla="*/ 675322 h 715393"/>
                  <a:gd name="connsiteX3" fmla="*/ 40005 w 40005"/>
                  <a:gd name="connsiteY3" fmla="*/ 695325 h 715393"/>
                  <a:gd name="connsiteX4" fmla="*/ 40005 w 40005"/>
                  <a:gd name="connsiteY4" fmla="*/ 695325 h 715393"/>
                  <a:gd name="connsiteX5" fmla="*/ 20002 w 40005"/>
                  <a:gd name="connsiteY5" fmla="*/ 715327 h 715393"/>
                  <a:gd name="connsiteX6" fmla="*/ 20002 w 40005"/>
                  <a:gd name="connsiteY6" fmla="*/ 715327 h 715393"/>
                  <a:gd name="connsiteX7" fmla="*/ 0 w 40005"/>
                  <a:gd name="connsiteY7" fmla="*/ 695325 h 715393"/>
                  <a:gd name="connsiteX8" fmla="*/ 0 w 40005"/>
                  <a:gd name="connsiteY8" fmla="*/ 561022 h 715393"/>
                  <a:gd name="connsiteX9" fmla="*/ 20002 w 40005"/>
                  <a:gd name="connsiteY9" fmla="*/ 541020 h 715393"/>
                  <a:gd name="connsiteX10" fmla="*/ 20002 w 40005"/>
                  <a:gd name="connsiteY10" fmla="*/ 541020 h 715393"/>
                  <a:gd name="connsiteX11" fmla="*/ 40005 w 40005"/>
                  <a:gd name="connsiteY11" fmla="*/ 561022 h 715393"/>
                  <a:gd name="connsiteX12" fmla="*/ 40005 w 40005"/>
                  <a:gd name="connsiteY12" fmla="*/ 561022 h 715393"/>
                  <a:gd name="connsiteX13" fmla="*/ 20002 w 40005"/>
                  <a:gd name="connsiteY13" fmla="*/ 581025 h 715393"/>
                  <a:gd name="connsiteX14" fmla="*/ 20002 w 40005"/>
                  <a:gd name="connsiteY14" fmla="*/ 581025 h 715393"/>
                  <a:gd name="connsiteX15" fmla="*/ 0 w 40005"/>
                  <a:gd name="connsiteY15" fmla="*/ 561022 h 715393"/>
                  <a:gd name="connsiteX16" fmla="*/ 0 w 40005"/>
                  <a:gd name="connsiteY16" fmla="*/ 425767 h 715393"/>
                  <a:gd name="connsiteX17" fmla="*/ 20002 w 40005"/>
                  <a:gd name="connsiteY17" fmla="*/ 405765 h 715393"/>
                  <a:gd name="connsiteX18" fmla="*/ 20002 w 40005"/>
                  <a:gd name="connsiteY18" fmla="*/ 405765 h 715393"/>
                  <a:gd name="connsiteX19" fmla="*/ 40005 w 40005"/>
                  <a:gd name="connsiteY19" fmla="*/ 425767 h 715393"/>
                  <a:gd name="connsiteX20" fmla="*/ 40005 w 40005"/>
                  <a:gd name="connsiteY20" fmla="*/ 425767 h 715393"/>
                  <a:gd name="connsiteX21" fmla="*/ 20002 w 40005"/>
                  <a:gd name="connsiteY21" fmla="*/ 445770 h 715393"/>
                  <a:gd name="connsiteX22" fmla="*/ 20002 w 40005"/>
                  <a:gd name="connsiteY22" fmla="*/ 445770 h 715393"/>
                  <a:gd name="connsiteX23" fmla="*/ 0 w 40005"/>
                  <a:gd name="connsiteY23" fmla="*/ 425767 h 715393"/>
                  <a:gd name="connsiteX24" fmla="*/ 0 w 40005"/>
                  <a:gd name="connsiteY24" fmla="*/ 290513 h 715393"/>
                  <a:gd name="connsiteX25" fmla="*/ 20002 w 40005"/>
                  <a:gd name="connsiteY25" fmla="*/ 270510 h 715393"/>
                  <a:gd name="connsiteX26" fmla="*/ 20002 w 40005"/>
                  <a:gd name="connsiteY26" fmla="*/ 270510 h 715393"/>
                  <a:gd name="connsiteX27" fmla="*/ 40005 w 40005"/>
                  <a:gd name="connsiteY27" fmla="*/ 290513 h 715393"/>
                  <a:gd name="connsiteX28" fmla="*/ 40005 w 40005"/>
                  <a:gd name="connsiteY28" fmla="*/ 290513 h 715393"/>
                  <a:gd name="connsiteX29" fmla="*/ 20002 w 40005"/>
                  <a:gd name="connsiteY29" fmla="*/ 310515 h 715393"/>
                  <a:gd name="connsiteX30" fmla="*/ 20002 w 40005"/>
                  <a:gd name="connsiteY30" fmla="*/ 310515 h 715393"/>
                  <a:gd name="connsiteX31" fmla="*/ 0 w 40005"/>
                  <a:gd name="connsiteY31" fmla="*/ 290513 h 715393"/>
                  <a:gd name="connsiteX32" fmla="*/ 0 w 40005"/>
                  <a:gd name="connsiteY32" fmla="*/ 155257 h 715393"/>
                  <a:gd name="connsiteX33" fmla="*/ 20002 w 40005"/>
                  <a:gd name="connsiteY33" fmla="*/ 135255 h 715393"/>
                  <a:gd name="connsiteX34" fmla="*/ 20002 w 40005"/>
                  <a:gd name="connsiteY34" fmla="*/ 135255 h 715393"/>
                  <a:gd name="connsiteX35" fmla="*/ 40005 w 40005"/>
                  <a:gd name="connsiteY35" fmla="*/ 155257 h 715393"/>
                  <a:gd name="connsiteX36" fmla="*/ 40005 w 40005"/>
                  <a:gd name="connsiteY36" fmla="*/ 155257 h 715393"/>
                  <a:gd name="connsiteX37" fmla="*/ 20002 w 40005"/>
                  <a:gd name="connsiteY37" fmla="*/ 175260 h 715393"/>
                  <a:gd name="connsiteX38" fmla="*/ 20002 w 40005"/>
                  <a:gd name="connsiteY38" fmla="*/ 175260 h 715393"/>
                  <a:gd name="connsiteX39" fmla="*/ 0 w 40005"/>
                  <a:gd name="connsiteY39" fmla="*/ 155257 h 715393"/>
                  <a:gd name="connsiteX40" fmla="*/ 0 w 40005"/>
                  <a:gd name="connsiteY40" fmla="*/ 20002 h 715393"/>
                  <a:gd name="connsiteX41" fmla="*/ 20002 w 40005"/>
                  <a:gd name="connsiteY41" fmla="*/ 0 h 715393"/>
                  <a:gd name="connsiteX42" fmla="*/ 20002 w 40005"/>
                  <a:gd name="connsiteY42" fmla="*/ 0 h 715393"/>
                  <a:gd name="connsiteX43" fmla="*/ 40005 w 40005"/>
                  <a:gd name="connsiteY43" fmla="*/ 20002 h 715393"/>
                  <a:gd name="connsiteX44" fmla="*/ 40005 w 40005"/>
                  <a:gd name="connsiteY44" fmla="*/ 20002 h 715393"/>
                  <a:gd name="connsiteX45" fmla="*/ 20002 w 40005"/>
                  <a:gd name="connsiteY45" fmla="*/ 40005 h 715393"/>
                  <a:gd name="connsiteX46" fmla="*/ 20002 w 40005"/>
                  <a:gd name="connsiteY46" fmla="*/ 40005 h 715393"/>
                  <a:gd name="connsiteX47" fmla="*/ 0 w 40005"/>
                  <a:gd name="connsiteY47" fmla="*/ 20002 h 715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005" h="715393">
                    <a:moveTo>
                      <a:pt x="0" y="695325"/>
                    </a:moveTo>
                    <a:cubicBezTo>
                      <a:pt x="0" y="683895"/>
                      <a:pt x="9525" y="675322"/>
                      <a:pt x="20002" y="675322"/>
                    </a:cubicBezTo>
                    <a:lnTo>
                      <a:pt x="20002" y="675322"/>
                    </a:lnTo>
                    <a:cubicBezTo>
                      <a:pt x="31432" y="675322"/>
                      <a:pt x="40005" y="684847"/>
                      <a:pt x="40005" y="695325"/>
                    </a:cubicBezTo>
                    <a:lnTo>
                      <a:pt x="40005" y="695325"/>
                    </a:lnTo>
                    <a:cubicBezTo>
                      <a:pt x="40005" y="706755"/>
                      <a:pt x="31432" y="715327"/>
                      <a:pt x="20002" y="715327"/>
                    </a:cubicBezTo>
                    <a:lnTo>
                      <a:pt x="20002" y="715327"/>
                    </a:lnTo>
                    <a:cubicBezTo>
                      <a:pt x="9525" y="716280"/>
                      <a:pt x="0" y="706755"/>
                      <a:pt x="0" y="695325"/>
                    </a:cubicBezTo>
                    <a:close/>
                    <a:moveTo>
                      <a:pt x="0" y="561022"/>
                    </a:moveTo>
                    <a:cubicBezTo>
                      <a:pt x="0" y="549592"/>
                      <a:pt x="9525" y="541020"/>
                      <a:pt x="20002" y="541020"/>
                    </a:cubicBezTo>
                    <a:lnTo>
                      <a:pt x="20002" y="541020"/>
                    </a:lnTo>
                    <a:cubicBezTo>
                      <a:pt x="31432" y="541020"/>
                      <a:pt x="40005" y="550545"/>
                      <a:pt x="40005" y="561022"/>
                    </a:cubicBezTo>
                    <a:lnTo>
                      <a:pt x="40005" y="561022"/>
                    </a:lnTo>
                    <a:cubicBezTo>
                      <a:pt x="40005" y="572452"/>
                      <a:pt x="31432" y="581025"/>
                      <a:pt x="20002" y="581025"/>
                    </a:cubicBezTo>
                    <a:lnTo>
                      <a:pt x="20002" y="581025"/>
                    </a:lnTo>
                    <a:cubicBezTo>
                      <a:pt x="9525" y="581025"/>
                      <a:pt x="0" y="572452"/>
                      <a:pt x="0" y="561022"/>
                    </a:cubicBezTo>
                    <a:close/>
                    <a:moveTo>
                      <a:pt x="0" y="425767"/>
                    </a:moveTo>
                    <a:cubicBezTo>
                      <a:pt x="0" y="414338"/>
                      <a:pt x="9525" y="405765"/>
                      <a:pt x="20002" y="405765"/>
                    </a:cubicBezTo>
                    <a:lnTo>
                      <a:pt x="20002" y="405765"/>
                    </a:lnTo>
                    <a:cubicBezTo>
                      <a:pt x="31432" y="405765"/>
                      <a:pt x="40005" y="415290"/>
                      <a:pt x="40005" y="425767"/>
                    </a:cubicBezTo>
                    <a:lnTo>
                      <a:pt x="40005" y="425767"/>
                    </a:lnTo>
                    <a:cubicBezTo>
                      <a:pt x="40005" y="437197"/>
                      <a:pt x="31432" y="445770"/>
                      <a:pt x="20002" y="445770"/>
                    </a:cubicBezTo>
                    <a:lnTo>
                      <a:pt x="20002" y="445770"/>
                    </a:lnTo>
                    <a:cubicBezTo>
                      <a:pt x="9525" y="445770"/>
                      <a:pt x="0" y="436245"/>
                      <a:pt x="0" y="425767"/>
                    </a:cubicBezTo>
                    <a:close/>
                    <a:moveTo>
                      <a:pt x="0" y="290513"/>
                    </a:moveTo>
                    <a:cubicBezTo>
                      <a:pt x="0" y="279082"/>
                      <a:pt x="9525" y="270510"/>
                      <a:pt x="20002" y="270510"/>
                    </a:cubicBezTo>
                    <a:lnTo>
                      <a:pt x="20002" y="270510"/>
                    </a:lnTo>
                    <a:cubicBezTo>
                      <a:pt x="31432" y="270510"/>
                      <a:pt x="40005" y="280035"/>
                      <a:pt x="40005" y="290513"/>
                    </a:cubicBezTo>
                    <a:lnTo>
                      <a:pt x="40005" y="290513"/>
                    </a:lnTo>
                    <a:cubicBezTo>
                      <a:pt x="40005" y="301942"/>
                      <a:pt x="31432" y="310515"/>
                      <a:pt x="20002" y="310515"/>
                    </a:cubicBezTo>
                    <a:lnTo>
                      <a:pt x="20002" y="310515"/>
                    </a:lnTo>
                    <a:cubicBezTo>
                      <a:pt x="9525" y="310515"/>
                      <a:pt x="0" y="301942"/>
                      <a:pt x="0" y="290513"/>
                    </a:cubicBezTo>
                    <a:close/>
                    <a:moveTo>
                      <a:pt x="0" y="155257"/>
                    </a:moveTo>
                    <a:cubicBezTo>
                      <a:pt x="0" y="143827"/>
                      <a:pt x="9525" y="135255"/>
                      <a:pt x="20002" y="135255"/>
                    </a:cubicBezTo>
                    <a:lnTo>
                      <a:pt x="20002" y="135255"/>
                    </a:lnTo>
                    <a:cubicBezTo>
                      <a:pt x="31432" y="135255"/>
                      <a:pt x="40005" y="144780"/>
                      <a:pt x="40005" y="155257"/>
                    </a:cubicBezTo>
                    <a:lnTo>
                      <a:pt x="40005" y="155257"/>
                    </a:lnTo>
                    <a:cubicBezTo>
                      <a:pt x="40005" y="166688"/>
                      <a:pt x="31432" y="175260"/>
                      <a:pt x="20002" y="175260"/>
                    </a:cubicBezTo>
                    <a:lnTo>
                      <a:pt x="20002" y="175260"/>
                    </a:lnTo>
                    <a:cubicBezTo>
                      <a:pt x="9525" y="176213"/>
                      <a:pt x="0" y="166688"/>
                      <a:pt x="0" y="155257"/>
                    </a:cubicBezTo>
                    <a:close/>
                    <a:moveTo>
                      <a:pt x="0" y="20002"/>
                    </a:moveTo>
                    <a:cubicBezTo>
                      <a:pt x="0" y="8572"/>
                      <a:pt x="9525" y="0"/>
                      <a:pt x="20002" y="0"/>
                    </a:cubicBezTo>
                    <a:lnTo>
                      <a:pt x="20002" y="0"/>
                    </a:lnTo>
                    <a:cubicBezTo>
                      <a:pt x="31432" y="0"/>
                      <a:pt x="40005" y="9525"/>
                      <a:pt x="40005" y="20002"/>
                    </a:cubicBezTo>
                    <a:lnTo>
                      <a:pt x="40005" y="20002"/>
                    </a:lnTo>
                    <a:cubicBezTo>
                      <a:pt x="40005" y="31432"/>
                      <a:pt x="31432" y="40005"/>
                      <a:pt x="20002" y="40005"/>
                    </a:cubicBezTo>
                    <a:lnTo>
                      <a:pt x="20002" y="40005"/>
                    </a:lnTo>
                    <a:cubicBezTo>
                      <a:pt x="9525" y="40957"/>
                      <a:pt x="0" y="31432"/>
                      <a:pt x="0" y="20002"/>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sp>
            <p:nvSpPr>
              <p:cNvPr id="107" name="Freeform 500">
                <a:extLst>
                  <a:ext uri="{FF2B5EF4-FFF2-40B4-BE49-F238E27FC236}">
                    <a16:creationId xmlns:a16="http://schemas.microsoft.com/office/drawing/2014/main" id="{004EAD51-6359-B042-9D27-6DCFA71254B0}"/>
                  </a:ext>
                </a:extLst>
              </p:cNvPr>
              <p:cNvSpPr/>
              <p:nvPr/>
            </p:nvSpPr>
            <p:spPr>
              <a:xfrm>
                <a:off x="7382509" y="5445442"/>
                <a:ext cx="40005" cy="715393"/>
              </a:xfrm>
              <a:custGeom>
                <a:avLst/>
                <a:gdLst>
                  <a:gd name="connsiteX0" fmla="*/ 0 w 40005"/>
                  <a:gd name="connsiteY0" fmla="*/ 695325 h 715393"/>
                  <a:gd name="connsiteX1" fmla="*/ 20003 w 40005"/>
                  <a:gd name="connsiteY1" fmla="*/ 675322 h 715393"/>
                  <a:gd name="connsiteX2" fmla="*/ 20003 w 40005"/>
                  <a:gd name="connsiteY2" fmla="*/ 675322 h 715393"/>
                  <a:gd name="connsiteX3" fmla="*/ 40005 w 40005"/>
                  <a:gd name="connsiteY3" fmla="*/ 695325 h 715393"/>
                  <a:gd name="connsiteX4" fmla="*/ 40005 w 40005"/>
                  <a:gd name="connsiteY4" fmla="*/ 695325 h 715393"/>
                  <a:gd name="connsiteX5" fmla="*/ 20003 w 40005"/>
                  <a:gd name="connsiteY5" fmla="*/ 715327 h 715393"/>
                  <a:gd name="connsiteX6" fmla="*/ 20003 w 40005"/>
                  <a:gd name="connsiteY6" fmla="*/ 715327 h 715393"/>
                  <a:gd name="connsiteX7" fmla="*/ 0 w 40005"/>
                  <a:gd name="connsiteY7" fmla="*/ 695325 h 715393"/>
                  <a:gd name="connsiteX8" fmla="*/ 0 w 40005"/>
                  <a:gd name="connsiteY8" fmla="*/ 561022 h 715393"/>
                  <a:gd name="connsiteX9" fmla="*/ 20003 w 40005"/>
                  <a:gd name="connsiteY9" fmla="*/ 541020 h 715393"/>
                  <a:gd name="connsiteX10" fmla="*/ 20003 w 40005"/>
                  <a:gd name="connsiteY10" fmla="*/ 541020 h 715393"/>
                  <a:gd name="connsiteX11" fmla="*/ 40005 w 40005"/>
                  <a:gd name="connsiteY11" fmla="*/ 561022 h 715393"/>
                  <a:gd name="connsiteX12" fmla="*/ 40005 w 40005"/>
                  <a:gd name="connsiteY12" fmla="*/ 561022 h 715393"/>
                  <a:gd name="connsiteX13" fmla="*/ 20003 w 40005"/>
                  <a:gd name="connsiteY13" fmla="*/ 581025 h 715393"/>
                  <a:gd name="connsiteX14" fmla="*/ 20003 w 40005"/>
                  <a:gd name="connsiteY14" fmla="*/ 581025 h 715393"/>
                  <a:gd name="connsiteX15" fmla="*/ 0 w 40005"/>
                  <a:gd name="connsiteY15" fmla="*/ 561022 h 715393"/>
                  <a:gd name="connsiteX16" fmla="*/ 0 w 40005"/>
                  <a:gd name="connsiteY16" fmla="*/ 425767 h 715393"/>
                  <a:gd name="connsiteX17" fmla="*/ 20003 w 40005"/>
                  <a:gd name="connsiteY17" fmla="*/ 405765 h 715393"/>
                  <a:gd name="connsiteX18" fmla="*/ 20003 w 40005"/>
                  <a:gd name="connsiteY18" fmla="*/ 405765 h 715393"/>
                  <a:gd name="connsiteX19" fmla="*/ 40005 w 40005"/>
                  <a:gd name="connsiteY19" fmla="*/ 425767 h 715393"/>
                  <a:gd name="connsiteX20" fmla="*/ 40005 w 40005"/>
                  <a:gd name="connsiteY20" fmla="*/ 425767 h 715393"/>
                  <a:gd name="connsiteX21" fmla="*/ 20003 w 40005"/>
                  <a:gd name="connsiteY21" fmla="*/ 445770 h 715393"/>
                  <a:gd name="connsiteX22" fmla="*/ 20003 w 40005"/>
                  <a:gd name="connsiteY22" fmla="*/ 445770 h 715393"/>
                  <a:gd name="connsiteX23" fmla="*/ 0 w 40005"/>
                  <a:gd name="connsiteY23" fmla="*/ 425767 h 715393"/>
                  <a:gd name="connsiteX24" fmla="*/ 0 w 40005"/>
                  <a:gd name="connsiteY24" fmla="*/ 290513 h 715393"/>
                  <a:gd name="connsiteX25" fmla="*/ 20003 w 40005"/>
                  <a:gd name="connsiteY25" fmla="*/ 270510 h 715393"/>
                  <a:gd name="connsiteX26" fmla="*/ 20003 w 40005"/>
                  <a:gd name="connsiteY26" fmla="*/ 270510 h 715393"/>
                  <a:gd name="connsiteX27" fmla="*/ 40005 w 40005"/>
                  <a:gd name="connsiteY27" fmla="*/ 290513 h 715393"/>
                  <a:gd name="connsiteX28" fmla="*/ 40005 w 40005"/>
                  <a:gd name="connsiteY28" fmla="*/ 290513 h 715393"/>
                  <a:gd name="connsiteX29" fmla="*/ 20003 w 40005"/>
                  <a:gd name="connsiteY29" fmla="*/ 310515 h 715393"/>
                  <a:gd name="connsiteX30" fmla="*/ 20003 w 40005"/>
                  <a:gd name="connsiteY30" fmla="*/ 310515 h 715393"/>
                  <a:gd name="connsiteX31" fmla="*/ 0 w 40005"/>
                  <a:gd name="connsiteY31" fmla="*/ 290513 h 715393"/>
                  <a:gd name="connsiteX32" fmla="*/ 0 w 40005"/>
                  <a:gd name="connsiteY32" fmla="*/ 155257 h 715393"/>
                  <a:gd name="connsiteX33" fmla="*/ 20003 w 40005"/>
                  <a:gd name="connsiteY33" fmla="*/ 135255 h 715393"/>
                  <a:gd name="connsiteX34" fmla="*/ 20003 w 40005"/>
                  <a:gd name="connsiteY34" fmla="*/ 135255 h 715393"/>
                  <a:gd name="connsiteX35" fmla="*/ 40005 w 40005"/>
                  <a:gd name="connsiteY35" fmla="*/ 155257 h 715393"/>
                  <a:gd name="connsiteX36" fmla="*/ 40005 w 40005"/>
                  <a:gd name="connsiteY36" fmla="*/ 155257 h 715393"/>
                  <a:gd name="connsiteX37" fmla="*/ 20003 w 40005"/>
                  <a:gd name="connsiteY37" fmla="*/ 175260 h 715393"/>
                  <a:gd name="connsiteX38" fmla="*/ 20003 w 40005"/>
                  <a:gd name="connsiteY38" fmla="*/ 175260 h 715393"/>
                  <a:gd name="connsiteX39" fmla="*/ 0 w 40005"/>
                  <a:gd name="connsiteY39" fmla="*/ 155257 h 715393"/>
                  <a:gd name="connsiteX40" fmla="*/ 0 w 40005"/>
                  <a:gd name="connsiteY40" fmla="*/ 20002 h 715393"/>
                  <a:gd name="connsiteX41" fmla="*/ 20003 w 40005"/>
                  <a:gd name="connsiteY41" fmla="*/ 0 h 715393"/>
                  <a:gd name="connsiteX42" fmla="*/ 20003 w 40005"/>
                  <a:gd name="connsiteY42" fmla="*/ 0 h 715393"/>
                  <a:gd name="connsiteX43" fmla="*/ 40005 w 40005"/>
                  <a:gd name="connsiteY43" fmla="*/ 20002 h 715393"/>
                  <a:gd name="connsiteX44" fmla="*/ 40005 w 40005"/>
                  <a:gd name="connsiteY44" fmla="*/ 20002 h 715393"/>
                  <a:gd name="connsiteX45" fmla="*/ 20003 w 40005"/>
                  <a:gd name="connsiteY45" fmla="*/ 40005 h 715393"/>
                  <a:gd name="connsiteX46" fmla="*/ 20003 w 40005"/>
                  <a:gd name="connsiteY46" fmla="*/ 40005 h 715393"/>
                  <a:gd name="connsiteX47" fmla="*/ 0 w 40005"/>
                  <a:gd name="connsiteY47" fmla="*/ 20002 h 715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0005" h="715393">
                    <a:moveTo>
                      <a:pt x="0" y="695325"/>
                    </a:moveTo>
                    <a:cubicBezTo>
                      <a:pt x="0" y="683895"/>
                      <a:pt x="9525" y="675322"/>
                      <a:pt x="20003" y="675322"/>
                    </a:cubicBezTo>
                    <a:lnTo>
                      <a:pt x="20003" y="675322"/>
                    </a:lnTo>
                    <a:cubicBezTo>
                      <a:pt x="31433" y="675322"/>
                      <a:pt x="40005" y="684847"/>
                      <a:pt x="40005" y="695325"/>
                    </a:cubicBezTo>
                    <a:lnTo>
                      <a:pt x="40005" y="695325"/>
                    </a:lnTo>
                    <a:cubicBezTo>
                      <a:pt x="40005" y="706755"/>
                      <a:pt x="31433" y="715327"/>
                      <a:pt x="20003" y="715327"/>
                    </a:cubicBezTo>
                    <a:lnTo>
                      <a:pt x="20003" y="715327"/>
                    </a:lnTo>
                    <a:cubicBezTo>
                      <a:pt x="9525" y="716280"/>
                      <a:pt x="0" y="706755"/>
                      <a:pt x="0" y="695325"/>
                    </a:cubicBezTo>
                    <a:close/>
                    <a:moveTo>
                      <a:pt x="0" y="561022"/>
                    </a:moveTo>
                    <a:cubicBezTo>
                      <a:pt x="0" y="549592"/>
                      <a:pt x="9525" y="541020"/>
                      <a:pt x="20003" y="541020"/>
                    </a:cubicBezTo>
                    <a:lnTo>
                      <a:pt x="20003" y="541020"/>
                    </a:lnTo>
                    <a:cubicBezTo>
                      <a:pt x="31433" y="541020"/>
                      <a:pt x="40005" y="550545"/>
                      <a:pt x="40005" y="561022"/>
                    </a:cubicBezTo>
                    <a:lnTo>
                      <a:pt x="40005" y="561022"/>
                    </a:lnTo>
                    <a:cubicBezTo>
                      <a:pt x="40005" y="572452"/>
                      <a:pt x="31433" y="581025"/>
                      <a:pt x="20003" y="581025"/>
                    </a:cubicBezTo>
                    <a:lnTo>
                      <a:pt x="20003" y="581025"/>
                    </a:lnTo>
                    <a:cubicBezTo>
                      <a:pt x="9525" y="581025"/>
                      <a:pt x="0" y="571500"/>
                      <a:pt x="0" y="561022"/>
                    </a:cubicBezTo>
                    <a:close/>
                    <a:moveTo>
                      <a:pt x="0" y="425767"/>
                    </a:moveTo>
                    <a:cubicBezTo>
                      <a:pt x="0" y="414338"/>
                      <a:pt x="9525" y="405765"/>
                      <a:pt x="20003" y="405765"/>
                    </a:cubicBezTo>
                    <a:lnTo>
                      <a:pt x="20003" y="405765"/>
                    </a:lnTo>
                    <a:cubicBezTo>
                      <a:pt x="31433" y="405765"/>
                      <a:pt x="40005" y="415290"/>
                      <a:pt x="40005" y="425767"/>
                    </a:cubicBezTo>
                    <a:lnTo>
                      <a:pt x="40005" y="425767"/>
                    </a:lnTo>
                    <a:cubicBezTo>
                      <a:pt x="40005" y="437197"/>
                      <a:pt x="31433" y="445770"/>
                      <a:pt x="20003" y="445770"/>
                    </a:cubicBezTo>
                    <a:lnTo>
                      <a:pt x="20003" y="445770"/>
                    </a:lnTo>
                    <a:cubicBezTo>
                      <a:pt x="9525" y="445770"/>
                      <a:pt x="0" y="436245"/>
                      <a:pt x="0" y="425767"/>
                    </a:cubicBezTo>
                    <a:close/>
                    <a:moveTo>
                      <a:pt x="0" y="290513"/>
                    </a:moveTo>
                    <a:cubicBezTo>
                      <a:pt x="0" y="279082"/>
                      <a:pt x="9525" y="270510"/>
                      <a:pt x="20003" y="270510"/>
                    </a:cubicBezTo>
                    <a:lnTo>
                      <a:pt x="20003" y="270510"/>
                    </a:lnTo>
                    <a:cubicBezTo>
                      <a:pt x="31433" y="270510"/>
                      <a:pt x="40005" y="280035"/>
                      <a:pt x="40005" y="290513"/>
                    </a:cubicBezTo>
                    <a:lnTo>
                      <a:pt x="40005" y="290513"/>
                    </a:lnTo>
                    <a:cubicBezTo>
                      <a:pt x="40005" y="301942"/>
                      <a:pt x="31433" y="310515"/>
                      <a:pt x="20003" y="310515"/>
                    </a:cubicBezTo>
                    <a:lnTo>
                      <a:pt x="20003" y="310515"/>
                    </a:lnTo>
                    <a:cubicBezTo>
                      <a:pt x="9525" y="310515"/>
                      <a:pt x="0" y="301942"/>
                      <a:pt x="0" y="290513"/>
                    </a:cubicBezTo>
                    <a:close/>
                    <a:moveTo>
                      <a:pt x="0" y="155257"/>
                    </a:moveTo>
                    <a:cubicBezTo>
                      <a:pt x="0" y="143827"/>
                      <a:pt x="9525" y="135255"/>
                      <a:pt x="20003" y="135255"/>
                    </a:cubicBezTo>
                    <a:lnTo>
                      <a:pt x="20003" y="135255"/>
                    </a:lnTo>
                    <a:cubicBezTo>
                      <a:pt x="31433" y="135255"/>
                      <a:pt x="40005" y="144780"/>
                      <a:pt x="40005" y="155257"/>
                    </a:cubicBezTo>
                    <a:lnTo>
                      <a:pt x="40005" y="155257"/>
                    </a:lnTo>
                    <a:cubicBezTo>
                      <a:pt x="40005" y="166688"/>
                      <a:pt x="31433" y="175260"/>
                      <a:pt x="20003" y="175260"/>
                    </a:cubicBezTo>
                    <a:lnTo>
                      <a:pt x="20003" y="175260"/>
                    </a:lnTo>
                    <a:cubicBezTo>
                      <a:pt x="9525" y="176213"/>
                      <a:pt x="0" y="166688"/>
                      <a:pt x="0" y="155257"/>
                    </a:cubicBezTo>
                    <a:close/>
                    <a:moveTo>
                      <a:pt x="0" y="20002"/>
                    </a:moveTo>
                    <a:cubicBezTo>
                      <a:pt x="0" y="8572"/>
                      <a:pt x="9525" y="0"/>
                      <a:pt x="20003" y="0"/>
                    </a:cubicBezTo>
                    <a:lnTo>
                      <a:pt x="20003" y="0"/>
                    </a:lnTo>
                    <a:cubicBezTo>
                      <a:pt x="31433" y="0"/>
                      <a:pt x="40005" y="9525"/>
                      <a:pt x="40005" y="20002"/>
                    </a:cubicBezTo>
                    <a:lnTo>
                      <a:pt x="40005" y="20002"/>
                    </a:lnTo>
                    <a:cubicBezTo>
                      <a:pt x="40005" y="31432"/>
                      <a:pt x="31433" y="40005"/>
                      <a:pt x="20003" y="40005"/>
                    </a:cubicBezTo>
                    <a:lnTo>
                      <a:pt x="20003" y="40005"/>
                    </a:lnTo>
                    <a:cubicBezTo>
                      <a:pt x="9525" y="40957"/>
                      <a:pt x="0" y="31432"/>
                      <a:pt x="0" y="20002"/>
                    </a:cubicBezTo>
                    <a:close/>
                  </a:path>
                </a:pathLst>
              </a:custGeom>
              <a:solidFill>
                <a:srgbClr val="808080"/>
              </a:solidFill>
              <a:ln w="9525" cap="flat">
                <a:noFill/>
                <a:prstDash val="solid"/>
                <a:miter/>
              </a:ln>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RS"/>
              </a:p>
            </p:txBody>
          </p:sp>
        </p:grpSp>
        <p:sp>
          <p:nvSpPr>
            <p:cNvPr id="60" name="Freeform 2125">
              <a:extLst>
                <a:ext uri="{FF2B5EF4-FFF2-40B4-BE49-F238E27FC236}">
                  <a16:creationId xmlns:a16="http://schemas.microsoft.com/office/drawing/2014/main" id="{6F5C16E5-188B-1945-B5EE-A49B8888D5C7}"/>
                </a:ext>
              </a:extLst>
            </p:cNvPr>
            <p:cNvSpPr/>
            <p:nvPr/>
          </p:nvSpPr>
          <p:spPr>
            <a:xfrm rot="17001320">
              <a:off x="1150444" y="4748256"/>
              <a:ext cx="2791089" cy="2791090"/>
            </a:xfrm>
            <a:custGeom>
              <a:avLst/>
              <a:gdLst>
                <a:gd name="connsiteX0" fmla="*/ 2251811 w 2251811"/>
                <a:gd name="connsiteY0" fmla="*/ 1125906 h 2251811"/>
                <a:gd name="connsiteX1" fmla="*/ 1125906 w 2251811"/>
                <a:gd name="connsiteY1" fmla="*/ 2251812 h 2251811"/>
                <a:gd name="connsiteX2" fmla="*/ 0 w 2251811"/>
                <a:gd name="connsiteY2" fmla="*/ 1125906 h 2251811"/>
                <a:gd name="connsiteX3" fmla="*/ 1125906 w 2251811"/>
                <a:gd name="connsiteY3" fmla="*/ 0 h 2251811"/>
                <a:gd name="connsiteX4" fmla="*/ 2251811 w 2251811"/>
                <a:gd name="connsiteY4" fmla="*/ 1125906 h 2251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1811" h="2251811">
                  <a:moveTo>
                    <a:pt x="2251811" y="1125906"/>
                  </a:moveTo>
                  <a:cubicBezTo>
                    <a:pt x="2251811" y="1747726"/>
                    <a:pt x="1747726" y="2251812"/>
                    <a:pt x="1125906" y="2251812"/>
                  </a:cubicBezTo>
                  <a:cubicBezTo>
                    <a:pt x="504085" y="2251812"/>
                    <a:pt x="0" y="1747727"/>
                    <a:pt x="0" y="1125906"/>
                  </a:cubicBezTo>
                  <a:cubicBezTo>
                    <a:pt x="0" y="504085"/>
                    <a:pt x="504085" y="0"/>
                    <a:pt x="1125906" y="0"/>
                  </a:cubicBezTo>
                  <a:cubicBezTo>
                    <a:pt x="1747726" y="0"/>
                    <a:pt x="2251811" y="504085"/>
                    <a:pt x="2251811" y="1125906"/>
                  </a:cubicBezTo>
                  <a:close/>
                </a:path>
              </a:pathLst>
            </a:custGeom>
            <a:ln/>
          </p:spPr>
          <p:style>
            <a:lnRef idx="0">
              <a:schemeClr val="accent1"/>
            </a:lnRef>
            <a:fillRef idx="3">
              <a:schemeClr val="accent1"/>
            </a:fillRef>
            <a:effectRef idx="3">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62" name="Freeform 2127">
              <a:extLst>
                <a:ext uri="{FF2B5EF4-FFF2-40B4-BE49-F238E27FC236}">
                  <a16:creationId xmlns:a16="http://schemas.microsoft.com/office/drawing/2014/main" id="{64AB8484-927B-5341-BF14-562FDFF854FF}"/>
                </a:ext>
              </a:extLst>
            </p:cNvPr>
            <p:cNvSpPr/>
            <p:nvPr/>
          </p:nvSpPr>
          <p:spPr>
            <a:xfrm rot="18900000">
              <a:off x="4987626" y="4748995"/>
              <a:ext cx="2790937" cy="2790936"/>
            </a:xfrm>
            <a:custGeom>
              <a:avLst/>
              <a:gdLst>
                <a:gd name="connsiteX0" fmla="*/ 2251689 w 2251688"/>
                <a:gd name="connsiteY0" fmla="*/ 1125844 h 2251688"/>
                <a:gd name="connsiteX1" fmla="*/ 1125844 w 2251688"/>
                <a:gd name="connsiteY1" fmla="*/ 2251689 h 2251688"/>
                <a:gd name="connsiteX2" fmla="*/ 0 w 2251688"/>
                <a:gd name="connsiteY2" fmla="*/ 1125844 h 2251688"/>
                <a:gd name="connsiteX3" fmla="*/ 1125844 w 2251688"/>
                <a:gd name="connsiteY3" fmla="*/ 0 h 2251688"/>
                <a:gd name="connsiteX4" fmla="*/ 2251689 w 2251688"/>
                <a:gd name="connsiteY4" fmla="*/ 1125844 h 225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1688" h="2251688">
                  <a:moveTo>
                    <a:pt x="2251689" y="1125844"/>
                  </a:moveTo>
                  <a:cubicBezTo>
                    <a:pt x="2251689" y="1747631"/>
                    <a:pt x="1747631" y="2251689"/>
                    <a:pt x="1125844" y="2251689"/>
                  </a:cubicBezTo>
                  <a:cubicBezTo>
                    <a:pt x="504058" y="2251689"/>
                    <a:pt x="0" y="1747631"/>
                    <a:pt x="0" y="1125844"/>
                  </a:cubicBezTo>
                  <a:cubicBezTo>
                    <a:pt x="0" y="504058"/>
                    <a:pt x="504058" y="0"/>
                    <a:pt x="1125844" y="0"/>
                  </a:cubicBezTo>
                  <a:cubicBezTo>
                    <a:pt x="1747631" y="0"/>
                    <a:pt x="2251689" y="504058"/>
                    <a:pt x="2251689" y="1125844"/>
                  </a:cubicBezTo>
                  <a:close/>
                </a:path>
              </a:pathLst>
            </a:custGeom>
            <a:ln/>
          </p:spPr>
          <p:style>
            <a:lnRef idx="0">
              <a:schemeClr val="accent2"/>
            </a:lnRef>
            <a:fillRef idx="3">
              <a:schemeClr val="accent2"/>
            </a:fillRef>
            <a:effectRef idx="3">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64" name="Freeform 2129">
              <a:extLst>
                <a:ext uri="{FF2B5EF4-FFF2-40B4-BE49-F238E27FC236}">
                  <a16:creationId xmlns:a16="http://schemas.microsoft.com/office/drawing/2014/main" id="{07DF6CB2-DF3F-7D41-84A0-36B13A340C62}"/>
                </a:ext>
              </a:extLst>
            </p:cNvPr>
            <p:cNvSpPr/>
            <p:nvPr/>
          </p:nvSpPr>
          <p:spPr>
            <a:xfrm rot="20260763">
              <a:off x="8825880" y="4749306"/>
              <a:ext cx="2791044" cy="2791044"/>
            </a:xfrm>
            <a:custGeom>
              <a:avLst/>
              <a:gdLst>
                <a:gd name="connsiteX0" fmla="*/ 2251775 w 2251775"/>
                <a:gd name="connsiteY0" fmla="*/ 1125888 h 2251775"/>
                <a:gd name="connsiteX1" fmla="*/ 1125888 w 2251775"/>
                <a:gd name="connsiteY1" fmla="*/ 2251776 h 2251775"/>
                <a:gd name="connsiteX2" fmla="*/ 0 w 2251775"/>
                <a:gd name="connsiteY2" fmla="*/ 1125888 h 2251775"/>
                <a:gd name="connsiteX3" fmla="*/ 1125888 w 2251775"/>
                <a:gd name="connsiteY3" fmla="*/ 0 h 2251775"/>
                <a:gd name="connsiteX4" fmla="*/ 2251775 w 2251775"/>
                <a:gd name="connsiteY4" fmla="*/ 1125888 h 2251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1775" h="2251775">
                  <a:moveTo>
                    <a:pt x="2251775" y="1125888"/>
                  </a:moveTo>
                  <a:cubicBezTo>
                    <a:pt x="2251775" y="1747698"/>
                    <a:pt x="1747698" y="2251776"/>
                    <a:pt x="1125888" y="2251776"/>
                  </a:cubicBezTo>
                  <a:cubicBezTo>
                    <a:pt x="504077" y="2251776"/>
                    <a:pt x="0" y="1747699"/>
                    <a:pt x="0" y="1125888"/>
                  </a:cubicBezTo>
                  <a:cubicBezTo>
                    <a:pt x="0" y="504077"/>
                    <a:pt x="504077" y="0"/>
                    <a:pt x="1125888" y="0"/>
                  </a:cubicBezTo>
                  <a:cubicBezTo>
                    <a:pt x="1747698" y="0"/>
                    <a:pt x="2251775" y="504077"/>
                    <a:pt x="2251775" y="1125888"/>
                  </a:cubicBezTo>
                  <a:close/>
                </a:path>
              </a:pathLst>
            </a:custGeom>
            <a:ln/>
          </p:spPr>
          <p:style>
            <a:lnRef idx="0">
              <a:schemeClr val="accent3"/>
            </a:lnRef>
            <a:fillRef idx="3">
              <a:schemeClr val="accent3"/>
            </a:fillRef>
            <a:effectRef idx="3">
              <a:schemeClr val="accent3"/>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66" name="Freeform 2131">
              <a:extLst>
                <a:ext uri="{FF2B5EF4-FFF2-40B4-BE49-F238E27FC236}">
                  <a16:creationId xmlns:a16="http://schemas.microsoft.com/office/drawing/2014/main" id="{4AF4C5C0-11F1-154E-872D-B7FDD2773C66}"/>
                </a:ext>
              </a:extLst>
            </p:cNvPr>
            <p:cNvSpPr/>
            <p:nvPr/>
          </p:nvSpPr>
          <p:spPr>
            <a:xfrm rot="17001320">
              <a:off x="12664647" y="4748457"/>
              <a:ext cx="2791089" cy="2791090"/>
            </a:xfrm>
            <a:custGeom>
              <a:avLst/>
              <a:gdLst>
                <a:gd name="connsiteX0" fmla="*/ 2251812 w 2251811"/>
                <a:gd name="connsiteY0" fmla="*/ 1125906 h 2251811"/>
                <a:gd name="connsiteX1" fmla="*/ 1125906 w 2251811"/>
                <a:gd name="connsiteY1" fmla="*/ 2251812 h 2251811"/>
                <a:gd name="connsiteX2" fmla="*/ 1 w 2251811"/>
                <a:gd name="connsiteY2" fmla="*/ 1125906 h 2251811"/>
                <a:gd name="connsiteX3" fmla="*/ 1125906 w 2251811"/>
                <a:gd name="connsiteY3" fmla="*/ 0 h 2251811"/>
                <a:gd name="connsiteX4" fmla="*/ 2251812 w 2251811"/>
                <a:gd name="connsiteY4" fmla="*/ 1125906 h 22518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1811" h="2251811">
                  <a:moveTo>
                    <a:pt x="2251812" y="1125906"/>
                  </a:moveTo>
                  <a:cubicBezTo>
                    <a:pt x="2251812" y="1747726"/>
                    <a:pt x="1747727" y="2251812"/>
                    <a:pt x="1125906" y="2251812"/>
                  </a:cubicBezTo>
                  <a:cubicBezTo>
                    <a:pt x="504086" y="2251812"/>
                    <a:pt x="1" y="1747727"/>
                    <a:pt x="1" y="1125906"/>
                  </a:cubicBezTo>
                  <a:cubicBezTo>
                    <a:pt x="1" y="504085"/>
                    <a:pt x="504086" y="0"/>
                    <a:pt x="1125906" y="0"/>
                  </a:cubicBezTo>
                  <a:cubicBezTo>
                    <a:pt x="1747727" y="0"/>
                    <a:pt x="2251812" y="504085"/>
                    <a:pt x="2251812" y="1125906"/>
                  </a:cubicBezTo>
                  <a:close/>
                </a:path>
              </a:pathLst>
            </a:custGeom>
            <a:ln/>
          </p:spPr>
          <p:style>
            <a:lnRef idx="0">
              <a:schemeClr val="accent4"/>
            </a:lnRef>
            <a:fillRef idx="3">
              <a:schemeClr val="accent4"/>
            </a:fillRef>
            <a:effectRef idx="3">
              <a:schemeClr val="accent4"/>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dirty="0"/>
            </a:p>
          </p:txBody>
        </p:sp>
        <p:sp>
          <p:nvSpPr>
            <p:cNvPr id="68" name="Freeform 2133">
              <a:extLst>
                <a:ext uri="{FF2B5EF4-FFF2-40B4-BE49-F238E27FC236}">
                  <a16:creationId xmlns:a16="http://schemas.microsoft.com/office/drawing/2014/main" id="{A5F8C647-F9FA-6443-B5B5-F28DD619CC0F}"/>
                </a:ext>
              </a:extLst>
            </p:cNvPr>
            <p:cNvSpPr/>
            <p:nvPr/>
          </p:nvSpPr>
          <p:spPr>
            <a:xfrm rot="18900000">
              <a:off x="16501893" y="4748706"/>
              <a:ext cx="2790937" cy="2790936"/>
            </a:xfrm>
            <a:custGeom>
              <a:avLst/>
              <a:gdLst>
                <a:gd name="connsiteX0" fmla="*/ 2251689 w 2251688"/>
                <a:gd name="connsiteY0" fmla="*/ 1125844 h 2251688"/>
                <a:gd name="connsiteX1" fmla="*/ 1125845 w 2251688"/>
                <a:gd name="connsiteY1" fmla="*/ 2251689 h 2251688"/>
                <a:gd name="connsiteX2" fmla="*/ 1 w 2251688"/>
                <a:gd name="connsiteY2" fmla="*/ 1125844 h 2251688"/>
                <a:gd name="connsiteX3" fmla="*/ 1125845 w 2251688"/>
                <a:gd name="connsiteY3" fmla="*/ 0 h 2251688"/>
                <a:gd name="connsiteX4" fmla="*/ 2251689 w 2251688"/>
                <a:gd name="connsiteY4" fmla="*/ 1125844 h 225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1688" h="2251688">
                  <a:moveTo>
                    <a:pt x="2251689" y="1125844"/>
                  </a:moveTo>
                  <a:cubicBezTo>
                    <a:pt x="2251689" y="1747631"/>
                    <a:pt x="1747631" y="2251689"/>
                    <a:pt x="1125845" y="2251689"/>
                  </a:cubicBezTo>
                  <a:cubicBezTo>
                    <a:pt x="504058" y="2251689"/>
                    <a:pt x="1" y="1747631"/>
                    <a:pt x="1" y="1125844"/>
                  </a:cubicBezTo>
                  <a:cubicBezTo>
                    <a:pt x="1" y="504058"/>
                    <a:pt x="504058" y="0"/>
                    <a:pt x="1125845" y="0"/>
                  </a:cubicBezTo>
                  <a:cubicBezTo>
                    <a:pt x="1747631" y="0"/>
                    <a:pt x="2251689" y="504058"/>
                    <a:pt x="2251689" y="1125844"/>
                  </a:cubicBezTo>
                  <a:close/>
                </a:path>
              </a:pathLst>
            </a:custGeom>
            <a:ln/>
          </p:spPr>
          <p:style>
            <a:lnRef idx="0">
              <a:schemeClr val="accent5"/>
            </a:lnRef>
            <a:fillRef idx="3">
              <a:schemeClr val="accent5"/>
            </a:fillRef>
            <a:effectRef idx="3">
              <a:schemeClr val="accent5"/>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70" name="Freeform 2135">
              <a:extLst>
                <a:ext uri="{FF2B5EF4-FFF2-40B4-BE49-F238E27FC236}">
                  <a16:creationId xmlns:a16="http://schemas.microsoft.com/office/drawing/2014/main" id="{23216E67-076A-F04E-8C6C-2FC6C3005DBC}"/>
                </a:ext>
              </a:extLst>
            </p:cNvPr>
            <p:cNvSpPr/>
            <p:nvPr/>
          </p:nvSpPr>
          <p:spPr>
            <a:xfrm rot="18900000">
              <a:off x="20339984" y="4748614"/>
              <a:ext cx="2790937" cy="2790936"/>
            </a:xfrm>
            <a:custGeom>
              <a:avLst/>
              <a:gdLst>
                <a:gd name="connsiteX0" fmla="*/ 2251688 w 2251688"/>
                <a:gd name="connsiteY0" fmla="*/ 1125844 h 2251688"/>
                <a:gd name="connsiteX1" fmla="*/ 1125844 w 2251688"/>
                <a:gd name="connsiteY1" fmla="*/ 2251689 h 2251688"/>
                <a:gd name="connsiteX2" fmla="*/ 1 w 2251688"/>
                <a:gd name="connsiteY2" fmla="*/ 1125844 h 2251688"/>
                <a:gd name="connsiteX3" fmla="*/ 1125844 w 2251688"/>
                <a:gd name="connsiteY3" fmla="*/ 0 h 2251688"/>
                <a:gd name="connsiteX4" fmla="*/ 2251688 w 2251688"/>
                <a:gd name="connsiteY4" fmla="*/ 1125844 h 225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1688" h="2251688">
                  <a:moveTo>
                    <a:pt x="2251688" y="1125844"/>
                  </a:moveTo>
                  <a:cubicBezTo>
                    <a:pt x="2251688" y="1747631"/>
                    <a:pt x="1747631" y="2251689"/>
                    <a:pt x="1125844" y="2251689"/>
                  </a:cubicBezTo>
                  <a:cubicBezTo>
                    <a:pt x="504058" y="2251689"/>
                    <a:pt x="1" y="1747631"/>
                    <a:pt x="1" y="1125844"/>
                  </a:cubicBezTo>
                  <a:cubicBezTo>
                    <a:pt x="1" y="504058"/>
                    <a:pt x="504058" y="0"/>
                    <a:pt x="1125844" y="0"/>
                  </a:cubicBezTo>
                  <a:cubicBezTo>
                    <a:pt x="1747631" y="0"/>
                    <a:pt x="2251688" y="504058"/>
                    <a:pt x="2251688" y="1125844"/>
                  </a:cubicBezTo>
                  <a:close/>
                </a:path>
              </a:pathLst>
            </a:custGeom>
            <a:ln/>
          </p:spPr>
          <p:style>
            <a:lnRef idx="0">
              <a:schemeClr val="accent6"/>
            </a:lnRef>
            <a:fillRef idx="3">
              <a:schemeClr val="accent6"/>
            </a:fillRef>
            <a:effectRef idx="3">
              <a:schemeClr val="accent6"/>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RS"/>
            </a:p>
          </p:txBody>
        </p:sp>
        <p:sp>
          <p:nvSpPr>
            <p:cNvPr id="93" name="Oval 92">
              <a:extLst>
                <a:ext uri="{FF2B5EF4-FFF2-40B4-BE49-F238E27FC236}">
                  <a16:creationId xmlns:a16="http://schemas.microsoft.com/office/drawing/2014/main" id="{37C728F7-1A01-FA42-AA56-0F137E654D23}"/>
                </a:ext>
              </a:extLst>
            </p:cNvPr>
            <p:cNvSpPr>
              <a:spLocks noChangeArrowheads="1"/>
            </p:cNvSpPr>
            <p:nvPr/>
          </p:nvSpPr>
          <p:spPr bwMode="auto">
            <a:xfrm>
              <a:off x="1910015" y="5494650"/>
              <a:ext cx="1251921" cy="1246892"/>
            </a:xfrm>
            <a:prstGeom prst="ellipse">
              <a:avLst/>
            </a:prstGeom>
            <a:ln w="9525">
              <a:noFill/>
              <a:round/>
              <a:headEnd/>
              <a:tailEnd/>
            </a:ln>
          </p:spPr>
          <p:style>
            <a:lnRef idx="1">
              <a:schemeClr val="accent1"/>
            </a:lnRef>
            <a:fillRef idx="3">
              <a:schemeClr val="accent1"/>
            </a:fillRef>
            <a:effectRef idx="2">
              <a:schemeClr val="accent1"/>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90" name="Oval 89">
              <a:extLst>
                <a:ext uri="{FF2B5EF4-FFF2-40B4-BE49-F238E27FC236}">
                  <a16:creationId xmlns:a16="http://schemas.microsoft.com/office/drawing/2014/main" id="{891A7C71-A91B-A44B-A7DE-492FC6030ACB}"/>
                </a:ext>
              </a:extLst>
            </p:cNvPr>
            <p:cNvSpPr>
              <a:spLocks noChangeArrowheads="1"/>
            </p:cNvSpPr>
            <p:nvPr/>
          </p:nvSpPr>
          <p:spPr bwMode="auto">
            <a:xfrm>
              <a:off x="5728870" y="5524789"/>
              <a:ext cx="1246892" cy="1246892"/>
            </a:xfrm>
            <a:prstGeom prst="ellipse">
              <a:avLst/>
            </a:prstGeom>
            <a:ln w="9525">
              <a:noFill/>
              <a:round/>
              <a:headEnd/>
              <a:tailEnd/>
            </a:ln>
          </p:spPr>
          <p:style>
            <a:lnRef idx="1">
              <a:schemeClr val="accent2"/>
            </a:lnRef>
            <a:fillRef idx="3">
              <a:schemeClr val="accent2"/>
            </a:fillRef>
            <a:effectRef idx="2">
              <a:schemeClr val="accent2"/>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87" name="Oval 86">
              <a:extLst>
                <a:ext uri="{FF2B5EF4-FFF2-40B4-BE49-F238E27FC236}">
                  <a16:creationId xmlns:a16="http://schemas.microsoft.com/office/drawing/2014/main" id="{95FC2990-3D85-5E49-92D8-04ADDD29059D}"/>
                </a:ext>
              </a:extLst>
            </p:cNvPr>
            <p:cNvSpPr>
              <a:spLocks noChangeArrowheads="1"/>
            </p:cNvSpPr>
            <p:nvPr/>
          </p:nvSpPr>
          <p:spPr bwMode="auto">
            <a:xfrm>
              <a:off x="9601015" y="5524789"/>
              <a:ext cx="1246892" cy="1246892"/>
            </a:xfrm>
            <a:prstGeom prst="ellipse">
              <a:avLst/>
            </a:prstGeom>
            <a:ln w="9525">
              <a:noFill/>
              <a:round/>
              <a:headEnd/>
              <a:tailEnd/>
            </a:ln>
          </p:spPr>
          <p:style>
            <a:lnRef idx="1">
              <a:schemeClr val="accent3"/>
            </a:lnRef>
            <a:fillRef idx="3">
              <a:schemeClr val="accent3"/>
            </a:fillRef>
            <a:effectRef idx="2">
              <a:schemeClr val="accent3"/>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84" name="Oval 83">
              <a:extLst>
                <a:ext uri="{FF2B5EF4-FFF2-40B4-BE49-F238E27FC236}">
                  <a16:creationId xmlns:a16="http://schemas.microsoft.com/office/drawing/2014/main" id="{56AD7A2C-8E27-8D45-9887-FACA0A8EEF0E}"/>
                </a:ext>
              </a:extLst>
            </p:cNvPr>
            <p:cNvSpPr>
              <a:spLocks noChangeArrowheads="1"/>
            </p:cNvSpPr>
            <p:nvPr/>
          </p:nvSpPr>
          <p:spPr bwMode="auto">
            <a:xfrm>
              <a:off x="13418092" y="5524789"/>
              <a:ext cx="1251921" cy="1246892"/>
            </a:xfrm>
            <a:prstGeom prst="ellipse">
              <a:avLst/>
            </a:prstGeom>
            <a:ln w="9525">
              <a:noFill/>
              <a:round/>
              <a:headEnd/>
              <a:tailEnd/>
            </a:ln>
          </p:spPr>
          <p:style>
            <a:lnRef idx="1">
              <a:schemeClr val="accent4"/>
            </a:lnRef>
            <a:fillRef idx="3">
              <a:schemeClr val="accent4"/>
            </a:fillRef>
            <a:effectRef idx="2">
              <a:schemeClr val="accent4"/>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81" name="Oval 80">
              <a:extLst>
                <a:ext uri="{FF2B5EF4-FFF2-40B4-BE49-F238E27FC236}">
                  <a16:creationId xmlns:a16="http://schemas.microsoft.com/office/drawing/2014/main" id="{31B96A1A-EF20-CC45-BD0F-1B8FC7E9FAE4}"/>
                </a:ext>
              </a:extLst>
            </p:cNvPr>
            <p:cNvSpPr>
              <a:spLocks noChangeArrowheads="1"/>
            </p:cNvSpPr>
            <p:nvPr/>
          </p:nvSpPr>
          <p:spPr bwMode="auto">
            <a:xfrm>
              <a:off x="17233772" y="5524789"/>
              <a:ext cx="1251921" cy="1246892"/>
            </a:xfrm>
            <a:prstGeom prst="ellipse">
              <a:avLst/>
            </a:prstGeom>
            <a:ln w="9525">
              <a:noFill/>
              <a:round/>
              <a:headEnd/>
              <a:tailEnd/>
            </a:ln>
          </p:spPr>
          <p:style>
            <a:lnRef idx="1">
              <a:schemeClr val="accent5"/>
            </a:lnRef>
            <a:fillRef idx="3">
              <a:schemeClr val="accent5"/>
            </a:fillRef>
            <a:effectRef idx="2">
              <a:schemeClr val="accent5"/>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sp>
          <p:nvSpPr>
            <p:cNvPr id="78" name="Oval 77">
              <a:extLst>
                <a:ext uri="{FF2B5EF4-FFF2-40B4-BE49-F238E27FC236}">
                  <a16:creationId xmlns:a16="http://schemas.microsoft.com/office/drawing/2014/main" id="{BB6BBB75-3610-EA43-8CEC-279DF7E105FA}"/>
                </a:ext>
              </a:extLst>
            </p:cNvPr>
            <p:cNvSpPr>
              <a:spLocks noChangeArrowheads="1"/>
            </p:cNvSpPr>
            <p:nvPr/>
          </p:nvSpPr>
          <p:spPr bwMode="auto">
            <a:xfrm>
              <a:off x="21134508" y="5524789"/>
              <a:ext cx="1251921" cy="1246892"/>
            </a:xfrm>
            <a:prstGeom prst="ellipse">
              <a:avLst/>
            </a:prstGeom>
            <a:ln w="9525">
              <a:noFill/>
              <a:round/>
              <a:headEnd/>
              <a:tailEnd/>
            </a:ln>
          </p:spPr>
          <p:style>
            <a:lnRef idx="1">
              <a:schemeClr val="accent6"/>
            </a:lnRef>
            <a:fillRef idx="3">
              <a:schemeClr val="accent6"/>
            </a:fillRef>
            <a:effectRef idx="2">
              <a:schemeClr val="accent6"/>
            </a:effectRef>
            <a:fontRef idx="minor">
              <a:schemeClr val="lt1"/>
            </a:fontRef>
          </p:style>
          <p:txBody>
            <a:bodyPr vert="horz" wrap="square" lIns="182880" tIns="91440" rIns="182880" bIns="91440" numCol="1" anchor="t"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en-US" sz="3600"/>
            </a:p>
          </p:txBody>
        </p:sp>
      </p:grpSp>
      <p:sp>
        <p:nvSpPr>
          <p:cNvPr id="141" name="TextBox 2192">
            <a:extLst>
              <a:ext uri="{FF2B5EF4-FFF2-40B4-BE49-F238E27FC236}">
                <a16:creationId xmlns:a16="http://schemas.microsoft.com/office/drawing/2014/main" id="{116BEF23-CB19-2E48-B098-946D8CA0E424}"/>
              </a:ext>
            </a:extLst>
          </p:cNvPr>
          <p:cNvSpPr txBox="1"/>
          <p:nvPr/>
        </p:nvSpPr>
        <p:spPr>
          <a:xfrm>
            <a:off x="607886" y="3196779"/>
            <a:ext cx="2098754" cy="369332"/>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400" b="1" dirty="0">
                <a:solidFill>
                  <a:schemeClr val="bg1"/>
                </a:solidFill>
                <a:ea typeface="Roboto Black" panose="02000000000000000000" pitchFamily="2" charset="0"/>
              </a:rPr>
              <a:t>2021</a:t>
            </a:r>
          </a:p>
        </p:txBody>
      </p:sp>
      <p:sp>
        <p:nvSpPr>
          <p:cNvPr id="142" name="TextBox 2193">
            <a:extLst>
              <a:ext uri="{FF2B5EF4-FFF2-40B4-BE49-F238E27FC236}">
                <a16:creationId xmlns:a16="http://schemas.microsoft.com/office/drawing/2014/main" id="{7EFBE73B-F720-0247-BC2C-9D4874018470}"/>
              </a:ext>
            </a:extLst>
          </p:cNvPr>
          <p:cNvSpPr txBox="1"/>
          <p:nvPr/>
        </p:nvSpPr>
        <p:spPr>
          <a:xfrm>
            <a:off x="2385969" y="3193442"/>
            <a:ext cx="2098754" cy="369332"/>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400" b="1" dirty="0">
                <a:solidFill>
                  <a:schemeClr val="bg1"/>
                </a:solidFill>
                <a:ea typeface="Roboto Black" panose="02000000000000000000" pitchFamily="2" charset="0"/>
              </a:rPr>
              <a:t>2022</a:t>
            </a:r>
          </a:p>
        </p:txBody>
      </p:sp>
      <p:sp>
        <p:nvSpPr>
          <p:cNvPr id="143" name="TextBox 2194">
            <a:extLst>
              <a:ext uri="{FF2B5EF4-FFF2-40B4-BE49-F238E27FC236}">
                <a16:creationId xmlns:a16="http://schemas.microsoft.com/office/drawing/2014/main" id="{C5B061EE-3AD8-4B44-B401-1E5E1C256EDF}"/>
              </a:ext>
            </a:extLst>
          </p:cNvPr>
          <p:cNvSpPr txBox="1"/>
          <p:nvPr/>
        </p:nvSpPr>
        <p:spPr>
          <a:xfrm>
            <a:off x="4165422" y="3190105"/>
            <a:ext cx="2098754" cy="369332"/>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400" b="1" dirty="0">
                <a:solidFill>
                  <a:schemeClr val="bg1"/>
                </a:solidFill>
                <a:ea typeface="Roboto Black" panose="02000000000000000000" pitchFamily="2" charset="0"/>
              </a:rPr>
              <a:t>2023</a:t>
            </a:r>
          </a:p>
        </p:txBody>
      </p:sp>
      <p:sp>
        <p:nvSpPr>
          <p:cNvPr id="144" name="TextBox 2195">
            <a:extLst>
              <a:ext uri="{FF2B5EF4-FFF2-40B4-BE49-F238E27FC236}">
                <a16:creationId xmlns:a16="http://schemas.microsoft.com/office/drawing/2014/main" id="{DF5050D4-CBC3-9B46-9A0F-EA15DD7226F4}"/>
              </a:ext>
            </a:extLst>
          </p:cNvPr>
          <p:cNvSpPr txBox="1"/>
          <p:nvPr/>
        </p:nvSpPr>
        <p:spPr>
          <a:xfrm>
            <a:off x="5923823" y="3192271"/>
            <a:ext cx="2098754" cy="369332"/>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400" b="1" dirty="0">
                <a:solidFill>
                  <a:schemeClr val="bg1"/>
                </a:solidFill>
                <a:ea typeface="Roboto Black" panose="02000000000000000000" pitchFamily="2" charset="0"/>
              </a:rPr>
              <a:t>2024</a:t>
            </a:r>
          </a:p>
        </p:txBody>
      </p:sp>
      <p:sp>
        <p:nvSpPr>
          <p:cNvPr id="145" name="TextBox 2196">
            <a:extLst>
              <a:ext uri="{FF2B5EF4-FFF2-40B4-BE49-F238E27FC236}">
                <a16:creationId xmlns:a16="http://schemas.microsoft.com/office/drawing/2014/main" id="{F74018E6-7B42-DC41-AA5D-BB68B19D915E}"/>
              </a:ext>
            </a:extLst>
          </p:cNvPr>
          <p:cNvSpPr txBox="1"/>
          <p:nvPr/>
        </p:nvSpPr>
        <p:spPr>
          <a:xfrm>
            <a:off x="7706722" y="3193442"/>
            <a:ext cx="2098754" cy="369332"/>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400" b="1" dirty="0">
                <a:solidFill>
                  <a:schemeClr val="bg1"/>
                </a:solidFill>
                <a:ea typeface="Roboto Black" panose="02000000000000000000" pitchFamily="2" charset="0"/>
              </a:rPr>
              <a:t>2025</a:t>
            </a:r>
          </a:p>
        </p:txBody>
      </p:sp>
      <p:sp>
        <p:nvSpPr>
          <p:cNvPr id="146" name="TextBox 2197">
            <a:extLst>
              <a:ext uri="{FF2B5EF4-FFF2-40B4-BE49-F238E27FC236}">
                <a16:creationId xmlns:a16="http://schemas.microsoft.com/office/drawing/2014/main" id="{02F1279B-2EE5-3648-8DED-E9E0DFB9B9CE}"/>
              </a:ext>
            </a:extLst>
          </p:cNvPr>
          <p:cNvSpPr txBox="1"/>
          <p:nvPr/>
        </p:nvSpPr>
        <p:spPr>
          <a:xfrm>
            <a:off x="9477823" y="3194375"/>
            <a:ext cx="2098754" cy="369332"/>
          </a:xfrm>
          <a:prstGeom prst="rect">
            <a:avLst/>
          </a:prstGeom>
          <a:noFill/>
        </p:spPr>
        <p:txBody>
          <a:bodyPr wrap="square" lIns="0" tIns="0" rIns="0" bIns="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400" b="1" dirty="0">
                <a:solidFill>
                  <a:schemeClr val="bg1"/>
                </a:solidFill>
                <a:ea typeface="Roboto Black" panose="02000000000000000000" pitchFamily="2" charset="0"/>
              </a:rPr>
              <a:t>2026</a:t>
            </a:r>
          </a:p>
        </p:txBody>
      </p:sp>
      <p:sp>
        <p:nvSpPr>
          <p:cNvPr id="153" name="TextBox 152">
            <a:extLst>
              <a:ext uri="{FF2B5EF4-FFF2-40B4-BE49-F238E27FC236}">
                <a16:creationId xmlns:a16="http://schemas.microsoft.com/office/drawing/2014/main" id="{5E6BC43D-2A2E-3717-49BA-8E4D0E7E95C4}"/>
              </a:ext>
            </a:extLst>
          </p:cNvPr>
          <p:cNvSpPr txBox="1"/>
          <p:nvPr/>
        </p:nvSpPr>
        <p:spPr>
          <a:xfrm>
            <a:off x="4863179" y="382067"/>
            <a:ext cx="7162845" cy="769441"/>
          </a:xfrm>
          <a:prstGeom prst="rect">
            <a:avLst/>
          </a:prstGeom>
          <a:noFill/>
        </p:spPr>
        <p:txBody>
          <a:bodyPr wrap="square" rtlCol="0">
            <a:spAutoFit/>
          </a:bodyPr>
          <a:lstStyle/>
          <a:p>
            <a:pPr algn="r"/>
            <a:r>
              <a:rPr lang="en-US" sz="4400" dirty="0">
                <a:solidFill>
                  <a:schemeClr val="tx1">
                    <a:lumMod val="75000"/>
                    <a:lumOff val="25000"/>
                  </a:schemeClr>
                </a:solidFill>
                <a:latin typeface="+mj-lt"/>
              </a:rPr>
              <a:t>TIMELINE</a:t>
            </a:r>
          </a:p>
        </p:txBody>
      </p:sp>
      <p:sp>
        <p:nvSpPr>
          <p:cNvPr id="154" name="Inhaltsplatzhalter 4">
            <a:extLst>
              <a:ext uri="{FF2B5EF4-FFF2-40B4-BE49-F238E27FC236}">
                <a16:creationId xmlns:a16="http://schemas.microsoft.com/office/drawing/2014/main" id="{1C4E30B0-6F63-167A-F722-8821AB733449}"/>
              </a:ext>
            </a:extLst>
          </p:cNvPr>
          <p:cNvSpPr txBox="1">
            <a:spLocks/>
          </p:cNvSpPr>
          <p:nvPr/>
        </p:nvSpPr>
        <p:spPr>
          <a:xfrm>
            <a:off x="842109" y="4938631"/>
            <a:ext cx="1643233" cy="859851"/>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50000"/>
              </a:lnSpc>
              <a:spcAft>
                <a:spcPts val="1200"/>
              </a:spcAft>
              <a:buNone/>
            </a:pPr>
            <a:r>
              <a:rPr lang="en-US" sz="1100" b="1" dirty="0">
                <a:solidFill>
                  <a:schemeClr val="bg1"/>
                </a:solidFill>
                <a:ea typeface="Open Sans" panose="020B0606030504020204" pitchFamily="34" charset="0"/>
                <a:cs typeface="Open Sans" panose="020B0606030504020204" pitchFamily="34" charset="0"/>
              </a:rPr>
              <a:t>Title goes here</a:t>
            </a:r>
            <a:br>
              <a:rPr lang="en-US" sz="900" b="1" dirty="0">
                <a:solidFill>
                  <a:schemeClr val="bg1"/>
                </a:solidFill>
                <a:ea typeface="Open Sans" panose="020B0606030504020204" pitchFamily="34" charset="0"/>
                <a:cs typeface="Open Sans" panose="020B0606030504020204" pitchFamily="34" charset="0"/>
              </a:rPr>
            </a:br>
            <a:r>
              <a:rPr lang="en-US" sz="900" dirty="0">
                <a:solidFill>
                  <a:schemeClr val="bg1"/>
                </a:solidFill>
                <a:ea typeface="Open Sans" panose="020B0606030504020204" pitchFamily="34" charset="0"/>
                <a:cs typeface="Open Sans" panose="020B0606030504020204" pitchFamily="34" charset="0"/>
              </a:rPr>
              <a:t>This is a sample text. You simply add your own text and description here</a:t>
            </a:r>
          </a:p>
        </p:txBody>
      </p:sp>
      <p:sp>
        <p:nvSpPr>
          <p:cNvPr id="155" name="Inhaltsplatzhalter 4">
            <a:extLst>
              <a:ext uri="{FF2B5EF4-FFF2-40B4-BE49-F238E27FC236}">
                <a16:creationId xmlns:a16="http://schemas.microsoft.com/office/drawing/2014/main" id="{4019C275-4C58-0A53-CAFD-82B50756A4B9}"/>
              </a:ext>
            </a:extLst>
          </p:cNvPr>
          <p:cNvSpPr txBox="1">
            <a:spLocks/>
          </p:cNvSpPr>
          <p:nvPr/>
        </p:nvSpPr>
        <p:spPr>
          <a:xfrm>
            <a:off x="2639473" y="4936203"/>
            <a:ext cx="1559567" cy="859851"/>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50000"/>
              </a:lnSpc>
              <a:spcAft>
                <a:spcPts val="1200"/>
              </a:spcAft>
              <a:buNone/>
            </a:pPr>
            <a:r>
              <a:rPr lang="en-US" sz="1100" b="1" dirty="0">
                <a:solidFill>
                  <a:schemeClr val="bg1"/>
                </a:solidFill>
                <a:ea typeface="Open Sans" panose="020B0606030504020204" pitchFamily="34" charset="0"/>
                <a:cs typeface="Open Sans" panose="020B0606030504020204" pitchFamily="34" charset="0"/>
              </a:rPr>
              <a:t>Title goes here</a:t>
            </a:r>
            <a:br>
              <a:rPr lang="en-US" sz="1100" b="1" dirty="0">
                <a:solidFill>
                  <a:schemeClr val="bg1"/>
                </a:solidFill>
                <a:ea typeface="Open Sans" panose="020B0606030504020204" pitchFamily="34" charset="0"/>
                <a:cs typeface="Open Sans" panose="020B0606030504020204" pitchFamily="34" charset="0"/>
              </a:rPr>
            </a:br>
            <a:r>
              <a:rPr lang="en-US" sz="900" dirty="0">
                <a:solidFill>
                  <a:schemeClr val="bg1"/>
                </a:solidFill>
                <a:ea typeface="Open Sans" panose="020B0606030504020204" pitchFamily="34" charset="0"/>
                <a:cs typeface="Open Sans" panose="020B0606030504020204" pitchFamily="34" charset="0"/>
              </a:rPr>
              <a:t>This is a sample text. You simply add your own text and description here. </a:t>
            </a:r>
          </a:p>
        </p:txBody>
      </p:sp>
      <p:sp>
        <p:nvSpPr>
          <p:cNvPr id="156" name="Inhaltsplatzhalter 4">
            <a:extLst>
              <a:ext uri="{FF2B5EF4-FFF2-40B4-BE49-F238E27FC236}">
                <a16:creationId xmlns:a16="http://schemas.microsoft.com/office/drawing/2014/main" id="{C3059934-EE59-5DE1-870B-91AD54969415}"/>
              </a:ext>
            </a:extLst>
          </p:cNvPr>
          <p:cNvSpPr txBox="1">
            <a:spLocks/>
          </p:cNvSpPr>
          <p:nvPr/>
        </p:nvSpPr>
        <p:spPr>
          <a:xfrm>
            <a:off x="4400217" y="4936458"/>
            <a:ext cx="1577341" cy="859851"/>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50000"/>
              </a:lnSpc>
              <a:spcAft>
                <a:spcPts val="1200"/>
              </a:spcAft>
              <a:buNone/>
            </a:pPr>
            <a:r>
              <a:rPr lang="en-US" sz="1100" b="1" dirty="0">
                <a:solidFill>
                  <a:schemeClr val="bg1"/>
                </a:solidFill>
                <a:ea typeface="Open Sans" panose="020B0606030504020204" pitchFamily="34" charset="0"/>
                <a:cs typeface="Open Sans" panose="020B0606030504020204" pitchFamily="34" charset="0"/>
              </a:rPr>
              <a:t>Title goes here</a:t>
            </a:r>
            <a:br>
              <a:rPr lang="en-US" sz="900" b="1" dirty="0">
                <a:solidFill>
                  <a:schemeClr val="bg1"/>
                </a:solidFill>
                <a:ea typeface="Open Sans" panose="020B0606030504020204" pitchFamily="34" charset="0"/>
                <a:cs typeface="Open Sans" panose="020B0606030504020204" pitchFamily="34" charset="0"/>
              </a:rPr>
            </a:br>
            <a:r>
              <a:rPr lang="en-US" sz="900" dirty="0">
                <a:solidFill>
                  <a:schemeClr val="bg1"/>
                </a:solidFill>
                <a:ea typeface="Open Sans" panose="020B0606030504020204" pitchFamily="34" charset="0"/>
                <a:cs typeface="Open Sans" panose="020B0606030504020204" pitchFamily="34" charset="0"/>
              </a:rPr>
              <a:t>This is a sample text. You simply add your own text and description here. </a:t>
            </a:r>
          </a:p>
        </p:txBody>
      </p:sp>
      <p:sp>
        <p:nvSpPr>
          <p:cNvPr id="157" name="Inhaltsplatzhalter 4">
            <a:extLst>
              <a:ext uri="{FF2B5EF4-FFF2-40B4-BE49-F238E27FC236}">
                <a16:creationId xmlns:a16="http://schemas.microsoft.com/office/drawing/2014/main" id="{63A8B992-6CB8-2EFB-EECC-FE74AE630215}"/>
              </a:ext>
            </a:extLst>
          </p:cNvPr>
          <p:cNvSpPr txBox="1">
            <a:spLocks/>
          </p:cNvSpPr>
          <p:nvPr/>
        </p:nvSpPr>
        <p:spPr>
          <a:xfrm>
            <a:off x="6158138" y="4936458"/>
            <a:ext cx="1657351" cy="859851"/>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50000"/>
              </a:lnSpc>
              <a:spcAft>
                <a:spcPts val="1200"/>
              </a:spcAft>
              <a:buNone/>
            </a:pPr>
            <a:r>
              <a:rPr lang="en-US" sz="1100" b="1" dirty="0">
                <a:solidFill>
                  <a:schemeClr val="bg1"/>
                </a:solidFill>
                <a:ea typeface="Open Sans" panose="020B0606030504020204" pitchFamily="34" charset="0"/>
                <a:cs typeface="Open Sans" panose="020B0606030504020204" pitchFamily="34" charset="0"/>
              </a:rPr>
              <a:t>Title goes here</a:t>
            </a:r>
            <a:br>
              <a:rPr lang="en-US" sz="900" b="1" dirty="0">
                <a:solidFill>
                  <a:schemeClr val="bg1"/>
                </a:solidFill>
                <a:ea typeface="Open Sans" panose="020B0606030504020204" pitchFamily="34" charset="0"/>
                <a:cs typeface="Open Sans" panose="020B0606030504020204" pitchFamily="34" charset="0"/>
              </a:rPr>
            </a:br>
            <a:r>
              <a:rPr lang="en-US" sz="900" dirty="0">
                <a:solidFill>
                  <a:schemeClr val="bg1"/>
                </a:solidFill>
                <a:ea typeface="Open Sans" panose="020B0606030504020204" pitchFamily="34" charset="0"/>
                <a:cs typeface="Open Sans" panose="020B0606030504020204" pitchFamily="34" charset="0"/>
              </a:rPr>
              <a:t>This is a sample text. You simply add your own text and description here. </a:t>
            </a:r>
          </a:p>
        </p:txBody>
      </p:sp>
      <p:sp>
        <p:nvSpPr>
          <p:cNvPr id="158" name="Inhaltsplatzhalter 4">
            <a:extLst>
              <a:ext uri="{FF2B5EF4-FFF2-40B4-BE49-F238E27FC236}">
                <a16:creationId xmlns:a16="http://schemas.microsoft.com/office/drawing/2014/main" id="{61E6E647-789D-1D24-07E2-ABB8E1C47EE6}"/>
              </a:ext>
            </a:extLst>
          </p:cNvPr>
          <p:cNvSpPr txBox="1">
            <a:spLocks/>
          </p:cNvSpPr>
          <p:nvPr/>
        </p:nvSpPr>
        <p:spPr>
          <a:xfrm>
            <a:off x="7978076" y="4936203"/>
            <a:ext cx="1577341" cy="859851"/>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50000"/>
              </a:lnSpc>
              <a:spcAft>
                <a:spcPts val="1200"/>
              </a:spcAft>
              <a:buNone/>
            </a:pPr>
            <a:r>
              <a:rPr lang="en-US" sz="1100" b="1" dirty="0">
                <a:solidFill>
                  <a:schemeClr val="bg1"/>
                </a:solidFill>
                <a:ea typeface="Open Sans" panose="020B0606030504020204" pitchFamily="34" charset="0"/>
                <a:cs typeface="Open Sans" panose="020B0606030504020204" pitchFamily="34" charset="0"/>
              </a:rPr>
              <a:t>Title goes here</a:t>
            </a:r>
            <a:br>
              <a:rPr lang="en-US" sz="900" b="1" dirty="0">
                <a:solidFill>
                  <a:schemeClr val="bg1"/>
                </a:solidFill>
                <a:ea typeface="Open Sans" panose="020B0606030504020204" pitchFamily="34" charset="0"/>
                <a:cs typeface="Open Sans" panose="020B0606030504020204" pitchFamily="34" charset="0"/>
              </a:rPr>
            </a:br>
            <a:r>
              <a:rPr lang="en-US" sz="900" dirty="0">
                <a:solidFill>
                  <a:schemeClr val="bg1"/>
                </a:solidFill>
                <a:ea typeface="Open Sans" panose="020B0606030504020204" pitchFamily="34" charset="0"/>
                <a:cs typeface="Open Sans" panose="020B0606030504020204" pitchFamily="34" charset="0"/>
              </a:rPr>
              <a:t>This is a sample text. You simply add your own text and description here. </a:t>
            </a:r>
          </a:p>
        </p:txBody>
      </p:sp>
      <p:sp>
        <p:nvSpPr>
          <p:cNvPr id="159" name="Inhaltsplatzhalter 4">
            <a:extLst>
              <a:ext uri="{FF2B5EF4-FFF2-40B4-BE49-F238E27FC236}">
                <a16:creationId xmlns:a16="http://schemas.microsoft.com/office/drawing/2014/main" id="{203E8C15-694F-5DA4-14BE-C9630B294471}"/>
              </a:ext>
            </a:extLst>
          </p:cNvPr>
          <p:cNvSpPr txBox="1">
            <a:spLocks/>
          </p:cNvSpPr>
          <p:nvPr/>
        </p:nvSpPr>
        <p:spPr>
          <a:xfrm>
            <a:off x="9764427" y="4931400"/>
            <a:ext cx="1577342" cy="859851"/>
          </a:xfrm>
          <a:prstGeom prst="rect">
            <a:avLst/>
          </a:prstGeom>
        </p:spPr>
        <p:txBody>
          <a:bodyPr wrap="squar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50000"/>
              </a:lnSpc>
              <a:spcAft>
                <a:spcPts val="1200"/>
              </a:spcAft>
              <a:buNone/>
            </a:pPr>
            <a:r>
              <a:rPr lang="en-US" sz="1100" b="1" dirty="0">
                <a:solidFill>
                  <a:schemeClr val="bg1"/>
                </a:solidFill>
                <a:ea typeface="Open Sans" panose="020B0606030504020204" pitchFamily="34" charset="0"/>
                <a:cs typeface="Open Sans" panose="020B0606030504020204" pitchFamily="34" charset="0"/>
              </a:rPr>
              <a:t>Title goes here</a:t>
            </a:r>
            <a:br>
              <a:rPr lang="en-US" sz="900" b="1" dirty="0">
                <a:solidFill>
                  <a:schemeClr val="bg1"/>
                </a:solidFill>
                <a:ea typeface="Open Sans" panose="020B0606030504020204" pitchFamily="34" charset="0"/>
                <a:cs typeface="Open Sans" panose="020B0606030504020204" pitchFamily="34" charset="0"/>
              </a:rPr>
            </a:br>
            <a:r>
              <a:rPr lang="en-US" sz="900" dirty="0">
                <a:solidFill>
                  <a:schemeClr val="bg1"/>
                </a:solidFill>
                <a:ea typeface="Open Sans" panose="020B0606030504020204" pitchFamily="34" charset="0"/>
                <a:cs typeface="Open Sans" panose="020B0606030504020204" pitchFamily="34" charset="0"/>
              </a:rPr>
              <a:t>This is a sample text. You simply add your own text and description here. </a:t>
            </a:r>
          </a:p>
        </p:txBody>
      </p:sp>
      <p:sp>
        <p:nvSpPr>
          <p:cNvPr id="83" name="Rectangle 82">
            <a:extLst>
              <a:ext uri="{FF2B5EF4-FFF2-40B4-BE49-F238E27FC236}">
                <a16:creationId xmlns:a16="http://schemas.microsoft.com/office/drawing/2014/main" id="{72F7FAC4-1192-876D-06F4-845BECC075FA}"/>
              </a:ext>
            </a:extLst>
          </p:cNvPr>
          <p:cNvSpPr/>
          <p:nvPr/>
        </p:nvSpPr>
        <p:spPr>
          <a:xfrm>
            <a:off x="1816618" y="1455475"/>
            <a:ext cx="8321879" cy="832920"/>
          </a:xfrm>
          <a:prstGeom prst="rect">
            <a:avLst/>
          </a:prstGeom>
        </p:spPr>
        <p:txBody>
          <a:bodyPr wrap="square">
            <a:spAutoFit/>
          </a:bodyPr>
          <a:lstStyle/>
          <a:p>
            <a:pPr algn="ctr">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r>
              <a:rPr lang="en-US" sz="1100" dirty="0" err="1">
                <a:solidFill>
                  <a:schemeClr val="tx1">
                    <a:lumMod val="65000"/>
                    <a:lumOff val="35000"/>
                  </a:schemeClr>
                </a:solidFill>
              </a:rPr>
              <a:t>Excepteur</a:t>
            </a:r>
            <a:r>
              <a:rPr lang="en-US" sz="1100" dirty="0">
                <a:solidFill>
                  <a:schemeClr val="tx1">
                    <a:lumMod val="65000"/>
                    <a:lumOff val="35000"/>
                  </a:schemeClr>
                </a:solidFill>
              </a:rPr>
              <a:t> </a:t>
            </a:r>
            <a:r>
              <a:rPr lang="en-US" sz="1100" dirty="0" err="1">
                <a:solidFill>
                  <a:schemeClr val="tx1">
                    <a:lumMod val="65000"/>
                    <a:lumOff val="35000"/>
                  </a:schemeClr>
                </a:solidFill>
              </a:rPr>
              <a:t>sint</a:t>
            </a:r>
            <a:r>
              <a:rPr lang="en-US" sz="1100" dirty="0">
                <a:solidFill>
                  <a:schemeClr val="tx1">
                    <a:lumMod val="65000"/>
                    <a:lumOff val="35000"/>
                  </a:schemeClr>
                </a:solidFill>
              </a:rPr>
              <a:t> </a:t>
            </a:r>
            <a:r>
              <a:rPr lang="en-US" sz="1100" dirty="0" err="1">
                <a:solidFill>
                  <a:schemeClr val="tx1">
                    <a:lumMod val="65000"/>
                    <a:lumOff val="35000"/>
                  </a:schemeClr>
                </a:solidFill>
              </a:rPr>
              <a:t>occaecat</a:t>
            </a:r>
            <a:r>
              <a:rPr lang="en-US" sz="1100" dirty="0">
                <a:solidFill>
                  <a:schemeClr val="tx1">
                    <a:lumMod val="65000"/>
                    <a:lumOff val="35000"/>
                  </a:schemeClr>
                </a:solidFill>
              </a:rPr>
              <a:t> </a:t>
            </a:r>
            <a:r>
              <a:rPr lang="en-US" sz="1100" dirty="0" err="1">
                <a:solidFill>
                  <a:schemeClr val="tx1">
                    <a:lumMod val="65000"/>
                    <a:lumOff val="35000"/>
                  </a:schemeClr>
                </a:solidFill>
              </a:rPr>
              <a:t>cupidatat</a:t>
            </a:r>
            <a:r>
              <a:rPr lang="en-US" sz="1100" dirty="0">
                <a:solidFill>
                  <a:schemeClr val="tx1">
                    <a:lumMod val="65000"/>
                    <a:lumOff val="35000"/>
                  </a:schemeClr>
                </a:solidFill>
              </a:rPr>
              <a:t> non </a:t>
            </a:r>
            <a:r>
              <a:rPr lang="en-US" sz="1100" dirty="0" err="1">
                <a:solidFill>
                  <a:schemeClr val="tx1">
                    <a:lumMod val="65000"/>
                    <a:lumOff val="35000"/>
                  </a:schemeClr>
                </a:solidFill>
              </a:rPr>
              <a:t>proident</a:t>
            </a:r>
            <a:r>
              <a:rPr lang="en-US" sz="1100" dirty="0">
                <a:solidFill>
                  <a:schemeClr val="tx1">
                    <a:lumMod val="65000"/>
                    <a:lumOff val="35000"/>
                  </a:schemeClr>
                </a:solidFill>
              </a:rPr>
              <a:t>, </a:t>
            </a:r>
            <a:r>
              <a:rPr lang="en-US" sz="1100" dirty="0" err="1">
                <a:solidFill>
                  <a:schemeClr val="tx1">
                    <a:lumMod val="65000"/>
                    <a:lumOff val="35000"/>
                  </a:schemeClr>
                </a:solidFill>
              </a:rPr>
              <a:t>sunt</a:t>
            </a:r>
            <a:r>
              <a:rPr lang="en-US" sz="1100" dirty="0">
                <a:solidFill>
                  <a:schemeClr val="tx1">
                    <a:lumMod val="65000"/>
                    <a:lumOff val="35000"/>
                  </a:schemeClr>
                </a:solidFill>
              </a:rPr>
              <a:t> in culpa qui </a:t>
            </a:r>
            <a:r>
              <a:rPr lang="en-US" sz="1100" dirty="0" err="1">
                <a:solidFill>
                  <a:schemeClr val="tx1">
                    <a:lumMod val="65000"/>
                    <a:lumOff val="35000"/>
                  </a:schemeClr>
                </a:solidFill>
              </a:rPr>
              <a:t>officia</a:t>
            </a:r>
            <a:r>
              <a:rPr lang="en-US" sz="1100" dirty="0">
                <a:solidFill>
                  <a:schemeClr val="tx1">
                    <a:lumMod val="65000"/>
                    <a:lumOff val="35000"/>
                  </a:schemeClr>
                </a:solidFill>
              </a:rPr>
              <a:t> </a:t>
            </a:r>
            <a:r>
              <a:rPr lang="en-US" sz="1100" dirty="0" err="1">
                <a:solidFill>
                  <a:schemeClr val="tx1">
                    <a:lumMod val="65000"/>
                    <a:lumOff val="35000"/>
                  </a:schemeClr>
                </a:solidFill>
              </a:rPr>
              <a:t>deserunt</a:t>
            </a:r>
            <a:r>
              <a:rPr lang="en-US" sz="1100" dirty="0">
                <a:solidFill>
                  <a:schemeClr val="tx1">
                    <a:lumMod val="65000"/>
                    <a:lumOff val="35000"/>
                  </a:schemeClr>
                </a:solidFill>
              </a:rPr>
              <a:t> </a:t>
            </a:r>
            <a:r>
              <a:rPr lang="en-US" sz="1100" dirty="0" err="1">
                <a:solidFill>
                  <a:schemeClr val="tx1">
                    <a:lumMod val="65000"/>
                    <a:lumOff val="35000"/>
                  </a:schemeClr>
                </a:solidFill>
              </a:rPr>
              <a:t>mollit</a:t>
            </a:r>
            <a:r>
              <a:rPr lang="en-US" sz="1100" dirty="0">
                <a:solidFill>
                  <a:schemeClr val="tx1">
                    <a:lumMod val="65000"/>
                    <a:lumOff val="35000"/>
                  </a:schemeClr>
                </a:solidFill>
              </a:rPr>
              <a:t> </a:t>
            </a:r>
            <a:r>
              <a:rPr lang="en-US" sz="1100" dirty="0" err="1">
                <a:solidFill>
                  <a:schemeClr val="tx1">
                    <a:lumMod val="65000"/>
                    <a:lumOff val="35000"/>
                  </a:schemeClr>
                </a:solidFill>
              </a:rPr>
              <a:t>anim</a:t>
            </a:r>
            <a:r>
              <a:rPr lang="en-US" sz="1100" dirty="0">
                <a:solidFill>
                  <a:schemeClr val="tx1">
                    <a:lumMod val="65000"/>
                    <a:lumOff val="35000"/>
                  </a:schemeClr>
                </a:solidFill>
              </a:rPr>
              <a:t> id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laborum</a:t>
            </a:r>
            <a:r>
              <a:rPr lang="en-US" sz="1100" dirty="0">
                <a:solidFill>
                  <a:schemeClr val="tx1">
                    <a:lumMod val="65000"/>
                    <a:lumOff val="35000"/>
                  </a:schemeClr>
                </a:solidFill>
              </a:rPr>
              <a:t>. </a:t>
            </a:r>
            <a:r>
              <a:rPr lang="en-US" sz="1100" dirty="0" err="1">
                <a:solidFill>
                  <a:schemeClr val="tx1">
                    <a:lumMod val="65000"/>
                    <a:lumOff val="35000"/>
                  </a:schemeClr>
                </a:solidFill>
              </a:rPr>
              <a:t>Vestibulum</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a:t>
            </a:r>
            <a:r>
              <a:rPr lang="en-US" sz="1100" dirty="0" err="1">
                <a:solidFill>
                  <a:schemeClr val="tx1">
                    <a:lumMod val="65000"/>
                    <a:lumOff val="35000"/>
                  </a:schemeClr>
                </a:solidFill>
              </a:rPr>
              <a:t>tortor</a:t>
            </a:r>
            <a:r>
              <a:rPr lang="en-US" sz="1100" dirty="0">
                <a:solidFill>
                  <a:schemeClr val="tx1">
                    <a:lumMod val="65000"/>
                    <a:lumOff val="35000"/>
                  </a:schemeClr>
                </a:solidFill>
              </a:rPr>
              <a:t> id mi. </a:t>
            </a:r>
          </a:p>
        </p:txBody>
      </p:sp>
      <p:sp>
        <p:nvSpPr>
          <p:cNvPr id="85" name="TextBox 84">
            <a:extLst>
              <a:ext uri="{FF2B5EF4-FFF2-40B4-BE49-F238E27FC236}">
                <a16:creationId xmlns:a16="http://schemas.microsoft.com/office/drawing/2014/main" id="{D3A33C78-1FA9-2940-81CE-85EAF5DCE491}"/>
              </a:ext>
            </a:extLst>
          </p:cNvPr>
          <p:cNvSpPr txBox="1"/>
          <p:nvPr/>
        </p:nvSpPr>
        <p:spPr>
          <a:xfrm>
            <a:off x="2706640" y="1076827"/>
            <a:ext cx="7162845" cy="523220"/>
          </a:xfrm>
          <a:prstGeom prst="rect">
            <a:avLst/>
          </a:prstGeom>
          <a:noFill/>
        </p:spPr>
        <p:txBody>
          <a:bodyPr wrap="square" rtlCol="0">
            <a:spAutoFit/>
          </a:bodyPr>
          <a:lstStyle/>
          <a:p>
            <a:pPr algn="ctr"/>
            <a:r>
              <a:rPr lang="en-US" sz="2800" dirty="0">
                <a:solidFill>
                  <a:schemeClr val="tx1">
                    <a:lumMod val="75000"/>
                    <a:lumOff val="25000"/>
                  </a:schemeClr>
                </a:solidFill>
                <a:latin typeface="+mj-lt"/>
              </a:rPr>
              <a:t>ADD YOUR TITLE HERE</a:t>
            </a:r>
          </a:p>
        </p:txBody>
      </p:sp>
    </p:spTree>
    <p:extLst>
      <p:ext uri="{BB962C8B-B14F-4D97-AF65-F5344CB8AC3E}">
        <p14:creationId xmlns:p14="http://schemas.microsoft.com/office/powerpoint/2010/main" val="41847297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5">
            <a:extLst>
              <a:ext uri="{FF2B5EF4-FFF2-40B4-BE49-F238E27FC236}">
                <a16:creationId xmlns:a16="http://schemas.microsoft.com/office/drawing/2014/main" id="{98886FAD-8BF2-D6AF-C60C-7288FA88B39B}"/>
              </a:ext>
            </a:extLst>
          </p:cNvPr>
          <p:cNvSpPr>
            <a:spLocks/>
          </p:cNvSpPr>
          <p:nvPr/>
        </p:nvSpPr>
        <p:spPr bwMode="auto">
          <a:xfrm>
            <a:off x="3067012" y="5151892"/>
            <a:ext cx="257175" cy="146050"/>
          </a:xfrm>
          <a:custGeom>
            <a:avLst/>
            <a:gdLst>
              <a:gd name="T0" fmla="*/ 100 w 123"/>
              <a:gd name="T1" fmla="*/ 23 h 68"/>
              <a:gd name="T2" fmla="*/ 97 w 123"/>
              <a:gd name="T3" fmla="*/ 23 h 68"/>
              <a:gd name="T4" fmla="*/ 97 w 123"/>
              <a:gd name="T5" fmla="*/ 23 h 68"/>
              <a:gd name="T6" fmla="*/ 75 w 123"/>
              <a:gd name="T7" fmla="*/ 0 h 68"/>
              <a:gd name="T8" fmla="*/ 53 w 123"/>
              <a:gd name="T9" fmla="*/ 18 h 68"/>
              <a:gd name="T10" fmla="*/ 42 w 123"/>
              <a:gd name="T11" fmla="*/ 14 h 68"/>
              <a:gd name="T12" fmla="*/ 24 w 123"/>
              <a:gd name="T13" fmla="*/ 32 h 68"/>
              <a:gd name="T14" fmla="*/ 18 w 123"/>
              <a:gd name="T15" fmla="*/ 31 h 68"/>
              <a:gd name="T16" fmla="*/ 0 w 123"/>
              <a:gd name="T17" fmla="*/ 49 h 68"/>
              <a:gd name="T18" fmla="*/ 18 w 123"/>
              <a:gd name="T19" fmla="*/ 68 h 68"/>
              <a:gd name="T20" fmla="*/ 100 w 123"/>
              <a:gd name="T21" fmla="*/ 68 h 68"/>
              <a:gd name="T22" fmla="*/ 123 w 123"/>
              <a:gd name="T23" fmla="*/ 45 h 68"/>
              <a:gd name="T24" fmla="*/ 100 w 123"/>
              <a:gd name="T25" fmla="*/ 23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3" h="68">
                <a:moveTo>
                  <a:pt x="100" y="23"/>
                </a:moveTo>
                <a:cubicBezTo>
                  <a:pt x="99" y="23"/>
                  <a:pt x="98" y="23"/>
                  <a:pt x="97" y="23"/>
                </a:cubicBezTo>
                <a:cubicBezTo>
                  <a:pt x="97" y="23"/>
                  <a:pt x="97" y="23"/>
                  <a:pt x="97" y="23"/>
                </a:cubicBezTo>
                <a:cubicBezTo>
                  <a:pt x="97" y="10"/>
                  <a:pt x="87" y="0"/>
                  <a:pt x="75" y="0"/>
                </a:cubicBezTo>
                <a:cubicBezTo>
                  <a:pt x="64" y="0"/>
                  <a:pt x="55" y="8"/>
                  <a:pt x="53" y="18"/>
                </a:cubicBezTo>
                <a:cubicBezTo>
                  <a:pt x="50" y="16"/>
                  <a:pt x="46" y="14"/>
                  <a:pt x="42" y="14"/>
                </a:cubicBezTo>
                <a:cubicBezTo>
                  <a:pt x="32" y="14"/>
                  <a:pt x="24" y="22"/>
                  <a:pt x="24" y="32"/>
                </a:cubicBezTo>
                <a:cubicBezTo>
                  <a:pt x="22" y="31"/>
                  <a:pt x="20" y="31"/>
                  <a:pt x="18" y="31"/>
                </a:cubicBezTo>
                <a:cubicBezTo>
                  <a:pt x="8" y="31"/>
                  <a:pt x="0" y="39"/>
                  <a:pt x="0" y="49"/>
                </a:cubicBezTo>
                <a:cubicBezTo>
                  <a:pt x="0" y="59"/>
                  <a:pt x="8" y="68"/>
                  <a:pt x="18" y="68"/>
                </a:cubicBezTo>
                <a:cubicBezTo>
                  <a:pt x="100" y="68"/>
                  <a:pt x="100" y="68"/>
                  <a:pt x="100" y="68"/>
                </a:cubicBezTo>
                <a:cubicBezTo>
                  <a:pt x="113" y="68"/>
                  <a:pt x="123" y="58"/>
                  <a:pt x="123" y="45"/>
                </a:cubicBezTo>
                <a:cubicBezTo>
                  <a:pt x="123" y="33"/>
                  <a:pt x="113" y="23"/>
                  <a:pt x="100" y="23"/>
                </a:cubicBezTo>
                <a:close/>
              </a:path>
            </a:pathLst>
          </a:custGeom>
          <a:solidFill>
            <a:schemeClr val="bg2"/>
          </a:solidFill>
          <a:ln>
            <a:noFill/>
          </a:ln>
        </p:spPr>
        <p:txBody>
          <a:bodyPr lIns="68580" tIns="34290" rIns="68580" bIns="34290"/>
          <a:lstStyle/>
          <a:p>
            <a:pPr eaLnBrk="1" fontAlgn="auto" hangingPunct="1">
              <a:spcBef>
                <a:spcPts val="0"/>
              </a:spcBef>
              <a:spcAft>
                <a:spcPts val="0"/>
              </a:spcAft>
              <a:defRPr/>
            </a:pPr>
            <a:endParaRPr lang="en-GB" sz="1350">
              <a:solidFill>
                <a:schemeClr val="bg1"/>
              </a:solidFill>
              <a:latin typeface="+mn-lt"/>
            </a:endParaRPr>
          </a:p>
        </p:txBody>
      </p:sp>
      <p:sp>
        <p:nvSpPr>
          <p:cNvPr id="16" name="TextBox 25">
            <a:extLst>
              <a:ext uri="{FF2B5EF4-FFF2-40B4-BE49-F238E27FC236}">
                <a16:creationId xmlns:a16="http://schemas.microsoft.com/office/drawing/2014/main" id="{1D9D08CB-0E5C-E95A-2538-EC79809B60E2}"/>
              </a:ext>
            </a:extLst>
          </p:cNvPr>
          <p:cNvSpPr txBox="1"/>
          <p:nvPr/>
        </p:nvSpPr>
        <p:spPr>
          <a:xfrm>
            <a:off x="3304518" y="5085217"/>
            <a:ext cx="1156439" cy="280846"/>
          </a:xfrm>
          <a:prstGeom prst="rect">
            <a:avLst/>
          </a:prstGeom>
          <a:noFill/>
          <a:ln cap="flat">
            <a:noFill/>
          </a:ln>
        </p:spPr>
        <p:txBody>
          <a:bodyPr wrap="square" lIns="68580" tIns="34290" rIns="68580" bIns="34290">
            <a:spAutoFit/>
          </a:bodyPr>
          <a:lstStyle/>
          <a:p>
            <a:pPr algn="ctr" eaLnBrk="1" fontAlgn="auto" hangingPunct="1">
              <a:lnSpc>
                <a:spcPct val="150000"/>
              </a:lnSpc>
              <a:spcBef>
                <a:spcPts val="0"/>
              </a:spcBef>
              <a:spcAft>
                <a:spcPts val="0"/>
              </a:spcAft>
              <a:defRPr/>
            </a:pPr>
            <a:r>
              <a:rPr lang="en-GB" sz="1000" b="1" dirty="0">
                <a:solidFill>
                  <a:schemeClr val="bg1"/>
                </a:solidFill>
                <a:latin typeface="+mj-lt"/>
                <a:ea typeface="Open Sans" panose="020B0606030504020204" pitchFamily="34" charset="0"/>
                <a:cs typeface="Open Sans" panose="020B0606030504020204" pitchFamily="34" charset="0"/>
              </a:rPr>
              <a:t>CLOUD</a:t>
            </a:r>
          </a:p>
        </p:txBody>
      </p:sp>
      <p:grpSp>
        <p:nvGrpSpPr>
          <p:cNvPr id="18" name="Group 17">
            <a:extLst>
              <a:ext uri="{FF2B5EF4-FFF2-40B4-BE49-F238E27FC236}">
                <a16:creationId xmlns:a16="http://schemas.microsoft.com/office/drawing/2014/main" id="{51A11399-9163-9A53-087B-6071D7945497}"/>
              </a:ext>
            </a:extLst>
          </p:cNvPr>
          <p:cNvGrpSpPr/>
          <p:nvPr/>
        </p:nvGrpSpPr>
        <p:grpSpPr>
          <a:xfrm>
            <a:off x="5363510" y="5127697"/>
            <a:ext cx="239315" cy="201216"/>
            <a:chOff x="9351963" y="1616075"/>
            <a:chExt cx="319087" cy="268288"/>
          </a:xfrm>
          <a:solidFill>
            <a:schemeClr val="bg2"/>
          </a:solidFill>
        </p:grpSpPr>
        <p:sp>
          <p:nvSpPr>
            <p:cNvPr id="19" name="Freeform 13">
              <a:extLst>
                <a:ext uri="{FF2B5EF4-FFF2-40B4-BE49-F238E27FC236}">
                  <a16:creationId xmlns:a16="http://schemas.microsoft.com/office/drawing/2014/main" id="{25B89035-D359-3A74-3C01-3F3A38A64881}"/>
                </a:ext>
              </a:extLst>
            </p:cNvPr>
            <p:cNvSpPr>
              <a:spLocks/>
            </p:cNvSpPr>
            <p:nvPr/>
          </p:nvSpPr>
          <p:spPr bwMode="auto">
            <a:xfrm>
              <a:off x="9451181" y="1765300"/>
              <a:ext cx="120650" cy="57150"/>
            </a:xfrm>
            <a:custGeom>
              <a:avLst/>
              <a:gdLst>
                <a:gd name="T0" fmla="*/ 42 w 43"/>
                <a:gd name="T1" fmla="*/ 8 h 20"/>
                <a:gd name="T2" fmla="*/ 24 w 43"/>
                <a:gd name="T3" fmla="*/ 0 h 20"/>
                <a:gd name="T4" fmla="*/ 3 w 43"/>
                <a:gd name="T5" fmla="*/ 9 h 20"/>
                <a:gd name="T6" fmla="*/ 3 w 43"/>
                <a:gd name="T7" fmla="*/ 9 h 20"/>
                <a:gd name="T8" fmla="*/ 3 w 43"/>
                <a:gd name="T9" fmla="*/ 9 h 20"/>
                <a:gd name="T10" fmla="*/ 2 w 43"/>
                <a:gd name="T11" fmla="*/ 14 h 20"/>
                <a:gd name="T12" fmla="*/ 5 w 43"/>
                <a:gd name="T13" fmla="*/ 18 h 20"/>
                <a:gd name="T14" fmla="*/ 11 w 43"/>
                <a:gd name="T15" fmla="*/ 18 h 20"/>
                <a:gd name="T16" fmla="*/ 11 w 43"/>
                <a:gd name="T17" fmla="*/ 18 h 20"/>
                <a:gd name="T18" fmla="*/ 11 w 43"/>
                <a:gd name="T19" fmla="*/ 18 h 20"/>
                <a:gd name="T20" fmla="*/ 11 w 43"/>
                <a:gd name="T21" fmla="*/ 17 h 20"/>
                <a:gd name="T22" fmla="*/ 11 w 43"/>
                <a:gd name="T23" fmla="*/ 17 h 20"/>
                <a:gd name="T24" fmla="*/ 23 w 43"/>
                <a:gd name="T25" fmla="*/ 12 h 20"/>
                <a:gd name="T26" fmla="*/ 32 w 43"/>
                <a:gd name="T27" fmla="*/ 15 h 20"/>
                <a:gd name="T28" fmla="*/ 32 w 43"/>
                <a:gd name="T29" fmla="*/ 16 h 20"/>
                <a:gd name="T30" fmla="*/ 33 w 43"/>
                <a:gd name="T31" fmla="*/ 16 h 20"/>
                <a:gd name="T32" fmla="*/ 37 w 43"/>
                <a:gd name="T33" fmla="*/ 17 h 20"/>
                <a:gd name="T34" fmla="*/ 41 w 43"/>
                <a:gd name="T35" fmla="*/ 13 h 20"/>
                <a:gd name="T36" fmla="*/ 41 w 43"/>
                <a:gd name="T37" fmla="*/ 8 h 20"/>
                <a:gd name="T38" fmla="*/ 42 w 43"/>
                <a:gd name="T39" fmla="*/ 8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20">
                  <a:moveTo>
                    <a:pt x="42" y="8"/>
                  </a:moveTo>
                  <a:cubicBezTo>
                    <a:pt x="37" y="4"/>
                    <a:pt x="31" y="0"/>
                    <a:pt x="24" y="0"/>
                  </a:cubicBezTo>
                  <a:cubicBezTo>
                    <a:pt x="16" y="0"/>
                    <a:pt x="8" y="3"/>
                    <a:pt x="3" y="9"/>
                  </a:cubicBezTo>
                  <a:cubicBezTo>
                    <a:pt x="3" y="9"/>
                    <a:pt x="3" y="9"/>
                    <a:pt x="3" y="9"/>
                  </a:cubicBezTo>
                  <a:cubicBezTo>
                    <a:pt x="3" y="9"/>
                    <a:pt x="3" y="9"/>
                    <a:pt x="3" y="9"/>
                  </a:cubicBezTo>
                  <a:cubicBezTo>
                    <a:pt x="1" y="11"/>
                    <a:pt x="0" y="13"/>
                    <a:pt x="2" y="14"/>
                  </a:cubicBezTo>
                  <a:cubicBezTo>
                    <a:pt x="5" y="18"/>
                    <a:pt x="5" y="18"/>
                    <a:pt x="5" y="18"/>
                  </a:cubicBezTo>
                  <a:cubicBezTo>
                    <a:pt x="7" y="20"/>
                    <a:pt x="9" y="19"/>
                    <a:pt x="11" y="18"/>
                  </a:cubicBezTo>
                  <a:cubicBezTo>
                    <a:pt x="11" y="18"/>
                    <a:pt x="11" y="18"/>
                    <a:pt x="11" y="18"/>
                  </a:cubicBezTo>
                  <a:cubicBezTo>
                    <a:pt x="11" y="18"/>
                    <a:pt x="11" y="18"/>
                    <a:pt x="11" y="18"/>
                  </a:cubicBezTo>
                  <a:cubicBezTo>
                    <a:pt x="11" y="18"/>
                    <a:pt x="11" y="18"/>
                    <a:pt x="11" y="17"/>
                  </a:cubicBezTo>
                  <a:cubicBezTo>
                    <a:pt x="11" y="17"/>
                    <a:pt x="11" y="17"/>
                    <a:pt x="11" y="17"/>
                  </a:cubicBezTo>
                  <a:cubicBezTo>
                    <a:pt x="14" y="14"/>
                    <a:pt x="18" y="12"/>
                    <a:pt x="23" y="12"/>
                  </a:cubicBezTo>
                  <a:cubicBezTo>
                    <a:pt x="26" y="12"/>
                    <a:pt x="29" y="13"/>
                    <a:pt x="32" y="15"/>
                  </a:cubicBezTo>
                  <a:cubicBezTo>
                    <a:pt x="32" y="15"/>
                    <a:pt x="32" y="16"/>
                    <a:pt x="32" y="16"/>
                  </a:cubicBezTo>
                  <a:cubicBezTo>
                    <a:pt x="32" y="16"/>
                    <a:pt x="33" y="16"/>
                    <a:pt x="33" y="16"/>
                  </a:cubicBezTo>
                  <a:cubicBezTo>
                    <a:pt x="34" y="18"/>
                    <a:pt x="36" y="18"/>
                    <a:pt x="37" y="17"/>
                  </a:cubicBezTo>
                  <a:cubicBezTo>
                    <a:pt x="41" y="13"/>
                    <a:pt x="41" y="13"/>
                    <a:pt x="41" y="13"/>
                  </a:cubicBezTo>
                  <a:cubicBezTo>
                    <a:pt x="43" y="12"/>
                    <a:pt x="43" y="10"/>
                    <a:pt x="41" y="8"/>
                  </a:cubicBezTo>
                  <a:lnTo>
                    <a:pt x="42"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GB" sz="1350">
                <a:solidFill>
                  <a:schemeClr val="bg1"/>
                </a:solidFill>
                <a:latin typeface="+mn-lt"/>
              </a:endParaRPr>
            </a:p>
          </p:txBody>
        </p:sp>
        <p:sp>
          <p:nvSpPr>
            <p:cNvPr id="20" name="Freeform 14">
              <a:extLst>
                <a:ext uri="{FF2B5EF4-FFF2-40B4-BE49-F238E27FC236}">
                  <a16:creationId xmlns:a16="http://schemas.microsoft.com/office/drawing/2014/main" id="{05104CF2-1063-BFDE-6102-A68BAD514CE2}"/>
                </a:ext>
              </a:extLst>
            </p:cNvPr>
            <p:cNvSpPr>
              <a:spLocks/>
            </p:cNvSpPr>
            <p:nvPr/>
          </p:nvSpPr>
          <p:spPr bwMode="auto">
            <a:xfrm>
              <a:off x="9351963" y="1616075"/>
              <a:ext cx="319087" cy="111125"/>
            </a:xfrm>
            <a:custGeom>
              <a:avLst/>
              <a:gdLst>
                <a:gd name="T0" fmla="*/ 113 w 114"/>
                <a:gd name="T1" fmla="*/ 28 h 39"/>
                <a:gd name="T2" fmla="*/ 113 w 114"/>
                <a:gd name="T3" fmla="*/ 28 h 39"/>
                <a:gd name="T4" fmla="*/ 113 w 114"/>
                <a:gd name="T5" fmla="*/ 28 h 39"/>
                <a:gd name="T6" fmla="*/ 59 w 114"/>
                <a:gd name="T7" fmla="*/ 1 h 39"/>
                <a:gd name="T8" fmla="*/ 2 w 114"/>
                <a:gd name="T9" fmla="*/ 22 h 39"/>
                <a:gd name="T10" fmla="*/ 2 w 114"/>
                <a:gd name="T11" fmla="*/ 23 h 39"/>
                <a:gd name="T12" fmla="*/ 2 w 114"/>
                <a:gd name="T13" fmla="*/ 23 h 39"/>
                <a:gd name="T14" fmla="*/ 1 w 114"/>
                <a:gd name="T15" fmla="*/ 28 h 39"/>
                <a:gd name="T16" fmla="*/ 6 w 114"/>
                <a:gd name="T17" fmla="*/ 33 h 39"/>
                <a:gd name="T18" fmla="*/ 11 w 114"/>
                <a:gd name="T19" fmla="*/ 33 h 39"/>
                <a:gd name="T20" fmla="*/ 11 w 114"/>
                <a:gd name="T21" fmla="*/ 33 h 39"/>
                <a:gd name="T22" fmla="*/ 11 w 114"/>
                <a:gd name="T23" fmla="*/ 33 h 39"/>
                <a:gd name="T24" fmla="*/ 12 w 114"/>
                <a:gd name="T25" fmla="*/ 33 h 39"/>
                <a:gd name="T26" fmla="*/ 12 w 114"/>
                <a:gd name="T27" fmla="*/ 32 h 39"/>
                <a:gd name="T28" fmla="*/ 58 w 114"/>
                <a:gd name="T29" fmla="*/ 15 h 39"/>
                <a:gd name="T30" fmla="*/ 102 w 114"/>
                <a:gd name="T31" fmla="*/ 37 h 39"/>
                <a:gd name="T32" fmla="*/ 102 w 114"/>
                <a:gd name="T33" fmla="*/ 37 h 39"/>
                <a:gd name="T34" fmla="*/ 102 w 114"/>
                <a:gd name="T35" fmla="*/ 37 h 39"/>
                <a:gd name="T36" fmla="*/ 108 w 114"/>
                <a:gd name="T37" fmla="*/ 38 h 39"/>
                <a:gd name="T38" fmla="*/ 113 w 114"/>
                <a:gd name="T39" fmla="*/ 34 h 39"/>
                <a:gd name="T40" fmla="*/ 113 w 114"/>
                <a:gd name="T41"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39">
                  <a:moveTo>
                    <a:pt x="113" y="28"/>
                  </a:moveTo>
                  <a:cubicBezTo>
                    <a:pt x="113" y="28"/>
                    <a:pt x="113" y="28"/>
                    <a:pt x="113" y="28"/>
                  </a:cubicBezTo>
                  <a:cubicBezTo>
                    <a:pt x="113" y="28"/>
                    <a:pt x="113" y="28"/>
                    <a:pt x="113" y="28"/>
                  </a:cubicBezTo>
                  <a:cubicBezTo>
                    <a:pt x="99" y="12"/>
                    <a:pt x="80" y="2"/>
                    <a:pt x="59" y="1"/>
                  </a:cubicBezTo>
                  <a:cubicBezTo>
                    <a:pt x="37" y="0"/>
                    <a:pt x="17" y="8"/>
                    <a:pt x="2" y="22"/>
                  </a:cubicBezTo>
                  <a:cubicBezTo>
                    <a:pt x="2" y="22"/>
                    <a:pt x="2" y="22"/>
                    <a:pt x="2" y="23"/>
                  </a:cubicBezTo>
                  <a:cubicBezTo>
                    <a:pt x="2" y="23"/>
                    <a:pt x="2" y="23"/>
                    <a:pt x="2" y="23"/>
                  </a:cubicBezTo>
                  <a:cubicBezTo>
                    <a:pt x="0" y="25"/>
                    <a:pt x="0" y="27"/>
                    <a:pt x="1" y="28"/>
                  </a:cubicBezTo>
                  <a:cubicBezTo>
                    <a:pt x="6" y="33"/>
                    <a:pt x="6" y="33"/>
                    <a:pt x="6" y="33"/>
                  </a:cubicBezTo>
                  <a:cubicBezTo>
                    <a:pt x="7" y="34"/>
                    <a:pt x="9" y="34"/>
                    <a:pt x="11" y="33"/>
                  </a:cubicBezTo>
                  <a:cubicBezTo>
                    <a:pt x="11" y="33"/>
                    <a:pt x="11" y="33"/>
                    <a:pt x="11" y="33"/>
                  </a:cubicBezTo>
                  <a:cubicBezTo>
                    <a:pt x="11" y="33"/>
                    <a:pt x="11" y="33"/>
                    <a:pt x="11" y="33"/>
                  </a:cubicBezTo>
                  <a:cubicBezTo>
                    <a:pt x="11" y="33"/>
                    <a:pt x="11" y="33"/>
                    <a:pt x="12" y="33"/>
                  </a:cubicBezTo>
                  <a:cubicBezTo>
                    <a:pt x="12" y="33"/>
                    <a:pt x="12" y="33"/>
                    <a:pt x="12" y="32"/>
                  </a:cubicBezTo>
                  <a:cubicBezTo>
                    <a:pt x="24" y="21"/>
                    <a:pt x="40" y="14"/>
                    <a:pt x="58" y="15"/>
                  </a:cubicBezTo>
                  <a:cubicBezTo>
                    <a:pt x="76" y="16"/>
                    <a:pt x="91" y="24"/>
                    <a:pt x="102" y="37"/>
                  </a:cubicBezTo>
                  <a:cubicBezTo>
                    <a:pt x="102" y="37"/>
                    <a:pt x="102" y="37"/>
                    <a:pt x="102" y="37"/>
                  </a:cubicBezTo>
                  <a:cubicBezTo>
                    <a:pt x="102" y="37"/>
                    <a:pt x="102" y="37"/>
                    <a:pt x="102" y="37"/>
                  </a:cubicBezTo>
                  <a:cubicBezTo>
                    <a:pt x="104" y="39"/>
                    <a:pt x="106" y="39"/>
                    <a:pt x="108" y="38"/>
                  </a:cubicBezTo>
                  <a:cubicBezTo>
                    <a:pt x="113" y="34"/>
                    <a:pt x="113" y="34"/>
                    <a:pt x="113" y="34"/>
                  </a:cubicBezTo>
                  <a:cubicBezTo>
                    <a:pt x="114" y="33"/>
                    <a:pt x="114" y="30"/>
                    <a:pt x="113"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GB" sz="1350">
                <a:solidFill>
                  <a:schemeClr val="bg1"/>
                </a:solidFill>
                <a:latin typeface="+mn-lt"/>
              </a:endParaRPr>
            </a:p>
          </p:txBody>
        </p:sp>
        <p:sp>
          <p:nvSpPr>
            <p:cNvPr id="21" name="Freeform 15">
              <a:extLst>
                <a:ext uri="{FF2B5EF4-FFF2-40B4-BE49-F238E27FC236}">
                  <a16:creationId xmlns:a16="http://schemas.microsoft.com/office/drawing/2014/main" id="{CCE07B1B-AC81-3B93-4E5F-0922FC1BDD41}"/>
                </a:ext>
              </a:extLst>
            </p:cNvPr>
            <p:cNvSpPr>
              <a:spLocks/>
            </p:cNvSpPr>
            <p:nvPr/>
          </p:nvSpPr>
          <p:spPr bwMode="auto">
            <a:xfrm>
              <a:off x="9405938" y="1695450"/>
              <a:ext cx="211137" cy="79375"/>
            </a:xfrm>
            <a:custGeom>
              <a:avLst/>
              <a:gdLst>
                <a:gd name="T0" fmla="*/ 74 w 76"/>
                <a:gd name="T1" fmla="*/ 17 h 28"/>
                <a:gd name="T2" fmla="*/ 75 w 76"/>
                <a:gd name="T3" fmla="*/ 17 h 28"/>
                <a:gd name="T4" fmla="*/ 40 w 76"/>
                <a:gd name="T5" fmla="*/ 0 h 28"/>
                <a:gd name="T6" fmla="*/ 2 w 76"/>
                <a:gd name="T7" fmla="*/ 15 h 28"/>
                <a:gd name="T8" fmla="*/ 2 w 76"/>
                <a:gd name="T9" fmla="*/ 16 h 28"/>
                <a:gd name="T10" fmla="*/ 1 w 76"/>
                <a:gd name="T11" fmla="*/ 16 h 28"/>
                <a:gd name="T12" fmla="*/ 1 w 76"/>
                <a:gd name="T13" fmla="*/ 21 h 28"/>
                <a:gd name="T14" fmla="*/ 5 w 76"/>
                <a:gd name="T15" fmla="*/ 25 h 28"/>
                <a:gd name="T16" fmla="*/ 10 w 76"/>
                <a:gd name="T17" fmla="*/ 26 h 28"/>
                <a:gd name="T18" fmla="*/ 11 w 76"/>
                <a:gd name="T19" fmla="*/ 25 h 28"/>
                <a:gd name="T20" fmla="*/ 11 w 76"/>
                <a:gd name="T21" fmla="*/ 24 h 28"/>
                <a:gd name="T22" fmla="*/ 39 w 76"/>
                <a:gd name="T23" fmla="*/ 13 h 28"/>
                <a:gd name="T24" fmla="*/ 64 w 76"/>
                <a:gd name="T25" fmla="*/ 25 h 28"/>
                <a:gd name="T26" fmla="*/ 64 w 76"/>
                <a:gd name="T27" fmla="*/ 25 h 28"/>
                <a:gd name="T28" fmla="*/ 65 w 76"/>
                <a:gd name="T29" fmla="*/ 26 h 28"/>
                <a:gd name="T30" fmla="*/ 70 w 76"/>
                <a:gd name="T31" fmla="*/ 26 h 28"/>
                <a:gd name="T32" fmla="*/ 74 w 76"/>
                <a:gd name="T33" fmla="*/ 23 h 28"/>
                <a:gd name="T34" fmla="*/ 75 w 76"/>
                <a:gd name="T35" fmla="*/ 17 h 28"/>
                <a:gd name="T36" fmla="*/ 74 w 76"/>
                <a:gd name="T37" fmla="*/ 1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 h="28">
                  <a:moveTo>
                    <a:pt x="74" y="17"/>
                  </a:moveTo>
                  <a:cubicBezTo>
                    <a:pt x="75" y="17"/>
                    <a:pt x="75" y="17"/>
                    <a:pt x="75" y="17"/>
                  </a:cubicBezTo>
                  <a:cubicBezTo>
                    <a:pt x="66" y="7"/>
                    <a:pt x="54" y="1"/>
                    <a:pt x="40" y="0"/>
                  </a:cubicBezTo>
                  <a:cubicBezTo>
                    <a:pt x="25" y="0"/>
                    <a:pt x="12" y="5"/>
                    <a:pt x="2" y="15"/>
                  </a:cubicBezTo>
                  <a:cubicBezTo>
                    <a:pt x="2" y="15"/>
                    <a:pt x="2" y="15"/>
                    <a:pt x="2" y="16"/>
                  </a:cubicBezTo>
                  <a:cubicBezTo>
                    <a:pt x="2" y="16"/>
                    <a:pt x="2" y="16"/>
                    <a:pt x="1" y="16"/>
                  </a:cubicBezTo>
                  <a:cubicBezTo>
                    <a:pt x="0" y="17"/>
                    <a:pt x="0" y="20"/>
                    <a:pt x="1" y="21"/>
                  </a:cubicBezTo>
                  <a:cubicBezTo>
                    <a:pt x="5" y="25"/>
                    <a:pt x="5" y="25"/>
                    <a:pt x="5" y="25"/>
                  </a:cubicBezTo>
                  <a:cubicBezTo>
                    <a:pt x="6" y="27"/>
                    <a:pt x="9" y="27"/>
                    <a:pt x="10" y="26"/>
                  </a:cubicBezTo>
                  <a:cubicBezTo>
                    <a:pt x="10" y="26"/>
                    <a:pt x="11" y="25"/>
                    <a:pt x="11" y="25"/>
                  </a:cubicBezTo>
                  <a:cubicBezTo>
                    <a:pt x="11" y="25"/>
                    <a:pt x="11" y="25"/>
                    <a:pt x="11" y="24"/>
                  </a:cubicBezTo>
                  <a:cubicBezTo>
                    <a:pt x="19" y="17"/>
                    <a:pt x="28" y="13"/>
                    <a:pt x="39" y="13"/>
                  </a:cubicBezTo>
                  <a:cubicBezTo>
                    <a:pt x="49" y="14"/>
                    <a:pt x="58" y="18"/>
                    <a:pt x="64" y="25"/>
                  </a:cubicBezTo>
                  <a:cubicBezTo>
                    <a:pt x="64" y="25"/>
                    <a:pt x="64" y="25"/>
                    <a:pt x="64" y="25"/>
                  </a:cubicBezTo>
                  <a:cubicBezTo>
                    <a:pt x="65" y="26"/>
                    <a:pt x="65" y="26"/>
                    <a:pt x="65" y="26"/>
                  </a:cubicBezTo>
                  <a:cubicBezTo>
                    <a:pt x="66" y="27"/>
                    <a:pt x="68" y="28"/>
                    <a:pt x="70" y="26"/>
                  </a:cubicBezTo>
                  <a:cubicBezTo>
                    <a:pt x="74" y="23"/>
                    <a:pt x="74" y="23"/>
                    <a:pt x="74" y="23"/>
                  </a:cubicBezTo>
                  <a:cubicBezTo>
                    <a:pt x="76" y="21"/>
                    <a:pt x="76" y="19"/>
                    <a:pt x="75" y="17"/>
                  </a:cubicBezTo>
                  <a:cubicBezTo>
                    <a:pt x="75" y="17"/>
                    <a:pt x="74" y="17"/>
                    <a:pt x="74"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GB" sz="1350">
                <a:solidFill>
                  <a:schemeClr val="bg1"/>
                </a:solidFill>
                <a:latin typeface="+mn-lt"/>
              </a:endParaRPr>
            </a:p>
          </p:txBody>
        </p:sp>
        <p:sp>
          <p:nvSpPr>
            <p:cNvPr id="22" name="Oval 16">
              <a:extLst>
                <a:ext uri="{FF2B5EF4-FFF2-40B4-BE49-F238E27FC236}">
                  <a16:creationId xmlns:a16="http://schemas.microsoft.com/office/drawing/2014/main" id="{7654AA92-5959-3DE2-0D4B-C0F9C06EE71A}"/>
                </a:ext>
              </a:extLst>
            </p:cNvPr>
            <p:cNvSpPr>
              <a:spLocks noChangeArrowheads="1"/>
            </p:cNvSpPr>
            <p:nvPr/>
          </p:nvSpPr>
          <p:spPr bwMode="auto">
            <a:xfrm>
              <a:off x="9482138" y="1828800"/>
              <a:ext cx="58737" cy="555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GB" sz="1350">
                <a:solidFill>
                  <a:schemeClr val="bg1"/>
                </a:solidFill>
                <a:latin typeface="+mn-lt"/>
              </a:endParaRPr>
            </a:p>
          </p:txBody>
        </p:sp>
      </p:grpSp>
      <p:sp>
        <p:nvSpPr>
          <p:cNvPr id="23" name="TextBox 25">
            <a:extLst>
              <a:ext uri="{FF2B5EF4-FFF2-40B4-BE49-F238E27FC236}">
                <a16:creationId xmlns:a16="http://schemas.microsoft.com/office/drawing/2014/main" id="{C50ADDF4-F088-5939-1671-5E5D2127BC29}"/>
              </a:ext>
            </a:extLst>
          </p:cNvPr>
          <p:cNvSpPr txBox="1"/>
          <p:nvPr/>
        </p:nvSpPr>
        <p:spPr>
          <a:xfrm>
            <a:off x="5820056" y="5078867"/>
            <a:ext cx="769121" cy="271421"/>
          </a:xfrm>
          <a:prstGeom prst="rect">
            <a:avLst/>
          </a:prstGeom>
          <a:noFill/>
          <a:ln cap="flat">
            <a:noFill/>
          </a:ln>
        </p:spPr>
        <p:txBody>
          <a:bodyPr wrap="square" lIns="68580" tIns="34290" rIns="68580" bIns="34290">
            <a:spAutoFit/>
          </a:bodyPr>
          <a:lstStyle/>
          <a:p>
            <a:pPr algn="ctr" eaLnBrk="1" fontAlgn="auto" hangingPunct="1">
              <a:lnSpc>
                <a:spcPct val="150000"/>
              </a:lnSpc>
              <a:spcBef>
                <a:spcPts val="0"/>
              </a:spcBef>
              <a:spcAft>
                <a:spcPts val="0"/>
              </a:spcAft>
              <a:defRPr/>
            </a:pPr>
            <a:r>
              <a:rPr lang="en-GB" sz="1000" b="1" dirty="0">
                <a:solidFill>
                  <a:schemeClr val="bg1"/>
                </a:solidFill>
                <a:latin typeface="+mj-lt"/>
                <a:ea typeface="Open Sans" panose="020B0606030504020204" pitchFamily="34" charset="0"/>
                <a:cs typeface="Open Sans" panose="020B0606030504020204" pitchFamily="34" charset="0"/>
              </a:rPr>
              <a:t>SIGNAL</a:t>
            </a:r>
          </a:p>
        </p:txBody>
      </p:sp>
      <p:sp>
        <p:nvSpPr>
          <p:cNvPr id="24" name="Freeform 9">
            <a:extLst>
              <a:ext uri="{FF2B5EF4-FFF2-40B4-BE49-F238E27FC236}">
                <a16:creationId xmlns:a16="http://schemas.microsoft.com/office/drawing/2014/main" id="{7C2AC330-2A37-A5B4-C427-461C244046C9}"/>
              </a:ext>
            </a:extLst>
          </p:cNvPr>
          <p:cNvSpPr>
            <a:spLocks noEditPoints="1"/>
          </p:cNvSpPr>
          <p:nvPr/>
        </p:nvSpPr>
        <p:spPr bwMode="auto">
          <a:xfrm>
            <a:off x="7681627" y="5088392"/>
            <a:ext cx="168275" cy="241300"/>
          </a:xfrm>
          <a:custGeom>
            <a:avLst/>
            <a:gdLst>
              <a:gd name="T0" fmla="*/ 65 w 80"/>
              <a:gd name="T1" fmla="*/ 48 h 115"/>
              <a:gd name="T2" fmla="*/ 22 w 80"/>
              <a:gd name="T3" fmla="*/ 48 h 115"/>
              <a:gd name="T4" fmla="*/ 22 w 80"/>
              <a:gd name="T5" fmla="*/ 44 h 115"/>
              <a:gd name="T6" fmla="*/ 22 w 80"/>
              <a:gd name="T7" fmla="*/ 33 h 115"/>
              <a:gd name="T8" fmla="*/ 39 w 80"/>
              <a:gd name="T9" fmla="*/ 11 h 115"/>
              <a:gd name="T10" fmla="*/ 56 w 80"/>
              <a:gd name="T11" fmla="*/ 33 h 115"/>
              <a:gd name="T12" fmla="*/ 66 w 80"/>
              <a:gd name="T13" fmla="*/ 33 h 115"/>
              <a:gd name="T14" fmla="*/ 66 w 80"/>
              <a:gd name="T15" fmla="*/ 32 h 115"/>
              <a:gd name="T16" fmla="*/ 39 w 80"/>
              <a:gd name="T17" fmla="*/ 0 h 115"/>
              <a:gd name="T18" fmla="*/ 12 w 80"/>
              <a:gd name="T19" fmla="*/ 33 h 115"/>
              <a:gd name="T20" fmla="*/ 12 w 80"/>
              <a:gd name="T21" fmla="*/ 48 h 115"/>
              <a:gd name="T22" fmla="*/ 0 w 80"/>
              <a:gd name="T23" fmla="*/ 62 h 115"/>
              <a:gd name="T24" fmla="*/ 0 w 80"/>
              <a:gd name="T25" fmla="*/ 100 h 115"/>
              <a:gd name="T26" fmla="*/ 14 w 80"/>
              <a:gd name="T27" fmla="*/ 115 h 115"/>
              <a:gd name="T28" fmla="*/ 66 w 80"/>
              <a:gd name="T29" fmla="*/ 114 h 115"/>
              <a:gd name="T30" fmla="*/ 80 w 80"/>
              <a:gd name="T31" fmla="*/ 100 h 115"/>
              <a:gd name="T32" fmla="*/ 80 w 80"/>
              <a:gd name="T33" fmla="*/ 62 h 115"/>
              <a:gd name="T34" fmla="*/ 65 w 80"/>
              <a:gd name="T35" fmla="*/ 48 h 115"/>
              <a:gd name="T36" fmla="*/ 45 w 80"/>
              <a:gd name="T37" fmla="*/ 80 h 115"/>
              <a:gd name="T38" fmla="*/ 48 w 80"/>
              <a:gd name="T39" fmla="*/ 94 h 115"/>
              <a:gd name="T40" fmla="*/ 40 w 80"/>
              <a:gd name="T41" fmla="*/ 103 h 115"/>
              <a:gd name="T42" fmla="*/ 33 w 80"/>
              <a:gd name="T43" fmla="*/ 94 h 115"/>
              <a:gd name="T44" fmla="*/ 36 w 80"/>
              <a:gd name="T45" fmla="*/ 80 h 115"/>
              <a:gd name="T46" fmla="*/ 31 w 80"/>
              <a:gd name="T47" fmla="*/ 72 h 115"/>
              <a:gd name="T48" fmla="*/ 40 w 80"/>
              <a:gd name="T49" fmla="*/ 63 h 115"/>
              <a:gd name="T50" fmla="*/ 50 w 80"/>
              <a:gd name="T51" fmla="*/ 72 h 115"/>
              <a:gd name="T52" fmla="*/ 45 w 80"/>
              <a:gd name="T53" fmla="*/ 80 h 115"/>
              <a:gd name="T54" fmla="*/ 45 w 80"/>
              <a:gd name="T55" fmla="*/ 8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0" h="115">
                <a:moveTo>
                  <a:pt x="65" y="48"/>
                </a:moveTo>
                <a:cubicBezTo>
                  <a:pt x="22" y="48"/>
                  <a:pt x="22" y="48"/>
                  <a:pt x="22" y="48"/>
                </a:cubicBezTo>
                <a:cubicBezTo>
                  <a:pt x="22" y="47"/>
                  <a:pt x="22" y="45"/>
                  <a:pt x="22" y="44"/>
                </a:cubicBezTo>
                <a:cubicBezTo>
                  <a:pt x="22" y="33"/>
                  <a:pt x="22" y="33"/>
                  <a:pt x="22" y="33"/>
                </a:cubicBezTo>
                <a:cubicBezTo>
                  <a:pt x="22" y="21"/>
                  <a:pt x="30" y="11"/>
                  <a:pt x="39" y="11"/>
                </a:cubicBezTo>
                <a:cubicBezTo>
                  <a:pt x="48" y="11"/>
                  <a:pt x="56" y="21"/>
                  <a:pt x="56" y="33"/>
                </a:cubicBezTo>
                <a:cubicBezTo>
                  <a:pt x="66" y="33"/>
                  <a:pt x="66" y="33"/>
                  <a:pt x="66" y="33"/>
                </a:cubicBezTo>
                <a:cubicBezTo>
                  <a:pt x="66" y="32"/>
                  <a:pt x="66" y="32"/>
                  <a:pt x="66" y="32"/>
                </a:cubicBezTo>
                <a:cubicBezTo>
                  <a:pt x="66" y="15"/>
                  <a:pt x="54" y="0"/>
                  <a:pt x="39" y="0"/>
                </a:cubicBezTo>
                <a:cubicBezTo>
                  <a:pt x="24" y="0"/>
                  <a:pt x="12" y="15"/>
                  <a:pt x="12" y="33"/>
                </a:cubicBezTo>
                <a:cubicBezTo>
                  <a:pt x="12" y="48"/>
                  <a:pt x="12" y="48"/>
                  <a:pt x="12" y="48"/>
                </a:cubicBezTo>
                <a:cubicBezTo>
                  <a:pt x="5" y="49"/>
                  <a:pt x="0" y="55"/>
                  <a:pt x="0" y="62"/>
                </a:cubicBezTo>
                <a:cubicBezTo>
                  <a:pt x="0" y="100"/>
                  <a:pt x="0" y="100"/>
                  <a:pt x="0" y="100"/>
                </a:cubicBezTo>
                <a:cubicBezTo>
                  <a:pt x="0" y="108"/>
                  <a:pt x="6" y="115"/>
                  <a:pt x="14" y="115"/>
                </a:cubicBezTo>
                <a:cubicBezTo>
                  <a:pt x="66" y="114"/>
                  <a:pt x="66" y="114"/>
                  <a:pt x="66" y="114"/>
                </a:cubicBezTo>
                <a:cubicBezTo>
                  <a:pt x="73" y="114"/>
                  <a:pt x="80" y="108"/>
                  <a:pt x="80" y="100"/>
                </a:cubicBezTo>
                <a:cubicBezTo>
                  <a:pt x="80" y="62"/>
                  <a:pt x="80" y="62"/>
                  <a:pt x="80" y="62"/>
                </a:cubicBezTo>
                <a:cubicBezTo>
                  <a:pt x="80" y="54"/>
                  <a:pt x="73" y="48"/>
                  <a:pt x="65" y="48"/>
                </a:cubicBezTo>
                <a:close/>
                <a:moveTo>
                  <a:pt x="45" y="80"/>
                </a:moveTo>
                <a:cubicBezTo>
                  <a:pt x="48" y="94"/>
                  <a:pt x="48" y="94"/>
                  <a:pt x="48" y="94"/>
                </a:cubicBezTo>
                <a:cubicBezTo>
                  <a:pt x="48" y="99"/>
                  <a:pt x="45" y="103"/>
                  <a:pt x="40" y="103"/>
                </a:cubicBezTo>
                <a:cubicBezTo>
                  <a:pt x="36" y="103"/>
                  <a:pt x="33" y="99"/>
                  <a:pt x="33" y="94"/>
                </a:cubicBezTo>
                <a:cubicBezTo>
                  <a:pt x="36" y="80"/>
                  <a:pt x="36" y="80"/>
                  <a:pt x="36" y="80"/>
                </a:cubicBezTo>
                <a:cubicBezTo>
                  <a:pt x="33" y="79"/>
                  <a:pt x="31" y="76"/>
                  <a:pt x="31" y="72"/>
                </a:cubicBezTo>
                <a:cubicBezTo>
                  <a:pt x="31" y="67"/>
                  <a:pt x="35" y="63"/>
                  <a:pt x="40" y="63"/>
                </a:cubicBezTo>
                <a:cubicBezTo>
                  <a:pt x="45" y="63"/>
                  <a:pt x="50" y="67"/>
                  <a:pt x="50" y="72"/>
                </a:cubicBezTo>
                <a:cubicBezTo>
                  <a:pt x="50" y="76"/>
                  <a:pt x="48" y="78"/>
                  <a:pt x="45" y="80"/>
                </a:cubicBezTo>
                <a:cubicBezTo>
                  <a:pt x="45" y="80"/>
                  <a:pt x="45" y="80"/>
                  <a:pt x="45" y="80"/>
                </a:cubicBezTo>
                <a:close/>
              </a:path>
            </a:pathLst>
          </a:custGeom>
          <a:solidFill>
            <a:schemeClr val="bg2"/>
          </a:solidFill>
          <a:ln>
            <a:noFill/>
          </a:ln>
        </p:spPr>
        <p:txBody>
          <a:bodyPr lIns="68580" tIns="34290" rIns="68580" bIns="34290"/>
          <a:lstStyle/>
          <a:p>
            <a:pPr eaLnBrk="1" fontAlgn="auto" hangingPunct="1">
              <a:spcBef>
                <a:spcPts val="0"/>
              </a:spcBef>
              <a:spcAft>
                <a:spcPts val="0"/>
              </a:spcAft>
              <a:defRPr/>
            </a:pPr>
            <a:endParaRPr lang="en-GB" sz="1350">
              <a:solidFill>
                <a:schemeClr val="bg1"/>
              </a:solidFill>
              <a:latin typeface="+mn-lt"/>
            </a:endParaRPr>
          </a:p>
        </p:txBody>
      </p:sp>
      <p:sp>
        <p:nvSpPr>
          <p:cNvPr id="25" name="TextBox 25">
            <a:extLst>
              <a:ext uri="{FF2B5EF4-FFF2-40B4-BE49-F238E27FC236}">
                <a16:creationId xmlns:a16="http://schemas.microsoft.com/office/drawing/2014/main" id="{65F835C2-09D1-9D31-6C24-038FFE9BC61B}"/>
              </a:ext>
            </a:extLst>
          </p:cNvPr>
          <p:cNvSpPr txBox="1"/>
          <p:nvPr/>
        </p:nvSpPr>
        <p:spPr>
          <a:xfrm>
            <a:off x="8046752" y="5083629"/>
            <a:ext cx="792163" cy="271421"/>
          </a:xfrm>
          <a:prstGeom prst="rect">
            <a:avLst/>
          </a:prstGeom>
          <a:noFill/>
          <a:ln cap="flat">
            <a:noFill/>
          </a:ln>
        </p:spPr>
        <p:txBody>
          <a:bodyPr lIns="68580" tIns="34290" rIns="68580" bIns="34290">
            <a:spAutoFit/>
          </a:bodyPr>
          <a:lstStyle/>
          <a:p>
            <a:pPr algn="ctr" eaLnBrk="1" fontAlgn="auto" hangingPunct="1">
              <a:lnSpc>
                <a:spcPct val="150000"/>
              </a:lnSpc>
              <a:spcBef>
                <a:spcPts val="0"/>
              </a:spcBef>
              <a:spcAft>
                <a:spcPts val="0"/>
              </a:spcAft>
              <a:defRPr/>
            </a:pPr>
            <a:r>
              <a:rPr lang="en-GB" sz="1000" b="1" dirty="0">
                <a:solidFill>
                  <a:schemeClr val="bg1"/>
                </a:solidFill>
                <a:latin typeface="+mj-lt"/>
                <a:ea typeface="Open Sans" panose="020B0606030504020204" pitchFamily="34" charset="0"/>
                <a:cs typeface="Open Sans" panose="020B0606030504020204" pitchFamily="34" charset="0"/>
              </a:rPr>
              <a:t>SECURITY</a:t>
            </a:r>
          </a:p>
        </p:txBody>
      </p:sp>
      <p:sp>
        <p:nvSpPr>
          <p:cNvPr id="27" name="TextBox 25">
            <a:extLst>
              <a:ext uri="{FF2B5EF4-FFF2-40B4-BE49-F238E27FC236}">
                <a16:creationId xmlns:a16="http://schemas.microsoft.com/office/drawing/2014/main" id="{71E7F847-B1A9-0F95-8D38-615EE2B0505F}"/>
              </a:ext>
            </a:extLst>
          </p:cNvPr>
          <p:cNvSpPr txBox="1">
            <a:spLocks noChangeArrowheads="1"/>
          </p:cNvSpPr>
          <p:nvPr/>
        </p:nvSpPr>
        <p:spPr bwMode="auto">
          <a:xfrm>
            <a:off x="2512192" y="5527725"/>
            <a:ext cx="2205369" cy="675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algn="ctr" eaLnBrk="1" hangingPunct="1">
              <a:lnSpc>
                <a:spcPct val="150000"/>
              </a:lnSpc>
            </a:pPr>
            <a:r>
              <a:rPr lang="id-ID" altLang="en-US" sz="900" dirty="0">
                <a:solidFill>
                  <a:schemeClr val="bg1"/>
                </a:solidFill>
                <a:latin typeface="+mn-lt"/>
                <a:cs typeface="Open Sans Light" panose="020B0306030504020204" pitchFamily="34" charset="0"/>
              </a:rPr>
              <a:t>Suitable for all categories business and personal presentation, eaque ipsa</a:t>
            </a:r>
            <a:endParaRPr lang="en-GB" altLang="en-US" sz="900" dirty="0">
              <a:solidFill>
                <a:schemeClr val="bg1"/>
              </a:solidFill>
              <a:latin typeface="+mn-lt"/>
              <a:cs typeface="Open Sans Light" panose="020B0306030504020204" pitchFamily="34" charset="0"/>
            </a:endParaRPr>
          </a:p>
        </p:txBody>
      </p:sp>
      <p:sp>
        <p:nvSpPr>
          <p:cNvPr id="31" name="TextBox 30">
            <a:extLst>
              <a:ext uri="{FF2B5EF4-FFF2-40B4-BE49-F238E27FC236}">
                <a16:creationId xmlns:a16="http://schemas.microsoft.com/office/drawing/2014/main" id="{9FD34577-E165-C1EF-0F3D-F83446DF07DD}"/>
              </a:ext>
            </a:extLst>
          </p:cNvPr>
          <p:cNvSpPr txBox="1"/>
          <p:nvPr/>
        </p:nvSpPr>
        <p:spPr>
          <a:xfrm>
            <a:off x="793387" y="1845289"/>
            <a:ext cx="4285613" cy="430887"/>
          </a:xfrm>
          <a:prstGeom prst="rect">
            <a:avLst/>
          </a:prstGeom>
          <a:noFill/>
        </p:spPr>
        <p:txBody>
          <a:bodyPr wrap="square">
            <a:spAutoFit/>
          </a:bodyPr>
          <a:lstStyle/>
          <a:p>
            <a:pPr eaLnBrk="1" fontAlgn="auto" hangingPunct="1">
              <a:lnSpc>
                <a:spcPct val="150000"/>
              </a:lnSpc>
              <a:spcBef>
                <a:spcPts val="0"/>
              </a:spcBef>
              <a:spcAft>
                <a:spcPts val="0"/>
              </a:spcAft>
              <a:defRPr/>
            </a:pPr>
            <a:r>
              <a:rPr lang="en-US" sz="1600" b="1" dirty="0">
                <a:latin typeface="+mj-lt"/>
              </a:rPr>
              <a:t>Description</a:t>
            </a:r>
          </a:p>
        </p:txBody>
      </p:sp>
      <p:sp>
        <p:nvSpPr>
          <p:cNvPr id="29" name="Rectangle 28">
            <a:extLst>
              <a:ext uri="{FF2B5EF4-FFF2-40B4-BE49-F238E27FC236}">
                <a16:creationId xmlns:a16="http://schemas.microsoft.com/office/drawing/2014/main" id="{710729EC-FE58-609F-B714-CDCE2B219F06}"/>
              </a:ext>
            </a:extLst>
          </p:cNvPr>
          <p:cNvSpPr/>
          <p:nvPr/>
        </p:nvSpPr>
        <p:spPr>
          <a:xfrm>
            <a:off x="774186" y="2330623"/>
            <a:ext cx="3336160" cy="2102499"/>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r>
              <a:rPr lang="en-US" sz="1100" dirty="0" err="1">
                <a:solidFill>
                  <a:schemeClr val="tx1">
                    <a:lumMod val="65000"/>
                    <a:lumOff val="35000"/>
                  </a:schemeClr>
                </a:solidFill>
              </a:rPr>
              <a:t>Excepteur</a:t>
            </a:r>
            <a:r>
              <a:rPr lang="en-US" sz="1100" dirty="0">
                <a:solidFill>
                  <a:schemeClr val="tx1">
                    <a:lumMod val="65000"/>
                    <a:lumOff val="35000"/>
                  </a:schemeClr>
                </a:solidFill>
              </a:rPr>
              <a:t> </a:t>
            </a:r>
            <a:r>
              <a:rPr lang="en-US" sz="1100" dirty="0" err="1">
                <a:solidFill>
                  <a:schemeClr val="tx1">
                    <a:lumMod val="65000"/>
                    <a:lumOff val="35000"/>
                  </a:schemeClr>
                </a:solidFill>
              </a:rPr>
              <a:t>sint</a:t>
            </a:r>
            <a:r>
              <a:rPr lang="en-US" sz="1100" dirty="0">
                <a:solidFill>
                  <a:schemeClr val="tx1">
                    <a:lumMod val="65000"/>
                    <a:lumOff val="35000"/>
                  </a:schemeClr>
                </a:solidFill>
              </a:rPr>
              <a:t> </a:t>
            </a:r>
            <a:r>
              <a:rPr lang="en-US" sz="1100" dirty="0" err="1">
                <a:solidFill>
                  <a:schemeClr val="tx1">
                    <a:lumMod val="65000"/>
                    <a:lumOff val="35000"/>
                  </a:schemeClr>
                </a:solidFill>
              </a:rPr>
              <a:t>occaecat</a:t>
            </a:r>
            <a:r>
              <a:rPr lang="en-US" sz="1100" dirty="0">
                <a:solidFill>
                  <a:schemeClr val="tx1">
                    <a:lumMod val="65000"/>
                    <a:lumOff val="35000"/>
                  </a:schemeClr>
                </a:solidFill>
              </a:rPr>
              <a:t> </a:t>
            </a:r>
            <a:r>
              <a:rPr lang="en-US" sz="1100" dirty="0" err="1">
                <a:solidFill>
                  <a:schemeClr val="tx1">
                    <a:lumMod val="65000"/>
                    <a:lumOff val="35000"/>
                  </a:schemeClr>
                </a:solidFill>
              </a:rPr>
              <a:t>cupidatat</a:t>
            </a:r>
            <a:r>
              <a:rPr lang="en-US" sz="1100" dirty="0">
                <a:solidFill>
                  <a:schemeClr val="tx1">
                    <a:lumMod val="65000"/>
                    <a:lumOff val="35000"/>
                  </a:schemeClr>
                </a:solidFill>
              </a:rPr>
              <a:t> non </a:t>
            </a:r>
            <a:r>
              <a:rPr lang="en-US" sz="1100" dirty="0" err="1">
                <a:solidFill>
                  <a:schemeClr val="tx1">
                    <a:lumMod val="65000"/>
                    <a:lumOff val="35000"/>
                  </a:schemeClr>
                </a:solidFill>
              </a:rPr>
              <a:t>proident</a:t>
            </a:r>
            <a:r>
              <a:rPr lang="en-US" sz="1100" dirty="0">
                <a:solidFill>
                  <a:schemeClr val="tx1">
                    <a:lumMod val="65000"/>
                    <a:lumOff val="35000"/>
                  </a:schemeClr>
                </a:solidFill>
              </a:rPr>
              <a:t>, </a:t>
            </a:r>
            <a:r>
              <a:rPr lang="en-US" sz="1100" dirty="0" err="1">
                <a:solidFill>
                  <a:schemeClr val="tx1">
                    <a:lumMod val="65000"/>
                    <a:lumOff val="35000"/>
                  </a:schemeClr>
                </a:solidFill>
              </a:rPr>
              <a:t>sunt</a:t>
            </a:r>
            <a:r>
              <a:rPr lang="en-US" sz="1100" dirty="0">
                <a:solidFill>
                  <a:schemeClr val="tx1">
                    <a:lumMod val="65000"/>
                    <a:lumOff val="35000"/>
                  </a:schemeClr>
                </a:solidFill>
              </a:rPr>
              <a:t> in culpa qui </a:t>
            </a:r>
            <a:r>
              <a:rPr lang="en-US" sz="1100" dirty="0" err="1">
                <a:solidFill>
                  <a:schemeClr val="tx1">
                    <a:lumMod val="65000"/>
                    <a:lumOff val="35000"/>
                  </a:schemeClr>
                </a:solidFill>
              </a:rPr>
              <a:t>officia</a:t>
            </a:r>
            <a:r>
              <a:rPr lang="en-US" sz="1100" dirty="0">
                <a:solidFill>
                  <a:schemeClr val="tx1">
                    <a:lumMod val="65000"/>
                    <a:lumOff val="35000"/>
                  </a:schemeClr>
                </a:solidFill>
              </a:rPr>
              <a:t> </a:t>
            </a:r>
            <a:r>
              <a:rPr lang="en-US" sz="1100" dirty="0" err="1">
                <a:solidFill>
                  <a:schemeClr val="tx1">
                    <a:lumMod val="65000"/>
                    <a:lumOff val="35000"/>
                  </a:schemeClr>
                </a:solidFill>
              </a:rPr>
              <a:t>deserunt</a:t>
            </a:r>
            <a:r>
              <a:rPr lang="en-US" sz="1100" dirty="0">
                <a:solidFill>
                  <a:schemeClr val="tx1">
                    <a:lumMod val="65000"/>
                    <a:lumOff val="35000"/>
                  </a:schemeClr>
                </a:solidFill>
              </a:rPr>
              <a:t> </a:t>
            </a:r>
            <a:r>
              <a:rPr lang="en-US" sz="1100" dirty="0" err="1">
                <a:solidFill>
                  <a:schemeClr val="tx1">
                    <a:lumMod val="65000"/>
                    <a:lumOff val="35000"/>
                  </a:schemeClr>
                </a:solidFill>
              </a:rPr>
              <a:t>mollit</a:t>
            </a:r>
            <a:r>
              <a:rPr lang="en-US" sz="1100" dirty="0">
                <a:solidFill>
                  <a:schemeClr val="tx1">
                    <a:lumMod val="65000"/>
                    <a:lumOff val="35000"/>
                  </a:schemeClr>
                </a:solidFill>
              </a:rPr>
              <a:t> </a:t>
            </a:r>
            <a:r>
              <a:rPr lang="en-US" sz="1100" dirty="0" err="1">
                <a:solidFill>
                  <a:schemeClr val="tx1">
                    <a:lumMod val="65000"/>
                    <a:lumOff val="35000"/>
                  </a:schemeClr>
                </a:solidFill>
              </a:rPr>
              <a:t>anim</a:t>
            </a:r>
            <a:r>
              <a:rPr lang="en-US" sz="1100" dirty="0">
                <a:solidFill>
                  <a:schemeClr val="tx1">
                    <a:lumMod val="65000"/>
                    <a:lumOff val="35000"/>
                  </a:schemeClr>
                </a:solidFill>
              </a:rPr>
              <a:t> id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laborum</a:t>
            </a:r>
            <a:r>
              <a:rPr lang="en-US" sz="1100" dirty="0">
                <a:solidFill>
                  <a:schemeClr val="tx1">
                    <a:lumMod val="65000"/>
                    <a:lumOff val="35000"/>
                  </a:schemeClr>
                </a:solidFill>
              </a:rPr>
              <a:t>. </a:t>
            </a:r>
            <a:r>
              <a:rPr lang="en-US" sz="1100" dirty="0" err="1">
                <a:solidFill>
                  <a:schemeClr val="tx1">
                    <a:lumMod val="65000"/>
                    <a:lumOff val="35000"/>
                  </a:schemeClr>
                </a:solidFill>
              </a:rPr>
              <a:t>Vestibulum</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a:t>
            </a:r>
            <a:r>
              <a:rPr lang="en-US" sz="1100" dirty="0" err="1">
                <a:solidFill>
                  <a:schemeClr val="tx1">
                    <a:lumMod val="65000"/>
                    <a:lumOff val="35000"/>
                  </a:schemeClr>
                </a:solidFill>
              </a:rPr>
              <a:t>tortor</a:t>
            </a:r>
            <a:r>
              <a:rPr lang="en-US" sz="1100" dirty="0">
                <a:solidFill>
                  <a:schemeClr val="tx1">
                    <a:lumMod val="65000"/>
                    <a:lumOff val="35000"/>
                  </a:schemeClr>
                </a:solidFill>
              </a:rPr>
              <a:t> id mi. </a:t>
            </a:r>
          </a:p>
        </p:txBody>
      </p:sp>
      <p:sp>
        <p:nvSpPr>
          <p:cNvPr id="42" name="Oval 41">
            <a:extLst>
              <a:ext uri="{FF2B5EF4-FFF2-40B4-BE49-F238E27FC236}">
                <a16:creationId xmlns:a16="http://schemas.microsoft.com/office/drawing/2014/main" id="{F92DE3AF-2BCB-F478-81C0-B9C5D44086FA}"/>
              </a:ext>
            </a:extLst>
          </p:cNvPr>
          <p:cNvSpPr/>
          <p:nvPr/>
        </p:nvSpPr>
        <p:spPr>
          <a:xfrm>
            <a:off x="4433725" y="1984239"/>
            <a:ext cx="179577" cy="179577"/>
          </a:xfrm>
          <a:prstGeom prst="ellipse">
            <a:avLst/>
          </a:prstGeom>
          <a:solidFill>
            <a:srgbClr val="580C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43" name="Oval 42">
            <a:extLst>
              <a:ext uri="{FF2B5EF4-FFF2-40B4-BE49-F238E27FC236}">
                <a16:creationId xmlns:a16="http://schemas.microsoft.com/office/drawing/2014/main" id="{89C504CC-37CD-B9C3-0970-77A6E6AEBCD1}"/>
              </a:ext>
            </a:extLst>
          </p:cNvPr>
          <p:cNvSpPr/>
          <p:nvPr/>
        </p:nvSpPr>
        <p:spPr>
          <a:xfrm>
            <a:off x="4433725" y="3390728"/>
            <a:ext cx="179268" cy="17957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44" name="Oval 43">
            <a:extLst>
              <a:ext uri="{FF2B5EF4-FFF2-40B4-BE49-F238E27FC236}">
                <a16:creationId xmlns:a16="http://schemas.microsoft.com/office/drawing/2014/main" id="{22A7F5CA-83E4-2562-7825-E5562520F154}"/>
              </a:ext>
            </a:extLst>
          </p:cNvPr>
          <p:cNvSpPr/>
          <p:nvPr/>
        </p:nvSpPr>
        <p:spPr>
          <a:xfrm>
            <a:off x="8151051" y="1984238"/>
            <a:ext cx="179268" cy="179577"/>
          </a:xfrm>
          <a:prstGeom prst="ellipse">
            <a:avLst/>
          </a:prstGeom>
          <a:solidFill>
            <a:srgbClr val="C5223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45" name="Oval 44">
            <a:extLst>
              <a:ext uri="{FF2B5EF4-FFF2-40B4-BE49-F238E27FC236}">
                <a16:creationId xmlns:a16="http://schemas.microsoft.com/office/drawing/2014/main" id="{CFDB57C0-E44F-22A8-FE8B-CF57CB03C0E0}"/>
              </a:ext>
            </a:extLst>
          </p:cNvPr>
          <p:cNvSpPr/>
          <p:nvPr/>
        </p:nvSpPr>
        <p:spPr>
          <a:xfrm>
            <a:off x="8150742" y="3391000"/>
            <a:ext cx="179577" cy="179577"/>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baseline="-25000" dirty="0"/>
          </a:p>
        </p:txBody>
      </p:sp>
      <p:sp>
        <p:nvSpPr>
          <p:cNvPr id="32" name="TextBox 25">
            <a:extLst>
              <a:ext uri="{FF2B5EF4-FFF2-40B4-BE49-F238E27FC236}">
                <a16:creationId xmlns:a16="http://schemas.microsoft.com/office/drawing/2014/main" id="{EA73CB71-EACC-B8E3-AD82-BFF629DE671D}"/>
              </a:ext>
            </a:extLst>
          </p:cNvPr>
          <p:cNvSpPr txBox="1">
            <a:spLocks noChangeArrowheads="1"/>
          </p:cNvSpPr>
          <p:nvPr/>
        </p:nvSpPr>
        <p:spPr bwMode="auto">
          <a:xfrm>
            <a:off x="4822256" y="5527724"/>
            <a:ext cx="2205369" cy="675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algn="ctr" eaLnBrk="1" hangingPunct="1">
              <a:lnSpc>
                <a:spcPct val="150000"/>
              </a:lnSpc>
            </a:pPr>
            <a:r>
              <a:rPr lang="id-ID" altLang="en-US" sz="900" dirty="0">
                <a:solidFill>
                  <a:schemeClr val="bg1"/>
                </a:solidFill>
                <a:latin typeface="+mn-lt"/>
                <a:cs typeface="Open Sans Light" panose="020B0306030504020204" pitchFamily="34" charset="0"/>
              </a:rPr>
              <a:t>Suitable for all categories business and personal presentation, eaque ipsa</a:t>
            </a:r>
            <a:endParaRPr lang="en-GB" altLang="en-US" sz="900" dirty="0">
              <a:solidFill>
                <a:schemeClr val="bg1"/>
              </a:solidFill>
              <a:latin typeface="+mn-lt"/>
              <a:cs typeface="Open Sans Light" panose="020B0306030504020204" pitchFamily="34" charset="0"/>
            </a:endParaRPr>
          </a:p>
        </p:txBody>
      </p:sp>
      <p:sp>
        <p:nvSpPr>
          <p:cNvPr id="33" name="TextBox 25">
            <a:extLst>
              <a:ext uri="{FF2B5EF4-FFF2-40B4-BE49-F238E27FC236}">
                <a16:creationId xmlns:a16="http://schemas.microsoft.com/office/drawing/2014/main" id="{ABDF67A1-C82E-22AF-EC72-091565022951}"/>
              </a:ext>
            </a:extLst>
          </p:cNvPr>
          <p:cNvSpPr txBox="1">
            <a:spLocks noChangeArrowheads="1"/>
          </p:cNvSpPr>
          <p:nvPr/>
        </p:nvSpPr>
        <p:spPr bwMode="auto">
          <a:xfrm>
            <a:off x="7103442" y="5527723"/>
            <a:ext cx="2205369" cy="675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algn="ctr" eaLnBrk="1" hangingPunct="1">
              <a:lnSpc>
                <a:spcPct val="150000"/>
              </a:lnSpc>
            </a:pPr>
            <a:r>
              <a:rPr lang="id-ID" altLang="en-US" sz="900" dirty="0">
                <a:solidFill>
                  <a:schemeClr val="bg1"/>
                </a:solidFill>
                <a:latin typeface="+mn-lt"/>
                <a:cs typeface="Open Sans Light" panose="020B0306030504020204" pitchFamily="34" charset="0"/>
              </a:rPr>
              <a:t>Suitable for all categories business and personal presentation, eaque ipsa</a:t>
            </a:r>
            <a:endParaRPr lang="en-GB" altLang="en-US" sz="900" dirty="0">
              <a:solidFill>
                <a:schemeClr val="bg1"/>
              </a:solidFill>
              <a:latin typeface="+mn-lt"/>
              <a:cs typeface="Open Sans Light" panose="020B0306030504020204" pitchFamily="34" charset="0"/>
            </a:endParaRPr>
          </a:p>
        </p:txBody>
      </p:sp>
      <p:sp>
        <p:nvSpPr>
          <p:cNvPr id="2" name="Slide Number Placeholder 1">
            <a:extLst>
              <a:ext uri="{FF2B5EF4-FFF2-40B4-BE49-F238E27FC236}">
                <a16:creationId xmlns:a16="http://schemas.microsoft.com/office/drawing/2014/main" id="{B18778F3-5E28-30A6-F1E4-6322270EC2CB}"/>
              </a:ext>
            </a:extLst>
          </p:cNvPr>
          <p:cNvSpPr>
            <a:spLocks noGrp="1"/>
          </p:cNvSpPr>
          <p:nvPr>
            <p:ph type="sldNum" sz="quarter" idx="11"/>
          </p:nvPr>
        </p:nvSpPr>
        <p:spPr/>
        <p:txBody>
          <a:bodyPr/>
          <a:lstStyle/>
          <a:p>
            <a:fld id="{7737D3DD-0AB3-4F16-99FA-6262B2B4036D}" type="slidenum">
              <a:rPr lang="en-MY" smtClean="0"/>
              <a:t>28</a:t>
            </a:fld>
            <a:endParaRPr lang="en-MY"/>
          </a:p>
        </p:txBody>
      </p:sp>
      <p:sp>
        <p:nvSpPr>
          <p:cNvPr id="34" name="Rectangle 33">
            <a:extLst>
              <a:ext uri="{FF2B5EF4-FFF2-40B4-BE49-F238E27FC236}">
                <a16:creationId xmlns:a16="http://schemas.microsoft.com/office/drawing/2014/main" id="{BA89D0A9-1D12-AA12-D1CA-B77F2A267DA5}"/>
              </a:ext>
            </a:extLst>
          </p:cNvPr>
          <p:cNvSpPr/>
          <p:nvPr/>
        </p:nvSpPr>
        <p:spPr>
          <a:xfrm>
            <a:off x="4690586" y="1918059"/>
            <a:ext cx="3156584" cy="1086836"/>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35" name="Rectangle 34">
            <a:extLst>
              <a:ext uri="{FF2B5EF4-FFF2-40B4-BE49-F238E27FC236}">
                <a16:creationId xmlns:a16="http://schemas.microsoft.com/office/drawing/2014/main" id="{E007C657-59BD-4425-575B-6AC9B0F84EFD}"/>
              </a:ext>
            </a:extLst>
          </p:cNvPr>
          <p:cNvSpPr/>
          <p:nvPr/>
        </p:nvSpPr>
        <p:spPr>
          <a:xfrm>
            <a:off x="4690586" y="3263312"/>
            <a:ext cx="3156584" cy="1086836"/>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36" name="Rectangle 35">
            <a:extLst>
              <a:ext uri="{FF2B5EF4-FFF2-40B4-BE49-F238E27FC236}">
                <a16:creationId xmlns:a16="http://schemas.microsoft.com/office/drawing/2014/main" id="{79C5210F-8B6D-1EB9-D9C3-47119A1B254D}"/>
              </a:ext>
            </a:extLst>
          </p:cNvPr>
          <p:cNvSpPr/>
          <p:nvPr/>
        </p:nvSpPr>
        <p:spPr>
          <a:xfrm>
            <a:off x="8427410" y="1867500"/>
            <a:ext cx="3156584" cy="1086836"/>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37" name="Rectangle 36">
            <a:extLst>
              <a:ext uri="{FF2B5EF4-FFF2-40B4-BE49-F238E27FC236}">
                <a16:creationId xmlns:a16="http://schemas.microsoft.com/office/drawing/2014/main" id="{3BF3A171-6AEF-4BC3-2075-9E43DD2F220B}"/>
              </a:ext>
            </a:extLst>
          </p:cNvPr>
          <p:cNvSpPr/>
          <p:nvPr/>
        </p:nvSpPr>
        <p:spPr>
          <a:xfrm>
            <a:off x="8427410" y="3212753"/>
            <a:ext cx="3156584" cy="1086836"/>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28" name="TextBox 27">
            <a:extLst>
              <a:ext uri="{FF2B5EF4-FFF2-40B4-BE49-F238E27FC236}">
                <a16:creationId xmlns:a16="http://schemas.microsoft.com/office/drawing/2014/main" id="{7A854C96-E7A7-F8C9-BA34-6C85368C4146}"/>
              </a:ext>
            </a:extLst>
          </p:cNvPr>
          <p:cNvSpPr txBox="1"/>
          <p:nvPr/>
        </p:nvSpPr>
        <p:spPr>
          <a:xfrm>
            <a:off x="2343517" y="898114"/>
            <a:ext cx="7162845"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ADD YOUR TITLE HERE</a:t>
            </a:r>
          </a:p>
        </p:txBody>
      </p:sp>
    </p:spTree>
    <p:extLst>
      <p:ext uri="{BB962C8B-B14F-4D97-AF65-F5344CB8AC3E}">
        <p14:creationId xmlns:p14="http://schemas.microsoft.com/office/powerpoint/2010/main" val="3747096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anim calcmode="lin" valueType="num">
                                      <p:cBhvr>
                                        <p:cTn id="8" dur="500" fill="hold"/>
                                        <p:tgtEl>
                                          <p:spTgt spid="27"/>
                                        </p:tgtEl>
                                        <p:attrNameLst>
                                          <p:attrName>ppt_x</p:attrName>
                                        </p:attrNameLst>
                                      </p:cBhvr>
                                      <p:tavLst>
                                        <p:tav tm="0">
                                          <p:val>
                                            <p:strVal val="#ppt_x"/>
                                          </p:val>
                                        </p:tav>
                                        <p:tav tm="100000">
                                          <p:val>
                                            <p:strVal val="#ppt_x"/>
                                          </p:val>
                                        </p:tav>
                                      </p:tavLst>
                                    </p:anim>
                                    <p:anim calcmode="lin" valueType="num">
                                      <p:cBhvr>
                                        <p:cTn id="9" dur="500" fill="hold"/>
                                        <p:tgtEl>
                                          <p:spTgt spid="2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anim calcmode="lin" valueType="num">
                                      <p:cBhvr>
                                        <p:cTn id="13" dur="500" fill="hold"/>
                                        <p:tgtEl>
                                          <p:spTgt spid="15"/>
                                        </p:tgtEl>
                                        <p:attrNameLst>
                                          <p:attrName>ppt_x</p:attrName>
                                        </p:attrNameLst>
                                      </p:cBhvr>
                                      <p:tavLst>
                                        <p:tav tm="0">
                                          <p:val>
                                            <p:strVal val="#ppt_x"/>
                                          </p:val>
                                        </p:tav>
                                        <p:tav tm="100000">
                                          <p:val>
                                            <p:strVal val="#ppt_x"/>
                                          </p:val>
                                        </p:tav>
                                      </p:tavLst>
                                    </p:anim>
                                    <p:anim calcmode="lin" valueType="num">
                                      <p:cBhvr>
                                        <p:cTn id="14" dur="5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anim calcmode="lin" valueType="num">
                                      <p:cBhvr>
                                        <p:cTn id="18" dur="500" fill="hold"/>
                                        <p:tgtEl>
                                          <p:spTgt spid="16"/>
                                        </p:tgtEl>
                                        <p:attrNameLst>
                                          <p:attrName>ppt_x</p:attrName>
                                        </p:attrNameLst>
                                      </p:cBhvr>
                                      <p:tavLst>
                                        <p:tav tm="0">
                                          <p:val>
                                            <p:strVal val="#ppt_x"/>
                                          </p:val>
                                        </p:tav>
                                        <p:tav tm="100000">
                                          <p:val>
                                            <p:strVal val="#ppt_x"/>
                                          </p:val>
                                        </p:tav>
                                      </p:tavLst>
                                    </p:anim>
                                    <p:anim calcmode="lin" valueType="num">
                                      <p:cBhvr>
                                        <p:cTn id="19" dur="500" fill="hold"/>
                                        <p:tgtEl>
                                          <p:spTgt spid="1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anim calcmode="lin" valueType="num">
                                      <p:cBhvr>
                                        <p:cTn id="23" dur="500" fill="hold"/>
                                        <p:tgtEl>
                                          <p:spTgt spid="18"/>
                                        </p:tgtEl>
                                        <p:attrNameLst>
                                          <p:attrName>ppt_x</p:attrName>
                                        </p:attrNameLst>
                                      </p:cBhvr>
                                      <p:tavLst>
                                        <p:tav tm="0">
                                          <p:val>
                                            <p:strVal val="#ppt_x"/>
                                          </p:val>
                                        </p:tav>
                                        <p:tav tm="100000">
                                          <p:val>
                                            <p:strVal val="#ppt_x"/>
                                          </p:val>
                                        </p:tav>
                                      </p:tavLst>
                                    </p:anim>
                                    <p:anim calcmode="lin" valueType="num">
                                      <p:cBhvr>
                                        <p:cTn id="24" dur="500" fill="hold"/>
                                        <p:tgtEl>
                                          <p:spTgt spid="1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anim calcmode="lin" valueType="num">
                                      <p:cBhvr>
                                        <p:cTn id="28" dur="500" fill="hold"/>
                                        <p:tgtEl>
                                          <p:spTgt spid="23"/>
                                        </p:tgtEl>
                                        <p:attrNameLst>
                                          <p:attrName>ppt_x</p:attrName>
                                        </p:attrNameLst>
                                      </p:cBhvr>
                                      <p:tavLst>
                                        <p:tav tm="0">
                                          <p:val>
                                            <p:strVal val="#ppt_x"/>
                                          </p:val>
                                        </p:tav>
                                        <p:tav tm="100000">
                                          <p:val>
                                            <p:strVal val="#ppt_x"/>
                                          </p:val>
                                        </p:tav>
                                      </p:tavLst>
                                    </p:anim>
                                    <p:anim calcmode="lin" valueType="num">
                                      <p:cBhvr>
                                        <p:cTn id="29" dur="500" fill="hold"/>
                                        <p:tgtEl>
                                          <p:spTgt spid="23"/>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anim calcmode="lin" valueType="num">
                                      <p:cBhvr>
                                        <p:cTn id="33" dur="500" fill="hold"/>
                                        <p:tgtEl>
                                          <p:spTgt spid="24"/>
                                        </p:tgtEl>
                                        <p:attrNameLst>
                                          <p:attrName>ppt_x</p:attrName>
                                        </p:attrNameLst>
                                      </p:cBhvr>
                                      <p:tavLst>
                                        <p:tav tm="0">
                                          <p:val>
                                            <p:strVal val="#ppt_x"/>
                                          </p:val>
                                        </p:tav>
                                        <p:tav tm="100000">
                                          <p:val>
                                            <p:strVal val="#ppt_x"/>
                                          </p:val>
                                        </p:tav>
                                      </p:tavLst>
                                    </p:anim>
                                    <p:anim calcmode="lin" valueType="num">
                                      <p:cBhvr>
                                        <p:cTn id="34" dur="500" fill="hold"/>
                                        <p:tgtEl>
                                          <p:spTgt spid="24"/>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00"/>
                                        <p:tgtEl>
                                          <p:spTgt spid="25"/>
                                        </p:tgtEl>
                                      </p:cBhvr>
                                    </p:animEffect>
                                    <p:anim calcmode="lin" valueType="num">
                                      <p:cBhvr>
                                        <p:cTn id="38" dur="500" fill="hold"/>
                                        <p:tgtEl>
                                          <p:spTgt spid="25"/>
                                        </p:tgtEl>
                                        <p:attrNameLst>
                                          <p:attrName>ppt_x</p:attrName>
                                        </p:attrNameLst>
                                      </p:cBhvr>
                                      <p:tavLst>
                                        <p:tav tm="0">
                                          <p:val>
                                            <p:strVal val="#ppt_x"/>
                                          </p:val>
                                        </p:tav>
                                        <p:tav tm="100000">
                                          <p:val>
                                            <p:strVal val="#ppt_x"/>
                                          </p:val>
                                        </p:tav>
                                      </p:tavLst>
                                    </p:anim>
                                    <p:anim calcmode="lin" valueType="num">
                                      <p:cBhvr>
                                        <p:cTn id="39" dur="500" fill="hold"/>
                                        <p:tgtEl>
                                          <p:spTgt spid="25"/>
                                        </p:tgtEl>
                                        <p:attrNameLst>
                                          <p:attrName>ppt_y</p:attrName>
                                        </p:attrNameLst>
                                      </p:cBhvr>
                                      <p:tavLst>
                                        <p:tav tm="0">
                                          <p:val>
                                            <p:strVal val="#ppt_y+.1"/>
                                          </p:val>
                                        </p:tav>
                                        <p:tav tm="100000">
                                          <p:val>
                                            <p:strVal val="#ppt_y"/>
                                          </p:val>
                                        </p:tav>
                                      </p:tavLst>
                                    </p:anim>
                                  </p:childTnLst>
                                </p:cTn>
                              </p:par>
                              <p:par>
                                <p:cTn id="40" presetID="22" presetClass="entr" presetSubtype="8"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wipe(left)">
                                      <p:cBhvr>
                                        <p:cTn id="42" dur="500"/>
                                        <p:tgtEl>
                                          <p:spTgt spid="31"/>
                                        </p:tgtEl>
                                      </p:cBhvr>
                                    </p:animEffect>
                                  </p:childTnLst>
                                </p:cTn>
                              </p:par>
                            </p:childTnLst>
                          </p:cTn>
                        </p:par>
                        <p:par>
                          <p:cTn id="43" fill="hold">
                            <p:stCondLst>
                              <p:cond delay="500"/>
                            </p:stCondLst>
                            <p:childTnLst>
                              <p:par>
                                <p:cTn id="44" presetID="49" presetClass="entr" presetSubtype="0" decel="100000" fill="hold" grpId="0" nodeType="afterEffect">
                                  <p:stCondLst>
                                    <p:cond delay="0"/>
                                  </p:stCondLst>
                                  <p:childTnLst>
                                    <p:set>
                                      <p:cBhvr>
                                        <p:cTn id="45" dur="1" fill="hold">
                                          <p:stCondLst>
                                            <p:cond delay="0"/>
                                          </p:stCondLst>
                                        </p:cTn>
                                        <p:tgtEl>
                                          <p:spTgt spid="42"/>
                                        </p:tgtEl>
                                        <p:attrNameLst>
                                          <p:attrName>style.visibility</p:attrName>
                                        </p:attrNameLst>
                                      </p:cBhvr>
                                      <p:to>
                                        <p:strVal val="visible"/>
                                      </p:to>
                                    </p:set>
                                    <p:anim calcmode="lin" valueType="num">
                                      <p:cBhvr>
                                        <p:cTn id="46" dur="500" fill="hold"/>
                                        <p:tgtEl>
                                          <p:spTgt spid="42"/>
                                        </p:tgtEl>
                                        <p:attrNameLst>
                                          <p:attrName>ppt_w</p:attrName>
                                        </p:attrNameLst>
                                      </p:cBhvr>
                                      <p:tavLst>
                                        <p:tav tm="0">
                                          <p:val>
                                            <p:fltVal val="0"/>
                                          </p:val>
                                        </p:tav>
                                        <p:tav tm="100000">
                                          <p:val>
                                            <p:strVal val="#ppt_w"/>
                                          </p:val>
                                        </p:tav>
                                      </p:tavLst>
                                    </p:anim>
                                    <p:anim calcmode="lin" valueType="num">
                                      <p:cBhvr>
                                        <p:cTn id="47" dur="500" fill="hold"/>
                                        <p:tgtEl>
                                          <p:spTgt spid="42"/>
                                        </p:tgtEl>
                                        <p:attrNameLst>
                                          <p:attrName>ppt_h</p:attrName>
                                        </p:attrNameLst>
                                      </p:cBhvr>
                                      <p:tavLst>
                                        <p:tav tm="0">
                                          <p:val>
                                            <p:fltVal val="0"/>
                                          </p:val>
                                        </p:tav>
                                        <p:tav tm="100000">
                                          <p:val>
                                            <p:strVal val="#ppt_h"/>
                                          </p:val>
                                        </p:tav>
                                      </p:tavLst>
                                    </p:anim>
                                    <p:anim calcmode="lin" valueType="num">
                                      <p:cBhvr>
                                        <p:cTn id="48" dur="500" fill="hold"/>
                                        <p:tgtEl>
                                          <p:spTgt spid="42"/>
                                        </p:tgtEl>
                                        <p:attrNameLst>
                                          <p:attrName>style.rotation</p:attrName>
                                        </p:attrNameLst>
                                      </p:cBhvr>
                                      <p:tavLst>
                                        <p:tav tm="0">
                                          <p:val>
                                            <p:fltVal val="360"/>
                                          </p:val>
                                        </p:tav>
                                        <p:tav tm="100000">
                                          <p:val>
                                            <p:fltVal val="0"/>
                                          </p:val>
                                        </p:tav>
                                      </p:tavLst>
                                    </p:anim>
                                    <p:animEffect transition="in" filter="fade">
                                      <p:cBhvr>
                                        <p:cTn id="49" dur="500"/>
                                        <p:tgtEl>
                                          <p:spTgt spid="42"/>
                                        </p:tgtEl>
                                      </p:cBhvr>
                                    </p:animEffect>
                                  </p:childTnLst>
                                </p:cTn>
                              </p:par>
                            </p:childTnLst>
                          </p:cTn>
                        </p:par>
                        <p:par>
                          <p:cTn id="50" fill="hold">
                            <p:stCondLst>
                              <p:cond delay="1000"/>
                            </p:stCondLst>
                            <p:childTnLst>
                              <p:par>
                                <p:cTn id="51" presetID="49" presetClass="entr" presetSubtype="0" decel="100000" fill="hold" grpId="0" nodeType="afterEffect">
                                  <p:stCondLst>
                                    <p:cond delay="0"/>
                                  </p:stCondLst>
                                  <p:childTnLst>
                                    <p:set>
                                      <p:cBhvr>
                                        <p:cTn id="52" dur="1" fill="hold">
                                          <p:stCondLst>
                                            <p:cond delay="0"/>
                                          </p:stCondLst>
                                        </p:cTn>
                                        <p:tgtEl>
                                          <p:spTgt spid="43"/>
                                        </p:tgtEl>
                                        <p:attrNameLst>
                                          <p:attrName>style.visibility</p:attrName>
                                        </p:attrNameLst>
                                      </p:cBhvr>
                                      <p:to>
                                        <p:strVal val="visible"/>
                                      </p:to>
                                    </p:set>
                                    <p:anim calcmode="lin" valueType="num">
                                      <p:cBhvr>
                                        <p:cTn id="53" dur="500" fill="hold"/>
                                        <p:tgtEl>
                                          <p:spTgt spid="43"/>
                                        </p:tgtEl>
                                        <p:attrNameLst>
                                          <p:attrName>ppt_w</p:attrName>
                                        </p:attrNameLst>
                                      </p:cBhvr>
                                      <p:tavLst>
                                        <p:tav tm="0">
                                          <p:val>
                                            <p:fltVal val="0"/>
                                          </p:val>
                                        </p:tav>
                                        <p:tav tm="100000">
                                          <p:val>
                                            <p:strVal val="#ppt_w"/>
                                          </p:val>
                                        </p:tav>
                                      </p:tavLst>
                                    </p:anim>
                                    <p:anim calcmode="lin" valueType="num">
                                      <p:cBhvr>
                                        <p:cTn id="54" dur="500" fill="hold"/>
                                        <p:tgtEl>
                                          <p:spTgt spid="43"/>
                                        </p:tgtEl>
                                        <p:attrNameLst>
                                          <p:attrName>ppt_h</p:attrName>
                                        </p:attrNameLst>
                                      </p:cBhvr>
                                      <p:tavLst>
                                        <p:tav tm="0">
                                          <p:val>
                                            <p:fltVal val="0"/>
                                          </p:val>
                                        </p:tav>
                                        <p:tav tm="100000">
                                          <p:val>
                                            <p:strVal val="#ppt_h"/>
                                          </p:val>
                                        </p:tav>
                                      </p:tavLst>
                                    </p:anim>
                                    <p:anim calcmode="lin" valueType="num">
                                      <p:cBhvr>
                                        <p:cTn id="55" dur="500" fill="hold"/>
                                        <p:tgtEl>
                                          <p:spTgt spid="43"/>
                                        </p:tgtEl>
                                        <p:attrNameLst>
                                          <p:attrName>style.rotation</p:attrName>
                                        </p:attrNameLst>
                                      </p:cBhvr>
                                      <p:tavLst>
                                        <p:tav tm="0">
                                          <p:val>
                                            <p:fltVal val="360"/>
                                          </p:val>
                                        </p:tav>
                                        <p:tav tm="100000">
                                          <p:val>
                                            <p:fltVal val="0"/>
                                          </p:val>
                                        </p:tav>
                                      </p:tavLst>
                                    </p:anim>
                                    <p:animEffect transition="in" filter="fade">
                                      <p:cBhvr>
                                        <p:cTn id="56" dur="500"/>
                                        <p:tgtEl>
                                          <p:spTgt spid="43"/>
                                        </p:tgtEl>
                                      </p:cBhvr>
                                    </p:animEffect>
                                  </p:childTnLst>
                                </p:cTn>
                              </p:par>
                            </p:childTnLst>
                          </p:cTn>
                        </p:par>
                        <p:par>
                          <p:cTn id="57" fill="hold">
                            <p:stCondLst>
                              <p:cond delay="1500"/>
                            </p:stCondLst>
                            <p:childTnLst>
                              <p:par>
                                <p:cTn id="58" presetID="49" presetClass="entr" presetSubtype="0" decel="100000" fill="hold" grpId="0" nodeType="afterEffect">
                                  <p:stCondLst>
                                    <p:cond delay="0"/>
                                  </p:stCondLst>
                                  <p:childTnLst>
                                    <p:set>
                                      <p:cBhvr>
                                        <p:cTn id="59" dur="1" fill="hold">
                                          <p:stCondLst>
                                            <p:cond delay="0"/>
                                          </p:stCondLst>
                                        </p:cTn>
                                        <p:tgtEl>
                                          <p:spTgt spid="44"/>
                                        </p:tgtEl>
                                        <p:attrNameLst>
                                          <p:attrName>style.visibility</p:attrName>
                                        </p:attrNameLst>
                                      </p:cBhvr>
                                      <p:to>
                                        <p:strVal val="visible"/>
                                      </p:to>
                                    </p:set>
                                    <p:anim calcmode="lin" valueType="num">
                                      <p:cBhvr>
                                        <p:cTn id="60" dur="500" fill="hold"/>
                                        <p:tgtEl>
                                          <p:spTgt spid="44"/>
                                        </p:tgtEl>
                                        <p:attrNameLst>
                                          <p:attrName>ppt_w</p:attrName>
                                        </p:attrNameLst>
                                      </p:cBhvr>
                                      <p:tavLst>
                                        <p:tav tm="0">
                                          <p:val>
                                            <p:fltVal val="0"/>
                                          </p:val>
                                        </p:tav>
                                        <p:tav tm="100000">
                                          <p:val>
                                            <p:strVal val="#ppt_w"/>
                                          </p:val>
                                        </p:tav>
                                      </p:tavLst>
                                    </p:anim>
                                    <p:anim calcmode="lin" valueType="num">
                                      <p:cBhvr>
                                        <p:cTn id="61" dur="500" fill="hold"/>
                                        <p:tgtEl>
                                          <p:spTgt spid="44"/>
                                        </p:tgtEl>
                                        <p:attrNameLst>
                                          <p:attrName>ppt_h</p:attrName>
                                        </p:attrNameLst>
                                      </p:cBhvr>
                                      <p:tavLst>
                                        <p:tav tm="0">
                                          <p:val>
                                            <p:fltVal val="0"/>
                                          </p:val>
                                        </p:tav>
                                        <p:tav tm="100000">
                                          <p:val>
                                            <p:strVal val="#ppt_h"/>
                                          </p:val>
                                        </p:tav>
                                      </p:tavLst>
                                    </p:anim>
                                    <p:anim calcmode="lin" valueType="num">
                                      <p:cBhvr>
                                        <p:cTn id="62" dur="500" fill="hold"/>
                                        <p:tgtEl>
                                          <p:spTgt spid="44"/>
                                        </p:tgtEl>
                                        <p:attrNameLst>
                                          <p:attrName>style.rotation</p:attrName>
                                        </p:attrNameLst>
                                      </p:cBhvr>
                                      <p:tavLst>
                                        <p:tav tm="0">
                                          <p:val>
                                            <p:fltVal val="360"/>
                                          </p:val>
                                        </p:tav>
                                        <p:tav tm="100000">
                                          <p:val>
                                            <p:fltVal val="0"/>
                                          </p:val>
                                        </p:tav>
                                      </p:tavLst>
                                    </p:anim>
                                    <p:animEffect transition="in" filter="fade">
                                      <p:cBhvr>
                                        <p:cTn id="63" dur="500"/>
                                        <p:tgtEl>
                                          <p:spTgt spid="44"/>
                                        </p:tgtEl>
                                      </p:cBhvr>
                                    </p:animEffect>
                                  </p:childTnLst>
                                </p:cTn>
                              </p:par>
                            </p:childTnLst>
                          </p:cTn>
                        </p:par>
                        <p:par>
                          <p:cTn id="64" fill="hold">
                            <p:stCondLst>
                              <p:cond delay="2000"/>
                            </p:stCondLst>
                            <p:childTnLst>
                              <p:par>
                                <p:cTn id="65" presetID="10" presetClass="entr" presetSubtype="0" fill="hold" grpId="0" nodeType="after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0"/>
                                        <p:tgtEl>
                                          <p:spTgt spid="45"/>
                                        </p:tgtEl>
                                      </p:cBhvr>
                                    </p:animEffect>
                                  </p:childTnLst>
                                </p:cTn>
                              </p:par>
                            </p:childTnLst>
                          </p:cTn>
                        </p:par>
                        <p:par>
                          <p:cTn id="68" fill="hold">
                            <p:stCondLst>
                              <p:cond delay="2500"/>
                            </p:stCondLst>
                            <p:childTnLst>
                              <p:par>
                                <p:cTn id="69" presetID="49" presetClass="entr" presetSubtype="0" decel="100000" fill="hold" grpId="1" nodeType="afterEffect">
                                  <p:stCondLst>
                                    <p:cond delay="0"/>
                                  </p:stCondLst>
                                  <p:childTnLst>
                                    <p:set>
                                      <p:cBhvr>
                                        <p:cTn id="70" dur="1" fill="hold">
                                          <p:stCondLst>
                                            <p:cond delay="0"/>
                                          </p:stCondLst>
                                        </p:cTn>
                                        <p:tgtEl>
                                          <p:spTgt spid="45"/>
                                        </p:tgtEl>
                                        <p:attrNameLst>
                                          <p:attrName>style.visibility</p:attrName>
                                        </p:attrNameLst>
                                      </p:cBhvr>
                                      <p:to>
                                        <p:strVal val="visible"/>
                                      </p:to>
                                    </p:set>
                                    <p:anim calcmode="lin" valueType="num">
                                      <p:cBhvr>
                                        <p:cTn id="71" dur="500" fill="hold"/>
                                        <p:tgtEl>
                                          <p:spTgt spid="45"/>
                                        </p:tgtEl>
                                        <p:attrNameLst>
                                          <p:attrName>ppt_w</p:attrName>
                                        </p:attrNameLst>
                                      </p:cBhvr>
                                      <p:tavLst>
                                        <p:tav tm="0">
                                          <p:val>
                                            <p:fltVal val="0"/>
                                          </p:val>
                                        </p:tav>
                                        <p:tav tm="100000">
                                          <p:val>
                                            <p:strVal val="#ppt_w"/>
                                          </p:val>
                                        </p:tav>
                                      </p:tavLst>
                                    </p:anim>
                                    <p:anim calcmode="lin" valueType="num">
                                      <p:cBhvr>
                                        <p:cTn id="72" dur="500" fill="hold"/>
                                        <p:tgtEl>
                                          <p:spTgt spid="45"/>
                                        </p:tgtEl>
                                        <p:attrNameLst>
                                          <p:attrName>ppt_h</p:attrName>
                                        </p:attrNameLst>
                                      </p:cBhvr>
                                      <p:tavLst>
                                        <p:tav tm="0">
                                          <p:val>
                                            <p:fltVal val="0"/>
                                          </p:val>
                                        </p:tav>
                                        <p:tav tm="100000">
                                          <p:val>
                                            <p:strVal val="#ppt_h"/>
                                          </p:val>
                                        </p:tav>
                                      </p:tavLst>
                                    </p:anim>
                                    <p:anim calcmode="lin" valueType="num">
                                      <p:cBhvr>
                                        <p:cTn id="73" dur="500" fill="hold"/>
                                        <p:tgtEl>
                                          <p:spTgt spid="45"/>
                                        </p:tgtEl>
                                        <p:attrNameLst>
                                          <p:attrName>style.rotation</p:attrName>
                                        </p:attrNameLst>
                                      </p:cBhvr>
                                      <p:tavLst>
                                        <p:tav tm="0">
                                          <p:val>
                                            <p:fltVal val="360"/>
                                          </p:val>
                                        </p:tav>
                                        <p:tav tm="100000">
                                          <p:val>
                                            <p:fltVal val="0"/>
                                          </p:val>
                                        </p:tav>
                                      </p:tavLst>
                                    </p:anim>
                                    <p:animEffect transition="in" filter="fade">
                                      <p:cBhvr>
                                        <p:cTn id="74" dur="500"/>
                                        <p:tgtEl>
                                          <p:spTgt spid="45"/>
                                        </p:tgtEl>
                                      </p:cBhvr>
                                    </p:animEffect>
                                  </p:childTnLst>
                                </p:cTn>
                              </p:par>
                            </p:childTnLst>
                          </p:cTn>
                        </p:par>
                        <p:par>
                          <p:cTn id="75" fill="hold">
                            <p:stCondLst>
                              <p:cond delay="3000"/>
                            </p:stCondLst>
                            <p:childTnLst>
                              <p:par>
                                <p:cTn id="76" presetID="42" presetClass="entr" presetSubtype="0" fill="hold" grpId="0" nodeType="after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500"/>
                                        <p:tgtEl>
                                          <p:spTgt spid="32"/>
                                        </p:tgtEl>
                                      </p:cBhvr>
                                    </p:animEffect>
                                    <p:anim calcmode="lin" valueType="num">
                                      <p:cBhvr>
                                        <p:cTn id="79" dur="500" fill="hold"/>
                                        <p:tgtEl>
                                          <p:spTgt spid="32"/>
                                        </p:tgtEl>
                                        <p:attrNameLst>
                                          <p:attrName>ppt_x</p:attrName>
                                        </p:attrNameLst>
                                      </p:cBhvr>
                                      <p:tavLst>
                                        <p:tav tm="0">
                                          <p:val>
                                            <p:strVal val="#ppt_x"/>
                                          </p:val>
                                        </p:tav>
                                        <p:tav tm="100000">
                                          <p:val>
                                            <p:strVal val="#ppt_x"/>
                                          </p:val>
                                        </p:tav>
                                      </p:tavLst>
                                    </p:anim>
                                    <p:anim calcmode="lin" valueType="num">
                                      <p:cBhvr>
                                        <p:cTn id="80" dur="500" fill="hold"/>
                                        <p:tgtEl>
                                          <p:spTgt spid="32"/>
                                        </p:tgtEl>
                                        <p:attrNameLst>
                                          <p:attrName>ppt_y</p:attrName>
                                        </p:attrNameLst>
                                      </p:cBhvr>
                                      <p:tavLst>
                                        <p:tav tm="0">
                                          <p:val>
                                            <p:strVal val="#ppt_y+.1"/>
                                          </p:val>
                                        </p:tav>
                                        <p:tav tm="100000">
                                          <p:val>
                                            <p:strVal val="#ppt_y"/>
                                          </p:val>
                                        </p:tav>
                                      </p:tavLst>
                                    </p:anim>
                                  </p:childTnLst>
                                </p:cTn>
                              </p:par>
                            </p:childTnLst>
                          </p:cTn>
                        </p:par>
                        <p:par>
                          <p:cTn id="81" fill="hold">
                            <p:stCondLst>
                              <p:cond delay="3500"/>
                            </p:stCondLst>
                            <p:childTnLst>
                              <p:par>
                                <p:cTn id="82" presetID="42" presetClass="entr" presetSubtype="0" fill="hold" grpId="0" nodeType="after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500"/>
                                        <p:tgtEl>
                                          <p:spTgt spid="33"/>
                                        </p:tgtEl>
                                      </p:cBhvr>
                                    </p:animEffect>
                                    <p:anim calcmode="lin" valueType="num">
                                      <p:cBhvr>
                                        <p:cTn id="85" dur="500" fill="hold"/>
                                        <p:tgtEl>
                                          <p:spTgt spid="33"/>
                                        </p:tgtEl>
                                        <p:attrNameLst>
                                          <p:attrName>ppt_x</p:attrName>
                                        </p:attrNameLst>
                                      </p:cBhvr>
                                      <p:tavLst>
                                        <p:tav tm="0">
                                          <p:val>
                                            <p:strVal val="#ppt_x"/>
                                          </p:val>
                                        </p:tav>
                                        <p:tav tm="100000">
                                          <p:val>
                                            <p:strVal val="#ppt_x"/>
                                          </p:val>
                                        </p:tav>
                                      </p:tavLst>
                                    </p:anim>
                                    <p:anim calcmode="lin" valueType="num">
                                      <p:cBhvr>
                                        <p:cTn id="86"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P spid="25" grpId="0"/>
      <p:bldP spid="27" grpId="0"/>
      <p:bldP spid="31" grpId="0"/>
      <p:bldP spid="42" grpId="0" animBg="1"/>
      <p:bldP spid="43" grpId="0" animBg="1"/>
      <p:bldP spid="44" grpId="0" animBg="1"/>
      <p:bldP spid="45" grpId="0" animBg="1"/>
      <p:bldP spid="45" grpId="1" animBg="1"/>
      <p:bldP spid="32" grpId="0"/>
      <p:bldP spid="3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3B25F464-035E-6F75-B6B0-6675C2F8EA1E}"/>
              </a:ext>
            </a:extLst>
          </p:cNvPr>
          <p:cNvGrpSpPr>
            <a:grpSpLocks/>
          </p:cNvGrpSpPr>
          <p:nvPr/>
        </p:nvGrpSpPr>
        <p:grpSpPr bwMode="auto">
          <a:xfrm>
            <a:off x="4236412" y="5828151"/>
            <a:ext cx="166688" cy="166688"/>
            <a:chOff x="8651875" y="5218113"/>
            <a:chExt cx="222250" cy="223838"/>
          </a:xfrm>
        </p:grpSpPr>
        <p:sp>
          <p:nvSpPr>
            <p:cNvPr id="7" name="Oval 5">
              <a:extLst>
                <a:ext uri="{FF2B5EF4-FFF2-40B4-BE49-F238E27FC236}">
                  <a16:creationId xmlns:a16="http://schemas.microsoft.com/office/drawing/2014/main" id="{92F2B93F-5C76-20BD-E26B-E769D4B00004}"/>
                </a:ext>
              </a:extLst>
            </p:cNvPr>
            <p:cNvSpPr>
              <a:spLocks noChangeArrowheads="1"/>
            </p:cNvSpPr>
            <p:nvPr/>
          </p:nvSpPr>
          <p:spPr bwMode="auto">
            <a:xfrm>
              <a:off x="8651875" y="5218113"/>
              <a:ext cx="222250" cy="223838"/>
            </a:xfrm>
            <a:prstGeom prst="ellipse">
              <a:avLst/>
            </a:prstGeom>
            <a:noFill/>
            <a:ln w="6350" cap="flat">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lIns="68580" tIns="34290" rIns="68580" bIns="34290"/>
            <a:lstStyle/>
            <a:p>
              <a:pPr eaLnBrk="1" fontAlgn="auto" hangingPunct="1">
                <a:spcBef>
                  <a:spcPts val="0"/>
                </a:spcBef>
                <a:spcAft>
                  <a:spcPts val="0"/>
                </a:spcAft>
                <a:defRPr/>
              </a:pPr>
              <a:endParaRPr lang="en-US" sz="1350">
                <a:solidFill>
                  <a:schemeClr val="bg1"/>
                </a:solidFill>
                <a:latin typeface="+mn-lt"/>
              </a:endParaRPr>
            </a:p>
          </p:txBody>
        </p:sp>
        <p:sp>
          <p:nvSpPr>
            <p:cNvPr id="8" name="Freeform 6">
              <a:extLst>
                <a:ext uri="{FF2B5EF4-FFF2-40B4-BE49-F238E27FC236}">
                  <a16:creationId xmlns:a16="http://schemas.microsoft.com/office/drawing/2014/main" id="{17C4281D-2279-21D6-8AEF-96C5D6E74E60}"/>
                </a:ext>
              </a:extLst>
            </p:cNvPr>
            <p:cNvSpPr>
              <a:spLocks/>
            </p:cNvSpPr>
            <p:nvPr/>
          </p:nvSpPr>
          <p:spPr bwMode="auto">
            <a:xfrm>
              <a:off x="8713259" y="5220245"/>
              <a:ext cx="50800" cy="44767"/>
            </a:xfrm>
            <a:custGeom>
              <a:avLst/>
              <a:gdLst>
                <a:gd name="T0" fmla="*/ 56 w 56"/>
                <a:gd name="T1" fmla="*/ 0 h 48"/>
                <a:gd name="T2" fmla="*/ 48 w 56"/>
                <a:gd name="T3" fmla="*/ 8 h 48"/>
                <a:gd name="T4" fmla="*/ 40 w 56"/>
                <a:gd name="T5" fmla="*/ 16 h 48"/>
                <a:gd name="T6" fmla="*/ 44 w 56"/>
                <a:gd name="T7" fmla="*/ 24 h 48"/>
                <a:gd name="T8" fmla="*/ 40 w 56"/>
                <a:gd name="T9" fmla="*/ 28 h 48"/>
                <a:gd name="T10" fmla="*/ 32 w 56"/>
                <a:gd name="T11" fmla="*/ 36 h 48"/>
                <a:gd name="T12" fmla="*/ 20 w 56"/>
                <a:gd name="T13" fmla="*/ 40 h 48"/>
                <a:gd name="T14" fmla="*/ 12 w 56"/>
                <a:gd name="T15" fmla="*/ 44 h 48"/>
                <a:gd name="T16" fmla="*/ 4 w 56"/>
                <a:gd name="T17" fmla="*/ 48 h 48"/>
                <a:gd name="T18" fmla="*/ 4 w 56"/>
                <a:gd name="T19" fmla="*/ 32 h 48"/>
                <a:gd name="T20" fmla="*/ 12 w 56"/>
                <a:gd name="T21" fmla="*/ 28 h 48"/>
                <a:gd name="T22" fmla="*/ 20 w 56"/>
                <a:gd name="T23" fmla="*/ 24 h 48"/>
                <a:gd name="T24" fmla="*/ 24 w 56"/>
                <a:gd name="T25" fmla="*/ 24 h 48"/>
                <a:gd name="T26" fmla="*/ 20 w 56"/>
                <a:gd name="T27" fmla="*/ 16 h 48"/>
                <a:gd name="T28" fmla="*/ 16 w 56"/>
                <a:gd name="T29" fmla="*/ 16 h 48"/>
                <a:gd name="T30" fmla="*/ 12 w 56"/>
                <a:gd name="T31" fmla="*/ 8 h 48"/>
                <a:gd name="T32" fmla="*/ 8 w 56"/>
                <a:gd name="T33"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 h="48">
                  <a:moveTo>
                    <a:pt x="56" y="0"/>
                  </a:moveTo>
                  <a:cubicBezTo>
                    <a:pt x="56" y="0"/>
                    <a:pt x="52" y="4"/>
                    <a:pt x="48" y="8"/>
                  </a:cubicBezTo>
                  <a:cubicBezTo>
                    <a:pt x="44" y="12"/>
                    <a:pt x="36" y="12"/>
                    <a:pt x="40" y="16"/>
                  </a:cubicBezTo>
                  <a:cubicBezTo>
                    <a:pt x="44" y="20"/>
                    <a:pt x="44" y="24"/>
                    <a:pt x="44" y="24"/>
                  </a:cubicBezTo>
                  <a:cubicBezTo>
                    <a:pt x="40" y="28"/>
                    <a:pt x="40" y="28"/>
                    <a:pt x="40" y="28"/>
                  </a:cubicBezTo>
                  <a:cubicBezTo>
                    <a:pt x="40" y="28"/>
                    <a:pt x="40" y="32"/>
                    <a:pt x="32" y="36"/>
                  </a:cubicBezTo>
                  <a:cubicBezTo>
                    <a:pt x="24" y="40"/>
                    <a:pt x="24" y="36"/>
                    <a:pt x="20" y="40"/>
                  </a:cubicBezTo>
                  <a:cubicBezTo>
                    <a:pt x="16" y="44"/>
                    <a:pt x="16" y="44"/>
                    <a:pt x="12" y="44"/>
                  </a:cubicBezTo>
                  <a:cubicBezTo>
                    <a:pt x="8" y="44"/>
                    <a:pt x="8" y="48"/>
                    <a:pt x="4" y="48"/>
                  </a:cubicBezTo>
                  <a:cubicBezTo>
                    <a:pt x="0" y="48"/>
                    <a:pt x="4" y="32"/>
                    <a:pt x="4" y="32"/>
                  </a:cubicBezTo>
                  <a:cubicBezTo>
                    <a:pt x="12" y="28"/>
                    <a:pt x="12" y="28"/>
                    <a:pt x="12" y="28"/>
                  </a:cubicBezTo>
                  <a:cubicBezTo>
                    <a:pt x="20" y="24"/>
                    <a:pt x="20" y="24"/>
                    <a:pt x="20" y="24"/>
                  </a:cubicBezTo>
                  <a:cubicBezTo>
                    <a:pt x="24" y="24"/>
                    <a:pt x="24" y="24"/>
                    <a:pt x="24" y="24"/>
                  </a:cubicBezTo>
                  <a:cubicBezTo>
                    <a:pt x="24" y="24"/>
                    <a:pt x="24" y="16"/>
                    <a:pt x="20" y="16"/>
                  </a:cubicBezTo>
                  <a:cubicBezTo>
                    <a:pt x="16" y="16"/>
                    <a:pt x="16" y="16"/>
                    <a:pt x="16" y="16"/>
                  </a:cubicBezTo>
                  <a:cubicBezTo>
                    <a:pt x="16" y="16"/>
                    <a:pt x="16" y="12"/>
                    <a:pt x="12" y="8"/>
                  </a:cubicBezTo>
                  <a:cubicBezTo>
                    <a:pt x="8" y="4"/>
                    <a:pt x="8" y="4"/>
                    <a:pt x="8" y="4"/>
                  </a:cubicBezTo>
                </a:path>
              </a:pathLst>
            </a:custGeom>
            <a:noFill/>
            <a:ln w="6350" cap="flat">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lIns="68580" tIns="34290" rIns="68580" bIns="34290"/>
            <a:lstStyle/>
            <a:p>
              <a:pPr eaLnBrk="1" fontAlgn="auto" hangingPunct="1">
                <a:spcBef>
                  <a:spcPts val="0"/>
                </a:spcBef>
                <a:spcAft>
                  <a:spcPts val="0"/>
                </a:spcAft>
                <a:defRPr/>
              </a:pPr>
              <a:endParaRPr lang="en-US" sz="1350">
                <a:solidFill>
                  <a:schemeClr val="bg1"/>
                </a:solidFill>
                <a:latin typeface="+mn-lt"/>
              </a:endParaRPr>
            </a:p>
          </p:txBody>
        </p:sp>
        <p:sp>
          <p:nvSpPr>
            <p:cNvPr id="9" name="Freeform 7">
              <a:extLst>
                <a:ext uri="{FF2B5EF4-FFF2-40B4-BE49-F238E27FC236}">
                  <a16:creationId xmlns:a16="http://schemas.microsoft.com/office/drawing/2014/main" id="{6B799365-2C5F-E817-6CEC-6FE9FEC46C2D}"/>
                </a:ext>
              </a:extLst>
            </p:cNvPr>
            <p:cNvSpPr>
              <a:spLocks/>
            </p:cNvSpPr>
            <p:nvPr/>
          </p:nvSpPr>
          <p:spPr bwMode="auto">
            <a:xfrm>
              <a:off x="8651875" y="5254354"/>
              <a:ext cx="42333" cy="83139"/>
            </a:xfrm>
            <a:custGeom>
              <a:avLst/>
              <a:gdLst>
                <a:gd name="T0" fmla="*/ 44 w 48"/>
                <a:gd name="T1" fmla="*/ 0 h 92"/>
                <a:gd name="T2" fmla="*/ 48 w 48"/>
                <a:gd name="T3" fmla="*/ 16 h 92"/>
                <a:gd name="T4" fmla="*/ 44 w 48"/>
                <a:gd name="T5" fmla="*/ 24 h 92"/>
                <a:gd name="T6" fmla="*/ 36 w 48"/>
                <a:gd name="T7" fmla="*/ 32 h 92"/>
                <a:gd name="T8" fmla="*/ 36 w 48"/>
                <a:gd name="T9" fmla="*/ 40 h 92"/>
                <a:gd name="T10" fmla="*/ 36 w 48"/>
                <a:gd name="T11" fmla="*/ 52 h 92"/>
                <a:gd name="T12" fmla="*/ 36 w 48"/>
                <a:gd name="T13" fmla="*/ 56 h 92"/>
                <a:gd name="T14" fmla="*/ 36 w 48"/>
                <a:gd name="T15" fmla="*/ 64 h 92"/>
                <a:gd name="T16" fmla="*/ 24 w 48"/>
                <a:gd name="T17" fmla="*/ 64 h 92"/>
                <a:gd name="T18" fmla="*/ 20 w 48"/>
                <a:gd name="T19" fmla="*/ 64 h 92"/>
                <a:gd name="T20" fmla="*/ 16 w 48"/>
                <a:gd name="T21" fmla="*/ 68 h 92"/>
                <a:gd name="T22" fmla="*/ 12 w 48"/>
                <a:gd name="T23" fmla="*/ 68 h 92"/>
                <a:gd name="T24" fmla="*/ 8 w 48"/>
                <a:gd name="T25" fmla="*/ 76 h 92"/>
                <a:gd name="T26" fmla="*/ 8 w 48"/>
                <a:gd name="T27" fmla="*/ 80 h 92"/>
                <a:gd name="T28" fmla="*/ 4 w 48"/>
                <a:gd name="T29" fmla="*/ 88 h 92"/>
                <a:gd name="T30" fmla="*/ 0 w 48"/>
                <a:gd name="T31" fmla="*/ 9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 h="92">
                  <a:moveTo>
                    <a:pt x="44" y="0"/>
                  </a:moveTo>
                  <a:cubicBezTo>
                    <a:pt x="48" y="16"/>
                    <a:pt x="48" y="16"/>
                    <a:pt x="48" y="16"/>
                  </a:cubicBezTo>
                  <a:cubicBezTo>
                    <a:pt x="44" y="24"/>
                    <a:pt x="44" y="24"/>
                    <a:pt x="44" y="24"/>
                  </a:cubicBezTo>
                  <a:cubicBezTo>
                    <a:pt x="44" y="24"/>
                    <a:pt x="36" y="24"/>
                    <a:pt x="36" y="32"/>
                  </a:cubicBezTo>
                  <a:cubicBezTo>
                    <a:pt x="36" y="40"/>
                    <a:pt x="32" y="32"/>
                    <a:pt x="36" y="40"/>
                  </a:cubicBezTo>
                  <a:cubicBezTo>
                    <a:pt x="40" y="48"/>
                    <a:pt x="36" y="52"/>
                    <a:pt x="36" y="52"/>
                  </a:cubicBezTo>
                  <a:cubicBezTo>
                    <a:pt x="36" y="56"/>
                    <a:pt x="36" y="56"/>
                    <a:pt x="36" y="56"/>
                  </a:cubicBezTo>
                  <a:cubicBezTo>
                    <a:pt x="36" y="64"/>
                    <a:pt x="36" y="64"/>
                    <a:pt x="36" y="64"/>
                  </a:cubicBezTo>
                  <a:cubicBezTo>
                    <a:pt x="24" y="64"/>
                    <a:pt x="24" y="64"/>
                    <a:pt x="24" y="64"/>
                  </a:cubicBezTo>
                  <a:cubicBezTo>
                    <a:pt x="24" y="64"/>
                    <a:pt x="24" y="64"/>
                    <a:pt x="20" y="64"/>
                  </a:cubicBezTo>
                  <a:cubicBezTo>
                    <a:pt x="16" y="64"/>
                    <a:pt x="16" y="68"/>
                    <a:pt x="16" y="68"/>
                  </a:cubicBezTo>
                  <a:cubicBezTo>
                    <a:pt x="16" y="68"/>
                    <a:pt x="16" y="64"/>
                    <a:pt x="12" y="68"/>
                  </a:cubicBezTo>
                  <a:cubicBezTo>
                    <a:pt x="8" y="72"/>
                    <a:pt x="8" y="72"/>
                    <a:pt x="8" y="76"/>
                  </a:cubicBezTo>
                  <a:cubicBezTo>
                    <a:pt x="8" y="80"/>
                    <a:pt x="8" y="80"/>
                    <a:pt x="8" y="80"/>
                  </a:cubicBezTo>
                  <a:cubicBezTo>
                    <a:pt x="4" y="88"/>
                    <a:pt x="4" y="88"/>
                    <a:pt x="4" y="88"/>
                  </a:cubicBezTo>
                  <a:cubicBezTo>
                    <a:pt x="0" y="92"/>
                    <a:pt x="0" y="92"/>
                    <a:pt x="0" y="92"/>
                  </a:cubicBezTo>
                </a:path>
              </a:pathLst>
            </a:custGeom>
            <a:noFill/>
            <a:ln w="6350" cap="flat">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lIns="68580" tIns="34290" rIns="68580" bIns="34290"/>
            <a:lstStyle/>
            <a:p>
              <a:pPr eaLnBrk="1" fontAlgn="auto" hangingPunct="1">
                <a:spcBef>
                  <a:spcPts val="0"/>
                </a:spcBef>
                <a:spcAft>
                  <a:spcPts val="0"/>
                </a:spcAft>
                <a:defRPr/>
              </a:pPr>
              <a:endParaRPr lang="en-US" sz="1350">
                <a:solidFill>
                  <a:schemeClr val="bg1"/>
                </a:solidFill>
                <a:latin typeface="+mn-lt"/>
              </a:endParaRPr>
            </a:p>
          </p:txBody>
        </p:sp>
        <p:sp>
          <p:nvSpPr>
            <p:cNvPr id="10" name="Freeform 8">
              <a:extLst>
                <a:ext uri="{FF2B5EF4-FFF2-40B4-BE49-F238E27FC236}">
                  <a16:creationId xmlns:a16="http://schemas.microsoft.com/office/drawing/2014/main" id="{8025E503-1259-CFC5-95EE-9476070B006E}"/>
                </a:ext>
              </a:extLst>
            </p:cNvPr>
            <p:cNvSpPr>
              <a:spLocks/>
            </p:cNvSpPr>
            <p:nvPr/>
          </p:nvSpPr>
          <p:spPr bwMode="auto">
            <a:xfrm>
              <a:off x="8662459" y="5348153"/>
              <a:ext cx="101600" cy="93798"/>
            </a:xfrm>
            <a:custGeom>
              <a:avLst/>
              <a:gdLst>
                <a:gd name="T0" fmla="*/ 0 w 112"/>
                <a:gd name="T1" fmla="*/ 0 h 104"/>
                <a:gd name="T2" fmla="*/ 8 w 112"/>
                <a:gd name="T3" fmla="*/ 4 h 104"/>
                <a:gd name="T4" fmla="*/ 20 w 112"/>
                <a:gd name="T5" fmla="*/ 4 h 104"/>
                <a:gd name="T6" fmla="*/ 24 w 112"/>
                <a:gd name="T7" fmla="*/ 16 h 104"/>
                <a:gd name="T8" fmla="*/ 24 w 112"/>
                <a:gd name="T9" fmla="*/ 20 h 104"/>
                <a:gd name="T10" fmla="*/ 36 w 112"/>
                <a:gd name="T11" fmla="*/ 32 h 104"/>
                <a:gd name="T12" fmla="*/ 40 w 112"/>
                <a:gd name="T13" fmla="*/ 32 h 104"/>
                <a:gd name="T14" fmla="*/ 48 w 112"/>
                <a:gd name="T15" fmla="*/ 36 h 104"/>
                <a:gd name="T16" fmla="*/ 56 w 112"/>
                <a:gd name="T17" fmla="*/ 40 h 104"/>
                <a:gd name="T18" fmla="*/ 56 w 112"/>
                <a:gd name="T19" fmla="*/ 52 h 104"/>
                <a:gd name="T20" fmla="*/ 52 w 112"/>
                <a:gd name="T21" fmla="*/ 56 h 104"/>
                <a:gd name="T22" fmla="*/ 60 w 112"/>
                <a:gd name="T23" fmla="*/ 76 h 104"/>
                <a:gd name="T24" fmla="*/ 80 w 112"/>
                <a:gd name="T25" fmla="*/ 88 h 104"/>
                <a:gd name="T26" fmla="*/ 88 w 112"/>
                <a:gd name="T27" fmla="*/ 92 h 104"/>
                <a:gd name="T28" fmla="*/ 112 w 112"/>
                <a:gd name="T29"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2" h="104">
                  <a:moveTo>
                    <a:pt x="0" y="0"/>
                  </a:moveTo>
                  <a:cubicBezTo>
                    <a:pt x="4" y="4"/>
                    <a:pt x="8" y="4"/>
                    <a:pt x="8" y="4"/>
                  </a:cubicBezTo>
                  <a:cubicBezTo>
                    <a:pt x="8" y="4"/>
                    <a:pt x="16" y="0"/>
                    <a:pt x="20" y="4"/>
                  </a:cubicBezTo>
                  <a:cubicBezTo>
                    <a:pt x="24" y="8"/>
                    <a:pt x="24" y="16"/>
                    <a:pt x="24" y="16"/>
                  </a:cubicBezTo>
                  <a:cubicBezTo>
                    <a:pt x="24" y="20"/>
                    <a:pt x="24" y="20"/>
                    <a:pt x="24" y="20"/>
                  </a:cubicBezTo>
                  <a:cubicBezTo>
                    <a:pt x="24" y="20"/>
                    <a:pt x="32" y="32"/>
                    <a:pt x="36" y="32"/>
                  </a:cubicBezTo>
                  <a:cubicBezTo>
                    <a:pt x="40" y="32"/>
                    <a:pt x="40" y="32"/>
                    <a:pt x="40" y="32"/>
                  </a:cubicBezTo>
                  <a:cubicBezTo>
                    <a:pt x="40" y="32"/>
                    <a:pt x="44" y="36"/>
                    <a:pt x="48" y="36"/>
                  </a:cubicBezTo>
                  <a:cubicBezTo>
                    <a:pt x="52" y="36"/>
                    <a:pt x="56" y="40"/>
                    <a:pt x="56" y="40"/>
                  </a:cubicBezTo>
                  <a:cubicBezTo>
                    <a:pt x="56" y="40"/>
                    <a:pt x="60" y="52"/>
                    <a:pt x="56" y="52"/>
                  </a:cubicBezTo>
                  <a:cubicBezTo>
                    <a:pt x="52" y="52"/>
                    <a:pt x="52" y="56"/>
                    <a:pt x="52" y="56"/>
                  </a:cubicBezTo>
                  <a:cubicBezTo>
                    <a:pt x="52" y="56"/>
                    <a:pt x="52" y="72"/>
                    <a:pt x="60" y="76"/>
                  </a:cubicBezTo>
                  <a:cubicBezTo>
                    <a:pt x="68" y="80"/>
                    <a:pt x="76" y="84"/>
                    <a:pt x="80" y="88"/>
                  </a:cubicBezTo>
                  <a:cubicBezTo>
                    <a:pt x="84" y="92"/>
                    <a:pt x="88" y="88"/>
                    <a:pt x="88" y="92"/>
                  </a:cubicBezTo>
                  <a:cubicBezTo>
                    <a:pt x="88" y="96"/>
                    <a:pt x="96" y="104"/>
                    <a:pt x="112" y="104"/>
                  </a:cubicBezTo>
                </a:path>
              </a:pathLst>
            </a:custGeom>
            <a:noFill/>
            <a:ln w="6350" cap="flat">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lIns="68580" tIns="34290" rIns="68580" bIns="34290"/>
            <a:lstStyle/>
            <a:p>
              <a:pPr eaLnBrk="1" fontAlgn="auto" hangingPunct="1">
                <a:spcBef>
                  <a:spcPts val="0"/>
                </a:spcBef>
                <a:spcAft>
                  <a:spcPts val="0"/>
                </a:spcAft>
                <a:defRPr/>
              </a:pPr>
              <a:endParaRPr lang="en-US" sz="1350">
                <a:solidFill>
                  <a:schemeClr val="bg1"/>
                </a:solidFill>
                <a:latin typeface="+mn-lt"/>
              </a:endParaRPr>
            </a:p>
          </p:txBody>
        </p:sp>
        <p:sp>
          <p:nvSpPr>
            <p:cNvPr id="11" name="Freeform 9">
              <a:extLst>
                <a:ext uri="{FF2B5EF4-FFF2-40B4-BE49-F238E27FC236}">
                  <a16:creationId xmlns:a16="http://schemas.microsoft.com/office/drawing/2014/main" id="{881E9F89-B6E4-5A65-FE18-6F932F1B81FF}"/>
                </a:ext>
              </a:extLst>
            </p:cNvPr>
            <p:cNvSpPr>
              <a:spLocks/>
            </p:cNvSpPr>
            <p:nvPr/>
          </p:nvSpPr>
          <p:spPr bwMode="auto">
            <a:xfrm>
              <a:off x="8755592" y="5235167"/>
              <a:ext cx="118533" cy="185466"/>
            </a:xfrm>
            <a:custGeom>
              <a:avLst/>
              <a:gdLst>
                <a:gd name="T0" fmla="*/ 132 w 132"/>
                <a:gd name="T1" fmla="*/ 116 h 204"/>
                <a:gd name="T2" fmla="*/ 120 w 132"/>
                <a:gd name="T3" fmla="*/ 108 h 204"/>
                <a:gd name="T4" fmla="*/ 116 w 132"/>
                <a:gd name="T5" fmla="*/ 124 h 204"/>
                <a:gd name="T6" fmla="*/ 112 w 132"/>
                <a:gd name="T7" fmla="*/ 144 h 204"/>
                <a:gd name="T8" fmla="*/ 104 w 132"/>
                <a:gd name="T9" fmla="*/ 136 h 204"/>
                <a:gd name="T10" fmla="*/ 108 w 132"/>
                <a:gd name="T11" fmla="*/ 116 h 204"/>
                <a:gd name="T12" fmla="*/ 96 w 132"/>
                <a:gd name="T13" fmla="*/ 104 h 204"/>
                <a:gd name="T14" fmla="*/ 88 w 132"/>
                <a:gd name="T15" fmla="*/ 104 h 204"/>
                <a:gd name="T16" fmla="*/ 92 w 132"/>
                <a:gd name="T17" fmla="*/ 116 h 204"/>
                <a:gd name="T18" fmla="*/ 92 w 132"/>
                <a:gd name="T19" fmla="*/ 132 h 204"/>
                <a:gd name="T20" fmla="*/ 84 w 132"/>
                <a:gd name="T21" fmla="*/ 152 h 204"/>
                <a:gd name="T22" fmla="*/ 76 w 132"/>
                <a:gd name="T23" fmla="*/ 160 h 204"/>
                <a:gd name="T24" fmla="*/ 64 w 132"/>
                <a:gd name="T25" fmla="*/ 176 h 204"/>
                <a:gd name="T26" fmla="*/ 48 w 132"/>
                <a:gd name="T27" fmla="*/ 196 h 204"/>
                <a:gd name="T28" fmla="*/ 40 w 132"/>
                <a:gd name="T29" fmla="*/ 196 h 204"/>
                <a:gd name="T30" fmla="*/ 36 w 132"/>
                <a:gd name="T31" fmla="*/ 180 h 204"/>
                <a:gd name="T32" fmla="*/ 40 w 132"/>
                <a:gd name="T33" fmla="*/ 168 h 204"/>
                <a:gd name="T34" fmla="*/ 44 w 132"/>
                <a:gd name="T35" fmla="*/ 160 h 204"/>
                <a:gd name="T36" fmla="*/ 36 w 132"/>
                <a:gd name="T37" fmla="*/ 152 h 204"/>
                <a:gd name="T38" fmla="*/ 36 w 132"/>
                <a:gd name="T39" fmla="*/ 136 h 204"/>
                <a:gd name="T40" fmla="*/ 24 w 132"/>
                <a:gd name="T41" fmla="*/ 128 h 204"/>
                <a:gd name="T42" fmla="*/ 16 w 132"/>
                <a:gd name="T43" fmla="*/ 136 h 204"/>
                <a:gd name="T44" fmla="*/ 0 w 132"/>
                <a:gd name="T45" fmla="*/ 124 h 204"/>
                <a:gd name="T46" fmla="*/ 8 w 132"/>
                <a:gd name="T47" fmla="*/ 104 h 204"/>
                <a:gd name="T48" fmla="*/ 4 w 132"/>
                <a:gd name="T49" fmla="*/ 88 h 204"/>
                <a:gd name="T50" fmla="*/ 16 w 132"/>
                <a:gd name="T51" fmla="*/ 72 h 204"/>
                <a:gd name="T52" fmla="*/ 20 w 132"/>
                <a:gd name="T53" fmla="*/ 64 h 204"/>
                <a:gd name="T54" fmla="*/ 16 w 132"/>
                <a:gd name="T55" fmla="*/ 48 h 204"/>
                <a:gd name="T56" fmla="*/ 20 w 132"/>
                <a:gd name="T57" fmla="*/ 48 h 204"/>
                <a:gd name="T58" fmla="*/ 32 w 132"/>
                <a:gd name="T59" fmla="*/ 60 h 204"/>
                <a:gd name="T60" fmla="*/ 44 w 132"/>
                <a:gd name="T61" fmla="*/ 56 h 204"/>
                <a:gd name="T62" fmla="*/ 44 w 132"/>
                <a:gd name="T63" fmla="*/ 52 h 204"/>
                <a:gd name="T64" fmla="*/ 52 w 132"/>
                <a:gd name="T65" fmla="*/ 40 h 204"/>
                <a:gd name="T66" fmla="*/ 60 w 132"/>
                <a:gd name="T67" fmla="*/ 40 h 204"/>
                <a:gd name="T68" fmla="*/ 76 w 132"/>
                <a:gd name="T69" fmla="*/ 24 h 204"/>
                <a:gd name="T70" fmla="*/ 60 w 132"/>
                <a:gd name="T71" fmla="*/ 16 h 204"/>
                <a:gd name="T72" fmla="*/ 64 w 132"/>
                <a:gd name="T73" fmla="*/ 4 h 204"/>
                <a:gd name="T74" fmla="*/ 76 w 132"/>
                <a:gd name="T75"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2" h="204">
                  <a:moveTo>
                    <a:pt x="132" y="116"/>
                  </a:moveTo>
                  <a:cubicBezTo>
                    <a:pt x="132" y="116"/>
                    <a:pt x="120" y="104"/>
                    <a:pt x="120" y="108"/>
                  </a:cubicBezTo>
                  <a:cubicBezTo>
                    <a:pt x="120" y="112"/>
                    <a:pt x="116" y="116"/>
                    <a:pt x="116" y="124"/>
                  </a:cubicBezTo>
                  <a:cubicBezTo>
                    <a:pt x="116" y="132"/>
                    <a:pt x="112" y="144"/>
                    <a:pt x="112" y="144"/>
                  </a:cubicBezTo>
                  <a:cubicBezTo>
                    <a:pt x="104" y="136"/>
                    <a:pt x="104" y="136"/>
                    <a:pt x="104" y="136"/>
                  </a:cubicBezTo>
                  <a:cubicBezTo>
                    <a:pt x="108" y="116"/>
                    <a:pt x="108" y="116"/>
                    <a:pt x="108" y="116"/>
                  </a:cubicBezTo>
                  <a:cubicBezTo>
                    <a:pt x="96" y="104"/>
                    <a:pt x="96" y="104"/>
                    <a:pt x="96" y="104"/>
                  </a:cubicBezTo>
                  <a:cubicBezTo>
                    <a:pt x="88" y="104"/>
                    <a:pt x="88" y="104"/>
                    <a:pt x="88" y="104"/>
                  </a:cubicBezTo>
                  <a:cubicBezTo>
                    <a:pt x="88" y="104"/>
                    <a:pt x="92" y="112"/>
                    <a:pt x="92" y="116"/>
                  </a:cubicBezTo>
                  <a:cubicBezTo>
                    <a:pt x="92" y="120"/>
                    <a:pt x="92" y="132"/>
                    <a:pt x="92" y="132"/>
                  </a:cubicBezTo>
                  <a:cubicBezTo>
                    <a:pt x="92" y="132"/>
                    <a:pt x="84" y="148"/>
                    <a:pt x="84" y="152"/>
                  </a:cubicBezTo>
                  <a:cubicBezTo>
                    <a:pt x="84" y="156"/>
                    <a:pt x="80" y="152"/>
                    <a:pt x="76" y="160"/>
                  </a:cubicBezTo>
                  <a:cubicBezTo>
                    <a:pt x="72" y="168"/>
                    <a:pt x="68" y="168"/>
                    <a:pt x="64" y="176"/>
                  </a:cubicBezTo>
                  <a:cubicBezTo>
                    <a:pt x="60" y="184"/>
                    <a:pt x="52" y="188"/>
                    <a:pt x="48" y="196"/>
                  </a:cubicBezTo>
                  <a:cubicBezTo>
                    <a:pt x="44" y="204"/>
                    <a:pt x="40" y="200"/>
                    <a:pt x="40" y="196"/>
                  </a:cubicBezTo>
                  <a:cubicBezTo>
                    <a:pt x="40" y="192"/>
                    <a:pt x="32" y="184"/>
                    <a:pt x="36" y="180"/>
                  </a:cubicBezTo>
                  <a:cubicBezTo>
                    <a:pt x="40" y="176"/>
                    <a:pt x="36" y="172"/>
                    <a:pt x="40" y="168"/>
                  </a:cubicBezTo>
                  <a:cubicBezTo>
                    <a:pt x="44" y="164"/>
                    <a:pt x="48" y="164"/>
                    <a:pt x="44" y="160"/>
                  </a:cubicBezTo>
                  <a:cubicBezTo>
                    <a:pt x="40" y="156"/>
                    <a:pt x="36" y="156"/>
                    <a:pt x="36" y="152"/>
                  </a:cubicBezTo>
                  <a:cubicBezTo>
                    <a:pt x="36" y="148"/>
                    <a:pt x="36" y="136"/>
                    <a:pt x="36" y="136"/>
                  </a:cubicBezTo>
                  <a:cubicBezTo>
                    <a:pt x="36" y="136"/>
                    <a:pt x="28" y="124"/>
                    <a:pt x="24" y="128"/>
                  </a:cubicBezTo>
                  <a:cubicBezTo>
                    <a:pt x="20" y="132"/>
                    <a:pt x="16" y="136"/>
                    <a:pt x="16" y="136"/>
                  </a:cubicBezTo>
                  <a:cubicBezTo>
                    <a:pt x="0" y="124"/>
                    <a:pt x="0" y="124"/>
                    <a:pt x="0" y="124"/>
                  </a:cubicBezTo>
                  <a:cubicBezTo>
                    <a:pt x="8" y="104"/>
                    <a:pt x="8" y="104"/>
                    <a:pt x="8" y="104"/>
                  </a:cubicBezTo>
                  <a:cubicBezTo>
                    <a:pt x="4" y="88"/>
                    <a:pt x="4" y="88"/>
                    <a:pt x="4" y="88"/>
                  </a:cubicBezTo>
                  <a:cubicBezTo>
                    <a:pt x="4" y="88"/>
                    <a:pt x="16" y="76"/>
                    <a:pt x="16" y="72"/>
                  </a:cubicBezTo>
                  <a:cubicBezTo>
                    <a:pt x="16" y="68"/>
                    <a:pt x="20" y="64"/>
                    <a:pt x="20" y="64"/>
                  </a:cubicBezTo>
                  <a:cubicBezTo>
                    <a:pt x="16" y="48"/>
                    <a:pt x="16" y="48"/>
                    <a:pt x="16" y="48"/>
                  </a:cubicBezTo>
                  <a:cubicBezTo>
                    <a:pt x="16" y="48"/>
                    <a:pt x="12" y="44"/>
                    <a:pt x="20" y="48"/>
                  </a:cubicBezTo>
                  <a:cubicBezTo>
                    <a:pt x="28" y="52"/>
                    <a:pt x="32" y="60"/>
                    <a:pt x="32" y="60"/>
                  </a:cubicBezTo>
                  <a:cubicBezTo>
                    <a:pt x="44" y="56"/>
                    <a:pt x="44" y="56"/>
                    <a:pt x="44" y="56"/>
                  </a:cubicBezTo>
                  <a:cubicBezTo>
                    <a:pt x="44" y="56"/>
                    <a:pt x="44" y="56"/>
                    <a:pt x="44" y="52"/>
                  </a:cubicBezTo>
                  <a:cubicBezTo>
                    <a:pt x="44" y="48"/>
                    <a:pt x="48" y="40"/>
                    <a:pt x="52" y="40"/>
                  </a:cubicBezTo>
                  <a:cubicBezTo>
                    <a:pt x="56" y="40"/>
                    <a:pt x="60" y="40"/>
                    <a:pt x="60" y="40"/>
                  </a:cubicBezTo>
                  <a:cubicBezTo>
                    <a:pt x="76" y="24"/>
                    <a:pt x="76" y="24"/>
                    <a:pt x="76" y="24"/>
                  </a:cubicBezTo>
                  <a:cubicBezTo>
                    <a:pt x="76" y="24"/>
                    <a:pt x="60" y="20"/>
                    <a:pt x="60" y="16"/>
                  </a:cubicBezTo>
                  <a:cubicBezTo>
                    <a:pt x="60" y="12"/>
                    <a:pt x="60" y="8"/>
                    <a:pt x="64" y="4"/>
                  </a:cubicBezTo>
                  <a:cubicBezTo>
                    <a:pt x="68" y="0"/>
                    <a:pt x="76" y="0"/>
                    <a:pt x="76" y="0"/>
                  </a:cubicBezTo>
                </a:path>
              </a:pathLst>
            </a:custGeom>
            <a:noFill/>
            <a:ln w="6350" cap="flat">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lIns="68580" tIns="34290" rIns="68580" bIns="34290"/>
            <a:lstStyle/>
            <a:p>
              <a:pPr eaLnBrk="1" fontAlgn="auto" hangingPunct="1">
                <a:spcBef>
                  <a:spcPts val="0"/>
                </a:spcBef>
                <a:spcAft>
                  <a:spcPts val="0"/>
                </a:spcAft>
                <a:defRPr/>
              </a:pPr>
              <a:endParaRPr lang="en-US" sz="1350">
                <a:solidFill>
                  <a:schemeClr val="bg1"/>
                </a:solidFill>
                <a:latin typeface="+mn-lt"/>
              </a:endParaRPr>
            </a:p>
          </p:txBody>
        </p:sp>
      </p:grpSp>
      <p:grpSp>
        <p:nvGrpSpPr>
          <p:cNvPr id="12" name="Group 11">
            <a:extLst>
              <a:ext uri="{FF2B5EF4-FFF2-40B4-BE49-F238E27FC236}">
                <a16:creationId xmlns:a16="http://schemas.microsoft.com/office/drawing/2014/main" id="{3D3849D7-4F71-262C-ABB9-FBD5C6EC01EB}"/>
              </a:ext>
            </a:extLst>
          </p:cNvPr>
          <p:cNvGrpSpPr>
            <a:grpSpLocks/>
          </p:cNvGrpSpPr>
          <p:nvPr/>
        </p:nvGrpSpPr>
        <p:grpSpPr bwMode="auto">
          <a:xfrm>
            <a:off x="4230856" y="5482855"/>
            <a:ext cx="166687" cy="149225"/>
            <a:chOff x="11258550" y="6548438"/>
            <a:chExt cx="222250" cy="200025"/>
          </a:xfrm>
        </p:grpSpPr>
        <p:sp>
          <p:nvSpPr>
            <p:cNvPr id="13" name="Freeform 10">
              <a:extLst>
                <a:ext uri="{FF2B5EF4-FFF2-40B4-BE49-F238E27FC236}">
                  <a16:creationId xmlns:a16="http://schemas.microsoft.com/office/drawing/2014/main" id="{30E89F5D-6D06-39A5-5820-66E93C4E0C07}"/>
                </a:ext>
              </a:extLst>
            </p:cNvPr>
            <p:cNvSpPr>
              <a:spLocks/>
            </p:cNvSpPr>
            <p:nvPr/>
          </p:nvSpPr>
          <p:spPr bwMode="auto">
            <a:xfrm>
              <a:off x="11258550" y="6548438"/>
              <a:ext cx="222250" cy="200025"/>
            </a:xfrm>
            <a:custGeom>
              <a:avLst/>
              <a:gdLst>
                <a:gd name="T0" fmla="*/ 0 w 248"/>
                <a:gd name="T1" fmla="*/ 212 h 220"/>
                <a:gd name="T2" fmla="*/ 8 w 248"/>
                <a:gd name="T3" fmla="*/ 220 h 220"/>
                <a:gd name="T4" fmla="*/ 240 w 248"/>
                <a:gd name="T5" fmla="*/ 220 h 220"/>
                <a:gd name="T6" fmla="*/ 248 w 248"/>
                <a:gd name="T7" fmla="*/ 212 h 220"/>
                <a:gd name="T8" fmla="*/ 248 w 248"/>
                <a:gd name="T9" fmla="*/ 76 h 220"/>
                <a:gd name="T10" fmla="*/ 240 w 248"/>
                <a:gd name="T11" fmla="*/ 68 h 220"/>
                <a:gd name="T12" fmla="*/ 124 w 248"/>
                <a:gd name="T13" fmla="*/ 0 h 220"/>
                <a:gd name="T14" fmla="*/ 8 w 248"/>
                <a:gd name="T15" fmla="*/ 68 h 220"/>
                <a:gd name="T16" fmla="*/ 0 w 248"/>
                <a:gd name="T17" fmla="*/ 76 h 220"/>
                <a:gd name="T18" fmla="*/ 0 w 248"/>
                <a:gd name="T19" fmla="*/ 212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8" h="220">
                  <a:moveTo>
                    <a:pt x="0" y="212"/>
                  </a:moveTo>
                  <a:cubicBezTo>
                    <a:pt x="0" y="216"/>
                    <a:pt x="4" y="220"/>
                    <a:pt x="8" y="220"/>
                  </a:cubicBezTo>
                  <a:cubicBezTo>
                    <a:pt x="240" y="220"/>
                    <a:pt x="240" y="220"/>
                    <a:pt x="240" y="220"/>
                  </a:cubicBezTo>
                  <a:cubicBezTo>
                    <a:pt x="244" y="220"/>
                    <a:pt x="248" y="216"/>
                    <a:pt x="248" y="212"/>
                  </a:cubicBezTo>
                  <a:cubicBezTo>
                    <a:pt x="248" y="76"/>
                    <a:pt x="248" y="76"/>
                    <a:pt x="248" y="76"/>
                  </a:cubicBezTo>
                  <a:cubicBezTo>
                    <a:pt x="248" y="71"/>
                    <a:pt x="244" y="68"/>
                    <a:pt x="240" y="68"/>
                  </a:cubicBezTo>
                  <a:cubicBezTo>
                    <a:pt x="124" y="0"/>
                    <a:pt x="124" y="0"/>
                    <a:pt x="124" y="0"/>
                  </a:cubicBezTo>
                  <a:cubicBezTo>
                    <a:pt x="8" y="68"/>
                    <a:pt x="8" y="68"/>
                    <a:pt x="8" y="68"/>
                  </a:cubicBezTo>
                  <a:cubicBezTo>
                    <a:pt x="4" y="68"/>
                    <a:pt x="0" y="71"/>
                    <a:pt x="0" y="76"/>
                  </a:cubicBezTo>
                  <a:lnTo>
                    <a:pt x="0" y="212"/>
                  </a:lnTo>
                  <a:close/>
                </a:path>
              </a:pathLst>
            </a:custGeom>
            <a:noFill/>
            <a:ln w="6350" cap="flat">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lIns="68580" tIns="34290" rIns="68580" bIns="34290"/>
            <a:lstStyle/>
            <a:p>
              <a:pPr eaLnBrk="1" fontAlgn="auto" hangingPunct="1">
                <a:spcBef>
                  <a:spcPts val="0"/>
                </a:spcBef>
                <a:spcAft>
                  <a:spcPts val="0"/>
                </a:spcAft>
                <a:defRPr/>
              </a:pPr>
              <a:endParaRPr lang="en-US" sz="1350">
                <a:solidFill>
                  <a:schemeClr val="bg1"/>
                </a:solidFill>
                <a:latin typeface="+mn-lt"/>
              </a:endParaRPr>
            </a:p>
          </p:txBody>
        </p:sp>
        <p:sp>
          <p:nvSpPr>
            <p:cNvPr id="14" name="Freeform 11">
              <a:extLst>
                <a:ext uri="{FF2B5EF4-FFF2-40B4-BE49-F238E27FC236}">
                  <a16:creationId xmlns:a16="http://schemas.microsoft.com/office/drawing/2014/main" id="{C8B02891-C3D7-883C-333C-47647B07B2C0}"/>
                </a:ext>
              </a:extLst>
            </p:cNvPr>
            <p:cNvSpPr>
              <a:spLocks/>
            </p:cNvSpPr>
            <p:nvPr/>
          </p:nvSpPr>
          <p:spPr bwMode="auto">
            <a:xfrm>
              <a:off x="11258550" y="6614403"/>
              <a:ext cx="222250" cy="134060"/>
            </a:xfrm>
            <a:custGeom>
              <a:avLst/>
              <a:gdLst>
                <a:gd name="T0" fmla="*/ 124 w 248"/>
                <a:gd name="T1" fmla="*/ 93 h 149"/>
                <a:gd name="T2" fmla="*/ 0 w 248"/>
                <a:gd name="T3" fmla="*/ 5 h 149"/>
                <a:gd name="T4" fmla="*/ 0 w 248"/>
                <a:gd name="T5" fmla="*/ 141 h 149"/>
                <a:gd name="T6" fmla="*/ 8 w 248"/>
                <a:gd name="T7" fmla="*/ 149 h 149"/>
                <a:gd name="T8" fmla="*/ 240 w 248"/>
                <a:gd name="T9" fmla="*/ 149 h 149"/>
                <a:gd name="T10" fmla="*/ 248 w 248"/>
                <a:gd name="T11" fmla="*/ 141 h 149"/>
                <a:gd name="T12" fmla="*/ 248 w 248"/>
                <a:gd name="T13" fmla="*/ 5 h 149"/>
                <a:gd name="T14" fmla="*/ 124 w 248"/>
                <a:gd name="T15" fmla="*/ 93 h 1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8" h="149">
                  <a:moveTo>
                    <a:pt x="124" y="93"/>
                  </a:moveTo>
                  <a:cubicBezTo>
                    <a:pt x="90" y="68"/>
                    <a:pt x="0" y="1"/>
                    <a:pt x="0" y="5"/>
                  </a:cubicBezTo>
                  <a:cubicBezTo>
                    <a:pt x="0" y="141"/>
                    <a:pt x="0" y="141"/>
                    <a:pt x="0" y="141"/>
                  </a:cubicBezTo>
                  <a:cubicBezTo>
                    <a:pt x="0" y="145"/>
                    <a:pt x="4" y="149"/>
                    <a:pt x="8" y="149"/>
                  </a:cubicBezTo>
                  <a:cubicBezTo>
                    <a:pt x="240" y="149"/>
                    <a:pt x="240" y="149"/>
                    <a:pt x="240" y="149"/>
                  </a:cubicBezTo>
                  <a:cubicBezTo>
                    <a:pt x="244" y="149"/>
                    <a:pt x="248" y="145"/>
                    <a:pt x="248" y="141"/>
                  </a:cubicBezTo>
                  <a:cubicBezTo>
                    <a:pt x="248" y="5"/>
                    <a:pt x="248" y="5"/>
                    <a:pt x="248" y="5"/>
                  </a:cubicBezTo>
                  <a:cubicBezTo>
                    <a:pt x="248" y="0"/>
                    <a:pt x="124" y="93"/>
                    <a:pt x="124" y="93"/>
                  </a:cubicBezTo>
                </a:path>
              </a:pathLst>
            </a:custGeom>
            <a:noFill/>
            <a:ln w="6350" cap="flat">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lIns="68580" tIns="34290" rIns="68580" bIns="34290"/>
            <a:lstStyle/>
            <a:p>
              <a:pPr eaLnBrk="1" fontAlgn="auto" hangingPunct="1">
                <a:spcBef>
                  <a:spcPts val="0"/>
                </a:spcBef>
                <a:spcAft>
                  <a:spcPts val="0"/>
                </a:spcAft>
                <a:defRPr/>
              </a:pPr>
              <a:endParaRPr lang="en-US" sz="1350">
                <a:solidFill>
                  <a:schemeClr val="bg1"/>
                </a:solidFill>
                <a:latin typeface="+mn-lt"/>
              </a:endParaRPr>
            </a:p>
          </p:txBody>
        </p:sp>
        <p:sp>
          <p:nvSpPr>
            <p:cNvPr id="15" name="Line 12">
              <a:extLst>
                <a:ext uri="{FF2B5EF4-FFF2-40B4-BE49-F238E27FC236}">
                  <a16:creationId xmlns:a16="http://schemas.microsoft.com/office/drawing/2014/main" id="{BC9F3940-2ECA-5A43-1BCC-92E50D681D22}"/>
                </a:ext>
              </a:extLst>
            </p:cNvPr>
            <p:cNvSpPr>
              <a:spLocks noChangeShapeType="1"/>
            </p:cNvSpPr>
            <p:nvPr/>
          </p:nvSpPr>
          <p:spPr bwMode="auto">
            <a:xfrm flipH="1" flipV="1">
              <a:off x="11389784" y="6682497"/>
              <a:ext cx="86783" cy="61711"/>
            </a:xfrm>
            <a:prstGeom prst="line">
              <a:avLst/>
            </a:prstGeom>
            <a:noFill/>
            <a:ln w="6350" cap="flat">
              <a:solidFill>
                <a:schemeClr val="bg2"/>
              </a:solidFill>
              <a:prstDash val="solid"/>
              <a:round/>
              <a:headEnd/>
              <a:tailEnd/>
            </a:ln>
            <a:extLst>
              <a:ext uri="{909E8E84-426E-40DD-AFC4-6F175D3DCCD1}">
                <a14:hiddenFill xmlns:a14="http://schemas.microsoft.com/office/drawing/2010/main">
                  <a:noFill/>
                </a14:hiddenFill>
              </a:ext>
            </a:extLst>
          </p:spPr>
          <p:txBody>
            <a:bodyPr lIns="68580" tIns="34290" rIns="68580" bIns="34290"/>
            <a:lstStyle/>
            <a:p>
              <a:pPr eaLnBrk="1" fontAlgn="auto" hangingPunct="1">
                <a:spcBef>
                  <a:spcPts val="0"/>
                </a:spcBef>
                <a:spcAft>
                  <a:spcPts val="0"/>
                </a:spcAft>
                <a:defRPr/>
              </a:pPr>
              <a:endParaRPr lang="en-US" sz="1350">
                <a:solidFill>
                  <a:schemeClr val="bg1"/>
                </a:solidFill>
                <a:latin typeface="+mn-lt"/>
              </a:endParaRPr>
            </a:p>
          </p:txBody>
        </p:sp>
        <p:sp>
          <p:nvSpPr>
            <p:cNvPr id="16" name="Line 13">
              <a:extLst>
                <a:ext uri="{FF2B5EF4-FFF2-40B4-BE49-F238E27FC236}">
                  <a16:creationId xmlns:a16="http://schemas.microsoft.com/office/drawing/2014/main" id="{76EEEEDC-EE9A-CB2D-0ECF-0F38CACC07E1}"/>
                </a:ext>
              </a:extLst>
            </p:cNvPr>
            <p:cNvSpPr>
              <a:spLocks noChangeShapeType="1"/>
            </p:cNvSpPr>
            <p:nvPr/>
          </p:nvSpPr>
          <p:spPr bwMode="auto">
            <a:xfrm flipV="1">
              <a:off x="11262783" y="6682497"/>
              <a:ext cx="84667" cy="61711"/>
            </a:xfrm>
            <a:prstGeom prst="line">
              <a:avLst/>
            </a:prstGeom>
            <a:noFill/>
            <a:ln w="6350" cap="flat">
              <a:solidFill>
                <a:schemeClr val="bg2"/>
              </a:solidFill>
              <a:prstDash val="solid"/>
              <a:round/>
              <a:headEnd/>
              <a:tailEnd/>
            </a:ln>
            <a:extLst>
              <a:ext uri="{909E8E84-426E-40DD-AFC4-6F175D3DCCD1}">
                <a14:hiddenFill xmlns:a14="http://schemas.microsoft.com/office/drawing/2010/main">
                  <a:noFill/>
                </a14:hiddenFill>
              </a:ext>
            </a:extLst>
          </p:spPr>
          <p:txBody>
            <a:bodyPr lIns="68580" tIns="34290" rIns="68580" bIns="34290"/>
            <a:lstStyle/>
            <a:p>
              <a:pPr eaLnBrk="1" fontAlgn="auto" hangingPunct="1">
                <a:spcBef>
                  <a:spcPts val="0"/>
                </a:spcBef>
                <a:spcAft>
                  <a:spcPts val="0"/>
                </a:spcAft>
                <a:defRPr/>
              </a:pPr>
              <a:endParaRPr lang="en-US" sz="1350">
                <a:solidFill>
                  <a:schemeClr val="bg1"/>
                </a:solidFill>
                <a:latin typeface="+mn-lt"/>
              </a:endParaRPr>
            </a:p>
          </p:txBody>
        </p:sp>
      </p:grpSp>
      <p:grpSp>
        <p:nvGrpSpPr>
          <p:cNvPr id="17" name="Group 16">
            <a:extLst>
              <a:ext uri="{FF2B5EF4-FFF2-40B4-BE49-F238E27FC236}">
                <a16:creationId xmlns:a16="http://schemas.microsoft.com/office/drawing/2014/main" id="{8D6180F9-7522-B460-89EE-DAB10A702A8A}"/>
              </a:ext>
            </a:extLst>
          </p:cNvPr>
          <p:cNvGrpSpPr>
            <a:grpSpLocks/>
          </p:cNvGrpSpPr>
          <p:nvPr/>
        </p:nvGrpSpPr>
        <p:grpSpPr bwMode="auto">
          <a:xfrm>
            <a:off x="4198083" y="5102634"/>
            <a:ext cx="228600" cy="160338"/>
            <a:chOff x="8075613" y="3859213"/>
            <a:chExt cx="306387" cy="214312"/>
          </a:xfrm>
        </p:grpSpPr>
        <p:sp>
          <p:nvSpPr>
            <p:cNvPr id="18" name="Freeform 17">
              <a:extLst>
                <a:ext uri="{FF2B5EF4-FFF2-40B4-BE49-F238E27FC236}">
                  <a16:creationId xmlns:a16="http://schemas.microsoft.com/office/drawing/2014/main" id="{97C503F1-3E5D-A22F-A493-9F3A57CF2681}"/>
                </a:ext>
              </a:extLst>
            </p:cNvPr>
            <p:cNvSpPr>
              <a:spLocks/>
            </p:cNvSpPr>
            <p:nvPr/>
          </p:nvSpPr>
          <p:spPr bwMode="auto">
            <a:xfrm>
              <a:off x="8109656" y="4020477"/>
              <a:ext cx="110640" cy="53048"/>
            </a:xfrm>
            <a:custGeom>
              <a:avLst/>
              <a:gdLst>
                <a:gd name="T0" fmla="*/ 89 w 89"/>
                <a:gd name="T1" fmla="*/ 9 h 42"/>
                <a:gd name="T2" fmla="*/ 75 w 89"/>
                <a:gd name="T3" fmla="*/ 10 h 42"/>
                <a:gd name="T4" fmla="*/ 66 w 89"/>
                <a:gd name="T5" fmla="*/ 10 h 42"/>
                <a:gd name="T6" fmla="*/ 66 w 89"/>
                <a:gd name="T7" fmla="*/ 10 h 42"/>
                <a:gd name="T8" fmla="*/ 0 w 89"/>
                <a:gd name="T9" fmla="*/ 42 h 42"/>
                <a:gd name="T10" fmla="*/ 20 w 89"/>
                <a:gd name="T11" fmla="*/ 0 h 42"/>
              </a:gdLst>
              <a:ahLst/>
              <a:cxnLst>
                <a:cxn ang="0">
                  <a:pos x="T0" y="T1"/>
                </a:cxn>
                <a:cxn ang="0">
                  <a:pos x="T2" y="T3"/>
                </a:cxn>
                <a:cxn ang="0">
                  <a:pos x="T4" y="T5"/>
                </a:cxn>
                <a:cxn ang="0">
                  <a:pos x="T6" y="T7"/>
                </a:cxn>
                <a:cxn ang="0">
                  <a:pos x="T8" y="T9"/>
                </a:cxn>
                <a:cxn ang="0">
                  <a:pos x="T10" y="T11"/>
                </a:cxn>
              </a:cxnLst>
              <a:rect l="0" t="0" r="r" b="b"/>
              <a:pathLst>
                <a:path w="89" h="42">
                  <a:moveTo>
                    <a:pt x="89" y="9"/>
                  </a:moveTo>
                  <a:cubicBezTo>
                    <a:pt x="84" y="10"/>
                    <a:pt x="79" y="10"/>
                    <a:pt x="75" y="10"/>
                  </a:cubicBezTo>
                  <a:cubicBezTo>
                    <a:pt x="72" y="10"/>
                    <a:pt x="69" y="10"/>
                    <a:pt x="66" y="10"/>
                  </a:cubicBezTo>
                  <a:cubicBezTo>
                    <a:pt x="66" y="10"/>
                    <a:pt x="66" y="10"/>
                    <a:pt x="66" y="10"/>
                  </a:cubicBezTo>
                  <a:cubicBezTo>
                    <a:pt x="0" y="42"/>
                    <a:pt x="0" y="42"/>
                    <a:pt x="0" y="42"/>
                  </a:cubicBezTo>
                  <a:cubicBezTo>
                    <a:pt x="20" y="0"/>
                    <a:pt x="20" y="0"/>
                    <a:pt x="20" y="0"/>
                  </a:cubicBezTo>
                </a:path>
              </a:pathLst>
            </a:custGeom>
            <a:noFill/>
            <a:ln w="9525" cap="flat">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lIns="68580" tIns="34290" rIns="68580" bIns="34290"/>
            <a:lstStyle/>
            <a:p>
              <a:pPr eaLnBrk="1" fontAlgn="auto" hangingPunct="1">
                <a:spcBef>
                  <a:spcPts val="0"/>
                </a:spcBef>
                <a:spcAft>
                  <a:spcPts val="0"/>
                </a:spcAft>
                <a:defRPr/>
              </a:pPr>
              <a:endParaRPr lang="en-US" sz="1350">
                <a:solidFill>
                  <a:schemeClr val="bg1"/>
                </a:solidFill>
                <a:latin typeface="+mn-lt"/>
              </a:endParaRPr>
            </a:p>
          </p:txBody>
        </p:sp>
        <p:sp>
          <p:nvSpPr>
            <p:cNvPr id="19" name="Freeform 18">
              <a:extLst>
                <a:ext uri="{FF2B5EF4-FFF2-40B4-BE49-F238E27FC236}">
                  <a16:creationId xmlns:a16="http://schemas.microsoft.com/office/drawing/2014/main" id="{21D4A4B7-6545-9AD5-49C5-3BB3026ADBD0}"/>
                </a:ext>
              </a:extLst>
            </p:cNvPr>
            <p:cNvSpPr>
              <a:spLocks/>
            </p:cNvSpPr>
            <p:nvPr/>
          </p:nvSpPr>
          <p:spPr bwMode="auto">
            <a:xfrm>
              <a:off x="8075613" y="3859213"/>
              <a:ext cx="221279" cy="167630"/>
            </a:xfrm>
            <a:custGeom>
              <a:avLst/>
              <a:gdLst>
                <a:gd name="T0" fmla="*/ 62 w 180"/>
                <a:gd name="T1" fmla="*/ 135 h 135"/>
                <a:gd name="T2" fmla="*/ 49 w 180"/>
                <a:gd name="T3" fmla="*/ 130 h 135"/>
                <a:gd name="T4" fmla="*/ 1 w 180"/>
                <a:gd name="T5" fmla="*/ 72 h 135"/>
                <a:gd name="T6" fmla="*/ 102 w 180"/>
                <a:gd name="T7" fmla="*/ 0 h 135"/>
                <a:gd name="T8" fmla="*/ 180 w 180"/>
                <a:gd name="T9" fmla="*/ 24 h 135"/>
              </a:gdLst>
              <a:ahLst/>
              <a:cxnLst>
                <a:cxn ang="0">
                  <a:pos x="T0" y="T1"/>
                </a:cxn>
                <a:cxn ang="0">
                  <a:pos x="T2" y="T3"/>
                </a:cxn>
                <a:cxn ang="0">
                  <a:pos x="T4" y="T5"/>
                </a:cxn>
                <a:cxn ang="0">
                  <a:pos x="T6" y="T7"/>
                </a:cxn>
                <a:cxn ang="0">
                  <a:pos x="T8" y="T9"/>
                </a:cxn>
              </a:cxnLst>
              <a:rect l="0" t="0" r="r" b="b"/>
              <a:pathLst>
                <a:path w="180" h="135">
                  <a:moveTo>
                    <a:pt x="62" y="135"/>
                  </a:moveTo>
                  <a:cubicBezTo>
                    <a:pt x="58" y="134"/>
                    <a:pt x="53" y="132"/>
                    <a:pt x="49" y="130"/>
                  </a:cubicBezTo>
                  <a:cubicBezTo>
                    <a:pt x="20" y="118"/>
                    <a:pt x="1" y="97"/>
                    <a:pt x="1" y="72"/>
                  </a:cubicBezTo>
                  <a:cubicBezTo>
                    <a:pt x="0" y="33"/>
                    <a:pt x="45" y="1"/>
                    <a:pt x="102" y="0"/>
                  </a:cubicBezTo>
                  <a:cubicBezTo>
                    <a:pt x="133" y="0"/>
                    <a:pt x="161" y="9"/>
                    <a:pt x="180" y="24"/>
                  </a:cubicBezTo>
                </a:path>
              </a:pathLst>
            </a:custGeom>
            <a:noFill/>
            <a:ln w="9525" cap="flat">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lIns="68580" tIns="34290" rIns="68580" bIns="34290"/>
            <a:lstStyle/>
            <a:p>
              <a:pPr eaLnBrk="1" fontAlgn="auto" hangingPunct="1">
                <a:spcBef>
                  <a:spcPts val="0"/>
                </a:spcBef>
                <a:spcAft>
                  <a:spcPts val="0"/>
                </a:spcAft>
                <a:defRPr/>
              </a:pPr>
              <a:endParaRPr lang="en-US" sz="1350">
                <a:solidFill>
                  <a:schemeClr val="bg1"/>
                </a:solidFill>
                <a:latin typeface="+mn-lt"/>
              </a:endParaRPr>
            </a:p>
          </p:txBody>
        </p:sp>
        <p:sp>
          <p:nvSpPr>
            <p:cNvPr id="20" name="Freeform 19">
              <a:extLst>
                <a:ext uri="{FF2B5EF4-FFF2-40B4-BE49-F238E27FC236}">
                  <a16:creationId xmlns:a16="http://schemas.microsoft.com/office/drawing/2014/main" id="{33DEB2B7-62FA-44A6-2F04-D51A3A2ED1A7}"/>
                </a:ext>
              </a:extLst>
            </p:cNvPr>
            <p:cNvSpPr>
              <a:spLocks/>
            </p:cNvSpPr>
            <p:nvPr/>
          </p:nvSpPr>
          <p:spPr bwMode="auto">
            <a:xfrm>
              <a:off x="8175615" y="3893163"/>
              <a:ext cx="206385" cy="178239"/>
            </a:xfrm>
            <a:custGeom>
              <a:avLst/>
              <a:gdLst>
                <a:gd name="T0" fmla="*/ 119 w 169"/>
                <a:gd name="T1" fmla="*/ 111 h 143"/>
                <a:gd name="T2" fmla="*/ 130 w 169"/>
                <a:gd name="T3" fmla="*/ 107 h 143"/>
                <a:gd name="T4" fmla="*/ 168 w 169"/>
                <a:gd name="T5" fmla="*/ 57 h 143"/>
                <a:gd name="T6" fmla="*/ 83 w 169"/>
                <a:gd name="T7" fmla="*/ 0 h 143"/>
                <a:gd name="T8" fmla="*/ 0 w 169"/>
                <a:gd name="T9" fmla="*/ 60 h 143"/>
                <a:gd name="T10" fmla="*/ 85 w 169"/>
                <a:gd name="T11" fmla="*/ 116 h 143"/>
                <a:gd name="T12" fmla="*/ 92 w 169"/>
                <a:gd name="T13" fmla="*/ 116 h 143"/>
                <a:gd name="T14" fmla="*/ 92 w 169"/>
                <a:gd name="T15" fmla="*/ 116 h 143"/>
                <a:gd name="T16" fmla="*/ 149 w 169"/>
                <a:gd name="T17" fmla="*/ 143 h 143"/>
                <a:gd name="T18" fmla="*/ 130 w 169"/>
                <a:gd name="T19" fmla="*/ 10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9" h="143">
                  <a:moveTo>
                    <a:pt x="119" y="111"/>
                  </a:moveTo>
                  <a:cubicBezTo>
                    <a:pt x="123" y="110"/>
                    <a:pt x="127" y="108"/>
                    <a:pt x="130" y="107"/>
                  </a:cubicBezTo>
                  <a:cubicBezTo>
                    <a:pt x="153" y="96"/>
                    <a:pt x="169" y="78"/>
                    <a:pt x="168" y="57"/>
                  </a:cubicBezTo>
                  <a:cubicBezTo>
                    <a:pt x="168" y="25"/>
                    <a:pt x="130" y="0"/>
                    <a:pt x="83" y="0"/>
                  </a:cubicBezTo>
                  <a:cubicBezTo>
                    <a:pt x="37" y="1"/>
                    <a:pt x="0" y="27"/>
                    <a:pt x="0" y="60"/>
                  </a:cubicBezTo>
                  <a:cubicBezTo>
                    <a:pt x="0" y="92"/>
                    <a:pt x="39" y="117"/>
                    <a:pt x="85" y="116"/>
                  </a:cubicBezTo>
                  <a:cubicBezTo>
                    <a:pt x="87" y="116"/>
                    <a:pt x="90" y="116"/>
                    <a:pt x="92" y="116"/>
                  </a:cubicBezTo>
                  <a:cubicBezTo>
                    <a:pt x="92" y="116"/>
                    <a:pt x="92" y="116"/>
                    <a:pt x="92" y="116"/>
                  </a:cubicBezTo>
                  <a:cubicBezTo>
                    <a:pt x="149" y="143"/>
                    <a:pt x="149" y="143"/>
                    <a:pt x="149" y="143"/>
                  </a:cubicBezTo>
                  <a:cubicBezTo>
                    <a:pt x="130" y="107"/>
                    <a:pt x="130" y="107"/>
                    <a:pt x="130" y="107"/>
                  </a:cubicBezTo>
                </a:path>
              </a:pathLst>
            </a:custGeom>
            <a:noFill/>
            <a:ln w="9525" cap="flat">
              <a:solidFill>
                <a:schemeClr val="bg2"/>
              </a:solidFill>
              <a:prstDash val="solid"/>
              <a:round/>
              <a:headEnd/>
              <a:tailEnd/>
            </a:ln>
            <a:extLst>
              <a:ext uri="{909E8E84-426E-40DD-AFC4-6F175D3DCCD1}">
                <a14:hiddenFill xmlns:a14="http://schemas.microsoft.com/office/drawing/2010/main">
                  <a:solidFill>
                    <a:srgbClr val="FFFFFF"/>
                  </a:solidFill>
                </a14:hiddenFill>
              </a:ext>
            </a:extLst>
          </p:spPr>
          <p:txBody>
            <a:bodyPr lIns="68580" tIns="34290" rIns="68580" bIns="34290"/>
            <a:lstStyle/>
            <a:p>
              <a:pPr eaLnBrk="1" fontAlgn="auto" hangingPunct="1">
                <a:spcBef>
                  <a:spcPts val="0"/>
                </a:spcBef>
                <a:spcAft>
                  <a:spcPts val="0"/>
                </a:spcAft>
                <a:defRPr/>
              </a:pPr>
              <a:endParaRPr lang="en-US" sz="1350">
                <a:solidFill>
                  <a:schemeClr val="bg1"/>
                </a:solidFill>
                <a:latin typeface="+mn-lt"/>
              </a:endParaRPr>
            </a:p>
          </p:txBody>
        </p:sp>
      </p:grpSp>
      <p:sp>
        <p:nvSpPr>
          <p:cNvPr id="22" name="Rectangle 21">
            <a:extLst>
              <a:ext uri="{FF2B5EF4-FFF2-40B4-BE49-F238E27FC236}">
                <a16:creationId xmlns:a16="http://schemas.microsoft.com/office/drawing/2014/main" id="{E0FCF205-4B00-4600-6256-3BA5EEAB1694}"/>
              </a:ext>
            </a:extLst>
          </p:cNvPr>
          <p:cNvSpPr/>
          <p:nvPr/>
        </p:nvSpPr>
        <p:spPr>
          <a:xfrm>
            <a:off x="838201" y="2044397"/>
            <a:ext cx="5930590" cy="1086836"/>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r>
              <a:rPr lang="en-US" sz="1100" dirty="0" err="1">
                <a:solidFill>
                  <a:schemeClr val="tx1">
                    <a:lumMod val="65000"/>
                    <a:lumOff val="35000"/>
                  </a:schemeClr>
                </a:solidFill>
              </a:rPr>
              <a:t>Excepteur</a:t>
            </a:r>
            <a:r>
              <a:rPr lang="en-US" sz="1100" dirty="0">
                <a:solidFill>
                  <a:schemeClr val="tx1">
                    <a:lumMod val="65000"/>
                    <a:lumOff val="35000"/>
                  </a:schemeClr>
                </a:solidFill>
              </a:rPr>
              <a:t> </a:t>
            </a:r>
            <a:r>
              <a:rPr lang="en-US" sz="1100" dirty="0" err="1">
                <a:solidFill>
                  <a:schemeClr val="tx1">
                    <a:lumMod val="65000"/>
                    <a:lumOff val="35000"/>
                  </a:schemeClr>
                </a:solidFill>
              </a:rPr>
              <a:t>sint</a:t>
            </a:r>
            <a:r>
              <a:rPr lang="en-US" sz="1100" dirty="0">
                <a:solidFill>
                  <a:schemeClr val="tx1">
                    <a:lumMod val="65000"/>
                    <a:lumOff val="35000"/>
                  </a:schemeClr>
                </a:solidFill>
              </a:rPr>
              <a:t> </a:t>
            </a:r>
            <a:r>
              <a:rPr lang="en-US" sz="1100" dirty="0" err="1">
                <a:solidFill>
                  <a:schemeClr val="tx1">
                    <a:lumMod val="65000"/>
                    <a:lumOff val="35000"/>
                  </a:schemeClr>
                </a:solidFill>
              </a:rPr>
              <a:t>occaecat</a:t>
            </a:r>
            <a:r>
              <a:rPr lang="en-US" sz="1100" dirty="0">
                <a:solidFill>
                  <a:schemeClr val="tx1">
                    <a:lumMod val="65000"/>
                    <a:lumOff val="35000"/>
                  </a:schemeClr>
                </a:solidFill>
              </a:rPr>
              <a:t> </a:t>
            </a:r>
            <a:r>
              <a:rPr lang="en-US" sz="1100" dirty="0" err="1">
                <a:solidFill>
                  <a:schemeClr val="tx1">
                    <a:lumMod val="65000"/>
                    <a:lumOff val="35000"/>
                  </a:schemeClr>
                </a:solidFill>
              </a:rPr>
              <a:t>cupidatat</a:t>
            </a:r>
            <a:r>
              <a:rPr lang="en-US" sz="1100" dirty="0">
                <a:solidFill>
                  <a:schemeClr val="tx1">
                    <a:lumMod val="65000"/>
                    <a:lumOff val="35000"/>
                  </a:schemeClr>
                </a:solidFill>
              </a:rPr>
              <a:t> non </a:t>
            </a:r>
            <a:r>
              <a:rPr lang="en-US" sz="1100" dirty="0" err="1">
                <a:solidFill>
                  <a:schemeClr val="tx1">
                    <a:lumMod val="65000"/>
                    <a:lumOff val="35000"/>
                  </a:schemeClr>
                </a:solidFill>
              </a:rPr>
              <a:t>proident</a:t>
            </a:r>
            <a:r>
              <a:rPr lang="en-US" sz="1100" dirty="0">
                <a:solidFill>
                  <a:schemeClr val="tx1">
                    <a:lumMod val="65000"/>
                    <a:lumOff val="35000"/>
                  </a:schemeClr>
                </a:solidFill>
              </a:rPr>
              <a:t>, </a:t>
            </a:r>
            <a:r>
              <a:rPr lang="en-US" sz="1100" dirty="0" err="1">
                <a:solidFill>
                  <a:schemeClr val="tx1">
                    <a:lumMod val="65000"/>
                    <a:lumOff val="35000"/>
                  </a:schemeClr>
                </a:solidFill>
              </a:rPr>
              <a:t>sunt</a:t>
            </a:r>
            <a:r>
              <a:rPr lang="en-US" sz="1100" dirty="0">
                <a:solidFill>
                  <a:schemeClr val="tx1">
                    <a:lumMod val="65000"/>
                    <a:lumOff val="35000"/>
                  </a:schemeClr>
                </a:solidFill>
              </a:rPr>
              <a:t> in culpa qui </a:t>
            </a:r>
            <a:r>
              <a:rPr lang="en-US" sz="1100" dirty="0" err="1">
                <a:solidFill>
                  <a:schemeClr val="tx1">
                    <a:lumMod val="65000"/>
                    <a:lumOff val="35000"/>
                  </a:schemeClr>
                </a:solidFill>
              </a:rPr>
              <a:t>officia</a:t>
            </a:r>
            <a:r>
              <a:rPr lang="en-US" sz="1100" dirty="0">
                <a:solidFill>
                  <a:schemeClr val="tx1">
                    <a:lumMod val="65000"/>
                    <a:lumOff val="35000"/>
                  </a:schemeClr>
                </a:solidFill>
              </a:rPr>
              <a:t> </a:t>
            </a:r>
            <a:r>
              <a:rPr lang="en-US" sz="1100" dirty="0" err="1">
                <a:solidFill>
                  <a:schemeClr val="tx1">
                    <a:lumMod val="65000"/>
                    <a:lumOff val="35000"/>
                  </a:schemeClr>
                </a:solidFill>
              </a:rPr>
              <a:t>deserunt</a:t>
            </a:r>
            <a:r>
              <a:rPr lang="en-US" sz="1100" dirty="0">
                <a:solidFill>
                  <a:schemeClr val="tx1">
                    <a:lumMod val="65000"/>
                    <a:lumOff val="35000"/>
                  </a:schemeClr>
                </a:solidFill>
              </a:rPr>
              <a:t> </a:t>
            </a:r>
            <a:r>
              <a:rPr lang="en-US" sz="1100" dirty="0" err="1">
                <a:solidFill>
                  <a:schemeClr val="tx1">
                    <a:lumMod val="65000"/>
                    <a:lumOff val="35000"/>
                  </a:schemeClr>
                </a:solidFill>
              </a:rPr>
              <a:t>mollit</a:t>
            </a:r>
            <a:r>
              <a:rPr lang="en-US" sz="1100" dirty="0">
                <a:solidFill>
                  <a:schemeClr val="tx1">
                    <a:lumMod val="65000"/>
                    <a:lumOff val="35000"/>
                  </a:schemeClr>
                </a:solidFill>
              </a:rPr>
              <a:t> </a:t>
            </a:r>
            <a:r>
              <a:rPr lang="en-US" sz="1100" dirty="0" err="1">
                <a:solidFill>
                  <a:schemeClr val="tx1">
                    <a:lumMod val="65000"/>
                    <a:lumOff val="35000"/>
                  </a:schemeClr>
                </a:solidFill>
              </a:rPr>
              <a:t>anim</a:t>
            </a:r>
            <a:r>
              <a:rPr lang="en-US" sz="1100" dirty="0">
                <a:solidFill>
                  <a:schemeClr val="tx1">
                    <a:lumMod val="65000"/>
                    <a:lumOff val="35000"/>
                  </a:schemeClr>
                </a:solidFill>
              </a:rPr>
              <a:t> id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laborum</a:t>
            </a:r>
            <a:r>
              <a:rPr lang="en-US" sz="1100" dirty="0">
                <a:solidFill>
                  <a:schemeClr val="tx1">
                    <a:lumMod val="65000"/>
                    <a:lumOff val="35000"/>
                  </a:schemeClr>
                </a:solidFill>
              </a:rPr>
              <a:t>. </a:t>
            </a:r>
            <a:r>
              <a:rPr lang="en-US" sz="1100" dirty="0" err="1">
                <a:solidFill>
                  <a:schemeClr val="tx1">
                    <a:lumMod val="65000"/>
                    <a:lumOff val="35000"/>
                  </a:schemeClr>
                </a:solidFill>
              </a:rPr>
              <a:t>Vestibulum</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a:t>
            </a:r>
            <a:r>
              <a:rPr lang="en-US" sz="1100" dirty="0" err="1">
                <a:solidFill>
                  <a:schemeClr val="tx1">
                    <a:lumMod val="65000"/>
                    <a:lumOff val="35000"/>
                  </a:schemeClr>
                </a:solidFill>
              </a:rPr>
              <a:t>tortor</a:t>
            </a:r>
            <a:r>
              <a:rPr lang="en-US" sz="1100" dirty="0">
                <a:solidFill>
                  <a:schemeClr val="tx1">
                    <a:lumMod val="65000"/>
                    <a:lumOff val="35000"/>
                  </a:schemeClr>
                </a:solidFill>
              </a:rPr>
              <a:t> id mi. </a:t>
            </a:r>
          </a:p>
        </p:txBody>
      </p:sp>
      <p:sp>
        <p:nvSpPr>
          <p:cNvPr id="24" name="Rectangle 23">
            <a:extLst>
              <a:ext uri="{FF2B5EF4-FFF2-40B4-BE49-F238E27FC236}">
                <a16:creationId xmlns:a16="http://schemas.microsoft.com/office/drawing/2014/main" id="{9CFB7DA2-5F67-500D-1C31-27C87A8E22A4}"/>
              </a:ext>
            </a:extLst>
          </p:cNvPr>
          <p:cNvSpPr/>
          <p:nvPr/>
        </p:nvSpPr>
        <p:spPr>
          <a:xfrm>
            <a:off x="838199" y="3357750"/>
            <a:ext cx="5930591" cy="1086836"/>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r>
              <a:rPr lang="en-US" sz="1100" dirty="0" err="1">
                <a:solidFill>
                  <a:schemeClr val="tx1">
                    <a:lumMod val="65000"/>
                    <a:lumOff val="35000"/>
                  </a:schemeClr>
                </a:solidFill>
              </a:rPr>
              <a:t>Excepteur</a:t>
            </a:r>
            <a:r>
              <a:rPr lang="en-US" sz="1100" dirty="0">
                <a:solidFill>
                  <a:schemeClr val="tx1">
                    <a:lumMod val="65000"/>
                    <a:lumOff val="35000"/>
                  </a:schemeClr>
                </a:solidFill>
              </a:rPr>
              <a:t> </a:t>
            </a:r>
            <a:r>
              <a:rPr lang="en-US" sz="1100" dirty="0" err="1">
                <a:solidFill>
                  <a:schemeClr val="tx1">
                    <a:lumMod val="65000"/>
                    <a:lumOff val="35000"/>
                  </a:schemeClr>
                </a:solidFill>
              </a:rPr>
              <a:t>sint</a:t>
            </a:r>
            <a:r>
              <a:rPr lang="en-US" sz="1100" dirty="0">
                <a:solidFill>
                  <a:schemeClr val="tx1">
                    <a:lumMod val="65000"/>
                    <a:lumOff val="35000"/>
                  </a:schemeClr>
                </a:solidFill>
              </a:rPr>
              <a:t> </a:t>
            </a:r>
            <a:r>
              <a:rPr lang="en-US" sz="1100" dirty="0" err="1">
                <a:solidFill>
                  <a:schemeClr val="tx1">
                    <a:lumMod val="65000"/>
                    <a:lumOff val="35000"/>
                  </a:schemeClr>
                </a:solidFill>
              </a:rPr>
              <a:t>occaecat</a:t>
            </a:r>
            <a:r>
              <a:rPr lang="en-US" sz="1100" dirty="0">
                <a:solidFill>
                  <a:schemeClr val="tx1">
                    <a:lumMod val="65000"/>
                    <a:lumOff val="35000"/>
                  </a:schemeClr>
                </a:solidFill>
              </a:rPr>
              <a:t> </a:t>
            </a:r>
            <a:r>
              <a:rPr lang="en-US" sz="1100" dirty="0" err="1">
                <a:solidFill>
                  <a:schemeClr val="tx1">
                    <a:lumMod val="65000"/>
                    <a:lumOff val="35000"/>
                  </a:schemeClr>
                </a:solidFill>
              </a:rPr>
              <a:t>cupidatat</a:t>
            </a:r>
            <a:r>
              <a:rPr lang="en-US" sz="1100" dirty="0">
                <a:solidFill>
                  <a:schemeClr val="tx1">
                    <a:lumMod val="65000"/>
                    <a:lumOff val="35000"/>
                  </a:schemeClr>
                </a:solidFill>
              </a:rPr>
              <a:t> non </a:t>
            </a:r>
            <a:r>
              <a:rPr lang="en-US" sz="1100" dirty="0" err="1">
                <a:solidFill>
                  <a:schemeClr val="tx1">
                    <a:lumMod val="65000"/>
                    <a:lumOff val="35000"/>
                  </a:schemeClr>
                </a:solidFill>
              </a:rPr>
              <a:t>proident</a:t>
            </a:r>
            <a:r>
              <a:rPr lang="en-US" sz="1100" dirty="0">
                <a:solidFill>
                  <a:schemeClr val="tx1">
                    <a:lumMod val="65000"/>
                    <a:lumOff val="35000"/>
                  </a:schemeClr>
                </a:solidFill>
              </a:rPr>
              <a:t>, </a:t>
            </a:r>
            <a:r>
              <a:rPr lang="en-US" sz="1100" dirty="0" err="1">
                <a:solidFill>
                  <a:schemeClr val="tx1">
                    <a:lumMod val="65000"/>
                    <a:lumOff val="35000"/>
                  </a:schemeClr>
                </a:solidFill>
              </a:rPr>
              <a:t>sunt</a:t>
            </a:r>
            <a:r>
              <a:rPr lang="en-US" sz="1100" dirty="0">
                <a:solidFill>
                  <a:schemeClr val="tx1">
                    <a:lumMod val="65000"/>
                    <a:lumOff val="35000"/>
                  </a:schemeClr>
                </a:solidFill>
              </a:rPr>
              <a:t> in culpa qui </a:t>
            </a:r>
            <a:r>
              <a:rPr lang="en-US" sz="1100" dirty="0" err="1">
                <a:solidFill>
                  <a:schemeClr val="tx1">
                    <a:lumMod val="65000"/>
                    <a:lumOff val="35000"/>
                  </a:schemeClr>
                </a:solidFill>
              </a:rPr>
              <a:t>officia</a:t>
            </a:r>
            <a:r>
              <a:rPr lang="en-US" sz="1100" dirty="0">
                <a:solidFill>
                  <a:schemeClr val="tx1">
                    <a:lumMod val="65000"/>
                    <a:lumOff val="35000"/>
                  </a:schemeClr>
                </a:solidFill>
              </a:rPr>
              <a:t> </a:t>
            </a:r>
            <a:r>
              <a:rPr lang="en-US" sz="1100" dirty="0" err="1">
                <a:solidFill>
                  <a:schemeClr val="tx1">
                    <a:lumMod val="65000"/>
                    <a:lumOff val="35000"/>
                  </a:schemeClr>
                </a:solidFill>
              </a:rPr>
              <a:t>deserunt</a:t>
            </a:r>
            <a:r>
              <a:rPr lang="en-US" sz="1100" dirty="0">
                <a:solidFill>
                  <a:schemeClr val="tx1">
                    <a:lumMod val="65000"/>
                    <a:lumOff val="35000"/>
                  </a:schemeClr>
                </a:solidFill>
              </a:rPr>
              <a:t> </a:t>
            </a:r>
            <a:r>
              <a:rPr lang="en-US" sz="1100" dirty="0" err="1">
                <a:solidFill>
                  <a:schemeClr val="tx1">
                    <a:lumMod val="65000"/>
                    <a:lumOff val="35000"/>
                  </a:schemeClr>
                </a:solidFill>
              </a:rPr>
              <a:t>mollit</a:t>
            </a:r>
            <a:r>
              <a:rPr lang="en-US" sz="1100" dirty="0">
                <a:solidFill>
                  <a:schemeClr val="tx1">
                    <a:lumMod val="65000"/>
                    <a:lumOff val="35000"/>
                  </a:schemeClr>
                </a:solidFill>
              </a:rPr>
              <a:t> </a:t>
            </a:r>
            <a:r>
              <a:rPr lang="en-US" sz="1100" dirty="0" err="1">
                <a:solidFill>
                  <a:schemeClr val="tx1">
                    <a:lumMod val="65000"/>
                    <a:lumOff val="35000"/>
                  </a:schemeClr>
                </a:solidFill>
              </a:rPr>
              <a:t>anim</a:t>
            </a:r>
            <a:r>
              <a:rPr lang="en-US" sz="1100" dirty="0">
                <a:solidFill>
                  <a:schemeClr val="tx1">
                    <a:lumMod val="65000"/>
                    <a:lumOff val="35000"/>
                  </a:schemeClr>
                </a:solidFill>
              </a:rPr>
              <a:t> id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laborum</a:t>
            </a:r>
            <a:r>
              <a:rPr lang="en-US" sz="1100" dirty="0">
                <a:solidFill>
                  <a:schemeClr val="tx1">
                    <a:lumMod val="65000"/>
                    <a:lumOff val="35000"/>
                  </a:schemeClr>
                </a:solidFill>
              </a:rPr>
              <a:t>. </a:t>
            </a:r>
            <a:r>
              <a:rPr lang="en-US" sz="1100" dirty="0" err="1">
                <a:solidFill>
                  <a:schemeClr val="tx1">
                    <a:lumMod val="65000"/>
                    <a:lumOff val="35000"/>
                  </a:schemeClr>
                </a:solidFill>
              </a:rPr>
              <a:t>Vestibulum</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a:t>
            </a:r>
            <a:r>
              <a:rPr lang="en-US" sz="1100" dirty="0" err="1">
                <a:solidFill>
                  <a:schemeClr val="tx1">
                    <a:lumMod val="65000"/>
                    <a:lumOff val="35000"/>
                  </a:schemeClr>
                </a:solidFill>
              </a:rPr>
              <a:t>tortor</a:t>
            </a:r>
            <a:r>
              <a:rPr lang="en-US" sz="1100" dirty="0">
                <a:solidFill>
                  <a:schemeClr val="tx1">
                    <a:lumMod val="65000"/>
                    <a:lumOff val="35000"/>
                  </a:schemeClr>
                </a:solidFill>
              </a:rPr>
              <a:t> id mi. </a:t>
            </a:r>
          </a:p>
        </p:txBody>
      </p:sp>
      <p:sp>
        <p:nvSpPr>
          <p:cNvPr id="23" name="TextBox 63">
            <a:extLst>
              <a:ext uri="{FF2B5EF4-FFF2-40B4-BE49-F238E27FC236}">
                <a16:creationId xmlns:a16="http://schemas.microsoft.com/office/drawing/2014/main" id="{596752B8-C647-63E8-97A8-A5A1C6F12D37}"/>
              </a:ext>
            </a:extLst>
          </p:cNvPr>
          <p:cNvSpPr txBox="1"/>
          <p:nvPr/>
        </p:nvSpPr>
        <p:spPr>
          <a:xfrm>
            <a:off x="4558842" y="5127095"/>
            <a:ext cx="1592909" cy="261610"/>
          </a:xfrm>
          <a:prstGeom prst="rect">
            <a:avLst/>
          </a:prstGeom>
          <a:noFill/>
        </p:spPr>
        <p:txBody>
          <a:bodyPr wrap="square" rtlCol="0">
            <a:spAutoFit/>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r>
              <a:rPr lang="en-MY" sz="1100" dirty="0">
                <a:solidFill>
                  <a:schemeClr val="bg1"/>
                </a:solidFill>
              </a:rPr>
              <a:t>+07 553 0000</a:t>
            </a:r>
            <a:endParaRPr lang="id-ID" sz="1100" dirty="0">
              <a:solidFill>
                <a:schemeClr val="bg1"/>
              </a:solidFill>
            </a:endParaRPr>
          </a:p>
        </p:txBody>
      </p:sp>
      <p:sp>
        <p:nvSpPr>
          <p:cNvPr id="25" name="TextBox 63">
            <a:extLst>
              <a:ext uri="{FF2B5EF4-FFF2-40B4-BE49-F238E27FC236}">
                <a16:creationId xmlns:a16="http://schemas.microsoft.com/office/drawing/2014/main" id="{8C065A67-68D5-D3FE-278E-5342322399BF}"/>
              </a:ext>
            </a:extLst>
          </p:cNvPr>
          <p:cNvSpPr txBox="1"/>
          <p:nvPr/>
        </p:nvSpPr>
        <p:spPr>
          <a:xfrm>
            <a:off x="4558842" y="5470789"/>
            <a:ext cx="1592909" cy="261610"/>
          </a:xfrm>
          <a:prstGeom prst="rect">
            <a:avLst/>
          </a:prstGeom>
          <a:noFill/>
        </p:spPr>
        <p:txBody>
          <a:bodyPr wrap="square" rtlCol="0">
            <a:spAutoFit/>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r>
              <a:rPr lang="en-MY" sz="1100" dirty="0">
                <a:solidFill>
                  <a:schemeClr val="bg1"/>
                </a:solidFill>
              </a:rPr>
              <a:t>myname@utm.my</a:t>
            </a:r>
            <a:endParaRPr lang="id-ID" sz="1100" dirty="0">
              <a:solidFill>
                <a:schemeClr val="bg1"/>
              </a:solidFill>
            </a:endParaRPr>
          </a:p>
        </p:txBody>
      </p:sp>
      <p:sp>
        <p:nvSpPr>
          <p:cNvPr id="26" name="TextBox 63">
            <a:extLst>
              <a:ext uri="{FF2B5EF4-FFF2-40B4-BE49-F238E27FC236}">
                <a16:creationId xmlns:a16="http://schemas.microsoft.com/office/drawing/2014/main" id="{FE27AFCB-6FED-BEEF-99FE-90B9B04B34AB}"/>
              </a:ext>
            </a:extLst>
          </p:cNvPr>
          <p:cNvSpPr txBox="1"/>
          <p:nvPr/>
        </p:nvSpPr>
        <p:spPr>
          <a:xfrm>
            <a:off x="4549317" y="5814483"/>
            <a:ext cx="2809194" cy="261610"/>
          </a:xfrm>
          <a:prstGeom prst="rect">
            <a:avLst/>
          </a:prstGeom>
          <a:noFill/>
        </p:spPr>
        <p:txBody>
          <a:bodyPr wrap="square" rtlCol="0">
            <a:spAutoFit/>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r>
              <a:rPr lang="en-MY" sz="1100" dirty="0">
                <a:solidFill>
                  <a:schemeClr val="bg1"/>
                </a:solidFill>
              </a:rPr>
              <a:t>http://www.myofficename.utm.my</a:t>
            </a:r>
            <a:endParaRPr lang="id-ID" sz="1100" dirty="0">
              <a:solidFill>
                <a:schemeClr val="bg1"/>
              </a:solidFill>
            </a:endParaRPr>
          </a:p>
        </p:txBody>
      </p:sp>
      <p:sp>
        <p:nvSpPr>
          <p:cNvPr id="3" name="Slide Number Placeholder 2">
            <a:extLst>
              <a:ext uri="{FF2B5EF4-FFF2-40B4-BE49-F238E27FC236}">
                <a16:creationId xmlns:a16="http://schemas.microsoft.com/office/drawing/2014/main" id="{93703E26-C774-1FBF-A4EC-FF84992699B7}"/>
              </a:ext>
            </a:extLst>
          </p:cNvPr>
          <p:cNvSpPr>
            <a:spLocks noGrp="1"/>
          </p:cNvSpPr>
          <p:nvPr>
            <p:ph type="sldNum" sz="quarter" idx="11"/>
          </p:nvPr>
        </p:nvSpPr>
        <p:spPr/>
        <p:txBody>
          <a:bodyPr/>
          <a:lstStyle/>
          <a:p>
            <a:fld id="{7737D3DD-0AB3-4F16-99FA-6262B2B4036D}" type="slidenum">
              <a:rPr lang="en-MY" smtClean="0"/>
              <a:t>29</a:t>
            </a:fld>
            <a:endParaRPr lang="en-MY"/>
          </a:p>
        </p:txBody>
      </p:sp>
      <p:pic>
        <p:nvPicPr>
          <p:cNvPr id="27" name="Picture Placeholder 6" descr="A picture containing tree, outdoor, grass, sky&#10;&#10;Description automatically generated">
            <a:extLst>
              <a:ext uri="{FF2B5EF4-FFF2-40B4-BE49-F238E27FC236}">
                <a16:creationId xmlns:a16="http://schemas.microsoft.com/office/drawing/2014/main" id="{4BD39E14-B2BA-2F9C-310E-C610618592B9}"/>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7424161" y="939900"/>
            <a:ext cx="3929638" cy="4318000"/>
          </a:xfrm>
          <a:prstGeom prst="rect">
            <a:avLst/>
          </a:prstGeom>
        </p:spPr>
      </p:pic>
      <p:sp>
        <p:nvSpPr>
          <p:cNvPr id="28" name="Rectangle 27">
            <a:extLst>
              <a:ext uri="{FF2B5EF4-FFF2-40B4-BE49-F238E27FC236}">
                <a16:creationId xmlns:a16="http://schemas.microsoft.com/office/drawing/2014/main" id="{DEB5AD34-1A4C-6F96-EF75-7B92B03FA094}"/>
              </a:ext>
            </a:extLst>
          </p:cNvPr>
          <p:cNvSpPr/>
          <p:nvPr/>
        </p:nvSpPr>
        <p:spPr>
          <a:xfrm>
            <a:off x="591918" y="5070917"/>
            <a:ext cx="3336160" cy="1086836"/>
          </a:xfrm>
          <a:prstGeom prst="rect">
            <a:avLst/>
          </a:prstGeom>
        </p:spPr>
        <p:txBody>
          <a:bodyPr wrap="square">
            <a:spAutoFit/>
          </a:bodyPr>
          <a:lstStyle/>
          <a:p>
            <a:pPr algn="just">
              <a:lnSpc>
                <a:spcPct val="150000"/>
              </a:lnSpc>
            </a:pPr>
            <a:r>
              <a:rPr lang="en-US" sz="1100" dirty="0">
                <a:solidFill>
                  <a:schemeClr val="bg1"/>
                </a:solidFill>
              </a:rPr>
              <a:t>In </a:t>
            </a:r>
            <a:r>
              <a:rPr lang="en-US" sz="1100" dirty="0" err="1">
                <a:solidFill>
                  <a:schemeClr val="bg1"/>
                </a:solidFill>
              </a:rPr>
              <a:t>enim</a:t>
            </a:r>
            <a:r>
              <a:rPr lang="en-US" sz="1100" dirty="0">
                <a:solidFill>
                  <a:schemeClr val="bg1"/>
                </a:solidFill>
              </a:rPr>
              <a:t> a </a:t>
            </a:r>
            <a:r>
              <a:rPr lang="en-US" sz="1100" dirty="0" err="1">
                <a:solidFill>
                  <a:schemeClr val="bg1"/>
                </a:solidFill>
              </a:rPr>
              <a:t>arcu</a:t>
            </a:r>
            <a:r>
              <a:rPr lang="en-US" sz="1100" dirty="0">
                <a:solidFill>
                  <a:schemeClr val="bg1"/>
                </a:solidFill>
              </a:rPr>
              <a:t> </a:t>
            </a:r>
            <a:r>
              <a:rPr lang="en-US" sz="1100" dirty="0" err="1">
                <a:solidFill>
                  <a:schemeClr val="bg1"/>
                </a:solidFill>
              </a:rPr>
              <a:t>imperdiet</a:t>
            </a:r>
            <a:r>
              <a:rPr lang="en-US" sz="1100" dirty="0">
                <a:solidFill>
                  <a:schemeClr val="bg1"/>
                </a:solidFill>
              </a:rPr>
              <a:t> </a:t>
            </a:r>
            <a:r>
              <a:rPr lang="en-US" sz="1100" dirty="0" err="1">
                <a:solidFill>
                  <a:schemeClr val="bg1"/>
                </a:solidFill>
              </a:rPr>
              <a:t>malesuada</a:t>
            </a:r>
            <a:r>
              <a:rPr lang="en-US" sz="1100" dirty="0">
                <a:solidFill>
                  <a:schemeClr val="bg1"/>
                </a:solidFill>
              </a:rPr>
              <a:t>. </a:t>
            </a:r>
            <a:r>
              <a:rPr lang="en-US" sz="1100" dirty="0" err="1">
                <a:solidFill>
                  <a:schemeClr val="bg1"/>
                </a:solidFill>
              </a:rPr>
              <a:t>Fusce</a:t>
            </a:r>
            <a:r>
              <a:rPr lang="en-US" sz="1100" dirty="0">
                <a:solidFill>
                  <a:schemeClr val="bg1"/>
                </a:solidFill>
              </a:rPr>
              <a:t> </a:t>
            </a:r>
            <a:r>
              <a:rPr lang="en-US" sz="1100" dirty="0" err="1">
                <a:solidFill>
                  <a:schemeClr val="bg1"/>
                </a:solidFill>
              </a:rPr>
              <a:t>wisi</a:t>
            </a:r>
            <a:r>
              <a:rPr lang="en-US" sz="1100" dirty="0">
                <a:solidFill>
                  <a:schemeClr val="bg1"/>
                </a:solidFill>
              </a:rPr>
              <a:t>. </a:t>
            </a:r>
            <a:r>
              <a:rPr lang="en-US" sz="1100" dirty="0" err="1">
                <a:solidFill>
                  <a:schemeClr val="bg1"/>
                </a:solidFill>
              </a:rPr>
              <a:t>Nullam</a:t>
            </a:r>
            <a:r>
              <a:rPr lang="en-US" sz="1100" dirty="0">
                <a:solidFill>
                  <a:schemeClr val="bg1"/>
                </a:solidFill>
              </a:rPr>
              <a:t> at </a:t>
            </a:r>
            <a:r>
              <a:rPr lang="en-US" sz="1100" dirty="0" err="1">
                <a:solidFill>
                  <a:schemeClr val="bg1"/>
                </a:solidFill>
              </a:rPr>
              <a:t>arcu</a:t>
            </a:r>
            <a:r>
              <a:rPr lang="en-US" sz="1100" dirty="0">
                <a:solidFill>
                  <a:schemeClr val="bg1"/>
                </a:solidFill>
              </a:rPr>
              <a:t> a </a:t>
            </a:r>
            <a:r>
              <a:rPr lang="en-US" sz="1100" dirty="0" err="1">
                <a:solidFill>
                  <a:schemeClr val="bg1"/>
                </a:solidFill>
              </a:rPr>
              <a:t>est</a:t>
            </a:r>
            <a:r>
              <a:rPr lang="en-US" sz="1100" dirty="0">
                <a:solidFill>
                  <a:schemeClr val="bg1"/>
                </a:solidFill>
              </a:rPr>
              <a:t> </a:t>
            </a:r>
            <a:r>
              <a:rPr lang="en-US" sz="1100" dirty="0" err="1">
                <a:solidFill>
                  <a:schemeClr val="bg1"/>
                </a:solidFill>
              </a:rPr>
              <a:t>sollicitudin</a:t>
            </a:r>
            <a:r>
              <a:rPr lang="en-US" sz="1100" dirty="0">
                <a:solidFill>
                  <a:schemeClr val="bg1"/>
                </a:solidFill>
              </a:rPr>
              <a:t> </a:t>
            </a:r>
            <a:r>
              <a:rPr lang="en-US" sz="1100" dirty="0" err="1">
                <a:solidFill>
                  <a:schemeClr val="bg1"/>
                </a:solidFill>
              </a:rPr>
              <a:t>euismod</a:t>
            </a:r>
            <a:r>
              <a:rPr lang="en-US" sz="1100" dirty="0">
                <a:solidFill>
                  <a:schemeClr val="bg1"/>
                </a:solidFill>
              </a:rPr>
              <a:t>. In convallis. </a:t>
            </a:r>
            <a:r>
              <a:rPr lang="en-US" sz="1100" dirty="0" err="1">
                <a:solidFill>
                  <a:schemeClr val="bg1"/>
                </a:solidFill>
              </a:rPr>
              <a:t>Nullam</a:t>
            </a:r>
            <a:r>
              <a:rPr lang="en-US" sz="1100" dirty="0">
                <a:solidFill>
                  <a:schemeClr val="bg1"/>
                </a:solidFill>
              </a:rPr>
              <a:t> </a:t>
            </a:r>
            <a:r>
              <a:rPr lang="en-US" sz="1100" dirty="0" err="1">
                <a:solidFill>
                  <a:schemeClr val="bg1"/>
                </a:solidFill>
              </a:rPr>
              <a:t>dapibus</a:t>
            </a:r>
            <a:r>
              <a:rPr lang="en-US" sz="1100" dirty="0">
                <a:solidFill>
                  <a:schemeClr val="bg1"/>
                </a:solidFill>
              </a:rPr>
              <a:t> fermentum ipsum. </a:t>
            </a:r>
            <a:r>
              <a:rPr lang="en-US" sz="1100" dirty="0" err="1">
                <a:solidFill>
                  <a:schemeClr val="bg1"/>
                </a:solidFill>
              </a:rPr>
              <a:t>Aliquam</a:t>
            </a:r>
            <a:endParaRPr lang="en-US" sz="1100" dirty="0">
              <a:solidFill>
                <a:schemeClr val="bg1"/>
              </a:solidFill>
            </a:endParaRPr>
          </a:p>
        </p:txBody>
      </p:sp>
      <p:sp>
        <p:nvSpPr>
          <p:cNvPr id="29" name="TextBox 28">
            <a:extLst>
              <a:ext uri="{FF2B5EF4-FFF2-40B4-BE49-F238E27FC236}">
                <a16:creationId xmlns:a16="http://schemas.microsoft.com/office/drawing/2014/main" id="{70F63DC7-6B52-C328-FEFC-4C0C91D24B7C}"/>
              </a:ext>
            </a:extLst>
          </p:cNvPr>
          <p:cNvSpPr txBox="1"/>
          <p:nvPr/>
        </p:nvSpPr>
        <p:spPr>
          <a:xfrm>
            <a:off x="845260" y="1105452"/>
            <a:ext cx="7162845" cy="769441"/>
          </a:xfrm>
          <a:prstGeom prst="rect">
            <a:avLst/>
          </a:prstGeom>
          <a:noFill/>
        </p:spPr>
        <p:txBody>
          <a:bodyPr wrap="square" rtlCol="0">
            <a:spAutoFit/>
          </a:bodyPr>
          <a:lstStyle/>
          <a:p>
            <a:r>
              <a:rPr lang="en-US" sz="4400" dirty="0">
                <a:solidFill>
                  <a:schemeClr val="tx1">
                    <a:lumMod val="75000"/>
                    <a:lumOff val="25000"/>
                  </a:schemeClr>
                </a:solidFill>
                <a:latin typeface="+mj-lt"/>
              </a:rPr>
              <a:t>ADD YOUR TITLE HERE</a:t>
            </a:r>
          </a:p>
        </p:txBody>
      </p:sp>
    </p:spTree>
    <p:extLst>
      <p:ext uri="{BB962C8B-B14F-4D97-AF65-F5344CB8AC3E}">
        <p14:creationId xmlns:p14="http://schemas.microsoft.com/office/powerpoint/2010/main" val="3345187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1+#ppt_w/2"/>
                                          </p:val>
                                        </p:tav>
                                        <p:tav tm="100000">
                                          <p:val>
                                            <p:strVal val="#ppt_x"/>
                                          </p:val>
                                        </p:tav>
                                      </p:tavLst>
                                    </p:anim>
                                    <p:anim calcmode="lin" valueType="num">
                                      <p:cBhvr additive="base">
                                        <p:cTn id="16" dur="500" fill="hold"/>
                                        <p:tgtEl>
                                          <p:spTgt spid="17"/>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CE0CDBC-C34C-DB13-6C4B-1E9C4BCB1F34}"/>
              </a:ext>
            </a:extLst>
          </p:cNvPr>
          <p:cNvSpPr txBox="1"/>
          <p:nvPr/>
        </p:nvSpPr>
        <p:spPr>
          <a:xfrm>
            <a:off x="601890" y="2578445"/>
            <a:ext cx="6372225" cy="1234953"/>
          </a:xfrm>
          <a:prstGeom prst="rect">
            <a:avLst/>
          </a:prstGeom>
          <a:noFill/>
        </p:spPr>
        <p:txBody>
          <a:bodyPr>
            <a:spAutoFit/>
          </a:bodyPr>
          <a:lstStyle/>
          <a:p>
            <a:pPr eaLnBrk="1" fontAlgn="auto" hangingPunct="1">
              <a:lnSpc>
                <a:spcPct val="150000"/>
              </a:lnSpc>
              <a:spcBef>
                <a:spcPts val="0"/>
              </a:spcBef>
              <a:spcAft>
                <a:spcPts val="0"/>
              </a:spcAft>
              <a:defRPr/>
            </a:pPr>
            <a:r>
              <a:rPr lang="en-US" sz="5400" b="1" dirty="0">
                <a:solidFill>
                  <a:srgbClr val="222A35"/>
                </a:solidFill>
                <a:latin typeface="+mj-lt"/>
              </a:rPr>
              <a:t>Section</a:t>
            </a:r>
            <a:r>
              <a:rPr lang="en-US" sz="5400" b="1" dirty="0">
                <a:solidFill>
                  <a:schemeClr val="bg2"/>
                </a:solidFill>
                <a:latin typeface="+mj-lt"/>
              </a:rPr>
              <a:t> Break</a:t>
            </a:r>
          </a:p>
        </p:txBody>
      </p:sp>
      <p:sp>
        <p:nvSpPr>
          <p:cNvPr id="6" name="Rectangle 5">
            <a:extLst>
              <a:ext uri="{FF2B5EF4-FFF2-40B4-BE49-F238E27FC236}">
                <a16:creationId xmlns:a16="http://schemas.microsoft.com/office/drawing/2014/main" id="{D9B85493-EAFA-07B8-016C-285A3D4CEEAF}"/>
              </a:ext>
            </a:extLst>
          </p:cNvPr>
          <p:cNvSpPr>
            <a:spLocks noChangeArrowheads="1"/>
          </p:cNvSpPr>
          <p:nvPr/>
        </p:nvSpPr>
        <p:spPr bwMode="auto">
          <a:xfrm>
            <a:off x="656092" y="3864656"/>
            <a:ext cx="3544888" cy="857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eaLnBrk="1" hangingPunct="1">
              <a:lnSpc>
                <a:spcPct val="150000"/>
              </a:lnSpc>
            </a:pPr>
            <a:r>
              <a:rPr lang="en-US" altLang="en-US" sz="1100" b="1" dirty="0">
                <a:solidFill>
                  <a:schemeClr val="bg2"/>
                </a:solidFill>
                <a:latin typeface="+mj-lt"/>
              </a:rPr>
              <a:t>Suitable for all categories business and personal presentation farmers ensure that we will bring </a:t>
            </a:r>
          </a:p>
        </p:txBody>
      </p:sp>
      <p:sp>
        <p:nvSpPr>
          <p:cNvPr id="2" name="Slide Number Placeholder 1">
            <a:extLst>
              <a:ext uri="{FF2B5EF4-FFF2-40B4-BE49-F238E27FC236}">
                <a16:creationId xmlns:a16="http://schemas.microsoft.com/office/drawing/2014/main" id="{88FE218B-E1E4-64A2-C669-84E0F16B9CD2}"/>
              </a:ext>
            </a:extLst>
          </p:cNvPr>
          <p:cNvSpPr>
            <a:spLocks noGrp="1"/>
          </p:cNvSpPr>
          <p:nvPr>
            <p:ph type="sldNum" sz="quarter" idx="11"/>
          </p:nvPr>
        </p:nvSpPr>
        <p:spPr/>
        <p:txBody>
          <a:bodyPr/>
          <a:lstStyle/>
          <a:p>
            <a:fld id="{7737D3DD-0AB3-4F16-99FA-6262B2B4036D}" type="slidenum">
              <a:rPr lang="en-MY" smtClean="0"/>
              <a:t>30</a:t>
            </a:fld>
            <a:endParaRPr lang="en-MY"/>
          </a:p>
        </p:txBody>
      </p:sp>
    </p:spTree>
    <p:extLst>
      <p:ext uri="{BB962C8B-B14F-4D97-AF65-F5344CB8AC3E}">
        <p14:creationId xmlns:p14="http://schemas.microsoft.com/office/powerpoint/2010/main" val="4042389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063388A-52BE-E5CB-3CE8-698A4DF0FF5C}"/>
              </a:ext>
            </a:extLst>
          </p:cNvPr>
          <p:cNvSpPr txBox="1"/>
          <p:nvPr/>
        </p:nvSpPr>
        <p:spPr>
          <a:xfrm>
            <a:off x="7186692" y="1782972"/>
            <a:ext cx="4473418" cy="1754326"/>
          </a:xfrm>
          <a:prstGeom prst="rect">
            <a:avLst/>
          </a:prstGeom>
          <a:noFill/>
        </p:spPr>
        <p:txBody>
          <a:bodyPr wrap="square" rtlCol="0">
            <a:spAutoFit/>
          </a:bodyPr>
          <a:lstStyle/>
          <a:p>
            <a:pPr algn="ctr"/>
            <a:r>
              <a:rPr lang="en-US" sz="5400" b="1" kern="0" dirty="0">
                <a:solidFill>
                  <a:schemeClr val="tx1">
                    <a:lumMod val="85000"/>
                    <a:lumOff val="15000"/>
                  </a:schemeClr>
                </a:solidFill>
                <a:latin typeface="+mj-lt"/>
              </a:rPr>
              <a:t>SECTION</a:t>
            </a:r>
          </a:p>
          <a:p>
            <a:pPr algn="ctr"/>
            <a:r>
              <a:rPr lang="en-US" sz="5400" b="1" kern="0" dirty="0">
                <a:solidFill>
                  <a:srgbClr val="C04C4C"/>
                </a:solidFill>
                <a:latin typeface="+mj-lt"/>
              </a:rPr>
              <a:t>BREAK</a:t>
            </a:r>
          </a:p>
        </p:txBody>
      </p:sp>
      <p:sp>
        <p:nvSpPr>
          <p:cNvPr id="7" name="Rectangle 6">
            <a:extLst>
              <a:ext uri="{FF2B5EF4-FFF2-40B4-BE49-F238E27FC236}">
                <a16:creationId xmlns:a16="http://schemas.microsoft.com/office/drawing/2014/main" id="{A563CBB7-7E0F-0F78-C2AB-AFB967C7A129}"/>
              </a:ext>
            </a:extLst>
          </p:cNvPr>
          <p:cNvSpPr/>
          <p:nvPr/>
        </p:nvSpPr>
        <p:spPr>
          <a:xfrm>
            <a:off x="7416510" y="3690257"/>
            <a:ext cx="4013783" cy="1086836"/>
          </a:xfrm>
          <a:prstGeom prst="rect">
            <a:avLst/>
          </a:prstGeom>
        </p:spPr>
        <p:txBody>
          <a:bodyPr wrap="square">
            <a:spAutoFit/>
          </a:bodyPr>
          <a:lstStyle/>
          <a:p>
            <a:pPr algn="ctr">
              <a:lnSpc>
                <a:spcPct val="150000"/>
              </a:lnSpc>
            </a:pPr>
            <a:r>
              <a:rPr lang="en-US" sz="1100" dirty="0">
                <a:solidFill>
                  <a:schemeClr val="tx1">
                    <a:lumMod val="65000"/>
                    <a:lumOff val="35000"/>
                  </a:schemeClr>
                </a:solidFill>
              </a:rPr>
              <a:t>Lorem ipsum dolor sit </a:t>
            </a:r>
            <a:r>
              <a:rPr lang="en-US" sz="1100" dirty="0" err="1">
                <a:solidFill>
                  <a:schemeClr val="tx1">
                    <a:lumMod val="65000"/>
                    <a:lumOff val="35000"/>
                  </a:schemeClr>
                </a:solidFill>
              </a:rPr>
              <a:t>amet</a:t>
            </a:r>
            <a:r>
              <a:rPr lang="en-US" sz="1100" dirty="0">
                <a:solidFill>
                  <a:schemeClr val="tx1">
                    <a:lumMod val="65000"/>
                    <a:lumOff val="35000"/>
                  </a:schemeClr>
                </a:solidFill>
              </a:rPr>
              <a:t>, </a:t>
            </a:r>
            <a:r>
              <a:rPr lang="en-US" sz="1100" dirty="0" err="1">
                <a:solidFill>
                  <a:schemeClr val="tx1">
                    <a:lumMod val="65000"/>
                    <a:lumOff val="35000"/>
                  </a:schemeClr>
                </a:solidFill>
              </a:rPr>
              <a:t>consectetur</a:t>
            </a:r>
            <a:r>
              <a:rPr lang="en-US" sz="1100" dirty="0">
                <a:solidFill>
                  <a:schemeClr val="tx1">
                    <a:lumMod val="65000"/>
                    <a:lumOff val="35000"/>
                  </a:schemeClr>
                </a:solidFill>
              </a:rPr>
              <a:t> </a:t>
            </a:r>
            <a:r>
              <a:rPr lang="en-US" sz="1100" dirty="0" err="1">
                <a:solidFill>
                  <a:schemeClr val="tx1">
                    <a:lumMod val="65000"/>
                    <a:lumOff val="35000"/>
                  </a:schemeClr>
                </a:solidFill>
              </a:rPr>
              <a:t>adipisicing</a:t>
            </a:r>
            <a:r>
              <a:rPr lang="en-US" sz="1100" dirty="0">
                <a:solidFill>
                  <a:schemeClr val="tx1">
                    <a:lumMod val="65000"/>
                    <a:lumOff val="35000"/>
                  </a:schemeClr>
                </a:solidFill>
              </a:rPr>
              <a:t> </a:t>
            </a:r>
            <a:r>
              <a:rPr lang="en-US" sz="1100" dirty="0" err="1">
                <a:solidFill>
                  <a:schemeClr val="tx1">
                    <a:lumMod val="65000"/>
                    <a:lumOff val="35000"/>
                  </a:schemeClr>
                </a:solidFill>
              </a:rPr>
              <a:t>elit</a:t>
            </a:r>
            <a:r>
              <a:rPr lang="en-US" sz="1100" dirty="0">
                <a:solidFill>
                  <a:schemeClr val="tx1">
                    <a:lumMod val="65000"/>
                    <a:lumOff val="35000"/>
                  </a:schemeClr>
                </a:solidFill>
              </a:rPr>
              <a:t>, </a:t>
            </a:r>
            <a:r>
              <a:rPr lang="en-US" sz="1100" dirty="0" err="1">
                <a:solidFill>
                  <a:schemeClr val="tx1">
                    <a:lumMod val="65000"/>
                    <a:lumOff val="35000"/>
                  </a:schemeClr>
                </a:solidFill>
              </a:rPr>
              <a:t>sed</a:t>
            </a:r>
            <a:r>
              <a:rPr lang="en-US" sz="1100" dirty="0">
                <a:solidFill>
                  <a:schemeClr val="tx1">
                    <a:lumMod val="65000"/>
                    <a:lumOff val="35000"/>
                  </a:schemeClr>
                </a:solidFill>
              </a:rPr>
              <a:t> do </a:t>
            </a:r>
            <a:r>
              <a:rPr lang="en-US" sz="1100" dirty="0" err="1">
                <a:solidFill>
                  <a:schemeClr val="tx1">
                    <a:lumMod val="65000"/>
                    <a:lumOff val="35000"/>
                  </a:schemeClr>
                </a:solidFill>
              </a:rPr>
              <a:t>eiusmod</a:t>
            </a:r>
            <a:r>
              <a:rPr lang="en-US" sz="1100" dirty="0">
                <a:solidFill>
                  <a:schemeClr val="tx1">
                    <a:lumMod val="65000"/>
                    <a:lumOff val="35000"/>
                  </a:schemeClr>
                </a:solidFill>
              </a:rPr>
              <a:t> </a:t>
            </a:r>
            <a:r>
              <a:rPr lang="en-US" sz="1100" dirty="0" err="1">
                <a:solidFill>
                  <a:schemeClr val="tx1">
                    <a:lumMod val="65000"/>
                    <a:lumOff val="35000"/>
                  </a:schemeClr>
                </a:solidFill>
              </a:rPr>
              <a:t>tempor</a:t>
            </a:r>
            <a:r>
              <a:rPr lang="en-US" sz="1100" dirty="0">
                <a:solidFill>
                  <a:schemeClr val="tx1">
                    <a:lumMod val="65000"/>
                    <a:lumOff val="35000"/>
                  </a:schemeClr>
                </a:solidFill>
              </a:rPr>
              <a:t> </a:t>
            </a:r>
            <a:r>
              <a:rPr lang="en-US" sz="1100" dirty="0" err="1">
                <a:solidFill>
                  <a:schemeClr val="tx1">
                    <a:lumMod val="65000"/>
                    <a:lumOff val="35000"/>
                  </a:schemeClr>
                </a:solidFill>
              </a:rPr>
              <a:t>incididunt</a:t>
            </a:r>
            <a:r>
              <a:rPr lang="en-US" sz="1100" dirty="0">
                <a:solidFill>
                  <a:schemeClr val="tx1">
                    <a:lumMod val="65000"/>
                    <a:lumOff val="35000"/>
                  </a:schemeClr>
                </a:solidFill>
              </a:rPr>
              <a:t> </a:t>
            </a:r>
            <a:r>
              <a:rPr lang="en-US" sz="1100" dirty="0" err="1">
                <a:solidFill>
                  <a:schemeClr val="tx1">
                    <a:lumMod val="65000"/>
                    <a:lumOff val="35000"/>
                  </a:schemeClr>
                </a:solidFill>
              </a:rPr>
              <a:t>ut</a:t>
            </a:r>
            <a:r>
              <a:rPr lang="en-US" sz="1100" dirty="0">
                <a:solidFill>
                  <a:schemeClr val="tx1">
                    <a:lumMod val="65000"/>
                    <a:lumOff val="35000"/>
                  </a:schemeClr>
                </a:solidFill>
              </a:rPr>
              <a:t> </a:t>
            </a:r>
            <a:r>
              <a:rPr lang="en-US" sz="1100" dirty="0" err="1">
                <a:solidFill>
                  <a:schemeClr val="tx1">
                    <a:lumMod val="65000"/>
                    <a:lumOff val="35000"/>
                  </a:schemeClr>
                </a:solidFill>
              </a:rPr>
              <a:t>labore</a:t>
            </a:r>
            <a:r>
              <a:rPr lang="en-US" sz="1100" dirty="0">
                <a:solidFill>
                  <a:schemeClr val="tx1">
                    <a:lumMod val="65000"/>
                    <a:lumOff val="35000"/>
                  </a:schemeClr>
                </a:solidFill>
              </a:rPr>
              <a:t> et </a:t>
            </a:r>
            <a:r>
              <a:rPr lang="en-US" sz="1100" dirty="0" err="1">
                <a:solidFill>
                  <a:schemeClr val="tx1">
                    <a:lumMod val="65000"/>
                    <a:lumOff val="35000"/>
                  </a:schemeClr>
                </a:solidFill>
              </a:rPr>
              <a:t>dolore</a:t>
            </a:r>
            <a:r>
              <a:rPr lang="en-US" sz="1100" dirty="0">
                <a:solidFill>
                  <a:schemeClr val="tx1">
                    <a:lumMod val="65000"/>
                    <a:lumOff val="35000"/>
                  </a:schemeClr>
                </a:solidFill>
              </a:rPr>
              <a:t> magna </a:t>
            </a:r>
            <a:r>
              <a:rPr lang="en-US" sz="1100" dirty="0" err="1">
                <a:solidFill>
                  <a:schemeClr val="tx1">
                    <a:lumMod val="65000"/>
                    <a:lumOff val="35000"/>
                  </a:schemeClr>
                </a:solidFill>
              </a:rPr>
              <a:t>aliqua</a:t>
            </a:r>
            <a:r>
              <a:rPr lang="en-US" sz="1100" dirty="0">
                <a:solidFill>
                  <a:schemeClr val="tx1">
                    <a:lumMod val="65000"/>
                    <a:lumOff val="35000"/>
                  </a:schemeClr>
                </a:solidFill>
              </a:rPr>
              <a:t>. </a:t>
            </a:r>
            <a:r>
              <a:rPr lang="en-US" sz="1100" dirty="0" err="1">
                <a:solidFill>
                  <a:schemeClr val="tx1">
                    <a:lumMod val="65000"/>
                    <a:lumOff val="35000"/>
                  </a:schemeClr>
                </a:solidFill>
              </a:rPr>
              <a:t>Ut</a:t>
            </a:r>
            <a:r>
              <a:rPr lang="en-US" sz="1100" dirty="0">
                <a:solidFill>
                  <a:schemeClr val="tx1">
                    <a:lumMod val="65000"/>
                    <a:lumOff val="35000"/>
                  </a:schemeClr>
                </a:solidFill>
              </a:rPr>
              <a:t> </a:t>
            </a:r>
            <a:r>
              <a:rPr lang="en-US" sz="1100" dirty="0" err="1">
                <a:solidFill>
                  <a:schemeClr val="tx1">
                    <a:lumMod val="65000"/>
                    <a:lumOff val="35000"/>
                  </a:schemeClr>
                </a:solidFill>
              </a:rPr>
              <a:t>enim</a:t>
            </a:r>
            <a:r>
              <a:rPr lang="en-US" sz="1100" dirty="0">
                <a:solidFill>
                  <a:schemeClr val="tx1">
                    <a:lumMod val="65000"/>
                    <a:lumOff val="35000"/>
                  </a:schemeClr>
                </a:solidFill>
              </a:rPr>
              <a:t> ad minim </a:t>
            </a:r>
            <a:r>
              <a:rPr lang="en-US" sz="1100" dirty="0" err="1">
                <a:solidFill>
                  <a:schemeClr val="tx1">
                    <a:lumMod val="65000"/>
                    <a:lumOff val="35000"/>
                  </a:schemeClr>
                </a:solidFill>
              </a:rPr>
              <a:t>veniam</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a:t>
            </a:r>
            <a:r>
              <a:rPr lang="en-US" sz="1100" dirty="0" err="1">
                <a:solidFill>
                  <a:schemeClr val="tx1">
                    <a:lumMod val="65000"/>
                    <a:lumOff val="35000"/>
                  </a:schemeClr>
                </a:solidFill>
              </a:rPr>
              <a:t>nostrud</a:t>
            </a:r>
            <a:r>
              <a:rPr lang="en-US" sz="1100" dirty="0">
                <a:solidFill>
                  <a:schemeClr val="tx1">
                    <a:lumMod val="65000"/>
                    <a:lumOff val="35000"/>
                  </a:schemeClr>
                </a:solidFill>
              </a:rPr>
              <a:t> exercitation </a:t>
            </a:r>
            <a:r>
              <a:rPr lang="en-US" sz="1100" dirty="0" err="1">
                <a:solidFill>
                  <a:schemeClr val="tx1">
                    <a:lumMod val="65000"/>
                    <a:lumOff val="35000"/>
                  </a:schemeClr>
                </a:solidFill>
              </a:rPr>
              <a:t>ullamco</a:t>
            </a:r>
            <a:r>
              <a:rPr lang="en-US" sz="1100" dirty="0">
                <a:solidFill>
                  <a:schemeClr val="tx1">
                    <a:lumMod val="65000"/>
                    <a:lumOff val="35000"/>
                  </a:schemeClr>
                </a:solidFill>
              </a:rPr>
              <a:t> </a:t>
            </a:r>
            <a:r>
              <a:rPr lang="en-US" sz="1100" dirty="0" err="1">
                <a:solidFill>
                  <a:schemeClr val="tx1">
                    <a:lumMod val="65000"/>
                    <a:lumOff val="35000"/>
                  </a:schemeClr>
                </a:solidFill>
              </a:rPr>
              <a:t>laboris</a:t>
            </a:r>
            <a:endParaRPr lang="en-US" sz="1100" dirty="0">
              <a:solidFill>
                <a:schemeClr val="tx1">
                  <a:lumMod val="65000"/>
                  <a:lumOff val="35000"/>
                </a:schemeClr>
              </a:solidFill>
            </a:endParaRPr>
          </a:p>
        </p:txBody>
      </p:sp>
      <p:sp>
        <p:nvSpPr>
          <p:cNvPr id="2" name="Slide Number Placeholder 1">
            <a:extLst>
              <a:ext uri="{FF2B5EF4-FFF2-40B4-BE49-F238E27FC236}">
                <a16:creationId xmlns:a16="http://schemas.microsoft.com/office/drawing/2014/main" id="{00832EB1-AAE5-7B63-2024-3FB6A0C2D603}"/>
              </a:ext>
            </a:extLst>
          </p:cNvPr>
          <p:cNvSpPr>
            <a:spLocks noGrp="1"/>
          </p:cNvSpPr>
          <p:nvPr>
            <p:ph type="sldNum" sz="quarter" idx="11"/>
          </p:nvPr>
        </p:nvSpPr>
        <p:spPr/>
        <p:txBody>
          <a:bodyPr/>
          <a:lstStyle/>
          <a:p>
            <a:fld id="{7737D3DD-0AB3-4F16-99FA-6262B2B4036D}" type="slidenum">
              <a:rPr lang="en-MY" smtClean="0"/>
              <a:t>31</a:t>
            </a:fld>
            <a:endParaRPr lang="en-MY"/>
          </a:p>
        </p:txBody>
      </p:sp>
    </p:spTree>
    <p:extLst>
      <p:ext uri="{BB962C8B-B14F-4D97-AF65-F5344CB8AC3E}">
        <p14:creationId xmlns:p14="http://schemas.microsoft.com/office/powerpoint/2010/main" val="8400425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EF837AE-41C6-7879-F2AF-52A94F69CE5B}"/>
              </a:ext>
            </a:extLst>
          </p:cNvPr>
          <p:cNvSpPr txBox="1"/>
          <p:nvPr/>
        </p:nvSpPr>
        <p:spPr>
          <a:xfrm>
            <a:off x="5471886" y="2637064"/>
            <a:ext cx="6372225" cy="1234953"/>
          </a:xfrm>
          <a:prstGeom prst="rect">
            <a:avLst/>
          </a:prstGeom>
          <a:noFill/>
        </p:spPr>
        <p:txBody>
          <a:bodyPr>
            <a:spAutoFit/>
          </a:bodyPr>
          <a:lstStyle/>
          <a:p>
            <a:pPr eaLnBrk="1" fontAlgn="auto" hangingPunct="1">
              <a:lnSpc>
                <a:spcPct val="150000"/>
              </a:lnSpc>
              <a:spcBef>
                <a:spcPts val="0"/>
              </a:spcBef>
              <a:spcAft>
                <a:spcPts val="0"/>
              </a:spcAft>
              <a:defRPr/>
            </a:pPr>
            <a:r>
              <a:rPr lang="en-US" sz="5400" b="1" dirty="0">
                <a:solidFill>
                  <a:srgbClr val="222A35"/>
                </a:solidFill>
                <a:latin typeface="+mj-lt"/>
              </a:rPr>
              <a:t>Section</a:t>
            </a:r>
            <a:r>
              <a:rPr lang="en-US" sz="5400" b="1" dirty="0">
                <a:solidFill>
                  <a:schemeClr val="bg2"/>
                </a:solidFill>
                <a:latin typeface="+mj-lt"/>
              </a:rPr>
              <a:t> Break</a:t>
            </a:r>
          </a:p>
        </p:txBody>
      </p:sp>
      <p:sp>
        <p:nvSpPr>
          <p:cNvPr id="10" name="Rectangle 9">
            <a:extLst>
              <a:ext uri="{FF2B5EF4-FFF2-40B4-BE49-F238E27FC236}">
                <a16:creationId xmlns:a16="http://schemas.microsoft.com/office/drawing/2014/main" id="{5E4C36BE-80C3-D6CF-C717-64245719A962}"/>
              </a:ext>
            </a:extLst>
          </p:cNvPr>
          <p:cNvSpPr>
            <a:spLocks noChangeArrowheads="1"/>
          </p:cNvSpPr>
          <p:nvPr/>
        </p:nvSpPr>
        <p:spPr bwMode="auto">
          <a:xfrm>
            <a:off x="5551261" y="3810227"/>
            <a:ext cx="3544888" cy="53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eaLnBrk="1" hangingPunct="1">
              <a:lnSpc>
                <a:spcPct val="150000"/>
              </a:lnSpc>
            </a:pPr>
            <a:r>
              <a:rPr lang="en-US" altLang="en-US" sz="1000" dirty="0">
                <a:solidFill>
                  <a:schemeClr val="bg2"/>
                </a:solidFill>
                <a:latin typeface="+mn-lt"/>
              </a:rPr>
              <a:t>Suitable for all categories business and personal presentation farmers ensure that we will bring </a:t>
            </a:r>
          </a:p>
        </p:txBody>
      </p:sp>
      <p:sp>
        <p:nvSpPr>
          <p:cNvPr id="2" name="Slide Number Placeholder 1">
            <a:extLst>
              <a:ext uri="{FF2B5EF4-FFF2-40B4-BE49-F238E27FC236}">
                <a16:creationId xmlns:a16="http://schemas.microsoft.com/office/drawing/2014/main" id="{3FA5F6B2-0406-672D-9AD1-A9B5648F84C9}"/>
              </a:ext>
            </a:extLst>
          </p:cNvPr>
          <p:cNvSpPr>
            <a:spLocks noGrp="1"/>
          </p:cNvSpPr>
          <p:nvPr>
            <p:ph type="sldNum" sz="quarter" idx="11"/>
          </p:nvPr>
        </p:nvSpPr>
        <p:spPr/>
        <p:txBody>
          <a:bodyPr/>
          <a:lstStyle/>
          <a:p>
            <a:fld id="{7737D3DD-0AB3-4F16-99FA-6262B2B4036D}" type="slidenum">
              <a:rPr lang="en-MY" smtClean="0"/>
              <a:t>32</a:t>
            </a:fld>
            <a:endParaRPr lang="en-MY"/>
          </a:p>
        </p:txBody>
      </p:sp>
    </p:spTree>
    <p:extLst>
      <p:ext uri="{BB962C8B-B14F-4D97-AF65-F5344CB8AC3E}">
        <p14:creationId xmlns:p14="http://schemas.microsoft.com/office/powerpoint/2010/main" val="848864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E8ECA5-0D63-69BA-7954-3BF7E014F8F9}"/>
              </a:ext>
            </a:extLst>
          </p:cNvPr>
          <p:cNvSpPr>
            <a:spLocks noGrp="1"/>
          </p:cNvSpPr>
          <p:nvPr>
            <p:ph type="sldNum" sz="quarter" idx="11"/>
          </p:nvPr>
        </p:nvSpPr>
        <p:spPr/>
        <p:txBody>
          <a:bodyPr/>
          <a:lstStyle/>
          <a:p>
            <a:fld id="{7737D3DD-0AB3-4F16-99FA-6262B2B4036D}" type="slidenum">
              <a:rPr lang="en-MY" smtClean="0"/>
              <a:t>33</a:t>
            </a:fld>
            <a:endParaRPr lang="en-MY"/>
          </a:p>
        </p:txBody>
      </p:sp>
      <p:sp>
        <p:nvSpPr>
          <p:cNvPr id="9" name="Title 8">
            <a:extLst>
              <a:ext uri="{FF2B5EF4-FFF2-40B4-BE49-F238E27FC236}">
                <a16:creationId xmlns:a16="http://schemas.microsoft.com/office/drawing/2014/main" id="{E030E8F9-6E2A-D5BE-3468-55A98767F874}"/>
              </a:ext>
            </a:extLst>
          </p:cNvPr>
          <p:cNvSpPr>
            <a:spLocks noGrp="1"/>
          </p:cNvSpPr>
          <p:nvPr>
            <p:ph type="title"/>
          </p:nvPr>
        </p:nvSpPr>
        <p:spPr>
          <a:xfrm>
            <a:off x="664028" y="2581886"/>
            <a:ext cx="4169229" cy="1325563"/>
          </a:xfrm>
        </p:spPr>
        <p:txBody>
          <a:bodyPr/>
          <a:lstStyle/>
          <a:p>
            <a:r>
              <a:rPr lang="en-MY" dirty="0"/>
              <a:t>PHOTO GALLERY</a:t>
            </a:r>
          </a:p>
        </p:txBody>
      </p:sp>
      <p:pic>
        <p:nvPicPr>
          <p:cNvPr id="11" name="Picture Placeholder 10" descr="A picture containing grass, outdoor, sky, yellow&#10;&#10;Description automatically generated">
            <a:extLst>
              <a:ext uri="{FF2B5EF4-FFF2-40B4-BE49-F238E27FC236}">
                <a16:creationId xmlns:a16="http://schemas.microsoft.com/office/drawing/2014/main" id="{6CF86ED5-B22A-4904-7A42-661F585DB768}"/>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p:pic>
      <p:pic>
        <p:nvPicPr>
          <p:cNvPr id="8" name="Picture Placeholder 7" descr="A picture containing outdoor, nature, resort&#10;&#10;Description automatically generated">
            <a:extLst>
              <a:ext uri="{FF2B5EF4-FFF2-40B4-BE49-F238E27FC236}">
                <a16:creationId xmlns:a16="http://schemas.microsoft.com/office/drawing/2014/main" id="{C54D991E-4CEE-7709-FE17-B189326AC6B1}"/>
              </a:ext>
            </a:extLst>
          </p:cNvPr>
          <p:cNvPicPr>
            <a:picLocks noGrp="1" noChangeAspect="1"/>
          </p:cNvPicPr>
          <p:nvPr>
            <p:ph type="pic" sz="quarter" idx="14"/>
          </p:nvPr>
        </p:nvPicPr>
        <p:blipFill>
          <a:blip r:embed="rId3" cstate="screen">
            <a:extLst>
              <a:ext uri="{28A0092B-C50C-407E-A947-70E740481C1C}">
                <a14:useLocalDpi xmlns:a14="http://schemas.microsoft.com/office/drawing/2010/main"/>
              </a:ext>
            </a:extLst>
          </a:blip>
          <a:srcRect/>
          <a:stretch>
            <a:fillRect/>
          </a:stretch>
        </p:blipFill>
        <p:spPr/>
      </p:pic>
      <p:pic>
        <p:nvPicPr>
          <p:cNvPr id="15" name="Picture Placeholder 14" descr="A picture containing sky, outdoor, grass, road&#10;&#10;Description automatically generated">
            <a:extLst>
              <a:ext uri="{FF2B5EF4-FFF2-40B4-BE49-F238E27FC236}">
                <a16:creationId xmlns:a16="http://schemas.microsoft.com/office/drawing/2014/main" id="{4E2E5445-5AB4-B539-65C5-96025F2EB9F5}"/>
              </a:ext>
            </a:extLst>
          </p:cNvPr>
          <p:cNvPicPr>
            <a:picLocks noGrp="1" noChangeAspect="1"/>
          </p:cNvPicPr>
          <p:nvPr>
            <p:ph type="pic" sz="quarter" idx="15"/>
          </p:nvPr>
        </p:nvPicPr>
        <p:blipFill>
          <a:blip r:embed="rId4" cstate="screen">
            <a:extLst>
              <a:ext uri="{28A0092B-C50C-407E-A947-70E740481C1C}">
                <a14:useLocalDpi xmlns:a14="http://schemas.microsoft.com/office/drawing/2010/main"/>
              </a:ext>
            </a:extLst>
          </a:blip>
          <a:srcRect/>
          <a:stretch>
            <a:fillRect/>
          </a:stretch>
        </p:blipFill>
        <p:spPr/>
      </p:pic>
      <p:pic>
        <p:nvPicPr>
          <p:cNvPr id="13" name="Picture Placeholder 12" descr="A picture containing text, sky, outdoor, road&#10;&#10;Description automatically generated">
            <a:extLst>
              <a:ext uri="{FF2B5EF4-FFF2-40B4-BE49-F238E27FC236}">
                <a16:creationId xmlns:a16="http://schemas.microsoft.com/office/drawing/2014/main" id="{FB2133D7-1DE7-2155-2FCD-9077170C4668}"/>
              </a:ext>
            </a:extLst>
          </p:cNvPr>
          <p:cNvPicPr>
            <a:picLocks noGrp="1" noChangeAspect="1"/>
          </p:cNvPicPr>
          <p:nvPr>
            <p:ph type="pic" sz="quarter" idx="16"/>
          </p:nvPr>
        </p:nvPicPr>
        <p:blipFill>
          <a:blip r:embed="rId5" cstate="screen">
            <a:extLst>
              <a:ext uri="{28A0092B-C50C-407E-A947-70E740481C1C}">
                <a14:useLocalDpi xmlns:a14="http://schemas.microsoft.com/office/drawing/2010/main"/>
              </a:ext>
            </a:extLst>
          </a:blip>
          <a:srcRect/>
          <a:stretch>
            <a:fillRect/>
          </a:stretch>
        </p:blipFill>
        <p:spPr/>
      </p:pic>
      <p:sp>
        <p:nvSpPr>
          <p:cNvPr id="10" name="Rounded Rectangle 36">
            <a:extLst>
              <a:ext uri="{FF2B5EF4-FFF2-40B4-BE49-F238E27FC236}">
                <a16:creationId xmlns:a16="http://schemas.microsoft.com/office/drawing/2014/main" id="{09C09B65-44AA-8DA3-1843-72D5AF0C9058}"/>
              </a:ext>
            </a:extLst>
          </p:cNvPr>
          <p:cNvSpPr/>
          <p:nvPr/>
        </p:nvSpPr>
        <p:spPr>
          <a:xfrm>
            <a:off x="529271" y="3833117"/>
            <a:ext cx="3892234" cy="717929"/>
          </a:xfrm>
          <a:prstGeom prst="roundRect">
            <a:avLst>
              <a:gd name="adj" fmla="val 50000"/>
            </a:avLst>
          </a:prstGeom>
          <a:solidFill>
            <a:srgbClr val="D8DADD">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nSpc>
                <a:spcPct val="130000"/>
              </a:lnSpc>
            </a:pPr>
            <a:r>
              <a:rPr lang="en-US" sz="1000" dirty="0" err="1">
                <a:solidFill>
                  <a:schemeClr val="bg1"/>
                </a:solidFill>
              </a:rPr>
              <a:t>Curabitur</a:t>
            </a:r>
            <a:r>
              <a:rPr lang="en-US" sz="1000" dirty="0">
                <a:solidFill>
                  <a:schemeClr val="bg1"/>
                </a:solidFill>
              </a:rPr>
              <a:t> </a:t>
            </a:r>
            <a:r>
              <a:rPr lang="en-US" sz="1000" dirty="0" err="1">
                <a:solidFill>
                  <a:schemeClr val="bg1"/>
                </a:solidFill>
              </a:rPr>
              <a:t>bibendum</a:t>
            </a:r>
            <a:r>
              <a:rPr lang="en-US" sz="1000" dirty="0">
                <a:solidFill>
                  <a:schemeClr val="bg1"/>
                </a:solidFill>
              </a:rPr>
              <a:t> </a:t>
            </a:r>
            <a:r>
              <a:rPr lang="en-US" sz="1000" dirty="0" err="1">
                <a:solidFill>
                  <a:schemeClr val="bg1"/>
                </a:solidFill>
              </a:rPr>
              <a:t>justo</a:t>
            </a:r>
            <a:r>
              <a:rPr lang="en-US" sz="1000" dirty="0">
                <a:solidFill>
                  <a:schemeClr val="bg1"/>
                </a:solidFill>
              </a:rPr>
              <a:t> non </a:t>
            </a:r>
            <a:r>
              <a:rPr lang="en-US" sz="1000" dirty="0" err="1">
                <a:solidFill>
                  <a:schemeClr val="bg1"/>
                </a:solidFill>
              </a:rPr>
              <a:t>orci</a:t>
            </a:r>
            <a:r>
              <a:rPr lang="en-US" sz="1000" dirty="0">
                <a:solidFill>
                  <a:schemeClr val="bg1"/>
                </a:solidFill>
              </a:rPr>
              <a:t>. Duis </a:t>
            </a:r>
            <a:r>
              <a:rPr lang="en-US" sz="1000" dirty="0" err="1">
                <a:solidFill>
                  <a:schemeClr val="bg1"/>
                </a:solidFill>
              </a:rPr>
              <a:t>aute</a:t>
            </a:r>
            <a:r>
              <a:rPr lang="en-US" sz="1000" dirty="0">
                <a:solidFill>
                  <a:schemeClr val="bg1"/>
                </a:solidFill>
              </a:rPr>
              <a:t> </a:t>
            </a:r>
            <a:r>
              <a:rPr lang="en-US" sz="1000" dirty="0" err="1">
                <a:solidFill>
                  <a:schemeClr val="bg1"/>
                </a:solidFill>
              </a:rPr>
              <a:t>irure</a:t>
            </a:r>
            <a:r>
              <a:rPr lang="en-US" sz="1000" dirty="0">
                <a:solidFill>
                  <a:schemeClr val="bg1"/>
                </a:solidFill>
              </a:rPr>
              <a:t> dolor in </a:t>
            </a:r>
            <a:r>
              <a:rPr lang="en-US" sz="1000" dirty="0" err="1">
                <a:solidFill>
                  <a:schemeClr val="bg1"/>
                </a:solidFill>
              </a:rPr>
              <a:t>reprehenderit</a:t>
            </a:r>
            <a:r>
              <a:rPr lang="en-US" sz="1000" dirty="0">
                <a:solidFill>
                  <a:schemeClr val="bg1"/>
                </a:solidFill>
              </a:rPr>
              <a:t> in </a:t>
            </a:r>
            <a:r>
              <a:rPr lang="en-US" sz="1000" dirty="0" err="1">
                <a:solidFill>
                  <a:schemeClr val="bg1"/>
                </a:solidFill>
              </a:rPr>
              <a:t>voluptate</a:t>
            </a:r>
            <a:r>
              <a:rPr lang="en-US" sz="1000" dirty="0">
                <a:solidFill>
                  <a:schemeClr val="bg1"/>
                </a:solidFill>
              </a:rPr>
              <a:t> </a:t>
            </a:r>
            <a:r>
              <a:rPr lang="en-US" sz="1000" dirty="0" err="1">
                <a:solidFill>
                  <a:schemeClr val="bg1"/>
                </a:solidFill>
              </a:rPr>
              <a:t>velit</a:t>
            </a:r>
            <a:r>
              <a:rPr lang="en-US" sz="1000" dirty="0">
                <a:solidFill>
                  <a:schemeClr val="bg1"/>
                </a:solidFill>
              </a:rPr>
              <a:t> </a:t>
            </a:r>
            <a:r>
              <a:rPr lang="en-US" sz="1000" dirty="0" err="1">
                <a:solidFill>
                  <a:schemeClr val="bg1"/>
                </a:solidFill>
              </a:rPr>
              <a:t>esse</a:t>
            </a:r>
            <a:endParaRPr lang="en-US" sz="10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256162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9">
            <a:extLst>
              <a:ext uri="{FF2B5EF4-FFF2-40B4-BE49-F238E27FC236}">
                <a16:creationId xmlns:a16="http://schemas.microsoft.com/office/drawing/2014/main" id="{DD06946E-4DFF-D780-EA0A-2072972FE5B2}"/>
              </a:ext>
            </a:extLst>
          </p:cNvPr>
          <p:cNvSpPr>
            <a:spLocks noEditPoints="1"/>
          </p:cNvSpPr>
          <p:nvPr/>
        </p:nvSpPr>
        <p:spPr bwMode="auto">
          <a:xfrm>
            <a:off x="5736771" y="2259424"/>
            <a:ext cx="457200" cy="378573"/>
          </a:xfrm>
          <a:custGeom>
            <a:avLst/>
            <a:gdLst>
              <a:gd name="T0" fmla="*/ 89 w 420"/>
              <a:gd name="T1" fmla="*/ 0 h 347"/>
              <a:gd name="T2" fmla="*/ 174 w 420"/>
              <a:gd name="T3" fmla="*/ 0 h 347"/>
              <a:gd name="T4" fmla="*/ 118 w 420"/>
              <a:gd name="T5" fmla="*/ 173 h 347"/>
              <a:gd name="T6" fmla="*/ 174 w 420"/>
              <a:gd name="T7" fmla="*/ 173 h 347"/>
              <a:gd name="T8" fmla="*/ 174 w 420"/>
              <a:gd name="T9" fmla="*/ 347 h 347"/>
              <a:gd name="T10" fmla="*/ 0 w 420"/>
              <a:gd name="T11" fmla="*/ 347 h 347"/>
              <a:gd name="T12" fmla="*/ 0 w 420"/>
              <a:gd name="T13" fmla="*/ 189 h 347"/>
              <a:gd name="T14" fmla="*/ 89 w 420"/>
              <a:gd name="T15" fmla="*/ 0 h 347"/>
              <a:gd name="T16" fmla="*/ 335 w 420"/>
              <a:gd name="T17" fmla="*/ 0 h 347"/>
              <a:gd name="T18" fmla="*/ 420 w 420"/>
              <a:gd name="T19" fmla="*/ 0 h 347"/>
              <a:gd name="T20" fmla="*/ 365 w 420"/>
              <a:gd name="T21" fmla="*/ 173 h 347"/>
              <a:gd name="T22" fmla="*/ 420 w 420"/>
              <a:gd name="T23" fmla="*/ 173 h 347"/>
              <a:gd name="T24" fmla="*/ 420 w 420"/>
              <a:gd name="T25" fmla="*/ 347 h 347"/>
              <a:gd name="T26" fmla="*/ 247 w 420"/>
              <a:gd name="T27" fmla="*/ 347 h 347"/>
              <a:gd name="T28" fmla="*/ 247 w 420"/>
              <a:gd name="T29" fmla="*/ 189 h 347"/>
              <a:gd name="T30" fmla="*/ 335 w 420"/>
              <a:gd name="T31" fmla="*/ 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0" h="347">
                <a:moveTo>
                  <a:pt x="89" y="0"/>
                </a:moveTo>
                <a:lnTo>
                  <a:pt x="174" y="0"/>
                </a:lnTo>
                <a:lnTo>
                  <a:pt x="118" y="173"/>
                </a:lnTo>
                <a:lnTo>
                  <a:pt x="174" y="173"/>
                </a:lnTo>
                <a:lnTo>
                  <a:pt x="174" y="347"/>
                </a:lnTo>
                <a:lnTo>
                  <a:pt x="0" y="347"/>
                </a:lnTo>
                <a:lnTo>
                  <a:pt x="0" y="189"/>
                </a:lnTo>
                <a:lnTo>
                  <a:pt x="89" y="0"/>
                </a:lnTo>
                <a:close/>
                <a:moveTo>
                  <a:pt x="335" y="0"/>
                </a:moveTo>
                <a:lnTo>
                  <a:pt x="420" y="0"/>
                </a:lnTo>
                <a:lnTo>
                  <a:pt x="365" y="173"/>
                </a:lnTo>
                <a:lnTo>
                  <a:pt x="420" y="173"/>
                </a:lnTo>
                <a:lnTo>
                  <a:pt x="420" y="347"/>
                </a:lnTo>
                <a:lnTo>
                  <a:pt x="247" y="347"/>
                </a:lnTo>
                <a:lnTo>
                  <a:pt x="247" y="189"/>
                </a:lnTo>
                <a:lnTo>
                  <a:pt x="335" y="0"/>
                </a:lnTo>
                <a:close/>
              </a:path>
            </a:pathLst>
          </a:custGeom>
          <a:solidFill>
            <a:schemeClr val="bg1"/>
          </a:solidFill>
          <a:ln>
            <a:noFill/>
          </a:ln>
        </p:spPr>
        <p:txBody>
          <a:bodyPr lIns="68580" tIns="34290" rIns="68580" bIns="34290"/>
          <a:lstStyle/>
          <a:p>
            <a:pPr eaLnBrk="1" fontAlgn="auto" hangingPunct="1">
              <a:spcBef>
                <a:spcPts val="0"/>
              </a:spcBef>
              <a:spcAft>
                <a:spcPts val="0"/>
              </a:spcAft>
              <a:defRPr/>
            </a:pPr>
            <a:endParaRPr lang="en-US">
              <a:solidFill>
                <a:schemeClr val="bg1"/>
              </a:solidFill>
              <a:latin typeface="+mn-lt"/>
            </a:endParaRPr>
          </a:p>
        </p:txBody>
      </p:sp>
      <p:sp>
        <p:nvSpPr>
          <p:cNvPr id="12" name="Rectangle 11">
            <a:extLst>
              <a:ext uri="{FF2B5EF4-FFF2-40B4-BE49-F238E27FC236}">
                <a16:creationId xmlns:a16="http://schemas.microsoft.com/office/drawing/2014/main" id="{FB00A57A-44C5-F9D7-BCB8-7BD7546B15A6}"/>
              </a:ext>
            </a:extLst>
          </p:cNvPr>
          <p:cNvSpPr/>
          <p:nvPr/>
        </p:nvSpPr>
        <p:spPr>
          <a:xfrm>
            <a:off x="6364224" y="2637997"/>
            <a:ext cx="4712053" cy="1991186"/>
          </a:xfrm>
          <a:prstGeom prst="rect">
            <a:avLst/>
          </a:prstGeom>
        </p:spPr>
        <p:txBody>
          <a:bodyPr wrap="square">
            <a:spAutoFit/>
          </a:bodyPr>
          <a:lstStyle/>
          <a:p>
            <a:pPr algn="just">
              <a:lnSpc>
                <a:spcPct val="150000"/>
              </a:lnSpc>
            </a:pPr>
            <a:r>
              <a:rPr lang="en-US" sz="1400" dirty="0">
                <a:solidFill>
                  <a:schemeClr val="bg1"/>
                </a:solidFill>
              </a:rPr>
              <a:t>In </a:t>
            </a:r>
            <a:r>
              <a:rPr lang="en-US" sz="1400" dirty="0" err="1">
                <a:solidFill>
                  <a:schemeClr val="bg1"/>
                </a:solidFill>
              </a:rPr>
              <a:t>enim</a:t>
            </a:r>
            <a:r>
              <a:rPr lang="en-US" sz="1400" dirty="0">
                <a:solidFill>
                  <a:schemeClr val="bg1"/>
                </a:solidFill>
              </a:rPr>
              <a:t> a </a:t>
            </a:r>
            <a:r>
              <a:rPr lang="en-US" sz="1400" dirty="0" err="1">
                <a:solidFill>
                  <a:schemeClr val="bg1"/>
                </a:solidFill>
              </a:rPr>
              <a:t>arcu</a:t>
            </a:r>
            <a:r>
              <a:rPr lang="en-US" sz="1400" dirty="0">
                <a:solidFill>
                  <a:schemeClr val="bg1"/>
                </a:solidFill>
              </a:rPr>
              <a:t> </a:t>
            </a:r>
            <a:r>
              <a:rPr lang="en-US" sz="1400" dirty="0" err="1">
                <a:solidFill>
                  <a:schemeClr val="bg1"/>
                </a:solidFill>
              </a:rPr>
              <a:t>imperdiet</a:t>
            </a:r>
            <a:r>
              <a:rPr lang="en-US" sz="1400" dirty="0">
                <a:solidFill>
                  <a:schemeClr val="bg1"/>
                </a:solidFill>
              </a:rPr>
              <a:t> </a:t>
            </a:r>
            <a:r>
              <a:rPr lang="en-US" sz="1400" dirty="0" err="1">
                <a:solidFill>
                  <a:schemeClr val="bg1"/>
                </a:solidFill>
              </a:rPr>
              <a:t>malesuada</a:t>
            </a:r>
            <a:r>
              <a:rPr lang="en-US" sz="1400" dirty="0">
                <a:solidFill>
                  <a:schemeClr val="bg1"/>
                </a:solidFill>
              </a:rPr>
              <a:t>. </a:t>
            </a:r>
            <a:r>
              <a:rPr lang="en-US" sz="1400" dirty="0" err="1">
                <a:solidFill>
                  <a:schemeClr val="bg1"/>
                </a:solidFill>
              </a:rPr>
              <a:t>Fusce</a:t>
            </a:r>
            <a:r>
              <a:rPr lang="en-US" sz="1400" dirty="0">
                <a:solidFill>
                  <a:schemeClr val="bg1"/>
                </a:solidFill>
              </a:rPr>
              <a:t> </a:t>
            </a:r>
            <a:r>
              <a:rPr lang="en-US" sz="1400" dirty="0" err="1">
                <a:solidFill>
                  <a:schemeClr val="bg1"/>
                </a:solidFill>
              </a:rPr>
              <a:t>wisi</a:t>
            </a:r>
            <a:r>
              <a:rPr lang="en-US" sz="1400" dirty="0">
                <a:solidFill>
                  <a:schemeClr val="bg1"/>
                </a:solidFill>
              </a:rPr>
              <a:t>. </a:t>
            </a:r>
            <a:r>
              <a:rPr lang="en-US" sz="1400" dirty="0" err="1">
                <a:solidFill>
                  <a:schemeClr val="bg1"/>
                </a:solidFill>
              </a:rPr>
              <a:t>Nullam</a:t>
            </a:r>
            <a:r>
              <a:rPr lang="en-US" sz="1400" dirty="0">
                <a:solidFill>
                  <a:schemeClr val="bg1"/>
                </a:solidFill>
              </a:rPr>
              <a:t> at </a:t>
            </a:r>
            <a:r>
              <a:rPr lang="en-US" sz="1400" dirty="0" err="1">
                <a:solidFill>
                  <a:schemeClr val="bg1"/>
                </a:solidFill>
              </a:rPr>
              <a:t>arcu</a:t>
            </a:r>
            <a:r>
              <a:rPr lang="en-US" sz="1400" dirty="0">
                <a:solidFill>
                  <a:schemeClr val="bg1"/>
                </a:solidFill>
              </a:rPr>
              <a:t> a </a:t>
            </a:r>
            <a:r>
              <a:rPr lang="en-US" sz="1400" dirty="0" err="1">
                <a:solidFill>
                  <a:schemeClr val="bg1"/>
                </a:solidFill>
              </a:rPr>
              <a:t>est</a:t>
            </a:r>
            <a:r>
              <a:rPr lang="en-US" sz="1400" dirty="0">
                <a:solidFill>
                  <a:schemeClr val="bg1"/>
                </a:solidFill>
              </a:rPr>
              <a:t> </a:t>
            </a:r>
            <a:r>
              <a:rPr lang="en-US" sz="1400" dirty="0" err="1">
                <a:solidFill>
                  <a:schemeClr val="bg1"/>
                </a:solidFill>
              </a:rPr>
              <a:t>sollicitudin</a:t>
            </a:r>
            <a:r>
              <a:rPr lang="en-US" sz="1400" dirty="0">
                <a:solidFill>
                  <a:schemeClr val="bg1"/>
                </a:solidFill>
              </a:rPr>
              <a:t> </a:t>
            </a:r>
            <a:r>
              <a:rPr lang="en-US" sz="1400" dirty="0" err="1">
                <a:solidFill>
                  <a:schemeClr val="bg1"/>
                </a:solidFill>
              </a:rPr>
              <a:t>euismod</a:t>
            </a:r>
            <a:r>
              <a:rPr lang="en-US" sz="1400" dirty="0">
                <a:solidFill>
                  <a:schemeClr val="bg1"/>
                </a:solidFill>
              </a:rPr>
              <a:t>. In convallis. </a:t>
            </a:r>
            <a:r>
              <a:rPr lang="en-US" sz="1400" dirty="0" err="1">
                <a:solidFill>
                  <a:schemeClr val="bg1"/>
                </a:solidFill>
              </a:rPr>
              <a:t>Nullam</a:t>
            </a:r>
            <a:r>
              <a:rPr lang="en-US" sz="1400" dirty="0">
                <a:solidFill>
                  <a:schemeClr val="bg1"/>
                </a:solidFill>
              </a:rPr>
              <a:t> </a:t>
            </a:r>
            <a:r>
              <a:rPr lang="en-US" sz="1400" dirty="0" err="1">
                <a:solidFill>
                  <a:schemeClr val="bg1"/>
                </a:solidFill>
              </a:rPr>
              <a:t>dapibus</a:t>
            </a:r>
            <a:r>
              <a:rPr lang="en-US" sz="1400" dirty="0">
                <a:solidFill>
                  <a:schemeClr val="bg1"/>
                </a:solidFill>
              </a:rPr>
              <a:t> </a:t>
            </a:r>
            <a:r>
              <a:rPr lang="en-US" sz="1400" dirty="0" err="1">
                <a:solidFill>
                  <a:schemeClr val="bg1"/>
                </a:solidFill>
              </a:rPr>
              <a:t>fermentum</a:t>
            </a:r>
            <a:r>
              <a:rPr lang="en-US" sz="1400" dirty="0">
                <a:solidFill>
                  <a:schemeClr val="bg1"/>
                </a:solidFill>
              </a:rPr>
              <a:t> ipsum. </a:t>
            </a:r>
            <a:r>
              <a:rPr lang="en-US" sz="1400" dirty="0" err="1">
                <a:solidFill>
                  <a:schemeClr val="bg1"/>
                </a:solidFill>
              </a:rPr>
              <a:t>Aliquam</a:t>
            </a:r>
            <a:r>
              <a:rPr lang="en-US" sz="1400" dirty="0">
                <a:solidFill>
                  <a:schemeClr val="bg1"/>
                </a:solidFill>
              </a:rPr>
              <a:t> erat </a:t>
            </a:r>
            <a:r>
              <a:rPr lang="en-US" sz="1400" dirty="0" err="1">
                <a:solidFill>
                  <a:schemeClr val="bg1"/>
                </a:solidFill>
              </a:rPr>
              <a:t>volutpat</a:t>
            </a:r>
            <a:r>
              <a:rPr lang="en-US" sz="1400" dirty="0">
                <a:solidFill>
                  <a:schemeClr val="bg1"/>
                </a:solidFill>
              </a:rPr>
              <a:t>. </a:t>
            </a:r>
            <a:r>
              <a:rPr lang="en-US" sz="1400" dirty="0" err="1">
                <a:solidFill>
                  <a:schemeClr val="bg1"/>
                </a:solidFill>
              </a:rPr>
              <a:t>Excepteur</a:t>
            </a:r>
            <a:r>
              <a:rPr lang="en-US" sz="1400" dirty="0">
                <a:solidFill>
                  <a:schemeClr val="bg1"/>
                </a:solidFill>
              </a:rPr>
              <a:t> </a:t>
            </a:r>
            <a:r>
              <a:rPr lang="en-US" sz="1400" dirty="0" err="1">
                <a:solidFill>
                  <a:schemeClr val="bg1"/>
                </a:solidFill>
              </a:rPr>
              <a:t>sint</a:t>
            </a:r>
            <a:r>
              <a:rPr lang="en-US" sz="1400" dirty="0">
                <a:solidFill>
                  <a:schemeClr val="bg1"/>
                </a:solidFill>
              </a:rPr>
              <a:t> </a:t>
            </a:r>
            <a:r>
              <a:rPr lang="en-US" sz="1400" dirty="0" err="1">
                <a:solidFill>
                  <a:schemeClr val="bg1"/>
                </a:solidFill>
              </a:rPr>
              <a:t>occaecat</a:t>
            </a:r>
            <a:r>
              <a:rPr lang="en-US" sz="1400" dirty="0">
                <a:solidFill>
                  <a:schemeClr val="bg1"/>
                </a:solidFill>
              </a:rPr>
              <a:t> </a:t>
            </a:r>
            <a:r>
              <a:rPr lang="en-US" sz="1400" dirty="0" err="1">
                <a:solidFill>
                  <a:schemeClr val="bg1"/>
                </a:solidFill>
              </a:rPr>
              <a:t>cupidatat</a:t>
            </a:r>
            <a:r>
              <a:rPr lang="en-US" sz="1400" dirty="0">
                <a:solidFill>
                  <a:schemeClr val="bg1"/>
                </a:solidFill>
              </a:rPr>
              <a:t> non </a:t>
            </a:r>
            <a:r>
              <a:rPr lang="en-US" sz="1400" dirty="0" err="1">
                <a:solidFill>
                  <a:schemeClr val="bg1"/>
                </a:solidFill>
              </a:rPr>
              <a:t>proident</a:t>
            </a:r>
            <a:r>
              <a:rPr lang="en-US" sz="1400" dirty="0">
                <a:solidFill>
                  <a:schemeClr val="bg1"/>
                </a:solidFill>
              </a:rPr>
              <a:t>, </a:t>
            </a:r>
            <a:r>
              <a:rPr lang="en-US" sz="1400" dirty="0" err="1">
                <a:solidFill>
                  <a:schemeClr val="bg1"/>
                </a:solidFill>
              </a:rPr>
              <a:t>sunt</a:t>
            </a:r>
            <a:r>
              <a:rPr lang="en-US" sz="1400" dirty="0">
                <a:solidFill>
                  <a:schemeClr val="bg1"/>
                </a:solidFill>
              </a:rPr>
              <a:t> in culpa qui </a:t>
            </a:r>
            <a:r>
              <a:rPr lang="en-US" sz="1400" dirty="0" err="1">
                <a:solidFill>
                  <a:schemeClr val="bg1"/>
                </a:solidFill>
              </a:rPr>
              <a:t>officia</a:t>
            </a:r>
            <a:r>
              <a:rPr lang="en-US" sz="1400" dirty="0">
                <a:solidFill>
                  <a:schemeClr val="bg1"/>
                </a:solidFill>
              </a:rPr>
              <a:t> </a:t>
            </a:r>
            <a:r>
              <a:rPr lang="en-US" sz="1400" dirty="0" err="1">
                <a:solidFill>
                  <a:schemeClr val="bg1"/>
                </a:solidFill>
              </a:rPr>
              <a:t>deserunt</a:t>
            </a:r>
            <a:r>
              <a:rPr lang="en-US" sz="1400" dirty="0">
                <a:solidFill>
                  <a:schemeClr val="bg1"/>
                </a:solidFill>
              </a:rPr>
              <a:t> </a:t>
            </a:r>
            <a:r>
              <a:rPr lang="en-US" sz="1400" dirty="0" err="1">
                <a:solidFill>
                  <a:schemeClr val="bg1"/>
                </a:solidFill>
              </a:rPr>
              <a:t>mollit</a:t>
            </a:r>
            <a:r>
              <a:rPr lang="en-US" sz="1400" dirty="0">
                <a:solidFill>
                  <a:schemeClr val="bg1"/>
                </a:solidFill>
              </a:rPr>
              <a:t> </a:t>
            </a:r>
            <a:r>
              <a:rPr lang="en-US" sz="1400" dirty="0" err="1">
                <a:solidFill>
                  <a:schemeClr val="bg1"/>
                </a:solidFill>
              </a:rPr>
              <a:t>anim</a:t>
            </a:r>
            <a:r>
              <a:rPr lang="en-US" sz="1400" dirty="0">
                <a:solidFill>
                  <a:schemeClr val="bg1"/>
                </a:solidFill>
              </a:rPr>
              <a:t> id </a:t>
            </a:r>
            <a:r>
              <a:rPr lang="en-US" sz="1400" dirty="0" err="1">
                <a:solidFill>
                  <a:schemeClr val="bg1"/>
                </a:solidFill>
              </a:rPr>
              <a:t>est</a:t>
            </a:r>
            <a:r>
              <a:rPr lang="en-US" sz="1400" dirty="0">
                <a:solidFill>
                  <a:schemeClr val="bg1"/>
                </a:solidFill>
              </a:rPr>
              <a:t> </a:t>
            </a:r>
            <a:r>
              <a:rPr lang="en-US" sz="1400" dirty="0" err="1">
                <a:solidFill>
                  <a:schemeClr val="bg1"/>
                </a:solidFill>
              </a:rPr>
              <a:t>laborum</a:t>
            </a:r>
            <a:r>
              <a:rPr lang="en-US" sz="1400" dirty="0">
                <a:solidFill>
                  <a:schemeClr val="bg1"/>
                </a:solidFill>
              </a:rPr>
              <a:t>. </a:t>
            </a:r>
            <a:r>
              <a:rPr lang="en-US" sz="1400" dirty="0" err="1">
                <a:solidFill>
                  <a:schemeClr val="bg1"/>
                </a:solidFill>
              </a:rPr>
              <a:t>Vestibulum</a:t>
            </a:r>
            <a:r>
              <a:rPr lang="en-US" sz="1400" dirty="0">
                <a:solidFill>
                  <a:schemeClr val="bg1"/>
                </a:solidFill>
              </a:rPr>
              <a:t> </a:t>
            </a:r>
            <a:r>
              <a:rPr lang="en-US" sz="1400" dirty="0" err="1">
                <a:solidFill>
                  <a:schemeClr val="bg1"/>
                </a:solidFill>
              </a:rPr>
              <a:t>fermentum</a:t>
            </a:r>
            <a:r>
              <a:rPr lang="en-US" sz="1400" dirty="0">
                <a:solidFill>
                  <a:schemeClr val="bg1"/>
                </a:solidFill>
              </a:rPr>
              <a:t> </a:t>
            </a:r>
            <a:r>
              <a:rPr lang="en-US" sz="1400" dirty="0" err="1">
                <a:solidFill>
                  <a:schemeClr val="bg1"/>
                </a:solidFill>
              </a:rPr>
              <a:t>tortor</a:t>
            </a:r>
            <a:r>
              <a:rPr lang="en-US" sz="1400" dirty="0">
                <a:solidFill>
                  <a:schemeClr val="bg1"/>
                </a:solidFill>
              </a:rPr>
              <a:t> id mi. </a:t>
            </a:r>
          </a:p>
        </p:txBody>
      </p:sp>
      <p:sp>
        <p:nvSpPr>
          <p:cNvPr id="13" name="Rectangle 12">
            <a:extLst>
              <a:ext uri="{FF2B5EF4-FFF2-40B4-BE49-F238E27FC236}">
                <a16:creationId xmlns:a16="http://schemas.microsoft.com/office/drawing/2014/main" id="{CD96247A-6855-8C07-5D0B-3BA1395D97D6}"/>
              </a:ext>
            </a:extLst>
          </p:cNvPr>
          <p:cNvSpPr/>
          <p:nvPr/>
        </p:nvSpPr>
        <p:spPr>
          <a:xfrm>
            <a:off x="454152" y="5647132"/>
            <a:ext cx="3661681" cy="496674"/>
          </a:xfrm>
          <a:prstGeom prst="rect">
            <a:avLst/>
          </a:prstGeom>
        </p:spPr>
        <p:txBody>
          <a:bodyPr wrap="square">
            <a:spAutoFit/>
          </a:bodyPr>
          <a:lstStyle/>
          <a:p>
            <a:pPr>
              <a:lnSpc>
                <a:spcPct val="150000"/>
              </a:lnSpc>
            </a:pPr>
            <a:r>
              <a:rPr lang="en-US" sz="2000" dirty="0">
                <a:solidFill>
                  <a:schemeClr val="bg1"/>
                </a:solidFill>
              </a:rPr>
              <a:t>This is the name</a:t>
            </a:r>
          </a:p>
        </p:txBody>
      </p:sp>
      <p:sp>
        <p:nvSpPr>
          <p:cNvPr id="14" name="Rectangle 13">
            <a:extLst>
              <a:ext uri="{FF2B5EF4-FFF2-40B4-BE49-F238E27FC236}">
                <a16:creationId xmlns:a16="http://schemas.microsoft.com/office/drawing/2014/main" id="{0F9FF902-D698-DE6D-DFE4-C7EAF8956425}"/>
              </a:ext>
            </a:extLst>
          </p:cNvPr>
          <p:cNvSpPr/>
          <p:nvPr/>
        </p:nvSpPr>
        <p:spPr>
          <a:xfrm>
            <a:off x="454151" y="6000700"/>
            <a:ext cx="3661681" cy="496674"/>
          </a:xfrm>
          <a:prstGeom prst="rect">
            <a:avLst/>
          </a:prstGeom>
        </p:spPr>
        <p:txBody>
          <a:bodyPr wrap="square">
            <a:spAutoFit/>
          </a:bodyPr>
          <a:lstStyle/>
          <a:p>
            <a:pPr>
              <a:lnSpc>
                <a:spcPct val="150000"/>
              </a:lnSpc>
            </a:pPr>
            <a:r>
              <a:rPr lang="en-US" sz="2000" b="1" dirty="0">
                <a:solidFill>
                  <a:schemeClr val="bg1"/>
                </a:solidFill>
              </a:rPr>
              <a:t>Description/Job</a:t>
            </a:r>
          </a:p>
        </p:txBody>
      </p:sp>
      <p:sp>
        <p:nvSpPr>
          <p:cNvPr id="15" name="TextBox 14">
            <a:extLst>
              <a:ext uri="{FF2B5EF4-FFF2-40B4-BE49-F238E27FC236}">
                <a16:creationId xmlns:a16="http://schemas.microsoft.com/office/drawing/2014/main" id="{C046A158-136B-3D10-66B3-B61976677039}"/>
              </a:ext>
            </a:extLst>
          </p:cNvPr>
          <p:cNvSpPr txBox="1"/>
          <p:nvPr/>
        </p:nvSpPr>
        <p:spPr>
          <a:xfrm>
            <a:off x="4115832" y="360626"/>
            <a:ext cx="7162845" cy="769441"/>
          </a:xfrm>
          <a:prstGeom prst="rect">
            <a:avLst/>
          </a:prstGeom>
          <a:noFill/>
        </p:spPr>
        <p:txBody>
          <a:bodyPr wrap="square" rtlCol="0">
            <a:spAutoFit/>
          </a:bodyPr>
          <a:lstStyle/>
          <a:p>
            <a:pPr algn="r"/>
            <a:r>
              <a:rPr lang="en-US" sz="4400" dirty="0">
                <a:solidFill>
                  <a:schemeClr val="bg1"/>
                </a:solidFill>
                <a:latin typeface="+mj-lt"/>
              </a:rPr>
              <a:t>QUOTE</a:t>
            </a:r>
          </a:p>
        </p:txBody>
      </p:sp>
      <p:sp>
        <p:nvSpPr>
          <p:cNvPr id="2" name="Slide Number Placeholder 1">
            <a:extLst>
              <a:ext uri="{FF2B5EF4-FFF2-40B4-BE49-F238E27FC236}">
                <a16:creationId xmlns:a16="http://schemas.microsoft.com/office/drawing/2014/main" id="{CFCD33CE-9DF8-85A7-787C-A2C59F114157}"/>
              </a:ext>
            </a:extLst>
          </p:cNvPr>
          <p:cNvSpPr>
            <a:spLocks noGrp="1"/>
          </p:cNvSpPr>
          <p:nvPr>
            <p:ph type="sldNum" sz="quarter" idx="11"/>
          </p:nvPr>
        </p:nvSpPr>
        <p:spPr/>
        <p:txBody>
          <a:bodyPr/>
          <a:lstStyle/>
          <a:p>
            <a:fld id="{7737D3DD-0AB3-4F16-99FA-6262B2B4036D}" type="slidenum">
              <a:rPr lang="en-MY" smtClean="0"/>
              <a:t>34</a:t>
            </a:fld>
            <a:endParaRPr lang="en-MY"/>
          </a:p>
        </p:txBody>
      </p:sp>
    </p:spTree>
    <p:extLst>
      <p:ext uri="{BB962C8B-B14F-4D97-AF65-F5344CB8AC3E}">
        <p14:creationId xmlns:p14="http://schemas.microsoft.com/office/powerpoint/2010/main" val="3046005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A48E83-7FF1-2E4A-659B-B3A047FA8FBD}"/>
              </a:ext>
            </a:extLst>
          </p:cNvPr>
          <p:cNvSpPr txBox="1"/>
          <p:nvPr/>
        </p:nvSpPr>
        <p:spPr>
          <a:xfrm>
            <a:off x="5964759" y="1124640"/>
            <a:ext cx="5364175" cy="515526"/>
          </a:xfrm>
          <a:prstGeom prst="rect">
            <a:avLst/>
          </a:prstGeom>
          <a:noFill/>
        </p:spPr>
        <p:txBody>
          <a:bodyPr wrap="square">
            <a:spAutoFit/>
          </a:bodyPr>
          <a:lstStyle/>
          <a:p>
            <a:pPr eaLnBrk="1" fontAlgn="auto" hangingPunct="1">
              <a:lnSpc>
                <a:spcPct val="150000"/>
              </a:lnSpc>
              <a:spcBef>
                <a:spcPts val="0"/>
              </a:spcBef>
              <a:spcAft>
                <a:spcPts val="0"/>
              </a:spcAft>
              <a:defRPr/>
            </a:pPr>
            <a:r>
              <a:rPr lang="en-US" sz="2000" b="1" dirty="0">
                <a:solidFill>
                  <a:schemeClr val="tx1">
                    <a:lumMod val="75000"/>
                    <a:lumOff val="25000"/>
                  </a:schemeClr>
                </a:solidFill>
                <a:latin typeface="+mj-lt"/>
              </a:rPr>
              <a:t>Description</a:t>
            </a:r>
          </a:p>
        </p:txBody>
      </p:sp>
      <p:sp>
        <p:nvSpPr>
          <p:cNvPr id="9" name="Oval 8">
            <a:extLst>
              <a:ext uri="{FF2B5EF4-FFF2-40B4-BE49-F238E27FC236}">
                <a16:creationId xmlns:a16="http://schemas.microsoft.com/office/drawing/2014/main" id="{41429335-94BA-912A-4C4F-3839B2117105}"/>
              </a:ext>
            </a:extLst>
          </p:cNvPr>
          <p:cNvSpPr/>
          <p:nvPr/>
        </p:nvSpPr>
        <p:spPr>
          <a:xfrm>
            <a:off x="6090172" y="2879420"/>
            <a:ext cx="133350" cy="13335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sz="1350"/>
          </a:p>
        </p:txBody>
      </p:sp>
      <p:sp>
        <p:nvSpPr>
          <p:cNvPr id="13" name="Rectangle 12">
            <a:extLst>
              <a:ext uri="{FF2B5EF4-FFF2-40B4-BE49-F238E27FC236}">
                <a16:creationId xmlns:a16="http://schemas.microsoft.com/office/drawing/2014/main" id="{D80C4B1C-BE78-0778-6463-60297D235B98}"/>
              </a:ext>
            </a:extLst>
          </p:cNvPr>
          <p:cNvSpPr/>
          <p:nvPr/>
        </p:nvSpPr>
        <p:spPr>
          <a:xfrm>
            <a:off x="6346556" y="2724921"/>
            <a:ext cx="4982379" cy="900246"/>
          </a:xfrm>
          <a:prstGeom prst="rect">
            <a:avLst/>
          </a:prstGeom>
        </p:spPr>
        <p:txBody>
          <a:bodyPr wrap="square">
            <a:spAutoFit/>
          </a:bodyPr>
          <a:lstStyle/>
          <a:p>
            <a:pPr algn="just">
              <a:lnSpc>
                <a:spcPct val="150000"/>
              </a:lnSpc>
            </a:pPr>
            <a:r>
              <a:rPr lang="en-US" sz="1200" dirty="0">
                <a:solidFill>
                  <a:schemeClr val="tx1">
                    <a:lumMod val="65000"/>
                    <a:lumOff val="35000"/>
                  </a:schemeClr>
                </a:solidFill>
              </a:rPr>
              <a:t>In </a:t>
            </a:r>
            <a:r>
              <a:rPr lang="en-US" sz="1200" dirty="0" err="1">
                <a:solidFill>
                  <a:schemeClr val="tx1">
                    <a:lumMod val="65000"/>
                    <a:lumOff val="35000"/>
                  </a:schemeClr>
                </a:solidFill>
              </a:rPr>
              <a:t>enim</a:t>
            </a:r>
            <a:r>
              <a:rPr lang="en-US" sz="1200" dirty="0">
                <a:solidFill>
                  <a:schemeClr val="tx1">
                    <a:lumMod val="65000"/>
                    <a:lumOff val="35000"/>
                  </a:schemeClr>
                </a:solidFill>
              </a:rPr>
              <a:t> a </a:t>
            </a:r>
            <a:r>
              <a:rPr lang="en-US" sz="1200" dirty="0" err="1">
                <a:solidFill>
                  <a:schemeClr val="tx1">
                    <a:lumMod val="65000"/>
                    <a:lumOff val="35000"/>
                  </a:schemeClr>
                </a:solidFill>
              </a:rPr>
              <a:t>arcu</a:t>
            </a:r>
            <a:r>
              <a:rPr lang="en-US" sz="1200" dirty="0">
                <a:solidFill>
                  <a:schemeClr val="tx1">
                    <a:lumMod val="65000"/>
                    <a:lumOff val="35000"/>
                  </a:schemeClr>
                </a:solidFill>
              </a:rPr>
              <a:t> </a:t>
            </a:r>
            <a:r>
              <a:rPr lang="en-US" sz="1200" dirty="0" err="1">
                <a:solidFill>
                  <a:schemeClr val="tx1">
                    <a:lumMod val="65000"/>
                    <a:lumOff val="35000"/>
                  </a:schemeClr>
                </a:solidFill>
              </a:rPr>
              <a:t>imperdiet</a:t>
            </a:r>
            <a:r>
              <a:rPr lang="en-US" sz="1200" dirty="0">
                <a:solidFill>
                  <a:schemeClr val="tx1">
                    <a:lumMod val="65000"/>
                    <a:lumOff val="35000"/>
                  </a:schemeClr>
                </a:solidFill>
              </a:rPr>
              <a:t> </a:t>
            </a:r>
            <a:r>
              <a:rPr lang="en-US" sz="1200" dirty="0" err="1">
                <a:solidFill>
                  <a:schemeClr val="tx1">
                    <a:lumMod val="65000"/>
                    <a:lumOff val="35000"/>
                  </a:schemeClr>
                </a:solidFill>
              </a:rPr>
              <a:t>malesuada</a:t>
            </a:r>
            <a:r>
              <a:rPr lang="en-US" sz="1200" dirty="0">
                <a:solidFill>
                  <a:schemeClr val="tx1">
                    <a:lumMod val="65000"/>
                    <a:lumOff val="35000"/>
                  </a:schemeClr>
                </a:solidFill>
              </a:rPr>
              <a:t>. </a:t>
            </a:r>
            <a:r>
              <a:rPr lang="en-US" sz="1200" dirty="0" err="1">
                <a:solidFill>
                  <a:schemeClr val="tx1">
                    <a:lumMod val="65000"/>
                    <a:lumOff val="35000"/>
                  </a:schemeClr>
                </a:solidFill>
              </a:rPr>
              <a:t>Fusce</a:t>
            </a:r>
            <a:r>
              <a:rPr lang="en-US" sz="1200" dirty="0">
                <a:solidFill>
                  <a:schemeClr val="tx1">
                    <a:lumMod val="65000"/>
                    <a:lumOff val="35000"/>
                  </a:schemeClr>
                </a:solidFill>
              </a:rPr>
              <a:t> </a:t>
            </a:r>
            <a:r>
              <a:rPr lang="en-US" sz="1200" dirty="0" err="1">
                <a:solidFill>
                  <a:schemeClr val="tx1">
                    <a:lumMod val="65000"/>
                    <a:lumOff val="35000"/>
                  </a:schemeClr>
                </a:solidFill>
              </a:rPr>
              <a:t>wisi</a:t>
            </a:r>
            <a:r>
              <a:rPr lang="en-US" sz="1200" dirty="0">
                <a:solidFill>
                  <a:schemeClr val="tx1">
                    <a:lumMod val="65000"/>
                    <a:lumOff val="35000"/>
                  </a:schemeClr>
                </a:solidFill>
              </a:rPr>
              <a:t>. </a:t>
            </a:r>
            <a:r>
              <a:rPr lang="en-US" sz="1200" dirty="0" err="1">
                <a:solidFill>
                  <a:schemeClr val="tx1">
                    <a:lumMod val="65000"/>
                    <a:lumOff val="35000"/>
                  </a:schemeClr>
                </a:solidFill>
              </a:rPr>
              <a:t>Nullam</a:t>
            </a:r>
            <a:r>
              <a:rPr lang="en-US" sz="1200" dirty="0">
                <a:solidFill>
                  <a:schemeClr val="tx1">
                    <a:lumMod val="65000"/>
                    <a:lumOff val="35000"/>
                  </a:schemeClr>
                </a:solidFill>
              </a:rPr>
              <a:t> at </a:t>
            </a:r>
            <a:r>
              <a:rPr lang="en-US" sz="1200" dirty="0" err="1">
                <a:solidFill>
                  <a:schemeClr val="tx1">
                    <a:lumMod val="65000"/>
                    <a:lumOff val="35000"/>
                  </a:schemeClr>
                </a:solidFill>
              </a:rPr>
              <a:t>arcu</a:t>
            </a:r>
            <a:r>
              <a:rPr lang="en-US" sz="1200" dirty="0">
                <a:solidFill>
                  <a:schemeClr val="tx1">
                    <a:lumMod val="65000"/>
                    <a:lumOff val="35000"/>
                  </a:schemeClr>
                </a:solidFill>
              </a:rPr>
              <a:t> a </a:t>
            </a:r>
            <a:r>
              <a:rPr lang="en-US" sz="1200" dirty="0" err="1">
                <a:solidFill>
                  <a:schemeClr val="tx1">
                    <a:lumMod val="65000"/>
                    <a:lumOff val="35000"/>
                  </a:schemeClr>
                </a:solidFill>
              </a:rPr>
              <a:t>est</a:t>
            </a:r>
            <a:r>
              <a:rPr lang="en-US" sz="1200" dirty="0">
                <a:solidFill>
                  <a:schemeClr val="tx1">
                    <a:lumMod val="65000"/>
                    <a:lumOff val="35000"/>
                  </a:schemeClr>
                </a:solidFill>
              </a:rPr>
              <a:t> </a:t>
            </a:r>
            <a:r>
              <a:rPr lang="en-US" sz="1200" dirty="0" err="1">
                <a:solidFill>
                  <a:schemeClr val="tx1">
                    <a:lumMod val="65000"/>
                    <a:lumOff val="35000"/>
                  </a:schemeClr>
                </a:solidFill>
              </a:rPr>
              <a:t>sollicitudin</a:t>
            </a:r>
            <a:r>
              <a:rPr lang="en-US" sz="1200" dirty="0">
                <a:solidFill>
                  <a:schemeClr val="tx1">
                    <a:lumMod val="65000"/>
                    <a:lumOff val="35000"/>
                  </a:schemeClr>
                </a:solidFill>
              </a:rPr>
              <a:t> </a:t>
            </a:r>
            <a:r>
              <a:rPr lang="en-US" sz="1200" dirty="0" err="1">
                <a:solidFill>
                  <a:schemeClr val="tx1">
                    <a:lumMod val="65000"/>
                    <a:lumOff val="35000"/>
                  </a:schemeClr>
                </a:solidFill>
              </a:rPr>
              <a:t>euismod</a:t>
            </a:r>
            <a:r>
              <a:rPr lang="en-US" sz="1200" dirty="0">
                <a:solidFill>
                  <a:schemeClr val="tx1">
                    <a:lumMod val="65000"/>
                    <a:lumOff val="35000"/>
                  </a:schemeClr>
                </a:solidFill>
              </a:rPr>
              <a:t>. In convallis. </a:t>
            </a:r>
            <a:r>
              <a:rPr lang="en-US" sz="1200" dirty="0" err="1">
                <a:solidFill>
                  <a:schemeClr val="tx1">
                    <a:lumMod val="65000"/>
                    <a:lumOff val="35000"/>
                  </a:schemeClr>
                </a:solidFill>
              </a:rPr>
              <a:t>Nullam</a:t>
            </a:r>
            <a:r>
              <a:rPr lang="en-US" sz="1200" dirty="0">
                <a:solidFill>
                  <a:schemeClr val="tx1">
                    <a:lumMod val="65000"/>
                    <a:lumOff val="35000"/>
                  </a:schemeClr>
                </a:solidFill>
              </a:rPr>
              <a:t> </a:t>
            </a:r>
            <a:r>
              <a:rPr lang="en-US" sz="1200" dirty="0" err="1">
                <a:solidFill>
                  <a:schemeClr val="tx1">
                    <a:lumMod val="65000"/>
                    <a:lumOff val="35000"/>
                  </a:schemeClr>
                </a:solidFill>
              </a:rPr>
              <a:t>dapibus</a:t>
            </a:r>
            <a:r>
              <a:rPr lang="en-US" sz="1200" dirty="0">
                <a:solidFill>
                  <a:schemeClr val="tx1">
                    <a:lumMod val="65000"/>
                    <a:lumOff val="35000"/>
                  </a:schemeClr>
                </a:solidFill>
              </a:rPr>
              <a:t> fermentum ipsum. </a:t>
            </a:r>
          </a:p>
        </p:txBody>
      </p:sp>
      <p:sp>
        <p:nvSpPr>
          <p:cNvPr id="14" name="Oval 13">
            <a:extLst>
              <a:ext uri="{FF2B5EF4-FFF2-40B4-BE49-F238E27FC236}">
                <a16:creationId xmlns:a16="http://schemas.microsoft.com/office/drawing/2014/main" id="{77323CF2-ED40-F27D-7C98-94889405DDF6}"/>
              </a:ext>
            </a:extLst>
          </p:cNvPr>
          <p:cNvSpPr/>
          <p:nvPr/>
        </p:nvSpPr>
        <p:spPr>
          <a:xfrm>
            <a:off x="6090172" y="3808484"/>
            <a:ext cx="133350" cy="13335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sz="1350"/>
          </a:p>
        </p:txBody>
      </p:sp>
      <p:sp>
        <p:nvSpPr>
          <p:cNvPr id="15" name="Rectangle 14">
            <a:extLst>
              <a:ext uri="{FF2B5EF4-FFF2-40B4-BE49-F238E27FC236}">
                <a16:creationId xmlns:a16="http://schemas.microsoft.com/office/drawing/2014/main" id="{EDD89304-02B3-DD6C-224F-27F45521C947}"/>
              </a:ext>
            </a:extLst>
          </p:cNvPr>
          <p:cNvSpPr/>
          <p:nvPr/>
        </p:nvSpPr>
        <p:spPr>
          <a:xfrm>
            <a:off x="6346556" y="3653985"/>
            <a:ext cx="4982379" cy="900246"/>
          </a:xfrm>
          <a:prstGeom prst="rect">
            <a:avLst/>
          </a:prstGeom>
        </p:spPr>
        <p:txBody>
          <a:bodyPr wrap="square">
            <a:spAutoFit/>
          </a:bodyPr>
          <a:lstStyle/>
          <a:p>
            <a:pPr algn="just">
              <a:lnSpc>
                <a:spcPct val="150000"/>
              </a:lnSpc>
            </a:pPr>
            <a:r>
              <a:rPr lang="en-US" sz="1200" dirty="0">
                <a:solidFill>
                  <a:schemeClr val="tx1">
                    <a:lumMod val="65000"/>
                    <a:lumOff val="35000"/>
                  </a:schemeClr>
                </a:solidFill>
              </a:rPr>
              <a:t>In </a:t>
            </a:r>
            <a:r>
              <a:rPr lang="en-US" sz="1200" dirty="0" err="1">
                <a:solidFill>
                  <a:schemeClr val="tx1">
                    <a:lumMod val="65000"/>
                    <a:lumOff val="35000"/>
                  </a:schemeClr>
                </a:solidFill>
              </a:rPr>
              <a:t>enim</a:t>
            </a:r>
            <a:r>
              <a:rPr lang="en-US" sz="1200" dirty="0">
                <a:solidFill>
                  <a:schemeClr val="tx1">
                    <a:lumMod val="65000"/>
                    <a:lumOff val="35000"/>
                  </a:schemeClr>
                </a:solidFill>
              </a:rPr>
              <a:t> a </a:t>
            </a:r>
            <a:r>
              <a:rPr lang="en-US" sz="1200" dirty="0" err="1">
                <a:solidFill>
                  <a:schemeClr val="tx1">
                    <a:lumMod val="65000"/>
                    <a:lumOff val="35000"/>
                  </a:schemeClr>
                </a:solidFill>
              </a:rPr>
              <a:t>arcu</a:t>
            </a:r>
            <a:r>
              <a:rPr lang="en-US" sz="1200" dirty="0">
                <a:solidFill>
                  <a:schemeClr val="tx1">
                    <a:lumMod val="65000"/>
                    <a:lumOff val="35000"/>
                  </a:schemeClr>
                </a:solidFill>
              </a:rPr>
              <a:t> </a:t>
            </a:r>
            <a:r>
              <a:rPr lang="en-US" sz="1200" dirty="0" err="1">
                <a:solidFill>
                  <a:schemeClr val="tx1">
                    <a:lumMod val="65000"/>
                    <a:lumOff val="35000"/>
                  </a:schemeClr>
                </a:solidFill>
              </a:rPr>
              <a:t>imperdiet</a:t>
            </a:r>
            <a:r>
              <a:rPr lang="en-US" sz="1200" dirty="0">
                <a:solidFill>
                  <a:schemeClr val="tx1">
                    <a:lumMod val="65000"/>
                    <a:lumOff val="35000"/>
                  </a:schemeClr>
                </a:solidFill>
              </a:rPr>
              <a:t> </a:t>
            </a:r>
            <a:r>
              <a:rPr lang="en-US" sz="1200" dirty="0" err="1">
                <a:solidFill>
                  <a:schemeClr val="tx1">
                    <a:lumMod val="65000"/>
                    <a:lumOff val="35000"/>
                  </a:schemeClr>
                </a:solidFill>
              </a:rPr>
              <a:t>malesuada</a:t>
            </a:r>
            <a:r>
              <a:rPr lang="en-US" sz="1200" dirty="0">
                <a:solidFill>
                  <a:schemeClr val="tx1">
                    <a:lumMod val="65000"/>
                    <a:lumOff val="35000"/>
                  </a:schemeClr>
                </a:solidFill>
              </a:rPr>
              <a:t>. </a:t>
            </a:r>
            <a:r>
              <a:rPr lang="en-US" sz="1200" dirty="0" err="1">
                <a:solidFill>
                  <a:schemeClr val="tx1">
                    <a:lumMod val="65000"/>
                    <a:lumOff val="35000"/>
                  </a:schemeClr>
                </a:solidFill>
              </a:rPr>
              <a:t>Fusce</a:t>
            </a:r>
            <a:r>
              <a:rPr lang="en-US" sz="1200" dirty="0">
                <a:solidFill>
                  <a:schemeClr val="tx1">
                    <a:lumMod val="65000"/>
                    <a:lumOff val="35000"/>
                  </a:schemeClr>
                </a:solidFill>
              </a:rPr>
              <a:t> </a:t>
            </a:r>
            <a:r>
              <a:rPr lang="en-US" sz="1200" dirty="0" err="1">
                <a:solidFill>
                  <a:schemeClr val="tx1">
                    <a:lumMod val="65000"/>
                    <a:lumOff val="35000"/>
                  </a:schemeClr>
                </a:solidFill>
              </a:rPr>
              <a:t>wisi</a:t>
            </a:r>
            <a:r>
              <a:rPr lang="en-US" sz="1200" dirty="0">
                <a:solidFill>
                  <a:schemeClr val="tx1">
                    <a:lumMod val="65000"/>
                    <a:lumOff val="35000"/>
                  </a:schemeClr>
                </a:solidFill>
              </a:rPr>
              <a:t>. </a:t>
            </a:r>
            <a:r>
              <a:rPr lang="en-US" sz="1200" dirty="0" err="1">
                <a:solidFill>
                  <a:schemeClr val="tx1">
                    <a:lumMod val="65000"/>
                    <a:lumOff val="35000"/>
                  </a:schemeClr>
                </a:solidFill>
              </a:rPr>
              <a:t>Nullam</a:t>
            </a:r>
            <a:r>
              <a:rPr lang="en-US" sz="1200" dirty="0">
                <a:solidFill>
                  <a:schemeClr val="tx1">
                    <a:lumMod val="65000"/>
                    <a:lumOff val="35000"/>
                  </a:schemeClr>
                </a:solidFill>
              </a:rPr>
              <a:t> at </a:t>
            </a:r>
            <a:r>
              <a:rPr lang="en-US" sz="1200" dirty="0" err="1">
                <a:solidFill>
                  <a:schemeClr val="tx1">
                    <a:lumMod val="65000"/>
                    <a:lumOff val="35000"/>
                  </a:schemeClr>
                </a:solidFill>
              </a:rPr>
              <a:t>arcu</a:t>
            </a:r>
            <a:r>
              <a:rPr lang="en-US" sz="1200" dirty="0">
                <a:solidFill>
                  <a:schemeClr val="tx1">
                    <a:lumMod val="65000"/>
                    <a:lumOff val="35000"/>
                  </a:schemeClr>
                </a:solidFill>
              </a:rPr>
              <a:t> a </a:t>
            </a:r>
            <a:r>
              <a:rPr lang="en-US" sz="1200" dirty="0" err="1">
                <a:solidFill>
                  <a:schemeClr val="tx1">
                    <a:lumMod val="65000"/>
                    <a:lumOff val="35000"/>
                  </a:schemeClr>
                </a:solidFill>
              </a:rPr>
              <a:t>est</a:t>
            </a:r>
            <a:r>
              <a:rPr lang="en-US" sz="1200" dirty="0">
                <a:solidFill>
                  <a:schemeClr val="tx1">
                    <a:lumMod val="65000"/>
                    <a:lumOff val="35000"/>
                  </a:schemeClr>
                </a:solidFill>
              </a:rPr>
              <a:t> </a:t>
            </a:r>
            <a:r>
              <a:rPr lang="en-US" sz="1200" dirty="0" err="1">
                <a:solidFill>
                  <a:schemeClr val="tx1">
                    <a:lumMod val="65000"/>
                    <a:lumOff val="35000"/>
                  </a:schemeClr>
                </a:solidFill>
              </a:rPr>
              <a:t>sollicitudin</a:t>
            </a:r>
            <a:r>
              <a:rPr lang="en-US" sz="1200" dirty="0">
                <a:solidFill>
                  <a:schemeClr val="tx1">
                    <a:lumMod val="65000"/>
                    <a:lumOff val="35000"/>
                  </a:schemeClr>
                </a:solidFill>
              </a:rPr>
              <a:t> </a:t>
            </a:r>
            <a:r>
              <a:rPr lang="en-US" sz="1200" dirty="0" err="1">
                <a:solidFill>
                  <a:schemeClr val="tx1">
                    <a:lumMod val="65000"/>
                    <a:lumOff val="35000"/>
                  </a:schemeClr>
                </a:solidFill>
              </a:rPr>
              <a:t>euismod</a:t>
            </a:r>
            <a:r>
              <a:rPr lang="en-US" sz="1200" dirty="0">
                <a:solidFill>
                  <a:schemeClr val="tx1">
                    <a:lumMod val="65000"/>
                    <a:lumOff val="35000"/>
                  </a:schemeClr>
                </a:solidFill>
              </a:rPr>
              <a:t>. In convallis. </a:t>
            </a:r>
            <a:r>
              <a:rPr lang="en-US" sz="1200" dirty="0" err="1">
                <a:solidFill>
                  <a:schemeClr val="tx1">
                    <a:lumMod val="65000"/>
                    <a:lumOff val="35000"/>
                  </a:schemeClr>
                </a:solidFill>
              </a:rPr>
              <a:t>Nullam</a:t>
            </a:r>
            <a:r>
              <a:rPr lang="en-US" sz="1200" dirty="0">
                <a:solidFill>
                  <a:schemeClr val="tx1">
                    <a:lumMod val="65000"/>
                    <a:lumOff val="35000"/>
                  </a:schemeClr>
                </a:solidFill>
              </a:rPr>
              <a:t> </a:t>
            </a:r>
            <a:r>
              <a:rPr lang="en-US" sz="1200" dirty="0" err="1">
                <a:solidFill>
                  <a:schemeClr val="tx1">
                    <a:lumMod val="65000"/>
                    <a:lumOff val="35000"/>
                  </a:schemeClr>
                </a:solidFill>
              </a:rPr>
              <a:t>dapibus</a:t>
            </a:r>
            <a:r>
              <a:rPr lang="en-US" sz="1200" dirty="0">
                <a:solidFill>
                  <a:schemeClr val="tx1">
                    <a:lumMod val="65000"/>
                    <a:lumOff val="35000"/>
                  </a:schemeClr>
                </a:solidFill>
              </a:rPr>
              <a:t> fermentum ipsum. </a:t>
            </a:r>
          </a:p>
        </p:txBody>
      </p:sp>
      <p:sp>
        <p:nvSpPr>
          <p:cNvPr id="16" name="Oval 15">
            <a:extLst>
              <a:ext uri="{FF2B5EF4-FFF2-40B4-BE49-F238E27FC236}">
                <a16:creationId xmlns:a16="http://schemas.microsoft.com/office/drawing/2014/main" id="{EC092E60-9726-1BBE-C858-2B65FD1B1A06}"/>
              </a:ext>
            </a:extLst>
          </p:cNvPr>
          <p:cNvSpPr/>
          <p:nvPr/>
        </p:nvSpPr>
        <p:spPr>
          <a:xfrm>
            <a:off x="6090172" y="4737548"/>
            <a:ext cx="133350" cy="13335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sz="1350"/>
          </a:p>
        </p:txBody>
      </p:sp>
      <p:sp>
        <p:nvSpPr>
          <p:cNvPr id="17" name="Rectangle 16">
            <a:extLst>
              <a:ext uri="{FF2B5EF4-FFF2-40B4-BE49-F238E27FC236}">
                <a16:creationId xmlns:a16="http://schemas.microsoft.com/office/drawing/2014/main" id="{5208487F-5ED6-EF3D-6308-B2EE4C0BA8F0}"/>
              </a:ext>
            </a:extLst>
          </p:cNvPr>
          <p:cNvSpPr/>
          <p:nvPr/>
        </p:nvSpPr>
        <p:spPr>
          <a:xfrm>
            <a:off x="6346556" y="4583049"/>
            <a:ext cx="4982379" cy="900246"/>
          </a:xfrm>
          <a:prstGeom prst="rect">
            <a:avLst/>
          </a:prstGeom>
        </p:spPr>
        <p:txBody>
          <a:bodyPr wrap="square">
            <a:spAutoFit/>
          </a:bodyPr>
          <a:lstStyle/>
          <a:p>
            <a:pPr algn="just">
              <a:lnSpc>
                <a:spcPct val="150000"/>
              </a:lnSpc>
            </a:pPr>
            <a:r>
              <a:rPr lang="en-US" sz="1200" dirty="0">
                <a:solidFill>
                  <a:schemeClr val="tx1">
                    <a:lumMod val="65000"/>
                    <a:lumOff val="35000"/>
                  </a:schemeClr>
                </a:solidFill>
              </a:rPr>
              <a:t>In </a:t>
            </a:r>
            <a:r>
              <a:rPr lang="en-US" sz="1200" dirty="0" err="1">
                <a:solidFill>
                  <a:schemeClr val="tx1">
                    <a:lumMod val="65000"/>
                    <a:lumOff val="35000"/>
                  </a:schemeClr>
                </a:solidFill>
              </a:rPr>
              <a:t>enim</a:t>
            </a:r>
            <a:r>
              <a:rPr lang="en-US" sz="1200" dirty="0">
                <a:solidFill>
                  <a:schemeClr val="tx1">
                    <a:lumMod val="65000"/>
                    <a:lumOff val="35000"/>
                  </a:schemeClr>
                </a:solidFill>
              </a:rPr>
              <a:t> a </a:t>
            </a:r>
            <a:r>
              <a:rPr lang="en-US" sz="1200" dirty="0" err="1">
                <a:solidFill>
                  <a:schemeClr val="tx1">
                    <a:lumMod val="65000"/>
                    <a:lumOff val="35000"/>
                  </a:schemeClr>
                </a:solidFill>
              </a:rPr>
              <a:t>arcu</a:t>
            </a:r>
            <a:r>
              <a:rPr lang="en-US" sz="1200" dirty="0">
                <a:solidFill>
                  <a:schemeClr val="tx1">
                    <a:lumMod val="65000"/>
                    <a:lumOff val="35000"/>
                  </a:schemeClr>
                </a:solidFill>
              </a:rPr>
              <a:t> </a:t>
            </a:r>
            <a:r>
              <a:rPr lang="en-US" sz="1200" dirty="0" err="1">
                <a:solidFill>
                  <a:schemeClr val="tx1">
                    <a:lumMod val="65000"/>
                    <a:lumOff val="35000"/>
                  </a:schemeClr>
                </a:solidFill>
              </a:rPr>
              <a:t>imperdiet</a:t>
            </a:r>
            <a:r>
              <a:rPr lang="en-US" sz="1200" dirty="0">
                <a:solidFill>
                  <a:schemeClr val="tx1">
                    <a:lumMod val="65000"/>
                    <a:lumOff val="35000"/>
                  </a:schemeClr>
                </a:solidFill>
              </a:rPr>
              <a:t> </a:t>
            </a:r>
            <a:r>
              <a:rPr lang="en-US" sz="1200" dirty="0" err="1">
                <a:solidFill>
                  <a:schemeClr val="tx1">
                    <a:lumMod val="65000"/>
                    <a:lumOff val="35000"/>
                  </a:schemeClr>
                </a:solidFill>
              </a:rPr>
              <a:t>malesuada</a:t>
            </a:r>
            <a:r>
              <a:rPr lang="en-US" sz="1200" dirty="0">
                <a:solidFill>
                  <a:schemeClr val="tx1">
                    <a:lumMod val="65000"/>
                    <a:lumOff val="35000"/>
                  </a:schemeClr>
                </a:solidFill>
              </a:rPr>
              <a:t>. </a:t>
            </a:r>
            <a:r>
              <a:rPr lang="en-US" sz="1200" dirty="0" err="1">
                <a:solidFill>
                  <a:schemeClr val="tx1">
                    <a:lumMod val="65000"/>
                    <a:lumOff val="35000"/>
                  </a:schemeClr>
                </a:solidFill>
              </a:rPr>
              <a:t>Fusce</a:t>
            </a:r>
            <a:r>
              <a:rPr lang="en-US" sz="1200" dirty="0">
                <a:solidFill>
                  <a:schemeClr val="tx1">
                    <a:lumMod val="65000"/>
                    <a:lumOff val="35000"/>
                  </a:schemeClr>
                </a:solidFill>
              </a:rPr>
              <a:t> </a:t>
            </a:r>
            <a:r>
              <a:rPr lang="en-US" sz="1200" dirty="0" err="1">
                <a:solidFill>
                  <a:schemeClr val="tx1">
                    <a:lumMod val="65000"/>
                    <a:lumOff val="35000"/>
                  </a:schemeClr>
                </a:solidFill>
              </a:rPr>
              <a:t>wisi</a:t>
            </a:r>
            <a:r>
              <a:rPr lang="en-US" sz="1200" dirty="0">
                <a:solidFill>
                  <a:schemeClr val="tx1">
                    <a:lumMod val="65000"/>
                    <a:lumOff val="35000"/>
                  </a:schemeClr>
                </a:solidFill>
              </a:rPr>
              <a:t>. </a:t>
            </a:r>
            <a:r>
              <a:rPr lang="en-US" sz="1200" dirty="0" err="1">
                <a:solidFill>
                  <a:schemeClr val="tx1">
                    <a:lumMod val="65000"/>
                    <a:lumOff val="35000"/>
                  </a:schemeClr>
                </a:solidFill>
              </a:rPr>
              <a:t>Nullam</a:t>
            </a:r>
            <a:r>
              <a:rPr lang="en-US" sz="1200" dirty="0">
                <a:solidFill>
                  <a:schemeClr val="tx1">
                    <a:lumMod val="65000"/>
                    <a:lumOff val="35000"/>
                  </a:schemeClr>
                </a:solidFill>
              </a:rPr>
              <a:t> at </a:t>
            </a:r>
            <a:r>
              <a:rPr lang="en-US" sz="1200" dirty="0" err="1">
                <a:solidFill>
                  <a:schemeClr val="tx1">
                    <a:lumMod val="65000"/>
                    <a:lumOff val="35000"/>
                  </a:schemeClr>
                </a:solidFill>
              </a:rPr>
              <a:t>arcu</a:t>
            </a:r>
            <a:r>
              <a:rPr lang="en-US" sz="1200" dirty="0">
                <a:solidFill>
                  <a:schemeClr val="tx1">
                    <a:lumMod val="65000"/>
                    <a:lumOff val="35000"/>
                  </a:schemeClr>
                </a:solidFill>
              </a:rPr>
              <a:t> a </a:t>
            </a:r>
            <a:r>
              <a:rPr lang="en-US" sz="1200" dirty="0" err="1">
                <a:solidFill>
                  <a:schemeClr val="tx1">
                    <a:lumMod val="65000"/>
                    <a:lumOff val="35000"/>
                  </a:schemeClr>
                </a:solidFill>
              </a:rPr>
              <a:t>est</a:t>
            </a:r>
            <a:r>
              <a:rPr lang="en-US" sz="1200" dirty="0">
                <a:solidFill>
                  <a:schemeClr val="tx1">
                    <a:lumMod val="65000"/>
                    <a:lumOff val="35000"/>
                  </a:schemeClr>
                </a:solidFill>
              </a:rPr>
              <a:t> </a:t>
            </a:r>
            <a:r>
              <a:rPr lang="en-US" sz="1200" dirty="0" err="1">
                <a:solidFill>
                  <a:schemeClr val="tx1">
                    <a:lumMod val="65000"/>
                    <a:lumOff val="35000"/>
                  </a:schemeClr>
                </a:solidFill>
              </a:rPr>
              <a:t>sollicitudin</a:t>
            </a:r>
            <a:r>
              <a:rPr lang="en-US" sz="1200" dirty="0">
                <a:solidFill>
                  <a:schemeClr val="tx1">
                    <a:lumMod val="65000"/>
                    <a:lumOff val="35000"/>
                  </a:schemeClr>
                </a:solidFill>
              </a:rPr>
              <a:t> </a:t>
            </a:r>
            <a:r>
              <a:rPr lang="en-US" sz="1200" dirty="0" err="1">
                <a:solidFill>
                  <a:schemeClr val="tx1">
                    <a:lumMod val="65000"/>
                    <a:lumOff val="35000"/>
                  </a:schemeClr>
                </a:solidFill>
              </a:rPr>
              <a:t>euismod</a:t>
            </a:r>
            <a:r>
              <a:rPr lang="en-US" sz="1200" dirty="0">
                <a:solidFill>
                  <a:schemeClr val="tx1">
                    <a:lumMod val="65000"/>
                    <a:lumOff val="35000"/>
                  </a:schemeClr>
                </a:solidFill>
              </a:rPr>
              <a:t>. In convallis. </a:t>
            </a:r>
            <a:r>
              <a:rPr lang="en-US" sz="1200" dirty="0" err="1">
                <a:solidFill>
                  <a:schemeClr val="tx1">
                    <a:lumMod val="65000"/>
                    <a:lumOff val="35000"/>
                  </a:schemeClr>
                </a:solidFill>
              </a:rPr>
              <a:t>Nullam</a:t>
            </a:r>
            <a:r>
              <a:rPr lang="en-US" sz="1200" dirty="0">
                <a:solidFill>
                  <a:schemeClr val="tx1">
                    <a:lumMod val="65000"/>
                    <a:lumOff val="35000"/>
                  </a:schemeClr>
                </a:solidFill>
              </a:rPr>
              <a:t> </a:t>
            </a:r>
            <a:r>
              <a:rPr lang="en-US" sz="1200" dirty="0" err="1">
                <a:solidFill>
                  <a:schemeClr val="tx1">
                    <a:lumMod val="65000"/>
                    <a:lumOff val="35000"/>
                  </a:schemeClr>
                </a:solidFill>
              </a:rPr>
              <a:t>dapibus</a:t>
            </a:r>
            <a:r>
              <a:rPr lang="en-US" sz="1200" dirty="0">
                <a:solidFill>
                  <a:schemeClr val="tx1">
                    <a:lumMod val="65000"/>
                    <a:lumOff val="35000"/>
                  </a:schemeClr>
                </a:solidFill>
              </a:rPr>
              <a:t> fermentum ipsum. </a:t>
            </a:r>
          </a:p>
        </p:txBody>
      </p:sp>
      <p:sp>
        <p:nvSpPr>
          <p:cNvPr id="18" name="Oval 17">
            <a:extLst>
              <a:ext uri="{FF2B5EF4-FFF2-40B4-BE49-F238E27FC236}">
                <a16:creationId xmlns:a16="http://schemas.microsoft.com/office/drawing/2014/main" id="{757ABD5A-1D81-E59F-D83F-1688B3B4292F}"/>
              </a:ext>
            </a:extLst>
          </p:cNvPr>
          <p:cNvSpPr/>
          <p:nvPr/>
        </p:nvSpPr>
        <p:spPr>
          <a:xfrm>
            <a:off x="6090172" y="5666612"/>
            <a:ext cx="133350" cy="13335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GB" sz="1350"/>
          </a:p>
        </p:txBody>
      </p:sp>
      <p:sp>
        <p:nvSpPr>
          <p:cNvPr id="19" name="Rectangle 18">
            <a:extLst>
              <a:ext uri="{FF2B5EF4-FFF2-40B4-BE49-F238E27FC236}">
                <a16:creationId xmlns:a16="http://schemas.microsoft.com/office/drawing/2014/main" id="{40267BB3-40DA-1F9A-DC63-4F7A1C3DF1D5}"/>
              </a:ext>
            </a:extLst>
          </p:cNvPr>
          <p:cNvSpPr/>
          <p:nvPr/>
        </p:nvSpPr>
        <p:spPr>
          <a:xfrm>
            <a:off x="6346556" y="5512113"/>
            <a:ext cx="4982379" cy="900246"/>
          </a:xfrm>
          <a:prstGeom prst="rect">
            <a:avLst/>
          </a:prstGeom>
        </p:spPr>
        <p:txBody>
          <a:bodyPr wrap="square">
            <a:spAutoFit/>
          </a:bodyPr>
          <a:lstStyle/>
          <a:p>
            <a:pPr algn="just">
              <a:lnSpc>
                <a:spcPct val="150000"/>
              </a:lnSpc>
            </a:pPr>
            <a:r>
              <a:rPr lang="en-US" sz="1200" dirty="0">
                <a:solidFill>
                  <a:schemeClr val="tx1">
                    <a:lumMod val="65000"/>
                    <a:lumOff val="35000"/>
                  </a:schemeClr>
                </a:solidFill>
              </a:rPr>
              <a:t>In </a:t>
            </a:r>
            <a:r>
              <a:rPr lang="en-US" sz="1200" dirty="0" err="1">
                <a:solidFill>
                  <a:schemeClr val="tx1">
                    <a:lumMod val="65000"/>
                    <a:lumOff val="35000"/>
                  </a:schemeClr>
                </a:solidFill>
              </a:rPr>
              <a:t>enim</a:t>
            </a:r>
            <a:r>
              <a:rPr lang="en-US" sz="1200" dirty="0">
                <a:solidFill>
                  <a:schemeClr val="tx1">
                    <a:lumMod val="65000"/>
                    <a:lumOff val="35000"/>
                  </a:schemeClr>
                </a:solidFill>
              </a:rPr>
              <a:t> a </a:t>
            </a:r>
            <a:r>
              <a:rPr lang="en-US" sz="1200" dirty="0" err="1">
                <a:solidFill>
                  <a:schemeClr val="tx1">
                    <a:lumMod val="65000"/>
                    <a:lumOff val="35000"/>
                  </a:schemeClr>
                </a:solidFill>
              </a:rPr>
              <a:t>arcu</a:t>
            </a:r>
            <a:r>
              <a:rPr lang="en-US" sz="1200" dirty="0">
                <a:solidFill>
                  <a:schemeClr val="tx1">
                    <a:lumMod val="65000"/>
                    <a:lumOff val="35000"/>
                  </a:schemeClr>
                </a:solidFill>
              </a:rPr>
              <a:t> </a:t>
            </a:r>
            <a:r>
              <a:rPr lang="en-US" sz="1200" dirty="0" err="1">
                <a:solidFill>
                  <a:schemeClr val="tx1">
                    <a:lumMod val="65000"/>
                    <a:lumOff val="35000"/>
                  </a:schemeClr>
                </a:solidFill>
              </a:rPr>
              <a:t>imperdiet</a:t>
            </a:r>
            <a:r>
              <a:rPr lang="en-US" sz="1200" dirty="0">
                <a:solidFill>
                  <a:schemeClr val="tx1">
                    <a:lumMod val="65000"/>
                    <a:lumOff val="35000"/>
                  </a:schemeClr>
                </a:solidFill>
              </a:rPr>
              <a:t> </a:t>
            </a:r>
            <a:r>
              <a:rPr lang="en-US" sz="1200" dirty="0" err="1">
                <a:solidFill>
                  <a:schemeClr val="tx1">
                    <a:lumMod val="65000"/>
                    <a:lumOff val="35000"/>
                  </a:schemeClr>
                </a:solidFill>
              </a:rPr>
              <a:t>malesuada</a:t>
            </a:r>
            <a:r>
              <a:rPr lang="en-US" sz="1200" dirty="0">
                <a:solidFill>
                  <a:schemeClr val="tx1">
                    <a:lumMod val="65000"/>
                    <a:lumOff val="35000"/>
                  </a:schemeClr>
                </a:solidFill>
              </a:rPr>
              <a:t>. </a:t>
            </a:r>
            <a:r>
              <a:rPr lang="en-US" sz="1200" dirty="0" err="1">
                <a:solidFill>
                  <a:schemeClr val="tx1">
                    <a:lumMod val="65000"/>
                    <a:lumOff val="35000"/>
                  </a:schemeClr>
                </a:solidFill>
              </a:rPr>
              <a:t>Fusce</a:t>
            </a:r>
            <a:r>
              <a:rPr lang="en-US" sz="1200" dirty="0">
                <a:solidFill>
                  <a:schemeClr val="tx1">
                    <a:lumMod val="65000"/>
                    <a:lumOff val="35000"/>
                  </a:schemeClr>
                </a:solidFill>
              </a:rPr>
              <a:t> </a:t>
            </a:r>
            <a:r>
              <a:rPr lang="en-US" sz="1200" dirty="0" err="1">
                <a:solidFill>
                  <a:schemeClr val="tx1">
                    <a:lumMod val="65000"/>
                    <a:lumOff val="35000"/>
                  </a:schemeClr>
                </a:solidFill>
              </a:rPr>
              <a:t>wisi</a:t>
            </a:r>
            <a:r>
              <a:rPr lang="en-US" sz="1200" dirty="0">
                <a:solidFill>
                  <a:schemeClr val="tx1">
                    <a:lumMod val="65000"/>
                    <a:lumOff val="35000"/>
                  </a:schemeClr>
                </a:solidFill>
              </a:rPr>
              <a:t>. </a:t>
            </a:r>
            <a:r>
              <a:rPr lang="en-US" sz="1200" dirty="0" err="1">
                <a:solidFill>
                  <a:schemeClr val="tx1">
                    <a:lumMod val="65000"/>
                    <a:lumOff val="35000"/>
                  </a:schemeClr>
                </a:solidFill>
              </a:rPr>
              <a:t>Nullam</a:t>
            </a:r>
            <a:r>
              <a:rPr lang="en-US" sz="1200" dirty="0">
                <a:solidFill>
                  <a:schemeClr val="tx1">
                    <a:lumMod val="65000"/>
                    <a:lumOff val="35000"/>
                  </a:schemeClr>
                </a:solidFill>
              </a:rPr>
              <a:t> at </a:t>
            </a:r>
            <a:r>
              <a:rPr lang="en-US" sz="1200" dirty="0" err="1">
                <a:solidFill>
                  <a:schemeClr val="tx1">
                    <a:lumMod val="65000"/>
                    <a:lumOff val="35000"/>
                  </a:schemeClr>
                </a:solidFill>
              </a:rPr>
              <a:t>arcu</a:t>
            </a:r>
            <a:r>
              <a:rPr lang="en-US" sz="1200" dirty="0">
                <a:solidFill>
                  <a:schemeClr val="tx1">
                    <a:lumMod val="65000"/>
                    <a:lumOff val="35000"/>
                  </a:schemeClr>
                </a:solidFill>
              </a:rPr>
              <a:t> a </a:t>
            </a:r>
            <a:r>
              <a:rPr lang="en-US" sz="1200" dirty="0" err="1">
                <a:solidFill>
                  <a:schemeClr val="tx1">
                    <a:lumMod val="65000"/>
                    <a:lumOff val="35000"/>
                  </a:schemeClr>
                </a:solidFill>
              </a:rPr>
              <a:t>est</a:t>
            </a:r>
            <a:r>
              <a:rPr lang="en-US" sz="1200" dirty="0">
                <a:solidFill>
                  <a:schemeClr val="tx1">
                    <a:lumMod val="65000"/>
                    <a:lumOff val="35000"/>
                  </a:schemeClr>
                </a:solidFill>
              </a:rPr>
              <a:t> </a:t>
            </a:r>
            <a:r>
              <a:rPr lang="en-US" sz="1200" dirty="0" err="1">
                <a:solidFill>
                  <a:schemeClr val="tx1">
                    <a:lumMod val="65000"/>
                    <a:lumOff val="35000"/>
                  </a:schemeClr>
                </a:solidFill>
              </a:rPr>
              <a:t>sollicitudin</a:t>
            </a:r>
            <a:r>
              <a:rPr lang="en-US" sz="1200" dirty="0">
                <a:solidFill>
                  <a:schemeClr val="tx1">
                    <a:lumMod val="65000"/>
                    <a:lumOff val="35000"/>
                  </a:schemeClr>
                </a:solidFill>
              </a:rPr>
              <a:t> </a:t>
            </a:r>
            <a:r>
              <a:rPr lang="en-US" sz="1200" dirty="0" err="1">
                <a:solidFill>
                  <a:schemeClr val="tx1">
                    <a:lumMod val="65000"/>
                    <a:lumOff val="35000"/>
                  </a:schemeClr>
                </a:solidFill>
              </a:rPr>
              <a:t>euismod</a:t>
            </a:r>
            <a:r>
              <a:rPr lang="en-US" sz="1200" dirty="0">
                <a:solidFill>
                  <a:schemeClr val="tx1">
                    <a:lumMod val="65000"/>
                    <a:lumOff val="35000"/>
                  </a:schemeClr>
                </a:solidFill>
              </a:rPr>
              <a:t>. In convallis. </a:t>
            </a:r>
            <a:r>
              <a:rPr lang="en-US" sz="1200" dirty="0" err="1">
                <a:solidFill>
                  <a:schemeClr val="tx1">
                    <a:lumMod val="65000"/>
                    <a:lumOff val="35000"/>
                  </a:schemeClr>
                </a:solidFill>
              </a:rPr>
              <a:t>Nullam</a:t>
            </a:r>
            <a:r>
              <a:rPr lang="en-US" sz="1200" dirty="0">
                <a:solidFill>
                  <a:schemeClr val="tx1">
                    <a:lumMod val="65000"/>
                    <a:lumOff val="35000"/>
                  </a:schemeClr>
                </a:solidFill>
              </a:rPr>
              <a:t> </a:t>
            </a:r>
            <a:r>
              <a:rPr lang="en-US" sz="1200" dirty="0" err="1">
                <a:solidFill>
                  <a:schemeClr val="tx1">
                    <a:lumMod val="65000"/>
                    <a:lumOff val="35000"/>
                  </a:schemeClr>
                </a:solidFill>
              </a:rPr>
              <a:t>dapibus</a:t>
            </a:r>
            <a:r>
              <a:rPr lang="en-US" sz="1200" dirty="0">
                <a:solidFill>
                  <a:schemeClr val="tx1">
                    <a:lumMod val="65000"/>
                    <a:lumOff val="35000"/>
                  </a:schemeClr>
                </a:solidFill>
              </a:rPr>
              <a:t> fermentum ipsum. </a:t>
            </a:r>
          </a:p>
        </p:txBody>
      </p:sp>
      <p:sp>
        <p:nvSpPr>
          <p:cNvPr id="2" name="Slide Number Placeholder 1">
            <a:extLst>
              <a:ext uri="{FF2B5EF4-FFF2-40B4-BE49-F238E27FC236}">
                <a16:creationId xmlns:a16="http://schemas.microsoft.com/office/drawing/2014/main" id="{042D925A-3F9C-4EBD-FC75-8DFA44E69E46}"/>
              </a:ext>
            </a:extLst>
          </p:cNvPr>
          <p:cNvSpPr>
            <a:spLocks noGrp="1"/>
          </p:cNvSpPr>
          <p:nvPr>
            <p:ph type="sldNum" sz="quarter" idx="11"/>
          </p:nvPr>
        </p:nvSpPr>
        <p:spPr/>
        <p:txBody>
          <a:bodyPr/>
          <a:lstStyle/>
          <a:p>
            <a:fld id="{7737D3DD-0AB3-4F16-99FA-6262B2B4036D}" type="slidenum">
              <a:rPr lang="en-MY" smtClean="0"/>
              <a:t>35</a:t>
            </a:fld>
            <a:endParaRPr lang="en-MY"/>
          </a:p>
        </p:txBody>
      </p:sp>
      <p:sp>
        <p:nvSpPr>
          <p:cNvPr id="20" name="TextBox 19">
            <a:extLst>
              <a:ext uri="{FF2B5EF4-FFF2-40B4-BE49-F238E27FC236}">
                <a16:creationId xmlns:a16="http://schemas.microsoft.com/office/drawing/2014/main" id="{77BAA190-F4CB-5138-BDCB-896C0AB1C876}"/>
              </a:ext>
            </a:extLst>
          </p:cNvPr>
          <p:cNvSpPr txBox="1"/>
          <p:nvPr/>
        </p:nvSpPr>
        <p:spPr>
          <a:xfrm>
            <a:off x="1204333" y="386312"/>
            <a:ext cx="10124602" cy="769441"/>
          </a:xfrm>
          <a:prstGeom prst="rect">
            <a:avLst/>
          </a:prstGeom>
          <a:noFill/>
        </p:spPr>
        <p:txBody>
          <a:bodyPr wrap="square" rtlCol="0">
            <a:spAutoFit/>
          </a:bodyPr>
          <a:lstStyle/>
          <a:p>
            <a:pPr algn="r"/>
            <a:r>
              <a:rPr lang="en-US" sz="4400" dirty="0">
                <a:solidFill>
                  <a:schemeClr val="tx1">
                    <a:lumMod val="75000"/>
                    <a:lumOff val="25000"/>
                  </a:schemeClr>
                </a:solidFill>
                <a:latin typeface="+mj-lt"/>
              </a:rPr>
              <a:t>ADD YOUR TITLE HERE</a:t>
            </a:r>
          </a:p>
        </p:txBody>
      </p:sp>
      <p:sp>
        <p:nvSpPr>
          <p:cNvPr id="21" name="Rectangle 20">
            <a:extLst>
              <a:ext uri="{FF2B5EF4-FFF2-40B4-BE49-F238E27FC236}">
                <a16:creationId xmlns:a16="http://schemas.microsoft.com/office/drawing/2014/main" id="{7C7B9018-11FC-E3F7-1FE9-6C7E30E4B1CC}"/>
              </a:ext>
            </a:extLst>
          </p:cNvPr>
          <p:cNvSpPr/>
          <p:nvPr/>
        </p:nvSpPr>
        <p:spPr>
          <a:xfrm>
            <a:off x="5964759" y="1660772"/>
            <a:ext cx="5364175" cy="900246"/>
          </a:xfrm>
          <a:prstGeom prst="rect">
            <a:avLst/>
          </a:prstGeom>
        </p:spPr>
        <p:txBody>
          <a:bodyPr wrap="square">
            <a:spAutoFit/>
          </a:bodyPr>
          <a:lstStyle/>
          <a:p>
            <a:pPr algn="just">
              <a:lnSpc>
                <a:spcPct val="150000"/>
              </a:lnSpc>
            </a:pPr>
            <a:r>
              <a:rPr lang="en-US" sz="1200" dirty="0">
                <a:solidFill>
                  <a:schemeClr val="tx1">
                    <a:lumMod val="65000"/>
                    <a:lumOff val="35000"/>
                  </a:schemeClr>
                </a:solidFill>
              </a:rPr>
              <a:t>In </a:t>
            </a:r>
            <a:r>
              <a:rPr lang="en-US" sz="1200" dirty="0" err="1">
                <a:solidFill>
                  <a:schemeClr val="tx1">
                    <a:lumMod val="65000"/>
                    <a:lumOff val="35000"/>
                  </a:schemeClr>
                </a:solidFill>
              </a:rPr>
              <a:t>enim</a:t>
            </a:r>
            <a:r>
              <a:rPr lang="en-US" sz="1200" dirty="0">
                <a:solidFill>
                  <a:schemeClr val="tx1">
                    <a:lumMod val="65000"/>
                    <a:lumOff val="35000"/>
                  </a:schemeClr>
                </a:solidFill>
              </a:rPr>
              <a:t> a </a:t>
            </a:r>
            <a:r>
              <a:rPr lang="en-US" sz="1200" dirty="0" err="1">
                <a:solidFill>
                  <a:schemeClr val="tx1">
                    <a:lumMod val="65000"/>
                    <a:lumOff val="35000"/>
                  </a:schemeClr>
                </a:solidFill>
              </a:rPr>
              <a:t>arcu</a:t>
            </a:r>
            <a:r>
              <a:rPr lang="en-US" sz="1200" dirty="0">
                <a:solidFill>
                  <a:schemeClr val="tx1">
                    <a:lumMod val="65000"/>
                    <a:lumOff val="35000"/>
                  </a:schemeClr>
                </a:solidFill>
              </a:rPr>
              <a:t> </a:t>
            </a:r>
            <a:r>
              <a:rPr lang="en-US" sz="1200" dirty="0" err="1">
                <a:solidFill>
                  <a:schemeClr val="tx1">
                    <a:lumMod val="65000"/>
                    <a:lumOff val="35000"/>
                  </a:schemeClr>
                </a:solidFill>
              </a:rPr>
              <a:t>imperdiet</a:t>
            </a:r>
            <a:r>
              <a:rPr lang="en-US" sz="1200" dirty="0">
                <a:solidFill>
                  <a:schemeClr val="tx1">
                    <a:lumMod val="65000"/>
                    <a:lumOff val="35000"/>
                  </a:schemeClr>
                </a:solidFill>
              </a:rPr>
              <a:t> </a:t>
            </a:r>
            <a:r>
              <a:rPr lang="en-US" sz="1200" dirty="0" err="1">
                <a:solidFill>
                  <a:schemeClr val="tx1">
                    <a:lumMod val="65000"/>
                    <a:lumOff val="35000"/>
                  </a:schemeClr>
                </a:solidFill>
              </a:rPr>
              <a:t>malesuada</a:t>
            </a:r>
            <a:r>
              <a:rPr lang="en-US" sz="1200" dirty="0">
                <a:solidFill>
                  <a:schemeClr val="tx1">
                    <a:lumMod val="65000"/>
                    <a:lumOff val="35000"/>
                  </a:schemeClr>
                </a:solidFill>
              </a:rPr>
              <a:t>. </a:t>
            </a:r>
            <a:r>
              <a:rPr lang="en-US" sz="1200" dirty="0" err="1">
                <a:solidFill>
                  <a:schemeClr val="tx1">
                    <a:lumMod val="65000"/>
                    <a:lumOff val="35000"/>
                  </a:schemeClr>
                </a:solidFill>
              </a:rPr>
              <a:t>Fusce</a:t>
            </a:r>
            <a:r>
              <a:rPr lang="en-US" sz="1200" dirty="0">
                <a:solidFill>
                  <a:schemeClr val="tx1">
                    <a:lumMod val="65000"/>
                    <a:lumOff val="35000"/>
                  </a:schemeClr>
                </a:solidFill>
              </a:rPr>
              <a:t> </a:t>
            </a:r>
            <a:r>
              <a:rPr lang="en-US" sz="1200" dirty="0" err="1">
                <a:solidFill>
                  <a:schemeClr val="tx1">
                    <a:lumMod val="65000"/>
                    <a:lumOff val="35000"/>
                  </a:schemeClr>
                </a:solidFill>
              </a:rPr>
              <a:t>wisi</a:t>
            </a:r>
            <a:r>
              <a:rPr lang="en-US" sz="1200" dirty="0">
                <a:solidFill>
                  <a:schemeClr val="tx1">
                    <a:lumMod val="65000"/>
                    <a:lumOff val="35000"/>
                  </a:schemeClr>
                </a:solidFill>
              </a:rPr>
              <a:t>. </a:t>
            </a:r>
            <a:r>
              <a:rPr lang="en-US" sz="1200" dirty="0" err="1">
                <a:solidFill>
                  <a:schemeClr val="tx1">
                    <a:lumMod val="65000"/>
                    <a:lumOff val="35000"/>
                  </a:schemeClr>
                </a:solidFill>
              </a:rPr>
              <a:t>Nullam</a:t>
            </a:r>
            <a:r>
              <a:rPr lang="en-US" sz="1200" dirty="0">
                <a:solidFill>
                  <a:schemeClr val="tx1">
                    <a:lumMod val="65000"/>
                    <a:lumOff val="35000"/>
                  </a:schemeClr>
                </a:solidFill>
              </a:rPr>
              <a:t> at </a:t>
            </a:r>
            <a:r>
              <a:rPr lang="en-US" sz="1200" dirty="0" err="1">
                <a:solidFill>
                  <a:schemeClr val="tx1">
                    <a:lumMod val="65000"/>
                    <a:lumOff val="35000"/>
                  </a:schemeClr>
                </a:solidFill>
              </a:rPr>
              <a:t>arcu</a:t>
            </a:r>
            <a:r>
              <a:rPr lang="en-US" sz="1200" dirty="0">
                <a:solidFill>
                  <a:schemeClr val="tx1">
                    <a:lumMod val="65000"/>
                    <a:lumOff val="35000"/>
                  </a:schemeClr>
                </a:solidFill>
              </a:rPr>
              <a:t> a </a:t>
            </a:r>
            <a:r>
              <a:rPr lang="en-US" sz="1200" dirty="0" err="1">
                <a:solidFill>
                  <a:schemeClr val="tx1">
                    <a:lumMod val="65000"/>
                    <a:lumOff val="35000"/>
                  </a:schemeClr>
                </a:solidFill>
              </a:rPr>
              <a:t>est</a:t>
            </a:r>
            <a:r>
              <a:rPr lang="en-US" sz="1200" dirty="0">
                <a:solidFill>
                  <a:schemeClr val="tx1">
                    <a:lumMod val="65000"/>
                    <a:lumOff val="35000"/>
                  </a:schemeClr>
                </a:solidFill>
              </a:rPr>
              <a:t> </a:t>
            </a:r>
            <a:r>
              <a:rPr lang="en-US" sz="1200" dirty="0" err="1">
                <a:solidFill>
                  <a:schemeClr val="tx1">
                    <a:lumMod val="65000"/>
                    <a:lumOff val="35000"/>
                  </a:schemeClr>
                </a:solidFill>
              </a:rPr>
              <a:t>sollicitudin</a:t>
            </a:r>
            <a:r>
              <a:rPr lang="en-US" sz="1200" dirty="0">
                <a:solidFill>
                  <a:schemeClr val="tx1">
                    <a:lumMod val="65000"/>
                    <a:lumOff val="35000"/>
                  </a:schemeClr>
                </a:solidFill>
              </a:rPr>
              <a:t> </a:t>
            </a:r>
            <a:r>
              <a:rPr lang="en-US" sz="1200" dirty="0" err="1">
                <a:solidFill>
                  <a:schemeClr val="tx1">
                    <a:lumMod val="65000"/>
                    <a:lumOff val="35000"/>
                  </a:schemeClr>
                </a:solidFill>
              </a:rPr>
              <a:t>euismod</a:t>
            </a:r>
            <a:r>
              <a:rPr lang="en-US" sz="1200" dirty="0">
                <a:solidFill>
                  <a:schemeClr val="tx1">
                    <a:lumMod val="65000"/>
                    <a:lumOff val="35000"/>
                  </a:schemeClr>
                </a:solidFill>
              </a:rPr>
              <a:t>. In convallis. </a:t>
            </a:r>
            <a:r>
              <a:rPr lang="en-US" sz="1200" dirty="0" err="1">
                <a:solidFill>
                  <a:schemeClr val="tx1">
                    <a:lumMod val="65000"/>
                    <a:lumOff val="35000"/>
                  </a:schemeClr>
                </a:solidFill>
              </a:rPr>
              <a:t>Nullam</a:t>
            </a:r>
            <a:r>
              <a:rPr lang="en-US" sz="1200" dirty="0">
                <a:solidFill>
                  <a:schemeClr val="tx1">
                    <a:lumMod val="65000"/>
                    <a:lumOff val="35000"/>
                  </a:schemeClr>
                </a:solidFill>
              </a:rPr>
              <a:t> </a:t>
            </a:r>
            <a:r>
              <a:rPr lang="en-US" sz="1200" dirty="0" err="1">
                <a:solidFill>
                  <a:schemeClr val="tx1">
                    <a:lumMod val="65000"/>
                    <a:lumOff val="35000"/>
                  </a:schemeClr>
                </a:solidFill>
              </a:rPr>
              <a:t>dapibus</a:t>
            </a:r>
            <a:r>
              <a:rPr lang="en-US" sz="1200" dirty="0">
                <a:solidFill>
                  <a:schemeClr val="tx1">
                    <a:lumMod val="65000"/>
                    <a:lumOff val="35000"/>
                  </a:schemeClr>
                </a:solidFill>
              </a:rPr>
              <a:t> fermentum ipsum. </a:t>
            </a:r>
          </a:p>
        </p:txBody>
      </p:sp>
    </p:spTree>
    <p:extLst>
      <p:ext uri="{BB962C8B-B14F-4D97-AF65-F5344CB8AC3E}">
        <p14:creationId xmlns:p14="http://schemas.microsoft.com/office/powerpoint/2010/main" val="1506975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14" grpId="0" animBg="1"/>
      <p:bldP spid="16" grpId="0" animBg="1"/>
      <p:bldP spid="1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6B9F99B2-FD80-9BAD-B314-7809390C97EF}"/>
              </a:ext>
            </a:extLst>
          </p:cNvPr>
          <p:cNvSpPr/>
          <p:nvPr/>
        </p:nvSpPr>
        <p:spPr>
          <a:xfrm>
            <a:off x="826732" y="2270116"/>
            <a:ext cx="2871477" cy="2871477"/>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Oval 2">
            <a:extLst>
              <a:ext uri="{FF2B5EF4-FFF2-40B4-BE49-F238E27FC236}">
                <a16:creationId xmlns:a16="http://schemas.microsoft.com/office/drawing/2014/main" id="{8F1EF811-E98D-26EB-F743-2805D8DA7181}"/>
              </a:ext>
            </a:extLst>
          </p:cNvPr>
          <p:cNvSpPr/>
          <p:nvPr/>
        </p:nvSpPr>
        <p:spPr>
          <a:xfrm>
            <a:off x="4684974" y="2270116"/>
            <a:ext cx="2871477" cy="2871477"/>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Oval 3">
            <a:extLst>
              <a:ext uri="{FF2B5EF4-FFF2-40B4-BE49-F238E27FC236}">
                <a16:creationId xmlns:a16="http://schemas.microsoft.com/office/drawing/2014/main" id="{BA731E1B-BD04-2698-DAF7-ABADA98B8375}"/>
              </a:ext>
            </a:extLst>
          </p:cNvPr>
          <p:cNvSpPr/>
          <p:nvPr/>
        </p:nvSpPr>
        <p:spPr>
          <a:xfrm>
            <a:off x="8486179" y="2270116"/>
            <a:ext cx="2871477" cy="2871477"/>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Oval 4">
            <a:extLst>
              <a:ext uri="{FF2B5EF4-FFF2-40B4-BE49-F238E27FC236}">
                <a16:creationId xmlns:a16="http://schemas.microsoft.com/office/drawing/2014/main" id="{60D59411-F9D7-45CC-35FC-9FC40CFB6A01}"/>
              </a:ext>
            </a:extLst>
          </p:cNvPr>
          <p:cNvSpPr/>
          <p:nvPr/>
        </p:nvSpPr>
        <p:spPr>
          <a:xfrm>
            <a:off x="1073221" y="2404717"/>
            <a:ext cx="415457" cy="415457"/>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D" dirty="0"/>
          </a:p>
        </p:txBody>
      </p:sp>
      <p:sp>
        <p:nvSpPr>
          <p:cNvPr id="6" name="Oval 5">
            <a:extLst>
              <a:ext uri="{FF2B5EF4-FFF2-40B4-BE49-F238E27FC236}">
                <a16:creationId xmlns:a16="http://schemas.microsoft.com/office/drawing/2014/main" id="{4286C445-E29B-59E3-9AAE-EC090F14F6EF}"/>
              </a:ext>
            </a:extLst>
          </p:cNvPr>
          <p:cNvSpPr/>
          <p:nvPr/>
        </p:nvSpPr>
        <p:spPr>
          <a:xfrm>
            <a:off x="5044224" y="2385792"/>
            <a:ext cx="415457" cy="415457"/>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endParaRPr lang="en-ID" dirty="0"/>
          </a:p>
        </p:txBody>
      </p:sp>
      <p:sp>
        <p:nvSpPr>
          <p:cNvPr id="7" name="Oval 6">
            <a:extLst>
              <a:ext uri="{FF2B5EF4-FFF2-40B4-BE49-F238E27FC236}">
                <a16:creationId xmlns:a16="http://schemas.microsoft.com/office/drawing/2014/main" id="{A66EB531-9569-0F14-DDEF-4B8BCDA22841}"/>
              </a:ext>
            </a:extLst>
          </p:cNvPr>
          <p:cNvSpPr/>
          <p:nvPr/>
        </p:nvSpPr>
        <p:spPr>
          <a:xfrm>
            <a:off x="8873398" y="2365231"/>
            <a:ext cx="415457" cy="415457"/>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endParaRPr lang="en-ID" dirty="0"/>
          </a:p>
        </p:txBody>
      </p:sp>
      <p:grpSp>
        <p:nvGrpSpPr>
          <p:cNvPr id="8" name="Group 7">
            <a:extLst>
              <a:ext uri="{FF2B5EF4-FFF2-40B4-BE49-F238E27FC236}">
                <a16:creationId xmlns:a16="http://schemas.microsoft.com/office/drawing/2014/main" id="{97039176-E076-4DFB-F59B-B3D5640A8751}"/>
              </a:ext>
            </a:extLst>
          </p:cNvPr>
          <p:cNvGrpSpPr/>
          <p:nvPr/>
        </p:nvGrpSpPr>
        <p:grpSpPr>
          <a:xfrm>
            <a:off x="4072549" y="3617047"/>
            <a:ext cx="242887" cy="242887"/>
            <a:chOff x="3367088" y="2333625"/>
            <a:chExt cx="553718" cy="553718"/>
          </a:xfrm>
        </p:grpSpPr>
        <p:grpSp>
          <p:nvGrpSpPr>
            <p:cNvPr id="9" name="Group 8">
              <a:extLst>
                <a:ext uri="{FF2B5EF4-FFF2-40B4-BE49-F238E27FC236}">
                  <a16:creationId xmlns:a16="http://schemas.microsoft.com/office/drawing/2014/main" id="{FA7AEEC9-EB60-22F2-0E94-E4F64A2C46D5}"/>
                </a:ext>
              </a:extLst>
            </p:cNvPr>
            <p:cNvGrpSpPr/>
            <p:nvPr/>
          </p:nvGrpSpPr>
          <p:grpSpPr>
            <a:xfrm>
              <a:off x="3579177" y="2470043"/>
              <a:ext cx="129540" cy="280882"/>
              <a:chOff x="3589020" y="2476500"/>
              <a:chExt cx="129540" cy="280882"/>
            </a:xfrm>
          </p:grpSpPr>
          <p:cxnSp>
            <p:nvCxnSpPr>
              <p:cNvPr id="11" name="Straight Connector 10">
                <a:extLst>
                  <a:ext uri="{FF2B5EF4-FFF2-40B4-BE49-F238E27FC236}">
                    <a16:creationId xmlns:a16="http://schemas.microsoft.com/office/drawing/2014/main" id="{B15BCAB8-43DE-7078-F0E0-2516150A2266}"/>
                  </a:ext>
                </a:extLst>
              </p:cNvPr>
              <p:cNvCxnSpPr/>
              <p:nvPr/>
            </p:nvCxnSpPr>
            <p:spPr>
              <a:xfrm>
                <a:off x="3589020" y="2476500"/>
                <a:ext cx="129540" cy="129540"/>
              </a:xfrm>
              <a:prstGeom prst="line">
                <a:avLst/>
              </a:prstGeom>
              <a:ln w="6350" cap="rnd">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E085BE4-0791-7BE2-4B68-8259DD6AA3FC}"/>
                  </a:ext>
                </a:extLst>
              </p:cNvPr>
              <p:cNvCxnSpPr/>
              <p:nvPr/>
            </p:nvCxnSpPr>
            <p:spPr>
              <a:xfrm flipV="1">
                <a:off x="3589020" y="2606040"/>
                <a:ext cx="129540" cy="151342"/>
              </a:xfrm>
              <a:prstGeom prst="line">
                <a:avLst/>
              </a:prstGeom>
              <a:ln w="6350" cap="rnd">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0" name="Oval 9">
              <a:extLst>
                <a:ext uri="{FF2B5EF4-FFF2-40B4-BE49-F238E27FC236}">
                  <a16:creationId xmlns:a16="http://schemas.microsoft.com/office/drawing/2014/main" id="{49485B5B-9224-4D18-E3CE-C4A51F10B90C}"/>
                </a:ext>
              </a:extLst>
            </p:cNvPr>
            <p:cNvSpPr/>
            <p:nvPr/>
          </p:nvSpPr>
          <p:spPr>
            <a:xfrm>
              <a:off x="3367088" y="2333625"/>
              <a:ext cx="553718" cy="553718"/>
            </a:xfrm>
            <a:prstGeom prst="ellipse">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grpSp>
        <p:nvGrpSpPr>
          <p:cNvPr id="13" name="Group 12">
            <a:extLst>
              <a:ext uri="{FF2B5EF4-FFF2-40B4-BE49-F238E27FC236}">
                <a16:creationId xmlns:a16="http://schemas.microsoft.com/office/drawing/2014/main" id="{8F05EBDF-AE11-3C07-4150-8E8D9E36E9D7}"/>
              </a:ext>
            </a:extLst>
          </p:cNvPr>
          <p:cNvGrpSpPr/>
          <p:nvPr/>
        </p:nvGrpSpPr>
        <p:grpSpPr>
          <a:xfrm>
            <a:off x="7905783" y="3617047"/>
            <a:ext cx="242887" cy="242887"/>
            <a:chOff x="3367088" y="2333625"/>
            <a:chExt cx="553718" cy="553718"/>
          </a:xfrm>
        </p:grpSpPr>
        <p:grpSp>
          <p:nvGrpSpPr>
            <p:cNvPr id="14" name="Group 13">
              <a:extLst>
                <a:ext uri="{FF2B5EF4-FFF2-40B4-BE49-F238E27FC236}">
                  <a16:creationId xmlns:a16="http://schemas.microsoft.com/office/drawing/2014/main" id="{5F02DCBB-2EEF-3438-5A1A-D8A89776E0ED}"/>
                </a:ext>
              </a:extLst>
            </p:cNvPr>
            <p:cNvGrpSpPr/>
            <p:nvPr/>
          </p:nvGrpSpPr>
          <p:grpSpPr>
            <a:xfrm>
              <a:off x="3579177" y="2470043"/>
              <a:ext cx="129540" cy="280882"/>
              <a:chOff x="3589020" y="2476500"/>
              <a:chExt cx="129540" cy="280882"/>
            </a:xfrm>
          </p:grpSpPr>
          <p:cxnSp>
            <p:nvCxnSpPr>
              <p:cNvPr id="16" name="Straight Connector 15">
                <a:extLst>
                  <a:ext uri="{FF2B5EF4-FFF2-40B4-BE49-F238E27FC236}">
                    <a16:creationId xmlns:a16="http://schemas.microsoft.com/office/drawing/2014/main" id="{E9D63747-6345-72AD-4FB7-98FE770F57E4}"/>
                  </a:ext>
                </a:extLst>
              </p:cNvPr>
              <p:cNvCxnSpPr/>
              <p:nvPr/>
            </p:nvCxnSpPr>
            <p:spPr>
              <a:xfrm>
                <a:off x="3589020" y="2476500"/>
                <a:ext cx="129540" cy="129540"/>
              </a:xfrm>
              <a:prstGeom prst="line">
                <a:avLst/>
              </a:prstGeom>
              <a:ln w="6350" cap="rnd">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687EF87-E0A2-C9D7-5950-ECA68C8D3D92}"/>
                  </a:ext>
                </a:extLst>
              </p:cNvPr>
              <p:cNvCxnSpPr/>
              <p:nvPr/>
            </p:nvCxnSpPr>
            <p:spPr>
              <a:xfrm flipV="1">
                <a:off x="3589020" y="2606040"/>
                <a:ext cx="129540" cy="151342"/>
              </a:xfrm>
              <a:prstGeom prst="line">
                <a:avLst/>
              </a:prstGeom>
              <a:ln w="6350" cap="rnd">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5" name="Oval 14">
              <a:extLst>
                <a:ext uri="{FF2B5EF4-FFF2-40B4-BE49-F238E27FC236}">
                  <a16:creationId xmlns:a16="http://schemas.microsoft.com/office/drawing/2014/main" id="{372F6F8D-D5BB-790B-E584-1318702EC1F7}"/>
                </a:ext>
              </a:extLst>
            </p:cNvPr>
            <p:cNvSpPr/>
            <p:nvPr/>
          </p:nvSpPr>
          <p:spPr>
            <a:xfrm>
              <a:off x="3367088" y="2333625"/>
              <a:ext cx="553718" cy="553718"/>
            </a:xfrm>
            <a:prstGeom prst="ellipse">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sp>
        <p:nvSpPr>
          <p:cNvPr id="18" name="Rectangle 17">
            <a:extLst>
              <a:ext uri="{FF2B5EF4-FFF2-40B4-BE49-F238E27FC236}">
                <a16:creationId xmlns:a16="http://schemas.microsoft.com/office/drawing/2014/main" id="{46ACCBBC-4433-2B58-4FBF-512B3FA4AE45}"/>
              </a:ext>
            </a:extLst>
          </p:cNvPr>
          <p:cNvSpPr/>
          <p:nvPr/>
        </p:nvSpPr>
        <p:spPr>
          <a:xfrm>
            <a:off x="1032443" y="3002760"/>
            <a:ext cx="2433496" cy="1594667"/>
          </a:xfrm>
          <a:prstGeom prst="rect">
            <a:avLst/>
          </a:prstGeom>
        </p:spPr>
        <p:txBody>
          <a:bodyPr wrap="square">
            <a:spAutoFit/>
          </a:bodyPr>
          <a:lstStyle/>
          <a:p>
            <a:pPr algn="ctr">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9" name="Rectangle 18">
            <a:extLst>
              <a:ext uri="{FF2B5EF4-FFF2-40B4-BE49-F238E27FC236}">
                <a16:creationId xmlns:a16="http://schemas.microsoft.com/office/drawing/2014/main" id="{663AE1A0-D352-35F4-F02E-C348FF12A4B0}"/>
              </a:ext>
            </a:extLst>
          </p:cNvPr>
          <p:cNvSpPr/>
          <p:nvPr/>
        </p:nvSpPr>
        <p:spPr>
          <a:xfrm>
            <a:off x="4982709" y="2969567"/>
            <a:ext cx="2433496" cy="1594667"/>
          </a:xfrm>
          <a:prstGeom prst="rect">
            <a:avLst/>
          </a:prstGeom>
        </p:spPr>
        <p:txBody>
          <a:bodyPr wrap="square">
            <a:spAutoFit/>
          </a:bodyPr>
          <a:lstStyle/>
          <a:p>
            <a:pPr algn="ctr">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20" name="Rectangle 19">
            <a:extLst>
              <a:ext uri="{FF2B5EF4-FFF2-40B4-BE49-F238E27FC236}">
                <a16:creationId xmlns:a16="http://schemas.microsoft.com/office/drawing/2014/main" id="{867745D2-40E6-E07C-8E52-999323255124}"/>
              </a:ext>
            </a:extLst>
          </p:cNvPr>
          <p:cNvSpPr/>
          <p:nvPr/>
        </p:nvSpPr>
        <p:spPr>
          <a:xfrm>
            <a:off x="8705169" y="2969567"/>
            <a:ext cx="2433496" cy="1594667"/>
          </a:xfrm>
          <a:prstGeom prst="rect">
            <a:avLst/>
          </a:prstGeom>
        </p:spPr>
        <p:txBody>
          <a:bodyPr wrap="square">
            <a:spAutoFit/>
          </a:bodyPr>
          <a:lstStyle/>
          <a:p>
            <a:pPr algn="ctr">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21" name="Slide Number Placeholder 1">
            <a:extLst>
              <a:ext uri="{FF2B5EF4-FFF2-40B4-BE49-F238E27FC236}">
                <a16:creationId xmlns:a16="http://schemas.microsoft.com/office/drawing/2014/main" id="{FDC81758-9AAD-E8F2-669C-9A6418CE8838}"/>
              </a:ext>
            </a:extLst>
          </p:cNvPr>
          <p:cNvSpPr txBox="1">
            <a:spLocks/>
          </p:cNvSpPr>
          <p:nvPr/>
        </p:nvSpPr>
        <p:spPr>
          <a:xfrm>
            <a:off x="4718816" y="6433021"/>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737D3DD-0AB3-4F16-99FA-6262B2B4036D}" type="slidenum">
              <a:rPr lang="en-MY" sz="1600" smtClean="0"/>
              <a:pPr algn="ctr"/>
              <a:t>36</a:t>
            </a:fld>
            <a:endParaRPr lang="en-MY" sz="1600" dirty="0"/>
          </a:p>
        </p:txBody>
      </p:sp>
      <p:sp>
        <p:nvSpPr>
          <p:cNvPr id="22" name="Rectangle 21">
            <a:extLst>
              <a:ext uri="{FF2B5EF4-FFF2-40B4-BE49-F238E27FC236}">
                <a16:creationId xmlns:a16="http://schemas.microsoft.com/office/drawing/2014/main" id="{7075F1C4-2A7D-87EE-C3F2-B315B064DA01}"/>
              </a:ext>
            </a:extLst>
          </p:cNvPr>
          <p:cNvSpPr/>
          <p:nvPr/>
        </p:nvSpPr>
        <p:spPr>
          <a:xfrm>
            <a:off x="2249191" y="5296878"/>
            <a:ext cx="8013850" cy="832920"/>
          </a:xfrm>
          <a:prstGeom prst="rect">
            <a:avLst/>
          </a:prstGeom>
        </p:spPr>
        <p:txBody>
          <a:bodyPr wrap="square">
            <a:spAutoFit/>
          </a:bodyPr>
          <a:lstStyle/>
          <a:p>
            <a:pPr algn="ctr">
              <a:lnSpc>
                <a:spcPct val="150000"/>
              </a:lnSpc>
            </a:pPr>
            <a:r>
              <a:rPr lang="en-US" sz="1100" dirty="0"/>
              <a:t>In </a:t>
            </a:r>
            <a:r>
              <a:rPr lang="en-US" sz="1100" dirty="0" err="1"/>
              <a:t>enim</a:t>
            </a:r>
            <a:r>
              <a:rPr lang="en-US" sz="1100" dirty="0"/>
              <a:t> a </a:t>
            </a:r>
            <a:r>
              <a:rPr lang="en-US" sz="1100" dirty="0" err="1"/>
              <a:t>arcu</a:t>
            </a:r>
            <a:r>
              <a:rPr lang="en-US" sz="1100" dirty="0"/>
              <a:t> </a:t>
            </a:r>
            <a:r>
              <a:rPr lang="en-US" sz="1100" dirty="0" err="1"/>
              <a:t>imperdiet</a:t>
            </a:r>
            <a:r>
              <a:rPr lang="en-US" sz="1100" dirty="0"/>
              <a:t> </a:t>
            </a:r>
            <a:r>
              <a:rPr lang="en-US" sz="1100" dirty="0" err="1"/>
              <a:t>malesuada</a:t>
            </a:r>
            <a:r>
              <a:rPr lang="en-US" sz="1100" dirty="0"/>
              <a:t>. </a:t>
            </a:r>
            <a:r>
              <a:rPr lang="en-US" sz="1100" dirty="0" err="1"/>
              <a:t>Fusce</a:t>
            </a:r>
            <a:r>
              <a:rPr lang="en-US" sz="1100" dirty="0"/>
              <a:t> </a:t>
            </a:r>
            <a:r>
              <a:rPr lang="en-US" sz="1100" dirty="0" err="1"/>
              <a:t>wisi</a:t>
            </a:r>
            <a:r>
              <a:rPr lang="en-US" sz="1100" dirty="0"/>
              <a:t>. </a:t>
            </a:r>
            <a:r>
              <a:rPr lang="en-US" sz="1100" dirty="0" err="1"/>
              <a:t>Nullam</a:t>
            </a:r>
            <a:r>
              <a:rPr lang="en-US" sz="1100" dirty="0"/>
              <a:t> at </a:t>
            </a:r>
            <a:r>
              <a:rPr lang="en-US" sz="1100" dirty="0" err="1"/>
              <a:t>arcu</a:t>
            </a:r>
            <a:r>
              <a:rPr lang="en-US" sz="1100" dirty="0"/>
              <a:t> a </a:t>
            </a:r>
            <a:r>
              <a:rPr lang="en-US" sz="1100" dirty="0" err="1"/>
              <a:t>est</a:t>
            </a:r>
            <a:r>
              <a:rPr lang="en-US" sz="1100" dirty="0"/>
              <a:t> </a:t>
            </a:r>
            <a:r>
              <a:rPr lang="en-US" sz="1100" dirty="0" err="1"/>
              <a:t>sollicitudin</a:t>
            </a:r>
            <a:r>
              <a:rPr lang="en-US" sz="1100" dirty="0"/>
              <a:t> </a:t>
            </a:r>
            <a:r>
              <a:rPr lang="en-US" sz="1100" dirty="0" err="1"/>
              <a:t>euismod</a:t>
            </a:r>
            <a:r>
              <a:rPr lang="en-US" sz="1100" dirty="0"/>
              <a:t>. In convallis. </a:t>
            </a:r>
            <a:r>
              <a:rPr lang="en-US" sz="1100" dirty="0" err="1"/>
              <a:t>Nullam</a:t>
            </a:r>
            <a:r>
              <a:rPr lang="en-US" sz="1100" dirty="0"/>
              <a:t> </a:t>
            </a:r>
            <a:r>
              <a:rPr lang="en-US" sz="1100" dirty="0" err="1"/>
              <a:t>dapibus</a:t>
            </a:r>
            <a:r>
              <a:rPr lang="en-US" sz="1100" dirty="0"/>
              <a:t> </a:t>
            </a:r>
            <a:r>
              <a:rPr lang="en-US" sz="1100" dirty="0" err="1"/>
              <a:t>fermentum</a:t>
            </a:r>
            <a:r>
              <a:rPr lang="en-US" sz="1100" dirty="0"/>
              <a:t> ipsum. </a:t>
            </a:r>
            <a:r>
              <a:rPr lang="en-US" sz="1100" dirty="0" err="1"/>
              <a:t>Aliquam</a:t>
            </a:r>
            <a:r>
              <a:rPr lang="en-US" sz="1100" dirty="0"/>
              <a:t> erat </a:t>
            </a:r>
            <a:r>
              <a:rPr lang="en-US" sz="1100" dirty="0" err="1"/>
              <a:t>volutpat</a:t>
            </a:r>
            <a:r>
              <a:rPr lang="en-US" sz="1100" dirty="0"/>
              <a:t>. </a:t>
            </a:r>
            <a:r>
              <a:rPr lang="en-US" sz="1100" dirty="0" err="1"/>
              <a:t>Excepteur</a:t>
            </a:r>
            <a:r>
              <a:rPr lang="en-US" sz="1100" dirty="0"/>
              <a:t> </a:t>
            </a:r>
            <a:r>
              <a:rPr lang="en-US" sz="1100" dirty="0" err="1"/>
              <a:t>sint</a:t>
            </a:r>
            <a:r>
              <a:rPr lang="en-US" sz="1100" dirty="0"/>
              <a:t> </a:t>
            </a:r>
            <a:r>
              <a:rPr lang="en-US" sz="1100" dirty="0" err="1"/>
              <a:t>occaecat</a:t>
            </a:r>
            <a:r>
              <a:rPr lang="en-US" sz="1100" dirty="0"/>
              <a:t> </a:t>
            </a:r>
            <a:r>
              <a:rPr lang="en-US" sz="1100" dirty="0" err="1"/>
              <a:t>cupidatat</a:t>
            </a:r>
            <a:r>
              <a:rPr lang="en-US" sz="1100" dirty="0"/>
              <a:t> non </a:t>
            </a:r>
            <a:r>
              <a:rPr lang="en-US" sz="1100" dirty="0" err="1"/>
              <a:t>proident</a:t>
            </a:r>
            <a:r>
              <a:rPr lang="en-US" sz="1100" dirty="0"/>
              <a:t>, </a:t>
            </a:r>
            <a:r>
              <a:rPr lang="en-US" sz="1100" dirty="0" err="1"/>
              <a:t>sunt</a:t>
            </a:r>
            <a:r>
              <a:rPr lang="en-US" sz="1100" dirty="0"/>
              <a:t> in culpa qui </a:t>
            </a:r>
            <a:r>
              <a:rPr lang="en-US" sz="1100" dirty="0" err="1"/>
              <a:t>officia</a:t>
            </a:r>
            <a:r>
              <a:rPr lang="en-US" sz="1100" dirty="0"/>
              <a:t> </a:t>
            </a:r>
            <a:r>
              <a:rPr lang="en-US" sz="1100" dirty="0" err="1"/>
              <a:t>deserunt</a:t>
            </a:r>
            <a:r>
              <a:rPr lang="en-US" sz="1100" dirty="0"/>
              <a:t> </a:t>
            </a:r>
            <a:r>
              <a:rPr lang="en-US" sz="1100" dirty="0" err="1"/>
              <a:t>mollit</a:t>
            </a:r>
            <a:r>
              <a:rPr lang="en-US" sz="1100" dirty="0"/>
              <a:t> </a:t>
            </a:r>
            <a:r>
              <a:rPr lang="en-US" sz="1100" dirty="0" err="1"/>
              <a:t>anim</a:t>
            </a:r>
            <a:r>
              <a:rPr lang="en-US" sz="1100" dirty="0"/>
              <a:t> id </a:t>
            </a:r>
            <a:r>
              <a:rPr lang="en-US" sz="1100" dirty="0" err="1"/>
              <a:t>est</a:t>
            </a:r>
            <a:r>
              <a:rPr lang="en-US" sz="1100" dirty="0"/>
              <a:t> </a:t>
            </a:r>
            <a:r>
              <a:rPr lang="en-US" sz="1100" dirty="0" err="1"/>
              <a:t>laborum</a:t>
            </a:r>
            <a:r>
              <a:rPr lang="en-US" sz="1100" dirty="0"/>
              <a:t>. </a:t>
            </a:r>
            <a:r>
              <a:rPr lang="en-US" sz="1100" dirty="0" err="1"/>
              <a:t>Vestibulum</a:t>
            </a:r>
            <a:r>
              <a:rPr lang="en-US" sz="1100" dirty="0"/>
              <a:t> </a:t>
            </a:r>
            <a:r>
              <a:rPr lang="en-US" sz="1100" dirty="0" err="1"/>
              <a:t>fermentum</a:t>
            </a:r>
            <a:r>
              <a:rPr lang="en-US" sz="1100" dirty="0"/>
              <a:t> </a:t>
            </a:r>
            <a:r>
              <a:rPr lang="en-US" sz="1100" dirty="0" err="1"/>
              <a:t>tortor</a:t>
            </a:r>
            <a:r>
              <a:rPr lang="en-US" sz="1100" dirty="0"/>
              <a:t> id mi. </a:t>
            </a:r>
          </a:p>
        </p:txBody>
      </p:sp>
      <p:sp>
        <p:nvSpPr>
          <p:cNvPr id="23" name="TextBox 22">
            <a:extLst>
              <a:ext uri="{FF2B5EF4-FFF2-40B4-BE49-F238E27FC236}">
                <a16:creationId xmlns:a16="http://schemas.microsoft.com/office/drawing/2014/main" id="{70AE680A-215C-1D3C-8EB1-951CDE08173D}"/>
              </a:ext>
            </a:extLst>
          </p:cNvPr>
          <p:cNvSpPr txBox="1"/>
          <p:nvPr/>
        </p:nvSpPr>
        <p:spPr>
          <a:xfrm>
            <a:off x="1057438" y="728202"/>
            <a:ext cx="10139897" cy="769441"/>
          </a:xfrm>
          <a:prstGeom prst="rect">
            <a:avLst/>
          </a:prstGeom>
          <a:noFill/>
        </p:spPr>
        <p:txBody>
          <a:bodyPr wrap="square" rtlCol="0">
            <a:spAutoFit/>
          </a:bodyPr>
          <a:lstStyle/>
          <a:p>
            <a:pPr algn="ctr"/>
            <a:r>
              <a:rPr lang="en-US" sz="4400" dirty="0">
                <a:solidFill>
                  <a:schemeClr val="bg1"/>
                </a:solidFill>
                <a:latin typeface="+mj-lt"/>
              </a:rPr>
              <a:t>ADD YOUR TITLE HERE</a:t>
            </a:r>
          </a:p>
        </p:txBody>
      </p:sp>
    </p:spTree>
    <p:extLst>
      <p:ext uri="{BB962C8B-B14F-4D97-AF65-F5344CB8AC3E}">
        <p14:creationId xmlns:p14="http://schemas.microsoft.com/office/powerpoint/2010/main" val="13109088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0">
            <a:extLst>
              <a:ext uri="{FF2B5EF4-FFF2-40B4-BE49-F238E27FC236}">
                <a16:creationId xmlns:a16="http://schemas.microsoft.com/office/drawing/2014/main" id="{F92398FF-5367-15C5-AF85-33CEACB35649}"/>
              </a:ext>
            </a:extLst>
          </p:cNvPr>
          <p:cNvSpPr txBox="1">
            <a:spLocks/>
          </p:cNvSpPr>
          <p:nvPr/>
        </p:nvSpPr>
        <p:spPr bwMode="auto">
          <a:xfrm>
            <a:off x="512618" y="966222"/>
            <a:ext cx="11134337" cy="8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243852" tIns="121926" rIns="243852" bIns="121926" anchor="ctr">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a:lnSpc>
                <a:spcPct val="130000"/>
              </a:lnSpc>
            </a:pPr>
            <a:r>
              <a:rPr lang="pt-BR" sz="1400" dirty="0">
                <a:solidFill>
                  <a:schemeClr val="bg1"/>
                </a:solidFill>
                <a:ea typeface="Lato" pitchFamily="34" charset="0"/>
                <a:cs typeface="Lato" pitchFamily="34" charset="0"/>
              </a:rPr>
              <a:t>Lorem ipsum dolor sit amet, consectetur adipiscing elit. Aliquam tincidunt ante nec sem congue convallis. Pellentesque vel mauris quis nisl ornare rutrum in id risus. Proin vehicula ut sem et tempus</a:t>
            </a:r>
            <a:endParaRPr lang="en-US" sz="1400" dirty="0">
              <a:solidFill>
                <a:schemeClr val="bg1"/>
              </a:solidFill>
              <a:ea typeface="Lato" pitchFamily="34" charset="0"/>
              <a:cs typeface="Lato" pitchFamily="34" charset="0"/>
            </a:endParaRPr>
          </a:p>
        </p:txBody>
      </p:sp>
      <p:sp>
        <p:nvSpPr>
          <p:cNvPr id="3" name="TextBox 2">
            <a:extLst>
              <a:ext uri="{FF2B5EF4-FFF2-40B4-BE49-F238E27FC236}">
                <a16:creationId xmlns:a16="http://schemas.microsoft.com/office/drawing/2014/main" id="{7717FD16-0755-7512-5BF6-AC4A0EE224A7}"/>
              </a:ext>
            </a:extLst>
          </p:cNvPr>
          <p:cNvSpPr txBox="1"/>
          <p:nvPr/>
        </p:nvSpPr>
        <p:spPr>
          <a:xfrm>
            <a:off x="2514577" y="446729"/>
            <a:ext cx="7162845" cy="769441"/>
          </a:xfrm>
          <a:prstGeom prst="rect">
            <a:avLst/>
          </a:prstGeom>
          <a:noFill/>
        </p:spPr>
        <p:txBody>
          <a:bodyPr wrap="square" rtlCol="0">
            <a:spAutoFit/>
          </a:bodyPr>
          <a:lstStyle/>
          <a:p>
            <a:pPr algn="ctr"/>
            <a:r>
              <a:rPr lang="en-US" sz="4400" dirty="0">
                <a:solidFill>
                  <a:schemeClr val="bg1"/>
                </a:solidFill>
                <a:latin typeface="+mj-lt"/>
              </a:rPr>
              <a:t>MALAYSIA MAP</a:t>
            </a:r>
          </a:p>
        </p:txBody>
      </p:sp>
      <p:grpSp>
        <p:nvGrpSpPr>
          <p:cNvPr id="4" name="กลุ่ม 1">
            <a:extLst>
              <a:ext uri="{FF2B5EF4-FFF2-40B4-BE49-F238E27FC236}">
                <a16:creationId xmlns:a16="http://schemas.microsoft.com/office/drawing/2014/main" id="{1C74F452-52AB-357C-B37B-CFA904BE09FB}"/>
              </a:ext>
            </a:extLst>
          </p:cNvPr>
          <p:cNvGrpSpPr/>
          <p:nvPr/>
        </p:nvGrpSpPr>
        <p:grpSpPr>
          <a:xfrm>
            <a:off x="3277647" y="2062577"/>
            <a:ext cx="8260985" cy="4240916"/>
            <a:chOff x="3126377" y="3029997"/>
            <a:chExt cx="18025487" cy="9253690"/>
          </a:xfrm>
        </p:grpSpPr>
        <p:sp>
          <p:nvSpPr>
            <p:cNvPr id="5" name="Freeform 80">
              <a:extLst>
                <a:ext uri="{FF2B5EF4-FFF2-40B4-BE49-F238E27FC236}">
                  <a16:creationId xmlns:a16="http://schemas.microsoft.com/office/drawing/2014/main" id="{8966E158-CD6A-6A5C-C86A-810862CC3294}"/>
                </a:ext>
              </a:extLst>
            </p:cNvPr>
            <p:cNvSpPr>
              <a:spLocks noChangeArrowheads="1"/>
            </p:cNvSpPr>
            <p:nvPr/>
          </p:nvSpPr>
          <p:spPr bwMode="auto">
            <a:xfrm>
              <a:off x="7437945" y="4992823"/>
              <a:ext cx="1782880" cy="3133484"/>
            </a:xfrm>
            <a:custGeom>
              <a:avLst/>
              <a:gdLst>
                <a:gd name="T0" fmla="*/ 440 w 1780"/>
                <a:gd name="T1" fmla="*/ 1623 h 3130"/>
                <a:gd name="T2" fmla="*/ 505 w 1780"/>
                <a:gd name="T3" fmla="*/ 1791 h 3130"/>
                <a:gd name="T4" fmla="*/ 589 w 1780"/>
                <a:gd name="T5" fmla="*/ 1843 h 3130"/>
                <a:gd name="T6" fmla="*/ 783 w 1780"/>
                <a:gd name="T7" fmla="*/ 2004 h 3130"/>
                <a:gd name="T8" fmla="*/ 783 w 1780"/>
                <a:gd name="T9" fmla="*/ 2114 h 3130"/>
                <a:gd name="T10" fmla="*/ 912 w 1780"/>
                <a:gd name="T11" fmla="*/ 2172 h 3130"/>
                <a:gd name="T12" fmla="*/ 1022 w 1780"/>
                <a:gd name="T13" fmla="*/ 2294 h 3130"/>
                <a:gd name="T14" fmla="*/ 919 w 1780"/>
                <a:gd name="T15" fmla="*/ 2469 h 3130"/>
                <a:gd name="T16" fmla="*/ 854 w 1780"/>
                <a:gd name="T17" fmla="*/ 2618 h 3130"/>
                <a:gd name="T18" fmla="*/ 899 w 1780"/>
                <a:gd name="T19" fmla="*/ 2766 h 3130"/>
                <a:gd name="T20" fmla="*/ 1016 w 1780"/>
                <a:gd name="T21" fmla="*/ 2734 h 3130"/>
                <a:gd name="T22" fmla="*/ 1093 w 1780"/>
                <a:gd name="T23" fmla="*/ 2766 h 3130"/>
                <a:gd name="T24" fmla="*/ 1294 w 1780"/>
                <a:gd name="T25" fmla="*/ 2889 h 3130"/>
                <a:gd name="T26" fmla="*/ 1404 w 1780"/>
                <a:gd name="T27" fmla="*/ 3038 h 3130"/>
                <a:gd name="T28" fmla="*/ 1527 w 1780"/>
                <a:gd name="T29" fmla="*/ 2999 h 3130"/>
                <a:gd name="T30" fmla="*/ 1507 w 1780"/>
                <a:gd name="T31" fmla="*/ 2637 h 3130"/>
                <a:gd name="T32" fmla="*/ 1643 w 1780"/>
                <a:gd name="T33" fmla="*/ 2650 h 3130"/>
                <a:gd name="T34" fmla="*/ 1662 w 1780"/>
                <a:gd name="T35" fmla="*/ 2650 h 3130"/>
                <a:gd name="T36" fmla="*/ 1746 w 1780"/>
                <a:gd name="T37" fmla="*/ 2488 h 3130"/>
                <a:gd name="T38" fmla="*/ 1727 w 1780"/>
                <a:gd name="T39" fmla="*/ 1985 h 3130"/>
                <a:gd name="T40" fmla="*/ 1746 w 1780"/>
                <a:gd name="T41" fmla="*/ 1784 h 3130"/>
                <a:gd name="T42" fmla="*/ 1455 w 1780"/>
                <a:gd name="T43" fmla="*/ 1261 h 3130"/>
                <a:gd name="T44" fmla="*/ 1281 w 1780"/>
                <a:gd name="T45" fmla="*/ 905 h 3130"/>
                <a:gd name="T46" fmla="*/ 1074 w 1780"/>
                <a:gd name="T47" fmla="*/ 620 h 3130"/>
                <a:gd name="T48" fmla="*/ 447 w 1780"/>
                <a:gd name="T49" fmla="*/ 194 h 3130"/>
                <a:gd name="T50" fmla="*/ 253 w 1780"/>
                <a:gd name="T51" fmla="*/ 0 h 3130"/>
                <a:gd name="T52" fmla="*/ 240 w 1780"/>
                <a:gd name="T53" fmla="*/ 51 h 3130"/>
                <a:gd name="T54" fmla="*/ 136 w 1780"/>
                <a:gd name="T55" fmla="*/ 168 h 3130"/>
                <a:gd name="T56" fmla="*/ 0 w 1780"/>
                <a:gd name="T57" fmla="*/ 284 h 3130"/>
                <a:gd name="T58" fmla="*/ 46 w 1780"/>
                <a:gd name="T59" fmla="*/ 446 h 3130"/>
                <a:gd name="T60" fmla="*/ 33 w 1780"/>
                <a:gd name="T61" fmla="*/ 582 h 3130"/>
                <a:gd name="T62" fmla="*/ 78 w 1780"/>
                <a:gd name="T63" fmla="*/ 711 h 3130"/>
                <a:gd name="T64" fmla="*/ 78 w 1780"/>
                <a:gd name="T65" fmla="*/ 795 h 3130"/>
                <a:gd name="T66" fmla="*/ 72 w 1780"/>
                <a:gd name="T67" fmla="*/ 1015 h 3130"/>
                <a:gd name="T68" fmla="*/ 201 w 1780"/>
                <a:gd name="T69" fmla="*/ 1183 h 3130"/>
                <a:gd name="T70" fmla="*/ 214 w 1780"/>
                <a:gd name="T71" fmla="*/ 1396 h 3130"/>
                <a:gd name="T72" fmla="*/ 265 w 1780"/>
                <a:gd name="T73" fmla="*/ 1494 h 3130"/>
                <a:gd name="T74" fmla="*/ 388 w 1780"/>
                <a:gd name="T75" fmla="*/ 1539 h 3130"/>
                <a:gd name="T76" fmla="*/ 440 w 1780"/>
                <a:gd name="T77" fmla="*/ 1623 h 3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80" h="3130">
                  <a:moveTo>
                    <a:pt x="440" y="1623"/>
                  </a:moveTo>
                  <a:lnTo>
                    <a:pt x="440" y="1623"/>
                  </a:lnTo>
                  <a:cubicBezTo>
                    <a:pt x="453" y="1681"/>
                    <a:pt x="466" y="1707"/>
                    <a:pt x="492" y="1759"/>
                  </a:cubicBezTo>
                  <a:cubicBezTo>
                    <a:pt x="498" y="1772"/>
                    <a:pt x="492" y="1784"/>
                    <a:pt x="505" y="1791"/>
                  </a:cubicBezTo>
                  <a:cubicBezTo>
                    <a:pt x="518" y="1804"/>
                    <a:pt x="537" y="1804"/>
                    <a:pt x="556" y="1817"/>
                  </a:cubicBezTo>
                  <a:cubicBezTo>
                    <a:pt x="569" y="1823"/>
                    <a:pt x="576" y="1836"/>
                    <a:pt x="589" y="1843"/>
                  </a:cubicBezTo>
                  <a:cubicBezTo>
                    <a:pt x="660" y="1869"/>
                    <a:pt x="712" y="1869"/>
                    <a:pt x="783" y="1894"/>
                  </a:cubicBezTo>
                  <a:cubicBezTo>
                    <a:pt x="783" y="2004"/>
                    <a:pt x="783" y="2004"/>
                    <a:pt x="783" y="2004"/>
                  </a:cubicBezTo>
                  <a:cubicBezTo>
                    <a:pt x="770" y="2017"/>
                    <a:pt x="744" y="2024"/>
                    <a:pt x="744" y="2043"/>
                  </a:cubicBezTo>
                  <a:cubicBezTo>
                    <a:pt x="744" y="2075"/>
                    <a:pt x="770" y="2088"/>
                    <a:pt x="783" y="2114"/>
                  </a:cubicBezTo>
                  <a:cubicBezTo>
                    <a:pt x="796" y="2140"/>
                    <a:pt x="796" y="2172"/>
                    <a:pt x="828" y="2172"/>
                  </a:cubicBezTo>
                  <a:cubicBezTo>
                    <a:pt x="912" y="2172"/>
                    <a:pt x="912" y="2172"/>
                    <a:pt x="912" y="2172"/>
                  </a:cubicBezTo>
                  <a:cubicBezTo>
                    <a:pt x="925" y="2172"/>
                    <a:pt x="932" y="2166"/>
                    <a:pt x="944" y="2160"/>
                  </a:cubicBezTo>
                  <a:cubicBezTo>
                    <a:pt x="970" y="2211"/>
                    <a:pt x="1022" y="2237"/>
                    <a:pt x="1022" y="2294"/>
                  </a:cubicBezTo>
                  <a:cubicBezTo>
                    <a:pt x="1022" y="2346"/>
                    <a:pt x="996" y="2378"/>
                    <a:pt x="958" y="2417"/>
                  </a:cubicBezTo>
                  <a:cubicBezTo>
                    <a:pt x="944" y="2437"/>
                    <a:pt x="938" y="2450"/>
                    <a:pt x="919" y="2469"/>
                  </a:cubicBezTo>
                  <a:cubicBezTo>
                    <a:pt x="906" y="2488"/>
                    <a:pt x="886" y="2495"/>
                    <a:pt x="874" y="2514"/>
                  </a:cubicBezTo>
                  <a:cubicBezTo>
                    <a:pt x="854" y="2547"/>
                    <a:pt x="854" y="2579"/>
                    <a:pt x="854" y="2618"/>
                  </a:cubicBezTo>
                  <a:cubicBezTo>
                    <a:pt x="854" y="2650"/>
                    <a:pt x="860" y="2669"/>
                    <a:pt x="867" y="2702"/>
                  </a:cubicBezTo>
                  <a:cubicBezTo>
                    <a:pt x="874" y="2728"/>
                    <a:pt x="874" y="2766"/>
                    <a:pt x="899" y="2766"/>
                  </a:cubicBezTo>
                  <a:cubicBezTo>
                    <a:pt x="912" y="2766"/>
                    <a:pt x="919" y="2760"/>
                    <a:pt x="932" y="2754"/>
                  </a:cubicBezTo>
                  <a:cubicBezTo>
                    <a:pt x="964" y="2741"/>
                    <a:pt x="983" y="2741"/>
                    <a:pt x="1016" y="2734"/>
                  </a:cubicBezTo>
                  <a:cubicBezTo>
                    <a:pt x="1029" y="2728"/>
                    <a:pt x="1035" y="2721"/>
                    <a:pt x="1048" y="2721"/>
                  </a:cubicBezTo>
                  <a:cubicBezTo>
                    <a:pt x="1074" y="2721"/>
                    <a:pt x="1080" y="2747"/>
                    <a:pt x="1093" y="2766"/>
                  </a:cubicBezTo>
                  <a:cubicBezTo>
                    <a:pt x="1119" y="2799"/>
                    <a:pt x="1139" y="2812"/>
                    <a:pt x="1171" y="2838"/>
                  </a:cubicBezTo>
                  <a:cubicBezTo>
                    <a:pt x="1210" y="2870"/>
                    <a:pt x="1249" y="2863"/>
                    <a:pt x="1294" y="2889"/>
                  </a:cubicBezTo>
                  <a:cubicBezTo>
                    <a:pt x="1313" y="2896"/>
                    <a:pt x="1326" y="2915"/>
                    <a:pt x="1333" y="2928"/>
                  </a:cubicBezTo>
                  <a:cubicBezTo>
                    <a:pt x="1358" y="2973"/>
                    <a:pt x="1378" y="2993"/>
                    <a:pt x="1404" y="3038"/>
                  </a:cubicBezTo>
                  <a:cubicBezTo>
                    <a:pt x="1430" y="3077"/>
                    <a:pt x="1436" y="3103"/>
                    <a:pt x="1475" y="3129"/>
                  </a:cubicBezTo>
                  <a:cubicBezTo>
                    <a:pt x="1514" y="3090"/>
                    <a:pt x="1520" y="3051"/>
                    <a:pt x="1527" y="2999"/>
                  </a:cubicBezTo>
                  <a:cubicBezTo>
                    <a:pt x="1475" y="2812"/>
                    <a:pt x="1475" y="2812"/>
                    <a:pt x="1475" y="2812"/>
                  </a:cubicBezTo>
                  <a:cubicBezTo>
                    <a:pt x="1501" y="2747"/>
                    <a:pt x="1507" y="2708"/>
                    <a:pt x="1507" y="2637"/>
                  </a:cubicBezTo>
                  <a:cubicBezTo>
                    <a:pt x="1546" y="2644"/>
                    <a:pt x="1565" y="2657"/>
                    <a:pt x="1598" y="2657"/>
                  </a:cubicBezTo>
                  <a:cubicBezTo>
                    <a:pt x="1617" y="2657"/>
                    <a:pt x="1624" y="2650"/>
                    <a:pt x="1643" y="2650"/>
                  </a:cubicBezTo>
                  <a:cubicBezTo>
                    <a:pt x="1656" y="2650"/>
                    <a:pt x="1650" y="2650"/>
                    <a:pt x="1662" y="2650"/>
                  </a:cubicBezTo>
                  <a:lnTo>
                    <a:pt x="1662" y="2650"/>
                  </a:lnTo>
                  <a:cubicBezTo>
                    <a:pt x="1682" y="2611"/>
                    <a:pt x="1695" y="2579"/>
                    <a:pt x="1708" y="2534"/>
                  </a:cubicBezTo>
                  <a:cubicBezTo>
                    <a:pt x="1714" y="2508"/>
                    <a:pt x="1740" y="2508"/>
                    <a:pt x="1746" y="2488"/>
                  </a:cubicBezTo>
                  <a:cubicBezTo>
                    <a:pt x="1779" y="2437"/>
                    <a:pt x="1759" y="2398"/>
                    <a:pt x="1779" y="2340"/>
                  </a:cubicBezTo>
                  <a:cubicBezTo>
                    <a:pt x="1727" y="1985"/>
                    <a:pt x="1727" y="1985"/>
                    <a:pt x="1727" y="1985"/>
                  </a:cubicBezTo>
                  <a:cubicBezTo>
                    <a:pt x="1727" y="1914"/>
                    <a:pt x="1727" y="1914"/>
                    <a:pt x="1727" y="1914"/>
                  </a:cubicBezTo>
                  <a:cubicBezTo>
                    <a:pt x="1746" y="1784"/>
                    <a:pt x="1746" y="1784"/>
                    <a:pt x="1746" y="1784"/>
                  </a:cubicBezTo>
                  <a:cubicBezTo>
                    <a:pt x="1746" y="1700"/>
                    <a:pt x="1695" y="1662"/>
                    <a:pt x="1650" y="1591"/>
                  </a:cubicBezTo>
                  <a:cubicBezTo>
                    <a:pt x="1572" y="1461"/>
                    <a:pt x="1520" y="1396"/>
                    <a:pt x="1455" y="1261"/>
                  </a:cubicBezTo>
                  <a:cubicBezTo>
                    <a:pt x="1430" y="1215"/>
                    <a:pt x="1410" y="1196"/>
                    <a:pt x="1391" y="1151"/>
                  </a:cubicBezTo>
                  <a:cubicBezTo>
                    <a:pt x="1339" y="1060"/>
                    <a:pt x="1326" y="1002"/>
                    <a:pt x="1281" y="905"/>
                  </a:cubicBezTo>
                  <a:cubicBezTo>
                    <a:pt x="1242" y="834"/>
                    <a:pt x="1216" y="795"/>
                    <a:pt x="1184" y="724"/>
                  </a:cubicBezTo>
                  <a:cubicBezTo>
                    <a:pt x="1158" y="672"/>
                    <a:pt x="1119" y="659"/>
                    <a:pt x="1074" y="620"/>
                  </a:cubicBezTo>
                  <a:cubicBezTo>
                    <a:pt x="958" y="517"/>
                    <a:pt x="880" y="472"/>
                    <a:pt x="738" y="407"/>
                  </a:cubicBezTo>
                  <a:cubicBezTo>
                    <a:pt x="608" y="349"/>
                    <a:pt x="511" y="316"/>
                    <a:pt x="447" y="194"/>
                  </a:cubicBezTo>
                  <a:cubicBezTo>
                    <a:pt x="427" y="155"/>
                    <a:pt x="427" y="129"/>
                    <a:pt x="395" y="90"/>
                  </a:cubicBezTo>
                  <a:cubicBezTo>
                    <a:pt x="350" y="38"/>
                    <a:pt x="298" y="38"/>
                    <a:pt x="253" y="0"/>
                  </a:cubicBezTo>
                  <a:lnTo>
                    <a:pt x="253" y="0"/>
                  </a:lnTo>
                  <a:cubicBezTo>
                    <a:pt x="246" y="26"/>
                    <a:pt x="246" y="38"/>
                    <a:pt x="240" y="51"/>
                  </a:cubicBezTo>
                  <a:cubicBezTo>
                    <a:pt x="233" y="58"/>
                    <a:pt x="227" y="58"/>
                    <a:pt x="220" y="64"/>
                  </a:cubicBezTo>
                  <a:cubicBezTo>
                    <a:pt x="194" y="103"/>
                    <a:pt x="181" y="142"/>
                    <a:pt x="136" y="168"/>
                  </a:cubicBezTo>
                  <a:cubicBezTo>
                    <a:pt x="104" y="187"/>
                    <a:pt x="78" y="194"/>
                    <a:pt x="52" y="220"/>
                  </a:cubicBezTo>
                  <a:cubicBezTo>
                    <a:pt x="26" y="245"/>
                    <a:pt x="0" y="252"/>
                    <a:pt x="0" y="284"/>
                  </a:cubicBezTo>
                  <a:cubicBezTo>
                    <a:pt x="0" y="310"/>
                    <a:pt x="20" y="316"/>
                    <a:pt x="26" y="336"/>
                  </a:cubicBezTo>
                  <a:cubicBezTo>
                    <a:pt x="46" y="375"/>
                    <a:pt x="46" y="401"/>
                    <a:pt x="46" y="446"/>
                  </a:cubicBezTo>
                  <a:cubicBezTo>
                    <a:pt x="46" y="485"/>
                    <a:pt x="13" y="498"/>
                    <a:pt x="13" y="536"/>
                  </a:cubicBezTo>
                  <a:cubicBezTo>
                    <a:pt x="13" y="556"/>
                    <a:pt x="26" y="562"/>
                    <a:pt x="33" y="582"/>
                  </a:cubicBezTo>
                  <a:cubicBezTo>
                    <a:pt x="39" y="608"/>
                    <a:pt x="33" y="627"/>
                    <a:pt x="33" y="653"/>
                  </a:cubicBezTo>
                  <a:cubicBezTo>
                    <a:pt x="33" y="679"/>
                    <a:pt x="65" y="685"/>
                    <a:pt x="78" y="711"/>
                  </a:cubicBezTo>
                  <a:cubicBezTo>
                    <a:pt x="84" y="718"/>
                    <a:pt x="84" y="730"/>
                    <a:pt x="91" y="743"/>
                  </a:cubicBezTo>
                  <a:cubicBezTo>
                    <a:pt x="78" y="795"/>
                    <a:pt x="78" y="795"/>
                    <a:pt x="78" y="795"/>
                  </a:cubicBezTo>
                  <a:cubicBezTo>
                    <a:pt x="78" y="873"/>
                    <a:pt x="72" y="911"/>
                    <a:pt x="72" y="989"/>
                  </a:cubicBezTo>
                  <a:cubicBezTo>
                    <a:pt x="72" y="1015"/>
                    <a:pt x="72" y="1015"/>
                    <a:pt x="72" y="1015"/>
                  </a:cubicBezTo>
                  <a:cubicBezTo>
                    <a:pt x="72" y="1041"/>
                    <a:pt x="104" y="1047"/>
                    <a:pt x="130" y="1067"/>
                  </a:cubicBezTo>
                  <a:cubicBezTo>
                    <a:pt x="175" y="1092"/>
                    <a:pt x="201" y="1131"/>
                    <a:pt x="201" y="1183"/>
                  </a:cubicBezTo>
                  <a:cubicBezTo>
                    <a:pt x="201" y="1338"/>
                    <a:pt x="201" y="1338"/>
                    <a:pt x="201" y="1338"/>
                  </a:cubicBezTo>
                  <a:cubicBezTo>
                    <a:pt x="201" y="1364"/>
                    <a:pt x="214" y="1377"/>
                    <a:pt x="214" y="1396"/>
                  </a:cubicBezTo>
                  <a:cubicBezTo>
                    <a:pt x="220" y="1422"/>
                    <a:pt x="214" y="1442"/>
                    <a:pt x="227" y="1468"/>
                  </a:cubicBezTo>
                  <a:cubicBezTo>
                    <a:pt x="240" y="1480"/>
                    <a:pt x="253" y="1480"/>
                    <a:pt x="265" y="1494"/>
                  </a:cubicBezTo>
                  <a:cubicBezTo>
                    <a:pt x="279" y="1500"/>
                    <a:pt x="285" y="1513"/>
                    <a:pt x="298" y="1519"/>
                  </a:cubicBezTo>
                  <a:cubicBezTo>
                    <a:pt x="330" y="1532"/>
                    <a:pt x="356" y="1526"/>
                    <a:pt x="388" y="1539"/>
                  </a:cubicBezTo>
                  <a:cubicBezTo>
                    <a:pt x="395" y="1545"/>
                    <a:pt x="395" y="1552"/>
                    <a:pt x="401" y="1558"/>
                  </a:cubicBezTo>
                  <a:cubicBezTo>
                    <a:pt x="421" y="1578"/>
                    <a:pt x="427" y="1597"/>
                    <a:pt x="440" y="1623"/>
                  </a:cubicBezTo>
                </a:path>
              </a:pathLst>
            </a:custGeom>
            <a:solidFill>
              <a:schemeClr val="bg1">
                <a:lumMod val="85000"/>
              </a:schemeClr>
            </a:solidFill>
            <a:ln w="28575" cap="flat" cmpd="sng">
              <a:solidFill>
                <a:schemeClr val="bg1"/>
              </a:solidFill>
              <a:bevel/>
              <a:headEnd/>
              <a:tailEnd/>
            </a:ln>
            <a:effec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a:p>
          </p:txBody>
        </p:sp>
        <p:sp>
          <p:nvSpPr>
            <p:cNvPr id="6" name="Freeform 82">
              <a:extLst>
                <a:ext uri="{FF2B5EF4-FFF2-40B4-BE49-F238E27FC236}">
                  <a16:creationId xmlns:a16="http://schemas.microsoft.com/office/drawing/2014/main" id="{FFB4F298-DD9F-82F0-1E64-D199040803F0}"/>
                </a:ext>
              </a:extLst>
            </p:cNvPr>
            <p:cNvSpPr>
              <a:spLocks noChangeArrowheads="1"/>
            </p:cNvSpPr>
            <p:nvPr/>
          </p:nvSpPr>
          <p:spPr bwMode="auto">
            <a:xfrm>
              <a:off x="4966626" y="8161611"/>
              <a:ext cx="1818184" cy="1977184"/>
            </a:xfrm>
            <a:custGeom>
              <a:avLst/>
              <a:gdLst>
                <a:gd name="T0" fmla="*/ 1474 w 1818"/>
                <a:gd name="T1" fmla="*/ 1029 h 1974"/>
                <a:gd name="T2" fmla="*/ 1300 w 1818"/>
                <a:gd name="T3" fmla="*/ 1061 h 1974"/>
                <a:gd name="T4" fmla="*/ 1261 w 1818"/>
                <a:gd name="T5" fmla="*/ 1158 h 1974"/>
                <a:gd name="T6" fmla="*/ 1319 w 1818"/>
                <a:gd name="T7" fmla="*/ 1268 h 1974"/>
                <a:gd name="T8" fmla="*/ 1377 w 1818"/>
                <a:gd name="T9" fmla="*/ 1333 h 1974"/>
                <a:gd name="T10" fmla="*/ 1507 w 1818"/>
                <a:gd name="T11" fmla="*/ 1126 h 1974"/>
                <a:gd name="T12" fmla="*/ 1507 w 1818"/>
                <a:gd name="T13" fmla="*/ 1074 h 1974"/>
                <a:gd name="T14" fmla="*/ 1785 w 1818"/>
                <a:gd name="T15" fmla="*/ 945 h 1974"/>
                <a:gd name="T16" fmla="*/ 1778 w 1818"/>
                <a:gd name="T17" fmla="*/ 990 h 1974"/>
                <a:gd name="T18" fmla="*/ 1791 w 1818"/>
                <a:gd name="T19" fmla="*/ 1119 h 1974"/>
                <a:gd name="T20" fmla="*/ 1778 w 1818"/>
                <a:gd name="T21" fmla="*/ 1404 h 1974"/>
                <a:gd name="T22" fmla="*/ 1500 w 1818"/>
                <a:gd name="T23" fmla="*/ 1578 h 1974"/>
                <a:gd name="T24" fmla="*/ 1513 w 1818"/>
                <a:gd name="T25" fmla="*/ 1824 h 1974"/>
                <a:gd name="T26" fmla="*/ 1455 w 1818"/>
                <a:gd name="T27" fmla="*/ 1960 h 1974"/>
                <a:gd name="T28" fmla="*/ 1384 w 1818"/>
                <a:gd name="T29" fmla="*/ 1973 h 1974"/>
                <a:gd name="T30" fmla="*/ 1028 w 1818"/>
                <a:gd name="T31" fmla="*/ 1798 h 1974"/>
                <a:gd name="T32" fmla="*/ 886 w 1818"/>
                <a:gd name="T33" fmla="*/ 1637 h 1974"/>
                <a:gd name="T34" fmla="*/ 776 w 1818"/>
                <a:gd name="T35" fmla="*/ 1261 h 1974"/>
                <a:gd name="T36" fmla="*/ 789 w 1818"/>
                <a:gd name="T37" fmla="*/ 1158 h 1974"/>
                <a:gd name="T38" fmla="*/ 795 w 1818"/>
                <a:gd name="T39" fmla="*/ 1054 h 1974"/>
                <a:gd name="T40" fmla="*/ 517 w 1818"/>
                <a:gd name="T41" fmla="*/ 673 h 1974"/>
                <a:gd name="T42" fmla="*/ 258 w 1818"/>
                <a:gd name="T43" fmla="*/ 298 h 1974"/>
                <a:gd name="T44" fmla="*/ 39 w 1818"/>
                <a:gd name="T45" fmla="*/ 149 h 1974"/>
                <a:gd name="T46" fmla="*/ 0 w 1818"/>
                <a:gd name="T47" fmla="*/ 7 h 1974"/>
                <a:gd name="T48" fmla="*/ 65 w 1818"/>
                <a:gd name="T49" fmla="*/ 0 h 1974"/>
                <a:gd name="T50" fmla="*/ 246 w 1818"/>
                <a:gd name="T51" fmla="*/ 26 h 1974"/>
                <a:gd name="T52" fmla="*/ 265 w 1818"/>
                <a:gd name="T53" fmla="*/ 123 h 1974"/>
                <a:gd name="T54" fmla="*/ 375 w 1818"/>
                <a:gd name="T55" fmla="*/ 130 h 1974"/>
                <a:gd name="T56" fmla="*/ 543 w 1818"/>
                <a:gd name="T57" fmla="*/ 188 h 1974"/>
                <a:gd name="T58" fmla="*/ 646 w 1818"/>
                <a:gd name="T59" fmla="*/ 220 h 1974"/>
                <a:gd name="T60" fmla="*/ 769 w 1818"/>
                <a:gd name="T61" fmla="*/ 285 h 1974"/>
                <a:gd name="T62" fmla="*/ 815 w 1818"/>
                <a:gd name="T63" fmla="*/ 85 h 1974"/>
                <a:gd name="T64" fmla="*/ 899 w 1818"/>
                <a:gd name="T65" fmla="*/ 136 h 1974"/>
                <a:gd name="T66" fmla="*/ 1035 w 1818"/>
                <a:gd name="T67" fmla="*/ 266 h 1974"/>
                <a:gd name="T68" fmla="*/ 1145 w 1818"/>
                <a:gd name="T69" fmla="*/ 253 h 1974"/>
                <a:gd name="T70" fmla="*/ 1300 w 1818"/>
                <a:gd name="T71" fmla="*/ 201 h 1974"/>
                <a:gd name="T72" fmla="*/ 1481 w 1818"/>
                <a:gd name="T73" fmla="*/ 266 h 1974"/>
                <a:gd name="T74" fmla="*/ 1545 w 1818"/>
                <a:gd name="T75" fmla="*/ 343 h 1974"/>
                <a:gd name="T76" fmla="*/ 1520 w 1818"/>
                <a:gd name="T77" fmla="*/ 518 h 1974"/>
                <a:gd name="T78" fmla="*/ 1520 w 1818"/>
                <a:gd name="T79" fmla="*/ 673 h 1974"/>
                <a:gd name="T80" fmla="*/ 1533 w 1818"/>
                <a:gd name="T81" fmla="*/ 796 h 1974"/>
                <a:gd name="T82" fmla="*/ 1636 w 1818"/>
                <a:gd name="T83" fmla="*/ 925 h 1974"/>
                <a:gd name="T84" fmla="*/ 1455 w 1818"/>
                <a:gd name="T85" fmla="*/ 1436 h 1974"/>
                <a:gd name="T86" fmla="*/ 1423 w 1818"/>
                <a:gd name="T87" fmla="*/ 1449 h 1974"/>
                <a:gd name="T88" fmla="*/ 1352 w 1818"/>
                <a:gd name="T89" fmla="*/ 1436 h 1974"/>
                <a:gd name="T90" fmla="*/ 1345 w 1818"/>
                <a:gd name="T91" fmla="*/ 1501 h 1974"/>
                <a:gd name="T92" fmla="*/ 1364 w 1818"/>
                <a:gd name="T93" fmla="*/ 1520 h 1974"/>
                <a:gd name="T94" fmla="*/ 1397 w 1818"/>
                <a:gd name="T95" fmla="*/ 1539 h 1974"/>
                <a:gd name="T96" fmla="*/ 1423 w 1818"/>
                <a:gd name="T97" fmla="*/ 1546 h 1974"/>
                <a:gd name="T98" fmla="*/ 1436 w 1818"/>
                <a:gd name="T99" fmla="*/ 1520 h 1974"/>
                <a:gd name="T100" fmla="*/ 1442 w 1818"/>
                <a:gd name="T101" fmla="*/ 1501 h 1974"/>
                <a:gd name="T102" fmla="*/ 1455 w 1818"/>
                <a:gd name="T103" fmla="*/ 1481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818" h="1974">
                  <a:moveTo>
                    <a:pt x="1474" y="1029"/>
                  </a:moveTo>
                  <a:lnTo>
                    <a:pt x="1474" y="1029"/>
                  </a:lnTo>
                  <a:cubicBezTo>
                    <a:pt x="1436" y="1009"/>
                    <a:pt x="1416" y="996"/>
                    <a:pt x="1371" y="996"/>
                  </a:cubicBezTo>
                  <a:cubicBezTo>
                    <a:pt x="1332" y="996"/>
                    <a:pt x="1300" y="1022"/>
                    <a:pt x="1300" y="1061"/>
                  </a:cubicBezTo>
                  <a:cubicBezTo>
                    <a:pt x="1300" y="1074"/>
                    <a:pt x="1300" y="1080"/>
                    <a:pt x="1300" y="1093"/>
                  </a:cubicBezTo>
                  <a:cubicBezTo>
                    <a:pt x="1293" y="1119"/>
                    <a:pt x="1261" y="1132"/>
                    <a:pt x="1261" y="1158"/>
                  </a:cubicBezTo>
                  <a:cubicBezTo>
                    <a:pt x="1261" y="1184"/>
                    <a:pt x="1280" y="1197"/>
                    <a:pt x="1293" y="1216"/>
                  </a:cubicBezTo>
                  <a:cubicBezTo>
                    <a:pt x="1306" y="1235"/>
                    <a:pt x="1306" y="1249"/>
                    <a:pt x="1319" y="1268"/>
                  </a:cubicBezTo>
                  <a:cubicBezTo>
                    <a:pt x="1326" y="1274"/>
                    <a:pt x="1332" y="1281"/>
                    <a:pt x="1339" y="1287"/>
                  </a:cubicBezTo>
                  <a:cubicBezTo>
                    <a:pt x="1352" y="1307"/>
                    <a:pt x="1358" y="1333"/>
                    <a:pt x="1377" y="1333"/>
                  </a:cubicBezTo>
                  <a:cubicBezTo>
                    <a:pt x="1416" y="1333"/>
                    <a:pt x="1429" y="1307"/>
                    <a:pt x="1455" y="1287"/>
                  </a:cubicBezTo>
                  <a:cubicBezTo>
                    <a:pt x="1500" y="1242"/>
                    <a:pt x="1507" y="1190"/>
                    <a:pt x="1507" y="1126"/>
                  </a:cubicBezTo>
                  <a:cubicBezTo>
                    <a:pt x="1507" y="1113"/>
                    <a:pt x="1500" y="1106"/>
                    <a:pt x="1500" y="1093"/>
                  </a:cubicBezTo>
                  <a:cubicBezTo>
                    <a:pt x="1500" y="1080"/>
                    <a:pt x="1507" y="1080"/>
                    <a:pt x="1507" y="1074"/>
                  </a:cubicBezTo>
                  <a:cubicBezTo>
                    <a:pt x="1507" y="1061"/>
                    <a:pt x="1481" y="1042"/>
                    <a:pt x="1474" y="1029"/>
                  </a:cubicBezTo>
                  <a:close/>
                  <a:moveTo>
                    <a:pt x="1785" y="945"/>
                  </a:moveTo>
                  <a:lnTo>
                    <a:pt x="1785" y="945"/>
                  </a:lnTo>
                  <a:cubicBezTo>
                    <a:pt x="1785" y="964"/>
                    <a:pt x="1778" y="977"/>
                    <a:pt x="1778" y="990"/>
                  </a:cubicBezTo>
                  <a:cubicBezTo>
                    <a:pt x="1778" y="1016"/>
                    <a:pt x="1791" y="1029"/>
                    <a:pt x="1791" y="1054"/>
                  </a:cubicBezTo>
                  <a:cubicBezTo>
                    <a:pt x="1798" y="1080"/>
                    <a:pt x="1791" y="1093"/>
                    <a:pt x="1791" y="1119"/>
                  </a:cubicBezTo>
                  <a:cubicBezTo>
                    <a:pt x="1798" y="1177"/>
                    <a:pt x="1817" y="1203"/>
                    <a:pt x="1817" y="1261"/>
                  </a:cubicBezTo>
                  <a:cubicBezTo>
                    <a:pt x="1817" y="1320"/>
                    <a:pt x="1804" y="1352"/>
                    <a:pt x="1778" y="1404"/>
                  </a:cubicBezTo>
                  <a:cubicBezTo>
                    <a:pt x="1759" y="1455"/>
                    <a:pt x="1759" y="1494"/>
                    <a:pt x="1714" y="1527"/>
                  </a:cubicBezTo>
                  <a:cubicBezTo>
                    <a:pt x="1649" y="1578"/>
                    <a:pt x="1584" y="1585"/>
                    <a:pt x="1500" y="1578"/>
                  </a:cubicBezTo>
                  <a:cubicBezTo>
                    <a:pt x="1533" y="1624"/>
                    <a:pt x="1539" y="1662"/>
                    <a:pt x="1539" y="1721"/>
                  </a:cubicBezTo>
                  <a:cubicBezTo>
                    <a:pt x="1539" y="1759"/>
                    <a:pt x="1533" y="1785"/>
                    <a:pt x="1513" y="1824"/>
                  </a:cubicBezTo>
                  <a:cubicBezTo>
                    <a:pt x="1507" y="1837"/>
                    <a:pt x="1494" y="1843"/>
                    <a:pt x="1487" y="1856"/>
                  </a:cubicBezTo>
                  <a:cubicBezTo>
                    <a:pt x="1468" y="1895"/>
                    <a:pt x="1455" y="1921"/>
                    <a:pt x="1455" y="1960"/>
                  </a:cubicBezTo>
                  <a:lnTo>
                    <a:pt x="1455" y="1960"/>
                  </a:lnTo>
                  <a:cubicBezTo>
                    <a:pt x="1429" y="1966"/>
                    <a:pt x="1416" y="1973"/>
                    <a:pt x="1384" y="1973"/>
                  </a:cubicBezTo>
                  <a:cubicBezTo>
                    <a:pt x="1300" y="1973"/>
                    <a:pt x="1255" y="1934"/>
                    <a:pt x="1183" y="1889"/>
                  </a:cubicBezTo>
                  <a:cubicBezTo>
                    <a:pt x="1125" y="1850"/>
                    <a:pt x="1086" y="1837"/>
                    <a:pt x="1028" y="1798"/>
                  </a:cubicBezTo>
                  <a:cubicBezTo>
                    <a:pt x="1009" y="1779"/>
                    <a:pt x="1009" y="1753"/>
                    <a:pt x="996" y="1734"/>
                  </a:cubicBezTo>
                  <a:cubicBezTo>
                    <a:pt x="964" y="1688"/>
                    <a:pt x="944" y="1656"/>
                    <a:pt x="886" y="1637"/>
                  </a:cubicBezTo>
                  <a:cubicBezTo>
                    <a:pt x="808" y="1611"/>
                    <a:pt x="744" y="1565"/>
                    <a:pt x="744" y="1481"/>
                  </a:cubicBezTo>
                  <a:cubicBezTo>
                    <a:pt x="744" y="1391"/>
                    <a:pt x="756" y="1346"/>
                    <a:pt x="776" y="1261"/>
                  </a:cubicBezTo>
                  <a:cubicBezTo>
                    <a:pt x="782" y="1235"/>
                    <a:pt x="815" y="1235"/>
                    <a:pt x="815" y="1203"/>
                  </a:cubicBezTo>
                  <a:cubicBezTo>
                    <a:pt x="815" y="1184"/>
                    <a:pt x="795" y="1177"/>
                    <a:pt x="789" y="1158"/>
                  </a:cubicBezTo>
                  <a:cubicBezTo>
                    <a:pt x="789" y="1145"/>
                    <a:pt x="789" y="1139"/>
                    <a:pt x="789" y="1126"/>
                  </a:cubicBezTo>
                  <a:cubicBezTo>
                    <a:pt x="789" y="1100"/>
                    <a:pt x="795" y="1080"/>
                    <a:pt x="795" y="1054"/>
                  </a:cubicBezTo>
                  <a:cubicBezTo>
                    <a:pt x="795" y="893"/>
                    <a:pt x="698" y="815"/>
                    <a:pt x="575" y="705"/>
                  </a:cubicBezTo>
                  <a:cubicBezTo>
                    <a:pt x="556" y="692"/>
                    <a:pt x="537" y="686"/>
                    <a:pt x="517" y="673"/>
                  </a:cubicBezTo>
                  <a:cubicBezTo>
                    <a:pt x="472" y="647"/>
                    <a:pt x="459" y="608"/>
                    <a:pt x="427" y="563"/>
                  </a:cubicBezTo>
                  <a:cubicBezTo>
                    <a:pt x="362" y="459"/>
                    <a:pt x="349" y="388"/>
                    <a:pt x="258" y="298"/>
                  </a:cubicBezTo>
                  <a:cubicBezTo>
                    <a:pt x="200" y="240"/>
                    <a:pt x="161" y="220"/>
                    <a:pt x="90" y="188"/>
                  </a:cubicBezTo>
                  <a:cubicBezTo>
                    <a:pt x="65" y="175"/>
                    <a:pt x="58" y="169"/>
                    <a:pt x="39" y="149"/>
                  </a:cubicBezTo>
                  <a:cubicBezTo>
                    <a:pt x="19" y="136"/>
                    <a:pt x="0" y="130"/>
                    <a:pt x="0" y="110"/>
                  </a:cubicBezTo>
                  <a:cubicBezTo>
                    <a:pt x="0" y="7"/>
                    <a:pt x="0" y="7"/>
                    <a:pt x="0" y="7"/>
                  </a:cubicBezTo>
                  <a:lnTo>
                    <a:pt x="0" y="7"/>
                  </a:lnTo>
                  <a:cubicBezTo>
                    <a:pt x="26" y="0"/>
                    <a:pt x="45" y="0"/>
                    <a:pt x="65" y="0"/>
                  </a:cubicBezTo>
                  <a:cubicBezTo>
                    <a:pt x="103" y="0"/>
                    <a:pt x="123" y="13"/>
                    <a:pt x="161" y="26"/>
                  </a:cubicBezTo>
                  <a:cubicBezTo>
                    <a:pt x="194" y="33"/>
                    <a:pt x="213" y="20"/>
                    <a:pt x="246" y="26"/>
                  </a:cubicBezTo>
                  <a:cubicBezTo>
                    <a:pt x="246" y="59"/>
                    <a:pt x="239" y="78"/>
                    <a:pt x="246" y="117"/>
                  </a:cubicBezTo>
                  <a:cubicBezTo>
                    <a:pt x="265" y="123"/>
                    <a:pt x="265" y="123"/>
                    <a:pt x="265" y="123"/>
                  </a:cubicBezTo>
                  <a:cubicBezTo>
                    <a:pt x="278" y="104"/>
                    <a:pt x="284" y="85"/>
                    <a:pt x="310" y="85"/>
                  </a:cubicBezTo>
                  <a:cubicBezTo>
                    <a:pt x="343" y="85"/>
                    <a:pt x="349" y="110"/>
                    <a:pt x="375" y="130"/>
                  </a:cubicBezTo>
                  <a:cubicBezTo>
                    <a:pt x="394" y="143"/>
                    <a:pt x="407" y="143"/>
                    <a:pt x="427" y="143"/>
                  </a:cubicBezTo>
                  <a:cubicBezTo>
                    <a:pt x="478" y="143"/>
                    <a:pt x="498" y="175"/>
                    <a:pt x="543" y="188"/>
                  </a:cubicBezTo>
                  <a:cubicBezTo>
                    <a:pt x="569" y="188"/>
                    <a:pt x="575" y="201"/>
                    <a:pt x="595" y="207"/>
                  </a:cubicBezTo>
                  <a:cubicBezTo>
                    <a:pt x="614" y="214"/>
                    <a:pt x="634" y="207"/>
                    <a:pt x="646" y="220"/>
                  </a:cubicBezTo>
                  <a:cubicBezTo>
                    <a:pt x="653" y="227"/>
                    <a:pt x="660" y="233"/>
                    <a:pt x="660" y="240"/>
                  </a:cubicBezTo>
                  <a:cubicBezTo>
                    <a:pt x="698" y="266"/>
                    <a:pt x="724" y="285"/>
                    <a:pt x="769" y="285"/>
                  </a:cubicBezTo>
                  <a:cubicBezTo>
                    <a:pt x="808" y="285"/>
                    <a:pt x="802" y="233"/>
                    <a:pt x="802" y="194"/>
                  </a:cubicBezTo>
                  <a:cubicBezTo>
                    <a:pt x="802" y="156"/>
                    <a:pt x="815" y="130"/>
                    <a:pt x="815" y="85"/>
                  </a:cubicBezTo>
                  <a:cubicBezTo>
                    <a:pt x="821" y="85"/>
                    <a:pt x="828" y="78"/>
                    <a:pt x="828" y="71"/>
                  </a:cubicBezTo>
                  <a:cubicBezTo>
                    <a:pt x="860" y="91"/>
                    <a:pt x="866" y="110"/>
                    <a:pt x="899" y="136"/>
                  </a:cubicBezTo>
                  <a:cubicBezTo>
                    <a:pt x="931" y="156"/>
                    <a:pt x="957" y="169"/>
                    <a:pt x="983" y="201"/>
                  </a:cubicBezTo>
                  <a:cubicBezTo>
                    <a:pt x="996" y="227"/>
                    <a:pt x="1009" y="246"/>
                    <a:pt x="1035" y="266"/>
                  </a:cubicBezTo>
                  <a:cubicBezTo>
                    <a:pt x="1054" y="278"/>
                    <a:pt x="1067" y="298"/>
                    <a:pt x="1093" y="298"/>
                  </a:cubicBezTo>
                  <a:cubicBezTo>
                    <a:pt x="1119" y="298"/>
                    <a:pt x="1125" y="272"/>
                    <a:pt x="1145" y="253"/>
                  </a:cubicBezTo>
                  <a:cubicBezTo>
                    <a:pt x="1164" y="240"/>
                    <a:pt x="1177" y="240"/>
                    <a:pt x="1196" y="227"/>
                  </a:cubicBezTo>
                  <a:cubicBezTo>
                    <a:pt x="1229" y="214"/>
                    <a:pt x="1267" y="201"/>
                    <a:pt x="1300" y="201"/>
                  </a:cubicBezTo>
                  <a:lnTo>
                    <a:pt x="1300" y="201"/>
                  </a:lnTo>
                  <a:cubicBezTo>
                    <a:pt x="1364" y="233"/>
                    <a:pt x="1410" y="240"/>
                    <a:pt x="1481" y="266"/>
                  </a:cubicBezTo>
                  <a:cubicBezTo>
                    <a:pt x="1500" y="272"/>
                    <a:pt x="1520" y="272"/>
                    <a:pt x="1533" y="285"/>
                  </a:cubicBezTo>
                  <a:cubicBezTo>
                    <a:pt x="1545" y="304"/>
                    <a:pt x="1545" y="317"/>
                    <a:pt x="1545" y="343"/>
                  </a:cubicBezTo>
                  <a:cubicBezTo>
                    <a:pt x="1545" y="369"/>
                    <a:pt x="1552" y="388"/>
                    <a:pt x="1552" y="414"/>
                  </a:cubicBezTo>
                  <a:cubicBezTo>
                    <a:pt x="1552" y="453"/>
                    <a:pt x="1520" y="473"/>
                    <a:pt x="1520" y="518"/>
                  </a:cubicBezTo>
                  <a:cubicBezTo>
                    <a:pt x="1520" y="550"/>
                    <a:pt x="1533" y="563"/>
                    <a:pt x="1533" y="595"/>
                  </a:cubicBezTo>
                  <a:cubicBezTo>
                    <a:pt x="1533" y="628"/>
                    <a:pt x="1520" y="641"/>
                    <a:pt x="1520" y="673"/>
                  </a:cubicBezTo>
                  <a:cubicBezTo>
                    <a:pt x="1520" y="763"/>
                    <a:pt x="1520" y="763"/>
                    <a:pt x="1520" y="763"/>
                  </a:cubicBezTo>
                  <a:cubicBezTo>
                    <a:pt x="1520" y="777"/>
                    <a:pt x="1533" y="783"/>
                    <a:pt x="1533" y="796"/>
                  </a:cubicBezTo>
                  <a:cubicBezTo>
                    <a:pt x="1533" y="893"/>
                    <a:pt x="1533" y="893"/>
                    <a:pt x="1533" y="893"/>
                  </a:cubicBezTo>
                  <a:cubicBezTo>
                    <a:pt x="1578" y="893"/>
                    <a:pt x="1597" y="912"/>
                    <a:pt x="1636" y="925"/>
                  </a:cubicBezTo>
                  <a:cubicBezTo>
                    <a:pt x="1688" y="945"/>
                    <a:pt x="1733" y="938"/>
                    <a:pt x="1785" y="945"/>
                  </a:cubicBezTo>
                  <a:close/>
                  <a:moveTo>
                    <a:pt x="1455" y="1436"/>
                  </a:moveTo>
                  <a:lnTo>
                    <a:pt x="1455" y="1436"/>
                  </a:lnTo>
                  <a:cubicBezTo>
                    <a:pt x="1442" y="1442"/>
                    <a:pt x="1436" y="1449"/>
                    <a:pt x="1423" y="1449"/>
                  </a:cubicBezTo>
                  <a:cubicBezTo>
                    <a:pt x="1410" y="1449"/>
                    <a:pt x="1397" y="1449"/>
                    <a:pt x="1384" y="1442"/>
                  </a:cubicBezTo>
                  <a:cubicBezTo>
                    <a:pt x="1371" y="1436"/>
                    <a:pt x="1364" y="1436"/>
                    <a:pt x="1352" y="1436"/>
                  </a:cubicBezTo>
                  <a:cubicBezTo>
                    <a:pt x="1339" y="1442"/>
                    <a:pt x="1339" y="1455"/>
                    <a:pt x="1339" y="1468"/>
                  </a:cubicBezTo>
                  <a:cubicBezTo>
                    <a:pt x="1339" y="1481"/>
                    <a:pt x="1339" y="1501"/>
                    <a:pt x="1345" y="1501"/>
                  </a:cubicBezTo>
                  <a:cubicBezTo>
                    <a:pt x="1352" y="1507"/>
                    <a:pt x="1352" y="1507"/>
                    <a:pt x="1352" y="1507"/>
                  </a:cubicBezTo>
                  <a:cubicBezTo>
                    <a:pt x="1352" y="1514"/>
                    <a:pt x="1358" y="1514"/>
                    <a:pt x="1364" y="1520"/>
                  </a:cubicBezTo>
                  <a:cubicBezTo>
                    <a:pt x="1371" y="1527"/>
                    <a:pt x="1377" y="1527"/>
                    <a:pt x="1384" y="1533"/>
                  </a:cubicBezTo>
                  <a:cubicBezTo>
                    <a:pt x="1390" y="1539"/>
                    <a:pt x="1384" y="1539"/>
                    <a:pt x="1397" y="1539"/>
                  </a:cubicBezTo>
                  <a:cubicBezTo>
                    <a:pt x="1397" y="1546"/>
                    <a:pt x="1397" y="1546"/>
                    <a:pt x="1403" y="1553"/>
                  </a:cubicBezTo>
                  <a:cubicBezTo>
                    <a:pt x="1410" y="1553"/>
                    <a:pt x="1423" y="1546"/>
                    <a:pt x="1423" y="1546"/>
                  </a:cubicBezTo>
                  <a:cubicBezTo>
                    <a:pt x="1429" y="1539"/>
                    <a:pt x="1429" y="1539"/>
                    <a:pt x="1436" y="1533"/>
                  </a:cubicBezTo>
                  <a:cubicBezTo>
                    <a:pt x="1436" y="1527"/>
                    <a:pt x="1436" y="1520"/>
                    <a:pt x="1436" y="1520"/>
                  </a:cubicBezTo>
                  <a:cubicBezTo>
                    <a:pt x="1442" y="1514"/>
                    <a:pt x="1436" y="1514"/>
                    <a:pt x="1442" y="1514"/>
                  </a:cubicBezTo>
                  <a:cubicBezTo>
                    <a:pt x="1448" y="1507"/>
                    <a:pt x="1442" y="1507"/>
                    <a:pt x="1442" y="1501"/>
                  </a:cubicBezTo>
                  <a:cubicBezTo>
                    <a:pt x="1442" y="1494"/>
                    <a:pt x="1448" y="1488"/>
                    <a:pt x="1448" y="1481"/>
                  </a:cubicBezTo>
                  <a:cubicBezTo>
                    <a:pt x="1455" y="1481"/>
                    <a:pt x="1455" y="1481"/>
                    <a:pt x="1455" y="1481"/>
                  </a:cubicBezTo>
                  <a:lnTo>
                    <a:pt x="1455" y="1436"/>
                  </a:lnTo>
                  <a:close/>
                </a:path>
              </a:pathLst>
            </a:custGeom>
            <a:solidFill>
              <a:schemeClr val="bg1">
                <a:lumMod val="85000"/>
              </a:schemeClr>
            </a:solidFill>
            <a:ln w="28575" cap="flat" cmpd="sng">
              <a:solidFill>
                <a:schemeClr val="bg1"/>
              </a:solidFill>
              <a:bevel/>
              <a:headEnd/>
              <a:tailEnd/>
            </a:ln>
            <a:effec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a:p>
          </p:txBody>
        </p:sp>
        <p:sp>
          <p:nvSpPr>
            <p:cNvPr id="7" name="Freeform 83">
              <a:extLst>
                <a:ext uri="{FF2B5EF4-FFF2-40B4-BE49-F238E27FC236}">
                  <a16:creationId xmlns:a16="http://schemas.microsoft.com/office/drawing/2014/main" id="{5115A984-55C4-E046-DB80-66C4A72F4C5B}"/>
                </a:ext>
              </a:extLst>
            </p:cNvPr>
            <p:cNvSpPr>
              <a:spLocks noChangeArrowheads="1"/>
            </p:cNvSpPr>
            <p:nvPr/>
          </p:nvSpPr>
          <p:spPr bwMode="auto">
            <a:xfrm>
              <a:off x="3973689" y="5429744"/>
              <a:ext cx="582524" cy="714964"/>
            </a:xfrm>
            <a:custGeom>
              <a:avLst/>
              <a:gdLst>
                <a:gd name="T0" fmla="*/ 52 w 583"/>
                <a:gd name="T1" fmla="*/ 130 h 713"/>
                <a:gd name="T2" fmla="*/ 52 w 583"/>
                <a:gd name="T3" fmla="*/ 130 h 713"/>
                <a:gd name="T4" fmla="*/ 33 w 583"/>
                <a:gd name="T5" fmla="*/ 220 h 713"/>
                <a:gd name="T6" fmla="*/ 0 w 583"/>
                <a:gd name="T7" fmla="*/ 382 h 713"/>
                <a:gd name="T8" fmla="*/ 39 w 583"/>
                <a:gd name="T9" fmla="*/ 440 h 713"/>
                <a:gd name="T10" fmla="*/ 58 w 583"/>
                <a:gd name="T11" fmla="*/ 531 h 713"/>
                <a:gd name="T12" fmla="*/ 188 w 583"/>
                <a:gd name="T13" fmla="*/ 291 h 713"/>
                <a:gd name="T14" fmla="*/ 162 w 583"/>
                <a:gd name="T15" fmla="*/ 227 h 713"/>
                <a:gd name="T16" fmla="*/ 52 w 583"/>
                <a:gd name="T17" fmla="*/ 130 h 713"/>
                <a:gd name="T18" fmla="*/ 369 w 583"/>
                <a:gd name="T19" fmla="*/ 686 h 713"/>
                <a:gd name="T20" fmla="*/ 369 w 583"/>
                <a:gd name="T21" fmla="*/ 686 h 713"/>
                <a:gd name="T22" fmla="*/ 382 w 583"/>
                <a:gd name="T23" fmla="*/ 686 h 713"/>
                <a:gd name="T24" fmla="*/ 401 w 583"/>
                <a:gd name="T25" fmla="*/ 692 h 713"/>
                <a:gd name="T26" fmla="*/ 408 w 583"/>
                <a:gd name="T27" fmla="*/ 692 h 713"/>
                <a:gd name="T28" fmla="*/ 421 w 583"/>
                <a:gd name="T29" fmla="*/ 692 h 713"/>
                <a:gd name="T30" fmla="*/ 434 w 583"/>
                <a:gd name="T31" fmla="*/ 699 h 713"/>
                <a:gd name="T32" fmla="*/ 453 w 583"/>
                <a:gd name="T33" fmla="*/ 699 h 713"/>
                <a:gd name="T34" fmla="*/ 460 w 583"/>
                <a:gd name="T35" fmla="*/ 699 h 713"/>
                <a:gd name="T36" fmla="*/ 485 w 583"/>
                <a:gd name="T37" fmla="*/ 712 h 713"/>
                <a:gd name="T38" fmla="*/ 485 w 583"/>
                <a:gd name="T39" fmla="*/ 712 h 713"/>
                <a:gd name="T40" fmla="*/ 576 w 583"/>
                <a:gd name="T41" fmla="*/ 712 h 713"/>
                <a:gd name="T42" fmla="*/ 576 w 583"/>
                <a:gd name="T43" fmla="*/ 595 h 713"/>
                <a:gd name="T44" fmla="*/ 576 w 583"/>
                <a:gd name="T45" fmla="*/ 518 h 713"/>
                <a:gd name="T46" fmla="*/ 544 w 583"/>
                <a:gd name="T47" fmla="*/ 382 h 713"/>
                <a:gd name="T48" fmla="*/ 544 w 583"/>
                <a:gd name="T49" fmla="*/ 97 h 713"/>
                <a:gd name="T50" fmla="*/ 537 w 583"/>
                <a:gd name="T51" fmla="*/ 7 h 713"/>
                <a:gd name="T52" fmla="*/ 401 w 583"/>
                <a:gd name="T53" fmla="*/ 7 h 713"/>
                <a:gd name="T54" fmla="*/ 291 w 583"/>
                <a:gd name="T55" fmla="*/ 0 h 713"/>
                <a:gd name="T56" fmla="*/ 291 w 583"/>
                <a:gd name="T57" fmla="*/ 0 h 713"/>
                <a:gd name="T58" fmla="*/ 317 w 583"/>
                <a:gd name="T59" fmla="*/ 130 h 713"/>
                <a:gd name="T60" fmla="*/ 311 w 583"/>
                <a:gd name="T61" fmla="*/ 194 h 713"/>
                <a:gd name="T62" fmla="*/ 356 w 583"/>
                <a:gd name="T63" fmla="*/ 363 h 713"/>
                <a:gd name="T64" fmla="*/ 369 w 583"/>
                <a:gd name="T65" fmla="*/ 485 h 713"/>
                <a:gd name="T66" fmla="*/ 408 w 583"/>
                <a:gd name="T67" fmla="*/ 641 h 713"/>
                <a:gd name="T68" fmla="*/ 369 w 583"/>
                <a:gd name="T69" fmla="*/ 686 h 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83" h="713">
                  <a:moveTo>
                    <a:pt x="52" y="130"/>
                  </a:moveTo>
                  <a:lnTo>
                    <a:pt x="52" y="130"/>
                  </a:lnTo>
                  <a:cubicBezTo>
                    <a:pt x="26" y="149"/>
                    <a:pt x="33" y="181"/>
                    <a:pt x="33" y="220"/>
                  </a:cubicBezTo>
                  <a:cubicBezTo>
                    <a:pt x="26" y="285"/>
                    <a:pt x="0" y="317"/>
                    <a:pt x="0" y="382"/>
                  </a:cubicBezTo>
                  <a:cubicBezTo>
                    <a:pt x="0" y="408"/>
                    <a:pt x="33" y="414"/>
                    <a:pt x="39" y="440"/>
                  </a:cubicBezTo>
                  <a:cubicBezTo>
                    <a:pt x="52" y="472"/>
                    <a:pt x="46" y="498"/>
                    <a:pt x="58" y="531"/>
                  </a:cubicBezTo>
                  <a:cubicBezTo>
                    <a:pt x="149" y="479"/>
                    <a:pt x="188" y="401"/>
                    <a:pt x="188" y="291"/>
                  </a:cubicBezTo>
                  <a:cubicBezTo>
                    <a:pt x="188" y="265"/>
                    <a:pt x="169" y="253"/>
                    <a:pt x="162" y="227"/>
                  </a:cubicBezTo>
                  <a:cubicBezTo>
                    <a:pt x="143" y="175"/>
                    <a:pt x="110" y="130"/>
                    <a:pt x="52" y="130"/>
                  </a:cubicBezTo>
                  <a:close/>
                  <a:moveTo>
                    <a:pt x="369" y="686"/>
                  </a:moveTo>
                  <a:lnTo>
                    <a:pt x="369" y="686"/>
                  </a:lnTo>
                  <a:cubicBezTo>
                    <a:pt x="375" y="686"/>
                    <a:pt x="375" y="686"/>
                    <a:pt x="382" y="686"/>
                  </a:cubicBezTo>
                  <a:cubicBezTo>
                    <a:pt x="388" y="692"/>
                    <a:pt x="395" y="692"/>
                    <a:pt x="401" y="692"/>
                  </a:cubicBezTo>
                  <a:lnTo>
                    <a:pt x="408" y="692"/>
                  </a:lnTo>
                  <a:cubicBezTo>
                    <a:pt x="414" y="692"/>
                    <a:pt x="414" y="692"/>
                    <a:pt x="421" y="692"/>
                  </a:cubicBezTo>
                  <a:cubicBezTo>
                    <a:pt x="427" y="699"/>
                    <a:pt x="434" y="699"/>
                    <a:pt x="434" y="699"/>
                  </a:cubicBezTo>
                  <a:cubicBezTo>
                    <a:pt x="440" y="699"/>
                    <a:pt x="446" y="699"/>
                    <a:pt x="453" y="699"/>
                  </a:cubicBezTo>
                  <a:cubicBezTo>
                    <a:pt x="460" y="699"/>
                    <a:pt x="460" y="699"/>
                    <a:pt x="460" y="699"/>
                  </a:cubicBezTo>
                  <a:cubicBezTo>
                    <a:pt x="485" y="712"/>
                    <a:pt x="485" y="712"/>
                    <a:pt x="485" y="712"/>
                  </a:cubicBezTo>
                  <a:lnTo>
                    <a:pt x="485" y="712"/>
                  </a:lnTo>
                  <a:cubicBezTo>
                    <a:pt x="576" y="712"/>
                    <a:pt x="576" y="712"/>
                    <a:pt x="576" y="712"/>
                  </a:cubicBezTo>
                  <a:cubicBezTo>
                    <a:pt x="582" y="667"/>
                    <a:pt x="576" y="641"/>
                    <a:pt x="576" y="595"/>
                  </a:cubicBezTo>
                  <a:cubicBezTo>
                    <a:pt x="576" y="563"/>
                    <a:pt x="582" y="550"/>
                    <a:pt x="576" y="518"/>
                  </a:cubicBezTo>
                  <a:cubicBezTo>
                    <a:pt x="569" y="460"/>
                    <a:pt x="544" y="434"/>
                    <a:pt x="544" y="382"/>
                  </a:cubicBezTo>
                  <a:cubicBezTo>
                    <a:pt x="544" y="272"/>
                    <a:pt x="544" y="207"/>
                    <a:pt x="544" y="97"/>
                  </a:cubicBezTo>
                  <a:cubicBezTo>
                    <a:pt x="537" y="7"/>
                    <a:pt x="537" y="7"/>
                    <a:pt x="537" y="7"/>
                  </a:cubicBezTo>
                  <a:cubicBezTo>
                    <a:pt x="401" y="7"/>
                    <a:pt x="401" y="7"/>
                    <a:pt x="401" y="7"/>
                  </a:cubicBezTo>
                  <a:cubicBezTo>
                    <a:pt x="356" y="7"/>
                    <a:pt x="330" y="0"/>
                    <a:pt x="291" y="0"/>
                  </a:cubicBezTo>
                  <a:lnTo>
                    <a:pt x="291" y="0"/>
                  </a:lnTo>
                  <a:cubicBezTo>
                    <a:pt x="298" y="39"/>
                    <a:pt x="311" y="78"/>
                    <a:pt x="317" y="130"/>
                  </a:cubicBezTo>
                  <a:cubicBezTo>
                    <a:pt x="311" y="194"/>
                    <a:pt x="311" y="194"/>
                    <a:pt x="311" y="194"/>
                  </a:cubicBezTo>
                  <a:cubicBezTo>
                    <a:pt x="317" y="265"/>
                    <a:pt x="337" y="298"/>
                    <a:pt x="356" y="363"/>
                  </a:cubicBezTo>
                  <a:cubicBezTo>
                    <a:pt x="362" y="414"/>
                    <a:pt x="362" y="440"/>
                    <a:pt x="369" y="485"/>
                  </a:cubicBezTo>
                  <a:cubicBezTo>
                    <a:pt x="388" y="544"/>
                    <a:pt x="408" y="576"/>
                    <a:pt x="408" y="641"/>
                  </a:cubicBezTo>
                  <a:cubicBezTo>
                    <a:pt x="408" y="660"/>
                    <a:pt x="388" y="673"/>
                    <a:pt x="369" y="686"/>
                  </a:cubicBezTo>
                  <a:close/>
                </a:path>
              </a:pathLst>
            </a:custGeom>
            <a:solidFill>
              <a:schemeClr val="bg1">
                <a:lumMod val="85000"/>
              </a:schemeClr>
            </a:solidFill>
            <a:ln w="28575" cap="flat" cmpd="sng">
              <a:solidFill>
                <a:schemeClr val="bg1"/>
              </a:solidFill>
              <a:bevel/>
              <a:headEnd/>
              <a:tailEnd/>
            </a:ln>
            <a:effec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a:p>
          </p:txBody>
        </p:sp>
        <p:sp>
          <p:nvSpPr>
            <p:cNvPr id="8" name="Freeform 84">
              <a:extLst>
                <a:ext uri="{FF2B5EF4-FFF2-40B4-BE49-F238E27FC236}">
                  <a16:creationId xmlns:a16="http://schemas.microsoft.com/office/drawing/2014/main" id="{1443102A-E04D-76E6-A8F6-DAF849C94426}"/>
                </a:ext>
              </a:extLst>
            </p:cNvPr>
            <p:cNvSpPr>
              <a:spLocks noChangeArrowheads="1"/>
            </p:cNvSpPr>
            <p:nvPr/>
          </p:nvSpPr>
          <p:spPr bwMode="auto">
            <a:xfrm>
              <a:off x="3898663" y="3611441"/>
              <a:ext cx="388350" cy="714964"/>
            </a:xfrm>
            <a:custGeom>
              <a:avLst/>
              <a:gdLst>
                <a:gd name="T0" fmla="*/ 388 w 389"/>
                <a:gd name="T1" fmla="*/ 272 h 713"/>
                <a:gd name="T2" fmla="*/ 388 w 389"/>
                <a:gd name="T3" fmla="*/ 272 h 713"/>
                <a:gd name="T4" fmla="*/ 330 w 389"/>
                <a:gd name="T5" fmla="*/ 349 h 713"/>
                <a:gd name="T6" fmla="*/ 265 w 389"/>
                <a:gd name="T7" fmla="*/ 492 h 713"/>
                <a:gd name="T8" fmla="*/ 239 w 389"/>
                <a:gd name="T9" fmla="*/ 524 h 713"/>
                <a:gd name="T10" fmla="*/ 135 w 389"/>
                <a:gd name="T11" fmla="*/ 647 h 713"/>
                <a:gd name="T12" fmla="*/ 90 w 389"/>
                <a:gd name="T13" fmla="*/ 712 h 713"/>
                <a:gd name="T14" fmla="*/ 90 w 389"/>
                <a:gd name="T15" fmla="*/ 712 h 713"/>
                <a:gd name="T16" fmla="*/ 51 w 389"/>
                <a:gd name="T17" fmla="*/ 653 h 713"/>
                <a:gd name="T18" fmla="*/ 0 w 389"/>
                <a:gd name="T19" fmla="*/ 466 h 713"/>
                <a:gd name="T20" fmla="*/ 0 w 389"/>
                <a:gd name="T21" fmla="*/ 459 h 713"/>
                <a:gd name="T22" fmla="*/ 0 w 389"/>
                <a:gd name="T23" fmla="*/ 459 h 713"/>
                <a:gd name="T24" fmla="*/ 19 w 389"/>
                <a:gd name="T25" fmla="*/ 239 h 713"/>
                <a:gd name="T26" fmla="*/ 77 w 389"/>
                <a:gd name="T27" fmla="*/ 227 h 713"/>
                <a:gd name="T28" fmla="*/ 45 w 389"/>
                <a:gd name="T29" fmla="*/ 71 h 713"/>
                <a:gd name="T30" fmla="*/ 123 w 389"/>
                <a:gd name="T31" fmla="*/ 0 h 713"/>
                <a:gd name="T32" fmla="*/ 252 w 389"/>
                <a:gd name="T33" fmla="*/ 52 h 713"/>
                <a:gd name="T34" fmla="*/ 278 w 389"/>
                <a:gd name="T35" fmla="*/ 201 h 713"/>
                <a:gd name="T36" fmla="*/ 388 w 389"/>
                <a:gd name="T37" fmla="*/ 272 h 7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9" h="713">
                  <a:moveTo>
                    <a:pt x="388" y="272"/>
                  </a:moveTo>
                  <a:lnTo>
                    <a:pt x="388" y="272"/>
                  </a:lnTo>
                  <a:cubicBezTo>
                    <a:pt x="368" y="304"/>
                    <a:pt x="355" y="317"/>
                    <a:pt x="330" y="349"/>
                  </a:cubicBezTo>
                  <a:cubicBezTo>
                    <a:pt x="291" y="395"/>
                    <a:pt x="291" y="434"/>
                    <a:pt x="265" y="492"/>
                  </a:cubicBezTo>
                  <a:cubicBezTo>
                    <a:pt x="258" y="505"/>
                    <a:pt x="252" y="511"/>
                    <a:pt x="239" y="524"/>
                  </a:cubicBezTo>
                  <a:cubicBezTo>
                    <a:pt x="200" y="576"/>
                    <a:pt x="174" y="602"/>
                    <a:pt x="135" y="647"/>
                  </a:cubicBezTo>
                  <a:cubicBezTo>
                    <a:pt x="116" y="666"/>
                    <a:pt x="103" y="686"/>
                    <a:pt x="90" y="712"/>
                  </a:cubicBezTo>
                  <a:lnTo>
                    <a:pt x="90" y="712"/>
                  </a:lnTo>
                  <a:cubicBezTo>
                    <a:pt x="71" y="692"/>
                    <a:pt x="58" y="679"/>
                    <a:pt x="51" y="653"/>
                  </a:cubicBezTo>
                  <a:cubicBezTo>
                    <a:pt x="26" y="582"/>
                    <a:pt x="26" y="537"/>
                    <a:pt x="0" y="466"/>
                  </a:cubicBezTo>
                  <a:lnTo>
                    <a:pt x="0" y="459"/>
                  </a:lnTo>
                  <a:lnTo>
                    <a:pt x="0" y="459"/>
                  </a:lnTo>
                  <a:cubicBezTo>
                    <a:pt x="19" y="375"/>
                    <a:pt x="13" y="324"/>
                    <a:pt x="19" y="239"/>
                  </a:cubicBezTo>
                  <a:cubicBezTo>
                    <a:pt x="45" y="239"/>
                    <a:pt x="58" y="233"/>
                    <a:pt x="77" y="227"/>
                  </a:cubicBezTo>
                  <a:cubicBezTo>
                    <a:pt x="64" y="168"/>
                    <a:pt x="45" y="130"/>
                    <a:pt x="45" y="71"/>
                  </a:cubicBezTo>
                  <a:cubicBezTo>
                    <a:pt x="45" y="33"/>
                    <a:pt x="77" y="0"/>
                    <a:pt x="123" y="0"/>
                  </a:cubicBezTo>
                  <a:cubicBezTo>
                    <a:pt x="174" y="0"/>
                    <a:pt x="232" y="7"/>
                    <a:pt x="252" y="52"/>
                  </a:cubicBezTo>
                  <a:cubicBezTo>
                    <a:pt x="278" y="104"/>
                    <a:pt x="252" y="149"/>
                    <a:pt x="278" y="201"/>
                  </a:cubicBezTo>
                  <a:cubicBezTo>
                    <a:pt x="297" y="246"/>
                    <a:pt x="342" y="246"/>
                    <a:pt x="388" y="272"/>
                  </a:cubicBezTo>
                </a:path>
              </a:pathLst>
            </a:custGeom>
            <a:solidFill>
              <a:schemeClr val="bg1">
                <a:lumMod val="85000"/>
              </a:schemeClr>
            </a:solidFill>
            <a:ln w="28575" cap="flat" cmpd="sng">
              <a:solidFill>
                <a:schemeClr val="bg1"/>
              </a:solidFill>
              <a:bevel/>
              <a:headEnd/>
              <a:tailEnd/>
            </a:ln>
            <a:effec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a:p>
          </p:txBody>
        </p:sp>
        <p:sp>
          <p:nvSpPr>
            <p:cNvPr id="9" name="Freeform 85">
              <a:extLst>
                <a:ext uri="{FF2B5EF4-FFF2-40B4-BE49-F238E27FC236}">
                  <a16:creationId xmlns:a16="http://schemas.microsoft.com/office/drawing/2014/main" id="{D1EAD732-322A-FD84-FAC0-7D2D75D7C384}"/>
                </a:ext>
              </a:extLst>
            </p:cNvPr>
            <p:cNvSpPr>
              <a:spLocks noChangeArrowheads="1"/>
            </p:cNvSpPr>
            <p:nvPr/>
          </p:nvSpPr>
          <p:spPr bwMode="auto">
            <a:xfrm>
              <a:off x="4278187" y="4869249"/>
              <a:ext cx="2171230" cy="3592473"/>
            </a:xfrm>
            <a:custGeom>
              <a:avLst/>
              <a:gdLst>
                <a:gd name="T0" fmla="*/ 246 w 2168"/>
                <a:gd name="T1" fmla="*/ 1325 h 3589"/>
                <a:gd name="T2" fmla="*/ 349 w 2168"/>
                <a:gd name="T3" fmla="*/ 1287 h 3589"/>
                <a:gd name="T4" fmla="*/ 550 w 2168"/>
                <a:gd name="T5" fmla="*/ 1009 h 3589"/>
                <a:gd name="T6" fmla="*/ 757 w 2168"/>
                <a:gd name="T7" fmla="*/ 899 h 3589"/>
                <a:gd name="T8" fmla="*/ 751 w 2168"/>
                <a:gd name="T9" fmla="*/ 769 h 3589"/>
                <a:gd name="T10" fmla="*/ 828 w 2168"/>
                <a:gd name="T11" fmla="*/ 692 h 3589"/>
                <a:gd name="T12" fmla="*/ 880 w 2168"/>
                <a:gd name="T13" fmla="*/ 511 h 3589"/>
                <a:gd name="T14" fmla="*/ 912 w 2168"/>
                <a:gd name="T15" fmla="*/ 304 h 3589"/>
                <a:gd name="T16" fmla="*/ 983 w 2168"/>
                <a:gd name="T17" fmla="*/ 233 h 3589"/>
                <a:gd name="T18" fmla="*/ 1300 w 2168"/>
                <a:gd name="T19" fmla="*/ 453 h 3589"/>
                <a:gd name="T20" fmla="*/ 1397 w 2168"/>
                <a:gd name="T21" fmla="*/ 200 h 3589"/>
                <a:gd name="T22" fmla="*/ 1695 w 2168"/>
                <a:gd name="T23" fmla="*/ 103 h 3589"/>
                <a:gd name="T24" fmla="*/ 2057 w 2168"/>
                <a:gd name="T25" fmla="*/ 239 h 3589"/>
                <a:gd name="T26" fmla="*/ 2050 w 2168"/>
                <a:gd name="T27" fmla="*/ 478 h 3589"/>
                <a:gd name="T28" fmla="*/ 2128 w 2168"/>
                <a:gd name="T29" fmla="*/ 634 h 3589"/>
                <a:gd name="T30" fmla="*/ 2167 w 2168"/>
                <a:gd name="T31" fmla="*/ 853 h 3589"/>
                <a:gd name="T32" fmla="*/ 1960 w 2168"/>
                <a:gd name="T33" fmla="*/ 938 h 3589"/>
                <a:gd name="T34" fmla="*/ 1850 w 2168"/>
                <a:gd name="T35" fmla="*/ 1047 h 3589"/>
                <a:gd name="T36" fmla="*/ 1746 w 2168"/>
                <a:gd name="T37" fmla="*/ 1364 h 3589"/>
                <a:gd name="T38" fmla="*/ 1701 w 2168"/>
                <a:gd name="T39" fmla="*/ 1629 h 3589"/>
                <a:gd name="T40" fmla="*/ 1643 w 2168"/>
                <a:gd name="T41" fmla="*/ 1726 h 3589"/>
                <a:gd name="T42" fmla="*/ 1643 w 2168"/>
                <a:gd name="T43" fmla="*/ 1804 h 3589"/>
                <a:gd name="T44" fmla="*/ 1578 w 2168"/>
                <a:gd name="T45" fmla="*/ 1992 h 3589"/>
                <a:gd name="T46" fmla="*/ 1578 w 2168"/>
                <a:gd name="T47" fmla="*/ 2095 h 3589"/>
                <a:gd name="T48" fmla="*/ 1565 w 2168"/>
                <a:gd name="T49" fmla="*/ 2367 h 3589"/>
                <a:gd name="T50" fmla="*/ 1695 w 2168"/>
                <a:gd name="T51" fmla="*/ 2573 h 3589"/>
                <a:gd name="T52" fmla="*/ 1785 w 2168"/>
                <a:gd name="T53" fmla="*/ 2786 h 3589"/>
                <a:gd name="T54" fmla="*/ 1895 w 2168"/>
                <a:gd name="T55" fmla="*/ 2961 h 3589"/>
                <a:gd name="T56" fmla="*/ 1869 w 2168"/>
                <a:gd name="T57" fmla="*/ 3155 h 3589"/>
                <a:gd name="T58" fmla="*/ 1953 w 2168"/>
                <a:gd name="T59" fmla="*/ 3336 h 3589"/>
                <a:gd name="T60" fmla="*/ 1986 w 2168"/>
                <a:gd name="T61" fmla="*/ 3491 h 3589"/>
                <a:gd name="T62" fmla="*/ 1779 w 2168"/>
                <a:gd name="T63" fmla="*/ 3588 h 3589"/>
                <a:gd name="T64" fmla="*/ 1585 w 2168"/>
                <a:gd name="T65" fmla="*/ 3426 h 3589"/>
                <a:gd name="T66" fmla="*/ 1488 w 2168"/>
                <a:gd name="T67" fmla="*/ 3484 h 3589"/>
                <a:gd name="T68" fmla="*/ 1332 w 2168"/>
                <a:gd name="T69" fmla="*/ 3510 h 3589"/>
                <a:gd name="T70" fmla="*/ 1113 w 2168"/>
                <a:gd name="T71" fmla="*/ 3433 h 3589"/>
                <a:gd name="T72" fmla="*/ 951 w 2168"/>
                <a:gd name="T73" fmla="*/ 3413 h 3589"/>
                <a:gd name="T74" fmla="*/ 847 w 2168"/>
                <a:gd name="T75" fmla="*/ 3316 h 3589"/>
                <a:gd name="T76" fmla="*/ 686 w 2168"/>
                <a:gd name="T77" fmla="*/ 3297 h 3589"/>
                <a:gd name="T78" fmla="*/ 556 w 2168"/>
                <a:gd name="T79" fmla="*/ 3252 h 3589"/>
                <a:gd name="T80" fmla="*/ 524 w 2168"/>
                <a:gd name="T81" fmla="*/ 3135 h 3589"/>
                <a:gd name="T82" fmla="*/ 621 w 2168"/>
                <a:gd name="T83" fmla="*/ 3090 h 3589"/>
                <a:gd name="T84" fmla="*/ 783 w 2168"/>
                <a:gd name="T85" fmla="*/ 3090 h 3589"/>
                <a:gd name="T86" fmla="*/ 641 w 2168"/>
                <a:gd name="T87" fmla="*/ 2999 h 3589"/>
                <a:gd name="T88" fmla="*/ 466 w 2168"/>
                <a:gd name="T89" fmla="*/ 2799 h 3589"/>
                <a:gd name="T90" fmla="*/ 414 w 2168"/>
                <a:gd name="T91" fmla="*/ 2650 h 3589"/>
                <a:gd name="T92" fmla="*/ 304 w 2168"/>
                <a:gd name="T93" fmla="*/ 2560 h 3589"/>
                <a:gd name="T94" fmla="*/ 362 w 2168"/>
                <a:gd name="T95" fmla="*/ 2347 h 3589"/>
                <a:gd name="T96" fmla="*/ 395 w 2168"/>
                <a:gd name="T97" fmla="*/ 2179 h 3589"/>
                <a:gd name="T98" fmla="*/ 324 w 2168"/>
                <a:gd name="T99" fmla="*/ 1979 h 3589"/>
                <a:gd name="T100" fmla="*/ 324 w 2168"/>
                <a:gd name="T101" fmla="*/ 1849 h 3589"/>
                <a:gd name="T102" fmla="*/ 401 w 2168"/>
                <a:gd name="T103" fmla="*/ 1862 h 3589"/>
                <a:gd name="T104" fmla="*/ 324 w 2168"/>
                <a:gd name="T105" fmla="*/ 1791 h 3589"/>
                <a:gd name="T106" fmla="*/ 395 w 2168"/>
                <a:gd name="T107" fmla="*/ 1759 h 3589"/>
                <a:gd name="T108" fmla="*/ 142 w 2168"/>
                <a:gd name="T109" fmla="*/ 1565 h 3589"/>
                <a:gd name="T110" fmla="*/ 52 w 2168"/>
                <a:gd name="T111" fmla="*/ 1481 h 3589"/>
                <a:gd name="T112" fmla="*/ 65 w 2168"/>
                <a:gd name="T113" fmla="*/ 1248 h 3589"/>
                <a:gd name="T114" fmla="*/ 97 w 2168"/>
                <a:gd name="T115" fmla="*/ 1254 h 3589"/>
                <a:gd name="T116" fmla="*/ 130 w 2168"/>
                <a:gd name="T117" fmla="*/ 1261 h 3589"/>
                <a:gd name="T118" fmla="*/ 181 w 2168"/>
                <a:gd name="T119" fmla="*/ 1274 h 3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68" h="3589">
                  <a:moveTo>
                    <a:pt x="181" y="1274"/>
                  </a:moveTo>
                  <a:lnTo>
                    <a:pt x="181" y="1274"/>
                  </a:lnTo>
                  <a:cubicBezTo>
                    <a:pt x="181" y="1280"/>
                    <a:pt x="220" y="1306"/>
                    <a:pt x="246" y="1325"/>
                  </a:cubicBezTo>
                  <a:cubicBezTo>
                    <a:pt x="265" y="1338"/>
                    <a:pt x="265" y="1364"/>
                    <a:pt x="291" y="1364"/>
                  </a:cubicBezTo>
                  <a:cubicBezTo>
                    <a:pt x="304" y="1364"/>
                    <a:pt x="317" y="1351"/>
                    <a:pt x="324" y="1338"/>
                  </a:cubicBezTo>
                  <a:cubicBezTo>
                    <a:pt x="330" y="1319"/>
                    <a:pt x="337" y="1306"/>
                    <a:pt x="349" y="1287"/>
                  </a:cubicBezTo>
                  <a:cubicBezTo>
                    <a:pt x="375" y="1261"/>
                    <a:pt x="388" y="1241"/>
                    <a:pt x="414" y="1215"/>
                  </a:cubicBezTo>
                  <a:cubicBezTo>
                    <a:pt x="460" y="1164"/>
                    <a:pt x="492" y="1138"/>
                    <a:pt x="524" y="1080"/>
                  </a:cubicBezTo>
                  <a:cubicBezTo>
                    <a:pt x="537" y="1054"/>
                    <a:pt x="531" y="1034"/>
                    <a:pt x="550" y="1009"/>
                  </a:cubicBezTo>
                  <a:cubicBezTo>
                    <a:pt x="569" y="989"/>
                    <a:pt x="602" y="989"/>
                    <a:pt x="628" y="983"/>
                  </a:cubicBezTo>
                  <a:cubicBezTo>
                    <a:pt x="653" y="970"/>
                    <a:pt x="673" y="950"/>
                    <a:pt x="699" y="938"/>
                  </a:cubicBezTo>
                  <a:cubicBezTo>
                    <a:pt x="725" y="925"/>
                    <a:pt x="757" y="925"/>
                    <a:pt x="757" y="899"/>
                  </a:cubicBezTo>
                  <a:cubicBezTo>
                    <a:pt x="757" y="892"/>
                    <a:pt x="751" y="886"/>
                    <a:pt x="751" y="879"/>
                  </a:cubicBezTo>
                  <a:cubicBezTo>
                    <a:pt x="744" y="860"/>
                    <a:pt x="744" y="847"/>
                    <a:pt x="744" y="821"/>
                  </a:cubicBezTo>
                  <a:cubicBezTo>
                    <a:pt x="744" y="802"/>
                    <a:pt x="744" y="789"/>
                    <a:pt x="751" y="769"/>
                  </a:cubicBezTo>
                  <a:cubicBezTo>
                    <a:pt x="751" y="756"/>
                    <a:pt x="751" y="737"/>
                    <a:pt x="757" y="731"/>
                  </a:cubicBezTo>
                  <a:cubicBezTo>
                    <a:pt x="763" y="724"/>
                    <a:pt x="783" y="731"/>
                    <a:pt x="789" y="724"/>
                  </a:cubicBezTo>
                  <a:cubicBezTo>
                    <a:pt x="809" y="718"/>
                    <a:pt x="815" y="705"/>
                    <a:pt x="828" y="692"/>
                  </a:cubicBezTo>
                  <a:cubicBezTo>
                    <a:pt x="854" y="672"/>
                    <a:pt x="880" y="659"/>
                    <a:pt x="880" y="634"/>
                  </a:cubicBezTo>
                  <a:cubicBezTo>
                    <a:pt x="880" y="562"/>
                    <a:pt x="880" y="562"/>
                    <a:pt x="880" y="562"/>
                  </a:cubicBezTo>
                  <a:cubicBezTo>
                    <a:pt x="880" y="543"/>
                    <a:pt x="873" y="530"/>
                    <a:pt x="880" y="511"/>
                  </a:cubicBezTo>
                  <a:cubicBezTo>
                    <a:pt x="899" y="465"/>
                    <a:pt x="938" y="453"/>
                    <a:pt x="938" y="407"/>
                  </a:cubicBezTo>
                  <a:cubicBezTo>
                    <a:pt x="938" y="381"/>
                    <a:pt x="938" y="362"/>
                    <a:pt x="925" y="336"/>
                  </a:cubicBezTo>
                  <a:cubicBezTo>
                    <a:pt x="925" y="323"/>
                    <a:pt x="912" y="317"/>
                    <a:pt x="912" y="304"/>
                  </a:cubicBezTo>
                  <a:cubicBezTo>
                    <a:pt x="912" y="291"/>
                    <a:pt x="925" y="297"/>
                    <a:pt x="925" y="291"/>
                  </a:cubicBezTo>
                  <a:cubicBezTo>
                    <a:pt x="944" y="265"/>
                    <a:pt x="964" y="252"/>
                    <a:pt x="983" y="233"/>
                  </a:cubicBezTo>
                  <a:lnTo>
                    <a:pt x="983" y="233"/>
                  </a:lnTo>
                  <a:cubicBezTo>
                    <a:pt x="996" y="252"/>
                    <a:pt x="1009" y="271"/>
                    <a:pt x="1029" y="291"/>
                  </a:cubicBezTo>
                  <a:cubicBezTo>
                    <a:pt x="1119" y="355"/>
                    <a:pt x="1145" y="420"/>
                    <a:pt x="1216" y="511"/>
                  </a:cubicBezTo>
                  <a:cubicBezTo>
                    <a:pt x="1248" y="491"/>
                    <a:pt x="1261" y="465"/>
                    <a:pt x="1300" y="453"/>
                  </a:cubicBezTo>
                  <a:cubicBezTo>
                    <a:pt x="1332" y="439"/>
                    <a:pt x="1378" y="446"/>
                    <a:pt x="1378" y="407"/>
                  </a:cubicBezTo>
                  <a:cubicBezTo>
                    <a:pt x="1378" y="388"/>
                    <a:pt x="1365" y="375"/>
                    <a:pt x="1365" y="349"/>
                  </a:cubicBezTo>
                  <a:cubicBezTo>
                    <a:pt x="1365" y="291"/>
                    <a:pt x="1346" y="239"/>
                    <a:pt x="1397" y="200"/>
                  </a:cubicBezTo>
                  <a:cubicBezTo>
                    <a:pt x="1442" y="168"/>
                    <a:pt x="1488" y="194"/>
                    <a:pt x="1533" y="168"/>
                  </a:cubicBezTo>
                  <a:cubicBezTo>
                    <a:pt x="1572" y="149"/>
                    <a:pt x="1565" y="90"/>
                    <a:pt x="1611" y="90"/>
                  </a:cubicBezTo>
                  <a:cubicBezTo>
                    <a:pt x="1643" y="90"/>
                    <a:pt x="1662" y="103"/>
                    <a:pt x="1695" y="103"/>
                  </a:cubicBezTo>
                  <a:cubicBezTo>
                    <a:pt x="1785" y="103"/>
                    <a:pt x="1811" y="0"/>
                    <a:pt x="1895" y="0"/>
                  </a:cubicBezTo>
                  <a:cubicBezTo>
                    <a:pt x="2012" y="0"/>
                    <a:pt x="1999" y="149"/>
                    <a:pt x="2057" y="239"/>
                  </a:cubicBezTo>
                  <a:lnTo>
                    <a:pt x="2057" y="239"/>
                  </a:lnTo>
                  <a:cubicBezTo>
                    <a:pt x="2057" y="271"/>
                    <a:pt x="2089" y="284"/>
                    <a:pt x="2089" y="317"/>
                  </a:cubicBezTo>
                  <a:cubicBezTo>
                    <a:pt x="2089" y="368"/>
                    <a:pt x="2083" y="394"/>
                    <a:pt x="2063" y="439"/>
                  </a:cubicBezTo>
                  <a:cubicBezTo>
                    <a:pt x="2063" y="453"/>
                    <a:pt x="2050" y="459"/>
                    <a:pt x="2050" y="478"/>
                  </a:cubicBezTo>
                  <a:cubicBezTo>
                    <a:pt x="2050" y="498"/>
                    <a:pt x="2070" y="504"/>
                    <a:pt x="2070" y="530"/>
                  </a:cubicBezTo>
                  <a:cubicBezTo>
                    <a:pt x="2076" y="562"/>
                    <a:pt x="2050" y="588"/>
                    <a:pt x="2076" y="614"/>
                  </a:cubicBezTo>
                  <a:cubicBezTo>
                    <a:pt x="2089" y="634"/>
                    <a:pt x="2109" y="627"/>
                    <a:pt x="2128" y="634"/>
                  </a:cubicBezTo>
                  <a:cubicBezTo>
                    <a:pt x="2134" y="640"/>
                    <a:pt x="2134" y="646"/>
                    <a:pt x="2141" y="653"/>
                  </a:cubicBezTo>
                  <a:cubicBezTo>
                    <a:pt x="2160" y="672"/>
                    <a:pt x="2167" y="692"/>
                    <a:pt x="2167" y="724"/>
                  </a:cubicBezTo>
                  <a:cubicBezTo>
                    <a:pt x="2167" y="853"/>
                    <a:pt x="2167" y="853"/>
                    <a:pt x="2167" y="853"/>
                  </a:cubicBezTo>
                  <a:cubicBezTo>
                    <a:pt x="2167" y="899"/>
                    <a:pt x="2128" y="918"/>
                    <a:pt x="2083" y="918"/>
                  </a:cubicBezTo>
                  <a:cubicBezTo>
                    <a:pt x="2044" y="918"/>
                    <a:pt x="2018" y="899"/>
                    <a:pt x="1979" y="899"/>
                  </a:cubicBezTo>
                  <a:cubicBezTo>
                    <a:pt x="1966" y="899"/>
                    <a:pt x="1966" y="925"/>
                    <a:pt x="1960" y="938"/>
                  </a:cubicBezTo>
                  <a:cubicBezTo>
                    <a:pt x="1947" y="957"/>
                    <a:pt x="1941" y="976"/>
                    <a:pt x="1921" y="989"/>
                  </a:cubicBezTo>
                  <a:cubicBezTo>
                    <a:pt x="1902" y="1009"/>
                    <a:pt x="1876" y="1009"/>
                    <a:pt x="1856" y="1028"/>
                  </a:cubicBezTo>
                  <a:cubicBezTo>
                    <a:pt x="1850" y="1034"/>
                    <a:pt x="1850" y="1041"/>
                    <a:pt x="1850" y="1047"/>
                  </a:cubicBezTo>
                  <a:cubicBezTo>
                    <a:pt x="1818" y="1112"/>
                    <a:pt x="1811" y="1144"/>
                    <a:pt x="1785" y="1209"/>
                  </a:cubicBezTo>
                  <a:cubicBezTo>
                    <a:pt x="1772" y="1254"/>
                    <a:pt x="1759" y="1287"/>
                    <a:pt x="1753" y="1332"/>
                  </a:cubicBezTo>
                  <a:cubicBezTo>
                    <a:pt x="1753" y="1345"/>
                    <a:pt x="1753" y="1358"/>
                    <a:pt x="1746" y="1364"/>
                  </a:cubicBezTo>
                  <a:cubicBezTo>
                    <a:pt x="1727" y="1429"/>
                    <a:pt x="1695" y="1455"/>
                    <a:pt x="1695" y="1513"/>
                  </a:cubicBezTo>
                  <a:cubicBezTo>
                    <a:pt x="1695" y="1545"/>
                    <a:pt x="1721" y="1558"/>
                    <a:pt x="1721" y="1584"/>
                  </a:cubicBezTo>
                  <a:cubicBezTo>
                    <a:pt x="1721" y="1603"/>
                    <a:pt x="1708" y="1610"/>
                    <a:pt x="1701" y="1629"/>
                  </a:cubicBezTo>
                  <a:cubicBezTo>
                    <a:pt x="1695" y="1649"/>
                    <a:pt x="1695" y="1662"/>
                    <a:pt x="1682" y="1681"/>
                  </a:cubicBezTo>
                  <a:cubicBezTo>
                    <a:pt x="1675" y="1694"/>
                    <a:pt x="1669" y="1701"/>
                    <a:pt x="1656" y="1714"/>
                  </a:cubicBezTo>
                  <a:cubicBezTo>
                    <a:pt x="1656" y="1714"/>
                    <a:pt x="1643" y="1714"/>
                    <a:pt x="1643" y="1726"/>
                  </a:cubicBezTo>
                  <a:cubicBezTo>
                    <a:pt x="1643" y="1739"/>
                    <a:pt x="1650" y="1752"/>
                    <a:pt x="1650" y="1765"/>
                  </a:cubicBezTo>
                  <a:cubicBezTo>
                    <a:pt x="1650" y="1772"/>
                    <a:pt x="1643" y="1772"/>
                    <a:pt x="1643" y="1778"/>
                  </a:cubicBezTo>
                  <a:cubicBezTo>
                    <a:pt x="1643" y="1785"/>
                    <a:pt x="1650" y="1791"/>
                    <a:pt x="1643" y="1804"/>
                  </a:cubicBezTo>
                  <a:cubicBezTo>
                    <a:pt x="1636" y="1823"/>
                    <a:pt x="1617" y="1830"/>
                    <a:pt x="1598" y="1849"/>
                  </a:cubicBezTo>
                  <a:cubicBezTo>
                    <a:pt x="1585" y="1875"/>
                    <a:pt x="1591" y="1895"/>
                    <a:pt x="1591" y="1927"/>
                  </a:cubicBezTo>
                  <a:cubicBezTo>
                    <a:pt x="1591" y="1953"/>
                    <a:pt x="1591" y="1972"/>
                    <a:pt x="1578" y="1992"/>
                  </a:cubicBezTo>
                  <a:cubicBezTo>
                    <a:pt x="1572" y="2011"/>
                    <a:pt x="1559" y="2017"/>
                    <a:pt x="1559" y="2037"/>
                  </a:cubicBezTo>
                  <a:cubicBezTo>
                    <a:pt x="1559" y="2063"/>
                    <a:pt x="1572" y="2069"/>
                    <a:pt x="1578" y="2095"/>
                  </a:cubicBezTo>
                  <a:lnTo>
                    <a:pt x="1578" y="2095"/>
                  </a:lnTo>
                  <a:cubicBezTo>
                    <a:pt x="1565" y="2147"/>
                    <a:pt x="1533" y="2173"/>
                    <a:pt x="1533" y="2231"/>
                  </a:cubicBezTo>
                  <a:cubicBezTo>
                    <a:pt x="1533" y="2250"/>
                    <a:pt x="1546" y="2263"/>
                    <a:pt x="1552" y="2283"/>
                  </a:cubicBezTo>
                  <a:cubicBezTo>
                    <a:pt x="1565" y="2315"/>
                    <a:pt x="1546" y="2341"/>
                    <a:pt x="1565" y="2367"/>
                  </a:cubicBezTo>
                  <a:cubicBezTo>
                    <a:pt x="1572" y="2380"/>
                    <a:pt x="1591" y="2386"/>
                    <a:pt x="1598" y="2393"/>
                  </a:cubicBezTo>
                  <a:cubicBezTo>
                    <a:pt x="1630" y="2412"/>
                    <a:pt x="1656" y="2430"/>
                    <a:pt x="1662" y="2469"/>
                  </a:cubicBezTo>
                  <a:cubicBezTo>
                    <a:pt x="1669" y="2508"/>
                    <a:pt x="1675" y="2534"/>
                    <a:pt x="1695" y="2573"/>
                  </a:cubicBezTo>
                  <a:cubicBezTo>
                    <a:pt x="1714" y="2624"/>
                    <a:pt x="1759" y="2644"/>
                    <a:pt x="1759" y="2702"/>
                  </a:cubicBezTo>
                  <a:cubicBezTo>
                    <a:pt x="1759" y="2728"/>
                    <a:pt x="1753" y="2741"/>
                    <a:pt x="1753" y="2760"/>
                  </a:cubicBezTo>
                  <a:cubicBezTo>
                    <a:pt x="1753" y="2780"/>
                    <a:pt x="1772" y="2780"/>
                    <a:pt x="1785" y="2786"/>
                  </a:cubicBezTo>
                  <a:cubicBezTo>
                    <a:pt x="1811" y="2805"/>
                    <a:pt x="1824" y="2818"/>
                    <a:pt x="1856" y="2838"/>
                  </a:cubicBezTo>
                  <a:cubicBezTo>
                    <a:pt x="1882" y="2851"/>
                    <a:pt x="1902" y="2877"/>
                    <a:pt x="1902" y="2909"/>
                  </a:cubicBezTo>
                  <a:cubicBezTo>
                    <a:pt x="1902" y="2928"/>
                    <a:pt x="1895" y="2941"/>
                    <a:pt x="1895" y="2961"/>
                  </a:cubicBezTo>
                  <a:cubicBezTo>
                    <a:pt x="1889" y="2973"/>
                    <a:pt x="1895" y="2986"/>
                    <a:pt x="1895" y="2999"/>
                  </a:cubicBezTo>
                  <a:cubicBezTo>
                    <a:pt x="1889" y="3019"/>
                    <a:pt x="1869" y="3025"/>
                    <a:pt x="1869" y="3051"/>
                  </a:cubicBezTo>
                  <a:cubicBezTo>
                    <a:pt x="1869" y="3155"/>
                    <a:pt x="1869" y="3155"/>
                    <a:pt x="1869" y="3155"/>
                  </a:cubicBezTo>
                  <a:cubicBezTo>
                    <a:pt x="1869" y="3174"/>
                    <a:pt x="1882" y="3187"/>
                    <a:pt x="1889" y="3206"/>
                  </a:cubicBezTo>
                  <a:cubicBezTo>
                    <a:pt x="1902" y="3232"/>
                    <a:pt x="1908" y="3252"/>
                    <a:pt x="1921" y="3277"/>
                  </a:cubicBezTo>
                  <a:cubicBezTo>
                    <a:pt x="1934" y="3297"/>
                    <a:pt x="1953" y="3310"/>
                    <a:pt x="1953" y="3336"/>
                  </a:cubicBezTo>
                  <a:cubicBezTo>
                    <a:pt x="1953" y="3361"/>
                    <a:pt x="1941" y="3381"/>
                    <a:pt x="1941" y="3407"/>
                  </a:cubicBezTo>
                  <a:cubicBezTo>
                    <a:pt x="1941" y="3426"/>
                    <a:pt x="1986" y="3478"/>
                    <a:pt x="1986" y="3491"/>
                  </a:cubicBezTo>
                  <a:lnTo>
                    <a:pt x="1986" y="3491"/>
                  </a:lnTo>
                  <a:cubicBezTo>
                    <a:pt x="1953" y="3491"/>
                    <a:pt x="1915" y="3504"/>
                    <a:pt x="1882" y="3517"/>
                  </a:cubicBezTo>
                  <a:cubicBezTo>
                    <a:pt x="1863" y="3530"/>
                    <a:pt x="1850" y="3530"/>
                    <a:pt x="1831" y="3543"/>
                  </a:cubicBezTo>
                  <a:cubicBezTo>
                    <a:pt x="1811" y="3562"/>
                    <a:pt x="1805" y="3588"/>
                    <a:pt x="1779" y="3588"/>
                  </a:cubicBezTo>
                  <a:cubicBezTo>
                    <a:pt x="1753" y="3588"/>
                    <a:pt x="1740" y="3568"/>
                    <a:pt x="1721" y="3556"/>
                  </a:cubicBezTo>
                  <a:cubicBezTo>
                    <a:pt x="1695" y="3536"/>
                    <a:pt x="1682" y="3517"/>
                    <a:pt x="1669" y="3491"/>
                  </a:cubicBezTo>
                  <a:cubicBezTo>
                    <a:pt x="1643" y="3459"/>
                    <a:pt x="1617" y="3446"/>
                    <a:pt x="1585" y="3426"/>
                  </a:cubicBezTo>
                  <a:cubicBezTo>
                    <a:pt x="1552" y="3400"/>
                    <a:pt x="1546" y="3381"/>
                    <a:pt x="1514" y="3361"/>
                  </a:cubicBezTo>
                  <a:cubicBezTo>
                    <a:pt x="1514" y="3368"/>
                    <a:pt x="1507" y="3375"/>
                    <a:pt x="1501" y="3375"/>
                  </a:cubicBezTo>
                  <a:cubicBezTo>
                    <a:pt x="1501" y="3420"/>
                    <a:pt x="1488" y="3446"/>
                    <a:pt x="1488" y="3484"/>
                  </a:cubicBezTo>
                  <a:cubicBezTo>
                    <a:pt x="1488" y="3523"/>
                    <a:pt x="1494" y="3575"/>
                    <a:pt x="1455" y="3575"/>
                  </a:cubicBezTo>
                  <a:cubicBezTo>
                    <a:pt x="1410" y="3575"/>
                    <a:pt x="1384" y="3556"/>
                    <a:pt x="1346" y="3530"/>
                  </a:cubicBezTo>
                  <a:cubicBezTo>
                    <a:pt x="1346" y="3523"/>
                    <a:pt x="1339" y="3517"/>
                    <a:pt x="1332" y="3510"/>
                  </a:cubicBezTo>
                  <a:cubicBezTo>
                    <a:pt x="1320" y="3497"/>
                    <a:pt x="1300" y="3504"/>
                    <a:pt x="1281" y="3497"/>
                  </a:cubicBezTo>
                  <a:cubicBezTo>
                    <a:pt x="1261" y="3491"/>
                    <a:pt x="1255" y="3478"/>
                    <a:pt x="1229" y="3478"/>
                  </a:cubicBezTo>
                  <a:cubicBezTo>
                    <a:pt x="1184" y="3465"/>
                    <a:pt x="1164" y="3433"/>
                    <a:pt x="1113" y="3433"/>
                  </a:cubicBezTo>
                  <a:cubicBezTo>
                    <a:pt x="1093" y="3433"/>
                    <a:pt x="1080" y="3433"/>
                    <a:pt x="1061" y="3420"/>
                  </a:cubicBezTo>
                  <a:cubicBezTo>
                    <a:pt x="1035" y="3400"/>
                    <a:pt x="1029" y="3375"/>
                    <a:pt x="996" y="3375"/>
                  </a:cubicBezTo>
                  <a:cubicBezTo>
                    <a:pt x="970" y="3375"/>
                    <a:pt x="964" y="3394"/>
                    <a:pt x="951" y="3413"/>
                  </a:cubicBezTo>
                  <a:cubicBezTo>
                    <a:pt x="932" y="3407"/>
                    <a:pt x="932" y="3407"/>
                    <a:pt x="932" y="3407"/>
                  </a:cubicBezTo>
                  <a:cubicBezTo>
                    <a:pt x="925" y="3368"/>
                    <a:pt x="932" y="3349"/>
                    <a:pt x="932" y="3316"/>
                  </a:cubicBezTo>
                  <a:cubicBezTo>
                    <a:pt x="899" y="3310"/>
                    <a:pt x="880" y="3323"/>
                    <a:pt x="847" y="3316"/>
                  </a:cubicBezTo>
                  <a:cubicBezTo>
                    <a:pt x="809" y="3303"/>
                    <a:pt x="789" y="3290"/>
                    <a:pt x="751" y="3290"/>
                  </a:cubicBezTo>
                  <a:cubicBezTo>
                    <a:pt x="731" y="3290"/>
                    <a:pt x="712" y="3290"/>
                    <a:pt x="686" y="3297"/>
                  </a:cubicBezTo>
                  <a:lnTo>
                    <a:pt x="686" y="3297"/>
                  </a:lnTo>
                  <a:cubicBezTo>
                    <a:pt x="660" y="3297"/>
                    <a:pt x="660" y="3297"/>
                    <a:pt x="660" y="3297"/>
                  </a:cubicBezTo>
                  <a:cubicBezTo>
                    <a:pt x="641" y="3297"/>
                    <a:pt x="628" y="3316"/>
                    <a:pt x="608" y="3316"/>
                  </a:cubicBezTo>
                  <a:cubicBezTo>
                    <a:pt x="576" y="3316"/>
                    <a:pt x="582" y="3265"/>
                    <a:pt x="556" y="3252"/>
                  </a:cubicBezTo>
                  <a:cubicBezTo>
                    <a:pt x="531" y="3245"/>
                    <a:pt x="518" y="3252"/>
                    <a:pt x="498" y="3252"/>
                  </a:cubicBezTo>
                  <a:cubicBezTo>
                    <a:pt x="498" y="3232"/>
                    <a:pt x="498" y="3232"/>
                    <a:pt x="498" y="3232"/>
                  </a:cubicBezTo>
                  <a:cubicBezTo>
                    <a:pt x="524" y="3135"/>
                    <a:pt x="524" y="3135"/>
                    <a:pt x="524" y="3135"/>
                  </a:cubicBezTo>
                  <a:cubicBezTo>
                    <a:pt x="518" y="3122"/>
                    <a:pt x="518" y="3109"/>
                    <a:pt x="518" y="3096"/>
                  </a:cubicBezTo>
                  <a:cubicBezTo>
                    <a:pt x="518" y="3084"/>
                    <a:pt x="531" y="3084"/>
                    <a:pt x="544" y="3084"/>
                  </a:cubicBezTo>
                  <a:cubicBezTo>
                    <a:pt x="576" y="3084"/>
                    <a:pt x="589" y="3090"/>
                    <a:pt x="621" y="3090"/>
                  </a:cubicBezTo>
                  <a:cubicBezTo>
                    <a:pt x="673" y="3090"/>
                    <a:pt x="705" y="3077"/>
                    <a:pt x="737" y="3038"/>
                  </a:cubicBezTo>
                  <a:cubicBezTo>
                    <a:pt x="763" y="3084"/>
                    <a:pt x="744" y="3122"/>
                    <a:pt x="763" y="3168"/>
                  </a:cubicBezTo>
                  <a:cubicBezTo>
                    <a:pt x="776" y="3142"/>
                    <a:pt x="776" y="3122"/>
                    <a:pt x="783" y="3090"/>
                  </a:cubicBezTo>
                  <a:cubicBezTo>
                    <a:pt x="783" y="3051"/>
                    <a:pt x="783" y="2993"/>
                    <a:pt x="744" y="2993"/>
                  </a:cubicBezTo>
                  <a:cubicBezTo>
                    <a:pt x="699" y="2993"/>
                    <a:pt x="686" y="3032"/>
                    <a:pt x="647" y="3032"/>
                  </a:cubicBezTo>
                  <a:cubicBezTo>
                    <a:pt x="634" y="3032"/>
                    <a:pt x="641" y="3012"/>
                    <a:pt x="641" y="2999"/>
                  </a:cubicBezTo>
                  <a:cubicBezTo>
                    <a:pt x="641" y="2980"/>
                    <a:pt x="641" y="2967"/>
                    <a:pt x="634" y="2941"/>
                  </a:cubicBezTo>
                  <a:cubicBezTo>
                    <a:pt x="621" y="2902"/>
                    <a:pt x="589" y="2889"/>
                    <a:pt x="563" y="2857"/>
                  </a:cubicBezTo>
                  <a:cubicBezTo>
                    <a:pt x="531" y="2825"/>
                    <a:pt x="511" y="2805"/>
                    <a:pt x="466" y="2799"/>
                  </a:cubicBezTo>
                  <a:cubicBezTo>
                    <a:pt x="427" y="2792"/>
                    <a:pt x="369" y="2812"/>
                    <a:pt x="369" y="2773"/>
                  </a:cubicBezTo>
                  <a:cubicBezTo>
                    <a:pt x="369" y="2728"/>
                    <a:pt x="427" y="2708"/>
                    <a:pt x="427" y="2663"/>
                  </a:cubicBezTo>
                  <a:cubicBezTo>
                    <a:pt x="427" y="2657"/>
                    <a:pt x="421" y="2657"/>
                    <a:pt x="414" y="2650"/>
                  </a:cubicBezTo>
                  <a:cubicBezTo>
                    <a:pt x="343" y="2650"/>
                    <a:pt x="343" y="2650"/>
                    <a:pt x="343" y="2650"/>
                  </a:cubicBezTo>
                  <a:cubicBezTo>
                    <a:pt x="317" y="2637"/>
                    <a:pt x="285" y="2637"/>
                    <a:pt x="285" y="2605"/>
                  </a:cubicBezTo>
                  <a:cubicBezTo>
                    <a:pt x="285" y="2585"/>
                    <a:pt x="304" y="2579"/>
                    <a:pt x="304" y="2560"/>
                  </a:cubicBezTo>
                  <a:cubicBezTo>
                    <a:pt x="311" y="2534"/>
                    <a:pt x="304" y="2514"/>
                    <a:pt x="317" y="2495"/>
                  </a:cubicBezTo>
                  <a:cubicBezTo>
                    <a:pt x="337" y="2456"/>
                    <a:pt x="362" y="2437"/>
                    <a:pt x="362" y="2399"/>
                  </a:cubicBezTo>
                  <a:cubicBezTo>
                    <a:pt x="362" y="2347"/>
                    <a:pt x="362" y="2347"/>
                    <a:pt x="362" y="2347"/>
                  </a:cubicBezTo>
                  <a:cubicBezTo>
                    <a:pt x="362" y="2302"/>
                    <a:pt x="388" y="2283"/>
                    <a:pt x="408" y="2244"/>
                  </a:cubicBezTo>
                  <a:cubicBezTo>
                    <a:pt x="427" y="2211"/>
                    <a:pt x="434" y="2192"/>
                    <a:pt x="446" y="2160"/>
                  </a:cubicBezTo>
                  <a:cubicBezTo>
                    <a:pt x="427" y="2166"/>
                    <a:pt x="414" y="2179"/>
                    <a:pt x="395" y="2179"/>
                  </a:cubicBezTo>
                  <a:cubicBezTo>
                    <a:pt x="356" y="2179"/>
                    <a:pt x="343" y="2140"/>
                    <a:pt x="337" y="2102"/>
                  </a:cubicBezTo>
                  <a:cubicBezTo>
                    <a:pt x="337" y="2063"/>
                    <a:pt x="337" y="2037"/>
                    <a:pt x="324" y="1998"/>
                  </a:cubicBezTo>
                  <a:cubicBezTo>
                    <a:pt x="324" y="1992"/>
                    <a:pt x="324" y="1985"/>
                    <a:pt x="324" y="1979"/>
                  </a:cubicBezTo>
                  <a:cubicBezTo>
                    <a:pt x="324" y="1946"/>
                    <a:pt x="330" y="1933"/>
                    <a:pt x="330" y="1901"/>
                  </a:cubicBezTo>
                  <a:cubicBezTo>
                    <a:pt x="330" y="1888"/>
                    <a:pt x="324" y="1875"/>
                    <a:pt x="324" y="1862"/>
                  </a:cubicBezTo>
                  <a:cubicBezTo>
                    <a:pt x="324" y="1856"/>
                    <a:pt x="324" y="1856"/>
                    <a:pt x="324" y="1849"/>
                  </a:cubicBezTo>
                  <a:cubicBezTo>
                    <a:pt x="343" y="1849"/>
                    <a:pt x="343" y="1849"/>
                    <a:pt x="343" y="1849"/>
                  </a:cubicBezTo>
                  <a:cubicBezTo>
                    <a:pt x="362" y="1849"/>
                    <a:pt x="375" y="1862"/>
                    <a:pt x="395" y="1862"/>
                  </a:cubicBezTo>
                  <a:lnTo>
                    <a:pt x="401" y="1862"/>
                  </a:lnTo>
                  <a:cubicBezTo>
                    <a:pt x="401" y="1836"/>
                    <a:pt x="414" y="1817"/>
                    <a:pt x="414" y="1785"/>
                  </a:cubicBezTo>
                  <a:cubicBezTo>
                    <a:pt x="414" y="1772"/>
                    <a:pt x="401" y="1765"/>
                    <a:pt x="382" y="1765"/>
                  </a:cubicBezTo>
                  <a:cubicBezTo>
                    <a:pt x="362" y="1765"/>
                    <a:pt x="349" y="1785"/>
                    <a:pt x="324" y="1791"/>
                  </a:cubicBezTo>
                  <a:cubicBezTo>
                    <a:pt x="311" y="1772"/>
                    <a:pt x="298" y="1759"/>
                    <a:pt x="291" y="1739"/>
                  </a:cubicBezTo>
                  <a:cubicBezTo>
                    <a:pt x="298" y="1733"/>
                    <a:pt x="298" y="1733"/>
                    <a:pt x="298" y="1733"/>
                  </a:cubicBezTo>
                  <a:cubicBezTo>
                    <a:pt x="395" y="1759"/>
                    <a:pt x="395" y="1759"/>
                    <a:pt x="395" y="1759"/>
                  </a:cubicBezTo>
                  <a:cubicBezTo>
                    <a:pt x="388" y="1752"/>
                    <a:pt x="388" y="1752"/>
                    <a:pt x="388" y="1752"/>
                  </a:cubicBezTo>
                  <a:cubicBezTo>
                    <a:pt x="317" y="1701"/>
                    <a:pt x="285" y="1668"/>
                    <a:pt x="220" y="1617"/>
                  </a:cubicBezTo>
                  <a:cubicBezTo>
                    <a:pt x="194" y="1591"/>
                    <a:pt x="181" y="1565"/>
                    <a:pt x="142" y="1565"/>
                  </a:cubicBezTo>
                  <a:cubicBezTo>
                    <a:pt x="130" y="1565"/>
                    <a:pt x="117" y="1565"/>
                    <a:pt x="104" y="1565"/>
                  </a:cubicBezTo>
                  <a:cubicBezTo>
                    <a:pt x="78" y="1565"/>
                    <a:pt x="91" y="1533"/>
                    <a:pt x="78" y="1513"/>
                  </a:cubicBezTo>
                  <a:cubicBezTo>
                    <a:pt x="71" y="1500"/>
                    <a:pt x="58" y="1494"/>
                    <a:pt x="52" y="1481"/>
                  </a:cubicBezTo>
                  <a:cubicBezTo>
                    <a:pt x="26" y="1448"/>
                    <a:pt x="0" y="1422"/>
                    <a:pt x="0" y="1384"/>
                  </a:cubicBezTo>
                  <a:cubicBezTo>
                    <a:pt x="0" y="1338"/>
                    <a:pt x="0" y="1300"/>
                    <a:pt x="33" y="1267"/>
                  </a:cubicBezTo>
                  <a:cubicBezTo>
                    <a:pt x="46" y="1261"/>
                    <a:pt x="58" y="1254"/>
                    <a:pt x="65" y="1248"/>
                  </a:cubicBezTo>
                  <a:lnTo>
                    <a:pt x="65" y="1248"/>
                  </a:lnTo>
                  <a:cubicBezTo>
                    <a:pt x="71" y="1248"/>
                    <a:pt x="71" y="1248"/>
                    <a:pt x="78" y="1248"/>
                  </a:cubicBezTo>
                  <a:cubicBezTo>
                    <a:pt x="84" y="1254"/>
                    <a:pt x="91" y="1254"/>
                    <a:pt x="97" y="1254"/>
                  </a:cubicBezTo>
                  <a:lnTo>
                    <a:pt x="104" y="1254"/>
                  </a:lnTo>
                  <a:cubicBezTo>
                    <a:pt x="110" y="1254"/>
                    <a:pt x="110" y="1254"/>
                    <a:pt x="117" y="1254"/>
                  </a:cubicBezTo>
                  <a:cubicBezTo>
                    <a:pt x="123" y="1261"/>
                    <a:pt x="130" y="1261"/>
                    <a:pt x="130" y="1261"/>
                  </a:cubicBezTo>
                  <a:cubicBezTo>
                    <a:pt x="136" y="1261"/>
                    <a:pt x="142" y="1261"/>
                    <a:pt x="149" y="1261"/>
                  </a:cubicBezTo>
                  <a:cubicBezTo>
                    <a:pt x="156" y="1261"/>
                    <a:pt x="156" y="1261"/>
                    <a:pt x="156" y="1261"/>
                  </a:cubicBezTo>
                  <a:cubicBezTo>
                    <a:pt x="181" y="1274"/>
                    <a:pt x="181" y="1274"/>
                    <a:pt x="181" y="1274"/>
                  </a:cubicBezTo>
                </a:path>
              </a:pathLst>
            </a:custGeom>
            <a:solidFill>
              <a:schemeClr val="accent5"/>
            </a:solidFill>
            <a:ln w="28575" cap="flat" cmpd="sng">
              <a:solidFill>
                <a:schemeClr val="bg1"/>
              </a:solidFill>
              <a:bevel/>
              <a:headEnd/>
              <a:tailEnd/>
            </a:ln>
            <a:effec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a:p>
          </p:txBody>
        </p:sp>
        <p:sp>
          <p:nvSpPr>
            <p:cNvPr id="10" name="Freeform 86">
              <a:extLst>
                <a:ext uri="{FF2B5EF4-FFF2-40B4-BE49-F238E27FC236}">
                  <a16:creationId xmlns:a16="http://schemas.microsoft.com/office/drawing/2014/main" id="{AEAC05F9-06F1-71C6-3F5A-D78175E563DD}"/>
                </a:ext>
              </a:extLst>
            </p:cNvPr>
            <p:cNvSpPr>
              <a:spLocks noChangeArrowheads="1"/>
            </p:cNvSpPr>
            <p:nvPr/>
          </p:nvSpPr>
          <p:spPr bwMode="auto">
            <a:xfrm>
              <a:off x="6422940" y="9106072"/>
              <a:ext cx="1548990" cy="1399033"/>
            </a:xfrm>
            <a:custGeom>
              <a:avLst/>
              <a:gdLst>
                <a:gd name="T0" fmla="*/ 407 w 1547"/>
                <a:gd name="T1" fmla="*/ 1396 h 1397"/>
                <a:gd name="T2" fmla="*/ 407 w 1547"/>
                <a:gd name="T3" fmla="*/ 1396 h 1397"/>
                <a:gd name="T4" fmla="*/ 530 w 1547"/>
                <a:gd name="T5" fmla="*/ 1312 h 1397"/>
                <a:gd name="T6" fmla="*/ 601 w 1547"/>
                <a:gd name="T7" fmla="*/ 1248 h 1397"/>
                <a:gd name="T8" fmla="*/ 673 w 1547"/>
                <a:gd name="T9" fmla="*/ 1222 h 1397"/>
                <a:gd name="T10" fmla="*/ 711 w 1547"/>
                <a:gd name="T11" fmla="*/ 1228 h 1397"/>
                <a:gd name="T12" fmla="*/ 802 w 1547"/>
                <a:gd name="T13" fmla="*/ 1228 h 1397"/>
                <a:gd name="T14" fmla="*/ 880 w 1547"/>
                <a:gd name="T15" fmla="*/ 1215 h 1397"/>
                <a:gd name="T16" fmla="*/ 1002 w 1547"/>
                <a:gd name="T17" fmla="*/ 1215 h 1397"/>
                <a:gd name="T18" fmla="*/ 1080 w 1547"/>
                <a:gd name="T19" fmla="*/ 1202 h 1397"/>
                <a:gd name="T20" fmla="*/ 1235 w 1547"/>
                <a:gd name="T21" fmla="*/ 1299 h 1397"/>
                <a:gd name="T22" fmla="*/ 1319 w 1547"/>
                <a:gd name="T23" fmla="*/ 1358 h 1397"/>
                <a:gd name="T24" fmla="*/ 1319 w 1547"/>
                <a:gd name="T25" fmla="*/ 1358 h 1397"/>
                <a:gd name="T26" fmla="*/ 1390 w 1547"/>
                <a:gd name="T27" fmla="*/ 1319 h 1397"/>
                <a:gd name="T28" fmla="*/ 1416 w 1547"/>
                <a:gd name="T29" fmla="*/ 1254 h 1397"/>
                <a:gd name="T30" fmla="*/ 1416 w 1547"/>
                <a:gd name="T31" fmla="*/ 1164 h 1397"/>
                <a:gd name="T32" fmla="*/ 1429 w 1547"/>
                <a:gd name="T33" fmla="*/ 970 h 1397"/>
                <a:gd name="T34" fmla="*/ 1462 w 1547"/>
                <a:gd name="T35" fmla="*/ 905 h 1397"/>
                <a:gd name="T36" fmla="*/ 1546 w 1547"/>
                <a:gd name="T37" fmla="*/ 666 h 1397"/>
                <a:gd name="T38" fmla="*/ 1546 w 1547"/>
                <a:gd name="T39" fmla="*/ 666 h 1397"/>
                <a:gd name="T40" fmla="*/ 1520 w 1547"/>
                <a:gd name="T41" fmla="*/ 601 h 1397"/>
                <a:gd name="T42" fmla="*/ 1494 w 1547"/>
                <a:gd name="T43" fmla="*/ 569 h 1397"/>
                <a:gd name="T44" fmla="*/ 1300 w 1547"/>
                <a:gd name="T45" fmla="*/ 465 h 1397"/>
                <a:gd name="T46" fmla="*/ 1209 w 1547"/>
                <a:gd name="T47" fmla="*/ 407 h 1397"/>
                <a:gd name="T48" fmla="*/ 1125 w 1547"/>
                <a:gd name="T49" fmla="*/ 336 h 1397"/>
                <a:gd name="T50" fmla="*/ 983 w 1547"/>
                <a:gd name="T51" fmla="*/ 220 h 1397"/>
                <a:gd name="T52" fmla="*/ 815 w 1547"/>
                <a:gd name="T53" fmla="*/ 168 h 1397"/>
                <a:gd name="T54" fmla="*/ 660 w 1547"/>
                <a:gd name="T55" fmla="*/ 116 h 1397"/>
                <a:gd name="T56" fmla="*/ 537 w 1547"/>
                <a:gd name="T57" fmla="*/ 97 h 1397"/>
                <a:gd name="T58" fmla="*/ 446 w 1547"/>
                <a:gd name="T59" fmla="*/ 32 h 1397"/>
                <a:gd name="T60" fmla="*/ 330 w 1547"/>
                <a:gd name="T61" fmla="*/ 0 h 1397"/>
                <a:gd name="T62" fmla="*/ 330 w 1547"/>
                <a:gd name="T63" fmla="*/ 0 h 1397"/>
                <a:gd name="T64" fmla="*/ 323 w 1547"/>
                <a:gd name="T65" fmla="*/ 45 h 1397"/>
                <a:gd name="T66" fmla="*/ 336 w 1547"/>
                <a:gd name="T67" fmla="*/ 109 h 1397"/>
                <a:gd name="T68" fmla="*/ 336 w 1547"/>
                <a:gd name="T69" fmla="*/ 174 h 1397"/>
                <a:gd name="T70" fmla="*/ 362 w 1547"/>
                <a:gd name="T71" fmla="*/ 316 h 1397"/>
                <a:gd name="T72" fmla="*/ 323 w 1547"/>
                <a:gd name="T73" fmla="*/ 459 h 1397"/>
                <a:gd name="T74" fmla="*/ 259 w 1547"/>
                <a:gd name="T75" fmla="*/ 582 h 1397"/>
                <a:gd name="T76" fmla="*/ 45 w 1547"/>
                <a:gd name="T77" fmla="*/ 633 h 1397"/>
                <a:gd name="T78" fmla="*/ 84 w 1547"/>
                <a:gd name="T79" fmla="*/ 776 h 1397"/>
                <a:gd name="T80" fmla="*/ 58 w 1547"/>
                <a:gd name="T81" fmla="*/ 879 h 1397"/>
                <a:gd name="T82" fmla="*/ 32 w 1547"/>
                <a:gd name="T83" fmla="*/ 911 h 1397"/>
                <a:gd name="T84" fmla="*/ 0 w 1547"/>
                <a:gd name="T85" fmla="*/ 1015 h 1397"/>
                <a:gd name="T86" fmla="*/ 0 w 1547"/>
                <a:gd name="T87" fmla="*/ 1015 h 1397"/>
                <a:gd name="T88" fmla="*/ 19 w 1547"/>
                <a:gd name="T89" fmla="*/ 1015 h 1397"/>
                <a:gd name="T90" fmla="*/ 84 w 1547"/>
                <a:gd name="T91" fmla="*/ 1060 h 1397"/>
                <a:gd name="T92" fmla="*/ 129 w 1547"/>
                <a:gd name="T93" fmla="*/ 1105 h 1397"/>
                <a:gd name="T94" fmla="*/ 116 w 1547"/>
                <a:gd name="T95" fmla="*/ 1138 h 1397"/>
                <a:gd name="T96" fmla="*/ 200 w 1547"/>
                <a:gd name="T97" fmla="*/ 1254 h 1397"/>
                <a:gd name="T98" fmla="*/ 226 w 1547"/>
                <a:gd name="T99" fmla="*/ 1319 h 1397"/>
                <a:gd name="T100" fmla="*/ 246 w 1547"/>
                <a:gd name="T101" fmla="*/ 1351 h 1397"/>
                <a:gd name="T102" fmla="*/ 304 w 1547"/>
                <a:gd name="T103" fmla="*/ 1338 h 1397"/>
                <a:gd name="T104" fmla="*/ 388 w 1547"/>
                <a:gd name="T105" fmla="*/ 1384 h 1397"/>
                <a:gd name="T106" fmla="*/ 407 w 1547"/>
                <a:gd name="T107" fmla="*/ 1396 h 1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47" h="1397">
                  <a:moveTo>
                    <a:pt x="407" y="1396"/>
                  </a:moveTo>
                  <a:lnTo>
                    <a:pt x="407" y="1396"/>
                  </a:lnTo>
                  <a:cubicBezTo>
                    <a:pt x="453" y="1364"/>
                    <a:pt x="479" y="1338"/>
                    <a:pt x="530" y="1312"/>
                  </a:cubicBezTo>
                  <a:cubicBezTo>
                    <a:pt x="563" y="1293"/>
                    <a:pt x="569" y="1267"/>
                    <a:pt x="601" y="1248"/>
                  </a:cubicBezTo>
                  <a:cubicBezTo>
                    <a:pt x="627" y="1235"/>
                    <a:pt x="647" y="1228"/>
                    <a:pt x="673" y="1222"/>
                  </a:cubicBezTo>
                  <a:cubicBezTo>
                    <a:pt x="711" y="1228"/>
                    <a:pt x="711" y="1228"/>
                    <a:pt x="711" y="1228"/>
                  </a:cubicBezTo>
                  <a:cubicBezTo>
                    <a:pt x="802" y="1228"/>
                    <a:pt x="802" y="1228"/>
                    <a:pt x="802" y="1228"/>
                  </a:cubicBezTo>
                  <a:cubicBezTo>
                    <a:pt x="880" y="1215"/>
                    <a:pt x="880" y="1215"/>
                    <a:pt x="880" y="1215"/>
                  </a:cubicBezTo>
                  <a:cubicBezTo>
                    <a:pt x="1002" y="1215"/>
                    <a:pt x="1002" y="1215"/>
                    <a:pt x="1002" y="1215"/>
                  </a:cubicBezTo>
                  <a:cubicBezTo>
                    <a:pt x="1035" y="1215"/>
                    <a:pt x="1048" y="1202"/>
                    <a:pt x="1080" y="1202"/>
                  </a:cubicBezTo>
                  <a:cubicBezTo>
                    <a:pt x="1151" y="1202"/>
                    <a:pt x="1183" y="1254"/>
                    <a:pt x="1235" y="1299"/>
                  </a:cubicBezTo>
                  <a:cubicBezTo>
                    <a:pt x="1268" y="1325"/>
                    <a:pt x="1280" y="1351"/>
                    <a:pt x="1319" y="1358"/>
                  </a:cubicBezTo>
                  <a:lnTo>
                    <a:pt x="1319" y="1358"/>
                  </a:lnTo>
                  <a:cubicBezTo>
                    <a:pt x="1345" y="1338"/>
                    <a:pt x="1371" y="1345"/>
                    <a:pt x="1390" y="1319"/>
                  </a:cubicBezTo>
                  <a:cubicBezTo>
                    <a:pt x="1410" y="1299"/>
                    <a:pt x="1416" y="1280"/>
                    <a:pt x="1416" y="1254"/>
                  </a:cubicBezTo>
                  <a:cubicBezTo>
                    <a:pt x="1416" y="1164"/>
                    <a:pt x="1416" y="1164"/>
                    <a:pt x="1416" y="1164"/>
                  </a:cubicBezTo>
                  <a:cubicBezTo>
                    <a:pt x="1416" y="1086"/>
                    <a:pt x="1403" y="1041"/>
                    <a:pt x="1429" y="970"/>
                  </a:cubicBezTo>
                  <a:cubicBezTo>
                    <a:pt x="1442" y="944"/>
                    <a:pt x="1449" y="931"/>
                    <a:pt x="1462" y="905"/>
                  </a:cubicBezTo>
                  <a:cubicBezTo>
                    <a:pt x="1494" y="808"/>
                    <a:pt x="1533" y="769"/>
                    <a:pt x="1546" y="666"/>
                  </a:cubicBezTo>
                  <a:lnTo>
                    <a:pt x="1546" y="666"/>
                  </a:lnTo>
                  <a:cubicBezTo>
                    <a:pt x="1539" y="640"/>
                    <a:pt x="1533" y="627"/>
                    <a:pt x="1520" y="601"/>
                  </a:cubicBezTo>
                  <a:cubicBezTo>
                    <a:pt x="1513" y="588"/>
                    <a:pt x="1507" y="575"/>
                    <a:pt x="1494" y="569"/>
                  </a:cubicBezTo>
                  <a:cubicBezTo>
                    <a:pt x="1416" y="530"/>
                    <a:pt x="1365" y="517"/>
                    <a:pt x="1300" y="465"/>
                  </a:cubicBezTo>
                  <a:cubicBezTo>
                    <a:pt x="1268" y="439"/>
                    <a:pt x="1242" y="426"/>
                    <a:pt x="1209" y="407"/>
                  </a:cubicBezTo>
                  <a:cubicBezTo>
                    <a:pt x="1171" y="388"/>
                    <a:pt x="1158" y="368"/>
                    <a:pt x="1125" y="336"/>
                  </a:cubicBezTo>
                  <a:cubicBezTo>
                    <a:pt x="1067" y="290"/>
                    <a:pt x="1041" y="252"/>
                    <a:pt x="983" y="220"/>
                  </a:cubicBezTo>
                  <a:cubicBezTo>
                    <a:pt x="925" y="187"/>
                    <a:pt x="880" y="187"/>
                    <a:pt x="815" y="168"/>
                  </a:cubicBezTo>
                  <a:cubicBezTo>
                    <a:pt x="757" y="148"/>
                    <a:pt x="724" y="122"/>
                    <a:pt x="660" y="116"/>
                  </a:cubicBezTo>
                  <a:cubicBezTo>
                    <a:pt x="608" y="109"/>
                    <a:pt x="576" y="116"/>
                    <a:pt x="537" y="97"/>
                  </a:cubicBezTo>
                  <a:cubicBezTo>
                    <a:pt x="498" y="77"/>
                    <a:pt x="485" y="51"/>
                    <a:pt x="446" y="32"/>
                  </a:cubicBezTo>
                  <a:cubicBezTo>
                    <a:pt x="407" y="19"/>
                    <a:pt x="369" y="13"/>
                    <a:pt x="330" y="0"/>
                  </a:cubicBezTo>
                  <a:lnTo>
                    <a:pt x="330" y="0"/>
                  </a:lnTo>
                  <a:cubicBezTo>
                    <a:pt x="330" y="19"/>
                    <a:pt x="323" y="32"/>
                    <a:pt x="323" y="45"/>
                  </a:cubicBezTo>
                  <a:cubicBezTo>
                    <a:pt x="323" y="71"/>
                    <a:pt x="336" y="84"/>
                    <a:pt x="336" y="109"/>
                  </a:cubicBezTo>
                  <a:cubicBezTo>
                    <a:pt x="343" y="135"/>
                    <a:pt x="336" y="148"/>
                    <a:pt x="336" y="174"/>
                  </a:cubicBezTo>
                  <a:cubicBezTo>
                    <a:pt x="343" y="232"/>
                    <a:pt x="362" y="258"/>
                    <a:pt x="362" y="316"/>
                  </a:cubicBezTo>
                  <a:cubicBezTo>
                    <a:pt x="362" y="375"/>
                    <a:pt x="349" y="407"/>
                    <a:pt x="323" y="459"/>
                  </a:cubicBezTo>
                  <a:cubicBezTo>
                    <a:pt x="304" y="510"/>
                    <a:pt x="304" y="549"/>
                    <a:pt x="259" y="582"/>
                  </a:cubicBezTo>
                  <a:cubicBezTo>
                    <a:pt x="194" y="633"/>
                    <a:pt x="129" y="640"/>
                    <a:pt x="45" y="633"/>
                  </a:cubicBezTo>
                  <a:cubicBezTo>
                    <a:pt x="78" y="679"/>
                    <a:pt x="84" y="717"/>
                    <a:pt x="84" y="776"/>
                  </a:cubicBezTo>
                  <a:cubicBezTo>
                    <a:pt x="84" y="814"/>
                    <a:pt x="78" y="840"/>
                    <a:pt x="58" y="879"/>
                  </a:cubicBezTo>
                  <a:cubicBezTo>
                    <a:pt x="52" y="892"/>
                    <a:pt x="39" y="898"/>
                    <a:pt x="32" y="911"/>
                  </a:cubicBezTo>
                  <a:cubicBezTo>
                    <a:pt x="13" y="950"/>
                    <a:pt x="0" y="976"/>
                    <a:pt x="0" y="1015"/>
                  </a:cubicBezTo>
                  <a:lnTo>
                    <a:pt x="0" y="1015"/>
                  </a:lnTo>
                  <a:cubicBezTo>
                    <a:pt x="6" y="1015"/>
                    <a:pt x="13" y="1015"/>
                    <a:pt x="19" y="1015"/>
                  </a:cubicBezTo>
                  <a:cubicBezTo>
                    <a:pt x="52" y="1015"/>
                    <a:pt x="58" y="1041"/>
                    <a:pt x="84" y="1060"/>
                  </a:cubicBezTo>
                  <a:cubicBezTo>
                    <a:pt x="97" y="1080"/>
                    <a:pt x="129" y="1080"/>
                    <a:pt x="129" y="1105"/>
                  </a:cubicBezTo>
                  <a:cubicBezTo>
                    <a:pt x="129" y="1118"/>
                    <a:pt x="116" y="1125"/>
                    <a:pt x="116" y="1138"/>
                  </a:cubicBezTo>
                  <a:cubicBezTo>
                    <a:pt x="116" y="1196"/>
                    <a:pt x="175" y="1202"/>
                    <a:pt x="200" y="1254"/>
                  </a:cubicBezTo>
                  <a:cubicBezTo>
                    <a:pt x="213" y="1280"/>
                    <a:pt x="220" y="1293"/>
                    <a:pt x="226" y="1319"/>
                  </a:cubicBezTo>
                  <a:cubicBezTo>
                    <a:pt x="233" y="1332"/>
                    <a:pt x="226" y="1351"/>
                    <a:pt x="246" y="1351"/>
                  </a:cubicBezTo>
                  <a:cubicBezTo>
                    <a:pt x="265" y="1351"/>
                    <a:pt x="278" y="1338"/>
                    <a:pt x="304" y="1338"/>
                  </a:cubicBezTo>
                  <a:cubicBezTo>
                    <a:pt x="343" y="1338"/>
                    <a:pt x="362" y="1364"/>
                    <a:pt x="388" y="1384"/>
                  </a:cubicBezTo>
                  <a:cubicBezTo>
                    <a:pt x="394" y="1390"/>
                    <a:pt x="401" y="1390"/>
                    <a:pt x="407" y="1396"/>
                  </a:cubicBezTo>
                </a:path>
              </a:pathLst>
            </a:custGeom>
            <a:solidFill>
              <a:schemeClr val="bg1">
                <a:lumMod val="85000"/>
              </a:schemeClr>
            </a:solidFill>
            <a:ln w="28575" cap="flat" cmpd="sng">
              <a:solidFill>
                <a:schemeClr val="bg1"/>
              </a:solidFill>
              <a:bevel/>
              <a:headEnd/>
              <a:tailEnd/>
            </a:ln>
            <a:effec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a:p>
          </p:txBody>
        </p:sp>
        <p:sp>
          <p:nvSpPr>
            <p:cNvPr id="11" name="Freeform 87">
              <a:extLst>
                <a:ext uri="{FF2B5EF4-FFF2-40B4-BE49-F238E27FC236}">
                  <a16:creationId xmlns:a16="http://schemas.microsoft.com/office/drawing/2014/main" id="{86699550-3BA1-B055-6F28-DD64512532FB}"/>
                </a:ext>
              </a:extLst>
            </p:cNvPr>
            <p:cNvSpPr>
              <a:spLocks noChangeArrowheads="1"/>
            </p:cNvSpPr>
            <p:nvPr/>
          </p:nvSpPr>
          <p:spPr bwMode="auto">
            <a:xfrm>
              <a:off x="6828943" y="10310918"/>
              <a:ext cx="913508" cy="662004"/>
            </a:xfrm>
            <a:custGeom>
              <a:avLst/>
              <a:gdLst>
                <a:gd name="T0" fmla="*/ 912 w 913"/>
                <a:gd name="T1" fmla="*/ 156 h 661"/>
                <a:gd name="T2" fmla="*/ 912 w 913"/>
                <a:gd name="T3" fmla="*/ 156 h 661"/>
                <a:gd name="T4" fmla="*/ 861 w 913"/>
                <a:gd name="T5" fmla="*/ 253 h 661"/>
                <a:gd name="T6" fmla="*/ 835 w 913"/>
                <a:gd name="T7" fmla="*/ 304 h 661"/>
                <a:gd name="T8" fmla="*/ 828 w 913"/>
                <a:gd name="T9" fmla="*/ 356 h 661"/>
                <a:gd name="T10" fmla="*/ 789 w 913"/>
                <a:gd name="T11" fmla="*/ 453 h 661"/>
                <a:gd name="T12" fmla="*/ 796 w 913"/>
                <a:gd name="T13" fmla="*/ 479 h 661"/>
                <a:gd name="T14" fmla="*/ 848 w 913"/>
                <a:gd name="T15" fmla="*/ 505 h 661"/>
                <a:gd name="T16" fmla="*/ 861 w 913"/>
                <a:gd name="T17" fmla="*/ 537 h 661"/>
                <a:gd name="T18" fmla="*/ 873 w 913"/>
                <a:gd name="T19" fmla="*/ 570 h 661"/>
                <a:gd name="T20" fmla="*/ 861 w 913"/>
                <a:gd name="T21" fmla="*/ 582 h 661"/>
                <a:gd name="T22" fmla="*/ 809 w 913"/>
                <a:gd name="T23" fmla="*/ 602 h 661"/>
                <a:gd name="T24" fmla="*/ 783 w 913"/>
                <a:gd name="T25" fmla="*/ 660 h 661"/>
                <a:gd name="T26" fmla="*/ 783 w 913"/>
                <a:gd name="T27" fmla="*/ 660 h 661"/>
                <a:gd name="T28" fmla="*/ 731 w 913"/>
                <a:gd name="T29" fmla="*/ 647 h 661"/>
                <a:gd name="T30" fmla="*/ 582 w 913"/>
                <a:gd name="T31" fmla="*/ 602 h 661"/>
                <a:gd name="T32" fmla="*/ 376 w 913"/>
                <a:gd name="T33" fmla="*/ 505 h 661"/>
                <a:gd name="T34" fmla="*/ 214 w 913"/>
                <a:gd name="T35" fmla="*/ 388 h 661"/>
                <a:gd name="T36" fmla="*/ 123 w 913"/>
                <a:gd name="T37" fmla="*/ 291 h 661"/>
                <a:gd name="T38" fmla="*/ 52 w 913"/>
                <a:gd name="T39" fmla="*/ 227 h 661"/>
                <a:gd name="T40" fmla="*/ 0 w 913"/>
                <a:gd name="T41" fmla="*/ 194 h 661"/>
                <a:gd name="T42" fmla="*/ 0 w 913"/>
                <a:gd name="T43" fmla="*/ 194 h 661"/>
                <a:gd name="T44" fmla="*/ 123 w 913"/>
                <a:gd name="T45" fmla="*/ 110 h 661"/>
                <a:gd name="T46" fmla="*/ 194 w 913"/>
                <a:gd name="T47" fmla="*/ 46 h 661"/>
                <a:gd name="T48" fmla="*/ 266 w 913"/>
                <a:gd name="T49" fmla="*/ 20 h 661"/>
                <a:gd name="T50" fmla="*/ 304 w 913"/>
                <a:gd name="T51" fmla="*/ 26 h 661"/>
                <a:gd name="T52" fmla="*/ 395 w 913"/>
                <a:gd name="T53" fmla="*/ 26 h 661"/>
                <a:gd name="T54" fmla="*/ 473 w 913"/>
                <a:gd name="T55" fmla="*/ 13 h 661"/>
                <a:gd name="T56" fmla="*/ 595 w 913"/>
                <a:gd name="T57" fmla="*/ 13 h 661"/>
                <a:gd name="T58" fmla="*/ 673 w 913"/>
                <a:gd name="T59" fmla="*/ 0 h 661"/>
                <a:gd name="T60" fmla="*/ 828 w 913"/>
                <a:gd name="T61" fmla="*/ 97 h 661"/>
                <a:gd name="T62" fmla="*/ 912 w 913"/>
                <a:gd name="T63" fmla="*/ 156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13" h="661">
                  <a:moveTo>
                    <a:pt x="912" y="156"/>
                  </a:moveTo>
                  <a:lnTo>
                    <a:pt x="912" y="156"/>
                  </a:lnTo>
                  <a:cubicBezTo>
                    <a:pt x="873" y="182"/>
                    <a:pt x="873" y="214"/>
                    <a:pt x="861" y="253"/>
                  </a:cubicBezTo>
                  <a:cubicBezTo>
                    <a:pt x="854" y="272"/>
                    <a:pt x="841" y="285"/>
                    <a:pt x="835" y="304"/>
                  </a:cubicBezTo>
                  <a:cubicBezTo>
                    <a:pt x="835" y="324"/>
                    <a:pt x="835" y="337"/>
                    <a:pt x="828" y="356"/>
                  </a:cubicBezTo>
                  <a:cubicBezTo>
                    <a:pt x="815" y="395"/>
                    <a:pt x="789" y="414"/>
                    <a:pt x="789" y="453"/>
                  </a:cubicBezTo>
                  <a:cubicBezTo>
                    <a:pt x="789" y="466"/>
                    <a:pt x="789" y="472"/>
                    <a:pt x="796" y="479"/>
                  </a:cubicBezTo>
                  <a:cubicBezTo>
                    <a:pt x="809" y="492"/>
                    <a:pt x="828" y="485"/>
                    <a:pt x="848" y="505"/>
                  </a:cubicBezTo>
                  <a:cubicBezTo>
                    <a:pt x="854" y="511"/>
                    <a:pt x="861" y="524"/>
                    <a:pt x="861" y="537"/>
                  </a:cubicBezTo>
                  <a:cubicBezTo>
                    <a:pt x="867" y="550"/>
                    <a:pt x="873" y="557"/>
                    <a:pt x="873" y="570"/>
                  </a:cubicBezTo>
                  <a:cubicBezTo>
                    <a:pt x="873" y="582"/>
                    <a:pt x="867" y="582"/>
                    <a:pt x="861" y="582"/>
                  </a:cubicBezTo>
                  <a:cubicBezTo>
                    <a:pt x="841" y="595"/>
                    <a:pt x="822" y="589"/>
                    <a:pt x="809" y="602"/>
                  </a:cubicBezTo>
                  <a:cubicBezTo>
                    <a:pt x="789" y="615"/>
                    <a:pt x="789" y="641"/>
                    <a:pt x="783" y="660"/>
                  </a:cubicBezTo>
                  <a:lnTo>
                    <a:pt x="783" y="660"/>
                  </a:lnTo>
                  <a:cubicBezTo>
                    <a:pt x="770" y="654"/>
                    <a:pt x="751" y="654"/>
                    <a:pt x="731" y="647"/>
                  </a:cubicBezTo>
                  <a:cubicBezTo>
                    <a:pt x="673" y="641"/>
                    <a:pt x="641" y="615"/>
                    <a:pt x="582" y="602"/>
                  </a:cubicBezTo>
                  <a:cubicBezTo>
                    <a:pt x="498" y="576"/>
                    <a:pt x="453" y="550"/>
                    <a:pt x="376" y="505"/>
                  </a:cubicBezTo>
                  <a:cubicBezTo>
                    <a:pt x="311" y="466"/>
                    <a:pt x="266" y="447"/>
                    <a:pt x="214" y="388"/>
                  </a:cubicBezTo>
                  <a:cubicBezTo>
                    <a:pt x="181" y="350"/>
                    <a:pt x="162" y="330"/>
                    <a:pt x="123" y="291"/>
                  </a:cubicBezTo>
                  <a:cubicBezTo>
                    <a:pt x="91" y="272"/>
                    <a:pt x="78" y="253"/>
                    <a:pt x="52" y="227"/>
                  </a:cubicBezTo>
                  <a:cubicBezTo>
                    <a:pt x="33" y="207"/>
                    <a:pt x="20" y="201"/>
                    <a:pt x="0" y="194"/>
                  </a:cubicBezTo>
                  <a:lnTo>
                    <a:pt x="0" y="194"/>
                  </a:lnTo>
                  <a:cubicBezTo>
                    <a:pt x="46" y="162"/>
                    <a:pt x="72" y="136"/>
                    <a:pt x="123" y="110"/>
                  </a:cubicBezTo>
                  <a:cubicBezTo>
                    <a:pt x="156" y="91"/>
                    <a:pt x="162" y="65"/>
                    <a:pt x="194" y="46"/>
                  </a:cubicBezTo>
                  <a:cubicBezTo>
                    <a:pt x="220" y="33"/>
                    <a:pt x="240" y="26"/>
                    <a:pt x="266" y="20"/>
                  </a:cubicBezTo>
                  <a:cubicBezTo>
                    <a:pt x="304" y="26"/>
                    <a:pt x="304" y="26"/>
                    <a:pt x="304" y="26"/>
                  </a:cubicBezTo>
                  <a:cubicBezTo>
                    <a:pt x="395" y="26"/>
                    <a:pt x="395" y="26"/>
                    <a:pt x="395" y="26"/>
                  </a:cubicBezTo>
                  <a:cubicBezTo>
                    <a:pt x="473" y="13"/>
                    <a:pt x="473" y="13"/>
                    <a:pt x="473" y="13"/>
                  </a:cubicBezTo>
                  <a:cubicBezTo>
                    <a:pt x="595" y="13"/>
                    <a:pt x="595" y="13"/>
                    <a:pt x="595" y="13"/>
                  </a:cubicBezTo>
                  <a:cubicBezTo>
                    <a:pt x="628" y="13"/>
                    <a:pt x="641" y="0"/>
                    <a:pt x="673" y="0"/>
                  </a:cubicBezTo>
                  <a:cubicBezTo>
                    <a:pt x="744" y="0"/>
                    <a:pt x="776" y="52"/>
                    <a:pt x="828" y="97"/>
                  </a:cubicBezTo>
                  <a:cubicBezTo>
                    <a:pt x="861" y="123"/>
                    <a:pt x="873" y="149"/>
                    <a:pt x="912" y="156"/>
                  </a:cubicBezTo>
                </a:path>
              </a:pathLst>
            </a:custGeom>
            <a:solidFill>
              <a:schemeClr val="bg1">
                <a:lumMod val="85000"/>
              </a:schemeClr>
            </a:solidFill>
            <a:ln w="28575" cap="flat" cmpd="sng">
              <a:solidFill>
                <a:schemeClr val="bg1"/>
              </a:solidFill>
              <a:bevel/>
              <a:headEnd/>
              <a:tailEnd/>
            </a:ln>
            <a:effec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a:p>
          </p:txBody>
        </p:sp>
        <p:sp>
          <p:nvSpPr>
            <p:cNvPr id="12" name="Freeform 88">
              <a:extLst>
                <a:ext uri="{FF2B5EF4-FFF2-40B4-BE49-F238E27FC236}">
                  <a16:creationId xmlns:a16="http://schemas.microsoft.com/office/drawing/2014/main" id="{92DC0BDD-00FC-29B1-51E8-5E385B1B9810}"/>
                </a:ext>
              </a:extLst>
            </p:cNvPr>
            <p:cNvSpPr>
              <a:spLocks noChangeArrowheads="1"/>
            </p:cNvSpPr>
            <p:nvPr/>
          </p:nvSpPr>
          <p:spPr bwMode="auto">
            <a:xfrm>
              <a:off x="5840415" y="4401431"/>
              <a:ext cx="2038838" cy="2648014"/>
            </a:xfrm>
            <a:custGeom>
              <a:avLst/>
              <a:gdLst>
                <a:gd name="T0" fmla="*/ 19 w 2038"/>
                <a:gd name="T1" fmla="*/ 2561 h 2646"/>
                <a:gd name="T2" fmla="*/ 71 w 2038"/>
                <a:gd name="T3" fmla="*/ 2574 h 2646"/>
                <a:gd name="T4" fmla="*/ 246 w 2038"/>
                <a:gd name="T5" fmla="*/ 2574 h 2646"/>
                <a:gd name="T6" fmla="*/ 401 w 2038"/>
                <a:gd name="T7" fmla="*/ 2645 h 2646"/>
                <a:gd name="T8" fmla="*/ 504 w 2038"/>
                <a:gd name="T9" fmla="*/ 2574 h 2646"/>
                <a:gd name="T10" fmla="*/ 660 w 2038"/>
                <a:gd name="T11" fmla="*/ 2309 h 2646"/>
                <a:gd name="T12" fmla="*/ 770 w 2038"/>
                <a:gd name="T13" fmla="*/ 2432 h 2646"/>
                <a:gd name="T14" fmla="*/ 828 w 2038"/>
                <a:gd name="T15" fmla="*/ 2522 h 2646"/>
                <a:gd name="T16" fmla="*/ 886 w 2038"/>
                <a:gd name="T17" fmla="*/ 2490 h 2646"/>
                <a:gd name="T18" fmla="*/ 931 w 2038"/>
                <a:gd name="T19" fmla="*/ 2348 h 2646"/>
                <a:gd name="T20" fmla="*/ 1035 w 2038"/>
                <a:gd name="T21" fmla="*/ 2354 h 2646"/>
                <a:gd name="T22" fmla="*/ 1158 w 2038"/>
                <a:gd name="T23" fmla="*/ 2309 h 2646"/>
                <a:gd name="T24" fmla="*/ 1222 w 2038"/>
                <a:gd name="T25" fmla="*/ 2393 h 2646"/>
                <a:gd name="T26" fmla="*/ 1293 w 2038"/>
                <a:gd name="T27" fmla="*/ 2464 h 2646"/>
                <a:gd name="T28" fmla="*/ 1520 w 2038"/>
                <a:gd name="T29" fmla="*/ 2490 h 2646"/>
                <a:gd name="T30" fmla="*/ 1584 w 2038"/>
                <a:gd name="T31" fmla="*/ 2406 h 2646"/>
                <a:gd name="T32" fmla="*/ 1675 w 2038"/>
                <a:gd name="T33" fmla="*/ 2393 h 2646"/>
                <a:gd name="T34" fmla="*/ 1791 w 2038"/>
                <a:gd name="T35" fmla="*/ 2451 h 2646"/>
                <a:gd name="T36" fmla="*/ 1901 w 2038"/>
                <a:gd name="T37" fmla="*/ 2464 h 2646"/>
                <a:gd name="T38" fmla="*/ 1934 w 2038"/>
                <a:gd name="T39" fmla="*/ 2367 h 2646"/>
                <a:gd name="T40" fmla="*/ 2037 w 2038"/>
                <a:gd name="T41" fmla="*/ 2212 h 2646"/>
                <a:gd name="T42" fmla="*/ 1998 w 2038"/>
                <a:gd name="T43" fmla="*/ 2147 h 2646"/>
                <a:gd name="T44" fmla="*/ 1895 w 2038"/>
                <a:gd name="T45" fmla="*/ 2108 h 2646"/>
                <a:gd name="T46" fmla="*/ 1824 w 2038"/>
                <a:gd name="T47" fmla="*/ 2057 h 2646"/>
                <a:gd name="T48" fmla="*/ 1798 w 2038"/>
                <a:gd name="T49" fmla="*/ 1927 h 2646"/>
                <a:gd name="T50" fmla="*/ 1727 w 2038"/>
                <a:gd name="T51" fmla="*/ 1656 h 2646"/>
                <a:gd name="T52" fmla="*/ 1669 w 2038"/>
                <a:gd name="T53" fmla="*/ 1578 h 2646"/>
                <a:gd name="T54" fmla="*/ 1688 w 2038"/>
                <a:gd name="T55" fmla="*/ 1332 h 2646"/>
                <a:gd name="T56" fmla="*/ 1630 w 2038"/>
                <a:gd name="T57" fmla="*/ 1242 h 2646"/>
                <a:gd name="T58" fmla="*/ 1610 w 2038"/>
                <a:gd name="T59" fmla="*/ 1125 h 2646"/>
                <a:gd name="T60" fmla="*/ 1623 w 2038"/>
                <a:gd name="T61" fmla="*/ 925 h 2646"/>
                <a:gd name="T62" fmla="*/ 1649 w 2038"/>
                <a:gd name="T63" fmla="*/ 809 h 2646"/>
                <a:gd name="T64" fmla="*/ 1817 w 2038"/>
                <a:gd name="T65" fmla="*/ 653 h 2646"/>
                <a:gd name="T66" fmla="*/ 1850 w 2038"/>
                <a:gd name="T67" fmla="*/ 589 h 2646"/>
                <a:gd name="T68" fmla="*/ 1817 w 2038"/>
                <a:gd name="T69" fmla="*/ 569 h 2646"/>
                <a:gd name="T70" fmla="*/ 1681 w 2038"/>
                <a:gd name="T71" fmla="*/ 285 h 2646"/>
                <a:gd name="T72" fmla="*/ 1558 w 2038"/>
                <a:gd name="T73" fmla="*/ 117 h 2646"/>
                <a:gd name="T74" fmla="*/ 1520 w 2038"/>
                <a:gd name="T75" fmla="*/ 39 h 2646"/>
                <a:gd name="T76" fmla="*/ 1455 w 2038"/>
                <a:gd name="T77" fmla="*/ 13 h 2646"/>
                <a:gd name="T78" fmla="*/ 1177 w 2038"/>
                <a:gd name="T79" fmla="*/ 0 h 2646"/>
                <a:gd name="T80" fmla="*/ 1119 w 2038"/>
                <a:gd name="T81" fmla="*/ 201 h 2646"/>
                <a:gd name="T82" fmla="*/ 867 w 2038"/>
                <a:gd name="T83" fmla="*/ 517 h 2646"/>
                <a:gd name="T84" fmla="*/ 718 w 2038"/>
                <a:gd name="T85" fmla="*/ 763 h 2646"/>
                <a:gd name="T86" fmla="*/ 498 w 2038"/>
                <a:gd name="T87" fmla="*/ 705 h 2646"/>
                <a:gd name="T88" fmla="*/ 530 w 2038"/>
                <a:gd name="T89" fmla="*/ 783 h 2646"/>
                <a:gd name="T90" fmla="*/ 491 w 2038"/>
                <a:gd name="T91" fmla="*/ 944 h 2646"/>
                <a:gd name="T92" fmla="*/ 517 w 2038"/>
                <a:gd name="T93" fmla="*/ 1080 h 2646"/>
                <a:gd name="T94" fmla="*/ 582 w 2038"/>
                <a:gd name="T95" fmla="*/ 1119 h 2646"/>
                <a:gd name="T96" fmla="*/ 608 w 2038"/>
                <a:gd name="T97" fmla="*/ 1319 h 2646"/>
                <a:gd name="T98" fmla="*/ 420 w 2038"/>
                <a:gd name="T99" fmla="*/ 1365 h 2646"/>
                <a:gd name="T100" fmla="*/ 362 w 2038"/>
                <a:gd name="T101" fmla="*/ 1455 h 2646"/>
                <a:gd name="T102" fmla="*/ 291 w 2038"/>
                <a:gd name="T103" fmla="*/ 1513 h 2646"/>
                <a:gd name="T104" fmla="*/ 194 w 2038"/>
                <a:gd name="T105" fmla="*/ 1798 h 2646"/>
                <a:gd name="T106" fmla="*/ 136 w 2038"/>
                <a:gd name="T107" fmla="*/ 1979 h 2646"/>
                <a:gd name="T108" fmla="*/ 142 w 2038"/>
                <a:gd name="T109" fmla="*/ 2095 h 2646"/>
                <a:gd name="T110" fmla="*/ 97 w 2038"/>
                <a:gd name="T111" fmla="*/ 2180 h 2646"/>
                <a:gd name="T112" fmla="*/ 91 w 2038"/>
                <a:gd name="T113" fmla="*/ 2231 h 2646"/>
                <a:gd name="T114" fmla="*/ 84 w 2038"/>
                <a:gd name="T115" fmla="*/ 2270 h 2646"/>
                <a:gd name="T116" fmla="*/ 32 w 2038"/>
                <a:gd name="T117" fmla="*/ 2393 h 2646"/>
                <a:gd name="T118" fmla="*/ 0 w 2038"/>
                <a:gd name="T119" fmla="*/ 2503 h 2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38" h="2646">
                  <a:moveTo>
                    <a:pt x="19" y="2561"/>
                  </a:moveTo>
                  <a:lnTo>
                    <a:pt x="19" y="2561"/>
                  </a:lnTo>
                  <a:cubicBezTo>
                    <a:pt x="26" y="2561"/>
                    <a:pt x="32" y="2548"/>
                    <a:pt x="39" y="2548"/>
                  </a:cubicBezTo>
                  <a:cubicBezTo>
                    <a:pt x="52" y="2548"/>
                    <a:pt x="58" y="2568"/>
                    <a:pt x="71" y="2574"/>
                  </a:cubicBezTo>
                  <a:cubicBezTo>
                    <a:pt x="103" y="2593"/>
                    <a:pt x="123" y="2613"/>
                    <a:pt x="162" y="2613"/>
                  </a:cubicBezTo>
                  <a:cubicBezTo>
                    <a:pt x="194" y="2613"/>
                    <a:pt x="207" y="2574"/>
                    <a:pt x="246" y="2574"/>
                  </a:cubicBezTo>
                  <a:cubicBezTo>
                    <a:pt x="297" y="2574"/>
                    <a:pt x="323" y="2600"/>
                    <a:pt x="368" y="2626"/>
                  </a:cubicBezTo>
                  <a:cubicBezTo>
                    <a:pt x="382" y="2632"/>
                    <a:pt x="388" y="2645"/>
                    <a:pt x="401" y="2645"/>
                  </a:cubicBezTo>
                  <a:cubicBezTo>
                    <a:pt x="427" y="2645"/>
                    <a:pt x="433" y="2619"/>
                    <a:pt x="453" y="2606"/>
                  </a:cubicBezTo>
                  <a:cubicBezTo>
                    <a:pt x="466" y="2587"/>
                    <a:pt x="485" y="2587"/>
                    <a:pt x="504" y="2574"/>
                  </a:cubicBezTo>
                  <a:cubicBezTo>
                    <a:pt x="543" y="2561"/>
                    <a:pt x="582" y="2561"/>
                    <a:pt x="608" y="2522"/>
                  </a:cubicBezTo>
                  <a:cubicBezTo>
                    <a:pt x="653" y="2451"/>
                    <a:pt x="640" y="2393"/>
                    <a:pt x="660" y="2309"/>
                  </a:cubicBezTo>
                  <a:cubicBezTo>
                    <a:pt x="666" y="2315"/>
                    <a:pt x="672" y="2309"/>
                    <a:pt x="679" y="2309"/>
                  </a:cubicBezTo>
                  <a:cubicBezTo>
                    <a:pt x="724" y="2348"/>
                    <a:pt x="724" y="2387"/>
                    <a:pt x="770" y="2432"/>
                  </a:cubicBezTo>
                  <a:cubicBezTo>
                    <a:pt x="782" y="2445"/>
                    <a:pt x="802" y="2451"/>
                    <a:pt x="815" y="2471"/>
                  </a:cubicBezTo>
                  <a:cubicBezTo>
                    <a:pt x="821" y="2490"/>
                    <a:pt x="815" y="2509"/>
                    <a:pt x="828" y="2522"/>
                  </a:cubicBezTo>
                  <a:cubicBezTo>
                    <a:pt x="834" y="2535"/>
                    <a:pt x="847" y="2535"/>
                    <a:pt x="860" y="2535"/>
                  </a:cubicBezTo>
                  <a:cubicBezTo>
                    <a:pt x="879" y="2535"/>
                    <a:pt x="879" y="2509"/>
                    <a:pt x="886" y="2490"/>
                  </a:cubicBezTo>
                  <a:cubicBezTo>
                    <a:pt x="892" y="2451"/>
                    <a:pt x="905" y="2432"/>
                    <a:pt x="912" y="2399"/>
                  </a:cubicBezTo>
                  <a:cubicBezTo>
                    <a:pt x="918" y="2380"/>
                    <a:pt x="918" y="2367"/>
                    <a:pt x="931" y="2348"/>
                  </a:cubicBezTo>
                  <a:cubicBezTo>
                    <a:pt x="938" y="2335"/>
                    <a:pt x="944" y="2322"/>
                    <a:pt x="957" y="2322"/>
                  </a:cubicBezTo>
                  <a:cubicBezTo>
                    <a:pt x="989" y="2322"/>
                    <a:pt x="1002" y="2354"/>
                    <a:pt x="1035" y="2354"/>
                  </a:cubicBezTo>
                  <a:cubicBezTo>
                    <a:pt x="1054" y="2354"/>
                    <a:pt x="1061" y="2341"/>
                    <a:pt x="1080" y="2328"/>
                  </a:cubicBezTo>
                  <a:cubicBezTo>
                    <a:pt x="1106" y="2315"/>
                    <a:pt x="1125" y="2309"/>
                    <a:pt x="1158" y="2309"/>
                  </a:cubicBezTo>
                  <a:cubicBezTo>
                    <a:pt x="1164" y="2309"/>
                    <a:pt x="1164" y="2322"/>
                    <a:pt x="1170" y="2328"/>
                  </a:cubicBezTo>
                  <a:cubicBezTo>
                    <a:pt x="1196" y="2348"/>
                    <a:pt x="1196" y="2373"/>
                    <a:pt x="1222" y="2393"/>
                  </a:cubicBezTo>
                  <a:cubicBezTo>
                    <a:pt x="1235" y="2406"/>
                    <a:pt x="1248" y="2406"/>
                    <a:pt x="1261" y="2419"/>
                  </a:cubicBezTo>
                  <a:cubicBezTo>
                    <a:pt x="1274" y="2432"/>
                    <a:pt x="1274" y="2451"/>
                    <a:pt x="1293" y="2464"/>
                  </a:cubicBezTo>
                  <a:cubicBezTo>
                    <a:pt x="1345" y="2496"/>
                    <a:pt x="1390" y="2477"/>
                    <a:pt x="1449" y="2477"/>
                  </a:cubicBezTo>
                  <a:cubicBezTo>
                    <a:pt x="1474" y="2477"/>
                    <a:pt x="1487" y="2490"/>
                    <a:pt x="1520" y="2490"/>
                  </a:cubicBezTo>
                  <a:cubicBezTo>
                    <a:pt x="1533" y="2490"/>
                    <a:pt x="1533" y="2471"/>
                    <a:pt x="1539" y="2458"/>
                  </a:cubicBezTo>
                  <a:cubicBezTo>
                    <a:pt x="1546" y="2432"/>
                    <a:pt x="1558" y="2412"/>
                    <a:pt x="1584" y="2406"/>
                  </a:cubicBezTo>
                  <a:cubicBezTo>
                    <a:pt x="1604" y="2406"/>
                    <a:pt x="1617" y="2406"/>
                    <a:pt x="1636" y="2406"/>
                  </a:cubicBezTo>
                  <a:cubicBezTo>
                    <a:pt x="1649" y="2399"/>
                    <a:pt x="1662" y="2393"/>
                    <a:pt x="1675" y="2393"/>
                  </a:cubicBezTo>
                  <a:cubicBezTo>
                    <a:pt x="1694" y="2393"/>
                    <a:pt x="1694" y="2419"/>
                    <a:pt x="1720" y="2432"/>
                  </a:cubicBezTo>
                  <a:cubicBezTo>
                    <a:pt x="1740" y="2445"/>
                    <a:pt x="1759" y="2451"/>
                    <a:pt x="1791" y="2451"/>
                  </a:cubicBezTo>
                  <a:cubicBezTo>
                    <a:pt x="1811" y="2451"/>
                    <a:pt x="1824" y="2445"/>
                    <a:pt x="1850" y="2445"/>
                  </a:cubicBezTo>
                  <a:cubicBezTo>
                    <a:pt x="1869" y="2445"/>
                    <a:pt x="1882" y="2464"/>
                    <a:pt x="1901" y="2464"/>
                  </a:cubicBezTo>
                  <a:cubicBezTo>
                    <a:pt x="1934" y="2464"/>
                    <a:pt x="1934" y="2464"/>
                    <a:pt x="1934" y="2464"/>
                  </a:cubicBezTo>
                  <a:cubicBezTo>
                    <a:pt x="1934" y="2367"/>
                    <a:pt x="1934" y="2367"/>
                    <a:pt x="1934" y="2367"/>
                  </a:cubicBezTo>
                  <a:cubicBezTo>
                    <a:pt x="1934" y="2335"/>
                    <a:pt x="1947" y="2315"/>
                    <a:pt x="1960" y="2296"/>
                  </a:cubicBezTo>
                  <a:cubicBezTo>
                    <a:pt x="1985" y="2257"/>
                    <a:pt x="1998" y="2238"/>
                    <a:pt x="2037" y="2212"/>
                  </a:cubicBezTo>
                  <a:lnTo>
                    <a:pt x="2037" y="2212"/>
                  </a:lnTo>
                  <a:cubicBezTo>
                    <a:pt x="2024" y="2186"/>
                    <a:pt x="2018" y="2167"/>
                    <a:pt x="1998" y="2147"/>
                  </a:cubicBezTo>
                  <a:cubicBezTo>
                    <a:pt x="1992" y="2141"/>
                    <a:pt x="1992" y="2134"/>
                    <a:pt x="1985" y="2128"/>
                  </a:cubicBezTo>
                  <a:cubicBezTo>
                    <a:pt x="1953" y="2115"/>
                    <a:pt x="1927" y="2121"/>
                    <a:pt x="1895" y="2108"/>
                  </a:cubicBezTo>
                  <a:cubicBezTo>
                    <a:pt x="1882" y="2102"/>
                    <a:pt x="1876" y="2089"/>
                    <a:pt x="1862" y="2083"/>
                  </a:cubicBezTo>
                  <a:cubicBezTo>
                    <a:pt x="1850" y="2069"/>
                    <a:pt x="1837" y="2069"/>
                    <a:pt x="1824" y="2057"/>
                  </a:cubicBezTo>
                  <a:cubicBezTo>
                    <a:pt x="1811" y="2031"/>
                    <a:pt x="1817" y="2011"/>
                    <a:pt x="1811" y="1985"/>
                  </a:cubicBezTo>
                  <a:cubicBezTo>
                    <a:pt x="1811" y="1966"/>
                    <a:pt x="1798" y="1953"/>
                    <a:pt x="1798" y="1927"/>
                  </a:cubicBezTo>
                  <a:cubicBezTo>
                    <a:pt x="1798" y="1772"/>
                    <a:pt x="1798" y="1772"/>
                    <a:pt x="1798" y="1772"/>
                  </a:cubicBezTo>
                  <a:cubicBezTo>
                    <a:pt x="1798" y="1720"/>
                    <a:pt x="1772" y="1681"/>
                    <a:pt x="1727" y="1656"/>
                  </a:cubicBezTo>
                  <a:cubicBezTo>
                    <a:pt x="1701" y="1636"/>
                    <a:pt x="1669" y="1630"/>
                    <a:pt x="1669" y="1604"/>
                  </a:cubicBezTo>
                  <a:cubicBezTo>
                    <a:pt x="1669" y="1578"/>
                    <a:pt x="1669" y="1578"/>
                    <a:pt x="1669" y="1578"/>
                  </a:cubicBezTo>
                  <a:cubicBezTo>
                    <a:pt x="1669" y="1500"/>
                    <a:pt x="1675" y="1462"/>
                    <a:pt x="1675" y="1384"/>
                  </a:cubicBezTo>
                  <a:cubicBezTo>
                    <a:pt x="1688" y="1332"/>
                    <a:pt x="1688" y="1332"/>
                    <a:pt x="1688" y="1332"/>
                  </a:cubicBezTo>
                  <a:cubicBezTo>
                    <a:pt x="1681" y="1319"/>
                    <a:pt x="1681" y="1307"/>
                    <a:pt x="1675" y="1300"/>
                  </a:cubicBezTo>
                  <a:cubicBezTo>
                    <a:pt x="1662" y="1274"/>
                    <a:pt x="1630" y="1268"/>
                    <a:pt x="1630" y="1242"/>
                  </a:cubicBezTo>
                  <a:cubicBezTo>
                    <a:pt x="1630" y="1216"/>
                    <a:pt x="1636" y="1197"/>
                    <a:pt x="1630" y="1171"/>
                  </a:cubicBezTo>
                  <a:cubicBezTo>
                    <a:pt x="1623" y="1151"/>
                    <a:pt x="1610" y="1145"/>
                    <a:pt x="1610" y="1125"/>
                  </a:cubicBezTo>
                  <a:cubicBezTo>
                    <a:pt x="1610" y="1087"/>
                    <a:pt x="1643" y="1074"/>
                    <a:pt x="1643" y="1035"/>
                  </a:cubicBezTo>
                  <a:cubicBezTo>
                    <a:pt x="1643" y="990"/>
                    <a:pt x="1643" y="964"/>
                    <a:pt x="1623" y="925"/>
                  </a:cubicBezTo>
                  <a:cubicBezTo>
                    <a:pt x="1617" y="905"/>
                    <a:pt x="1597" y="899"/>
                    <a:pt x="1597" y="873"/>
                  </a:cubicBezTo>
                  <a:cubicBezTo>
                    <a:pt x="1597" y="841"/>
                    <a:pt x="1623" y="834"/>
                    <a:pt x="1649" y="809"/>
                  </a:cubicBezTo>
                  <a:cubicBezTo>
                    <a:pt x="1675" y="783"/>
                    <a:pt x="1701" y="776"/>
                    <a:pt x="1733" y="757"/>
                  </a:cubicBezTo>
                  <a:cubicBezTo>
                    <a:pt x="1778" y="731"/>
                    <a:pt x="1791" y="692"/>
                    <a:pt x="1817" y="653"/>
                  </a:cubicBezTo>
                  <a:cubicBezTo>
                    <a:pt x="1824" y="647"/>
                    <a:pt x="1830" y="647"/>
                    <a:pt x="1837" y="640"/>
                  </a:cubicBezTo>
                  <a:cubicBezTo>
                    <a:pt x="1843" y="627"/>
                    <a:pt x="1843" y="615"/>
                    <a:pt x="1850" y="589"/>
                  </a:cubicBezTo>
                  <a:lnTo>
                    <a:pt x="1850" y="589"/>
                  </a:lnTo>
                  <a:cubicBezTo>
                    <a:pt x="1837" y="582"/>
                    <a:pt x="1824" y="576"/>
                    <a:pt x="1817" y="569"/>
                  </a:cubicBezTo>
                  <a:cubicBezTo>
                    <a:pt x="1785" y="537"/>
                    <a:pt x="1778" y="511"/>
                    <a:pt x="1759" y="472"/>
                  </a:cubicBezTo>
                  <a:cubicBezTo>
                    <a:pt x="1727" y="401"/>
                    <a:pt x="1707" y="356"/>
                    <a:pt x="1681" y="285"/>
                  </a:cubicBezTo>
                  <a:cubicBezTo>
                    <a:pt x="1662" y="240"/>
                    <a:pt x="1630" y="227"/>
                    <a:pt x="1604" y="181"/>
                  </a:cubicBezTo>
                  <a:cubicBezTo>
                    <a:pt x="1584" y="155"/>
                    <a:pt x="1591" y="117"/>
                    <a:pt x="1558" y="117"/>
                  </a:cubicBezTo>
                  <a:cubicBezTo>
                    <a:pt x="1507" y="117"/>
                    <a:pt x="1494" y="168"/>
                    <a:pt x="1442" y="181"/>
                  </a:cubicBezTo>
                  <a:cubicBezTo>
                    <a:pt x="1462" y="123"/>
                    <a:pt x="1487" y="91"/>
                    <a:pt x="1520" y="39"/>
                  </a:cubicBezTo>
                  <a:cubicBezTo>
                    <a:pt x="1513" y="26"/>
                    <a:pt x="1513" y="26"/>
                    <a:pt x="1513" y="26"/>
                  </a:cubicBezTo>
                  <a:cubicBezTo>
                    <a:pt x="1487" y="26"/>
                    <a:pt x="1474" y="26"/>
                    <a:pt x="1455" y="13"/>
                  </a:cubicBezTo>
                  <a:cubicBezTo>
                    <a:pt x="1416" y="45"/>
                    <a:pt x="1397" y="78"/>
                    <a:pt x="1345" y="78"/>
                  </a:cubicBezTo>
                  <a:cubicBezTo>
                    <a:pt x="1274" y="78"/>
                    <a:pt x="1229" y="45"/>
                    <a:pt x="1177" y="0"/>
                  </a:cubicBezTo>
                  <a:lnTo>
                    <a:pt x="1177" y="0"/>
                  </a:lnTo>
                  <a:cubicBezTo>
                    <a:pt x="1145" y="71"/>
                    <a:pt x="1164" y="142"/>
                    <a:pt x="1119" y="201"/>
                  </a:cubicBezTo>
                  <a:cubicBezTo>
                    <a:pt x="1086" y="240"/>
                    <a:pt x="1054" y="246"/>
                    <a:pt x="1015" y="272"/>
                  </a:cubicBezTo>
                  <a:cubicBezTo>
                    <a:pt x="918" y="336"/>
                    <a:pt x="892" y="414"/>
                    <a:pt x="867" y="517"/>
                  </a:cubicBezTo>
                  <a:cubicBezTo>
                    <a:pt x="873" y="576"/>
                    <a:pt x="873" y="621"/>
                    <a:pt x="841" y="660"/>
                  </a:cubicBezTo>
                  <a:cubicBezTo>
                    <a:pt x="795" y="705"/>
                    <a:pt x="744" y="705"/>
                    <a:pt x="718" y="763"/>
                  </a:cubicBezTo>
                  <a:cubicBezTo>
                    <a:pt x="653" y="731"/>
                    <a:pt x="634" y="660"/>
                    <a:pt x="563" y="660"/>
                  </a:cubicBezTo>
                  <a:cubicBezTo>
                    <a:pt x="537" y="660"/>
                    <a:pt x="524" y="686"/>
                    <a:pt x="498" y="705"/>
                  </a:cubicBezTo>
                  <a:lnTo>
                    <a:pt x="498" y="705"/>
                  </a:lnTo>
                  <a:cubicBezTo>
                    <a:pt x="498" y="737"/>
                    <a:pt x="530" y="750"/>
                    <a:pt x="530" y="783"/>
                  </a:cubicBezTo>
                  <a:cubicBezTo>
                    <a:pt x="530" y="834"/>
                    <a:pt x="524" y="860"/>
                    <a:pt x="504" y="905"/>
                  </a:cubicBezTo>
                  <a:cubicBezTo>
                    <a:pt x="504" y="919"/>
                    <a:pt x="491" y="925"/>
                    <a:pt x="491" y="944"/>
                  </a:cubicBezTo>
                  <a:cubicBezTo>
                    <a:pt x="491" y="964"/>
                    <a:pt x="511" y="970"/>
                    <a:pt x="511" y="996"/>
                  </a:cubicBezTo>
                  <a:cubicBezTo>
                    <a:pt x="517" y="1028"/>
                    <a:pt x="491" y="1054"/>
                    <a:pt x="517" y="1080"/>
                  </a:cubicBezTo>
                  <a:cubicBezTo>
                    <a:pt x="530" y="1100"/>
                    <a:pt x="550" y="1093"/>
                    <a:pt x="569" y="1100"/>
                  </a:cubicBezTo>
                  <a:cubicBezTo>
                    <a:pt x="575" y="1106"/>
                    <a:pt x="575" y="1112"/>
                    <a:pt x="582" y="1119"/>
                  </a:cubicBezTo>
                  <a:cubicBezTo>
                    <a:pt x="601" y="1138"/>
                    <a:pt x="608" y="1158"/>
                    <a:pt x="608" y="1190"/>
                  </a:cubicBezTo>
                  <a:cubicBezTo>
                    <a:pt x="608" y="1319"/>
                    <a:pt x="608" y="1319"/>
                    <a:pt x="608" y="1319"/>
                  </a:cubicBezTo>
                  <a:cubicBezTo>
                    <a:pt x="608" y="1365"/>
                    <a:pt x="569" y="1384"/>
                    <a:pt x="524" y="1384"/>
                  </a:cubicBezTo>
                  <a:cubicBezTo>
                    <a:pt x="485" y="1384"/>
                    <a:pt x="459" y="1365"/>
                    <a:pt x="420" y="1365"/>
                  </a:cubicBezTo>
                  <a:cubicBezTo>
                    <a:pt x="407" y="1365"/>
                    <a:pt x="407" y="1391"/>
                    <a:pt x="401" y="1404"/>
                  </a:cubicBezTo>
                  <a:cubicBezTo>
                    <a:pt x="388" y="1423"/>
                    <a:pt x="382" y="1442"/>
                    <a:pt x="362" y="1455"/>
                  </a:cubicBezTo>
                  <a:cubicBezTo>
                    <a:pt x="343" y="1475"/>
                    <a:pt x="317" y="1475"/>
                    <a:pt x="297" y="1494"/>
                  </a:cubicBezTo>
                  <a:cubicBezTo>
                    <a:pt x="291" y="1500"/>
                    <a:pt x="291" y="1507"/>
                    <a:pt x="291" y="1513"/>
                  </a:cubicBezTo>
                  <a:cubicBezTo>
                    <a:pt x="259" y="1578"/>
                    <a:pt x="252" y="1610"/>
                    <a:pt x="226" y="1675"/>
                  </a:cubicBezTo>
                  <a:cubicBezTo>
                    <a:pt x="213" y="1720"/>
                    <a:pt x="200" y="1753"/>
                    <a:pt x="194" y="1798"/>
                  </a:cubicBezTo>
                  <a:cubicBezTo>
                    <a:pt x="194" y="1811"/>
                    <a:pt x="194" y="1824"/>
                    <a:pt x="187" y="1830"/>
                  </a:cubicBezTo>
                  <a:cubicBezTo>
                    <a:pt x="168" y="1895"/>
                    <a:pt x="136" y="1921"/>
                    <a:pt x="136" y="1979"/>
                  </a:cubicBezTo>
                  <a:cubicBezTo>
                    <a:pt x="136" y="2011"/>
                    <a:pt x="162" y="2024"/>
                    <a:pt x="162" y="2050"/>
                  </a:cubicBezTo>
                  <a:cubicBezTo>
                    <a:pt x="162" y="2069"/>
                    <a:pt x="149" y="2076"/>
                    <a:pt x="142" y="2095"/>
                  </a:cubicBezTo>
                  <a:cubicBezTo>
                    <a:pt x="136" y="2115"/>
                    <a:pt x="136" y="2128"/>
                    <a:pt x="123" y="2147"/>
                  </a:cubicBezTo>
                  <a:cubicBezTo>
                    <a:pt x="116" y="2160"/>
                    <a:pt x="110" y="2167"/>
                    <a:pt x="97" y="2180"/>
                  </a:cubicBezTo>
                  <a:cubicBezTo>
                    <a:pt x="97" y="2180"/>
                    <a:pt x="84" y="2180"/>
                    <a:pt x="84" y="2192"/>
                  </a:cubicBezTo>
                  <a:cubicBezTo>
                    <a:pt x="84" y="2205"/>
                    <a:pt x="91" y="2218"/>
                    <a:pt x="91" y="2231"/>
                  </a:cubicBezTo>
                  <a:cubicBezTo>
                    <a:pt x="91" y="2238"/>
                    <a:pt x="84" y="2238"/>
                    <a:pt x="84" y="2244"/>
                  </a:cubicBezTo>
                  <a:cubicBezTo>
                    <a:pt x="84" y="2251"/>
                    <a:pt x="91" y="2257"/>
                    <a:pt x="84" y="2270"/>
                  </a:cubicBezTo>
                  <a:cubicBezTo>
                    <a:pt x="77" y="2289"/>
                    <a:pt x="58" y="2296"/>
                    <a:pt x="39" y="2315"/>
                  </a:cubicBezTo>
                  <a:cubicBezTo>
                    <a:pt x="26" y="2341"/>
                    <a:pt x="32" y="2361"/>
                    <a:pt x="32" y="2393"/>
                  </a:cubicBezTo>
                  <a:cubicBezTo>
                    <a:pt x="32" y="2419"/>
                    <a:pt x="32" y="2438"/>
                    <a:pt x="19" y="2458"/>
                  </a:cubicBezTo>
                  <a:cubicBezTo>
                    <a:pt x="13" y="2477"/>
                    <a:pt x="0" y="2483"/>
                    <a:pt x="0" y="2503"/>
                  </a:cubicBezTo>
                  <a:cubicBezTo>
                    <a:pt x="0" y="2529"/>
                    <a:pt x="13" y="2535"/>
                    <a:pt x="19" y="2561"/>
                  </a:cubicBezTo>
                </a:path>
              </a:pathLst>
            </a:custGeom>
            <a:solidFill>
              <a:schemeClr val="bg1">
                <a:lumMod val="85000"/>
              </a:schemeClr>
            </a:solidFill>
            <a:ln w="28575" cap="flat" cmpd="sng">
              <a:solidFill>
                <a:schemeClr val="bg1"/>
              </a:solidFill>
              <a:bevel/>
              <a:headEnd/>
              <a:tailEnd/>
            </a:ln>
            <a:effec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a:p>
          </p:txBody>
        </p:sp>
        <p:sp>
          <p:nvSpPr>
            <p:cNvPr id="13" name="Freeform 89">
              <a:extLst>
                <a:ext uri="{FF2B5EF4-FFF2-40B4-BE49-F238E27FC236}">
                  <a16:creationId xmlns:a16="http://schemas.microsoft.com/office/drawing/2014/main" id="{0670E0D3-FD61-5E7C-7429-2629E45307FD}"/>
                </a:ext>
              </a:extLst>
            </p:cNvPr>
            <p:cNvSpPr>
              <a:spLocks noChangeArrowheads="1"/>
            </p:cNvSpPr>
            <p:nvPr/>
          </p:nvSpPr>
          <p:spPr bwMode="auto">
            <a:xfrm>
              <a:off x="3126377" y="3885066"/>
              <a:ext cx="2343339" cy="2347906"/>
            </a:xfrm>
            <a:custGeom>
              <a:avLst/>
              <a:gdLst>
                <a:gd name="T0" fmla="*/ 7 w 2342"/>
                <a:gd name="T1" fmla="*/ 181 h 2348"/>
                <a:gd name="T2" fmla="*/ 123 w 2342"/>
                <a:gd name="T3" fmla="*/ 200 h 2348"/>
                <a:gd name="T4" fmla="*/ 207 w 2342"/>
                <a:gd name="T5" fmla="*/ 187 h 2348"/>
                <a:gd name="T6" fmla="*/ 304 w 2342"/>
                <a:gd name="T7" fmla="*/ 136 h 2348"/>
                <a:gd name="T8" fmla="*/ 362 w 2342"/>
                <a:gd name="T9" fmla="*/ 200 h 2348"/>
                <a:gd name="T10" fmla="*/ 401 w 2342"/>
                <a:gd name="T11" fmla="*/ 343 h 2348"/>
                <a:gd name="T12" fmla="*/ 382 w 2342"/>
                <a:gd name="T13" fmla="*/ 349 h 2348"/>
                <a:gd name="T14" fmla="*/ 272 w 2342"/>
                <a:gd name="T15" fmla="*/ 323 h 2348"/>
                <a:gd name="T16" fmla="*/ 123 w 2342"/>
                <a:gd name="T17" fmla="*/ 414 h 2348"/>
                <a:gd name="T18" fmla="*/ 123 w 2342"/>
                <a:gd name="T19" fmla="*/ 381 h 2348"/>
                <a:gd name="T20" fmla="*/ 0 w 2342"/>
                <a:gd name="T21" fmla="*/ 291 h 2348"/>
                <a:gd name="T22" fmla="*/ 13 w 2342"/>
                <a:gd name="T23" fmla="*/ 213 h 2348"/>
                <a:gd name="T24" fmla="*/ 272 w 2342"/>
                <a:gd name="T25" fmla="*/ 459 h 2348"/>
                <a:gd name="T26" fmla="*/ 259 w 2342"/>
                <a:gd name="T27" fmla="*/ 433 h 2348"/>
                <a:gd name="T28" fmla="*/ 233 w 2342"/>
                <a:gd name="T29" fmla="*/ 478 h 2348"/>
                <a:gd name="T30" fmla="*/ 233 w 2342"/>
                <a:gd name="T31" fmla="*/ 537 h 2348"/>
                <a:gd name="T32" fmla="*/ 272 w 2342"/>
                <a:gd name="T33" fmla="*/ 459 h 2348"/>
                <a:gd name="T34" fmla="*/ 860 w 2342"/>
                <a:gd name="T35" fmla="*/ 440 h 2348"/>
                <a:gd name="T36" fmla="*/ 970 w 2342"/>
                <a:gd name="T37" fmla="*/ 614 h 2348"/>
                <a:gd name="T38" fmla="*/ 1158 w 2342"/>
                <a:gd name="T39" fmla="*/ 1190 h 2348"/>
                <a:gd name="T40" fmla="*/ 1119 w 2342"/>
                <a:gd name="T41" fmla="*/ 1403 h 2348"/>
                <a:gd name="T42" fmla="*/ 1138 w 2342"/>
                <a:gd name="T43" fmla="*/ 1545 h 2348"/>
                <a:gd name="T44" fmla="*/ 1248 w 2342"/>
                <a:gd name="T45" fmla="*/ 1552 h 2348"/>
                <a:gd name="T46" fmla="*/ 1391 w 2342"/>
                <a:gd name="T47" fmla="*/ 1642 h 2348"/>
                <a:gd name="T48" fmla="*/ 1423 w 2342"/>
                <a:gd name="T49" fmla="*/ 2063 h 2348"/>
                <a:gd name="T50" fmla="*/ 1423 w 2342"/>
                <a:gd name="T51" fmla="*/ 2257 h 2348"/>
                <a:gd name="T52" fmla="*/ 1332 w 2342"/>
                <a:gd name="T53" fmla="*/ 2257 h 2348"/>
                <a:gd name="T54" fmla="*/ 1442 w 2342"/>
                <a:gd name="T55" fmla="*/ 2347 h 2348"/>
                <a:gd name="T56" fmla="*/ 1500 w 2342"/>
                <a:gd name="T57" fmla="*/ 2270 h 2348"/>
                <a:gd name="T58" fmla="*/ 1675 w 2342"/>
                <a:gd name="T59" fmla="*/ 2063 h 2348"/>
                <a:gd name="T60" fmla="*/ 1779 w 2342"/>
                <a:gd name="T61" fmla="*/ 1966 h 2348"/>
                <a:gd name="T62" fmla="*/ 1908 w 2342"/>
                <a:gd name="T63" fmla="*/ 1882 h 2348"/>
                <a:gd name="T64" fmla="*/ 1895 w 2342"/>
                <a:gd name="T65" fmla="*/ 1804 h 2348"/>
                <a:gd name="T66" fmla="*/ 1908 w 2342"/>
                <a:gd name="T67" fmla="*/ 1714 h 2348"/>
                <a:gd name="T68" fmla="*/ 1979 w 2342"/>
                <a:gd name="T69" fmla="*/ 1675 h 2348"/>
                <a:gd name="T70" fmla="*/ 2031 w 2342"/>
                <a:gd name="T71" fmla="*/ 1545 h 2348"/>
                <a:gd name="T72" fmla="*/ 2089 w 2342"/>
                <a:gd name="T73" fmla="*/ 1390 h 2348"/>
                <a:gd name="T74" fmla="*/ 2063 w 2342"/>
                <a:gd name="T75" fmla="*/ 1287 h 2348"/>
                <a:gd name="T76" fmla="*/ 2134 w 2342"/>
                <a:gd name="T77" fmla="*/ 1216 h 2348"/>
                <a:gd name="T78" fmla="*/ 2095 w 2342"/>
                <a:gd name="T79" fmla="*/ 1190 h 2348"/>
                <a:gd name="T80" fmla="*/ 2180 w 2342"/>
                <a:gd name="T81" fmla="*/ 996 h 2348"/>
                <a:gd name="T82" fmla="*/ 2322 w 2342"/>
                <a:gd name="T83" fmla="*/ 808 h 2348"/>
                <a:gd name="T84" fmla="*/ 2335 w 2342"/>
                <a:gd name="T85" fmla="*/ 595 h 2348"/>
                <a:gd name="T86" fmla="*/ 2270 w 2342"/>
                <a:gd name="T87" fmla="*/ 459 h 2348"/>
                <a:gd name="T88" fmla="*/ 2128 w 2342"/>
                <a:gd name="T89" fmla="*/ 446 h 2348"/>
                <a:gd name="T90" fmla="*/ 1908 w 2342"/>
                <a:gd name="T91" fmla="*/ 401 h 2348"/>
                <a:gd name="T92" fmla="*/ 1766 w 2342"/>
                <a:gd name="T93" fmla="*/ 155 h 2348"/>
                <a:gd name="T94" fmla="*/ 1539 w 2342"/>
                <a:gd name="T95" fmla="*/ 116 h 2348"/>
                <a:gd name="T96" fmla="*/ 1248 w 2342"/>
                <a:gd name="T97" fmla="*/ 13 h 2348"/>
                <a:gd name="T98" fmla="*/ 1158 w 2342"/>
                <a:gd name="T99" fmla="*/ 0 h 2348"/>
                <a:gd name="T100" fmla="*/ 1100 w 2342"/>
                <a:gd name="T101" fmla="*/ 77 h 2348"/>
                <a:gd name="T102" fmla="*/ 1009 w 2342"/>
                <a:gd name="T103" fmla="*/ 252 h 2348"/>
                <a:gd name="T104" fmla="*/ 860 w 2342"/>
                <a:gd name="T105" fmla="*/ 440 h 2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42" h="2348">
                  <a:moveTo>
                    <a:pt x="7" y="181"/>
                  </a:moveTo>
                  <a:lnTo>
                    <a:pt x="7" y="181"/>
                  </a:lnTo>
                  <a:cubicBezTo>
                    <a:pt x="78" y="181"/>
                    <a:pt x="78" y="181"/>
                    <a:pt x="78" y="181"/>
                  </a:cubicBezTo>
                  <a:cubicBezTo>
                    <a:pt x="97" y="181"/>
                    <a:pt x="103" y="200"/>
                    <a:pt x="123" y="200"/>
                  </a:cubicBezTo>
                  <a:cubicBezTo>
                    <a:pt x="136" y="200"/>
                    <a:pt x="142" y="187"/>
                    <a:pt x="155" y="187"/>
                  </a:cubicBezTo>
                  <a:cubicBezTo>
                    <a:pt x="207" y="187"/>
                    <a:pt x="207" y="187"/>
                    <a:pt x="207" y="187"/>
                  </a:cubicBezTo>
                  <a:cubicBezTo>
                    <a:pt x="233" y="194"/>
                    <a:pt x="233" y="194"/>
                    <a:pt x="233" y="194"/>
                  </a:cubicBezTo>
                  <a:cubicBezTo>
                    <a:pt x="265" y="181"/>
                    <a:pt x="265" y="136"/>
                    <a:pt x="304" y="136"/>
                  </a:cubicBezTo>
                  <a:cubicBezTo>
                    <a:pt x="317" y="136"/>
                    <a:pt x="310" y="168"/>
                    <a:pt x="317" y="181"/>
                  </a:cubicBezTo>
                  <a:cubicBezTo>
                    <a:pt x="330" y="194"/>
                    <a:pt x="349" y="187"/>
                    <a:pt x="362" y="200"/>
                  </a:cubicBezTo>
                  <a:cubicBezTo>
                    <a:pt x="382" y="220"/>
                    <a:pt x="375" y="239"/>
                    <a:pt x="382" y="265"/>
                  </a:cubicBezTo>
                  <a:cubicBezTo>
                    <a:pt x="382" y="297"/>
                    <a:pt x="401" y="310"/>
                    <a:pt x="401" y="343"/>
                  </a:cubicBezTo>
                  <a:cubicBezTo>
                    <a:pt x="401" y="362"/>
                    <a:pt x="401" y="362"/>
                    <a:pt x="401" y="362"/>
                  </a:cubicBezTo>
                  <a:cubicBezTo>
                    <a:pt x="395" y="355"/>
                    <a:pt x="395" y="349"/>
                    <a:pt x="382" y="349"/>
                  </a:cubicBezTo>
                  <a:cubicBezTo>
                    <a:pt x="349" y="349"/>
                    <a:pt x="343" y="375"/>
                    <a:pt x="310" y="388"/>
                  </a:cubicBezTo>
                  <a:cubicBezTo>
                    <a:pt x="310" y="355"/>
                    <a:pt x="304" y="323"/>
                    <a:pt x="272" y="323"/>
                  </a:cubicBezTo>
                  <a:cubicBezTo>
                    <a:pt x="246" y="323"/>
                    <a:pt x="246" y="355"/>
                    <a:pt x="220" y="375"/>
                  </a:cubicBezTo>
                  <a:cubicBezTo>
                    <a:pt x="188" y="401"/>
                    <a:pt x="155" y="394"/>
                    <a:pt x="123" y="414"/>
                  </a:cubicBezTo>
                  <a:cubicBezTo>
                    <a:pt x="110" y="414"/>
                    <a:pt x="110" y="414"/>
                    <a:pt x="110" y="414"/>
                  </a:cubicBezTo>
                  <a:cubicBezTo>
                    <a:pt x="117" y="401"/>
                    <a:pt x="123" y="394"/>
                    <a:pt x="123" y="381"/>
                  </a:cubicBezTo>
                  <a:cubicBezTo>
                    <a:pt x="123" y="304"/>
                    <a:pt x="123" y="304"/>
                    <a:pt x="123" y="304"/>
                  </a:cubicBezTo>
                  <a:cubicBezTo>
                    <a:pt x="78" y="291"/>
                    <a:pt x="52" y="291"/>
                    <a:pt x="0" y="291"/>
                  </a:cubicBezTo>
                  <a:cubicBezTo>
                    <a:pt x="0" y="284"/>
                    <a:pt x="0" y="284"/>
                    <a:pt x="0" y="278"/>
                  </a:cubicBezTo>
                  <a:cubicBezTo>
                    <a:pt x="0" y="252"/>
                    <a:pt x="13" y="239"/>
                    <a:pt x="13" y="213"/>
                  </a:cubicBezTo>
                  <a:cubicBezTo>
                    <a:pt x="13" y="200"/>
                    <a:pt x="13" y="194"/>
                    <a:pt x="7" y="181"/>
                  </a:cubicBezTo>
                  <a:close/>
                  <a:moveTo>
                    <a:pt x="272" y="459"/>
                  </a:moveTo>
                  <a:lnTo>
                    <a:pt x="272" y="459"/>
                  </a:lnTo>
                  <a:cubicBezTo>
                    <a:pt x="272" y="446"/>
                    <a:pt x="265" y="440"/>
                    <a:pt x="259" y="433"/>
                  </a:cubicBezTo>
                  <a:cubicBezTo>
                    <a:pt x="246" y="440"/>
                    <a:pt x="246" y="440"/>
                    <a:pt x="246" y="440"/>
                  </a:cubicBezTo>
                  <a:cubicBezTo>
                    <a:pt x="246" y="453"/>
                    <a:pt x="246" y="465"/>
                    <a:pt x="233" y="478"/>
                  </a:cubicBezTo>
                  <a:cubicBezTo>
                    <a:pt x="226" y="491"/>
                    <a:pt x="207" y="491"/>
                    <a:pt x="207" y="504"/>
                  </a:cubicBezTo>
                  <a:cubicBezTo>
                    <a:pt x="207" y="517"/>
                    <a:pt x="226" y="524"/>
                    <a:pt x="233" y="537"/>
                  </a:cubicBezTo>
                  <a:cubicBezTo>
                    <a:pt x="239" y="562"/>
                    <a:pt x="239" y="575"/>
                    <a:pt x="252" y="601"/>
                  </a:cubicBezTo>
                  <a:cubicBezTo>
                    <a:pt x="272" y="550"/>
                    <a:pt x="272" y="511"/>
                    <a:pt x="272" y="459"/>
                  </a:cubicBezTo>
                  <a:close/>
                  <a:moveTo>
                    <a:pt x="860" y="440"/>
                  </a:moveTo>
                  <a:lnTo>
                    <a:pt x="860" y="440"/>
                  </a:lnTo>
                  <a:cubicBezTo>
                    <a:pt x="873" y="446"/>
                    <a:pt x="880" y="459"/>
                    <a:pt x="893" y="472"/>
                  </a:cubicBezTo>
                  <a:cubicBezTo>
                    <a:pt x="931" y="524"/>
                    <a:pt x="951" y="556"/>
                    <a:pt x="970" y="614"/>
                  </a:cubicBezTo>
                  <a:cubicBezTo>
                    <a:pt x="1009" y="705"/>
                    <a:pt x="1054" y="744"/>
                    <a:pt x="1093" y="841"/>
                  </a:cubicBezTo>
                  <a:cubicBezTo>
                    <a:pt x="1151" y="970"/>
                    <a:pt x="1158" y="1054"/>
                    <a:pt x="1158" y="1190"/>
                  </a:cubicBezTo>
                  <a:cubicBezTo>
                    <a:pt x="1158" y="1235"/>
                    <a:pt x="1158" y="1235"/>
                    <a:pt x="1158" y="1235"/>
                  </a:cubicBezTo>
                  <a:cubicBezTo>
                    <a:pt x="1158" y="1300"/>
                    <a:pt x="1125" y="1332"/>
                    <a:pt x="1119" y="1403"/>
                  </a:cubicBezTo>
                  <a:cubicBezTo>
                    <a:pt x="1119" y="1410"/>
                    <a:pt x="1119" y="1410"/>
                    <a:pt x="1119" y="1416"/>
                  </a:cubicBezTo>
                  <a:cubicBezTo>
                    <a:pt x="1119" y="1468"/>
                    <a:pt x="1125" y="1507"/>
                    <a:pt x="1138" y="1545"/>
                  </a:cubicBezTo>
                  <a:lnTo>
                    <a:pt x="1138" y="1545"/>
                  </a:lnTo>
                  <a:cubicBezTo>
                    <a:pt x="1177" y="1545"/>
                    <a:pt x="1203" y="1552"/>
                    <a:pt x="1248" y="1552"/>
                  </a:cubicBezTo>
                  <a:cubicBezTo>
                    <a:pt x="1384" y="1552"/>
                    <a:pt x="1384" y="1552"/>
                    <a:pt x="1384" y="1552"/>
                  </a:cubicBezTo>
                  <a:cubicBezTo>
                    <a:pt x="1391" y="1642"/>
                    <a:pt x="1391" y="1642"/>
                    <a:pt x="1391" y="1642"/>
                  </a:cubicBezTo>
                  <a:cubicBezTo>
                    <a:pt x="1391" y="1752"/>
                    <a:pt x="1391" y="1817"/>
                    <a:pt x="1391" y="1927"/>
                  </a:cubicBezTo>
                  <a:cubicBezTo>
                    <a:pt x="1391" y="1979"/>
                    <a:pt x="1416" y="2005"/>
                    <a:pt x="1423" y="2063"/>
                  </a:cubicBezTo>
                  <a:cubicBezTo>
                    <a:pt x="1429" y="2095"/>
                    <a:pt x="1423" y="2108"/>
                    <a:pt x="1423" y="2140"/>
                  </a:cubicBezTo>
                  <a:cubicBezTo>
                    <a:pt x="1423" y="2186"/>
                    <a:pt x="1429" y="2212"/>
                    <a:pt x="1423" y="2257"/>
                  </a:cubicBezTo>
                  <a:cubicBezTo>
                    <a:pt x="1332" y="2257"/>
                    <a:pt x="1332" y="2257"/>
                    <a:pt x="1332" y="2257"/>
                  </a:cubicBezTo>
                  <a:lnTo>
                    <a:pt x="1332" y="2257"/>
                  </a:lnTo>
                  <a:cubicBezTo>
                    <a:pt x="1332" y="2263"/>
                    <a:pt x="1371" y="2289"/>
                    <a:pt x="1397" y="2308"/>
                  </a:cubicBezTo>
                  <a:cubicBezTo>
                    <a:pt x="1416" y="2321"/>
                    <a:pt x="1416" y="2347"/>
                    <a:pt x="1442" y="2347"/>
                  </a:cubicBezTo>
                  <a:cubicBezTo>
                    <a:pt x="1455" y="2347"/>
                    <a:pt x="1468" y="2334"/>
                    <a:pt x="1475" y="2321"/>
                  </a:cubicBezTo>
                  <a:cubicBezTo>
                    <a:pt x="1481" y="2302"/>
                    <a:pt x="1488" y="2289"/>
                    <a:pt x="1500" y="2270"/>
                  </a:cubicBezTo>
                  <a:cubicBezTo>
                    <a:pt x="1526" y="2244"/>
                    <a:pt x="1539" y="2224"/>
                    <a:pt x="1565" y="2198"/>
                  </a:cubicBezTo>
                  <a:cubicBezTo>
                    <a:pt x="1611" y="2147"/>
                    <a:pt x="1643" y="2121"/>
                    <a:pt x="1675" y="2063"/>
                  </a:cubicBezTo>
                  <a:cubicBezTo>
                    <a:pt x="1688" y="2037"/>
                    <a:pt x="1682" y="2017"/>
                    <a:pt x="1701" y="1992"/>
                  </a:cubicBezTo>
                  <a:cubicBezTo>
                    <a:pt x="1720" y="1972"/>
                    <a:pt x="1753" y="1972"/>
                    <a:pt x="1779" y="1966"/>
                  </a:cubicBezTo>
                  <a:cubicBezTo>
                    <a:pt x="1804" y="1953"/>
                    <a:pt x="1824" y="1933"/>
                    <a:pt x="1850" y="1921"/>
                  </a:cubicBezTo>
                  <a:cubicBezTo>
                    <a:pt x="1876" y="1908"/>
                    <a:pt x="1908" y="1908"/>
                    <a:pt x="1908" y="1882"/>
                  </a:cubicBezTo>
                  <a:cubicBezTo>
                    <a:pt x="1908" y="1875"/>
                    <a:pt x="1902" y="1869"/>
                    <a:pt x="1902" y="1862"/>
                  </a:cubicBezTo>
                  <a:cubicBezTo>
                    <a:pt x="1895" y="1843"/>
                    <a:pt x="1895" y="1830"/>
                    <a:pt x="1895" y="1804"/>
                  </a:cubicBezTo>
                  <a:cubicBezTo>
                    <a:pt x="1895" y="1785"/>
                    <a:pt x="1895" y="1772"/>
                    <a:pt x="1902" y="1752"/>
                  </a:cubicBezTo>
                  <a:cubicBezTo>
                    <a:pt x="1902" y="1739"/>
                    <a:pt x="1902" y="1720"/>
                    <a:pt x="1908" y="1714"/>
                  </a:cubicBezTo>
                  <a:cubicBezTo>
                    <a:pt x="1914" y="1707"/>
                    <a:pt x="1934" y="1714"/>
                    <a:pt x="1940" y="1707"/>
                  </a:cubicBezTo>
                  <a:cubicBezTo>
                    <a:pt x="1960" y="1701"/>
                    <a:pt x="1966" y="1688"/>
                    <a:pt x="1979" y="1675"/>
                  </a:cubicBezTo>
                  <a:cubicBezTo>
                    <a:pt x="2005" y="1655"/>
                    <a:pt x="2031" y="1642"/>
                    <a:pt x="2031" y="1617"/>
                  </a:cubicBezTo>
                  <a:cubicBezTo>
                    <a:pt x="2031" y="1545"/>
                    <a:pt x="2031" y="1545"/>
                    <a:pt x="2031" y="1545"/>
                  </a:cubicBezTo>
                  <a:cubicBezTo>
                    <a:pt x="2031" y="1526"/>
                    <a:pt x="2024" y="1513"/>
                    <a:pt x="2031" y="1494"/>
                  </a:cubicBezTo>
                  <a:cubicBezTo>
                    <a:pt x="2050" y="1448"/>
                    <a:pt x="2089" y="1436"/>
                    <a:pt x="2089" y="1390"/>
                  </a:cubicBezTo>
                  <a:cubicBezTo>
                    <a:pt x="2089" y="1364"/>
                    <a:pt x="2089" y="1345"/>
                    <a:pt x="2076" y="1319"/>
                  </a:cubicBezTo>
                  <a:cubicBezTo>
                    <a:pt x="2076" y="1306"/>
                    <a:pt x="2063" y="1300"/>
                    <a:pt x="2063" y="1287"/>
                  </a:cubicBezTo>
                  <a:cubicBezTo>
                    <a:pt x="2063" y="1274"/>
                    <a:pt x="2076" y="1280"/>
                    <a:pt x="2076" y="1274"/>
                  </a:cubicBezTo>
                  <a:cubicBezTo>
                    <a:pt x="2095" y="1248"/>
                    <a:pt x="2115" y="1235"/>
                    <a:pt x="2134" y="1216"/>
                  </a:cubicBezTo>
                  <a:lnTo>
                    <a:pt x="2134" y="1216"/>
                  </a:lnTo>
                  <a:cubicBezTo>
                    <a:pt x="2128" y="1203"/>
                    <a:pt x="2115" y="1196"/>
                    <a:pt x="2095" y="1190"/>
                  </a:cubicBezTo>
                  <a:cubicBezTo>
                    <a:pt x="2089" y="1170"/>
                    <a:pt x="2089" y="1170"/>
                    <a:pt x="2089" y="1170"/>
                  </a:cubicBezTo>
                  <a:cubicBezTo>
                    <a:pt x="2134" y="1112"/>
                    <a:pt x="2128" y="1054"/>
                    <a:pt x="2180" y="996"/>
                  </a:cubicBezTo>
                  <a:cubicBezTo>
                    <a:pt x="2212" y="963"/>
                    <a:pt x="2264" y="996"/>
                    <a:pt x="2302" y="957"/>
                  </a:cubicBezTo>
                  <a:cubicBezTo>
                    <a:pt x="2335" y="918"/>
                    <a:pt x="2322" y="866"/>
                    <a:pt x="2322" y="808"/>
                  </a:cubicBezTo>
                  <a:cubicBezTo>
                    <a:pt x="2322" y="737"/>
                    <a:pt x="2302" y="679"/>
                    <a:pt x="2238" y="646"/>
                  </a:cubicBezTo>
                  <a:cubicBezTo>
                    <a:pt x="2264" y="614"/>
                    <a:pt x="2290" y="595"/>
                    <a:pt x="2335" y="595"/>
                  </a:cubicBezTo>
                  <a:cubicBezTo>
                    <a:pt x="2335" y="543"/>
                    <a:pt x="2341" y="517"/>
                    <a:pt x="2335" y="465"/>
                  </a:cubicBezTo>
                  <a:cubicBezTo>
                    <a:pt x="2309" y="465"/>
                    <a:pt x="2296" y="459"/>
                    <a:pt x="2270" y="459"/>
                  </a:cubicBezTo>
                  <a:cubicBezTo>
                    <a:pt x="2231" y="459"/>
                    <a:pt x="2218" y="498"/>
                    <a:pt x="2180" y="498"/>
                  </a:cubicBezTo>
                  <a:cubicBezTo>
                    <a:pt x="2154" y="498"/>
                    <a:pt x="2154" y="446"/>
                    <a:pt x="2128" y="446"/>
                  </a:cubicBezTo>
                  <a:cubicBezTo>
                    <a:pt x="2076" y="446"/>
                    <a:pt x="2057" y="498"/>
                    <a:pt x="2005" y="498"/>
                  </a:cubicBezTo>
                  <a:cubicBezTo>
                    <a:pt x="1947" y="498"/>
                    <a:pt x="1934" y="446"/>
                    <a:pt x="1908" y="401"/>
                  </a:cubicBezTo>
                  <a:cubicBezTo>
                    <a:pt x="1876" y="336"/>
                    <a:pt x="1869" y="291"/>
                    <a:pt x="1850" y="220"/>
                  </a:cubicBezTo>
                  <a:cubicBezTo>
                    <a:pt x="1837" y="181"/>
                    <a:pt x="1798" y="174"/>
                    <a:pt x="1766" y="155"/>
                  </a:cubicBezTo>
                  <a:cubicBezTo>
                    <a:pt x="1720" y="123"/>
                    <a:pt x="1701" y="90"/>
                    <a:pt x="1649" y="90"/>
                  </a:cubicBezTo>
                  <a:cubicBezTo>
                    <a:pt x="1604" y="90"/>
                    <a:pt x="1585" y="103"/>
                    <a:pt x="1539" y="116"/>
                  </a:cubicBezTo>
                  <a:cubicBezTo>
                    <a:pt x="1488" y="116"/>
                    <a:pt x="1455" y="123"/>
                    <a:pt x="1403" y="103"/>
                  </a:cubicBezTo>
                  <a:cubicBezTo>
                    <a:pt x="1339" y="77"/>
                    <a:pt x="1313" y="32"/>
                    <a:pt x="1248" y="13"/>
                  </a:cubicBezTo>
                  <a:cubicBezTo>
                    <a:pt x="1216" y="6"/>
                    <a:pt x="1190" y="19"/>
                    <a:pt x="1158" y="0"/>
                  </a:cubicBezTo>
                  <a:lnTo>
                    <a:pt x="1158" y="0"/>
                  </a:lnTo>
                  <a:lnTo>
                    <a:pt x="1158" y="0"/>
                  </a:lnTo>
                  <a:cubicBezTo>
                    <a:pt x="1138" y="32"/>
                    <a:pt x="1125" y="45"/>
                    <a:pt x="1100" y="77"/>
                  </a:cubicBezTo>
                  <a:cubicBezTo>
                    <a:pt x="1061" y="123"/>
                    <a:pt x="1061" y="162"/>
                    <a:pt x="1035" y="220"/>
                  </a:cubicBezTo>
                  <a:cubicBezTo>
                    <a:pt x="1028" y="233"/>
                    <a:pt x="1022" y="239"/>
                    <a:pt x="1009" y="252"/>
                  </a:cubicBezTo>
                  <a:cubicBezTo>
                    <a:pt x="970" y="304"/>
                    <a:pt x="944" y="330"/>
                    <a:pt x="905" y="375"/>
                  </a:cubicBezTo>
                  <a:cubicBezTo>
                    <a:pt x="886" y="394"/>
                    <a:pt x="873" y="414"/>
                    <a:pt x="860" y="440"/>
                  </a:cubicBezTo>
                  <a:close/>
                </a:path>
              </a:pathLst>
            </a:custGeom>
            <a:solidFill>
              <a:schemeClr val="bg1">
                <a:lumMod val="85000"/>
              </a:schemeClr>
            </a:solidFill>
            <a:ln w="28575" cap="flat" cmpd="sng">
              <a:solidFill>
                <a:schemeClr val="bg1"/>
              </a:solidFill>
              <a:bevel/>
              <a:headEnd/>
              <a:tailEnd/>
            </a:ln>
            <a:effec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a:p>
          </p:txBody>
        </p:sp>
        <p:sp>
          <p:nvSpPr>
            <p:cNvPr id="14" name="Freeform 90">
              <a:extLst>
                <a:ext uri="{FF2B5EF4-FFF2-40B4-BE49-F238E27FC236}">
                  <a16:creationId xmlns:a16="http://schemas.microsoft.com/office/drawing/2014/main" id="{6730DE9A-8320-D032-B794-10259D3B8A66}"/>
                </a:ext>
              </a:extLst>
            </p:cNvPr>
            <p:cNvSpPr>
              <a:spLocks noChangeArrowheads="1"/>
            </p:cNvSpPr>
            <p:nvPr/>
          </p:nvSpPr>
          <p:spPr bwMode="auto">
            <a:xfrm>
              <a:off x="5813935" y="6616936"/>
              <a:ext cx="4558702" cy="3760181"/>
            </a:xfrm>
            <a:custGeom>
              <a:avLst/>
              <a:gdLst>
                <a:gd name="T0" fmla="*/ 4469 w 4554"/>
                <a:gd name="T1" fmla="*/ 3168 h 3757"/>
                <a:gd name="T2" fmla="*/ 4450 w 4554"/>
                <a:gd name="T3" fmla="*/ 3329 h 3757"/>
                <a:gd name="T4" fmla="*/ 4553 w 4554"/>
                <a:gd name="T5" fmla="*/ 3329 h 3757"/>
                <a:gd name="T6" fmla="*/ 4495 w 4554"/>
                <a:gd name="T7" fmla="*/ 3116 h 3757"/>
                <a:gd name="T8" fmla="*/ 2154 w 4554"/>
                <a:gd name="T9" fmla="*/ 3155 h 3757"/>
                <a:gd name="T10" fmla="*/ 2328 w 4554"/>
                <a:gd name="T11" fmla="*/ 3239 h 3757"/>
                <a:gd name="T12" fmla="*/ 2567 w 4554"/>
                <a:gd name="T13" fmla="*/ 3510 h 3757"/>
                <a:gd name="T14" fmla="*/ 2846 w 4554"/>
                <a:gd name="T15" fmla="*/ 3627 h 3757"/>
                <a:gd name="T16" fmla="*/ 3143 w 4554"/>
                <a:gd name="T17" fmla="*/ 3517 h 3757"/>
                <a:gd name="T18" fmla="*/ 3376 w 4554"/>
                <a:gd name="T19" fmla="*/ 3633 h 3757"/>
                <a:gd name="T20" fmla="*/ 3622 w 4554"/>
                <a:gd name="T21" fmla="*/ 3750 h 3757"/>
                <a:gd name="T22" fmla="*/ 3570 w 4554"/>
                <a:gd name="T23" fmla="*/ 3459 h 3757"/>
                <a:gd name="T24" fmla="*/ 3447 w 4554"/>
                <a:gd name="T25" fmla="*/ 3271 h 3757"/>
                <a:gd name="T26" fmla="*/ 3227 w 4554"/>
                <a:gd name="T27" fmla="*/ 3135 h 3757"/>
                <a:gd name="T28" fmla="*/ 3266 w 4554"/>
                <a:gd name="T29" fmla="*/ 3045 h 3757"/>
                <a:gd name="T30" fmla="*/ 3305 w 4554"/>
                <a:gd name="T31" fmla="*/ 2941 h 3757"/>
                <a:gd name="T32" fmla="*/ 3311 w 4554"/>
                <a:gd name="T33" fmla="*/ 2670 h 3757"/>
                <a:gd name="T34" fmla="*/ 3311 w 4554"/>
                <a:gd name="T35" fmla="*/ 2372 h 3757"/>
                <a:gd name="T36" fmla="*/ 3357 w 4554"/>
                <a:gd name="T37" fmla="*/ 2133 h 3757"/>
                <a:gd name="T38" fmla="*/ 3350 w 4554"/>
                <a:gd name="T39" fmla="*/ 2075 h 3757"/>
                <a:gd name="T40" fmla="*/ 3201 w 4554"/>
                <a:gd name="T41" fmla="*/ 1538 h 3757"/>
                <a:gd name="T42" fmla="*/ 3298 w 4554"/>
                <a:gd name="T43" fmla="*/ 1370 h 3757"/>
                <a:gd name="T44" fmla="*/ 3285 w 4554"/>
                <a:gd name="T45" fmla="*/ 1027 h 3757"/>
                <a:gd name="T46" fmla="*/ 3130 w 4554"/>
                <a:gd name="T47" fmla="*/ 1014 h 3757"/>
                <a:gd name="T48" fmla="*/ 3098 w 4554"/>
                <a:gd name="T49" fmla="*/ 1506 h 3757"/>
                <a:gd name="T50" fmla="*/ 2917 w 4554"/>
                <a:gd name="T51" fmla="*/ 1266 h 3757"/>
                <a:gd name="T52" fmla="*/ 2671 w 4554"/>
                <a:gd name="T53" fmla="*/ 1098 h 3757"/>
                <a:gd name="T54" fmla="*/ 2522 w 4554"/>
                <a:gd name="T55" fmla="*/ 1143 h 3757"/>
                <a:gd name="T56" fmla="*/ 2497 w 4554"/>
                <a:gd name="T57" fmla="*/ 891 h 3757"/>
                <a:gd name="T58" fmla="*/ 2645 w 4554"/>
                <a:gd name="T59" fmla="*/ 671 h 3757"/>
                <a:gd name="T60" fmla="*/ 2451 w 4554"/>
                <a:gd name="T61" fmla="*/ 549 h 3757"/>
                <a:gd name="T62" fmla="*/ 2406 w 4554"/>
                <a:gd name="T63" fmla="*/ 381 h 3757"/>
                <a:gd name="T64" fmla="*/ 2179 w 4554"/>
                <a:gd name="T65" fmla="*/ 194 h 3757"/>
                <a:gd name="T66" fmla="*/ 2063 w 4554"/>
                <a:gd name="T67" fmla="*/ 0 h 3757"/>
                <a:gd name="T68" fmla="*/ 1960 w 4554"/>
                <a:gd name="T69" fmla="*/ 155 h 3757"/>
                <a:gd name="T70" fmla="*/ 1876 w 4554"/>
                <a:gd name="T71" fmla="*/ 233 h 3757"/>
                <a:gd name="T72" fmla="*/ 1701 w 4554"/>
                <a:gd name="T73" fmla="*/ 181 h 3757"/>
                <a:gd name="T74" fmla="*/ 1565 w 4554"/>
                <a:gd name="T75" fmla="*/ 246 h 3757"/>
                <a:gd name="T76" fmla="*/ 1319 w 4554"/>
                <a:gd name="T77" fmla="*/ 252 h 3757"/>
                <a:gd name="T78" fmla="*/ 1196 w 4554"/>
                <a:gd name="T79" fmla="*/ 116 h 3757"/>
                <a:gd name="T80" fmla="*/ 1061 w 4554"/>
                <a:gd name="T81" fmla="*/ 142 h 3757"/>
                <a:gd name="T82" fmla="*/ 938 w 4554"/>
                <a:gd name="T83" fmla="*/ 187 h 3757"/>
                <a:gd name="T84" fmla="*/ 854 w 4554"/>
                <a:gd name="T85" fmla="*/ 310 h 3757"/>
                <a:gd name="T86" fmla="*/ 705 w 4554"/>
                <a:gd name="T87" fmla="*/ 97 h 3757"/>
                <a:gd name="T88" fmla="*/ 530 w 4554"/>
                <a:gd name="T89" fmla="*/ 362 h 3757"/>
                <a:gd name="T90" fmla="*/ 394 w 4554"/>
                <a:gd name="T91" fmla="*/ 414 h 3757"/>
                <a:gd name="T92" fmla="*/ 97 w 4554"/>
                <a:gd name="T93" fmla="*/ 362 h 3757"/>
                <a:gd name="T94" fmla="*/ 45 w 4554"/>
                <a:gd name="T95" fmla="*/ 349 h 3757"/>
                <a:gd name="T96" fmla="*/ 32 w 4554"/>
                <a:gd name="T97" fmla="*/ 621 h 3757"/>
                <a:gd name="T98" fmla="*/ 162 w 4554"/>
                <a:gd name="T99" fmla="*/ 827 h 3757"/>
                <a:gd name="T100" fmla="*/ 252 w 4554"/>
                <a:gd name="T101" fmla="*/ 1040 h 3757"/>
                <a:gd name="T102" fmla="*/ 362 w 4554"/>
                <a:gd name="T103" fmla="*/ 1215 h 3757"/>
                <a:gd name="T104" fmla="*/ 336 w 4554"/>
                <a:gd name="T105" fmla="*/ 1409 h 3757"/>
                <a:gd name="T106" fmla="*/ 420 w 4554"/>
                <a:gd name="T107" fmla="*/ 1590 h 3757"/>
                <a:gd name="T108" fmla="*/ 453 w 4554"/>
                <a:gd name="T109" fmla="*/ 1745 h 3757"/>
                <a:gd name="T110" fmla="*/ 698 w 4554"/>
                <a:gd name="T111" fmla="*/ 1887 h 3757"/>
                <a:gd name="T112" fmla="*/ 686 w 4554"/>
                <a:gd name="T113" fmla="*/ 2139 h 3757"/>
                <a:gd name="T114" fmla="*/ 686 w 4554"/>
                <a:gd name="T115" fmla="*/ 2340 h 3757"/>
                <a:gd name="T116" fmla="*/ 938 w 4554"/>
                <a:gd name="T117" fmla="*/ 2489 h 3757"/>
                <a:gd name="T118" fmla="*/ 1145 w 4554"/>
                <a:gd name="T119" fmla="*/ 2586 h 3757"/>
                <a:gd name="T120" fmla="*/ 1591 w 4554"/>
                <a:gd name="T121" fmla="*/ 2709 h 3757"/>
                <a:gd name="T122" fmla="*/ 1908 w 4554"/>
                <a:gd name="T123" fmla="*/ 2954 h 3757"/>
                <a:gd name="T124" fmla="*/ 2154 w 4554"/>
                <a:gd name="T125" fmla="*/ 3155 h 37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554" h="3757">
                  <a:moveTo>
                    <a:pt x="4469" y="3090"/>
                  </a:moveTo>
                  <a:lnTo>
                    <a:pt x="4469" y="3090"/>
                  </a:lnTo>
                  <a:cubicBezTo>
                    <a:pt x="4469" y="3168"/>
                    <a:pt x="4469" y="3168"/>
                    <a:pt x="4469" y="3168"/>
                  </a:cubicBezTo>
                  <a:cubicBezTo>
                    <a:pt x="4469" y="3206"/>
                    <a:pt x="4398" y="3187"/>
                    <a:pt x="4398" y="3219"/>
                  </a:cubicBezTo>
                  <a:cubicBezTo>
                    <a:pt x="4398" y="3245"/>
                    <a:pt x="4411" y="3265"/>
                    <a:pt x="4424" y="3290"/>
                  </a:cubicBezTo>
                  <a:cubicBezTo>
                    <a:pt x="4437" y="3303"/>
                    <a:pt x="4430" y="3329"/>
                    <a:pt x="4450" y="3329"/>
                  </a:cubicBezTo>
                  <a:cubicBezTo>
                    <a:pt x="4456" y="3329"/>
                    <a:pt x="4463" y="3323"/>
                    <a:pt x="4475" y="3323"/>
                  </a:cubicBezTo>
                  <a:cubicBezTo>
                    <a:pt x="4527" y="3329"/>
                    <a:pt x="4527" y="3329"/>
                    <a:pt x="4527" y="3329"/>
                  </a:cubicBezTo>
                  <a:cubicBezTo>
                    <a:pt x="4553" y="3329"/>
                    <a:pt x="4553" y="3329"/>
                    <a:pt x="4553" y="3329"/>
                  </a:cubicBezTo>
                  <a:cubicBezTo>
                    <a:pt x="4514" y="3239"/>
                    <a:pt x="4514" y="3239"/>
                    <a:pt x="4514" y="3239"/>
                  </a:cubicBezTo>
                  <a:cubicBezTo>
                    <a:pt x="4527" y="3213"/>
                    <a:pt x="4527" y="3213"/>
                    <a:pt x="4527" y="3213"/>
                  </a:cubicBezTo>
                  <a:cubicBezTo>
                    <a:pt x="4514" y="3174"/>
                    <a:pt x="4501" y="3155"/>
                    <a:pt x="4495" y="3116"/>
                  </a:cubicBezTo>
                  <a:cubicBezTo>
                    <a:pt x="4495" y="3097"/>
                    <a:pt x="4495" y="3051"/>
                    <a:pt x="4475" y="3064"/>
                  </a:cubicBezTo>
                  <a:cubicBezTo>
                    <a:pt x="4469" y="3071"/>
                    <a:pt x="4469" y="3083"/>
                    <a:pt x="4469" y="3090"/>
                  </a:cubicBezTo>
                  <a:close/>
                  <a:moveTo>
                    <a:pt x="2154" y="3155"/>
                  </a:moveTo>
                  <a:lnTo>
                    <a:pt x="2154" y="3155"/>
                  </a:lnTo>
                  <a:cubicBezTo>
                    <a:pt x="2205" y="3174"/>
                    <a:pt x="2231" y="3174"/>
                    <a:pt x="2277" y="3187"/>
                  </a:cubicBezTo>
                  <a:cubicBezTo>
                    <a:pt x="2302" y="3193"/>
                    <a:pt x="2309" y="3219"/>
                    <a:pt x="2328" y="3239"/>
                  </a:cubicBezTo>
                  <a:cubicBezTo>
                    <a:pt x="2354" y="3265"/>
                    <a:pt x="2374" y="3284"/>
                    <a:pt x="2399" y="3316"/>
                  </a:cubicBezTo>
                  <a:cubicBezTo>
                    <a:pt x="2438" y="3362"/>
                    <a:pt x="2477" y="3381"/>
                    <a:pt x="2516" y="3420"/>
                  </a:cubicBezTo>
                  <a:cubicBezTo>
                    <a:pt x="2542" y="3452"/>
                    <a:pt x="2542" y="3478"/>
                    <a:pt x="2567" y="3510"/>
                  </a:cubicBezTo>
                  <a:cubicBezTo>
                    <a:pt x="2587" y="3536"/>
                    <a:pt x="2613" y="3536"/>
                    <a:pt x="2639" y="3549"/>
                  </a:cubicBezTo>
                  <a:cubicBezTo>
                    <a:pt x="2684" y="3569"/>
                    <a:pt x="2716" y="3581"/>
                    <a:pt x="2768" y="3594"/>
                  </a:cubicBezTo>
                  <a:cubicBezTo>
                    <a:pt x="2794" y="3607"/>
                    <a:pt x="2813" y="3627"/>
                    <a:pt x="2846" y="3627"/>
                  </a:cubicBezTo>
                  <a:cubicBezTo>
                    <a:pt x="2878" y="3627"/>
                    <a:pt x="2891" y="3607"/>
                    <a:pt x="2923" y="3594"/>
                  </a:cubicBezTo>
                  <a:cubicBezTo>
                    <a:pt x="2975" y="3575"/>
                    <a:pt x="3007" y="3562"/>
                    <a:pt x="3059" y="3543"/>
                  </a:cubicBezTo>
                  <a:cubicBezTo>
                    <a:pt x="3092" y="3536"/>
                    <a:pt x="3111" y="3517"/>
                    <a:pt x="3143" y="3517"/>
                  </a:cubicBezTo>
                  <a:cubicBezTo>
                    <a:pt x="3162" y="3517"/>
                    <a:pt x="3169" y="3536"/>
                    <a:pt x="3182" y="3549"/>
                  </a:cubicBezTo>
                  <a:cubicBezTo>
                    <a:pt x="3214" y="3569"/>
                    <a:pt x="3234" y="3575"/>
                    <a:pt x="3273" y="3588"/>
                  </a:cubicBezTo>
                  <a:cubicBezTo>
                    <a:pt x="3311" y="3601"/>
                    <a:pt x="3337" y="3614"/>
                    <a:pt x="3376" y="3633"/>
                  </a:cubicBezTo>
                  <a:cubicBezTo>
                    <a:pt x="3415" y="3659"/>
                    <a:pt x="3447" y="3659"/>
                    <a:pt x="3486" y="3691"/>
                  </a:cubicBezTo>
                  <a:cubicBezTo>
                    <a:pt x="3518" y="3724"/>
                    <a:pt x="3544" y="3756"/>
                    <a:pt x="3589" y="3756"/>
                  </a:cubicBezTo>
                  <a:cubicBezTo>
                    <a:pt x="3602" y="3756"/>
                    <a:pt x="3609" y="3750"/>
                    <a:pt x="3622" y="3750"/>
                  </a:cubicBezTo>
                  <a:cubicBezTo>
                    <a:pt x="3564" y="3620"/>
                    <a:pt x="3564" y="3620"/>
                    <a:pt x="3564" y="3620"/>
                  </a:cubicBezTo>
                  <a:cubicBezTo>
                    <a:pt x="3583" y="3594"/>
                    <a:pt x="3596" y="3569"/>
                    <a:pt x="3596" y="3536"/>
                  </a:cubicBezTo>
                  <a:cubicBezTo>
                    <a:pt x="3596" y="3504"/>
                    <a:pt x="3570" y="3491"/>
                    <a:pt x="3570" y="3459"/>
                  </a:cubicBezTo>
                  <a:cubicBezTo>
                    <a:pt x="3570" y="3433"/>
                    <a:pt x="3583" y="3413"/>
                    <a:pt x="3589" y="3387"/>
                  </a:cubicBezTo>
                  <a:lnTo>
                    <a:pt x="3589" y="3387"/>
                  </a:lnTo>
                  <a:cubicBezTo>
                    <a:pt x="3538" y="3355"/>
                    <a:pt x="3499" y="3323"/>
                    <a:pt x="3447" y="3271"/>
                  </a:cubicBezTo>
                  <a:cubicBezTo>
                    <a:pt x="3421" y="3245"/>
                    <a:pt x="3395" y="3239"/>
                    <a:pt x="3369" y="3213"/>
                  </a:cubicBezTo>
                  <a:cubicBezTo>
                    <a:pt x="3344" y="3168"/>
                    <a:pt x="3318" y="3129"/>
                    <a:pt x="3266" y="3129"/>
                  </a:cubicBezTo>
                  <a:cubicBezTo>
                    <a:pt x="3253" y="3129"/>
                    <a:pt x="3247" y="3135"/>
                    <a:pt x="3227" y="3135"/>
                  </a:cubicBezTo>
                  <a:cubicBezTo>
                    <a:pt x="3214" y="3135"/>
                    <a:pt x="3201" y="3129"/>
                    <a:pt x="3188" y="3122"/>
                  </a:cubicBezTo>
                  <a:cubicBezTo>
                    <a:pt x="3195" y="3097"/>
                    <a:pt x="3214" y="3097"/>
                    <a:pt x="3227" y="3077"/>
                  </a:cubicBezTo>
                  <a:cubicBezTo>
                    <a:pt x="3240" y="3064"/>
                    <a:pt x="3247" y="3045"/>
                    <a:pt x="3266" y="3045"/>
                  </a:cubicBezTo>
                  <a:cubicBezTo>
                    <a:pt x="3285" y="3045"/>
                    <a:pt x="3298" y="3064"/>
                    <a:pt x="3311" y="3077"/>
                  </a:cubicBezTo>
                  <a:cubicBezTo>
                    <a:pt x="3311" y="3045"/>
                    <a:pt x="3311" y="3045"/>
                    <a:pt x="3311" y="3045"/>
                  </a:cubicBezTo>
                  <a:cubicBezTo>
                    <a:pt x="3305" y="2941"/>
                    <a:pt x="3305" y="2941"/>
                    <a:pt x="3305" y="2941"/>
                  </a:cubicBezTo>
                  <a:cubicBezTo>
                    <a:pt x="3305" y="2877"/>
                    <a:pt x="3305" y="2877"/>
                    <a:pt x="3305" y="2877"/>
                  </a:cubicBezTo>
                  <a:cubicBezTo>
                    <a:pt x="3305" y="2838"/>
                    <a:pt x="3318" y="2812"/>
                    <a:pt x="3318" y="2773"/>
                  </a:cubicBezTo>
                  <a:cubicBezTo>
                    <a:pt x="3318" y="2734"/>
                    <a:pt x="3311" y="2709"/>
                    <a:pt x="3311" y="2670"/>
                  </a:cubicBezTo>
                  <a:cubicBezTo>
                    <a:pt x="3311" y="2527"/>
                    <a:pt x="3311" y="2527"/>
                    <a:pt x="3311" y="2527"/>
                  </a:cubicBezTo>
                  <a:cubicBezTo>
                    <a:pt x="3305" y="2456"/>
                    <a:pt x="3305" y="2456"/>
                    <a:pt x="3305" y="2456"/>
                  </a:cubicBezTo>
                  <a:cubicBezTo>
                    <a:pt x="3311" y="2424"/>
                    <a:pt x="3311" y="2411"/>
                    <a:pt x="3311" y="2372"/>
                  </a:cubicBezTo>
                  <a:cubicBezTo>
                    <a:pt x="3311" y="2262"/>
                    <a:pt x="3311" y="2262"/>
                    <a:pt x="3311" y="2262"/>
                  </a:cubicBezTo>
                  <a:cubicBezTo>
                    <a:pt x="3311" y="2230"/>
                    <a:pt x="3311" y="2210"/>
                    <a:pt x="3324" y="2178"/>
                  </a:cubicBezTo>
                  <a:cubicBezTo>
                    <a:pt x="3331" y="2159"/>
                    <a:pt x="3357" y="2152"/>
                    <a:pt x="3357" y="2133"/>
                  </a:cubicBezTo>
                  <a:cubicBezTo>
                    <a:pt x="3357" y="2126"/>
                    <a:pt x="3350" y="2126"/>
                    <a:pt x="3350" y="2120"/>
                  </a:cubicBezTo>
                  <a:cubicBezTo>
                    <a:pt x="3324" y="2120"/>
                    <a:pt x="3305" y="2126"/>
                    <a:pt x="3279" y="2114"/>
                  </a:cubicBezTo>
                  <a:cubicBezTo>
                    <a:pt x="3298" y="2088"/>
                    <a:pt x="3318" y="2081"/>
                    <a:pt x="3350" y="2075"/>
                  </a:cubicBezTo>
                  <a:cubicBezTo>
                    <a:pt x="3337" y="2017"/>
                    <a:pt x="3285" y="2017"/>
                    <a:pt x="3253" y="1971"/>
                  </a:cubicBezTo>
                  <a:cubicBezTo>
                    <a:pt x="3182" y="1894"/>
                    <a:pt x="3143" y="1829"/>
                    <a:pt x="3143" y="1726"/>
                  </a:cubicBezTo>
                  <a:cubicBezTo>
                    <a:pt x="3143" y="1648"/>
                    <a:pt x="3201" y="1615"/>
                    <a:pt x="3201" y="1538"/>
                  </a:cubicBezTo>
                  <a:cubicBezTo>
                    <a:pt x="3195" y="1493"/>
                    <a:pt x="3201" y="1467"/>
                    <a:pt x="3221" y="1422"/>
                  </a:cubicBezTo>
                  <a:cubicBezTo>
                    <a:pt x="3234" y="1396"/>
                    <a:pt x="3247" y="1363"/>
                    <a:pt x="3279" y="1363"/>
                  </a:cubicBezTo>
                  <a:cubicBezTo>
                    <a:pt x="3285" y="1363"/>
                    <a:pt x="3292" y="1370"/>
                    <a:pt x="3298" y="1370"/>
                  </a:cubicBezTo>
                  <a:cubicBezTo>
                    <a:pt x="3266" y="1279"/>
                    <a:pt x="3234" y="1227"/>
                    <a:pt x="3234" y="1131"/>
                  </a:cubicBezTo>
                  <a:cubicBezTo>
                    <a:pt x="3234" y="1085"/>
                    <a:pt x="3260" y="1072"/>
                    <a:pt x="3285" y="1027"/>
                  </a:cubicBezTo>
                  <a:lnTo>
                    <a:pt x="3285" y="1027"/>
                  </a:lnTo>
                  <a:cubicBezTo>
                    <a:pt x="3273" y="1027"/>
                    <a:pt x="3279" y="1027"/>
                    <a:pt x="3266" y="1027"/>
                  </a:cubicBezTo>
                  <a:cubicBezTo>
                    <a:pt x="3247" y="1027"/>
                    <a:pt x="3240" y="1034"/>
                    <a:pt x="3221" y="1034"/>
                  </a:cubicBezTo>
                  <a:cubicBezTo>
                    <a:pt x="3188" y="1034"/>
                    <a:pt x="3169" y="1021"/>
                    <a:pt x="3130" y="1014"/>
                  </a:cubicBezTo>
                  <a:cubicBezTo>
                    <a:pt x="3130" y="1085"/>
                    <a:pt x="3124" y="1124"/>
                    <a:pt x="3098" y="1189"/>
                  </a:cubicBezTo>
                  <a:cubicBezTo>
                    <a:pt x="3150" y="1376"/>
                    <a:pt x="3150" y="1376"/>
                    <a:pt x="3150" y="1376"/>
                  </a:cubicBezTo>
                  <a:cubicBezTo>
                    <a:pt x="3143" y="1428"/>
                    <a:pt x="3137" y="1467"/>
                    <a:pt x="3098" y="1506"/>
                  </a:cubicBezTo>
                  <a:cubicBezTo>
                    <a:pt x="3059" y="1480"/>
                    <a:pt x="3053" y="1454"/>
                    <a:pt x="3027" y="1415"/>
                  </a:cubicBezTo>
                  <a:cubicBezTo>
                    <a:pt x="3001" y="1370"/>
                    <a:pt x="2981" y="1350"/>
                    <a:pt x="2956" y="1305"/>
                  </a:cubicBezTo>
                  <a:cubicBezTo>
                    <a:pt x="2949" y="1292"/>
                    <a:pt x="2936" y="1273"/>
                    <a:pt x="2917" y="1266"/>
                  </a:cubicBezTo>
                  <a:cubicBezTo>
                    <a:pt x="2872" y="1240"/>
                    <a:pt x="2833" y="1247"/>
                    <a:pt x="2794" y="1215"/>
                  </a:cubicBezTo>
                  <a:cubicBezTo>
                    <a:pt x="2762" y="1189"/>
                    <a:pt x="2742" y="1176"/>
                    <a:pt x="2716" y="1143"/>
                  </a:cubicBezTo>
                  <a:cubicBezTo>
                    <a:pt x="2703" y="1124"/>
                    <a:pt x="2697" y="1098"/>
                    <a:pt x="2671" y="1098"/>
                  </a:cubicBezTo>
                  <a:cubicBezTo>
                    <a:pt x="2658" y="1098"/>
                    <a:pt x="2652" y="1105"/>
                    <a:pt x="2639" y="1111"/>
                  </a:cubicBezTo>
                  <a:cubicBezTo>
                    <a:pt x="2606" y="1118"/>
                    <a:pt x="2587" y="1118"/>
                    <a:pt x="2555" y="1131"/>
                  </a:cubicBezTo>
                  <a:cubicBezTo>
                    <a:pt x="2542" y="1137"/>
                    <a:pt x="2535" y="1143"/>
                    <a:pt x="2522" y="1143"/>
                  </a:cubicBezTo>
                  <a:cubicBezTo>
                    <a:pt x="2497" y="1143"/>
                    <a:pt x="2497" y="1105"/>
                    <a:pt x="2490" y="1079"/>
                  </a:cubicBezTo>
                  <a:cubicBezTo>
                    <a:pt x="2483" y="1046"/>
                    <a:pt x="2477" y="1027"/>
                    <a:pt x="2477" y="995"/>
                  </a:cubicBezTo>
                  <a:cubicBezTo>
                    <a:pt x="2477" y="956"/>
                    <a:pt x="2477" y="924"/>
                    <a:pt x="2497" y="891"/>
                  </a:cubicBezTo>
                  <a:cubicBezTo>
                    <a:pt x="2509" y="872"/>
                    <a:pt x="2529" y="865"/>
                    <a:pt x="2542" y="846"/>
                  </a:cubicBezTo>
                  <a:cubicBezTo>
                    <a:pt x="2561" y="827"/>
                    <a:pt x="2567" y="814"/>
                    <a:pt x="2581" y="794"/>
                  </a:cubicBezTo>
                  <a:cubicBezTo>
                    <a:pt x="2619" y="755"/>
                    <a:pt x="2645" y="723"/>
                    <a:pt x="2645" y="671"/>
                  </a:cubicBezTo>
                  <a:cubicBezTo>
                    <a:pt x="2645" y="614"/>
                    <a:pt x="2593" y="588"/>
                    <a:pt x="2567" y="537"/>
                  </a:cubicBezTo>
                  <a:cubicBezTo>
                    <a:pt x="2555" y="543"/>
                    <a:pt x="2548" y="549"/>
                    <a:pt x="2535" y="549"/>
                  </a:cubicBezTo>
                  <a:cubicBezTo>
                    <a:pt x="2451" y="549"/>
                    <a:pt x="2451" y="549"/>
                    <a:pt x="2451" y="549"/>
                  </a:cubicBezTo>
                  <a:cubicBezTo>
                    <a:pt x="2419" y="549"/>
                    <a:pt x="2419" y="517"/>
                    <a:pt x="2406" y="491"/>
                  </a:cubicBezTo>
                  <a:cubicBezTo>
                    <a:pt x="2393" y="465"/>
                    <a:pt x="2367" y="452"/>
                    <a:pt x="2367" y="420"/>
                  </a:cubicBezTo>
                  <a:cubicBezTo>
                    <a:pt x="2367" y="401"/>
                    <a:pt x="2393" y="394"/>
                    <a:pt x="2406" y="381"/>
                  </a:cubicBezTo>
                  <a:cubicBezTo>
                    <a:pt x="2406" y="271"/>
                    <a:pt x="2406" y="271"/>
                    <a:pt x="2406" y="271"/>
                  </a:cubicBezTo>
                  <a:cubicBezTo>
                    <a:pt x="2335" y="246"/>
                    <a:pt x="2283" y="246"/>
                    <a:pt x="2212" y="220"/>
                  </a:cubicBezTo>
                  <a:cubicBezTo>
                    <a:pt x="2199" y="213"/>
                    <a:pt x="2192" y="200"/>
                    <a:pt x="2179" y="194"/>
                  </a:cubicBezTo>
                  <a:cubicBezTo>
                    <a:pt x="2160" y="181"/>
                    <a:pt x="2141" y="181"/>
                    <a:pt x="2128" y="168"/>
                  </a:cubicBezTo>
                  <a:cubicBezTo>
                    <a:pt x="2115" y="161"/>
                    <a:pt x="2121" y="149"/>
                    <a:pt x="2115" y="136"/>
                  </a:cubicBezTo>
                  <a:cubicBezTo>
                    <a:pt x="2089" y="84"/>
                    <a:pt x="2076" y="58"/>
                    <a:pt x="2063" y="0"/>
                  </a:cubicBezTo>
                  <a:lnTo>
                    <a:pt x="2063" y="0"/>
                  </a:lnTo>
                  <a:cubicBezTo>
                    <a:pt x="2024" y="26"/>
                    <a:pt x="2011" y="45"/>
                    <a:pt x="1986" y="84"/>
                  </a:cubicBezTo>
                  <a:cubicBezTo>
                    <a:pt x="1973" y="103"/>
                    <a:pt x="1960" y="123"/>
                    <a:pt x="1960" y="155"/>
                  </a:cubicBezTo>
                  <a:cubicBezTo>
                    <a:pt x="1960" y="252"/>
                    <a:pt x="1960" y="252"/>
                    <a:pt x="1960" y="252"/>
                  </a:cubicBezTo>
                  <a:cubicBezTo>
                    <a:pt x="1927" y="252"/>
                    <a:pt x="1927" y="252"/>
                    <a:pt x="1927" y="252"/>
                  </a:cubicBezTo>
                  <a:cubicBezTo>
                    <a:pt x="1908" y="252"/>
                    <a:pt x="1895" y="233"/>
                    <a:pt x="1876" y="233"/>
                  </a:cubicBezTo>
                  <a:cubicBezTo>
                    <a:pt x="1850" y="233"/>
                    <a:pt x="1837" y="239"/>
                    <a:pt x="1817" y="239"/>
                  </a:cubicBezTo>
                  <a:cubicBezTo>
                    <a:pt x="1785" y="239"/>
                    <a:pt x="1766" y="233"/>
                    <a:pt x="1746" y="220"/>
                  </a:cubicBezTo>
                  <a:cubicBezTo>
                    <a:pt x="1720" y="207"/>
                    <a:pt x="1720" y="181"/>
                    <a:pt x="1701" y="181"/>
                  </a:cubicBezTo>
                  <a:cubicBezTo>
                    <a:pt x="1688" y="181"/>
                    <a:pt x="1675" y="187"/>
                    <a:pt x="1662" y="194"/>
                  </a:cubicBezTo>
                  <a:cubicBezTo>
                    <a:pt x="1643" y="194"/>
                    <a:pt x="1630" y="194"/>
                    <a:pt x="1610" y="194"/>
                  </a:cubicBezTo>
                  <a:cubicBezTo>
                    <a:pt x="1584" y="200"/>
                    <a:pt x="1572" y="220"/>
                    <a:pt x="1565" y="246"/>
                  </a:cubicBezTo>
                  <a:cubicBezTo>
                    <a:pt x="1559" y="259"/>
                    <a:pt x="1559" y="278"/>
                    <a:pt x="1546" y="278"/>
                  </a:cubicBezTo>
                  <a:cubicBezTo>
                    <a:pt x="1513" y="278"/>
                    <a:pt x="1500" y="265"/>
                    <a:pt x="1475" y="265"/>
                  </a:cubicBezTo>
                  <a:cubicBezTo>
                    <a:pt x="1416" y="265"/>
                    <a:pt x="1371" y="284"/>
                    <a:pt x="1319" y="252"/>
                  </a:cubicBezTo>
                  <a:cubicBezTo>
                    <a:pt x="1300" y="239"/>
                    <a:pt x="1300" y="220"/>
                    <a:pt x="1287" y="207"/>
                  </a:cubicBezTo>
                  <a:cubicBezTo>
                    <a:pt x="1274" y="194"/>
                    <a:pt x="1261" y="194"/>
                    <a:pt x="1248" y="181"/>
                  </a:cubicBezTo>
                  <a:cubicBezTo>
                    <a:pt x="1222" y="161"/>
                    <a:pt x="1222" y="136"/>
                    <a:pt x="1196" y="116"/>
                  </a:cubicBezTo>
                  <a:cubicBezTo>
                    <a:pt x="1190" y="110"/>
                    <a:pt x="1190" y="97"/>
                    <a:pt x="1184" y="97"/>
                  </a:cubicBezTo>
                  <a:cubicBezTo>
                    <a:pt x="1151" y="97"/>
                    <a:pt x="1132" y="103"/>
                    <a:pt x="1106" y="116"/>
                  </a:cubicBezTo>
                  <a:cubicBezTo>
                    <a:pt x="1087" y="129"/>
                    <a:pt x="1080" y="142"/>
                    <a:pt x="1061" y="142"/>
                  </a:cubicBezTo>
                  <a:cubicBezTo>
                    <a:pt x="1028" y="142"/>
                    <a:pt x="1015" y="110"/>
                    <a:pt x="983" y="110"/>
                  </a:cubicBezTo>
                  <a:cubicBezTo>
                    <a:pt x="970" y="110"/>
                    <a:pt x="964" y="123"/>
                    <a:pt x="957" y="136"/>
                  </a:cubicBezTo>
                  <a:cubicBezTo>
                    <a:pt x="944" y="155"/>
                    <a:pt x="944" y="168"/>
                    <a:pt x="938" y="187"/>
                  </a:cubicBezTo>
                  <a:cubicBezTo>
                    <a:pt x="931" y="220"/>
                    <a:pt x="918" y="239"/>
                    <a:pt x="912" y="278"/>
                  </a:cubicBezTo>
                  <a:cubicBezTo>
                    <a:pt x="905" y="297"/>
                    <a:pt x="905" y="323"/>
                    <a:pt x="886" y="323"/>
                  </a:cubicBezTo>
                  <a:cubicBezTo>
                    <a:pt x="873" y="323"/>
                    <a:pt x="860" y="323"/>
                    <a:pt x="854" y="310"/>
                  </a:cubicBezTo>
                  <a:cubicBezTo>
                    <a:pt x="841" y="297"/>
                    <a:pt x="847" y="278"/>
                    <a:pt x="841" y="259"/>
                  </a:cubicBezTo>
                  <a:cubicBezTo>
                    <a:pt x="828" y="239"/>
                    <a:pt x="808" y="233"/>
                    <a:pt x="796" y="220"/>
                  </a:cubicBezTo>
                  <a:cubicBezTo>
                    <a:pt x="750" y="175"/>
                    <a:pt x="750" y="136"/>
                    <a:pt x="705" y="97"/>
                  </a:cubicBezTo>
                  <a:cubicBezTo>
                    <a:pt x="698" y="97"/>
                    <a:pt x="692" y="103"/>
                    <a:pt x="686" y="97"/>
                  </a:cubicBezTo>
                  <a:cubicBezTo>
                    <a:pt x="666" y="181"/>
                    <a:pt x="679" y="239"/>
                    <a:pt x="634" y="310"/>
                  </a:cubicBezTo>
                  <a:cubicBezTo>
                    <a:pt x="608" y="349"/>
                    <a:pt x="569" y="349"/>
                    <a:pt x="530" y="362"/>
                  </a:cubicBezTo>
                  <a:cubicBezTo>
                    <a:pt x="511" y="375"/>
                    <a:pt x="492" y="375"/>
                    <a:pt x="479" y="394"/>
                  </a:cubicBezTo>
                  <a:cubicBezTo>
                    <a:pt x="459" y="407"/>
                    <a:pt x="453" y="433"/>
                    <a:pt x="427" y="433"/>
                  </a:cubicBezTo>
                  <a:cubicBezTo>
                    <a:pt x="414" y="433"/>
                    <a:pt x="408" y="420"/>
                    <a:pt x="394" y="414"/>
                  </a:cubicBezTo>
                  <a:cubicBezTo>
                    <a:pt x="349" y="388"/>
                    <a:pt x="323" y="362"/>
                    <a:pt x="272" y="362"/>
                  </a:cubicBezTo>
                  <a:cubicBezTo>
                    <a:pt x="233" y="362"/>
                    <a:pt x="220" y="401"/>
                    <a:pt x="188" y="401"/>
                  </a:cubicBezTo>
                  <a:cubicBezTo>
                    <a:pt x="149" y="401"/>
                    <a:pt x="129" y="381"/>
                    <a:pt x="97" y="362"/>
                  </a:cubicBezTo>
                  <a:cubicBezTo>
                    <a:pt x="84" y="356"/>
                    <a:pt x="78" y="336"/>
                    <a:pt x="65" y="336"/>
                  </a:cubicBezTo>
                  <a:cubicBezTo>
                    <a:pt x="58" y="336"/>
                    <a:pt x="52" y="349"/>
                    <a:pt x="45" y="349"/>
                  </a:cubicBezTo>
                  <a:lnTo>
                    <a:pt x="45" y="349"/>
                  </a:lnTo>
                  <a:cubicBezTo>
                    <a:pt x="32" y="401"/>
                    <a:pt x="0" y="427"/>
                    <a:pt x="0" y="485"/>
                  </a:cubicBezTo>
                  <a:cubicBezTo>
                    <a:pt x="0" y="504"/>
                    <a:pt x="13" y="517"/>
                    <a:pt x="19" y="537"/>
                  </a:cubicBezTo>
                  <a:cubicBezTo>
                    <a:pt x="32" y="569"/>
                    <a:pt x="13" y="595"/>
                    <a:pt x="32" y="621"/>
                  </a:cubicBezTo>
                  <a:cubicBezTo>
                    <a:pt x="39" y="634"/>
                    <a:pt x="58" y="640"/>
                    <a:pt x="65" y="647"/>
                  </a:cubicBezTo>
                  <a:cubicBezTo>
                    <a:pt x="97" y="666"/>
                    <a:pt x="123" y="684"/>
                    <a:pt x="129" y="723"/>
                  </a:cubicBezTo>
                  <a:cubicBezTo>
                    <a:pt x="136" y="762"/>
                    <a:pt x="142" y="788"/>
                    <a:pt x="162" y="827"/>
                  </a:cubicBezTo>
                  <a:cubicBezTo>
                    <a:pt x="181" y="878"/>
                    <a:pt x="226" y="898"/>
                    <a:pt x="226" y="956"/>
                  </a:cubicBezTo>
                  <a:cubicBezTo>
                    <a:pt x="226" y="982"/>
                    <a:pt x="220" y="995"/>
                    <a:pt x="220" y="1014"/>
                  </a:cubicBezTo>
                  <a:cubicBezTo>
                    <a:pt x="220" y="1034"/>
                    <a:pt x="239" y="1034"/>
                    <a:pt x="252" y="1040"/>
                  </a:cubicBezTo>
                  <a:cubicBezTo>
                    <a:pt x="278" y="1059"/>
                    <a:pt x="291" y="1072"/>
                    <a:pt x="323" y="1092"/>
                  </a:cubicBezTo>
                  <a:cubicBezTo>
                    <a:pt x="349" y="1105"/>
                    <a:pt x="369" y="1131"/>
                    <a:pt x="369" y="1163"/>
                  </a:cubicBezTo>
                  <a:cubicBezTo>
                    <a:pt x="369" y="1182"/>
                    <a:pt x="362" y="1195"/>
                    <a:pt x="362" y="1215"/>
                  </a:cubicBezTo>
                  <a:cubicBezTo>
                    <a:pt x="356" y="1227"/>
                    <a:pt x="362" y="1240"/>
                    <a:pt x="362" y="1253"/>
                  </a:cubicBezTo>
                  <a:cubicBezTo>
                    <a:pt x="356" y="1273"/>
                    <a:pt x="336" y="1279"/>
                    <a:pt x="336" y="1305"/>
                  </a:cubicBezTo>
                  <a:cubicBezTo>
                    <a:pt x="336" y="1409"/>
                    <a:pt x="336" y="1409"/>
                    <a:pt x="336" y="1409"/>
                  </a:cubicBezTo>
                  <a:cubicBezTo>
                    <a:pt x="336" y="1428"/>
                    <a:pt x="349" y="1441"/>
                    <a:pt x="356" y="1460"/>
                  </a:cubicBezTo>
                  <a:cubicBezTo>
                    <a:pt x="369" y="1486"/>
                    <a:pt x="375" y="1506"/>
                    <a:pt x="388" y="1531"/>
                  </a:cubicBezTo>
                  <a:cubicBezTo>
                    <a:pt x="401" y="1551"/>
                    <a:pt x="420" y="1564"/>
                    <a:pt x="420" y="1590"/>
                  </a:cubicBezTo>
                  <a:cubicBezTo>
                    <a:pt x="420" y="1615"/>
                    <a:pt x="408" y="1635"/>
                    <a:pt x="408" y="1661"/>
                  </a:cubicBezTo>
                  <a:cubicBezTo>
                    <a:pt x="408" y="1680"/>
                    <a:pt x="453" y="1732"/>
                    <a:pt x="453" y="1745"/>
                  </a:cubicBezTo>
                  <a:lnTo>
                    <a:pt x="453" y="1745"/>
                  </a:lnTo>
                  <a:cubicBezTo>
                    <a:pt x="517" y="1777"/>
                    <a:pt x="563" y="1784"/>
                    <a:pt x="634" y="1810"/>
                  </a:cubicBezTo>
                  <a:cubicBezTo>
                    <a:pt x="653" y="1816"/>
                    <a:pt x="673" y="1816"/>
                    <a:pt x="686" y="1829"/>
                  </a:cubicBezTo>
                  <a:cubicBezTo>
                    <a:pt x="698" y="1848"/>
                    <a:pt x="698" y="1861"/>
                    <a:pt x="698" y="1887"/>
                  </a:cubicBezTo>
                  <a:cubicBezTo>
                    <a:pt x="698" y="1913"/>
                    <a:pt x="705" y="1932"/>
                    <a:pt x="705" y="1958"/>
                  </a:cubicBezTo>
                  <a:cubicBezTo>
                    <a:pt x="705" y="1997"/>
                    <a:pt x="673" y="2017"/>
                    <a:pt x="673" y="2062"/>
                  </a:cubicBezTo>
                  <a:cubicBezTo>
                    <a:pt x="673" y="2094"/>
                    <a:pt x="686" y="2107"/>
                    <a:pt x="686" y="2139"/>
                  </a:cubicBezTo>
                  <a:cubicBezTo>
                    <a:pt x="686" y="2172"/>
                    <a:pt x="673" y="2185"/>
                    <a:pt x="673" y="2217"/>
                  </a:cubicBezTo>
                  <a:cubicBezTo>
                    <a:pt x="673" y="2307"/>
                    <a:pt x="673" y="2307"/>
                    <a:pt x="673" y="2307"/>
                  </a:cubicBezTo>
                  <a:cubicBezTo>
                    <a:pt x="673" y="2321"/>
                    <a:pt x="686" y="2327"/>
                    <a:pt x="686" y="2340"/>
                  </a:cubicBezTo>
                  <a:cubicBezTo>
                    <a:pt x="686" y="2437"/>
                    <a:pt x="686" y="2437"/>
                    <a:pt x="686" y="2437"/>
                  </a:cubicBezTo>
                  <a:cubicBezTo>
                    <a:pt x="731" y="2437"/>
                    <a:pt x="750" y="2456"/>
                    <a:pt x="789" y="2469"/>
                  </a:cubicBezTo>
                  <a:cubicBezTo>
                    <a:pt x="841" y="2489"/>
                    <a:pt x="886" y="2482"/>
                    <a:pt x="938" y="2489"/>
                  </a:cubicBezTo>
                  <a:lnTo>
                    <a:pt x="938" y="2489"/>
                  </a:lnTo>
                  <a:cubicBezTo>
                    <a:pt x="977" y="2502"/>
                    <a:pt x="1015" y="2508"/>
                    <a:pt x="1054" y="2521"/>
                  </a:cubicBezTo>
                  <a:cubicBezTo>
                    <a:pt x="1093" y="2540"/>
                    <a:pt x="1106" y="2566"/>
                    <a:pt x="1145" y="2586"/>
                  </a:cubicBezTo>
                  <a:cubicBezTo>
                    <a:pt x="1184" y="2605"/>
                    <a:pt x="1216" y="2598"/>
                    <a:pt x="1268" y="2605"/>
                  </a:cubicBezTo>
                  <a:cubicBezTo>
                    <a:pt x="1332" y="2611"/>
                    <a:pt x="1365" y="2637"/>
                    <a:pt x="1423" y="2657"/>
                  </a:cubicBezTo>
                  <a:cubicBezTo>
                    <a:pt x="1488" y="2676"/>
                    <a:pt x="1533" y="2676"/>
                    <a:pt x="1591" y="2709"/>
                  </a:cubicBezTo>
                  <a:cubicBezTo>
                    <a:pt x="1649" y="2741"/>
                    <a:pt x="1675" y="2779"/>
                    <a:pt x="1733" y="2825"/>
                  </a:cubicBezTo>
                  <a:cubicBezTo>
                    <a:pt x="1766" y="2857"/>
                    <a:pt x="1779" y="2877"/>
                    <a:pt x="1817" y="2896"/>
                  </a:cubicBezTo>
                  <a:cubicBezTo>
                    <a:pt x="1850" y="2915"/>
                    <a:pt x="1876" y="2928"/>
                    <a:pt x="1908" y="2954"/>
                  </a:cubicBezTo>
                  <a:cubicBezTo>
                    <a:pt x="1973" y="3006"/>
                    <a:pt x="2024" y="3019"/>
                    <a:pt x="2102" y="3058"/>
                  </a:cubicBezTo>
                  <a:cubicBezTo>
                    <a:pt x="2115" y="3064"/>
                    <a:pt x="2121" y="3077"/>
                    <a:pt x="2128" y="3090"/>
                  </a:cubicBezTo>
                  <a:cubicBezTo>
                    <a:pt x="2141" y="3116"/>
                    <a:pt x="2147" y="3129"/>
                    <a:pt x="2154" y="3155"/>
                  </a:cubicBezTo>
                  <a:close/>
                </a:path>
              </a:pathLst>
            </a:custGeom>
            <a:solidFill>
              <a:schemeClr val="accent3"/>
            </a:solidFill>
            <a:ln w="28575" cap="flat" cmpd="sng">
              <a:solidFill>
                <a:schemeClr val="bg1"/>
              </a:solidFill>
              <a:bevel/>
              <a:headEnd/>
              <a:tailEnd/>
            </a:ln>
            <a:effec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5" name="Freeform 91">
              <a:extLst>
                <a:ext uri="{FF2B5EF4-FFF2-40B4-BE49-F238E27FC236}">
                  <a16:creationId xmlns:a16="http://schemas.microsoft.com/office/drawing/2014/main" id="{0BFA88C4-6C2B-3F6C-230B-D57E41507AD9}"/>
                </a:ext>
              </a:extLst>
            </p:cNvPr>
            <p:cNvSpPr>
              <a:spLocks noChangeArrowheads="1"/>
            </p:cNvSpPr>
            <p:nvPr/>
          </p:nvSpPr>
          <p:spPr bwMode="auto">
            <a:xfrm>
              <a:off x="7614471" y="9772485"/>
              <a:ext cx="2886147" cy="2511202"/>
            </a:xfrm>
            <a:custGeom>
              <a:avLst/>
              <a:gdLst>
                <a:gd name="T0" fmla="*/ 356 w 2885"/>
                <a:gd name="T1" fmla="*/ 0 h 2510"/>
                <a:gd name="T2" fmla="*/ 530 w 2885"/>
                <a:gd name="T3" fmla="*/ 84 h 2510"/>
                <a:gd name="T4" fmla="*/ 718 w 2885"/>
                <a:gd name="T5" fmla="*/ 265 h 2510"/>
                <a:gd name="T6" fmla="*/ 841 w 2885"/>
                <a:gd name="T7" fmla="*/ 394 h 2510"/>
                <a:gd name="T8" fmla="*/ 1048 w 2885"/>
                <a:gd name="T9" fmla="*/ 472 h 2510"/>
                <a:gd name="T10" fmla="*/ 1261 w 2885"/>
                <a:gd name="T11" fmla="*/ 388 h 2510"/>
                <a:gd name="T12" fmla="*/ 1384 w 2885"/>
                <a:gd name="T13" fmla="*/ 394 h 2510"/>
                <a:gd name="T14" fmla="*/ 1578 w 2885"/>
                <a:gd name="T15" fmla="*/ 478 h 2510"/>
                <a:gd name="T16" fmla="*/ 1791 w 2885"/>
                <a:gd name="T17" fmla="*/ 601 h 2510"/>
                <a:gd name="T18" fmla="*/ 1766 w 2885"/>
                <a:gd name="T19" fmla="*/ 465 h 2510"/>
                <a:gd name="T20" fmla="*/ 1772 w 2885"/>
                <a:gd name="T21" fmla="*/ 304 h 2510"/>
                <a:gd name="T22" fmla="*/ 1791 w 2885"/>
                <a:gd name="T23" fmla="*/ 232 h 2510"/>
                <a:gd name="T24" fmla="*/ 2037 w 2885"/>
                <a:gd name="T25" fmla="*/ 355 h 2510"/>
                <a:gd name="T26" fmla="*/ 2121 w 2885"/>
                <a:gd name="T27" fmla="*/ 569 h 2510"/>
                <a:gd name="T28" fmla="*/ 2289 w 2885"/>
                <a:gd name="T29" fmla="*/ 802 h 2510"/>
                <a:gd name="T30" fmla="*/ 2341 w 2885"/>
                <a:gd name="T31" fmla="*/ 957 h 2510"/>
                <a:gd name="T32" fmla="*/ 2425 w 2885"/>
                <a:gd name="T33" fmla="*/ 1164 h 2510"/>
                <a:gd name="T34" fmla="*/ 2619 w 2885"/>
                <a:gd name="T35" fmla="*/ 1565 h 2510"/>
                <a:gd name="T36" fmla="*/ 2826 w 2885"/>
                <a:gd name="T37" fmla="*/ 2024 h 2510"/>
                <a:gd name="T38" fmla="*/ 2884 w 2885"/>
                <a:gd name="T39" fmla="*/ 2250 h 2510"/>
                <a:gd name="T40" fmla="*/ 2729 w 2885"/>
                <a:gd name="T41" fmla="*/ 2386 h 2510"/>
                <a:gd name="T42" fmla="*/ 2613 w 2885"/>
                <a:gd name="T43" fmla="*/ 2366 h 2510"/>
                <a:gd name="T44" fmla="*/ 2516 w 2885"/>
                <a:gd name="T45" fmla="*/ 2308 h 2510"/>
                <a:gd name="T46" fmla="*/ 2250 w 2885"/>
                <a:gd name="T47" fmla="*/ 2198 h 2510"/>
                <a:gd name="T48" fmla="*/ 2005 w 2885"/>
                <a:gd name="T49" fmla="*/ 2153 h 2510"/>
                <a:gd name="T50" fmla="*/ 1571 w 2885"/>
                <a:gd name="T51" fmla="*/ 2509 h 2510"/>
                <a:gd name="T52" fmla="*/ 1410 w 2885"/>
                <a:gd name="T53" fmla="*/ 2334 h 2510"/>
                <a:gd name="T54" fmla="*/ 1390 w 2885"/>
                <a:gd name="T55" fmla="*/ 2153 h 2510"/>
                <a:gd name="T56" fmla="*/ 1390 w 2885"/>
                <a:gd name="T57" fmla="*/ 2069 h 2510"/>
                <a:gd name="T58" fmla="*/ 1216 w 2885"/>
                <a:gd name="T59" fmla="*/ 1914 h 2510"/>
                <a:gd name="T60" fmla="*/ 976 w 2885"/>
                <a:gd name="T61" fmla="*/ 1830 h 2510"/>
                <a:gd name="T62" fmla="*/ 808 w 2885"/>
                <a:gd name="T63" fmla="*/ 1771 h 2510"/>
                <a:gd name="T64" fmla="*/ 666 w 2885"/>
                <a:gd name="T65" fmla="*/ 1675 h 2510"/>
                <a:gd name="T66" fmla="*/ 685 w 2885"/>
                <a:gd name="T67" fmla="*/ 1616 h 2510"/>
                <a:gd name="T68" fmla="*/ 459 w 2885"/>
                <a:gd name="T69" fmla="*/ 1545 h 2510"/>
                <a:gd name="T70" fmla="*/ 375 w 2885"/>
                <a:gd name="T71" fmla="*/ 1558 h 2510"/>
                <a:gd name="T72" fmla="*/ 285 w 2885"/>
                <a:gd name="T73" fmla="*/ 1429 h 2510"/>
                <a:gd name="T74" fmla="*/ 162 w 2885"/>
                <a:gd name="T75" fmla="*/ 1299 h 2510"/>
                <a:gd name="T76" fmla="*/ 492 w 2885"/>
                <a:gd name="T77" fmla="*/ 931 h 2510"/>
                <a:gd name="T78" fmla="*/ 155 w 2885"/>
                <a:gd name="T79" fmla="*/ 1151 h 2510"/>
                <a:gd name="T80" fmla="*/ 0 w 2885"/>
                <a:gd name="T81" fmla="*/ 1196 h 2510"/>
                <a:gd name="T82" fmla="*/ 26 w 2885"/>
                <a:gd name="T83" fmla="*/ 1138 h 2510"/>
                <a:gd name="T84" fmla="*/ 90 w 2885"/>
                <a:gd name="T85" fmla="*/ 1106 h 2510"/>
                <a:gd name="T86" fmla="*/ 65 w 2885"/>
                <a:gd name="T87" fmla="*/ 1041 h 2510"/>
                <a:gd name="T88" fmla="*/ 6 w 2885"/>
                <a:gd name="T89" fmla="*/ 989 h 2510"/>
                <a:gd name="T90" fmla="*/ 52 w 2885"/>
                <a:gd name="T91" fmla="*/ 840 h 2510"/>
                <a:gd name="T92" fmla="*/ 129 w 2885"/>
                <a:gd name="T93" fmla="*/ 692 h 2510"/>
                <a:gd name="T94" fmla="*/ 200 w 2885"/>
                <a:gd name="T95" fmla="*/ 653 h 2510"/>
                <a:gd name="T96" fmla="*/ 226 w 2885"/>
                <a:gd name="T97" fmla="*/ 498 h 2510"/>
                <a:gd name="T98" fmla="*/ 272 w 2885"/>
                <a:gd name="T99" fmla="*/ 239 h 2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5" h="2510">
                  <a:moveTo>
                    <a:pt x="356" y="0"/>
                  </a:moveTo>
                  <a:lnTo>
                    <a:pt x="356" y="0"/>
                  </a:lnTo>
                  <a:cubicBezTo>
                    <a:pt x="407" y="19"/>
                    <a:pt x="433" y="19"/>
                    <a:pt x="479" y="32"/>
                  </a:cubicBezTo>
                  <a:cubicBezTo>
                    <a:pt x="504" y="38"/>
                    <a:pt x="511" y="64"/>
                    <a:pt x="530" y="84"/>
                  </a:cubicBezTo>
                  <a:cubicBezTo>
                    <a:pt x="556" y="110"/>
                    <a:pt x="576" y="129"/>
                    <a:pt x="601" y="161"/>
                  </a:cubicBezTo>
                  <a:cubicBezTo>
                    <a:pt x="640" y="207"/>
                    <a:pt x="679" y="226"/>
                    <a:pt x="718" y="265"/>
                  </a:cubicBezTo>
                  <a:cubicBezTo>
                    <a:pt x="744" y="297"/>
                    <a:pt x="744" y="323"/>
                    <a:pt x="769" y="355"/>
                  </a:cubicBezTo>
                  <a:cubicBezTo>
                    <a:pt x="789" y="381"/>
                    <a:pt x="815" y="381"/>
                    <a:pt x="841" y="394"/>
                  </a:cubicBezTo>
                  <a:cubicBezTo>
                    <a:pt x="886" y="414"/>
                    <a:pt x="918" y="426"/>
                    <a:pt x="970" y="439"/>
                  </a:cubicBezTo>
                  <a:cubicBezTo>
                    <a:pt x="996" y="452"/>
                    <a:pt x="1015" y="472"/>
                    <a:pt x="1048" y="472"/>
                  </a:cubicBezTo>
                  <a:cubicBezTo>
                    <a:pt x="1080" y="472"/>
                    <a:pt x="1093" y="452"/>
                    <a:pt x="1125" y="439"/>
                  </a:cubicBezTo>
                  <a:cubicBezTo>
                    <a:pt x="1177" y="420"/>
                    <a:pt x="1209" y="407"/>
                    <a:pt x="1261" y="388"/>
                  </a:cubicBezTo>
                  <a:cubicBezTo>
                    <a:pt x="1294" y="381"/>
                    <a:pt x="1313" y="362"/>
                    <a:pt x="1345" y="362"/>
                  </a:cubicBezTo>
                  <a:cubicBezTo>
                    <a:pt x="1364" y="362"/>
                    <a:pt x="1371" y="381"/>
                    <a:pt x="1384" y="394"/>
                  </a:cubicBezTo>
                  <a:cubicBezTo>
                    <a:pt x="1416" y="414"/>
                    <a:pt x="1436" y="420"/>
                    <a:pt x="1475" y="433"/>
                  </a:cubicBezTo>
                  <a:cubicBezTo>
                    <a:pt x="1513" y="446"/>
                    <a:pt x="1539" y="459"/>
                    <a:pt x="1578" y="478"/>
                  </a:cubicBezTo>
                  <a:cubicBezTo>
                    <a:pt x="1617" y="504"/>
                    <a:pt x="1649" y="504"/>
                    <a:pt x="1688" y="536"/>
                  </a:cubicBezTo>
                  <a:cubicBezTo>
                    <a:pt x="1720" y="569"/>
                    <a:pt x="1746" y="601"/>
                    <a:pt x="1791" y="601"/>
                  </a:cubicBezTo>
                  <a:cubicBezTo>
                    <a:pt x="1804" y="601"/>
                    <a:pt x="1811" y="595"/>
                    <a:pt x="1824" y="595"/>
                  </a:cubicBezTo>
                  <a:cubicBezTo>
                    <a:pt x="1766" y="465"/>
                    <a:pt x="1766" y="465"/>
                    <a:pt x="1766" y="465"/>
                  </a:cubicBezTo>
                  <a:cubicBezTo>
                    <a:pt x="1785" y="439"/>
                    <a:pt x="1798" y="414"/>
                    <a:pt x="1798" y="381"/>
                  </a:cubicBezTo>
                  <a:cubicBezTo>
                    <a:pt x="1798" y="349"/>
                    <a:pt x="1772" y="336"/>
                    <a:pt x="1772" y="304"/>
                  </a:cubicBezTo>
                  <a:cubicBezTo>
                    <a:pt x="1772" y="278"/>
                    <a:pt x="1785" y="258"/>
                    <a:pt x="1791" y="232"/>
                  </a:cubicBezTo>
                  <a:lnTo>
                    <a:pt x="1791" y="232"/>
                  </a:lnTo>
                  <a:cubicBezTo>
                    <a:pt x="1811" y="245"/>
                    <a:pt x="1830" y="252"/>
                    <a:pt x="1850" y="265"/>
                  </a:cubicBezTo>
                  <a:cubicBezTo>
                    <a:pt x="1921" y="304"/>
                    <a:pt x="1966" y="310"/>
                    <a:pt x="2037" y="355"/>
                  </a:cubicBezTo>
                  <a:cubicBezTo>
                    <a:pt x="2102" y="394"/>
                    <a:pt x="2134" y="452"/>
                    <a:pt x="2134" y="530"/>
                  </a:cubicBezTo>
                  <a:cubicBezTo>
                    <a:pt x="2134" y="549"/>
                    <a:pt x="2121" y="556"/>
                    <a:pt x="2121" y="569"/>
                  </a:cubicBezTo>
                  <a:cubicBezTo>
                    <a:pt x="2121" y="601"/>
                    <a:pt x="2147" y="607"/>
                    <a:pt x="2160" y="640"/>
                  </a:cubicBezTo>
                  <a:cubicBezTo>
                    <a:pt x="2199" y="711"/>
                    <a:pt x="2238" y="743"/>
                    <a:pt x="2289" y="802"/>
                  </a:cubicBezTo>
                  <a:cubicBezTo>
                    <a:pt x="2322" y="834"/>
                    <a:pt x="2348" y="860"/>
                    <a:pt x="2348" y="905"/>
                  </a:cubicBezTo>
                  <a:cubicBezTo>
                    <a:pt x="2348" y="924"/>
                    <a:pt x="2341" y="937"/>
                    <a:pt x="2341" y="957"/>
                  </a:cubicBezTo>
                  <a:cubicBezTo>
                    <a:pt x="2341" y="983"/>
                    <a:pt x="2341" y="995"/>
                    <a:pt x="2341" y="1021"/>
                  </a:cubicBezTo>
                  <a:cubicBezTo>
                    <a:pt x="2380" y="1073"/>
                    <a:pt x="2393" y="1106"/>
                    <a:pt x="2425" y="1164"/>
                  </a:cubicBezTo>
                  <a:cubicBezTo>
                    <a:pt x="2484" y="1261"/>
                    <a:pt x="2529" y="1312"/>
                    <a:pt x="2574" y="1416"/>
                  </a:cubicBezTo>
                  <a:cubicBezTo>
                    <a:pt x="2600" y="1468"/>
                    <a:pt x="2593" y="1513"/>
                    <a:pt x="2619" y="1565"/>
                  </a:cubicBezTo>
                  <a:cubicBezTo>
                    <a:pt x="2658" y="1649"/>
                    <a:pt x="2697" y="1687"/>
                    <a:pt x="2729" y="1771"/>
                  </a:cubicBezTo>
                  <a:cubicBezTo>
                    <a:pt x="2774" y="1862"/>
                    <a:pt x="2787" y="1920"/>
                    <a:pt x="2826" y="2024"/>
                  </a:cubicBezTo>
                  <a:cubicBezTo>
                    <a:pt x="2852" y="2095"/>
                    <a:pt x="2884" y="2134"/>
                    <a:pt x="2884" y="2211"/>
                  </a:cubicBezTo>
                  <a:cubicBezTo>
                    <a:pt x="2884" y="2250"/>
                    <a:pt x="2884" y="2250"/>
                    <a:pt x="2884" y="2250"/>
                  </a:cubicBezTo>
                  <a:cubicBezTo>
                    <a:pt x="2884" y="2289"/>
                    <a:pt x="2884" y="2321"/>
                    <a:pt x="2859" y="2347"/>
                  </a:cubicBezTo>
                  <a:cubicBezTo>
                    <a:pt x="2826" y="2386"/>
                    <a:pt x="2781" y="2386"/>
                    <a:pt x="2729" y="2386"/>
                  </a:cubicBezTo>
                  <a:cubicBezTo>
                    <a:pt x="2684" y="2386"/>
                    <a:pt x="2684" y="2386"/>
                    <a:pt x="2684" y="2386"/>
                  </a:cubicBezTo>
                  <a:cubicBezTo>
                    <a:pt x="2658" y="2386"/>
                    <a:pt x="2639" y="2373"/>
                    <a:pt x="2613" y="2366"/>
                  </a:cubicBezTo>
                  <a:cubicBezTo>
                    <a:pt x="2587" y="2366"/>
                    <a:pt x="2568" y="2373"/>
                    <a:pt x="2548" y="2354"/>
                  </a:cubicBezTo>
                  <a:cubicBezTo>
                    <a:pt x="2529" y="2341"/>
                    <a:pt x="2529" y="2321"/>
                    <a:pt x="2516" y="2308"/>
                  </a:cubicBezTo>
                  <a:cubicBezTo>
                    <a:pt x="2464" y="2257"/>
                    <a:pt x="2432" y="2218"/>
                    <a:pt x="2361" y="2211"/>
                  </a:cubicBezTo>
                  <a:cubicBezTo>
                    <a:pt x="2322" y="2205"/>
                    <a:pt x="2296" y="2211"/>
                    <a:pt x="2250" y="2198"/>
                  </a:cubicBezTo>
                  <a:cubicBezTo>
                    <a:pt x="2231" y="2198"/>
                    <a:pt x="2225" y="2185"/>
                    <a:pt x="2205" y="2179"/>
                  </a:cubicBezTo>
                  <a:cubicBezTo>
                    <a:pt x="2128" y="2153"/>
                    <a:pt x="2082" y="2153"/>
                    <a:pt x="2005" y="2153"/>
                  </a:cubicBezTo>
                  <a:cubicBezTo>
                    <a:pt x="1843" y="2153"/>
                    <a:pt x="1759" y="2257"/>
                    <a:pt x="1656" y="2379"/>
                  </a:cubicBezTo>
                  <a:cubicBezTo>
                    <a:pt x="1617" y="2431"/>
                    <a:pt x="1617" y="2477"/>
                    <a:pt x="1571" y="2509"/>
                  </a:cubicBezTo>
                  <a:cubicBezTo>
                    <a:pt x="1539" y="2477"/>
                    <a:pt x="1533" y="2451"/>
                    <a:pt x="1500" y="2418"/>
                  </a:cubicBezTo>
                  <a:cubicBezTo>
                    <a:pt x="1468" y="2379"/>
                    <a:pt x="1436" y="2373"/>
                    <a:pt x="1410" y="2334"/>
                  </a:cubicBezTo>
                  <a:cubicBezTo>
                    <a:pt x="1384" y="2295"/>
                    <a:pt x="1390" y="2263"/>
                    <a:pt x="1390" y="2211"/>
                  </a:cubicBezTo>
                  <a:cubicBezTo>
                    <a:pt x="1390" y="2153"/>
                    <a:pt x="1390" y="2153"/>
                    <a:pt x="1390" y="2153"/>
                  </a:cubicBezTo>
                  <a:cubicBezTo>
                    <a:pt x="1390" y="2147"/>
                    <a:pt x="1390" y="2147"/>
                    <a:pt x="1390" y="2140"/>
                  </a:cubicBezTo>
                  <a:cubicBezTo>
                    <a:pt x="1390" y="2114"/>
                    <a:pt x="1390" y="2101"/>
                    <a:pt x="1390" y="2069"/>
                  </a:cubicBezTo>
                  <a:cubicBezTo>
                    <a:pt x="1390" y="2024"/>
                    <a:pt x="1332" y="2017"/>
                    <a:pt x="1294" y="1991"/>
                  </a:cubicBezTo>
                  <a:cubicBezTo>
                    <a:pt x="1248" y="1985"/>
                    <a:pt x="1235" y="1953"/>
                    <a:pt x="1216" y="1914"/>
                  </a:cubicBezTo>
                  <a:cubicBezTo>
                    <a:pt x="1209" y="1933"/>
                    <a:pt x="1209" y="1946"/>
                    <a:pt x="1203" y="1966"/>
                  </a:cubicBezTo>
                  <a:cubicBezTo>
                    <a:pt x="1099" y="1933"/>
                    <a:pt x="1061" y="1888"/>
                    <a:pt x="976" y="1830"/>
                  </a:cubicBezTo>
                  <a:cubicBezTo>
                    <a:pt x="944" y="1804"/>
                    <a:pt x="925" y="1771"/>
                    <a:pt x="886" y="1771"/>
                  </a:cubicBezTo>
                  <a:cubicBezTo>
                    <a:pt x="808" y="1771"/>
                    <a:pt x="808" y="1771"/>
                    <a:pt x="808" y="1771"/>
                  </a:cubicBezTo>
                  <a:cubicBezTo>
                    <a:pt x="776" y="1771"/>
                    <a:pt x="776" y="1739"/>
                    <a:pt x="750" y="1713"/>
                  </a:cubicBezTo>
                  <a:cubicBezTo>
                    <a:pt x="724" y="1694"/>
                    <a:pt x="699" y="1687"/>
                    <a:pt x="666" y="1675"/>
                  </a:cubicBezTo>
                  <a:cubicBezTo>
                    <a:pt x="679" y="1636"/>
                    <a:pt x="718" y="1629"/>
                    <a:pt x="737" y="1590"/>
                  </a:cubicBezTo>
                  <a:cubicBezTo>
                    <a:pt x="718" y="1603"/>
                    <a:pt x="711" y="1616"/>
                    <a:pt x="685" y="1616"/>
                  </a:cubicBezTo>
                  <a:cubicBezTo>
                    <a:pt x="660" y="1616"/>
                    <a:pt x="653" y="1590"/>
                    <a:pt x="627" y="1584"/>
                  </a:cubicBezTo>
                  <a:cubicBezTo>
                    <a:pt x="563" y="1558"/>
                    <a:pt x="524" y="1545"/>
                    <a:pt x="459" y="1545"/>
                  </a:cubicBezTo>
                  <a:cubicBezTo>
                    <a:pt x="407" y="1545"/>
                    <a:pt x="407" y="1545"/>
                    <a:pt x="407" y="1545"/>
                  </a:cubicBezTo>
                  <a:cubicBezTo>
                    <a:pt x="394" y="1545"/>
                    <a:pt x="388" y="1558"/>
                    <a:pt x="375" y="1558"/>
                  </a:cubicBezTo>
                  <a:cubicBezTo>
                    <a:pt x="349" y="1558"/>
                    <a:pt x="343" y="1526"/>
                    <a:pt x="336" y="1506"/>
                  </a:cubicBezTo>
                  <a:cubicBezTo>
                    <a:pt x="323" y="1468"/>
                    <a:pt x="310" y="1455"/>
                    <a:pt x="285" y="1429"/>
                  </a:cubicBezTo>
                  <a:cubicBezTo>
                    <a:pt x="259" y="1397"/>
                    <a:pt x="239" y="1383"/>
                    <a:pt x="213" y="1358"/>
                  </a:cubicBezTo>
                  <a:cubicBezTo>
                    <a:pt x="194" y="1332"/>
                    <a:pt x="162" y="1325"/>
                    <a:pt x="162" y="1299"/>
                  </a:cubicBezTo>
                  <a:cubicBezTo>
                    <a:pt x="162" y="1209"/>
                    <a:pt x="246" y="1170"/>
                    <a:pt x="330" y="1125"/>
                  </a:cubicBezTo>
                  <a:cubicBezTo>
                    <a:pt x="414" y="1080"/>
                    <a:pt x="459" y="1028"/>
                    <a:pt x="492" y="931"/>
                  </a:cubicBezTo>
                  <a:cubicBezTo>
                    <a:pt x="414" y="983"/>
                    <a:pt x="369" y="1002"/>
                    <a:pt x="291" y="1054"/>
                  </a:cubicBezTo>
                  <a:cubicBezTo>
                    <a:pt x="239" y="1086"/>
                    <a:pt x="207" y="1106"/>
                    <a:pt x="155" y="1151"/>
                  </a:cubicBezTo>
                  <a:cubicBezTo>
                    <a:pt x="136" y="1170"/>
                    <a:pt x="142" y="1215"/>
                    <a:pt x="110" y="1215"/>
                  </a:cubicBezTo>
                  <a:cubicBezTo>
                    <a:pt x="65" y="1215"/>
                    <a:pt x="32" y="1202"/>
                    <a:pt x="0" y="1196"/>
                  </a:cubicBezTo>
                  <a:lnTo>
                    <a:pt x="0" y="1196"/>
                  </a:lnTo>
                  <a:cubicBezTo>
                    <a:pt x="6" y="1177"/>
                    <a:pt x="6" y="1151"/>
                    <a:pt x="26" y="1138"/>
                  </a:cubicBezTo>
                  <a:cubicBezTo>
                    <a:pt x="39" y="1125"/>
                    <a:pt x="58" y="1131"/>
                    <a:pt x="78" y="1118"/>
                  </a:cubicBezTo>
                  <a:cubicBezTo>
                    <a:pt x="84" y="1118"/>
                    <a:pt x="90" y="1118"/>
                    <a:pt x="90" y="1106"/>
                  </a:cubicBezTo>
                  <a:cubicBezTo>
                    <a:pt x="90" y="1093"/>
                    <a:pt x="84" y="1086"/>
                    <a:pt x="78" y="1073"/>
                  </a:cubicBezTo>
                  <a:cubicBezTo>
                    <a:pt x="78" y="1060"/>
                    <a:pt x="71" y="1047"/>
                    <a:pt x="65" y="1041"/>
                  </a:cubicBezTo>
                  <a:cubicBezTo>
                    <a:pt x="45" y="1021"/>
                    <a:pt x="26" y="1028"/>
                    <a:pt x="13" y="1015"/>
                  </a:cubicBezTo>
                  <a:cubicBezTo>
                    <a:pt x="6" y="1008"/>
                    <a:pt x="6" y="1002"/>
                    <a:pt x="6" y="989"/>
                  </a:cubicBezTo>
                  <a:cubicBezTo>
                    <a:pt x="6" y="950"/>
                    <a:pt x="32" y="931"/>
                    <a:pt x="45" y="892"/>
                  </a:cubicBezTo>
                  <a:cubicBezTo>
                    <a:pt x="52" y="873"/>
                    <a:pt x="52" y="860"/>
                    <a:pt x="52" y="840"/>
                  </a:cubicBezTo>
                  <a:cubicBezTo>
                    <a:pt x="58" y="821"/>
                    <a:pt x="71" y="808"/>
                    <a:pt x="78" y="789"/>
                  </a:cubicBezTo>
                  <a:cubicBezTo>
                    <a:pt x="90" y="750"/>
                    <a:pt x="90" y="718"/>
                    <a:pt x="129" y="692"/>
                  </a:cubicBezTo>
                  <a:lnTo>
                    <a:pt x="129" y="692"/>
                  </a:lnTo>
                  <a:cubicBezTo>
                    <a:pt x="155" y="672"/>
                    <a:pt x="181" y="679"/>
                    <a:pt x="200" y="653"/>
                  </a:cubicBezTo>
                  <a:cubicBezTo>
                    <a:pt x="220" y="633"/>
                    <a:pt x="226" y="614"/>
                    <a:pt x="226" y="588"/>
                  </a:cubicBezTo>
                  <a:cubicBezTo>
                    <a:pt x="226" y="498"/>
                    <a:pt x="226" y="498"/>
                    <a:pt x="226" y="498"/>
                  </a:cubicBezTo>
                  <a:cubicBezTo>
                    <a:pt x="226" y="420"/>
                    <a:pt x="213" y="375"/>
                    <a:pt x="239" y="304"/>
                  </a:cubicBezTo>
                  <a:cubicBezTo>
                    <a:pt x="252" y="278"/>
                    <a:pt x="259" y="265"/>
                    <a:pt x="272" y="239"/>
                  </a:cubicBezTo>
                  <a:cubicBezTo>
                    <a:pt x="304" y="142"/>
                    <a:pt x="343" y="103"/>
                    <a:pt x="356" y="0"/>
                  </a:cubicBezTo>
                </a:path>
              </a:pathLst>
            </a:custGeom>
            <a:solidFill>
              <a:srgbClr val="580C1F"/>
            </a:solidFill>
            <a:ln w="28575" cap="flat" cmpd="sng">
              <a:solidFill>
                <a:schemeClr val="bg1"/>
              </a:solidFill>
              <a:bevel/>
              <a:headEnd/>
              <a:tailEnd/>
            </a:ln>
            <a:effec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a:p>
          </p:txBody>
        </p:sp>
        <p:sp>
          <p:nvSpPr>
            <p:cNvPr id="16" name="Freeform 92">
              <a:extLst>
                <a:ext uri="{FF2B5EF4-FFF2-40B4-BE49-F238E27FC236}">
                  <a16:creationId xmlns:a16="http://schemas.microsoft.com/office/drawing/2014/main" id="{A1F13BAC-92E5-6D0D-C51C-52ED78FE5B95}"/>
                </a:ext>
              </a:extLst>
            </p:cNvPr>
            <p:cNvSpPr>
              <a:spLocks noChangeArrowheads="1"/>
            </p:cNvSpPr>
            <p:nvPr/>
          </p:nvSpPr>
          <p:spPr bwMode="auto">
            <a:xfrm>
              <a:off x="6303789" y="9595954"/>
              <a:ext cx="119151" cy="119162"/>
            </a:xfrm>
            <a:custGeom>
              <a:avLst/>
              <a:gdLst>
                <a:gd name="T0" fmla="*/ 116 w 117"/>
                <a:gd name="T1" fmla="*/ 0 h 118"/>
                <a:gd name="T2" fmla="*/ 116 w 117"/>
                <a:gd name="T3" fmla="*/ 0 h 118"/>
                <a:gd name="T4" fmla="*/ 84 w 117"/>
                <a:gd name="T5" fmla="*/ 13 h 118"/>
                <a:gd name="T6" fmla="*/ 45 w 117"/>
                <a:gd name="T7" fmla="*/ 6 h 118"/>
                <a:gd name="T8" fmla="*/ 13 w 117"/>
                <a:gd name="T9" fmla="*/ 0 h 118"/>
                <a:gd name="T10" fmla="*/ 0 w 117"/>
                <a:gd name="T11" fmla="*/ 32 h 118"/>
                <a:gd name="T12" fmla="*/ 6 w 117"/>
                <a:gd name="T13" fmla="*/ 65 h 118"/>
                <a:gd name="T14" fmla="*/ 13 w 117"/>
                <a:gd name="T15" fmla="*/ 71 h 118"/>
                <a:gd name="T16" fmla="*/ 25 w 117"/>
                <a:gd name="T17" fmla="*/ 84 h 118"/>
                <a:gd name="T18" fmla="*/ 45 w 117"/>
                <a:gd name="T19" fmla="*/ 97 h 118"/>
                <a:gd name="T20" fmla="*/ 58 w 117"/>
                <a:gd name="T21" fmla="*/ 103 h 118"/>
                <a:gd name="T22" fmla="*/ 64 w 117"/>
                <a:gd name="T23" fmla="*/ 117 h 118"/>
                <a:gd name="T24" fmla="*/ 84 w 117"/>
                <a:gd name="T25" fmla="*/ 110 h 118"/>
                <a:gd name="T26" fmla="*/ 97 w 117"/>
                <a:gd name="T27" fmla="*/ 97 h 118"/>
                <a:gd name="T28" fmla="*/ 97 w 117"/>
                <a:gd name="T29" fmla="*/ 84 h 118"/>
                <a:gd name="T30" fmla="*/ 103 w 117"/>
                <a:gd name="T31" fmla="*/ 78 h 118"/>
                <a:gd name="T32" fmla="*/ 103 w 117"/>
                <a:gd name="T33" fmla="*/ 65 h 118"/>
                <a:gd name="T34" fmla="*/ 109 w 117"/>
                <a:gd name="T35" fmla="*/ 45 h 118"/>
                <a:gd name="T36" fmla="*/ 116 w 117"/>
                <a:gd name="T37" fmla="*/ 45 h 118"/>
                <a:gd name="T38" fmla="*/ 116 w 117"/>
                <a:gd name="T39"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7" h="118">
                  <a:moveTo>
                    <a:pt x="116" y="0"/>
                  </a:moveTo>
                  <a:lnTo>
                    <a:pt x="116" y="0"/>
                  </a:lnTo>
                  <a:cubicBezTo>
                    <a:pt x="103" y="6"/>
                    <a:pt x="97" y="13"/>
                    <a:pt x="84" y="13"/>
                  </a:cubicBezTo>
                  <a:cubicBezTo>
                    <a:pt x="71" y="13"/>
                    <a:pt x="58" y="13"/>
                    <a:pt x="45" y="6"/>
                  </a:cubicBezTo>
                  <a:cubicBezTo>
                    <a:pt x="32" y="0"/>
                    <a:pt x="25" y="0"/>
                    <a:pt x="13" y="0"/>
                  </a:cubicBezTo>
                  <a:cubicBezTo>
                    <a:pt x="0" y="6"/>
                    <a:pt x="0" y="19"/>
                    <a:pt x="0" y="32"/>
                  </a:cubicBezTo>
                  <a:cubicBezTo>
                    <a:pt x="0" y="45"/>
                    <a:pt x="0" y="65"/>
                    <a:pt x="6" y="65"/>
                  </a:cubicBezTo>
                  <a:cubicBezTo>
                    <a:pt x="13" y="71"/>
                    <a:pt x="13" y="71"/>
                    <a:pt x="13" y="71"/>
                  </a:cubicBezTo>
                  <a:cubicBezTo>
                    <a:pt x="13" y="78"/>
                    <a:pt x="19" y="78"/>
                    <a:pt x="25" y="84"/>
                  </a:cubicBezTo>
                  <a:cubicBezTo>
                    <a:pt x="32" y="91"/>
                    <a:pt x="38" y="91"/>
                    <a:pt x="45" y="97"/>
                  </a:cubicBezTo>
                  <a:cubicBezTo>
                    <a:pt x="51" y="103"/>
                    <a:pt x="45" y="103"/>
                    <a:pt x="58" y="103"/>
                  </a:cubicBezTo>
                  <a:cubicBezTo>
                    <a:pt x="58" y="110"/>
                    <a:pt x="58" y="110"/>
                    <a:pt x="64" y="117"/>
                  </a:cubicBezTo>
                  <a:cubicBezTo>
                    <a:pt x="71" y="117"/>
                    <a:pt x="84" y="110"/>
                    <a:pt x="84" y="110"/>
                  </a:cubicBezTo>
                  <a:cubicBezTo>
                    <a:pt x="90" y="103"/>
                    <a:pt x="90" y="103"/>
                    <a:pt x="97" y="97"/>
                  </a:cubicBezTo>
                  <a:cubicBezTo>
                    <a:pt x="97" y="91"/>
                    <a:pt x="97" y="84"/>
                    <a:pt x="97" y="84"/>
                  </a:cubicBezTo>
                  <a:cubicBezTo>
                    <a:pt x="103" y="78"/>
                    <a:pt x="97" y="78"/>
                    <a:pt x="103" y="78"/>
                  </a:cubicBezTo>
                  <a:cubicBezTo>
                    <a:pt x="109" y="71"/>
                    <a:pt x="103" y="71"/>
                    <a:pt x="103" y="65"/>
                  </a:cubicBezTo>
                  <a:cubicBezTo>
                    <a:pt x="103" y="58"/>
                    <a:pt x="109" y="52"/>
                    <a:pt x="109" y="45"/>
                  </a:cubicBezTo>
                  <a:cubicBezTo>
                    <a:pt x="116" y="45"/>
                    <a:pt x="116" y="45"/>
                    <a:pt x="116" y="45"/>
                  </a:cubicBezTo>
                  <a:lnTo>
                    <a:pt x="116" y="0"/>
                  </a:lnTo>
                </a:path>
              </a:pathLst>
            </a:custGeom>
            <a:solidFill>
              <a:schemeClr val="bg1">
                <a:lumMod val="85000"/>
              </a:schemeClr>
            </a:solidFill>
            <a:ln w="28575" cap="flat" cmpd="sng">
              <a:solidFill>
                <a:schemeClr val="bg1"/>
              </a:solidFill>
              <a:bevel/>
              <a:headEnd/>
              <a:tailEnd/>
            </a:ln>
            <a:effec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a:p>
          </p:txBody>
        </p:sp>
        <p:sp>
          <p:nvSpPr>
            <p:cNvPr id="17" name="Freeform 93">
              <a:extLst>
                <a:ext uri="{FF2B5EF4-FFF2-40B4-BE49-F238E27FC236}">
                  <a16:creationId xmlns:a16="http://schemas.microsoft.com/office/drawing/2014/main" id="{55B99C69-67CC-1008-F072-83B53B264724}"/>
                </a:ext>
              </a:extLst>
            </p:cNvPr>
            <p:cNvSpPr>
              <a:spLocks noChangeArrowheads="1"/>
            </p:cNvSpPr>
            <p:nvPr/>
          </p:nvSpPr>
          <p:spPr bwMode="auto">
            <a:xfrm>
              <a:off x="6228766" y="9159033"/>
              <a:ext cx="247131" cy="339827"/>
            </a:xfrm>
            <a:custGeom>
              <a:avLst/>
              <a:gdLst>
                <a:gd name="T0" fmla="*/ 213 w 247"/>
                <a:gd name="T1" fmla="*/ 33 h 338"/>
                <a:gd name="T2" fmla="*/ 213 w 247"/>
                <a:gd name="T3" fmla="*/ 33 h 338"/>
                <a:gd name="T4" fmla="*/ 110 w 247"/>
                <a:gd name="T5" fmla="*/ 0 h 338"/>
                <a:gd name="T6" fmla="*/ 39 w 247"/>
                <a:gd name="T7" fmla="*/ 65 h 338"/>
                <a:gd name="T8" fmla="*/ 39 w 247"/>
                <a:gd name="T9" fmla="*/ 97 h 338"/>
                <a:gd name="T10" fmla="*/ 0 w 247"/>
                <a:gd name="T11" fmla="*/ 162 h 338"/>
                <a:gd name="T12" fmla="*/ 32 w 247"/>
                <a:gd name="T13" fmla="*/ 220 h 338"/>
                <a:gd name="T14" fmla="*/ 58 w 247"/>
                <a:gd name="T15" fmla="*/ 272 h 338"/>
                <a:gd name="T16" fmla="*/ 78 w 247"/>
                <a:gd name="T17" fmla="*/ 291 h 338"/>
                <a:gd name="T18" fmla="*/ 116 w 247"/>
                <a:gd name="T19" fmla="*/ 337 h 338"/>
                <a:gd name="T20" fmla="*/ 194 w 247"/>
                <a:gd name="T21" fmla="*/ 291 h 338"/>
                <a:gd name="T22" fmla="*/ 246 w 247"/>
                <a:gd name="T23" fmla="*/ 130 h 338"/>
                <a:gd name="T24" fmla="*/ 239 w 247"/>
                <a:gd name="T25" fmla="*/ 97 h 338"/>
                <a:gd name="T26" fmla="*/ 246 w 247"/>
                <a:gd name="T27" fmla="*/ 78 h 338"/>
                <a:gd name="T28" fmla="*/ 213 w 247"/>
                <a:gd name="T29" fmla="*/ 33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7" h="338">
                  <a:moveTo>
                    <a:pt x="213" y="33"/>
                  </a:moveTo>
                  <a:lnTo>
                    <a:pt x="213" y="33"/>
                  </a:lnTo>
                  <a:cubicBezTo>
                    <a:pt x="175" y="13"/>
                    <a:pt x="155" y="0"/>
                    <a:pt x="110" y="0"/>
                  </a:cubicBezTo>
                  <a:cubicBezTo>
                    <a:pt x="71" y="0"/>
                    <a:pt x="39" y="26"/>
                    <a:pt x="39" y="65"/>
                  </a:cubicBezTo>
                  <a:cubicBezTo>
                    <a:pt x="39" y="78"/>
                    <a:pt x="39" y="84"/>
                    <a:pt x="39" y="97"/>
                  </a:cubicBezTo>
                  <a:cubicBezTo>
                    <a:pt x="32" y="123"/>
                    <a:pt x="0" y="136"/>
                    <a:pt x="0" y="162"/>
                  </a:cubicBezTo>
                  <a:cubicBezTo>
                    <a:pt x="0" y="188"/>
                    <a:pt x="19" y="201"/>
                    <a:pt x="32" y="220"/>
                  </a:cubicBezTo>
                  <a:cubicBezTo>
                    <a:pt x="45" y="239"/>
                    <a:pt x="45" y="253"/>
                    <a:pt x="58" y="272"/>
                  </a:cubicBezTo>
                  <a:cubicBezTo>
                    <a:pt x="65" y="278"/>
                    <a:pt x="71" y="285"/>
                    <a:pt x="78" y="291"/>
                  </a:cubicBezTo>
                  <a:cubicBezTo>
                    <a:pt x="91" y="311"/>
                    <a:pt x="97" y="337"/>
                    <a:pt x="116" y="337"/>
                  </a:cubicBezTo>
                  <a:cubicBezTo>
                    <a:pt x="155" y="337"/>
                    <a:pt x="168" y="311"/>
                    <a:pt x="194" y="291"/>
                  </a:cubicBezTo>
                  <a:cubicBezTo>
                    <a:pt x="239" y="246"/>
                    <a:pt x="246" y="194"/>
                    <a:pt x="246" y="130"/>
                  </a:cubicBezTo>
                  <a:cubicBezTo>
                    <a:pt x="246" y="117"/>
                    <a:pt x="239" y="110"/>
                    <a:pt x="239" y="97"/>
                  </a:cubicBezTo>
                  <a:cubicBezTo>
                    <a:pt x="239" y="84"/>
                    <a:pt x="246" y="84"/>
                    <a:pt x="246" y="78"/>
                  </a:cubicBezTo>
                  <a:cubicBezTo>
                    <a:pt x="246" y="65"/>
                    <a:pt x="220" y="46"/>
                    <a:pt x="213" y="33"/>
                  </a:cubicBezTo>
                </a:path>
              </a:pathLst>
            </a:custGeom>
            <a:solidFill>
              <a:schemeClr val="bg1">
                <a:lumMod val="85000"/>
              </a:schemeClr>
            </a:solidFill>
            <a:ln w="28575" cap="flat" cmpd="sng">
              <a:solidFill>
                <a:schemeClr val="bg1"/>
              </a:solidFill>
              <a:bevel/>
              <a:headEnd/>
              <a:tailEnd/>
            </a:ln>
            <a:effec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a:p>
          </p:txBody>
        </p:sp>
        <p:grpSp>
          <p:nvGrpSpPr>
            <p:cNvPr id="18" name="Group 17">
              <a:extLst>
                <a:ext uri="{FF2B5EF4-FFF2-40B4-BE49-F238E27FC236}">
                  <a16:creationId xmlns:a16="http://schemas.microsoft.com/office/drawing/2014/main" id="{5796A084-4535-FC7C-4DC3-FF5E7822A059}"/>
                </a:ext>
              </a:extLst>
            </p:cNvPr>
            <p:cNvGrpSpPr/>
            <p:nvPr/>
          </p:nvGrpSpPr>
          <p:grpSpPr>
            <a:xfrm>
              <a:off x="11449845" y="3029997"/>
              <a:ext cx="9702019" cy="6508687"/>
              <a:chOff x="12446782" y="2278607"/>
              <a:chExt cx="10282453" cy="6898076"/>
            </a:xfrm>
            <a:solidFill>
              <a:schemeClr val="bg1">
                <a:lumMod val="85000"/>
              </a:schemeClr>
            </a:solidFill>
          </p:grpSpPr>
          <p:sp>
            <p:nvSpPr>
              <p:cNvPr id="19" name="Freeform 79">
                <a:extLst>
                  <a:ext uri="{FF2B5EF4-FFF2-40B4-BE49-F238E27FC236}">
                    <a16:creationId xmlns:a16="http://schemas.microsoft.com/office/drawing/2014/main" id="{4EC2F039-A402-81C3-01E5-0B7F9D7DB2D3}"/>
                  </a:ext>
                </a:extLst>
              </p:cNvPr>
              <p:cNvSpPr>
                <a:spLocks noChangeArrowheads="1"/>
              </p:cNvSpPr>
              <p:nvPr/>
            </p:nvSpPr>
            <p:spPr bwMode="auto">
              <a:xfrm>
                <a:off x="18638318" y="2278607"/>
                <a:ext cx="4090917" cy="3438007"/>
              </a:xfrm>
              <a:custGeom>
                <a:avLst/>
                <a:gdLst>
                  <a:gd name="T0" fmla="*/ 2199 w 4089"/>
                  <a:gd name="T1" fmla="*/ 770 h 3435"/>
                  <a:gd name="T2" fmla="*/ 2025 w 4089"/>
                  <a:gd name="T3" fmla="*/ 317 h 3435"/>
                  <a:gd name="T4" fmla="*/ 2025 w 4089"/>
                  <a:gd name="T5" fmla="*/ 317 h 3435"/>
                  <a:gd name="T6" fmla="*/ 1779 w 4089"/>
                  <a:gd name="T7" fmla="*/ 71 h 3435"/>
                  <a:gd name="T8" fmla="*/ 1928 w 4089"/>
                  <a:gd name="T9" fmla="*/ 175 h 3435"/>
                  <a:gd name="T10" fmla="*/ 1591 w 4089"/>
                  <a:gd name="T11" fmla="*/ 91 h 3435"/>
                  <a:gd name="T12" fmla="*/ 1591 w 4089"/>
                  <a:gd name="T13" fmla="*/ 91 h 3435"/>
                  <a:gd name="T14" fmla="*/ 214 w 4089"/>
                  <a:gd name="T15" fmla="*/ 2270 h 3435"/>
                  <a:gd name="T16" fmla="*/ 26 w 4089"/>
                  <a:gd name="T17" fmla="*/ 2128 h 3435"/>
                  <a:gd name="T18" fmla="*/ 363 w 4089"/>
                  <a:gd name="T19" fmla="*/ 1959 h 3435"/>
                  <a:gd name="T20" fmla="*/ 621 w 4089"/>
                  <a:gd name="T21" fmla="*/ 1681 h 3435"/>
                  <a:gd name="T22" fmla="*/ 802 w 4089"/>
                  <a:gd name="T23" fmla="*/ 1378 h 3435"/>
                  <a:gd name="T24" fmla="*/ 835 w 4089"/>
                  <a:gd name="T25" fmla="*/ 1267 h 3435"/>
                  <a:gd name="T26" fmla="*/ 970 w 4089"/>
                  <a:gd name="T27" fmla="*/ 1138 h 3435"/>
                  <a:gd name="T28" fmla="*/ 1255 w 4089"/>
                  <a:gd name="T29" fmla="*/ 757 h 3435"/>
                  <a:gd name="T30" fmla="*/ 1436 w 4089"/>
                  <a:gd name="T31" fmla="*/ 362 h 3435"/>
                  <a:gd name="T32" fmla="*/ 1533 w 4089"/>
                  <a:gd name="T33" fmla="*/ 602 h 3435"/>
                  <a:gd name="T34" fmla="*/ 1559 w 4089"/>
                  <a:gd name="T35" fmla="*/ 789 h 3435"/>
                  <a:gd name="T36" fmla="*/ 1766 w 4089"/>
                  <a:gd name="T37" fmla="*/ 453 h 3435"/>
                  <a:gd name="T38" fmla="*/ 1947 w 4089"/>
                  <a:gd name="T39" fmla="*/ 614 h 3435"/>
                  <a:gd name="T40" fmla="*/ 2212 w 4089"/>
                  <a:gd name="T41" fmla="*/ 860 h 3435"/>
                  <a:gd name="T42" fmla="*/ 2451 w 4089"/>
                  <a:gd name="T43" fmla="*/ 970 h 3435"/>
                  <a:gd name="T44" fmla="*/ 2303 w 4089"/>
                  <a:gd name="T45" fmla="*/ 1248 h 3435"/>
                  <a:gd name="T46" fmla="*/ 2283 w 4089"/>
                  <a:gd name="T47" fmla="*/ 1436 h 3435"/>
                  <a:gd name="T48" fmla="*/ 2290 w 4089"/>
                  <a:gd name="T49" fmla="*/ 1546 h 3435"/>
                  <a:gd name="T50" fmla="*/ 2503 w 4089"/>
                  <a:gd name="T51" fmla="*/ 1526 h 3435"/>
                  <a:gd name="T52" fmla="*/ 2788 w 4089"/>
                  <a:gd name="T53" fmla="*/ 1643 h 3435"/>
                  <a:gd name="T54" fmla="*/ 2898 w 4089"/>
                  <a:gd name="T55" fmla="*/ 1727 h 3435"/>
                  <a:gd name="T56" fmla="*/ 2975 w 4089"/>
                  <a:gd name="T57" fmla="*/ 1610 h 3435"/>
                  <a:gd name="T58" fmla="*/ 3111 w 4089"/>
                  <a:gd name="T59" fmla="*/ 1875 h 3435"/>
                  <a:gd name="T60" fmla="*/ 3279 w 4089"/>
                  <a:gd name="T61" fmla="*/ 1843 h 3435"/>
                  <a:gd name="T62" fmla="*/ 3383 w 4089"/>
                  <a:gd name="T63" fmla="*/ 1869 h 3435"/>
                  <a:gd name="T64" fmla="*/ 3654 w 4089"/>
                  <a:gd name="T65" fmla="*/ 2024 h 3435"/>
                  <a:gd name="T66" fmla="*/ 3842 w 4089"/>
                  <a:gd name="T67" fmla="*/ 2082 h 3435"/>
                  <a:gd name="T68" fmla="*/ 4062 w 4089"/>
                  <a:gd name="T69" fmla="*/ 2225 h 3435"/>
                  <a:gd name="T70" fmla="*/ 3570 w 4089"/>
                  <a:gd name="T71" fmla="*/ 2554 h 3435"/>
                  <a:gd name="T72" fmla="*/ 3241 w 4089"/>
                  <a:gd name="T73" fmla="*/ 2561 h 3435"/>
                  <a:gd name="T74" fmla="*/ 3072 w 4089"/>
                  <a:gd name="T75" fmla="*/ 2535 h 3435"/>
                  <a:gd name="T76" fmla="*/ 3150 w 4089"/>
                  <a:gd name="T77" fmla="*/ 2871 h 3435"/>
                  <a:gd name="T78" fmla="*/ 3273 w 4089"/>
                  <a:gd name="T79" fmla="*/ 2930 h 3435"/>
                  <a:gd name="T80" fmla="*/ 3273 w 4089"/>
                  <a:gd name="T81" fmla="*/ 3117 h 3435"/>
                  <a:gd name="T82" fmla="*/ 3370 w 4089"/>
                  <a:gd name="T83" fmla="*/ 3130 h 3435"/>
                  <a:gd name="T84" fmla="*/ 3001 w 4089"/>
                  <a:gd name="T85" fmla="*/ 3240 h 3435"/>
                  <a:gd name="T86" fmla="*/ 2516 w 4089"/>
                  <a:gd name="T87" fmla="*/ 3195 h 3435"/>
                  <a:gd name="T88" fmla="*/ 2303 w 4089"/>
                  <a:gd name="T89" fmla="*/ 3175 h 3435"/>
                  <a:gd name="T90" fmla="*/ 2374 w 4089"/>
                  <a:gd name="T91" fmla="*/ 3382 h 3435"/>
                  <a:gd name="T92" fmla="*/ 2464 w 4089"/>
                  <a:gd name="T93" fmla="*/ 3382 h 3435"/>
                  <a:gd name="T94" fmla="*/ 1850 w 4089"/>
                  <a:gd name="T95" fmla="*/ 3182 h 3435"/>
                  <a:gd name="T96" fmla="*/ 1527 w 4089"/>
                  <a:gd name="T97" fmla="*/ 3227 h 3435"/>
                  <a:gd name="T98" fmla="*/ 1216 w 4089"/>
                  <a:gd name="T99" fmla="*/ 3201 h 3435"/>
                  <a:gd name="T100" fmla="*/ 835 w 4089"/>
                  <a:gd name="T101" fmla="*/ 3182 h 3435"/>
                  <a:gd name="T102" fmla="*/ 434 w 4089"/>
                  <a:gd name="T103" fmla="*/ 3330 h 3435"/>
                  <a:gd name="T104" fmla="*/ 252 w 4089"/>
                  <a:gd name="T105" fmla="*/ 3311 h 3435"/>
                  <a:gd name="T106" fmla="*/ 175 w 4089"/>
                  <a:gd name="T107" fmla="*/ 2988 h 3435"/>
                  <a:gd name="T108" fmla="*/ 207 w 4089"/>
                  <a:gd name="T109" fmla="*/ 2542 h 3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9" h="3435">
                    <a:moveTo>
                      <a:pt x="2128" y="653"/>
                    </a:moveTo>
                    <a:lnTo>
                      <a:pt x="2128" y="653"/>
                    </a:lnTo>
                    <a:lnTo>
                      <a:pt x="2122" y="660"/>
                    </a:lnTo>
                    <a:cubicBezTo>
                      <a:pt x="2122" y="666"/>
                      <a:pt x="2135" y="673"/>
                      <a:pt x="2135" y="679"/>
                    </a:cubicBezTo>
                    <a:cubicBezTo>
                      <a:pt x="2148" y="718"/>
                      <a:pt x="2160" y="737"/>
                      <a:pt x="2160" y="770"/>
                    </a:cubicBezTo>
                    <a:cubicBezTo>
                      <a:pt x="2180" y="770"/>
                      <a:pt x="2186" y="770"/>
                      <a:pt x="2199" y="770"/>
                    </a:cubicBezTo>
                    <a:cubicBezTo>
                      <a:pt x="2232" y="770"/>
                      <a:pt x="2232" y="737"/>
                      <a:pt x="2232" y="711"/>
                    </a:cubicBezTo>
                    <a:cubicBezTo>
                      <a:pt x="2232" y="698"/>
                      <a:pt x="2219" y="705"/>
                      <a:pt x="2212" y="698"/>
                    </a:cubicBezTo>
                    <a:cubicBezTo>
                      <a:pt x="2199" y="686"/>
                      <a:pt x="2206" y="679"/>
                      <a:pt x="2199" y="666"/>
                    </a:cubicBezTo>
                    <a:cubicBezTo>
                      <a:pt x="2180" y="640"/>
                      <a:pt x="2154" y="660"/>
                      <a:pt x="2128" y="653"/>
                    </a:cubicBezTo>
                    <a:close/>
                    <a:moveTo>
                      <a:pt x="2025" y="317"/>
                    </a:moveTo>
                    <a:lnTo>
                      <a:pt x="2025" y="317"/>
                    </a:lnTo>
                    <a:cubicBezTo>
                      <a:pt x="2012" y="317"/>
                      <a:pt x="2005" y="317"/>
                      <a:pt x="1992" y="317"/>
                    </a:cubicBezTo>
                    <a:cubicBezTo>
                      <a:pt x="1992" y="323"/>
                      <a:pt x="1992" y="323"/>
                      <a:pt x="1992" y="323"/>
                    </a:cubicBezTo>
                    <a:cubicBezTo>
                      <a:pt x="1992" y="343"/>
                      <a:pt x="2005" y="349"/>
                      <a:pt x="2005" y="362"/>
                    </a:cubicBezTo>
                    <a:cubicBezTo>
                      <a:pt x="2018" y="349"/>
                      <a:pt x="2025" y="343"/>
                      <a:pt x="2044" y="336"/>
                    </a:cubicBezTo>
                    <a:cubicBezTo>
                      <a:pt x="2051" y="330"/>
                      <a:pt x="2051" y="330"/>
                      <a:pt x="2051" y="330"/>
                    </a:cubicBezTo>
                    <a:cubicBezTo>
                      <a:pt x="2044" y="323"/>
                      <a:pt x="2031" y="323"/>
                      <a:pt x="2025" y="317"/>
                    </a:cubicBezTo>
                    <a:close/>
                    <a:moveTo>
                      <a:pt x="1928" y="0"/>
                    </a:moveTo>
                    <a:lnTo>
                      <a:pt x="1928" y="0"/>
                    </a:lnTo>
                    <a:cubicBezTo>
                      <a:pt x="1915" y="0"/>
                      <a:pt x="1908" y="13"/>
                      <a:pt x="1902" y="19"/>
                    </a:cubicBezTo>
                    <a:cubicBezTo>
                      <a:pt x="1882" y="32"/>
                      <a:pt x="1863" y="26"/>
                      <a:pt x="1850" y="39"/>
                    </a:cubicBezTo>
                    <a:cubicBezTo>
                      <a:pt x="1831" y="45"/>
                      <a:pt x="1824" y="52"/>
                      <a:pt x="1811" y="58"/>
                    </a:cubicBezTo>
                    <a:cubicBezTo>
                      <a:pt x="1798" y="65"/>
                      <a:pt x="1779" y="58"/>
                      <a:pt x="1779" y="71"/>
                    </a:cubicBezTo>
                    <a:cubicBezTo>
                      <a:pt x="1779" y="91"/>
                      <a:pt x="1785" y="97"/>
                      <a:pt x="1785" y="117"/>
                    </a:cubicBezTo>
                    <a:cubicBezTo>
                      <a:pt x="1785" y="142"/>
                      <a:pt x="1779" y="155"/>
                      <a:pt x="1772" y="181"/>
                    </a:cubicBezTo>
                    <a:cubicBezTo>
                      <a:pt x="1779" y="214"/>
                      <a:pt x="1779" y="214"/>
                      <a:pt x="1779" y="214"/>
                    </a:cubicBezTo>
                    <a:cubicBezTo>
                      <a:pt x="1779" y="265"/>
                      <a:pt x="1779" y="265"/>
                      <a:pt x="1779" y="265"/>
                    </a:cubicBezTo>
                    <a:cubicBezTo>
                      <a:pt x="1798" y="239"/>
                      <a:pt x="1805" y="214"/>
                      <a:pt x="1831" y="201"/>
                    </a:cubicBezTo>
                    <a:cubicBezTo>
                      <a:pt x="1863" y="181"/>
                      <a:pt x="1889" y="188"/>
                      <a:pt x="1928" y="175"/>
                    </a:cubicBezTo>
                    <a:cubicBezTo>
                      <a:pt x="1953" y="162"/>
                      <a:pt x="1953" y="136"/>
                      <a:pt x="1966" y="110"/>
                    </a:cubicBezTo>
                    <a:cubicBezTo>
                      <a:pt x="1979" y="71"/>
                      <a:pt x="1986" y="52"/>
                      <a:pt x="1999" y="19"/>
                    </a:cubicBezTo>
                    <a:cubicBezTo>
                      <a:pt x="1992" y="19"/>
                      <a:pt x="1986" y="19"/>
                      <a:pt x="1979" y="19"/>
                    </a:cubicBezTo>
                    <a:cubicBezTo>
                      <a:pt x="1973" y="19"/>
                      <a:pt x="1973" y="7"/>
                      <a:pt x="1966" y="7"/>
                    </a:cubicBezTo>
                    <a:cubicBezTo>
                      <a:pt x="1953" y="0"/>
                      <a:pt x="1941" y="0"/>
                      <a:pt x="1928" y="0"/>
                    </a:cubicBezTo>
                    <a:close/>
                    <a:moveTo>
                      <a:pt x="1591" y="91"/>
                    </a:moveTo>
                    <a:lnTo>
                      <a:pt x="1591" y="91"/>
                    </a:lnTo>
                    <a:cubicBezTo>
                      <a:pt x="1591" y="97"/>
                      <a:pt x="1591" y="110"/>
                      <a:pt x="1585" y="117"/>
                    </a:cubicBezTo>
                    <a:cubicBezTo>
                      <a:pt x="1591" y="117"/>
                      <a:pt x="1591" y="117"/>
                      <a:pt x="1591" y="117"/>
                    </a:cubicBezTo>
                    <a:cubicBezTo>
                      <a:pt x="1611" y="117"/>
                      <a:pt x="1624" y="110"/>
                      <a:pt x="1649" y="117"/>
                    </a:cubicBezTo>
                    <a:cubicBezTo>
                      <a:pt x="1649" y="97"/>
                      <a:pt x="1637" y="84"/>
                      <a:pt x="1649" y="71"/>
                    </a:cubicBezTo>
                    <a:cubicBezTo>
                      <a:pt x="1624" y="78"/>
                      <a:pt x="1611" y="91"/>
                      <a:pt x="1591" y="91"/>
                    </a:cubicBezTo>
                    <a:close/>
                    <a:moveTo>
                      <a:pt x="52" y="2535"/>
                    </a:moveTo>
                    <a:lnTo>
                      <a:pt x="52" y="2535"/>
                    </a:lnTo>
                    <a:lnTo>
                      <a:pt x="52" y="2535"/>
                    </a:lnTo>
                    <a:cubicBezTo>
                      <a:pt x="84" y="2503"/>
                      <a:pt x="104" y="2483"/>
                      <a:pt x="143" y="2451"/>
                    </a:cubicBezTo>
                    <a:cubicBezTo>
                      <a:pt x="149" y="2419"/>
                      <a:pt x="149" y="2393"/>
                      <a:pt x="168" y="2361"/>
                    </a:cubicBezTo>
                    <a:cubicBezTo>
                      <a:pt x="188" y="2328"/>
                      <a:pt x="214" y="2309"/>
                      <a:pt x="214" y="2270"/>
                    </a:cubicBezTo>
                    <a:cubicBezTo>
                      <a:pt x="214" y="2250"/>
                      <a:pt x="188" y="2257"/>
                      <a:pt x="168" y="2244"/>
                    </a:cubicBezTo>
                    <a:cubicBezTo>
                      <a:pt x="156" y="2238"/>
                      <a:pt x="162" y="2225"/>
                      <a:pt x="156" y="2212"/>
                    </a:cubicBezTo>
                    <a:cubicBezTo>
                      <a:pt x="143" y="2238"/>
                      <a:pt x="143" y="2257"/>
                      <a:pt x="136" y="2283"/>
                    </a:cubicBezTo>
                    <a:cubicBezTo>
                      <a:pt x="97" y="2276"/>
                      <a:pt x="78" y="2257"/>
                      <a:pt x="52" y="2238"/>
                    </a:cubicBezTo>
                    <a:cubicBezTo>
                      <a:pt x="33" y="2225"/>
                      <a:pt x="0" y="2231"/>
                      <a:pt x="0" y="2205"/>
                    </a:cubicBezTo>
                    <a:cubicBezTo>
                      <a:pt x="0" y="2173"/>
                      <a:pt x="13" y="2160"/>
                      <a:pt x="26" y="2128"/>
                    </a:cubicBezTo>
                    <a:cubicBezTo>
                      <a:pt x="39" y="2076"/>
                      <a:pt x="52" y="2044"/>
                      <a:pt x="91" y="2005"/>
                    </a:cubicBezTo>
                    <a:cubicBezTo>
                      <a:pt x="136" y="1959"/>
                      <a:pt x="188" y="1940"/>
                      <a:pt x="207" y="1869"/>
                    </a:cubicBezTo>
                    <a:cubicBezTo>
                      <a:pt x="214" y="1869"/>
                      <a:pt x="214" y="1869"/>
                      <a:pt x="214" y="1869"/>
                    </a:cubicBezTo>
                    <a:cubicBezTo>
                      <a:pt x="214" y="1908"/>
                      <a:pt x="214" y="1908"/>
                      <a:pt x="214" y="1908"/>
                    </a:cubicBezTo>
                    <a:cubicBezTo>
                      <a:pt x="214" y="1934"/>
                      <a:pt x="240" y="1934"/>
                      <a:pt x="266" y="1940"/>
                    </a:cubicBezTo>
                    <a:cubicBezTo>
                      <a:pt x="298" y="1947"/>
                      <a:pt x="324" y="1959"/>
                      <a:pt x="363" y="1959"/>
                    </a:cubicBezTo>
                    <a:cubicBezTo>
                      <a:pt x="388" y="1959"/>
                      <a:pt x="388" y="1959"/>
                      <a:pt x="388" y="1959"/>
                    </a:cubicBezTo>
                    <a:cubicBezTo>
                      <a:pt x="414" y="1959"/>
                      <a:pt x="427" y="1947"/>
                      <a:pt x="453" y="1927"/>
                    </a:cubicBezTo>
                    <a:cubicBezTo>
                      <a:pt x="511" y="1895"/>
                      <a:pt x="537" y="1843"/>
                      <a:pt x="537" y="1778"/>
                    </a:cubicBezTo>
                    <a:cubicBezTo>
                      <a:pt x="537" y="1759"/>
                      <a:pt x="531" y="1753"/>
                      <a:pt x="531" y="1733"/>
                    </a:cubicBezTo>
                    <a:cubicBezTo>
                      <a:pt x="531" y="1720"/>
                      <a:pt x="557" y="1727"/>
                      <a:pt x="576" y="1720"/>
                    </a:cubicBezTo>
                    <a:cubicBezTo>
                      <a:pt x="595" y="1707"/>
                      <a:pt x="602" y="1694"/>
                      <a:pt x="621" y="1681"/>
                    </a:cubicBezTo>
                    <a:cubicBezTo>
                      <a:pt x="654" y="1656"/>
                      <a:pt x="673" y="1636"/>
                      <a:pt x="692" y="1597"/>
                    </a:cubicBezTo>
                    <a:cubicBezTo>
                      <a:pt x="699" y="1565"/>
                      <a:pt x="692" y="1546"/>
                      <a:pt x="705" y="1520"/>
                    </a:cubicBezTo>
                    <a:cubicBezTo>
                      <a:pt x="718" y="1474"/>
                      <a:pt x="777" y="1462"/>
                      <a:pt x="777" y="1410"/>
                    </a:cubicBezTo>
                    <a:cubicBezTo>
                      <a:pt x="777" y="1384"/>
                      <a:pt x="777" y="1384"/>
                      <a:pt x="777" y="1384"/>
                    </a:cubicBezTo>
                    <a:cubicBezTo>
                      <a:pt x="777" y="1390"/>
                      <a:pt x="777" y="1397"/>
                      <a:pt x="783" y="1403"/>
                    </a:cubicBezTo>
                    <a:cubicBezTo>
                      <a:pt x="796" y="1397"/>
                      <a:pt x="802" y="1390"/>
                      <a:pt x="802" y="1378"/>
                    </a:cubicBezTo>
                    <a:cubicBezTo>
                      <a:pt x="802" y="1371"/>
                      <a:pt x="796" y="1365"/>
                      <a:pt x="796" y="1358"/>
                    </a:cubicBezTo>
                    <a:cubicBezTo>
                      <a:pt x="815" y="1345"/>
                      <a:pt x="815" y="1313"/>
                      <a:pt x="835" y="1313"/>
                    </a:cubicBezTo>
                    <a:cubicBezTo>
                      <a:pt x="854" y="1313"/>
                      <a:pt x="854" y="1332"/>
                      <a:pt x="861" y="1345"/>
                    </a:cubicBezTo>
                    <a:cubicBezTo>
                      <a:pt x="861" y="1339"/>
                      <a:pt x="861" y="1339"/>
                      <a:pt x="861" y="1339"/>
                    </a:cubicBezTo>
                    <a:cubicBezTo>
                      <a:pt x="861" y="1319"/>
                      <a:pt x="867" y="1306"/>
                      <a:pt x="867" y="1281"/>
                    </a:cubicBezTo>
                    <a:cubicBezTo>
                      <a:pt x="861" y="1274"/>
                      <a:pt x="847" y="1267"/>
                      <a:pt x="835" y="1267"/>
                    </a:cubicBezTo>
                    <a:cubicBezTo>
                      <a:pt x="828" y="1267"/>
                      <a:pt x="822" y="1281"/>
                      <a:pt x="809" y="1281"/>
                    </a:cubicBezTo>
                    <a:cubicBezTo>
                      <a:pt x="809" y="1274"/>
                      <a:pt x="809" y="1274"/>
                      <a:pt x="809" y="1274"/>
                    </a:cubicBezTo>
                    <a:cubicBezTo>
                      <a:pt x="828" y="1255"/>
                      <a:pt x="841" y="1242"/>
                      <a:pt x="854" y="1216"/>
                    </a:cubicBezTo>
                    <a:cubicBezTo>
                      <a:pt x="861" y="1197"/>
                      <a:pt x="861" y="1183"/>
                      <a:pt x="873" y="1171"/>
                    </a:cubicBezTo>
                    <a:cubicBezTo>
                      <a:pt x="893" y="1151"/>
                      <a:pt x="906" y="1145"/>
                      <a:pt x="932" y="1145"/>
                    </a:cubicBezTo>
                    <a:cubicBezTo>
                      <a:pt x="945" y="1138"/>
                      <a:pt x="964" y="1151"/>
                      <a:pt x="970" y="1138"/>
                    </a:cubicBezTo>
                    <a:cubicBezTo>
                      <a:pt x="990" y="1119"/>
                      <a:pt x="977" y="1099"/>
                      <a:pt x="990" y="1074"/>
                    </a:cubicBezTo>
                    <a:cubicBezTo>
                      <a:pt x="1003" y="1086"/>
                      <a:pt x="1003" y="1093"/>
                      <a:pt x="1009" y="1106"/>
                    </a:cubicBezTo>
                    <a:cubicBezTo>
                      <a:pt x="1035" y="1067"/>
                      <a:pt x="1035" y="1035"/>
                      <a:pt x="1061" y="1002"/>
                    </a:cubicBezTo>
                    <a:cubicBezTo>
                      <a:pt x="1093" y="970"/>
                      <a:pt x="1139" y="970"/>
                      <a:pt x="1158" y="931"/>
                    </a:cubicBezTo>
                    <a:cubicBezTo>
                      <a:pt x="1177" y="899"/>
                      <a:pt x="1177" y="879"/>
                      <a:pt x="1190" y="854"/>
                    </a:cubicBezTo>
                    <a:cubicBezTo>
                      <a:pt x="1210" y="809"/>
                      <a:pt x="1223" y="783"/>
                      <a:pt x="1255" y="757"/>
                    </a:cubicBezTo>
                    <a:cubicBezTo>
                      <a:pt x="1268" y="744"/>
                      <a:pt x="1287" y="744"/>
                      <a:pt x="1300" y="731"/>
                    </a:cubicBezTo>
                    <a:cubicBezTo>
                      <a:pt x="1320" y="698"/>
                      <a:pt x="1320" y="673"/>
                      <a:pt x="1326" y="634"/>
                    </a:cubicBezTo>
                    <a:cubicBezTo>
                      <a:pt x="1326" y="614"/>
                      <a:pt x="1339" y="602"/>
                      <a:pt x="1339" y="582"/>
                    </a:cubicBezTo>
                    <a:cubicBezTo>
                      <a:pt x="1339" y="563"/>
                      <a:pt x="1339" y="563"/>
                      <a:pt x="1339" y="563"/>
                    </a:cubicBezTo>
                    <a:cubicBezTo>
                      <a:pt x="1326" y="563"/>
                      <a:pt x="1320" y="563"/>
                      <a:pt x="1313" y="556"/>
                    </a:cubicBezTo>
                    <a:cubicBezTo>
                      <a:pt x="1365" y="485"/>
                      <a:pt x="1410" y="446"/>
                      <a:pt x="1436" y="362"/>
                    </a:cubicBezTo>
                    <a:cubicBezTo>
                      <a:pt x="1488" y="388"/>
                      <a:pt x="1520" y="420"/>
                      <a:pt x="1520" y="479"/>
                    </a:cubicBezTo>
                    <a:cubicBezTo>
                      <a:pt x="1520" y="505"/>
                      <a:pt x="1468" y="491"/>
                      <a:pt x="1468" y="511"/>
                    </a:cubicBezTo>
                    <a:cubicBezTo>
                      <a:pt x="1468" y="530"/>
                      <a:pt x="1475" y="530"/>
                      <a:pt x="1475" y="550"/>
                    </a:cubicBezTo>
                    <a:cubicBezTo>
                      <a:pt x="1481" y="550"/>
                      <a:pt x="1481" y="550"/>
                      <a:pt x="1481" y="550"/>
                    </a:cubicBezTo>
                    <a:cubicBezTo>
                      <a:pt x="1494" y="550"/>
                      <a:pt x="1501" y="543"/>
                      <a:pt x="1514" y="537"/>
                    </a:cubicBezTo>
                    <a:cubicBezTo>
                      <a:pt x="1527" y="563"/>
                      <a:pt x="1533" y="576"/>
                      <a:pt x="1533" y="602"/>
                    </a:cubicBezTo>
                    <a:cubicBezTo>
                      <a:pt x="1533" y="647"/>
                      <a:pt x="1494" y="660"/>
                      <a:pt x="1468" y="698"/>
                    </a:cubicBezTo>
                    <a:cubicBezTo>
                      <a:pt x="1456" y="711"/>
                      <a:pt x="1462" y="724"/>
                      <a:pt x="1449" y="744"/>
                    </a:cubicBezTo>
                    <a:cubicBezTo>
                      <a:pt x="1436" y="757"/>
                      <a:pt x="1423" y="763"/>
                      <a:pt x="1423" y="783"/>
                    </a:cubicBezTo>
                    <a:cubicBezTo>
                      <a:pt x="1423" y="795"/>
                      <a:pt x="1436" y="802"/>
                      <a:pt x="1442" y="821"/>
                    </a:cubicBezTo>
                    <a:cubicBezTo>
                      <a:pt x="1449" y="841"/>
                      <a:pt x="1456" y="860"/>
                      <a:pt x="1475" y="860"/>
                    </a:cubicBezTo>
                    <a:cubicBezTo>
                      <a:pt x="1520" y="860"/>
                      <a:pt x="1533" y="821"/>
                      <a:pt x="1559" y="789"/>
                    </a:cubicBezTo>
                    <a:cubicBezTo>
                      <a:pt x="1591" y="744"/>
                      <a:pt x="1624" y="724"/>
                      <a:pt x="1656" y="679"/>
                    </a:cubicBezTo>
                    <a:cubicBezTo>
                      <a:pt x="1669" y="653"/>
                      <a:pt x="1682" y="640"/>
                      <a:pt x="1701" y="614"/>
                    </a:cubicBezTo>
                    <a:cubicBezTo>
                      <a:pt x="1727" y="589"/>
                      <a:pt x="1740" y="563"/>
                      <a:pt x="1779" y="563"/>
                    </a:cubicBezTo>
                    <a:cubicBezTo>
                      <a:pt x="1805" y="563"/>
                      <a:pt x="1779" y="550"/>
                      <a:pt x="1760" y="524"/>
                    </a:cubicBezTo>
                    <a:cubicBezTo>
                      <a:pt x="1747" y="511"/>
                      <a:pt x="1734" y="498"/>
                      <a:pt x="1734" y="479"/>
                    </a:cubicBezTo>
                    <a:cubicBezTo>
                      <a:pt x="1734" y="466"/>
                      <a:pt x="1760" y="466"/>
                      <a:pt x="1766" y="453"/>
                    </a:cubicBezTo>
                    <a:cubicBezTo>
                      <a:pt x="1779" y="433"/>
                      <a:pt x="1772" y="414"/>
                      <a:pt x="1792" y="401"/>
                    </a:cubicBezTo>
                    <a:cubicBezTo>
                      <a:pt x="1818" y="388"/>
                      <a:pt x="1837" y="395"/>
                      <a:pt x="1863" y="395"/>
                    </a:cubicBezTo>
                    <a:cubicBezTo>
                      <a:pt x="1895" y="395"/>
                      <a:pt x="1902" y="433"/>
                      <a:pt x="1915" y="459"/>
                    </a:cubicBezTo>
                    <a:cubicBezTo>
                      <a:pt x="1934" y="485"/>
                      <a:pt x="1953" y="498"/>
                      <a:pt x="1953" y="524"/>
                    </a:cubicBezTo>
                    <a:cubicBezTo>
                      <a:pt x="1953" y="550"/>
                      <a:pt x="1928" y="556"/>
                      <a:pt x="1928" y="576"/>
                    </a:cubicBezTo>
                    <a:cubicBezTo>
                      <a:pt x="1928" y="595"/>
                      <a:pt x="1947" y="595"/>
                      <a:pt x="1947" y="614"/>
                    </a:cubicBezTo>
                    <a:cubicBezTo>
                      <a:pt x="1966" y="679"/>
                      <a:pt x="1979" y="711"/>
                      <a:pt x="2005" y="776"/>
                    </a:cubicBezTo>
                    <a:cubicBezTo>
                      <a:pt x="2012" y="789"/>
                      <a:pt x="2025" y="789"/>
                      <a:pt x="2044" y="795"/>
                    </a:cubicBezTo>
                    <a:cubicBezTo>
                      <a:pt x="2063" y="809"/>
                      <a:pt x="2076" y="821"/>
                      <a:pt x="2102" y="828"/>
                    </a:cubicBezTo>
                    <a:cubicBezTo>
                      <a:pt x="2128" y="841"/>
                      <a:pt x="2141" y="847"/>
                      <a:pt x="2160" y="873"/>
                    </a:cubicBezTo>
                    <a:cubicBezTo>
                      <a:pt x="2173" y="879"/>
                      <a:pt x="2180" y="893"/>
                      <a:pt x="2193" y="893"/>
                    </a:cubicBezTo>
                    <a:cubicBezTo>
                      <a:pt x="2212" y="893"/>
                      <a:pt x="2206" y="873"/>
                      <a:pt x="2212" y="860"/>
                    </a:cubicBezTo>
                    <a:cubicBezTo>
                      <a:pt x="2219" y="834"/>
                      <a:pt x="2225" y="821"/>
                      <a:pt x="2244" y="802"/>
                    </a:cubicBezTo>
                    <a:cubicBezTo>
                      <a:pt x="2270" y="828"/>
                      <a:pt x="2283" y="847"/>
                      <a:pt x="2296" y="879"/>
                    </a:cubicBezTo>
                    <a:cubicBezTo>
                      <a:pt x="2303" y="905"/>
                      <a:pt x="2296" y="931"/>
                      <a:pt x="2316" y="931"/>
                    </a:cubicBezTo>
                    <a:cubicBezTo>
                      <a:pt x="2335" y="931"/>
                      <a:pt x="2335" y="905"/>
                      <a:pt x="2348" y="905"/>
                    </a:cubicBezTo>
                    <a:cubicBezTo>
                      <a:pt x="2374" y="905"/>
                      <a:pt x="2380" y="931"/>
                      <a:pt x="2400" y="938"/>
                    </a:cubicBezTo>
                    <a:cubicBezTo>
                      <a:pt x="2426" y="944"/>
                      <a:pt x="2451" y="944"/>
                      <a:pt x="2451" y="970"/>
                    </a:cubicBezTo>
                    <a:cubicBezTo>
                      <a:pt x="2451" y="1002"/>
                      <a:pt x="2451" y="1002"/>
                      <a:pt x="2451" y="1002"/>
                    </a:cubicBezTo>
                    <a:cubicBezTo>
                      <a:pt x="2451" y="1015"/>
                      <a:pt x="2445" y="1022"/>
                      <a:pt x="2445" y="1041"/>
                    </a:cubicBezTo>
                    <a:cubicBezTo>
                      <a:pt x="2445" y="1061"/>
                      <a:pt x="2445" y="1067"/>
                      <a:pt x="2445" y="1093"/>
                    </a:cubicBezTo>
                    <a:cubicBezTo>
                      <a:pt x="2451" y="1106"/>
                      <a:pt x="2451" y="1112"/>
                      <a:pt x="2451" y="1125"/>
                    </a:cubicBezTo>
                    <a:cubicBezTo>
                      <a:pt x="2451" y="1151"/>
                      <a:pt x="2432" y="1164"/>
                      <a:pt x="2413" y="1183"/>
                    </a:cubicBezTo>
                    <a:cubicBezTo>
                      <a:pt x="2374" y="1209"/>
                      <a:pt x="2342" y="1216"/>
                      <a:pt x="2303" y="1248"/>
                    </a:cubicBezTo>
                    <a:cubicBezTo>
                      <a:pt x="2290" y="1255"/>
                      <a:pt x="2277" y="1261"/>
                      <a:pt x="2270" y="1274"/>
                    </a:cubicBezTo>
                    <a:cubicBezTo>
                      <a:pt x="2296" y="1281"/>
                      <a:pt x="2316" y="1274"/>
                      <a:pt x="2342" y="1281"/>
                    </a:cubicBezTo>
                    <a:cubicBezTo>
                      <a:pt x="2355" y="1287"/>
                      <a:pt x="2348" y="1300"/>
                      <a:pt x="2355" y="1313"/>
                    </a:cubicBezTo>
                    <a:cubicBezTo>
                      <a:pt x="2367" y="1332"/>
                      <a:pt x="2387" y="1339"/>
                      <a:pt x="2387" y="1358"/>
                    </a:cubicBezTo>
                    <a:cubicBezTo>
                      <a:pt x="2387" y="1371"/>
                      <a:pt x="2361" y="1365"/>
                      <a:pt x="2348" y="1371"/>
                    </a:cubicBezTo>
                    <a:cubicBezTo>
                      <a:pt x="2316" y="1390"/>
                      <a:pt x="2296" y="1403"/>
                      <a:pt x="2283" y="1436"/>
                    </a:cubicBezTo>
                    <a:cubicBezTo>
                      <a:pt x="2290" y="1436"/>
                      <a:pt x="2290" y="1436"/>
                      <a:pt x="2290" y="1436"/>
                    </a:cubicBezTo>
                    <a:cubicBezTo>
                      <a:pt x="2316" y="1436"/>
                      <a:pt x="2322" y="1429"/>
                      <a:pt x="2348" y="1429"/>
                    </a:cubicBezTo>
                    <a:cubicBezTo>
                      <a:pt x="2367" y="1429"/>
                      <a:pt x="2380" y="1442"/>
                      <a:pt x="2400" y="1442"/>
                    </a:cubicBezTo>
                    <a:cubicBezTo>
                      <a:pt x="2406" y="1442"/>
                      <a:pt x="2406" y="1442"/>
                      <a:pt x="2406" y="1449"/>
                    </a:cubicBezTo>
                    <a:cubicBezTo>
                      <a:pt x="2406" y="1468"/>
                      <a:pt x="2393" y="1468"/>
                      <a:pt x="2380" y="1481"/>
                    </a:cubicBezTo>
                    <a:cubicBezTo>
                      <a:pt x="2348" y="1507"/>
                      <a:pt x="2309" y="1507"/>
                      <a:pt x="2290" y="1546"/>
                    </a:cubicBezTo>
                    <a:cubicBezTo>
                      <a:pt x="2296" y="1546"/>
                      <a:pt x="2303" y="1546"/>
                      <a:pt x="2303" y="1546"/>
                    </a:cubicBezTo>
                    <a:cubicBezTo>
                      <a:pt x="2329" y="1546"/>
                      <a:pt x="2342" y="1546"/>
                      <a:pt x="2361" y="1546"/>
                    </a:cubicBezTo>
                    <a:cubicBezTo>
                      <a:pt x="2400" y="1546"/>
                      <a:pt x="2426" y="1539"/>
                      <a:pt x="2464" y="1559"/>
                    </a:cubicBezTo>
                    <a:cubicBezTo>
                      <a:pt x="2490" y="1571"/>
                      <a:pt x="2503" y="1591"/>
                      <a:pt x="2529" y="1604"/>
                    </a:cubicBezTo>
                    <a:cubicBezTo>
                      <a:pt x="2516" y="1578"/>
                      <a:pt x="2503" y="1565"/>
                      <a:pt x="2503" y="1533"/>
                    </a:cubicBezTo>
                    <a:cubicBezTo>
                      <a:pt x="2503" y="1526"/>
                      <a:pt x="2503" y="1526"/>
                      <a:pt x="2503" y="1526"/>
                    </a:cubicBezTo>
                    <a:cubicBezTo>
                      <a:pt x="2516" y="1526"/>
                      <a:pt x="2523" y="1533"/>
                      <a:pt x="2529" y="1533"/>
                    </a:cubicBezTo>
                    <a:cubicBezTo>
                      <a:pt x="2607" y="1533"/>
                      <a:pt x="2646" y="1487"/>
                      <a:pt x="2704" y="1429"/>
                    </a:cubicBezTo>
                    <a:cubicBezTo>
                      <a:pt x="2723" y="1410"/>
                      <a:pt x="2730" y="1397"/>
                      <a:pt x="2749" y="1378"/>
                    </a:cubicBezTo>
                    <a:cubicBezTo>
                      <a:pt x="2788" y="1416"/>
                      <a:pt x="2781" y="1449"/>
                      <a:pt x="2788" y="1500"/>
                    </a:cubicBezTo>
                    <a:cubicBezTo>
                      <a:pt x="2794" y="1546"/>
                      <a:pt x="2852" y="1552"/>
                      <a:pt x="2852" y="1597"/>
                    </a:cubicBezTo>
                    <a:cubicBezTo>
                      <a:pt x="2852" y="1630"/>
                      <a:pt x="2820" y="1636"/>
                      <a:pt x="2788" y="1643"/>
                    </a:cubicBezTo>
                    <a:cubicBezTo>
                      <a:pt x="2768" y="1643"/>
                      <a:pt x="2755" y="1649"/>
                      <a:pt x="2736" y="1656"/>
                    </a:cubicBezTo>
                    <a:cubicBezTo>
                      <a:pt x="2717" y="1662"/>
                      <a:pt x="2697" y="1656"/>
                      <a:pt x="2684" y="1675"/>
                    </a:cubicBezTo>
                    <a:lnTo>
                      <a:pt x="2691" y="1675"/>
                    </a:lnTo>
                    <a:cubicBezTo>
                      <a:pt x="2717" y="1675"/>
                      <a:pt x="2730" y="1669"/>
                      <a:pt x="2755" y="1669"/>
                    </a:cubicBezTo>
                    <a:cubicBezTo>
                      <a:pt x="2794" y="1669"/>
                      <a:pt x="2820" y="1675"/>
                      <a:pt x="2852" y="1694"/>
                    </a:cubicBezTo>
                    <a:cubicBezTo>
                      <a:pt x="2872" y="1707"/>
                      <a:pt x="2878" y="1720"/>
                      <a:pt x="2898" y="1727"/>
                    </a:cubicBezTo>
                    <a:cubicBezTo>
                      <a:pt x="2904" y="1720"/>
                      <a:pt x="2904" y="1720"/>
                      <a:pt x="2904" y="1714"/>
                    </a:cubicBezTo>
                    <a:cubicBezTo>
                      <a:pt x="2904" y="1675"/>
                      <a:pt x="2904" y="1675"/>
                      <a:pt x="2904" y="1675"/>
                    </a:cubicBezTo>
                    <a:cubicBezTo>
                      <a:pt x="2904" y="1649"/>
                      <a:pt x="2904" y="1630"/>
                      <a:pt x="2904" y="1604"/>
                    </a:cubicBezTo>
                    <a:cubicBezTo>
                      <a:pt x="2911" y="1604"/>
                      <a:pt x="2911" y="1597"/>
                      <a:pt x="2911" y="1597"/>
                    </a:cubicBezTo>
                    <a:cubicBezTo>
                      <a:pt x="2924" y="1597"/>
                      <a:pt x="2930" y="1610"/>
                      <a:pt x="2943" y="1610"/>
                    </a:cubicBezTo>
                    <a:cubicBezTo>
                      <a:pt x="2975" y="1610"/>
                      <a:pt x="2975" y="1610"/>
                      <a:pt x="2975" y="1610"/>
                    </a:cubicBezTo>
                    <a:cubicBezTo>
                      <a:pt x="2995" y="1610"/>
                      <a:pt x="3001" y="1623"/>
                      <a:pt x="3014" y="1636"/>
                    </a:cubicBezTo>
                    <a:cubicBezTo>
                      <a:pt x="3040" y="1649"/>
                      <a:pt x="3066" y="1643"/>
                      <a:pt x="3079" y="1669"/>
                    </a:cubicBezTo>
                    <a:cubicBezTo>
                      <a:pt x="3098" y="1694"/>
                      <a:pt x="3098" y="1720"/>
                      <a:pt x="3105" y="1759"/>
                    </a:cubicBezTo>
                    <a:cubicBezTo>
                      <a:pt x="3118" y="1778"/>
                      <a:pt x="3137" y="1785"/>
                      <a:pt x="3137" y="1804"/>
                    </a:cubicBezTo>
                    <a:cubicBezTo>
                      <a:pt x="3137" y="1830"/>
                      <a:pt x="3111" y="1843"/>
                      <a:pt x="3111" y="1869"/>
                    </a:cubicBezTo>
                    <a:cubicBezTo>
                      <a:pt x="3111" y="1875"/>
                      <a:pt x="3111" y="1875"/>
                      <a:pt x="3111" y="1875"/>
                    </a:cubicBezTo>
                    <a:cubicBezTo>
                      <a:pt x="3118" y="1875"/>
                      <a:pt x="3118" y="1882"/>
                      <a:pt x="3124" y="1882"/>
                    </a:cubicBezTo>
                    <a:cubicBezTo>
                      <a:pt x="3137" y="1882"/>
                      <a:pt x="3137" y="1862"/>
                      <a:pt x="3143" y="1850"/>
                    </a:cubicBezTo>
                    <a:cubicBezTo>
                      <a:pt x="3150" y="1837"/>
                      <a:pt x="3156" y="1830"/>
                      <a:pt x="3169" y="1817"/>
                    </a:cubicBezTo>
                    <a:cubicBezTo>
                      <a:pt x="3176" y="1798"/>
                      <a:pt x="3182" y="1785"/>
                      <a:pt x="3202" y="1785"/>
                    </a:cubicBezTo>
                    <a:cubicBezTo>
                      <a:pt x="3227" y="1785"/>
                      <a:pt x="3227" y="1817"/>
                      <a:pt x="3247" y="1824"/>
                    </a:cubicBezTo>
                    <a:cubicBezTo>
                      <a:pt x="3260" y="1830"/>
                      <a:pt x="3266" y="1837"/>
                      <a:pt x="3279" y="1843"/>
                    </a:cubicBezTo>
                    <a:cubicBezTo>
                      <a:pt x="3286" y="1850"/>
                      <a:pt x="3299" y="1856"/>
                      <a:pt x="3299" y="1862"/>
                    </a:cubicBezTo>
                    <a:cubicBezTo>
                      <a:pt x="3299" y="1875"/>
                      <a:pt x="3286" y="1875"/>
                      <a:pt x="3279" y="1888"/>
                    </a:cubicBezTo>
                    <a:cubicBezTo>
                      <a:pt x="3292" y="1895"/>
                      <a:pt x="3312" y="1895"/>
                      <a:pt x="3318" y="1908"/>
                    </a:cubicBezTo>
                    <a:cubicBezTo>
                      <a:pt x="3331" y="1927"/>
                      <a:pt x="3318" y="1959"/>
                      <a:pt x="3338" y="1959"/>
                    </a:cubicBezTo>
                    <a:cubicBezTo>
                      <a:pt x="3350" y="1959"/>
                      <a:pt x="3350" y="1940"/>
                      <a:pt x="3357" y="1927"/>
                    </a:cubicBezTo>
                    <a:cubicBezTo>
                      <a:pt x="3363" y="1901"/>
                      <a:pt x="3370" y="1895"/>
                      <a:pt x="3383" y="1869"/>
                    </a:cubicBezTo>
                    <a:cubicBezTo>
                      <a:pt x="3389" y="1856"/>
                      <a:pt x="3389" y="1830"/>
                      <a:pt x="3409" y="1830"/>
                    </a:cubicBezTo>
                    <a:cubicBezTo>
                      <a:pt x="3422" y="1830"/>
                      <a:pt x="3428" y="1843"/>
                      <a:pt x="3441" y="1856"/>
                    </a:cubicBezTo>
                    <a:cubicBezTo>
                      <a:pt x="3473" y="1901"/>
                      <a:pt x="3499" y="1921"/>
                      <a:pt x="3545" y="1953"/>
                    </a:cubicBezTo>
                    <a:cubicBezTo>
                      <a:pt x="3577" y="1966"/>
                      <a:pt x="3609" y="1973"/>
                      <a:pt x="3609" y="2005"/>
                    </a:cubicBezTo>
                    <a:cubicBezTo>
                      <a:pt x="3609" y="2069"/>
                      <a:pt x="3609" y="2069"/>
                      <a:pt x="3609" y="2069"/>
                    </a:cubicBezTo>
                    <a:cubicBezTo>
                      <a:pt x="3622" y="2050"/>
                      <a:pt x="3629" y="2024"/>
                      <a:pt x="3654" y="2024"/>
                    </a:cubicBezTo>
                    <a:cubicBezTo>
                      <a:pt x="3661" y="2024"/>
                      <a:pt x="3661" y="2037"/>
                      <a:pt x="3667" y="2044"/>
                    </a:cubicBezTo>
                    <a:cubicBezTo>
                      <a:pt x="3680" y="2050"/>
                      <a:pt x="3700" y="2050"/>
                      <a:pt x="3700" y="2063"/>
                    </a:cubicBezTo>
                    <a:cubicBezTo>
                      <a:pt x="3706" y="2089"/>
                      <a:pt x="3693" y="2128"/>
                      <a:pt x="3719" y="2128"/>
                    </a:cubicBezTo>
                    <a:cubicBezTo>
                      <a:pt x="3738" y="2128"/>
                      <a:pt x="3745" y="2115"/>
                      <a:pt x="3764" y="2115"/>
                    </a:cubicBezTo>
                    <a:cubicBezTo>
                      <a:pt x="3790" y="2115"/>
                      <a:pt x="3790" y="2115"/>
                      <a:pt x="3790" y="2115"/>
                    </a:cubicBezTo>
                    <a:cubicBezTo>
                      <a:pt x="3810" y="2115"/>
                      <a:pt x="3816" y="2082"/>
                      <a:pt x="3842" y="2082"/>
                    </a:cubicBezTo>
                    <a:cubicBezTo>
                      <a:pt x="3855" y="2082"/>
                      <a:pt x="3868" y="2082"/>
                      <a:pt x="3881" y="2082"/>
                    </a:cubicBezTo>
                    <a:cubicBezTo>
                      <a:pt x="3920" y="2082"/>
                      <a:pt x="3945" y="2057"/>
                      <a:pt x="3984" y="2057"/>
                    </a:cubicBezTo>
                    <a:cubicBezTo>
                      <a:pt x="4010" y="2057"/>
                      <a:pt x="4010" y="2057"/>
                      <a:pt x="4010" y="2057"/>
                    </a:cubicBezTo>
                    <a:cubicBezTo>
                      <a:pt x="4029" y="2057"/>
                      <a:pt x="4036" y="2082"/>
                      <a:pt x="4042" y="2095"/>
                    </a:cubicBezTo>
                    <a:cubicBezTo>
                      <a:pt x="4062" y="2128"/>
                      <a:pt x="4081" y="2147"/>
                      <a:pt x="4081" y="2179"/>
                    </a:cubicBezTo>
                    <a:cubicBezTo>
                      <a:pt x="4081" y="2199"/>
                      <a:pt x="4062" y="2205"/>
                      <a:pt x="4062" y="2225"/>
                    </a:cubicBezTo>
                    <a:cubicBezTo>
                      <a:pt x="4062" y="2250"/>
                      <a:pt x="4088" y="2257"/>
                      <a:pt x="4088" y="2283"/>
                    </a:cubicBezTo>
                    <a:cubicBezTo>
                      <a:pt x="4088" y="2309"/>
                      <a:pt x="4075" y="2315"/>
                      <a:pt x="4055" y="2335"/>
                    </a:cubicBezTo>
                    <a:cubicBezTo>
                      <a:pt x="4036" y="2354"/>
                      <a:pt x="4023" y="2367"/>
                      <a:pt x="3997" y="2380"/>
                    </a:cubicBezTo>
                    <a:cubicBezTo>
                      <a:pt x="3939" y="2412"/>
                      <a:pt x="3900" y="2425"/>
                      <a:pt x="3829" y="2445"/>
                    </a:cubicBezTo>
                    <a:cubicBezTo>
                      <a:pt x="3777" y="2457"/>
                      <a:pt x="3751" y="2464"/>
                      <a:pt x="3700" y="2477"/>
                    </a:cubicBezTo>
                    <a:cubicBezTo>
                      <a:pt x="3641" y="2496"/>
                      <a:pt x="3622" y="2522"/>
                      <a:pt x="3570" y="2554"/>
                    </a:cubicBezTo>
                    <a:cubicBezTo>
                      <a:pt x="3557" y="2567"/>
                      <a:pt x="3545" y="2567"/>
                      <a:pt x="3525" y="2567"/>
                    </a:cubicBezTo>
                    <a:cubicBezTo>
                      <a:pt x="3493" y="2567"/>
                      <a:pt x="3486" y="2542"/>
                      <a:pt x="3454" y="2542"/>
                    </a:cubicBezTo>
                    <a:cubicBezTo>
                      <a:pt x="3434" y="2542"/>
                      <a:pt x="3428" y="2548"/>
                      <a:pt x="3415" y="2548"/>
                    </a:cubicBezTo>
                    <a:cubicBezTo>
                      <a:pt x="3396" y="2548"/>
                      <a:pt x="3383" y="2535"/>
                      <a:pt x="3363" y="2535"/>
                    </a:cubicBezTo>
                    <a:cubicBezTo>
                      <a:pt x="3325" y="2535"/>
                      <a:pt x="3305" y="2574"/>
                      <a:pt x="3266" y="2574"/>
                    </a:cubicBezTo>
                    <a:cubicBezTo>
                      <a:pt x="3253" y="2574"/>
                      <a:pt x="3241" y="2567"/>
                      <a:pt x="3241" y="2561"/>
                    </a:cubicBezTo>
                    <a:cubicBezTo>
                      <a:pt x="3241" y="2535"/>
                      <a:pt x="3241" y="2535"/>
                      <a:pt x="3241" y="2535"/>
                    </a:cubicBezTo>
                    <a:cubicBezTo>
                      <a:pt x="3234" y="2509"/>
                      <a:pt x="3202" y="2509"/>
                      <a:pt x="3176" y="2503"/>
                    </a:cubicBezTo>
                    <a:cubicBezTo>
                      <a:pt x="3156" y="2503"/>
                      <a:pt x="3143" y="2490"/>
                      <a:pt x="3124" y="2490"/>
                    </a:cubicBezTo>
                    <a:cubicBezTo>
                      <a:pt x="3105" y="2490"/>
                      <a:pt x="3092" y="2496"/>
                      <a:pt x="3085" y="2509"/>
                    </a:cubicBezTo>
                    <a:cubicBezTo>
                      <a:pt x="3092" y="2516"/>
                      <a:pt x="3098" y="2516"/>
                      <a:pt x="3105" y="2522"/>
                    </a:cubicBezTo>
                    <a:cubicBezTo>
                      <a:pt x="3092" y="2535"/>
                      <a:pt x="3085" y="2535"/>
                      <a:pt x="3072" y="2535"/>
                    </a:cubicBezTo>
                    <a:cubicBezTo>
                      <a:pt x="3053" y="2535"/>
                      <a:pt x="3046" y="2529"/>
                      <a:pt x="3027" y="2529"/>
                    </a:cubicBezTo>
                    <a:cubicBezTo>
                      <a:pt x="3001" y="2529"/>
                      <a:pt x="2995" y="2548"/>
                      <a:pt x="2975" y="2561"/>
                    </a:cubicBezTo>
                    <a:cubicBezTo>
                      <a:pt x="2943" y="2587"/>
                      <a:pt x="2917" y="2606"/>
                      <a:pt x="2917" y="2645"/>
                    </a:cubicBezTo>
                    <a:cubicBezTo>
                      <a:pt x="2917" y="2671"/>
                      <a:pt x="2943" y="2684"/>
                      <a:pt x="2950" y="2710"/>
                    </a:cubicBezTo>
                    <a:cubicBezTo>
                      <a:pt x="2969" y="2781"/>
                      <a:pt x="2975" y="2845"/>
                      <a:pt x="3040" y="2865"/>
                    </a:cubicBezTo>
                    <a:cubicBezTo>
                      <a:pt x="3085" y="2865"/>
                      <a:pt x="3105" y="2871"/>
                      <a:pt x="3150" y="2871"/>
                    </a:cubicBezTo>
                    <a:cubicBezTo>
                      <a:pt x="3182" y="2871"/>
                      <a:pt x="3189" y="2820"/>
                      <a:pt x="3227" y="2820"/>
                    </a:cubicBezTo>
                    <a:cubicBezTo>
                      <a:pt x="3247" y="2820"/>
                      <a:pt x="3247" y="2845"/>
                      <a:pt x="3266" y="2865"/>
                    </a:cubicBezTo>
                    <a:cubicBezTo>
                      <a:pt x="3292" y="2884"/>
                      <a:pt x="3318" y="2871"/>
                      <a:pt x="3350" y="2878"/>
                    </a:cubicBezTo>
                    <a:cubicBezTo>
                      <a:pt x="3350" y="2904"/>
                      <a:pt x="3350" y="2904"/>
                      <a:pt x="3350" y="2904"/>
                    </a:cubicBezTo>
                    <a:cubicBezTo>
                      <a:pt x="3344" y="2917"/>
                      <a:pt x="3331" y="2917"/>
                      <a:pt x="3312" y="2917"/>
                    </a:cubicBezTo>
                    <a:cubicBezTo>
                      <a:pt x="3299" y="2917"/>
                      <a:pt x="3292" y="2930"/>
                      <a:pt x="3273" y="2930"/>
                    </a:cubicBezTo>
                    <a:cubicBezTo>
                      <a:pt x="3247" y="2930"/>
                      <a:pt x="3247" y="2930"/>
                      <a:pt x="3247" y="2930"/>
                    </a:cubicBezTo>
                    <a:cubicBezTo>
                      <a:pt x="3227" y="2930"/>
                      <a:pt x="3227" y="2930"/>
                      <a:pt x="3227" y="2930"/>
                    </a:cubicBezTo>
                    <a:lnTo>
                      <a:pt x="3227" y="2930"/>
                    </a:lnTo>
                    <a:cubicBezTo>
                      <a:pt x="3234" y="2942"/>
                      <a:pt x="3241" y="2949"/>
                      <a:pt x="3241" y="2962"/>
                    </a:cubicBezTo>
                    <a:cubicBezTo>
                      <a:pt x="3241" y="2981"/>
                      <a:pt x="3215" y="2981"/>
                      <a:pt x="3208" y="3007"/>
                    </a:cubicBezTo>
                    <a:cubicBezTo>
                      <a:pt x="3253" y="3026"/>
                      <a:pt x="3247" y="3072"/>
                      <a:pt x="3273" y="3117"/>
                    </a:cubicBezTo>
                    <a:cubicBezTo>
                      <a:pt x="3292" y="3091"/>
                      <a:pt x="3299" y="3078"/>
                      <a:pt x="3312" y="3052"/>
                    </a:cubicBezTo>
                    <a:cubicBezTo>
                      <a:pt x="3318" y="3033"/>
                      <a:pt x="3318" y="3014"/>
                      <a:pt x="3338" y="3014"/>
                    </a:cubicBezTo>
                    <a:cubicBezTo>
                      <a:pt x="3363" y="3014"/>
                      <a:pt x="3376" y="3046"/>
                      <a:pt x="3389" y="3072"/>
                    </a:cubicBezTo>
                    <a:cubicBezTo>
                      <a:pt x="3402" y="3091"/>
                      <a:pt x="3422" y="3098"/>
                      <a:pt x="3422" y="3124"/>
                    </a:cubicBezTo>
                    <a:cubicBezTo>
                      <a:pt x="3422" y="3137"/>
                      <a:pt x="3402" y="3137"/>
                      <a:pt x="3396" y="3137"/>
                    </a:cubicBezTo>
                    <a:cubicBezTo>
                      <a:pt x="3383" y="3137"/>
                      <a:pt x="3376" y="3130"/>
                      <a:pt x="3370" y="3130"/>
                    </a:cubicBezTo>
                    <a:cubicBezTo>
                      <a:pt x="3357" y="3130"/>
                      <a:pt x="3363" y="3149"/>
                      <a:pt x="3357" y="3162"/>
                    </a:cubicBezTo>
                    <a:cubicBezTo>
                      <a:pt x="3331" y="3175"/>
                      <a:pt x="3312" y="3175"/>
                      <a:pt x="3286" y="3182"/>
                    </a:cubicBezTo>
                    <a:cubicBezTo>
                      <a:pt x="3247" y="3195"/>
                      <a:pt x="3227" y="3208"/>
                      <a:pt x="3189" y="3208"/>
                    </a:cubicBezTo>
                    <a:cubicBezTo>
                      <a:pt x="3105" y="3208"/>
                      <a:pt x="3008" y="3065"/>
                      <a:pt x="3105" y="3201"/>
                    </a:cubicBezTo>
                    <a:cubicBezTo>
                      <a:pt x="3098" y="3208"/>
                      <a:pt x="3098" y="3208"/>
                      <a:pt x="3098" y="3208"/>
                    </a:cubicBezTo>
                    <a:cubicBezTo>
                      <a:pt x="3059" y="3214"/>
                      <a:pt x="3040" y="3233"/>
                      <a:pt x="3001" y="3240"/>
                    </a:cubicBezTo>
                    <a:cubicBezTo>
                      <a:pt x="2924" y="3259"/>
                      <a:pt x="2865" y="3246"/>
                      <a:pt x="2801" y="3298"/>
                    </a:cubicBezTo>
                    <a:cubicBezTo>
                      <a:pt x="2788" y="3318"/>
                      <a:pt x="2768" y="3324"/>
                      <a:pt x="2743" y="3324"/>
                    </a:cubicBezTo>
                    <a:cubicBezTo>
                      <a:pt x="2710" y="3324"/>
                      <a:pt x="2704" y="3305"/>
                      <a:pt x="2678" y="3285"/>
                    </a:cubicBezTo>
                    <a:cubicBezTo>
                      <a:pt x="2620" y="3253"/>
                      <a:pt x="2594" y="3240"/>
                      <a:pt x="2529" y="3214"/>
                    </a:cubicBezTo>
                    <a:cubicBezTo>
                      <a:pt x="2536" y="3208"/>
                      <a:pt x="2542" y="3201"/>
                      <a:pt x="2542" y="3195"/>
                    </a:cubicBezTo>
                    <a:cubicBezTo>
                      <a:pt x="2536" y="3195"/>
                      <a:pt x="2529" y="3195"/>
                      <a:pt x="2516" y="3195"/>
                    </a:cubicBezTo>
                    <a:cubicBezTo>
                      <a:pt x="2477" y="3195"/>
                      <a:pt x="2464" y="3162"/>
                      <a:pt x="2445" y="3130"/>
                    </a:cubicBezTo>
                    <a:cubicBezTo>
                      <a:pt x="2432" y="3104"/>
                      <a:pt x="2400" y="3111"/>
                      <a:pt x="2374" y="3091"/>
                    </a:cubicBezTo>
                    <a:cubicBezTo>
                      <a:pt x="2361" y="3085"/>
                      <a:pt x="2361" y="3072"/>
                      <a:pt x="2342" y="3072"/>
                    </a:cubicBezTo>
                    <a:cubicBezTo>
                      <a:pt x="2322" y="3072"/>
                      <a:pt x="2322" y="3091"/>
                      <a:pt x="2303" y="3098"/>
                    </a:cubicBezTo>
                    <a:cubicBezTo>
                      <a:pt x="2283" y="3111"/>
                      <a:pt x="2257" y="3104"/>
                      <a:pt x="2257" y="3124"/>
                    </a:cubicBezTo>
                    <a:cubicBezTo>
                      <a:pt x="2257" y="3149"/>
                      <a:pt x="2277" y="3156"/>
                      <a:pt x="2303" y="3175"/>
                    </a:cubicBezTo>
                    <a:cubicBezTo>
                      <a:pt x="2309" y="3182"/>
                      <a:pt x="2322" y="3182"/>
                      <a:pt x="2322" y="3188"/>
                    </a:cubicBezTo>
                    <a:cubicBezTo>
                      <a:pt x="2322" y="3201"/>
                      <a:pt x="2309" y="3201"/>
                      <a:pt x="2296" y="3208"/>
                    </a:cubicBezTo>
                    <a:cubicBezTo>
                      <a:pt x="2283" y="3214"/>
                      <a:pt x="2277" y="3221"/>
                      <a:pt x="2270" y="3233"/>
                    </a:cubicBezTo>
                    <a:cubicBezTo>
                      <a:pt x="2283" y="3259"/>
                      <a:pt x="2283" y="3279"/>
                      <a:pt x="2296" y="3305"/>
                    </a:cubicBezTo>
                    <a:cubicBezTo>
                      <a:pt x="2309" y="3318"/>
                      <a:pt x="2316" y="3324"/>
                      <a:pt x="2322" y="3343"/>
                    </a:cubicBezTo>
                    <a:cubicBezTo>
                      <a:pt x="2335" y="3363"/>
                      <a:pt x="2361" y="3363"/>
                      <a:pt x="2374" y="3382"/>
                    </a:cubicBezTo>
                    <a:cubicBezTo>
                      <a:pt x="2374" y="3363"/>
                      <a:pt x="2380" y="3350"/>
                      <a:pt x="2387" y="3330"/>
                    </a:cubicBezTo>
                    <a:cubicBezTo>
                      <a:pt x="2393" y="3318"/>
                      <a:pt x="2400" y="3305"/>
                      <a:pt x="2406" y="3305"/>
                    </a:cubicBezTo>
                    <a:cubicBezTo>
                      <a:pt x="2426" y="3305"/>
                      <a:pt x="2439" y="3318"/>
                      <a:pt x="2458" y="3324"/>
                    </a:cubicBezTo>
                    <a:cubicBezTo>
                      <a:pt x="2510" y="3330"/>
                      <a:pt x="2548" y="3343"/>
                      <a:pt x="2581" y="3382"/>
                    </a:cubicBezTo>
                    <a:lnTo>
                      <a:pt x="2581" y="3382"/>
                    </a:lnTo>
                    <a:cubicBezTo>
                      <a:pt x="2536" y="3382"/>
                      <a:pt x="2510" y="3382"/>
                      <a:pt x="2464" y="3382"/>
                    </a:cubicBezTo>
                    <a:cubicBezTo>
                      <a:pt x="2400" y="3382"/>
                      <a:pt x="2367" y="3402"/>
                      <a:pt x="2303" y="3402"/>
                    </a:cubicBezTo>
                    <a:cubicBezTo>
                      <a:pt x="2232" y="3402"/>
                      <a:pt x="2206" y="3350"/>
                      <a:pt x="2148" y="3311"/>
                    </a:cubicBezTo>
                    <a:cubicBezTo>
                      <a:pt x="2083" y="3272"/>
                      <a:pt x="2012" y="3279"/>
                      <a:pt x="1986" y="3201"/>
                    </a:cubicBezTo>
                    <a:cubicBezTo>
                      <a:pt x="1973" y="3188"/>
                      <a:pt x="1960" y="3182"/>
                      <a:pt x="1941" y="3182"/>
                    </a:cubicBezTo>
                    <a:cubicBezTo>
                      <a:pt x="1921" y="3182"/>
                      <a:pt x="1921" y="3214"/>
                      <a:pt x="1902" y="3214"/>
                    </a:cubicBezTo>
                    <a:cubicBezTo>
                      <a:pt x="1882" y="3214"/>
                      <a:pt x="1869" y="3195"/>
                      <a:pt x="1850" y="3182"/>
                    </a:cubicBezTo>
                    <a:cubicBezTo>
                      <a:pt x="1837" y="3195"/>
                      <a:pt x="1831" y="3221"/>
                      <a:pt x="1811" y="3221"/>
                    </a:cubicBezTo>
                    <a:cubicBezTo>
                      <a:pt x="1779" y="3221"/>
                      <a:pt x="1766" y="3201"/>
                      <a:pt x="1740" y="3201"/>
                    </a:cubicBezTo>
                    <a:cubicBezTo>
                      <a:pt x="1721" y="3201"/>
                      <a:pt x="1714" y="3227"/>
                      <a:pt x="1688" y="3227"/>
                    </a:cubicBezTo>
                    <a:cubicBezTo>
                      <a:pt x="1675" y="3227"/>
                      <a:pt x="1675" y="3201"/>
                      <a:pt x="1656" y="3195"/>
                    </a:cubicBezTo>
                    <a:cubicBezTo>
                      <a:pt x="1624" y="3188"/>
                      <a:pt x="1604" y="3175"/>
                      <a:pt x="1572" y="3175"/>
                    </a:cubicBezTo>
                    <a:cubicBezTo>
                      <a:pt x="1546" y="3175"/>
                      <a:pt x="1553" y="3227"/>
                      <a:pt x="1527" y="3227"/>
                    </a:cubicBezTo>
                    <a:cubicBezTo>
                      <a:pt x="1501" y="3227"/>
                      <a:pt x="1501" y="3188"/>
                      <a:pt x="1481" y="3182"/>
                    </a:cubicBezTo>
                    <a:cubicBezTo>
                      <a:pt x="1456" y="3175"/>
                      <a:pt x="1430" y="3182"/>
                      <a:pt x="1417" y="3156"/>
                    </a:cubicBezTo>
                    <a:cubicBezTo>
                      <a:pt x="1391" y="3182"/>
                      <a:pt x="1372" y="3201"/>
                      <a:pt x="1346" y="3233"/>
                    </a:cubicBezTo>
                    <a:cubicBezTo>
                      <a:pt x="1294" y="3201"/>
                      <a:pt x="1294" y="3117"/>
                      <a:pt x="1229" y="3117"/>
                    </a:cubicBezTo>
                    <a:cubicBezTo>
                      <a:pt x="1223" y="3117"/>
                      <a:pt x="1216" y="3130"/>
                      <a:pt x="1216" y="3143"/>
                    </a:cubicBezTo>
                    <a:cubicBezTo>
                      <a:pt x="1216" y="3201"/>
                      <a:pt x="1216" y="3201"/>
                      <a:pt x="1216" y="3201"/>
                    </a:cubicBezTo>
                    <a:cubicBezTo>
                      <a:pt x="1216" y="3214"/>
                      <a:pt x="1229" y="3221"/>
                      <a:pt x="1236" y="3240"/>
                    </a:cubicBezTo>
                    <a:cubicBezTo>
                      <a:pt x="1197" y="3246"/>
                      <a:pt x="1177" y="3253"/>
                      <a:pt x="1145" y="3272"/>
                    </a:cubicBezTo>
                    <a:cubicBezTo>
                      <a:pt x="1113" y="3240"/>
                      <a:pt x="1100" y="3221"/>
                      <a:pt x="1067" y="3182"/>
                    </a:cubicBezTo>
                    <a:cubicBezTo>
                      <a:pt x="1054" y="3169"/>
                      <a:pt x="1048" y="3149"/>
                      <a:pt x="1029" y="3149"/>
                    </a:cubicBezTo>
                    <a:cubicBezTo>
                      <a:pt x="990" y="3149"/>
                      <a:pt x="970" y="3175"/>
                      <a:pt x="925" y="3175"/>
                    </a:cubicBezTo>
                    <a:cubicBezTo>
                      <a:pt x="893" y="3175"/>
                      <a:pt x="867" y="3182"/>
                      <a:pt x="835" y="3182"/>
                    </a:cubicBezTo>
                    <a:cubicBezTo>
                      <a:pt x="822" y="3182"/>
                      <a:pt x="815" y="3169"/>
                      <a:pt x="809" y="3169"/>
                    </a:cubicBezTo>
                    <a:cubicBezTo>
                      <a:pt x="763" y="3169"/>
                      <a:pt x="763" y="3233"/>
                      <a:pt x="744" y="3272"/>
                    </a:cubicBezTo>
                    <a:cubicBezTo>
                      <a:pt x="705" y="3253"/>
                      <a:pt x="692" y="3221"/>
                      <a:pt x="660" y="3195"/>
                    </a:cubicBezTo>
                    <a:cubicBezTo>
                      <a:pt x="621" y="3169"/>
                      <a:pt x="582" y="3175"/>
                      <a:pt x="544" y="3156"/>
                    </a:cubicBezTo>
                    <a:cubicBezTo>
                      <a:pt x="524" y="3188"/>
                      <a:pt x="492" y="3188"/>
                      <a:pt x="479" y="3214"/>
                    </a:cubicBezTo>
                    <a:cubicBezTo>
                      <a:pt x="453" y="3259"/>
                      <a:pt x="472" y="3298"/>
                      <a:pt x="434" y="3330"/>
                    </a:cubicBezTo>
                    <a:cubicBezTo>
                      <a:pt x="408" y="3363"/>
                      <a:pt x="369" y="3337"/>
                      <a:pt x="330" y="3350"/>
                    </a:cubicBezTo>
                    <a:cubicBezTo>
                      <a:pt x="298" y="3363"/>
                      <a:pt x="298" y="3402"/>
                      <a:pt x="291" y="3434"/>
                    </a:cubicBezTo>
                    <a:lnTo>
                      <a:pt x="291" y="3434"/>
                    </a:lnTo>
                    <a:cubicBezTo>
                      <a:pt x="266" y="3414"/>
                      <a:pt x="266" y="3402"/>
                      <a:pt x="246" y="3376"/>
                    </a:cubicBezTo>
                    <a:cubicBezTo>
                      <a:pt x="240" y="3369"/>
                      <a:pt x="233" y="3363"/>
                      <a:pt x="233" y="3356"/>
                    </a:cubicBezTo>
                    <a:cubicBezTo>
                      <a:pt x="233" y="3337"/>
                      <a:pt x="240" y="3324"/>
                      <a:pt x="252" y="3311"/>
                    </a:cubicBezTo>
                    <a:cubicBezTo>
                      <a:pt x="259" y="3292"/>
                      <a:pt x="266" y="3279"/>
                      <a:pt x="266" y="3259"/>
                    </a:cubicBezTo>
                    <a:cubicBezTo>
                      <a:pt x="272" y="3253"/>
                      <a:pt x="278" y="3246"/>
                      <a:pt x="278" y="3233"/>
                    </a:cubicBezTo>
                    <a:cubicBezTo>
                      <a:pt x="278" y="3214"/>
                      <a:pt x="278" y="3188"/>
                      <a:pt x="259" y="3182"/>
                    </a:cubicBezTo>
                    <a:cubicBezTo>
                      <a:pt x="233" y="3169"/>
                      <a:pt x="207" y="3162"/>
                      <a:pt x="194" y="3130"/>
                    </a:cubicBezTo>
                    <a:cubicBezTo>
                      <a:pt x="182" y="3098"/>
                      <a:pt x="194" y="3072"/>
                      <a:pt x="188" y="3040"/>
                    </a:cubicBezTo>
                    <a:cubicBezTo>
                      <a:pt x="188" y="3020"/>
                      <a:pt x="175" y="3007"/>
                      <a:pt x="175" y="2988"/>
                    </a:cubicBezTo>
                    <a:cubicBezTo>
                      <a:pt x="175" y="2930"/>
                      <a:pt x="214" y="2897"/>
                      <a:pt x="220" y="2839"/>
                    </a:cubicBezTo>
                    <a:cubicBezTo>
                      <a:pt x="220" y="2820"/>
                      <a:pt x="214" y="2800"/>
                      <a:pt x="227" y="2781"/>
                    </a:cubicBezTo>
                    <a:cubicBezTo>
                      <a:pt x="233" y="2761"/>
                      <a:pt x="246" y="2748"/>
                      <a:pt x="259" y="2723"/>
                    </a:cubicBezTo>
                    <a:cubicBezTo>
                      <a:pt x="266" y="2710"/>
                      <a:pt x="272" y="2703"/>
                      <a:pt x="272" y="2690"/>
                    </a:cubicBezTo>
                    <a:cubicBezTo>
                      <a:pt x="272" y="2651"/>
                      <a:pt x="252" y="2632"/>
                      <a:pt x="240" y="2600"/>
                    </a:cubicBezTo>
                    <a:cubicBezTo>
                      <a:pt x="227" y="2574"/>
                      <a:pt x="220" y="2561"/>
                      <a:pt x="207" y="2542"/>
                    </a:cubicBezTo>
                    <a:cubicBezTo>
                      <a:pt x="110" y="2554"/>
                      <a:pt x="110" y="2554"/>
                      <a:pt x="110" y="2554"/>
                    </a:cubicBezTo>
                    <a:cubicBezTo>
                      <a:pt x="91" y="2554"/>
                      <a:pt x="71" y="2548"/>
                      <a:pt x="52" y="2535"/>
                    </a:cubicBezTo>
                    <a:close/>
                  </a:path>
                </a:pathLst>
              </a:custGeom>
              <a:grpFill/>
              <a:ln w="28575" cap="flat" cmpd="sng">
                <a:solidFill>
                  <a:schemeClr val="bg1"/>
                </a:solidFill>
                <a:bevel/>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a:p>
            </p:txBody>
          </p:sp>
          <p:sp>
            <p:nvSpPr>
              <p:cNvPr id="20" name="Freeform 81">
                <a:extLst>
                  <a:ext uri="{FF2B5EF4-FFF2-40B4-BE49-F238E27FC236}">
                    <a16:creationId xmlns:a16="http://schemas.microsoft.com/office/drawing/2014/main" id="{1DA94CAD-CCF1-3238-8320-7F439E9A3E33}"/>
                  </a:ext>
                </a:extLst>
              </p:cNvPr>
              <p:cNvSpPr>
                <a:spLocks noChangeArrowheads="1"/>
              </p:cNvSpPr>
              <p:nvPr/>
            </p:nvSpPr>
            <p:spPr bwMode="auto">
              <a:xfrm>
                <a:off x="12446782" y="4816286"/>
                <a:ext cx="6482798" cy="4360397"/>
              </a:xfrm>
              <a:custGeom>
                <a:avLst/>
                <a:gdLst>
                  <a:gd name="T0" fmla="*/ 5936 w 6480"/>
                  <a:gd name="T1" fmla="*/ 103 h 4359"/>
                  <a:gd name="T2" fmla="*/ 6104 w 6480"/>
                  <a:gd name="T3" fmla="*/ 686 h 4359"/>
                  <a:gd name="T4" fmla="*/ 5781 w 6480"/>
                  <a:gd name="T5" fmla="*/ 142 h 4359"/>
                  <a:gd name="T6" fmla="*/ 5652 w 6480"/>
                  <a:gd name="T7" fmla="*/ 614 h 4359"/>
                  <a:gd name="T8" fmla="*/ 4798 w 6480"/>
                  <a:gd name="T9" fmla="*/ 401 h 4359"/>
                  <a:gd name="T10" fmla="*/ 4513 w 6480"/>
                  <a:gd name="T11" fmla="*/ 918 h 4359"/>
                  <a:gd name="T12" fmla="*/ 4015 w 6480"/>
                  <a:gd name="T13" fmla="*/ 1474 h 4359"/>
                  <a:gd name="T14" fmla="*/ 3653 w 6480"/>
                  <a:gd name="T15" fmla="*/ 1934 h 4359"/>
                  <a:gd name="T16" fmla="*/ 2819 w 6480"/>
                  <a:gd name="T17" fmla="*/ 2134 h 4359"/>
                  <a:gd name="T18" fmla="*/ 2327 w 6480"/>
                  <a:gd name="T19" fmla="*/ 2276 h 4359"/>
                  <a:gd name="T20" fmla="*/ 2140 w 6480"/>
                  <a:gd name="T21" fmla="*/ 2315 h 4359"/>
                  <a:gd name="T22" fmla="*/ 2062 w 6480"/>
                  <a:gd name="T23" fmla="*/ 2612 h 4359"/>
                  <a:gd name="T24" fmla="*/ 2269 w 6480"/>
                  <a:gd name="T25" fmla="*/ 2540 h 4359"/>
                  <a:gd name="T26" fmla="*/ 2379 w 6480"/>
                  <a:gd name="T27" fmla="*/ 2877 h 4359"/>
                  <a:gd name="T28" fmla="*/ 2211 w 6480"/>
                  <a:gd name="T29" fmla="*/ 2993 h 4359"/>
                  <a:gd name="T30" fmla="*/ 1881 w 6480"/>
                  <a:gd name="T31" fmla="*/ 3051 h 4359"/>
                  <a:gd name="T32" fmla="*/ 1862 w 6480"/>
                  <a:gd name="T33" fmla="*/ 3090 h 4359"/>
                  <a:gd name="T34" fmla="*/ 1706 w 6480"/>
                  <a:gd name="T35" fmla="*/ 3349 h 4359"/>
                  <a:gd name="T36" fmla="*/ 1661 w 6480"/>
                  <a:gd name="T37" fmla="*/ 3420 h 4359"/>
                  <a:gd name="T38" fmla="*/ 1829 w 6480"/>
                  <a:gd name="T39" fmla="*/ 3666 h 4359"/>
                  <a:gd name="T40" fmla="*/ 2004 w 6480"/>
                  <a:gd name="T41" fmla="*/ 3730 h 4359"/>
                  <a:gd name="T42" fmla="*/ 1739 w 6480"/>
                  <a:gd name="T43" fmla="*/ 3543 h 4359"/>
                  <a:gd name="T44" fmla="*/ 1571 w 6480"/>
                  <a:gd name="T45" fmla="*/ 3543 h 4359"/>
                  <a:gd name="T46" fmla="*/ 1745 w 6480"/>
                  <a:gd name="T47" fmla="*/ 3827 h 4359"/>
                  <a:gd name="T48" fmla="*/ 1299 w 6480"/>
                  <a:gd name="T49" fmla="*/ 3620 h 4359"/>
                  <a:gd name="T50" fmla="*/ 1234 w 6480"/>
                  <a:gd name="T51" fmla="*/ 3827 h 4359"/>
                  <a:gd name="T52" fmla="*/ 1137 w 6480"/>
                  <a:gd name="T53" fmla="*/ 3595 h 4359"/>
                  <a:gd name="T54" fmla="*/ 827 w 6480"/>
                  <a:gd name="T55" fmla="*/ 3375 h 4359"/>
                  <a:gd name="T56" fmla="*/ 672 w 6480"/>
                  <a:gd name="T57" fmla="*/ 3491 h 4359"/>
                  <a:gd name="T58" fmla="*/ 285 w 6480"/>
                  <a:gd name="T59" fmla="*/ 3362 h 4359"/>
                  <a:gd name="T60" fmla="*/ 7 w 6480"/>
                  <a:gd name="T61" fmla="*/ 3252 h 4359"/>
                  <a:gd name="T62" fmla="*/ 446 w 6480"/>
                  <a:gd name="T63" fmla="*/ 3860 h 4359"/>
                  <a:gd name="T64" fmla="*/ 1079 w 6480"/>
                  <a:gd name="T65" fmla="*/ 4358 h 4359"/>
                  <a:gd name="T66" fmla="*/ 1506 w 6480"/>
                  <a:gd name="T67" fmla="*/ 4177 h 4359"/>
                  <a:gd name="T68" fmla="*/ 2418 w 6480"/>
                  <a:gd name="T69" fmla="*/ 4203 h 4359"/>
                  <a:gd name="T70" fmla="*/ 3026 w 6480"/>
                  <a:gd name="T71" fmla="*/ 3646 h 4359"/>
                  <a:gd name="T72" fmla="*/ 3744 w 6480"/>
                  <a:gd name="T73" fmla="*/ 3588 h 4359"/>
                  <a:gd name="T74" fmla="*/ 4106 w 6480"/>
                  <a:gd name="T75" fmla="*/ 3886 h 4359"/>
                  <a:gd name="T76" fmla="*/ 4617 w 6480"/>
                  <a:gd name="T77" fmla="*/ 3789 h 4359"/>
                  <a:gd name="T78" fmla="*/ 5289 w 6480"/>
                  <a:gd name="T79" fmla="*/ 3743 h 4359"/>
                  <a:gd name="T80" fmla="*/ 5464 w 6480"/>
                  <a:gd name="T81" fmla="*/ 3310 h 4359"/>
                  <a:gd name="T82" fmla="*/ 5736 w 6480"/>
                  <a:gd name="T83" fmla="*/ 2864 h 4359"/>
                  <a:gd name="T84" fmla="*/ 5891 w 6480"/>
                  <a:gd name="T85" fmla="*/ 2709 h 4359"/>
                  <a:gd name="T86" fmla="*/ 5884 w 6480"/>
                  <a:gd name="T87" fmla="*/ 2386 h 4359"/>
                  <a:gd name="T88" fmla="*/ 6143 w 6480"/>
                  <a:gd name="T89" fmla="*/ 2115 h 4359"/>
                  <a:gd name="T90" fmla="*/ 6428 w 6480"/>
                  <a:gd name="T91" fmla="*/ 1636 h 4359"/>
                  <a:gd name="T92" fmla="*/ 6447 w 6480"/>
                  <a:gd name="T93" fmla="*/ 1015 h 4359"/>
                  <a:gd name="T94" fmla="*/ 6454 w 6480"/>
                  <a:gd name="T95" fmla="*/ 724 h 4359"/>
                  <a:gd name="T96" fmla="*/ 6415 w 6480"/>
                  <a:gd name="T97" fmla="*/ 246 h 4359"/>
                  <a:gd name="T98" fmla="*/ 1849 w 6480"/>
                  <a:gd name="T99" fmla="*/ 2354 h 4359"/>
                  <a:gd name="T100" fmla="*/ 1926 w 6480"/>
                  <a:gd name="T101" fmla="*/ 2547 h 4359"/>
                  <a:gd name="T102" fmla="*/ 1855 w 6480"/>
                  <a:gd name="T103" fmla="*/ 2469 h 4359"/>
                  <a:gd name="T104" fmla="*/ 2056 w 6480"/>
                  <a:gd name="T105" fmla="*/ 2650 h 4359"/>
                  <a:gd name="T106" fmla="*/ 2075 w 6480"/>
                  <a:gd name="T107" fmla="*/ 2767 h 4359"/>
                  <a:gd name="T108" fmla="*/ 2230 w 6480"/>
                  <a:gd name="T109" fmla="*/ 2812 h 4359"/>
                  <a:gd name="T110" fmla="*/ 2172 w 6480"/>
                  <a:gd name="T111" fmla="*/ 2825 h 4359"/>
                  <a:gd name="T112" fmla="*/ 1784 w 6480"/>
                  <a:gd name="T113" fmla="*/ 2896 h 4359"/>
                  <a:gd name="T114" fmla="*/ 2017 w 6480"/>
                  <a:gd name="T115" fmla="*/ 2793 h 4359"/>
                  <a:gd name="T116" fmla="*/ 2133 w 6480"/>
                  <a:gd name="T117" fmla="*/ 2857 h 4359"/>
                  <a:gd name="T118" fmla="*/ 2088 w 6480"/>
                  <a:gd name="T119" fmla="*/ 2896 h 4359"/>
                  <a:gd name="T120" fmla="*/ 1732 w 6480"/>
                  <a:gd name="T121" fmla="*/ 2980 h 4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480" h="4359">
                    <a:moveTo>
                      <a:pt x="6240" y="0"/>
                    </a:moveTo>
                    <a:lnTo>
                      <a:pt x="6240" y="0"/>
                    </a:lnTo>
                    <a:cubicBezTo>
                      <a:pt x="6234" y="0"/>
                      <a:pt x="6227" y="7"/>
                      <a:pt x="6227" y="13"/>
                    </a:cubicBezTo>
                    <a:cubicBezTo>
                      <a:pt x="6201" y="32"/>
                      <a:pt x="6195" y="58"/>
                      <a:pt x="6163" y="71"/>
                    </a:cubicBezTo>
                    <a:cubicBezTo>
                      <a:pt x="6130" y="84"/>
                      <a:pt x="6104" y="84"/>
                      <a:pt x="6065" y="84"/>
                    </a:cubicBezTo>
                    <a:cubicBezTo>
                      <a:pt x="6033" y="84"/>
                      <a:pt x="6020" y="58"/>
                      <a:pt x="5981" y="45"/>
                    </a:cubicBezTo>
                    <a:cubicBezTo>
                      <a:pt x="5968" y="65"/>
                      <a:pt x="5956" y="84"/>
                      <a:pt x="5936" y="103"/>
                    </a:cubicBezTo>
                    <a:lnTo>
                      <a:pt x="5936" y="103"/>
                    </a:lnTo>
                    <a:cubicBezTo>
                      <a:pt x="6001" y="194"/>
                      <a:pt x="6059" y="252"/>
                      <a:pt x="6059" y="362"/>
                    </a:cubicBezTo>
                    <a:cubicBezTo>
                      <a:pt x="6059" y="453"/>
                      <a:pt x="6059" y="453"/>
                      <a:pt x="6059" y="453"/>
                    </a:cubicBezTo>
                    <a:cubicBezTo>
                      <a:pt x="6059" y="517"/>
                      <a:pt x="6072" y="563"/>
                      <a:pt x="6111" y="621"/>
                    </a:cubicBezTo>
                    <a:cubicBezTo>
                      <a:pt x="6130" y="647"/>
                      <a:pt x="6175" y="653"/>
                      <a:pt x="6175" y="692"/>
                    </a:cubicBezTo>
                    <a:cubicBezTo>
                      <a:pt x="6175" y="698"/>
                      <a:pt x="6169" y="705"/>
                      <a:pt x="6163" y="705"/>
                    </a:cubicBezTo>
                    <a:cubicBezTo>
                      <a:pt x="6137" y="705"/>
                      <a:pt x="6130" y="686"/>
                      <a:pt x="6104" y="686"/>
                    </a:cubicBezTo>
                    <a:cubicBezTo>
                      <a:pt x="6085" y="686"/>
                      <a:pt x="6072" y="692"/>
                      <a:pt x="6059" y="692"/>
                    </a:cubicBezTo>
                    <a:cubicBezTo>
                      <a:pt x="6020" y="692"/>
                      <a:pt x="6014" y="660"/>
                      <a:pt x="5981" y="640"/>
                    </a:cubicBezTo>
                    <a:cubicBezTo>
                      <a:pt x="5949" y="621"/>
                      <a:pt x="5917" y="640"/>
                      <a:pt x="5884" y="627"/>
                    </a:cubicBezTo>
                    <a:cubicBezTo>
                      <a:pt x="5891" y="537"/>
                      <a:pt x="5813" y="491"/>
                      <a:pt x="5813" y="395"/>
                    </a:cubicBezTo>
                    <a:cubicBezTo>
                      <a:pt x="5813" y="291"/>
                      <a:pt x="5813" y="291"/>
                      <a:pt x="5813" y="291"/>
                    </a:cubicBezTo>
                    <a:cubicBezTo>
                      <a:pt x="5813" y="246"/>
                      <a:pt x="5787" y="220"/>
                      <a:pt x="5768" y="181"/>
                    </a:cubicBezTo>
                    <a:cubicBezTo>
                      <a:pt x="5768" y="175"/>
                      <a:pt x="5781" y="149"/>
                      <a:pt x="5781" y="142"/>
                    </a:cubicBezTo>
                    <a:cubicBezTo>
                      <a:pt x="5716" y="116"/>
                      <a:pt x="5716" y="116"/>
                      <a:pt x="5716" y="116"/>
                    </a:cubicBezTo>
                    <a:cubicBezTo>
                      <a:pt x="5697" y="123"/>
                      <a:pt x="5619" y="168"/>
                      <a:pt x="5606" y="181"/>
                    </a:cubicBezTo>
                    <a:cubicBezTo>
                      <a:pt x="5580" y="201"/>
                      <a:pt x="5593" y="233"/>
                      <a:pt x="5580" y="265"/>
                    </a:cubicBezTo>
                    <a:cubicBezTo>
                      <a:pt x="5574" y="278"/>
                      <a:pt x="5548" y="278"/>
                      <a:pt x="5548" y="298"/>
                    </a:cubicBezTo>
                    <a:cubicBezTo>
                      <a:pt x="5548" y="343"/>
                      <a:pt x="5580" y="362"/>
                      <a:pt x="5580" y="407"/>
                    </a:cubicBezTo>
                    <a:cubicBezTo>
                      <a:pt x="5580" y="530"/>
                      <a:pt x="5580" y="530"/>
                      <a:pt x="5580" y="530"/>
                    </a:cubicBezTo>
                    <a:cubicBezTo>
                      <a:pt x="5580" y="576"/>
                      <a:pt x="5606" y="602"/>
                      <a:pt x="5652" y="614"/>
                    </a:cubicBezTo>
                    <a:cubicBezTo>
                      <a:pt x="5632" y="692"/>
                      <a:pt x="5600" y="718"/>
                      <a:pt x="5574" y="789"/>
                    </a:cubicBezTo>
                    <a:cubicBezTo>
                      <a:pt x="5548" y="854"/>
                      <a:pt x="5548" y="899"/>
                      <a:pt x="5503" y="944"/>
                    </a:cubicBezTo>
                    <a:cubicBezTo>
                      <a:pt x="5464" y="996"/>
                      <a:pt x="5425" y="1002"/>
                      <a:pt x="5373" y="1028"/>
                    </a:cubicBezTo>
                    <a:cubicBezTo>
                      <a:pt x="5154" y="757"/>
                      <a:pt x="5154" y="757"/>
                      <a:pt x="5154" y="757"/>
                    </a:cubicBezTo>
                    <a:cubicBezTo>
                      <a:pt x="5121" y="737"/>
                      <a:pt x="5095" y="731"/>
                      <a:pt x="5063" y="724"/>
                    </a:cubicBezTo>
                    <a:cubicBezTo>
                      <a:pt x="5063" y="621"/>
                      <a:pt x="5044" y="537"/>
                      <a:pt x="4960" y="472"/>
                    </a:cubicBezTo>
                    <a:cubicBezTo>
                      <a:pt x="4908" y="427"/>
                      <a:pt x="4856" y="433"/>
                      <a:pt x="4798" y="401"/>
                    </a:cubicBezTo>
                    <a:lnTo>
                      <a:pt x="4798" y="401"/>
                    </a:lnTo>
                    <a:cubicBezTo>
                      <a:pt x="4778" y="407"/>
                      <a:pt x="4759" y="420"/>
                      <a:pt x="4733" y="420"/>
                    </a:cubicBezTo>
                    <a:cubicBezTo>
                      <a:pt x="4714" y="427"/>
                      <a:pt x="4701" y="427"/>
                      <a:pt x="4688" y="433"/>
                    </a:cubicBezTo>
                    <a:cubicBezTo>
                      <a:pt x="4701" y="472"/>
                      <a:pt x="4701" y="498"/>
                      <a:pt x="4701" y="537"/>
                    </a:cubicBezTo>
                    <a:cubicBezTo>
                      <a:pt x="4701" y="621"/>
                      <a:pt x="4675" y="666"/>
                      <a:pt x="4636" y="737"/>
                    </a:cubicBezTo>
                    <a:cubicBezTo>
                      <a:pt x="4610" y="783"/>
                      <a:pt x="4604" y="815"/>
                      <a:pt x="4571" y="860"/>
                    </a:cubicBezTo>
                    <a:cubicBezTo>
                      <a:pt x="4552" y="886"/>
                      <a:pt x="4533" y="893"/>
                      <a:pt x="4513" y="918"/>
                    </a:cubicBezTo>
                    <a:cubicBezTo>
                      <a:pt x="4500" y="944"/>
                      <a:pt x="4500" y="957"/>
                      <a:pt x="4487" y="977"/>
                    </a:cubicBezTo>
                    <a:cubicBezTo>
                      <a:pt x="4423" y="1061"/>
                      <a:pt x="4378" y="1099"/>
                      <a:pt x="4300" y="1158"/>
                    </a:cubicBezTo>
                    <a:cubicBezTo>
                      <a:pt x="4242" y="1203"/>
                      <a:pt x="4216" y="1229"/>
                      <a:pt x="4158" y="1267"/>
                    </a:cubicBezTo>
                    <a:cubicBezTo>
                      <a:pt x="4132" y="1287"/>
                      <a:pt x="4106" y="1281"/>
                      <a:pt x="4099" y="1306"/>
                    </a:cubicBezTo>
                    <a:cubicBezTo>
                      <a:pt x="4099" y="1319"/>
                      <a:pt x="4099" y="1319"/>
                      <a:pt x="4099" y="1319"/>
                    </a:cubicBezTo>
                    <a:cubicBezTo>
                      <a:pt x="4086" y="1352"/>
                      <a:pt x="4080" y="1371"/>
                      <a:pt x="4067" y="1410"/>
                    </a:cubicBezTo>
                    <a:cubicBezTo>
                      <a:pt x="4054" y="1436"/>
                      <a:pt x="4041" y="1449"/>
                      <a:pt x="4015" y="1474"/>
                    </a:cubicBezTo>
                    <a:cubicBezTo>
                      <a:pt x="3996" y="1494"/>
                      <a:pt x="3970" y="1500"/>
                      <a:pt x="3970" y="1533"/>
                    </a:cubicBezTo>
                    <a:cubicBezTo>
                      <a:pt x="3970" y="1546"/>
                      <a:pt x="3970" y="1546"/>
                      <a:pt x="3970" y="1546"/>
                    </a:cubicBezTo>
                    <a:cubicBezTo>
                      <a:pt x="3970" y="1571"/>
                      <a:pt x="3951" y="1578"/>
                      <a:pt x="3938" y="1591"/>
                    </a:cubicBezTo>
                    <a:cubicBezTo>
                      <a:pt x="3918" y="1610"/>
                      <a:pt x="3912" y="1630"/>
                      <a:pt x="3892" y="1649"/>
                    </a:cubicBezTo>
                    <a:cubicBezTo>
                      <a:pt x="3847" y="1675"/>
                      <a:pt x="3841" y="1714"/>
                      <a:pt x="3802" y="1740"/>
                    </a:cubicBezTo>
                    <a:cubicBezTo>
                      <a:pt x="3763" y="1772"/>
                      <a:pt x="3737" y="1785"/>
                      <a:pt x="3718" y="1824"/>
                    </a:cubicBezTo>
                    <a:cubicBezTo>
                      <a:pt x="3698" y="1869"/>
                      <a:pt x="3698" y="1908"/>
                      <a:pt x="3653" y="1934"/>
                    </a:cubicBezTo>
                    <a:cubicBezTo>
                      <a:pt x="3627" y="1947"/>
                      <a:pt x="3614" y="1959"/>
                      <a:pt x="3588" y="1973"/>
                    </a:cubicBezTo>
                    <a:cubicBezTo>
                      <a:pt x="3550" y="1992"/>
                      <a:pt x="3530" y="1992"/>
                      <a:pt x="3485" y="1998"/>
                    </a:cubicBezTo>
                    <a:cubicBezTo>
                      <a:pt x="3395" y="2011"/>
                      <a:pt x="3343" y="2031"/>
                      <a:pt x="3246" y="2050"/>
                    </a:cubicBezTo>
                    <a:cubicBezTo>
                      <a:pt x="3207" y="2076"/>
                      <a:pt x="3175" y="2089"/>
                      <a:pt x="3129" y="2089"/>
                    </a:cubicBezTo>
                    <a:cubicBezTo>
                      <a:pt x="3097" y="2089"/>
                      <a:pt x="3097" y="2089"/>
                      <a:pt x="3097" y="2089"/>
                    </a:cubicBezTo>
                    <a:cubicBezTo>
                      <a:pt x="3039" y="2089"/>
                      <a:pt x="3013" y="2108"/>
                      <a:pt x="2955" y="2115"/>
                    </a:cubicBezTo>
                    <a:cubicBezTo>
                      <a:pt x="2903" y="2128"/>
                      <a:pt x="2871" y="2128"/>
                      <a:pt x="2819" y="2134"/>
                    </a:cubicBezTo>
                    <a:cubicBezTo>
                      <a:pt x="2780" y="2147"/>
                      <a:pt x="2761" y="2154"/>
                      <a:pt x="2722" y="2173"/>
                    </a:cubicBezTo>
                    <a:cubicBezTo>
                      <a:pt x="2683" y="2186"/>
                      <a:pt x="2657" y="2186"/>
                      <a:pt x="2618" y="2199"/>
                    </a:cubicBezTo>
                    <a:cubicBezTo>
                      <a:pt x="2547" y="2218"/>
                      <a:pt x="2508" y="2225"/>
                      <a:pt x="2437" y="2238"/>
                    </a:cubicBezTo>
                    <a:cubicBezTo>
                      <a:pt x="2392" y="2244"/>
                      <a:pt x="2373" y="2257"/>
                      <a:pt x="2327" y="2257"/>
                    </a:cubicBezTo>
                    <a:cubicBezTo>
                      <a:pt x="2295" y="2257"/>
                      <a:pt x="2295" y="2257"/>
                      <a:pt x="2295" y="2257"/>
                    </a:cubicBezTo>
                    <a:cubicBezTo>
                      <a:pt x="2263" y="2250"/>
                      <a:pt x="2263" y="2250"/>
                      <a:pt x="2263" y="2250"/>
                    </a:cubicBezTo>
                    <a:cubicBezTo>
                      <a:pt x="2205" y="2250"/>
                      <a:pt x="2321" y="2276"/>
                      <a:pt x="2327" y="2276"/>
                    </a:cubicBezTo>
                    <a:cubicBezTo>
                      <a:pt x="2347" y="2283"/>
                      <a:pt x="2366" y="2276"/>
                      <a:pt x="2373" y="2289"/>
                    </a:cubicBezTo>
                    <a:cubicBezTo>
                      <a:pt x="2386" y="2302"/>
                      <a:pt x="2373" y="2315"/>
                      <a:pt x="2379" y="2328"/>
                    </a:cubicBezTo>
                    <a:lnTo>
                      <a:pt x="2373" y="2322"/>
                    </a:lnTo>
                    <a:cubicBezTo>
                      <a:pt x="2327" y="2322"/>
                      <a:pt x="2327" y="2322"/>
                      <a:pt x="2327" y="2322"/>
                    </a:cubicBezTo>
                    <a:cubicBezTo>
                      <a:pt x="2282" y="2322"/>
                      <a:pt x="2276" y="2276"/>
                      <a:pt x="2237" y="2276"/>
                    </a:cubicBezTo>
                    <a:cubicBezTo>
                      <a:pt x="2217" y="2276"/>
                      <a:pt x="2217" y="2296"/>
                      <a:pt x="2205" y="2302"/>
                    </a:cubicBezTo>
                    <a:cubicBezTo>
                      <a:pt x="2185" y="2309"/>
                      <a:pt x="2166" y="2302"/>
                      <a:pt x="2140" y="2315"/>
                    </a:cubicBezTo>
                    <a:cubicBezTo>
                      <a:pt x="2088" y="2347"/>
                      <a:pt x="2062" y="2373"/>
                      <a:pt x="2004" y="2399"/>
                    </a:cubicBezTo>
                    <a:cubicBezTo>
                      <a:pt x="2004" y="2438"/>
                      <a:pt x="1985" y="2457"/>
                      <a:pt x="1985" y="2489"/>
                    </a:cubicBezTo>
                    <a:cubicBezTo>
                      <a:pt x="1985" y="2534"/>
                      <a:pt x="1985" y="2534"/>
                      <a:pt x="1985" y="2534"/>
                    </a:cubicBezTo>
                    <a:cubicBezTo>
                      <a:pt x="1985" y="2553"/>
                      <a:pt x="1972" y="2566"/>
                      <a:pt x="1972" y="2586"/>
                    </a:cubicBezTo>
                    <a:cubicBezTo>
                      <a:pt x="1972" y="2592"/>
                      <a:pt x="1978" y="2586"/>
                      <a:pt x="1978" y="2592"/>
                    </a:cubicBezTo>
                    <a:cubicBezTo>
                      <a:pt x="1991" y="2612"/>
                      <a:pt x="2004" y="2625"/>
                      <a:pt x="2023" y="2625"/>
                    </a:cubicBezTo>
                    <a:cubicBezTo>
                      <a:pt x="2036" y="2625"/>
                      <a:pt x="2049" y="2612"/>
                      <a:pt x="2062" y="2612"/>
                    </a:cubicBezTo>
                    <a:cubicBezTo>
                      <a:pt x="2075" y="2637"/>
                      <a:pt x="2082" y="2657"/>
                      <a:pt x="2107" y="2657"/>
                    </a:cubicBezTo>
                    <a:cubicBezTo>
                      <a:pt x="2146" y="2657"/>
                      <a:pt x="2159" y="2644"/>
                      <a:pt x="2191" y="2625"/>
                    </a:cubicBezTo>
                    <a:cubicBezTo>
                      <a:pt x="2205" y="2612"/>
                      <a:pt x="2211" y="2599"/>
                      <a:pt x="2230" y="2592"/>
                    </a:cubicBezTo>
                    <a:cubicBezTo>
                      <a:pt x="2243" y="2592"/>
                      <a:pt x="2263" y="2592"/>
                      <a:pt x="2263" y="2579"/>
                    </a:cubicBezTo>
                    <a:cubicBezTo>
                      <a:pt x="2263" y="2560"/>
                      <a:pt x="2250" y="2553"/>
                      <a:pt x="2250" y="2534"/>
                    </a:cubicBezTo>
                    <a:cubicBezTo>
                      <a:pt x="2250" y="2502"/>
                      <a:pt x="2263" y="2476"/>
                      <a:pt x="2295" y="2457"/>
                    </a:cubicBezTo>
                    <a:cubicBezTo>
                      <a:pt x="2289" y="2495"/>
                      <a:pt x="2269" y="2508"/>
                      <a:pt x="2269" y="2540"/>
                    </a:cubicBezTo>
                    <a:cubicBezTo>
                      <a:pt x="2269" y="2560"/>
                      <a:pt x="2289" y="2560"/>
                      <a:pt x="2289" y="2579"/>
                    </a:cubicBezTo>
                    <a:cubicBezTo>
                      <a:pt x="2289" y="2592"/>
                      <a:pt x="2276" y="2592"/>
                      <a:pt x="2263" y="2599"/>
                    </a:cubicBezTo>
                    <a:cubicBezTo>
                      <a:pt x="2237" y="2612"/>
                      <a:pt x="2230" y="2625"/>
                      <a:pt x="2217" y="2650"/>
                    </a:cubicBezTo>
                    <a:cubicBezTo>
                      <a:pt x="2211" y="2663"/>
                      <a:pt x="2191" y="2670"/>
                      <a:pt x="2191" y="2689"/>
                    </a:cubicBezTo>
                    <a:cubicBezTo>
                      <a:pt x="2191" y="2722"/>
                      <a:pt x="2217" y="2735"/>
                      <a:pt x="2243" y="2760"/>
                    </a:cubicBezTo>
                    <a:cubicBezTo>
                      <a:pt x="2263" y="2780"/>
                      <a:pt x="2256" y="2812"/>
                      <a:pt x="2289" y="2838"/>
                    </a:cubicBezTo>
                    <a:cubicBezTo>
                      <a:pt x="2321" y="2857"/>
                      <a:pt x="2340" y="2870"/>
                      <a:pt x="2379" y="2877"/>
                    </a:cubicBezTo>
                    <a:cubicBezTo>
                      <a:pt x="2398" y="2877"/>
                      <a:pt x="2431" y="2870"/>
                      <a:pt x="2431" y="2890"/>
                    </a:cubicBezTo>
                    <a:cubicBezTo>
                      <a:pt x="2431" y="2903"/>
                      <a:pt x="2424" y="2909"/>
                      <a:pt x="2418" y="2909"/>
                    </a:cubicBezTo>
                    <a:cubicBezTo>
                      <a:pt x="2373" y="2909"/>
                      <a:pt x="2347" y="2877"/>
                      <a:pt x="2301" y="2877"/>
                    </a:cubicBezTo>
                    <a:cubicBezTo>
                      <a:pt x="2269" y="2877"/>
                      <a:pt x="2269" y="2877"/>
                      <a:pt x="2269" y="2877"/>
                    </a:cubicBezTo>
                    <a:cubicBezTo>
                      <a:pt x="2250" y="2877"/>
                      <a:pt x="2243" y="2896"/>
                      <a:pt x="2243" y="2916"/>
                    </a:cubicBezTo>
                    <a:cubicBezTo>
                      <a:pt x="2243" y="2961"/>
                      <a:pt x="2243" y="2961"/>
                      <a:pt x="2243" y="2961"/>
                    </a:cubicBezTo>
                    <a:cubicBezTo>
                      <a:pt x="2243" y="2980"/>
                      <a:pt x="2230" y="2993"/>
                      <a:pt x="2211" y="2993"/>
                    </a:cubicBezTo>
                    <a:cubicBezTo>
                      <a:pt x="2191" y="2993"/>
                      <a:pt x="2185" y="2987"/>
                      <a:pt x="2159" y="2987"/>
                    </a:cubicBezTo>
                    <a:cubicBezTo>
                      <a:pt x="2140" y="2987"/>
                      <a:pt x="2133" y="3006"/>
                      <a:pt x="2114" y="3006"/>
                    </a:cubicBezTo>
                    <a:cubicBezTo>
                      <a:pt x="2088" y="3019"/>
                      <a:pt x="2075" y="3013"/>
                      <a:pt x="2049" y="3013"/>
                    </a:cubicBezTo>
                    <a:cubicBezTo>
                      <a:pt x="2017" y="3019"/>
                      <a:pt x="2004" y="3038"/>
                      <a:pt x="1972" y="3038"/>
                    </a:cubicBezTo>
                    <a:cubicBezTo>
                      <a:pt x="1933" y="3038"/>
                      <a:pt x="1933" y="3038"/>
                      <a:pt x="1933" y="3038"/>
                    </a:cubicBezTo>
                    <a:cubicBezTo>
                      <a:pt x="1926" y="3038"/>
                      <a:pt x="1926" y="3038"/>
                      <a:pt x="1920" y="3038"/>
                    </a:cubicBezTo>
                    <a:cubicBezTo>
                      <a:pt x="1901" y="3038"/>
                      <a:pt x="1894" y="3051"/>
                      <a:pt x="1881" y="3051"/>
                    </a:cubicBezTo>
                    <a:cubicBezTo>
                      <a:pt x="1849" y="3051"/>
                      <a:pt x="1836" y="3019"/>
                      <a:pt x="1797" y="3019"/>
                    </a:cubicBezTo>
                    <a:lnTo>
                      <a:pt x="1791" y="3019"/>
                    </a:lnTo>
                    <a:cubicBezTo>
                      <a:pt x="1784" y="3025"/>
                      <a:pt x="1784" y="3025"/>
                      <a:pt x="1784" y="3025"/>
                    </a:cubicBezTo>
                    <a:cubicBezTo>
                      <a:pt x="1803" y="3032"/>
                      <a:pt x="1816" y="3045"/>
                      <a:pt x="1829" y="3051"/>
                    </a:cubicBezTo>
                    <a:cubicBezTo>
                      <a:pt x="1849" y="3058"/>
                      <a:pt x="1868" y="3064"/>
                      <a:pt x="1868" y="3077"/>
                    </a:cubicBezTo>
                    <a:cubicBezTo>
                      <a:pt x="1868" y="3090"/>
                      <a:pt x="1868" y="3090"/>
                      <a:pt x="1868" y="3090"/>
                    </a:cubicBezTo>
                    <a:cubicBezTo>
                      <a:pt x="1862" y="3090"/>
                      <a:pt x="1862" y="3090"/>
                      <a:pt x="1862" y="3090"/>
                    </a:cubicBezTo>
                    <a:cubicBezTo>
                      <a:pt x="1849" y="3090"/>
                      <a:pt x="1842" y="3084"/>
                      <a:pt x="1836" y="3084"/>
                    </a:cubicBezTo>
                    <a:cubicBezTo>
                      <a:pt x="1816" y="3084"/>
                      <a:pt x="1810" y="3090"/>
                      <a:pt x="1791" y="3090"/>
                    </a:cubicBezTo>
                    <a:cubicBezTo>
                      <a:pt x="1778" y="3090"/>
                      <a:pt x="1771" y="3084"/>
                      <a:pt x="1758" y="3077"/>
                    </a:cubicBezTo>
                    <a:cubicBezTo>
                      <a:pt x="1745" y="3077"/>
                      <a:pt x="1745" y="3077"/>
                      <a:pt x="1745" y="3077"/>
                    </a:cubicBezTo>
                    <a:cubicBezTo>
                      <a:pt x="1745" y="3142"/>
                      <a:pt x="1745" y="3142"/>
                      <a:pt x="1745" y="3142"/>
                    </a:cubicBezTo>
                    <a:cubicBezTo>
                      <a:pt x="1745" y="3213"/>
                      <a:pt x="1681" y="3239"/>
                      <a:pt x="1661" y="3304"/>
                    </a:cubicBezTo>
                    <a:cubicBezTo>
                      <a:pt x="1681" y="3317"/>
                      <a:pt x="1706" y="3323"/>
                      <a:pt x="1706" y="3349"/>
                    </a:cubicBezTo>
                    <a:cubicBezTo>
                      <a:pt x="1706" y="3407"/>
                      <a:pt x="1706" y="3407"/>
                      <a:pt x="1706" y="3407"/>
                    </a:cubicBezTo>
                    <a:cubicBezTo>
                      <a:pt x="1706" y="3413"/>
                      <a:pt x="1713" y="3420"/>
                      <a:pt x="1713" y="3427"/>
                    </a:cubicBezTo>
                    <a:cubicBezTo>
                      <a:pt x="1713" y="3427"/>
                      <a:pt x="1713" y="3427"/>
                      <a:pt x="1706" y="3427"/>
                    </a:cubicBezTo>
                    <a:cubicBezTo>
                      <a:pt x="1681" y="3427"/>
                      <a:pt x="1681" y="3381"/>
                      <a:pt x="1648" y="3381"/>
                    </a:cubicBezTo>
                    <a:cubicBezTo>
                      <a:pt x="1635" y="3381"/>
                      <a:pt x="1635" y="3381"/>
                      <a:pt x="1635" y="3381"/>
                    </a:cubicBezTo>
                    <a:cubicBezTo>
                      <a:pt x="1635" y="3381"/>
                      <a:pt x="1635" y="3388"/>
                      <a:pt x="1635" y="3394"/>
                    </a:cubicBezTo>
                    <a:cubicBezTo>
                      <a:pt x="1635" y="3407"/>
                      <a:pt x="1648" y="3407"/>
                      <a:pt x="1661" y="3420"/>
                    </a:cubicBezTo>
                    <a:cubicBezTo>
                      <a:pt x="1674" y="3433"/>
                      <a:pt x="1681" y="3446"/>
                      <a:pt x="1700" y="3459"/>
                    </a:cubicBezTo>
                    <a:cubicBezTo>
                      <a:pt x="1719" y="3478"/>
                      <a:pt x="1700" y="3524"/>
                      <a:pt x="1726" y="3524"/>
                    </a:cubicBezTo>
                    <a:cubicBezTo>
                      <a:pt x="1739" y="3524"/>
                      <a:pt x="1745" y="3517"/>
                      <a:pt x="1758" y="3517"/>
                    </a:cubicBezTo>
                    <a:cubicBezTo>
                      <a:pt x="1778" y="3517"/>
                      <a:pt x="1784" y="3530"/>
                      <a:pt x="1803" y="3536"/>
                    </a:cubicBezTo>
                    <a:cubicBezTo>
                      <a:pt x="1816" y="3543"/>
                      <a:pt x="1836" y="3543"/>
                      <a:pt x="1836" y="3556"/>
                    </a:cubicBezTo>
                    <a:cubicBezTo>
                      <a:pt x="1836" y="3582"/>
                      <a:pt x="1823" y="3588"/>
                      <a:pt x="1823" y="3614"/>
                    </a:cubicBezTo>
                    <a:cubicBezTo>
                      <a:pt x="1823" y="3633"/>
                      <a:pt x="1829" y="3646"/>
                      <a:pt x="1829" y="3666"/>
                    </a:cubicBezTo>
                    <a:cubicBezTo>
                      <a:pt x="1849" y="3666"/>
                      <a:pt x="1849" y="3640"/>
                      <a:pt x="1868" y="3640"/>
                    </a:cubicBezTo>
                    <a:cubicBezTo>
                      <a:pt x="1881" y="3640"/>
                      <a:pt x="1887" y="3653"/>
                      <a:pt x="1901" y="3659"/>
                    </a:cubicBezTo>
                    <a:cubicBezTo>
                      <a:pt x="1933" y="3666"/>
                      <a:pt x="1946" y="3679"/>
                      <a:pt x="1978" y="3685"/>
                    </a:cubicBezTo>
                    <a:cubicBezTo>
                      <a:pt x="2010" y="3705"/>
                      <a:pt x="2049" y="3711"/>
                      <a:pt x="2049" y="3750"/>
                    </a:cubicBezTo>
                    <a:cubicBezTo>
                      <a:pt x="2049" y="3763"/>
                      <a:pt x="2049" y="3763"/>
                      <a:pt x="2049" y="3763"/>
                    </a:cubicBezTo>
                    <a:cubicBezTo>
                      <a:pt x="2043" y="3763"/>
                      <a:pt x="2043" y="3763"/>
                      <a:pt x="2043" y="3763"/>
                    </a:cubicBezTo>
                    <a:cubicBezTo>
                      <a:pt x="2023" y="3756"/>
                      <a:pt x="2023" y="3730"/>
                      <a:pt x="2004" y="3730"/>
                    </a:cubicBezTo>
                    <a:cubicBezTo>
                      <a:pt x="1978" y="3730"/>
                      <a:pt x="1965" y="3730"/>
                      <a:pt x="1946" y="3717"/>
                    </a:cubicBezTo>
                    <a:cubicBezTo>
                      <a:pt x="1926" y="3711"/>
                      <a:pt x="1920" y="3685"/>
                      <a:pt x="1887" y="3685"/>
                    </a:cubicBezTo>
                    <a:cubicBezTo>
                      <a:pt x="1875" y="3685"/>
                      <a:pt x="1875" y="3717"/>
                      <a:pt x="1855" y="3717"/>
                    </a:cubicBezTo>
                    <a:cubicBezTo>
                      <a:pt x="1816" y="3717"/>
                      <a:pt x="1797" y="3672"/>
                      <a:pt x="1797" y="3627"/>
                    </a:cubicBezTo>
                    <a:cubicBezTo>
                      <a:pt x="1797" y="3588"/>
                      <a:pt x="1797" y="3588"/>
                      <a:pt x="1797" y="3588"/>
                    </a:cubicBezTo>
                    <a:cubicBezTo>
                      <a:pt x="1797" y="3575"/>
                      <a:pt x="1797" y="3569"/>
                      <a:pt x="1803" y="3556"/>
                    </a:cubicBezTo>
                    <a:cubicBezTo>
                      <a:pt x="1778" y="3549"/>
                      <a:pt x="1765" y="3543"/>
                      <a:pt x="1739" y="3543"/>
                    </a:cubicBezTo>
                    <a:cubicBezTo>
                      <a:pt x="1732" y="3543"/>
                      <a:pt x="1732" y="3549"/>
                      <a:pt x="1719" y="3549"/>
                    </a:cubicBezTo>
                    <a:cubicBezTo>
                      <a:pt x="1706" y="3549"/>
                      <a:pt x="1706" y="3530"/>
                      <a:pt x="1694" y="3517"/>
                    </a:cubicBezTo>
                    <a:cubicBezTo>
                      <a:pt x="1687" y="3504"/>
                      <a:pt x="1674" y="3498"/>
                      <a:pt x="1655" y="3498"/>
                    </a:cubicBezTo>
                    <a:cubicBezTo>
                      <a:pt x="1642" y="3498"/>
                      <a:pt x="1635" y="3504"/>
                      <a:pt x="1622" y="3504"/>
                    </a:cubicBezTo>
                    <a:cubicBezTo>
                      <a:pt x="1584" y="3504"/>
                      <a:pt x="1584" y="3504"/>
                      <a:pt x="1584" y="3504"/>
                    </a:cubicBezTo>
                    <a:cubicBezTo>
                      <a:pt x="1577" y="3504"/>
                      <a:pt x="1571" y="3504"/>
                      <a:pt x="1571" y="3511"/>
                    </a:cubicBezTo>
                    <a:cubicBezTo>
                      <a:pt x="1571" y="3543"/>
                      <a:pt x="1571" y="3543"/>
                      <a:pt x="1571" y="3543"/>
                    </a:cubicBezTo>
                    <a:cubicBezTo>
                      <a:pt x="1571" y="3582"/>
                      <a:pt x="1545" y="3595"/>
                      <a:pt x="1538" y="3633"/>
                    </a:cubicBezTo>
                    <a:cubicBezTo>
                      <a:pt x="1558" y="3633"/>
                      <a:pt x="1577" y="3633"/>
                      <a:pt x="1590" y="3646"/>
                    </a:cubicBezTo>
                    <a:cubicBezTo>
                      <a:pt x="1610" y="3679"/>
                      <a:pt x="1603" y="3717"/>
                      <a:pt x="1635" y="3730"/>
                    </a:cubicBezTo>
                    <a:cubicBezTo>
                      <a:pt x="1655" y="3743"/>
                      <a:pt x="1661" y="3756"/>
                      <a:pt x="1674" y="3769"/>
                    </a:cubicBezTo>
                    <a:cubicBezTo>
                      <a:pt x="1687" y="3776"/>
                      <a:pt x="1700" y="3769"/>
                      <a:pt x="1713" y="3776"/>
                    </a:cubicBezTo>
                    <a:cubicBezTo>
                      <a:pt x="1719" y="3776"/>
                      <a:pt x="1719" y="3789"/>
                      <a:pt x="1726" y="3795"/>
                    </a:cubicBezTo>
                    <a:cubicBezTo>
                      <a:pt x="1732" y="3808"/>
                      <a:pt x="1745" y="3815"/>
                      <a:pt x="1745" y="3827"/>
                    </a:cubicBezTo>
                    <a:cubicBezTo>
                      <a:pt x="1719" y="3827"/>
                      <a:pt x="1706" y="3808"/>
                      <a:pt x="1681" y="3808"/>
                    </a:cubicBezTo>
                    <a:cubicBezTo>
                      <a:pt x="1648" y="3808"/>
                      <a:pt x="1648" y="3808"/>
                      <a:pt x="1648" y="3808"/>
                    </a:cubicBezTo>
                    <a:cubicBezTo>
                      <a:pt x="1610" y="3808"/>
                      <a:pt x="1590" y="3782"/>
                      <a:pt x="1571" y="3750"/>
                    </a:cubicBezTo>
                    <a:cubicBezTo>
                      <a:pt x="1545" y="3711"/>
                      <a:pt x="1519" y="3692"/>
                      <a:pt x="1480" y="3672"/>
                    </a:cubicBezTo>
                    <a:cubicBezTo>
                      <a:pt x="1403" y="3633"/>
                      <a:pt x="1370" y="3614"/>
                      <a:pt x="1299" y="3575"/>
                    </a:cubicBezTo>
                    <a:cubicBezTo>
                      <a:pt x="1299" y="3575"/>
                      <a:pt x="1299" y="3582"/>
                      <a:pt x="1299" y="3588"/>
                    </a:cubicBezTo>
                    <a:cubicBezTo>
                      <a:pt x="1299" y="3620"/>
                      <a:pt x="1299" y="3620"/>
                      <a:pt x="1299" y="3620"/>
                    </a:cubicBezTo>
                    <a:cubicBezTo>
                      <a:pt x="1299" y="3633"/>
                      <a:pt x="1306" y="3640"/>
                      <a:pt x="1306" y="3646"/>
                    </a:cubicBezTo>
                    <a:cubicBezTo>
                      <a:pt x="1306" y="3685"/>
                      <a:pt x="1286" y="3711"/>
                      <a:pt x="1254" y="3730"/>
                    </a:cubicBezTo>
                    <a:cubicBezTo>
                      <a:pt x="1228" y="3750"/>
                      <a:pt x="1208" y="3743"/>
                      <a:pt x="1183" y="3756"/>
                    </a:cubicBezTo>
                    <a:cubicBezTo>
                      <a:pt x="1183" y="3763"/>
                      <a:pt x="1183" y="3763"/>
                      <a:pt x="1183" y="3763"/>
                    </a:cubicBezTo>
                    <a:cubicBezTo>
                      <a:pt x="1189" y="3763"/>
                      <a:pt x="1196" y="3763"/>
                      <a:pt x="1202" y="3763"/>
                    </a:cubicBezTo>
                    <a:cubicBezTo>
                      <a:pt x="1228" y="3763"/>
                      <a:pt x="1267" y="3769"/>
                      <a:pt x="1267" y="3795"/>
                    </a:cubicBezTo>
                    <a:cubicBezTo>
                      <a:pt x="1267" y="3815"/>
                      <a:pt x="1254" y="3827"/>
                      <a:pt x="1234" y="3827"/>
                    </a:cubicBezTo>
                    <a:cubicBezTo>
                      <a:pt x="1189" y="3827"/>
                      <a:pt x="1163" y="3789"/>
                      <a:pt x="1137" y="3750"/>
                    </a:cubicBezTo>
                    <a:cubicBezTo>
                      <a:pt x="1170" y="3750"/>
                      <a:pt x="1189" y="3737"/>
                      <a:pt x="1215" y="3717"/>
                    </a:cubicBezTo>
                    <a:cubicBezTo>
                      <a:pt x="1234" y="3705"/>
                      <a:pt x="1254" y="3705"/>
                      <a:pt x="1254" y="3685"/>
                    </a:cubicBezTo>
                    <a:cubicBezTo>
                      <a:pt x="1254" y="3666"/>
                      <a:pt x="1247" y="3659"/>
                      <a:pt x="1247" y="3646"/>
                    </a:cubicBezTo>
                    <a:cubicBezTo>
                      <a:pt x="1241" y="3633"/>
                      <a:pt x="1241" y="3620"/>
                      <a:pt x="1234" y="3620"/>
                    </a:cubicBezTo>
                    <a:cubicBezTo>
                      <a:pt x="1202" y="3620"/>
                      <a:pt x="1202" y="3620"/>
                      <a:pt x="1202" y="3620"/>
                    </a:cubicBezTo>
                    <a:cubicBezTo>
                      <a:pt x="1176" y="3620"/>
                      <a:pt x="1150" y="3614"/>
                      <a:pt x="1137" y="3595"/>
                    </a:cubicBezTo>
                    <a:cubicBezTo>
                      <a:pt x="1124" y="3582"/>
                      <a:pt x="1124" y="3569"/>
                      <a:pt x="1111" y="3569"/>
                    </a:cubicBezTo>
                    <a:cubicBezTo>
                      <a:pt x="1086" y="3569"/>
                      <a:pt x="1079" y="3588"/>
                      <a:pt x="1053" y="3588"/>
                    </a:cubicBezTo>
                    <a:cubicBezTo>
                      <a:pt x="1047" y="3588"/>
                      <a:pt x="1047" y="3575"/>
                      <a:pt x="1040" y="3575"/>
                    </a:cubicBezTo>
                    <a:cubicBezTo>
                      <a:pt x="1008" y="3549"/>
                      <a:pt x="1001" y="3530"/>
                      <a:pt x="989" y="3491"/>
                    </a:cubicBezTo>
                    <a:cubicBezTo>
                      <a:pt x="982" y="3472"/>
                      <a:pt x="989" y="3446"/>
                      <a:pt x="969" y="3446"/>
                    </a:cubicBezTo>
                    <a:cubicBezTo>
                      <a:pt x="937" y="3446"/>
                      <a:pt x="930" y="3485"/>
                      <a:pt x="904" y="3485"/>
                    </a:cubicBezTo>
                    <a:cubicBezTo>
                      <a:pt x="853" y="3485"/>
                      <a:pt x="853" y="3420"/>
                      <a:pt x="827" y="3375"/>
                    </a:cubicBezTo>
                    <a:cubicBezTo>
                      <a:pt x="820" y="3433"/>
                      <a:pt x="814" y="3459"/>
                      <a:pt x="801" y="3517"/>
                    </a:cubicBezTo>
                    <a:cubicBezTo>
                      <a:pt x="782" y="3498"/>
                      <a:pt x="775" y="3465"/>
                      <a:pt x="749" y="3465"/>
                    </a:cubicBezTo>
                    <a:cubicBezTo>
                      <a:pt x="730" y="3465"/>
                      <a:pt x="730" y="3465"/>
                      <a:pt x="730" y="3465"/>
                    </a:cubicBezTo>
                    <a:cubicBezTo>
                      <a:pt x="736" y="3478"/>
                      <a:pt x="743" y="3485"/>
                      <a:pt x="743" y="3504"/>
                    </a:cubicBezTo>
                    <a:cubicBezTo>
                      <a:pt x="743" y="3517"/>
                      <a:pt x="743" y="3524"/>
                      <a:pt x="736" y="3536"/>
                    </a:cubicBezTo>
                    <a:cubicBezTo>
                      <a:pt x="723" y="3530"/>
                      <a:pt x="723" y="3511"/>
                      <a:pt x="711" y="3498"/>
                    </a:cubicBezTo>
                    <a:cubicBezTo>
                      <a:pt x="697" y="3491"/>
                      <a:pt x="691" y="3491"/>
                      <a:pt x="672" y="3491"/>
                    </a:cubicBezTo>
                    <a:cubicBezTo>
                      <a:pt x="672" y="3478"/>
                      <a:pt x="672" y="3459"/>
                      <a:pt x="659" y="3459"/>
                    </a:cubicBezTo>
                    <a:cubicBezTo>
                      <a:pt x="639" y="3459"/>
                      <a:pt x="639" y="3485"/>
                      <a:pt x="613" y="3485"/>
                    </a:cubicBezTo>
                    <a:cubicBezTo>
                      <a:pt x="601" y="3485"/>
                      <a:pt x="594" y="3472"/>
                      <a:pt x="581" y="3472"/>
                    </a:cubicBezTo>
                    <a:cubicBezTo>
                      <a:pt x="549" y="3472"/>
                      <a:pt x="529" y="3485"/>
                      <a:pt x="491" y="3485"/>
                    </a:cubicBezTo>
                    <a:cubicBezTo>
                      <a:pt x="453" y="3485"/>
                      <a:pt x="421" y="3498"/>
                      <a:pt x="388" y="3472"/>
                    </a:cubicBezTo>
                    <a:cubicBezTo>
                      <a:pt x="362" y="3452"/>
                      <a:pt x="356" y="3427"/>
                      <a:pt x="330" y="3407"/>
                    </a:cubicBezTo>
                    <a:cubicBezTo>
                      <a:pt x="317" y="3388"/>
                      <a:pt x="298" y="3381"/>
                      <a:pt x="285" y="3362"/>
                    </a:cubicBezTo>
                    <a:lnTo>
                      <a:pt x="278" y="3362"/>
                    </a:lnTo>
                    <a:cubicBezTo>
                      <a:pt x="239" y="3362"/>
                      <a:pt x="226" y="3336"/>
                      <a:pt x="201" y="3310"/>
                    </a:cubicBezTo>
                    <a:cubicBezTo>
                      <a:pt x="188" y="3297"/>
                      <a:pt x="168" y="3297"/>
                      <a:pt x="155" y="3278"/>
                    </a:cubicBezTo>
                    <a:cubicBezTo>
                      <a:pt x="117" y="3252"/>
                      <a:pt x="103" y="3220"/>
                      <a:pt x="103" y="3174"/>
                    </a:cubicBezTo>
                    <a:cubicBezTo>
                      <a:pt x="91" y="3174"/>
                      <a:pt x="84" y="3168"/>
                      <a:pt x="71" y="3168"/>
                    </a:cubicBezTo>
                    <a:lnTo>
                      <a:pt x="71" y="3168"/>
                    </a:lnTo>
                    <a:cubicBezTo>
                      <a:pt x="52" y="3207"/>
                      <a:pt x="7" y="3213"/>
                      <a:pt x="7" y="3252"/>
                    </a:cubicBezTo>
                    <a:cubicBezTo>
                      <a:pt x="7" y="3278"/>
                      <a:pt x="0" y="3304"/>
                      <a:pt x="19" y="3323"/>
                    </a:cubicBezTo>
                    <a:cubicBezTo>
                      <a:pt x="58" y="3362"/>
                      <a:pt x="149" y="3323"/>
                      <a:pt x="149" y="3375"/>
                    </a:cubicBezTo>
                    <a:cubicBezTo>
                      <a:pt x="149" y="3420"/>
                      <a:pt x="129" y="3439"/>
                      <a:pt x="129" y="3485"/>
                    </a:cubicBezTo>
                    <a:cubicBezTo>
                      <a:pt x="129" y="3575"/>
                      <a:pt x="194" y="3614"/>
                      <a:pt x="272" y="3672"/>
                    </a:cubicBezTo>
                    <a:cubicBezTo>
                      <a:pt x="291" y="3685"/>
                      <a:pt x="291" y="3711"/>
                      <a:pt x="310" y="3730"/>
                    </a:cubicBezTo>
                    <a:cubicBezTo>
                      <a:pt x="336" y="3756"/>
                      <a:pt x="362" y="3750"/>
                      <a:pt x="395" y="3769"/>
                    </a:cubicBezTo>
                    <a:cubicBezTo>
                      <a:pt x="427" y="3789"/>
                      <a:pt x="427" y="3827"/>
                      <a:pt x="446" y="3860"/>
                    </a:cubicBezTo>
                    <a:cubicBezTo>
                      <a:pt x="472" y="3899"/>
                      <a:pt x="504" y="3905"/>
                      <a:pt x="542" y="3931"/>
                    </a:cubicBezTo>
                    <a:cubicBezTo>
                      <a:pt x="594" y="3957"/>
                      <a:pt x="613" y="3983"/>
                      <a:pt x="665" y="4008"/>
                    </a:cubicBezTo>
                    <a:cubicBezTo>
                      <a:pt x="717" y="4034"/>
                      <a:pt x="736" y="4080"/>
                      <a:pt x="769" y="4131"/>
                    </a:cubicBezTo>
                    <a:cubicBezTo>
                      <a:pt x="782" y="4157"/>
                      <a:pt x="788" y="4196"/>
                      <a:pt x="820" y="4196"/>
                    </a:cubicBezTo>
                    <a:cubicBezTo>
                      <a:pt x="840" y="4196"/>
                      <a:pt x="853" y="4183"/>
                      <a:pt x="872" y="4183"/>
                    </a:cubicBezTo>
                    <a:cubicBezTo>
                      <a:pt x="917" y="4183"/>
                      <a:pt x="917" y="4235"/>
                      <a:pt x="937" y="4274"/>
                    </a:cubicBezTo>
                    <a:cubicBezTo>
                      <a:pt x="969" y="4332"/>
                      <a:pt x="1015" y="4358"/>
                      <a:pt x="1079" y="4358"/>
                    </a:cubicBezTo>
                    <a:cubicBezTo>
                      <a:pt x="1111" y="4358"/>
                      <a:pt x="1124" y="4319"/>
                      <a:pt x="1157" y="4319"/>
                    </a:cubicBezTo>
                    <a:cubicBezTo>
                      <a:pt x="1176" y="4319"/>
                      <a:pt x="1183" y="4338"/>
                      <a:pt x="1202" y="4338"/>
                    </a:cubicBezTo>
                    <a:cubicBezTo>
                      <a:pt x="1234" y="4338"/>
                      <a:pt x="1241" y="4312"/>
                      <a:pt x="1273" y="4312"/>
                    </a:cubicBezTo>
                    <a:cubicBezTo>
                      <a:pt x="1318" y="4312"/>
                      <a:pt x="1318" y="4312"/>
                      <a:pt x="1318" y="4312"/>
                    </a:cubicBezTo>
                    <a:cubicBezTo>
                      <a:pt x="1344" y="4293"/>
                      <a:pt x="1338" y="4267"/>
                      <a:pt x="1357" y="4235"/>
                    </a:cubicBezTo>
                    <a:cubicBezTo>
                      <a:pt x="1383" y="4196"/>
                      <a:pt x="1415" y="4170"/>
                      <a:pt x="1461" y="4170"/>
                    </a:cubicBezTo>
                    <a:cubicBezTo>
                      <a:pt x="1480" y="4170"/>
                      <a:pt x="1487" y="4177"/>
                      <a:pt x="1506" y="4177"/>
                    </a:cubicBezTo>
                    <a:cubicBezTo>
                      <a:pt x="1590" y="4177"/>
                      <a:pt x="1635" y="4144"/>
                      <a:pt x="1719" y="4138"/>
                    </a:cubicBezTo>
                    <a:cubicBezTo>
                      <a:pt x="1752" y="4125"/>
                      <a:pt x="1765" y="4119"/>
                      <a:pt x="1791" y="4105"/>
                    </a:cubicBezTo>
                    <a:cubicBezTo>
                      <a:pt x="1836" y="4164"/>
                      <a:pt x="1887" y="4196"/>
                      <a:pt x="1965" y="4196"/>
                    </a:cubicBezTo>
                    <a:cubicBezTo>
                      <a:pt x="2004" y="4196"/>
                      <a:pt x="2017" y="4164"/>
                      <a:pt x="2056" y="4164"/>
                    </a:cubicBezTo>
                    <a:cubicBezTo>
                      <a:pt x="2101" y="4164"/>
                      <a:pt x="2107" y="4222"/>
                      <a:pt x="2153" y="4222"/>
                    </a:cubicBezTo>
                    <a:cubicBezTo>
                      <a:pt x="2205" y="4222"/>
                      <a:pt x="2211" y="4144"/>
                      <a:pt x="2263" y="4144"/>
                    </a:cubicBezTo>
                    <a:cubicBezTo>
                      <a:pt x="2327" y="4144"/>
                      <a:pt x="2353" y="4203"/>
                      <a:pt x="2418" y="4203"/>
                    </a:cubicBezTo>
                    <a:cubicBezTo>
                      <a:pt x="2463" y="4203"/>
                      <a:pt x="2463" y="4151"/>
                      <a:pt x="2496" y="4119"/>
                    </a:cubicBezTo>
                    <a:cubicBezTo>
                      <a:pt x="2554" y="4073"/>
                      <a:pt x="2599" y="4060"/>
                      <a:pt x="2670" y="4060"/>
                    </a:cubicBezTo>
                    <a:cubicBezTo>
                      <a:pt x="2741" y="4060"/>
                      <a:pt x="2761" y="3983"/>
                      <a:pt x="2786" y="3918"/>
                    </a:cubicBezTo>
                    <a:cubicBezTo>
                      <a:pt x="2800" y="3886"/>
                      <a:pt x="2838" y="3873"/>
                      <a:pt x="2838" y="3834"/>
                    </a:cubicBezTo>
                    <a:cubicBezTo>
                      <a:pt x="2838" y="3821"/>
                      <a:pt x="2838" y="3815"/>
                      <a:pt x="2838" y="3801"/>
                    </a:cubicBezTo>
                    <a:cubicBezTo>
                      <a:pt x="2838" y="3750"/>
                      <a:pt x="2858" y="3705"/>
                      <a:pt x="2903" y="3679"/>
                    </a:cubicBezTo>
                    <a:cubicBezTo>
                      <a:pt x="2942" y="3653"/>
                      <a:pt x="2981" y="3659"/>
                      <a:pt x="3026" y="3646"/>
                    </a:cubicBezTo>
                    <a:cubicBezTo>
                      <a:pt x="3065" y="3627"/>
                      <a:pt x="3084" y="3588"/>
                      <a:pt x="3123" y="3588"/>
                    </a:cubicBezTo>
                    <a:cubicBezTo>
                      <a:pt x="3226" y="3588"/>
                      <a:pt x="3284" y="3620"/>
                      <a:pt x="3381" y="3620"/>
                    </a:cubicBezTo>
                    <a:cubicBezTo>
                      <a:pt x="3407" y="3620"/>
                      <a:pt x="3414" y="3601"/>
                      <a:pt x="3440" y="3601"/>
                    </a:cubicBezTo>
                    <a:cubicBezTo>
                      <a:pt x="3466" y="3601"/>
                      <a:pt x="3479" y="3627"/>
                      <a:pt x="3511" y="3627"/>
                    </a:cubicBezTo>
                    <a:cubicBezTo>
                      <a:pt x="3543" y="3627"/>
                      <a:pt x="3550" y="3575"/>
                      <a:pt x="3588" y="3575"/>
                    </a:cubicBezTo>
                    <a:cubicBezTo>
                      <a:pt x="3608" y="3575"/>
                      <a:pt x="3614" y="3588"/>
                      <a:pt x="3634" y="3588"/>
                    </a:cubicBezTo>
                    <a:cubicBezTo>
                      <a:pt x="3679" y="3588"/>
                      <a:pt x="3698" y="3582"/>
                      <a:pt x="3744" y="3588"/>
                    </a:cubicBezTo>
                    <a:cubicBezTo>
                      <a:pt x="3744" y="3601"/>
                      <a:pt x="3744" y="3608"/>
                      <a:pt x="3744" y="3620"/>
                    </a:cubicBezTo>
                    <a:cubicBezTo>
                      <a:pt x="3744" y="3679"/>
                      <a:pt x="3724" y="3705"/>
                      <a:pt x="3711" y="3763"/>
                    </a:cubicBezTo>
                    <a:cubicBezTo>
                      <a:pt x="3731" y="3756"/>
                      <a:pt x="3744" y="3743"/>
                      <a:pt x="3763" y="3743"/>
                    </a:cubicBezTo>
                    <a:cubicBezTo>
                      <a:pt x="3802" y="3743"/>
                      <a:pt x="3795" y="3808"/>
                      <a:pt x="3834" y="3808"/>
                    </a:cubicBezTo>
                    <a:cubicBezTo>
                      <a:pt x="3860" y="3808"/>
                      <a:pt x="3873" y="3801"/>
                      <a:pt x="3899" y="3801"/>
                    </a:cubicBezTo>
                    <a:cubicBezTo>
                      <a:pt x="3957" y="3801"/>
                      <a:pt x="3990" y="3815"/>
                      <a:pt x="4035" y="3847"/>
                    </a:cubicBezTo>
                    <a:cubicBezTo>
                      <a:pt x="4061" y="3860"/>
                      <a:pt x="4074" y="3886"/>
                      <a:pt x="4106" y="3886"/>
                    </a:cubicBezTo>
                    <a:cubicBezTo>
                      <a:pt x="4138" y="3886"/>
                      <a:pt x="4158" y="3860"/>
                      <a:pt x="4190" y="3860"/>
                    </a:cubicBezTo>
                    <a:cubicBezTo>
                      <a:pt x="4222" y="3860"/>
                      <a:pt x="4235" y="3886"/>
                      <a:pt x="4255" y="3905"/>
                    </a:cubicBezTo>
                    <a:cubicBezTo>
                      <a:pt x="4293" y="3937"/>
                      <a:pt x="4306" y="3957"/>
                      <a:pt x="4332" y="3996"/>
                    </a:cubicBezTo>
                    <a:cubicBezTo>
                      <a:pt x="4358" y="3970"/>
                      <a:pt x="4358" y="3931"/>
                      <a:pt x="4390" y="3918"/>
                    </a:cubicBezTo>
                    <a:cubicBezTo>
                      <a:pt x="4436" y="3912"/>
                      <a:pt x="4474" y="3924"/>
                      <a:pt x="4513" y="3892"/>
                    </a:cubicBezTo>
                    <a:cubicBezTo>
                      <a:pt x="4533" y="3879"/>
                      <a:pt x="4520" y="3847"/>
                      <a:pt x="4533" y="3827"/>
                    </a:cubicBezTo>
                    <a:cubicBezTo>
                      <a:pt x="4552" y="3795"/>
                      <a:pt x="4585" y="3801"/>
                      <a:pt x="4617" y="3789"/>
                    </a:cubicBezTo>
                    <a:cubicBezTo>
                      <a:pt x="4636" y="3776"/>
                      <a:pt x="4636" y="3756"/>
                      <a:pt x="4656" y="3750"/>
                    </a:cubicBezTo>
                    <a:cubicBezTo>
                      <a:pt x="4740" y="3730"/>
                      <a:pt x="4785" y="3717"/>
                      <a:pt x="4869" y="3717"/>
                    </a:cubicBezTo>
                    <a:cubicBezTo>
                      <a:pt x="4901" y="3717"/>
                      <a:pt x="4908" y="3756"/>
                      <a:pt x="4927" y="3769"/>
                    </a:cubicBezTo>
                    <a:cubicBezTo>
                      <a:pt x="4940" y="3717"/>
                      <a:pt x="5011" y="3743"/>
                      <a:pt x="5063" y="3717"/>
                    </a:cubicBezTo>
                    <a:cubicBezTo>
                      <a:pt x="5089" y="3711"/>
                      <a:pt x="5095" y="3672"/>
                      <a:pt x="5128" y="3672"/>
                    </a:cubicBezTo>
                    <a:cubicBezTo>
                      <a:pt x="5180" y="3672"/>
                      <a:pt x="5212" y="3692"/>
                      <a:pt x="5257" y="3717"/>
                    </a:cubicBezTo>
                    <a:cubicBezTo>
                      <a:pt x="5270" y="3730"/>
                      <a:pt x="5270" y="3743"/>
                      <a:pt x="5289" y="3743"/>
                    </a:cubicBezTo>
                    <a:cubicBezTo>
                      <a:pt x="5309" y="3743"/>
                      <a:pt x="5315" y="3724"/>
                      <a:pt x="5335" y="3711"/>
                    </a:cubicBezTo>
                    <a:cubicBezTo>
                      <a:pt x="5348" y="3698"/>
                      <a:pt x="5373" y="3698"/>
                      <a:pt x="5373" y="3679"/>
                    </a:cubicBezTo>
                    <a:cubicBezTo>
                      <a:pt x="5373" y="3659"/>
                      <a:pt x="5361" y="3653"/>
                      <a:pt x="5361" y="3627"/>
                    </a:cubicBezTo>
                    <a:cubicBezTo>
                      <a:pt x="5361" y="3595"/>
                      <a:pt x="5406" y="3595"/>
                      <a:pt x="5425" y="3569"/>
                    </a:cubicBezTo>
                    <a:cubicBezTo>
                      <a:pt x="5445" y="3536"/>
                      <a:pt x="5451" y="3511"/>
                      <a:pt x="5451" y="3472"/>
                    </a:cubicBezTo>
                    <a:cubicBezTo>
                      <a:pt x="5451" y="3388"/>
                      <a:pt x="5451" y="3388"/>
                      <a:pt x="5451" y="3388"/>
                    </a:cubicBezTo>
                    <a:cubicBezTo>
                      <a:pt x="5451" y="3355"/>
                      <a:pt x="5445" y="3329"/>
                      <a:pt x="5464" y="3310"/>
                    </a:cubicBezTo>
                    <a:cubicBezTo>
                      <a:pt x="5496" y="3284"/>
                      <a:pt x="5529" y="3310"/>
                      <a:pt x="5561" y="3297"/>
                    </a:cubicBezTo>
                    <a:cubicBezTo>
                      <a:pt x="5613" y="3278"/>
                      <a:pt x="5639" y="3239"/>
                      <a:pt x="5639" y="3181"/>
                    </a:cubicBezTo>
                    <a:cubicBezTo>
                      <a:pt x="5639" y="3116"/>
                      <a:pt x="5535" y="3123"/>
                      <a:pt x="5535" y="3058"/>
                    </a:cubicBezTo>
                    <a:cubicBezTo>
                      <a:pt x="5535" y="3013"/>
                      <a:pt x="5542" y="2993"/>
                      <a:pt x="5548" y="2948"/>
                    </a:cubicBezTo>
                    <a:cubicBezTo>
                      <a:pt x="5548" y="2922"/>
                      <a:pt x="5542" y="2890"/>
                      <a:pt x="5561" y="2890"/>
                    </a:cubicBezTo>
                    <a:cubicBezTo>
                      <a:pt x="5574" y="2890"/>
                      <a:pt x="5580" y="2896"/>
                      <a:pt x="5593" y="2896"/>
                    </a:cubicBezTo>
                    <a:cubicBezTo>
                      <a:pt x="5652" y="2896"/>
                      <a:pt x="5677" y="2877"/>
                      <a:pt x="5736" y="2864"/>
                    </a:cubicBezTo>
                    <a:cubicBezTo>
                      <a:pt x="5710" y="2819"/>
                      <a:pt x="5697" y="2793"/>
                      <a:pt x="5697" y="2748"/>
                    </a:cubicBezTo>
                    <a:cubicBezTo>
                      <a:pt x="5736" y="2748"/>
                      <a:pt x="5755" y="2748"/>
                      <a:pt x="5787" y="2748"/>
                    </a:cubicBezTo>
                    <a:cubicBezTo>
                      <a:pt x="5800" y="2748"/>
                      <a:pt x="5807" y="2748"/>
                      <a:pt x="5820" y="2754"/>
                    </a:cubicBezTo>
                    <a:cubicBezTo>
                      <a:pt x="5826" y="2741"/>
                      <a:pt x="5826" y="2728"/>
                      <a:pt x="5826" y="2709"/>
                    </a:cubicBezTo>
                    <a:cubicBezTo>
                      <a:pt x="5833" y="2709"/>
                      <a:pt x="5839" y="2702"/>
                      <a:pt x="5845" y="2702"/>
                    </a:cubicBezTo>
                    <a:cubicBezTo>
                      <a:pt x="5865" y="2709"/>
                      <a:pt x="5865" y="2709"/>
                      <a:pt x="5865" y="2709"/>
                    </a:cubicBezTo>
                    <a:cubicBezTo>
                      <a:pt x="5891" y="2709"/>
                      <a:pt x="5891" y="2709"/>
                      <a:pt x="5891" y="2709"/>
                    </a:cubicBezTo>
                    <a:cubicBezTo>
                      <a:pt x="5891" y="2689"/>
                      <a:pt x="5878" y="2676"/>
                      <a:pt x="5891" y="2657"/>
                    </a:cubicBezTo>
                    <a:cubicBezTo>
                      <a:pt x="5904" y="2637"/>
                      <a:pt x="5923" y="2644"/>
                      <a:pt x="5949" y="2637"/>
                    </a:cubicBezTo>
                    <a:cubicBezTo>
                      <a:pt x="5994" y="2625"/>
                      <a:pt x="6040" y="2605"/>
                      <a:pt x="6040" y="2553"/>
                    </a:cubicBezTo>
                    <a:cubicBezTo>
                      <a:pt x="5994" y="2553"/>
                      <a:pt x="5988" y="2508"/>
                      <a:pt x="5943" y="2489"/>
                    </a:cubicBezTo>
                    <a:cubicBezTo>
                      <a:pt x="5917" y="2495"/>
                      <a:pt x="5917" y="2495"/>
                      <a:pt x="5917" y="2495"/>
                    </a:cubicBezTo>
                    <a:cubicBezTo>
                      <a:pt x="5897" y="2489"/>
                      <a:pt x="5871" y="2482"/>
                      <a:pt x="5871" y="2464"/>
                    </a:cubicBezTo>
                    <a:cubicBezTo>
                      <a:pt x="5871" y="2432"/>
                      <a:pt x="5865" y="2412"/>
                      <a:pt x="5884" y="2386"/>
                    </a:cubicBezTo>
                    <a:cubicBezTo>
                      <a:pt x="5897" y="2367"/>
                      <a:pt x="5930" y="2360"/>
                      <a:pt x="5930" y="2328"/>
                    </a:cubicBezTo>
                    <a:cubicBezTo>
                      <a:pt x="5930" y="2302"/>
                      <a:pt x="5884" y="2309"/>
                      <a:pt x="5884" y="2283"/>
                    </a:cubicBezTo>
                    <a:cubicBezTo>
                      <a:pt x="5884" y="2231"/>
                      <a:pt x="5930" y="2205"/>
                      <a:pt x="5930" y="2154"/>
                    </a:cubicBezTo>
                    <a:cubicBezTo>
                      <a:pt x="5943" y="2154"/>
                      <a:pt x="5956" y="2154"/>
                      <a:pt x="5968" y="2154"/>
                    </a:cubicBezTo>
                    <a:cubicBezTo>
                      <a:pt x="5988" y="2154"/>
                      <a:pt x="6007" y="2141"/>
                      <a:pt x="6027" y="2121"/>
                    </a:cubicBezTo>
                    <a:cubicBezTo>
                      <a:pt x="6065" y="2102"/>
                      <a:pt x="6072" y="2069"/>
                      <a:pt x="6091" y="2031"/>
                    </a:cubicBezTo>
                    <a:cubicBezTo>
                      <a:pt x="6104" y="2069"/>
                      <a:pt x="6104" y="2115"/>
                      <a:pt x="6143" y="2115"/>
                    </a:cubicBezTo>
                    <a:cubicBezTo>
                      <a:pt x="6188" y="2115"/>
                      <a:pt x="6195" y="2076"/>
                      <a:pt x="6227" y="2057"/>
                    </a:cubicBezTo>
                    <a:cubicBezTo>
                      <a:pt x="6292" y="2018"/>
                      <a:pt x="6318" y="1985"/>
                      <a:pt x="6370" y="1940"/>
                    </a:cubicBezTo>
                    <a:cubicBezTo>
                      <a:pt x="6337" y="1927"/>
                      <a:pt x="6324" y="1895"/>
                      <a:pt x="6324" y="1856"/>
                    </a:cubicBezTo>
                    <a:cubicBezTo>
                      <a:pt x="6324" y="1785"/>
                      <a:pt x="6382" y="1759"/>
                      <a:pt x="6382" y="1688"/>
                    </a:cubicBezTo>
                    <a:cubicBezTo>
                      <a:pt x="6382" y="1630"/>
                      <a:pt x="6382" y="1630"/>
                      <a:pt x="6382" y="1630"/>
                    </a:cubicBezTo>
                    <a:cubicBezTo>
                      <a:pt x="6408" y="1630"/>
                      <a:pt x="6408" y="1630"/>
                      <a:pt x="6408" y="1630"/>
                    </a:cubicBezTo>
                    <a:cubicBezTo>
                      <a:pt x="6428" y="1636"/>
                      <a:pt x="6428" y="1636"/>
                      <a:pt x="6428" y="1636"/>
                    </a:cubicBezTo>
                    <a:cubicBezTo>
                      <a:pt x="6440" y="1636"/>
                      <a:pt x="6440" y="1636"/>
                      <a:pt x="6440" y="1636"/>
                    </a:cubicBezTo>
                    <a:cubicBezTo>
                      <a:pt x="6440" y="1630"/>
                      <a:pt x="6447" y="1623"/>
                      <a:pt x="6447" y="1617"/>
                    </a:cubicBezTo>
                    <a:cubicBezTo>
                      <a:pt x="6447" y="1500"/>
                      <a:pt x="6389" y="1442"/>
                      <a:pt x="6389" y="1319"/>
                    </a:cubicBezTo>
                    <a:cubicBezTo>
                      <a:pt x="6389" y="1261"/>
                      <a:pt x="6402" y="1229"/>
                      <a:pt x="6421" y="1171"/>
                    </a:cubicBezTo>
                    <a:cubicBezTo>
                      <a:pt x="6395" y="1158"/>
                      <a:pt x="6370" y="1151"/>
                      <a:pt x="6370" y="1125"/>
                    </a:cubicBezTo>
                    <a:cubicBezTo>
                      <a:pt x="6370" y="1093"/>
                      <a:pt x="6447" y="1112"/>
                      <a:pt x="6447" y="1074"/>
                    </a:cubicBezTo>
                    <a:cubicBezTo>
                      <a:pt x="6447" y="1015"/>
                      <a:pt x="6447" y="1015"/>
                      <a:pt x="6447" y="1015"/>
                    </a:cubicBezTo>
                    <a:cubicBezTo>
                      <a:pt x="6447" y="977"/>
                      <a:pt x="6473" y="957"/>
                      <a:pt x="6479" y="918"/>
                    </a:cubicBezTo>
                    <a:cubicBezTo>
                      <a:pt x="6479" y="912"/>
                      <a:pt x="6479" y="905"/>
                      <a:pt x="6479" y="899"/>
                    </a:cubicBezTo>
                    <a:lnTo>
                      <a:pt x="6479" y="899"/>
                    </a:lnTo>
                    <a:cubicBezTo>
                      <a:pt x="6454" y="879"/>
                      <a:pt x="6454" y="867"/>
                      <a:pt x="6434" y="841"/>
                    </a:cubicBezTo>
                    <a:cubicBezTo>
                      <a:pt x="6428" y="834"/>
                      <a:pt x="6421" y="828"/>
                      <a:pt x="6421" y="821"/>
                    </a:cubicBezTo>
                    <a:cubicBezTo>
                      <a:pt x="6421" y="802"/>
                      <a:pt x="6428" y="789"/>
                      <a:pt x="6440" y="776"/>
                    </a:cubicBezTo>
                    <a:cubicBezTo>
                      <a:pt x="6447" y="757"/>
                      <a:pt x="6454" y="744"/>
                      <a:pt x="6454" y="724"/>
                    </a:cubicBezTo>
                    <a:cubicBezTo>
                      <a:pt x="6460" y="718"/>
                      <a:pt x="6466" y="711"/>
                      <a:pt x="6466" y="698"/>
                    </a:cubicBezTo>
                    <a:cubicBezTo>
                      <a:pt x="6466" y="679"/>
                      <a:pt x="6466" y="653"/>
                      <a:pt x="6447" y="647"/>
                    </a:cubicBezTo>
                    <a:cubicBezTo>
                      <a:pt x="6421" y="634"/>
                      <a:pt x="6395" y="627"/>
                      <a:pt x="6382" y="595"/>
                    </a:cubicBezTo>
                    <a:cubicBezTo>
                      <a:pt x="6370" y="563"/>
                      <a:pt x="6382" y="537"/>
                      <a:pt x="6376" y="505"/>
                    </a:cubicBezTo>
                    <a:cubicBezTo>
                      <a:pt x="6376" y="485"/>
                      <a:pt x="6363" y="472"/>
                      <a:pt x="6363" y="453"/>
                    </a:cubicBezTo>
                    <a:cubicBezTo>
                      <a:pt x="6363" y="395"/>
                      <a:pt x="6402" y="362"/>
                      <a:pt x="6408" y="304"/>
                    </a:cubicBezTo>
                    <a:cubicBezTo>
                      <a:pt x="6408" y="285"/>
                      <a:pt x="6402" y="265"/>
                      <a:pt x="6415" y="246"/>
                    </a:cubicBezTo>
                    <a:cubicBezTo>
                      <a:pt x="6421" y="226"/>
                      <a:pt x="6434" y="213"/>
                      <a:pt x="6447" y="188"/>
                    </a:cubicBezTo>
                    <a:cubicBezTo>
                      <a:pt x="6454" y="175"/>
                      <a:pt x="6460" y="168"/>
                      <a:pt x="6460" y="155"/>
                    </a:cubicBezTo>
                    <a:cubicBezTo>
                      <a:pt x="6460" y="116"/>
                      <a:pt x="6440" y="97"/>
                      <a:pt x="6428" y="65"/>
                    </a:cubicBezTo>
                    <a:cubicBezTo>
                      <a:pt x="6415" y="39"/>
                      <a:pt x="6408" y="26"/>
                      <a:pt x="6395" y="7"/>
                    </a:cubicBezTo>
                    <a:cubicBezTo>
                      <a:pt x="6298" y="19"/>
                      <a:pt x="6298" y="19"/>
                      <a:pt x="6298" y="19"/>
                    </a:cubicBezTo>
                    <a:cubicBezTo>
                      <a:pt x="6279" y="19"/>
                      <a:pt x="6259" y="13"/>
                      <a:pt x="6240" y="0"/>
                    </a:cubicBezTo>
                    <a:close/>
                    <a:moveTo>
                      <a:pt x="1849" y="2354"/>
                    </a:moveTo>
                    <a:lnTo>
                      <a:pt x="1849" y="2354"/>
                    </a:lnTo>
                    <a:cubicBezTo>
                      <a:pt x="1855" y="2341"/>
                      <a:pt x="1868" y="2341"/>
                      <a:pt x="1875" y="2328"/>
                    </a:cubicBezTo>
                    <a:cubicBezTo>
                      <a:pt x="1881" y="2322"/>
                      <a:pt x="1887" y="2315"/>
                      <a:pt x="1894" y="2309"/>
                    </a:cubicBezTo>
                    <a:cubicBezTo>
                      <a:pt x="1907" y="2309"/>
                      <a:pt x="1901" y="2328"/>
                      <a:pt x="1907" y="2335"/>
                    </a:cubicBezTo>
                    <a:cubicBezTo>
                      <a:pt x="1926" y="2360"/>
                      <a:pt x="1946" y="2380"/>
                      <a:pt x="1946" y="2412"/>
                    </a:cubicBezTo>
                    <a:cubicBezTo>
                      <a:pt x="1946" y="2457"/>
                      <a:pt x="1946" y="2457"/>
                      <a:pt x="1946" y="2457"/>
                    </a:cubicBezTo>
                    <a:cubicBezTo>
                      <a:pt x="1946" y="2489"/>
                      <a:pt x="1926" y="2508"/>
                      <a:pt x="1926" y="2547"/>
                    </a:cubicBezTo>
                    <a:cubicBezTo>
                      <a:pt x="1926" y="2586"/>
                      <a:pt x="1939" y="2612"/>
                      <a:pt x="1946" y="2650"/>
                    </a:cubicBezTo>
                    <a:cubicBezTo>
                      <a:pt x="1952" y="2689"/>
                      <a:pt x="1952" y="2709"/>
                      <a:pt x="1965" y="2741"/>
                    </a:cubicBezTo>
                    <a:cubicBezTo>
                      <a:pt x="1946" y="2741"/>
                      <a:pt x="1926" y="2741"/>
                      <a:pt x="1920" y="2760"/>
                    </a:cubicBezTo>
                    <a:cubicBezTo>
                      <a:pt x="1901" y="2748"/>
                      <a:pt x="1901" y="2728"/>
                      <a:pt x="1894" y="2702"/>
                    </a:cubicBezTo>
                    <a:cubicBezTo>
                      <a:pt x="1887" y="2689"/>
                      <a:pt x="1862" y="2689"/>
                      <a:pt x="1862" y="2676"/>
                    </a:cubicBezTo>
                    <a:cubicBezTo>
                      <a:pt x="1862" y="2650"/>
                      <a:pt x="1875" y="2631"/>
                      <a:pt x="1875" y="2605"/>
                    </a:cubicBezTo>
                    <a:cubicBezTo>
                      <a:pt x="1875" y="2553"/>
                      <a:pt x="1862" y="2521"/>
                      <a:pt x="1855" y="2469"/>
                    </a:cubicBezTo>
                    <a:cubicBezTo>
                      <a:pt x="1855" y="2399"/>
                      <a:pt x="1855" y="2399"/>
                      <a:pt x="1855" y="2399"/>
                    </a:cubicBezTo>
                    <a:cubicBezTo>
                      <a:pt x="1849" y="2354"/>
                      <a:pt x="1849" y="2354"/>
                      <a:pt x="1849" y="2354"/>
                    </a:cubicBezTo>
                    <a:close/>
                    <a:moveTo>
                      <a:pt x="1985" y="2676"/>
                    </a:moveTo>
                    <a:lnTo>
                      <a:pt x="1985" y="2676"/>
                    </a:lnTo>
                    <a:cubicBezTo>
                      <a:pt x="1985" y="2657"/>
                      <a:pt x="1972" y="2644"/>
                      <a:pt x="1978" y="2625"/>
                    </a:cubicBezTo>
                    <a:cubicBezTo>
                      <a:pt x="1978" y="2618"/>
                      <a:pt x="1991" y="2644"/>
                      <a:pt x="1998" y="2644"/>
                    </a:cubicBezTo>
                    <a:cubicBezTo>
                      <a:pt x="2023" y="2650"/>
                      <a:pt x="2036" y="2663"/>
                      <a:pt x="2056" y="2650"/>
                    </a:cubicBezTo>
                    <a:cubicBezTo>
                      <a:pt x="2069" y="2676"/>
                      <a:pt x="2088" y="2696"/>
                      <a:pt x="2114" y="2702"/>
                    </a:cubicBezTo>
                    <a:cubicBezTo>
                      <a:pt x="2140" y="2709"/>
                      <a:pt x="2166" y="2702"/>
                      <a:pt x="2166" y="2722"/>
                    </a:cubicBezTo>
                    <a:cubicBezTo>
                      <a:pt x="2166" y="2741"/>
                      <a:pt x="2146" y="2741"/>
                      <a:pt x="2146" y="2754"/>
                    </a:cubicBezTo>
                    <a:cubicBezTo>
                      <a:pt x="2146" y="2767"/>
                      <a:pt x="2153" y="2773"/>
                      <a:pt x="2166" y="2780"/>
                    </a:cubicBezTo>
                    <a:cubicBezTo>
                      <a:pt x="2159" y="2786"/>
                      <a:pt x="2153" y="2786"/>
                      <a:pt x="2146" y="2786"/>
                    </a:cubicBezTo>
                    <a:cubicBezTo>
                      <a:pt x="2127" y="2786"/>
                      <a:pt x="2127" y="2754"/>
                      <a:pt x="2107" y="2754"/>
                    </a:cubicBezTo>
                    <a:cubicBezTo>
                      <a:pt x="2094" y="2754"/>
                      <a:pt x="2088" y="2767"/>
                      <a:pt x="2075" y="2767"/>
                    </a:cubicBezTo>
                    <a:cubicBezTo>
                      <a:pt x="2043" y="2767"/>
                      <a:pt x="2023" y="2748"/>
                      <a:pt x="2004" y="2722"/>
                    </a:cubicBezTo>
                    <a:cubicBezTo>
                      <a:pt x="1998" y="2709"/>
                      <a:pt x="1985" y="2709"/>
                      <a:pt x="1985" y="2696"/>
                    </a:cubicBezTo>
                    <a:cubicBezTo>
                      <a:pt x="1985" y="2683"/>
                      <a:pt x="1985" y="2683"/>
                      <a:pt x="1985" y="2676"/>
                    </a:cubicBezTo>
                    <a:close/>
                    <a:moveTo>
                      <a:pt x="2191" y="2773"/>
                    </a:moveTo>
                    <a:lnTo>
                      <a:pt x="2191" y="2773"/>
                    </a:lnTo>
                    <a:cubicBezTo>
                      <a:pt x="2198" y="2773"/>
                      <a:pt x="2211" y="2767"/>
                      <a:pt x="2217" y="2773"/>
                    </a:cubicBezTo>
                    <a:cubicBezTo>
                      <a:pt x="2230" y="2786"/>
                      <a:pt x="2224" y="2799"/>
                      <a:pt x="2230" y="2812"/>
                    </a:cubicBezTo>
                    <a:cubicBezTo>
                      <a:pt x="2230" y="2825"/>
                      <a:pt x="2243" y="2832"/>
                      <a:pt x="2243" y="2844"/>
                    </a:cubicBezTo>
                    <a:cubicBezTo>
                      <a:pt x="2243" y="2864"/>
                      <a:pt x="2224" y="2870"/>
                      <a:pt x="2211" y="2890"/>
                    </a:cubicBezTo>
                    <a:cubicBezTo>
                      <a:pt x="2198" y="2877"/>
                      <a:pt x="2198" y="2864"/>
                      <a:pt x="2185" y="2864"/>
                    </a:cubicBezTo>
                    <a:cubicBezTo>
                      <a:pt x="2185" y="2864"/>
                      <a:pt x="2185" y="2870"/>
                      <a:pt x="2179" y="2870"/>
                    </a:cubicBezTo>
                    <a:cubicBezTo>
                      <a:pt x="2179" y="2870"/>
                      <a:pt x="2179" y="2864"/>
                      <a:pt x="2172" y="2864"/>
                    </a:cubicBezTo>
                    <a:cubicBezTo>
                      <a:pt x="2172" y="2857"/>
                      <a:pt x="2172" y="2851"/>
                      <a:pt x="2172" y="2844"/>
                    </a:cubicBezTo>
                    <a:cubicBezTo>
                      <a:pt x="2172" y="2838"/>
                      <a:pt x="2172" y="2832"/>
                      <a:pt x="2172" y="2825"/>
                    </a:cubicBezTo>
                    <a:cubicBezTo>
                      <a:pt x="2172" y="2812"/>
                      <a:pt x="2191" y="2812"/>
                      <a:pt x="2191" y="2793"/>
                    </a:cubicBezTo>
                    <a:cubicBezTo>
                      <a:pt x="2191" y="2786"/>
                      <a:pt x="2191" y="2780"/>
                      <a:pt x="2191" y="2773"/>
                    </a:cubicBezTo>
                    <a:close/>
                    <a:moveTo>
                      <a:pt x="1778" y="2728"/>
                    </a:moveTo>
                    <a:lnTo>
                      <a:pt x="1778" y="2728"/>
                    </a:lnTo>
                    <a:cubicBezTo>
                      <a:pt x="1784" y="2735"/>
                      <a:pt x="1791" y="2741"/>
                      <a:pt x="1791" y="2754"/>
                    </a:cubicBezTo>
                    <a:cubicBezTo>
                      <a:pt x="1791" y="2825"/>
                      <a:pt x="1810" y="2864"/>
                      <a:pt x="1829" y="2941"/>
                    </a:cubicBezTo>
                    <a:cubicBezTo>
                      <a:pt x="1810" y="2929"/>
                      <a:pt x="1803" y="2916"/>
                      <a:pt x="1784" y="2896"/>
                    </a:cubicBezTo>
                    <a:cubicBezTo>
                      <a:pt x="1771" y="2883"/>
                      <a:pt x="1745" y="2877"/>
                      <a:pt x="1745" y="2851"/>
                    </a:cubicBezTo>
                    <a:cubicBezTo>
                      <a:pt x="1745" y="2838"/>
                      <a:pt x="1752" y="2832"/>
                      <a:pt x="1752" y="2812"/>
                    </a:cubicBezTo>
                    <a:cubicBezTo>
                      <a:pt x="1752" y="2806"/>
                      <a:pt x="1745" y="2799"/>
                      <a:pt x="1745" y="2786"/>
                    </a:cubicBezTo>
                    <a:cubicBezTo>
                      <a:pt x="1745" y="2760"/>
                      <a:pt x="1765" y="2754"/>
                      <a:pt x="1778" y="2728"/>
                    </a:cubicBezTo>
                    <a:close/>
                    <a:moveTo>
                      <a:pt x="2004" y="2767"/>
                    </a:moveTo>
                    <a:lnTo>
                      <a:pt x="2004" y="2767"/>
                    </a:lnTo>
                    <a:cubicBezTo>
                      <a:pt x="2017" y="2793"/>
                      <a:pt x="2017" y="2793"/>
                      <a:pt x="2017" y="2793"/>
                    </a:cubicBezTo>
                    <a:cubicBezTo>
                      <a:pt x="2004" y="2806"/>
                      <a:pt x="1991" y="2819"/>
                      <a:pt x="1985" y="2838"/>
                    </a:cubicBezTo>
                    <a:cubicBezTo>
                      <a:pt x="1978" y="2838"/>
                      <a:pt x="1978" y="2832"/>
                      <a:pt x="1972" y="2832"/>
                    </a:cubicBezTo>
                    <a:cubicBezTo>
                      <a:pt x="1965" y="2832"/>
                      <a:pt x="1959" y="2832"/>
                      <a:pt x="1952" y="2832"/>
                    </a:cubicBezTo>
                    <a:cubicBezTo>
                      <a:pt x="1952" y="2812"/>
                      <a:pt x="1952" y="2799"/>
                      <a:pt x="1946" y="2773"/>
                    </a:cubicBezTo>
                    <a:cubicBezTo>
                      <a:pt x="1972" y="2773"/>
                      <a:pt x="1978" y="2767"/>
                      <a:pt x="2004" y="2767"/>
                    </a:cubicBezTo>
                    <a:close/>
                    <a:moveTo>
                      <a:pt x="2133" y="2857"/>
                    </a:moveTo>
                    <a:lnTo>
                      <a:pt x="2133" y="2857"/>
                    </a:lnTo>
                    <a:cubicBezTo>
                      <a:pt x="2153" y="2877"/>
                      <a:pt x="2159" y="2896"/>
                      <a:pt x="2172" y="2916"/>
                    </a:cubicBezTo>
                    <a:cubicBezTo>
                      <a:pt x="2179" y="2929"/>
                      <a:pt x="2191" y="2929"/>
                      <a:pt x="2191" y="2941"/>
                    </a:cubicBezTo>
                    <a:cubicBezTo>
                      <a:pt x="2191" y="2954"/>
                      <a:pt x="2191" y="2954"/>
                      <a:pt x="2191" y="2954"/>
                    </a:cubicBezTo>
                    <a:cubicBezTo>
                      <a:pt x="2159" y="2954"/>
                      <a:pt x="2159" y="2954"/>
                      <a:pt x="2159" y="2954"/>
                    </a:cubicBezTo>
                    <a:cubicBezTo>
                      <a:pt x="2146" y="2954"/>
                      <a:pt x="2140" y="2948"/>
                      <a:pt x="2127" y="2948"/>
                    </a:cubicBezTo>
                    <a:cubicBezTo>
                      <a:pt x="2107" y="2948"/>
                      <a:pt x="2094" y="2961"/>
                      <a:pt x="2075" y="2967"/>
                    </a:cubicBezTo>
                    <a:cubicBezTo>
                      <a:pt x="2082" y="2941"/>
                      <a:pt x="2075" y="2922"/>
                      <a:pt x="2088" y="2896"/>
                    </a:cubicBezTo>
                    <a:cubicBezTo>
                      <a:pt x="2094" y="2877"/>
                      <a:pt x="2120" y="2877"/>
                      <a:pt x="2133" y="2857"/>
                    </a:cubicBezTo>
                    <a:close/>
                    <a:moveTo>
                      <a:pt x="1791" y="2967"/>
                    </a:moveTo>
                    <a:lnTo>
                      <a:pt x="1791" y="2967"/>
                    </a:lnTo>
                    <a:cubicBezTo>
                      <a:pt x="1791" y="2974"/>
                      <a:pt x="1791" y="2974"/>
                      <a:pt x="1791" y="2980"/>
                    </a:cubicBezTo>
                    <a:cubicBezTo>
                      <a:pt x="1784" y="2980"/>
                      <a:pt x="1778" y="2980"/>
                      <a:pt x="1771" y="2980"/>
                    </a:cubicBezTo>
                    <a:cubicBezTo>
                      <a:pt x="1758" y="2980"/>
                      <a:pt x="1758" y="2980"/>
                      <a:pt x="1745" y="2980"/>
                    </a:cubicBezTo>
                    <a:cubicBezTo>
                      <a:pt x="1745" y="2980"/>
                      <a:pt x="1739" y="2980"/>
                      <a:pt x="1732" y="2980"/>
                    </a:cubicBezTo>
                    <a:cubicBezTo>
                      <a:pt x="1739" y="2954"/>
                      <a:pt x="1758" y="2948"/>
                      <a:pt x="1771" y="2929"/>
                    </a:cubicBezTo>
                    <a:cubicBezTo>
                      <a:pt x="1771" y="2948"/>
                      <a:pt x="1791" y="2948"/>
                      <a:pt x="1791" y="2967"/>
                    </a:cubicBezTo>
                    <a:close/>
                  </a:path>
                </a:pathLst>
              </a:custGeom>
              <a:solidFill>
                <a:schemeClr val="accent6"/>
              </a:solidFill>
              <a:ln w="28575" cap="flat" cmpd="sng">
                <a:solidFill>
                  <a:schemeClr val="bg1"/>
                </a:solidFill>
                <a:bevel/>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a:p>
            </p:txBody>
          </p:sp>
          <p:sp>
            <p:nvSpPr>
              <p:cNvPr id="21" name="Freeform 94">
                <a:extLst>
                  <a:ext uri="{FF2B5EF4-FFF2-40B4-BE49-F238E27FC236}">
                    <a16:creationId xmlns:a16="http://schemas.microsoft.com/office/drawing/2014/main" id="{47F0D547-A254-6ADA-CFE5-A8A469660115}"/>
                  </a:ext>
                </a:extLst>
              </p:cNvPr>
              <p:cNvSpPr>
                <a:spLocks noChangeArrowheads="1"/>
              </p:cNvSpPr>
              <p:nvPr/>
            </p:nvSpPr>
            <p:spPr bwMode="auto">
              <a:xfrm>
                <a:off x="18439732" y="4423496"/>
                <a:ext cx="92674" cy="105921"/>
              </a:xfrm>
              <a:custGeom>
                <a:avLst/>
                <a:gdLst>
                  <a:gd name="T0" fmla="*/ 90 w 91"/>
                  <a:gd name="T1" fmla="*/ 38 h 104"/>
                  <a:gd name="T2" fmla="*/ 90 w 91"/>
                  <a:gd name="T3" fmla="*/ 38 h 104"/>
                  <a:gd name="T4" fmla="*/ 45 w 91"/>
                  <a:gd name="T5" fmla="*/ 0 h 104"/>
                  <a:gd name="T6" fmla="*/ 13 w 91"/>
                  <a:gd name="T7" fmla="*/ 0 h 104"/>
                  <a:gd name="T8" fmla="*/ 0 w 91"/>
                  <a:gd name="T9" fmla="*/ 19 h 104"/>
                  <a:gd name="T10" fmla="*/ 13 w 91"/>
                  <a:gd name="T11" fmla="*/ 38 h 104"/>
                  <a:gd name="T12" fmla="*/ 19 w 91"/>
                  <a:gd name="T13" fmla="*/ 71 h 104"/>
                  <a:gd name="T14" fmla="*/ 32 w 91"/>
                  <a:gd name="T15" fmla="*/ 84 h 104"/>
                  <a:gd name="T16" fmla="*/ 52 w 91"/>
                  <a:gd name="T17" fmla="*/ 90 h 104"/>
                  <a:gd name="T18" fmla="*/ 77 w 91"/>
                  <a:gd name="T19" fmla="*/ 97 h 104"/>
                  <a:gd name="T20" fmla="*/ 90 w 91"/>
                  <a:gd name="T21" fmla="*/ 71 h 104"/>
                  <a:gd name="T22" fmla="*/ 84 w 91"/>
                  <a:gd name="T23" fmla="*/ 71 h 104"/>
                  <a:gd name="T24" fmla="*/ 90 w 91"/>
                  <a:gd name="T25" fmla="*/ 38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104">
                    <a:moveTo>
                      <a:pt x="90" y="38"/>
                    </a:moveTo>
                    <a:lnTo>
                      <a:pt x="90" y="38"/>
                    </a:lnTo>
                    <a:cubicBezTo>
                      <a:pt x="77" y="25"/>
                      <a:pt x="64" y="0"/>
                      <a:pt x="45" y="0"/>
                    </a:cubicBezTo>
                    <a:cubicBezTo>
                      <a:pt x="32" y="0"/>
                      <a:pt x="26" y="0"/>
                      <a:pt x="13" y="0"/>
                    </a:cubicBezTo>
                    <a:cubicBezTo>
                      <a:pt x="6" y="0"/>
                      <a:pt x="0" y="13"/>
                      <a:pt x="0" y="19"/>
                    </a:cubicBezTo>
                    <a:cubicBezTo>
                      <a:pt x="6" y="25"/>
                      <a:pt x="13" y="32"/>
                      <a:pt x="13" y="38"/>
                    </a:cubicBezTo>
                    <a:cubicBezTo>
                      <a:pt x="13" y="51"/>
                      <a:pt x="13" y="58"/>
                      <a:pt x="19" y="71"/>
                    </a:cubicBezTo>
                    <a:cubicBezTo>
                      <a:pt x="19" y="84"/>
                      <a:pt x="26" y="84"/>
                      <a:pt x="32" y="84"/>
                    </a:cubicBezTo>
                    <a:cubicBezTo>
                      <a:pt x="39" y="84"/>
                      <a:pt x="45" y="84"/>
                      <a:pt x="52" y="90"/>
                    </a:cubicBezTo>
                    <a:cubicBezTo>
                      <a:pt x="58" y="90"/>
                      <a:pt x="64" y="103"/>
                      <a:pt x="77" y="97"/>
                    </a:cubicBezTo>
                    <a:cubicBezTo>
                      <a:pt x="84" y="97"/>
                      <a:pt x="90" y="77"/>
                      <a:pt x="90" y="71"/>
                    </a:cubicBezTo>
                    <a:cubicBezTo>
                      <a:pt x="84" y="71"/>
                      <a:pt x="84" y="71"/>
                      <a:pt x="84" y="71"/>
                    </a:cubicBezTo>
                    <a:lnTo>
                      <a:pt x="90" y="38"/>
                    </a:lnTo>
                  </a:path>
                </a:pathLst>
              </a:custGeom>
              <a:grpFill/>
              <a:ln w="28575" cap="flat" cmpd="sng">
                <a:solidFill>
                  <a:schemeClr val="bg1"/>
                </a:solidFill>
                <a:bevel/>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a:p>
            </p:txBody>
          </p:sp>
        </p:grpSp>
      </p:grpSp>
      <p:grpSp>
        <p:nvGrpSpPr>
          <p:cNvPr id="22" name="กลุ่ม 30">
            <a:extLst>
              <a:ext uri="{FF2B5EF4-FFF2-40B4-BE49-F238E27FC236}">
                <a16:creationId xmlns:a16="http://schemas.microsoft.com/office/drawing/2014/main" id="{E3EB9B11-54B9-B34B-A9DE-9BA1FCD093A7}"/>
              </a:ext>
            </a:extLst>
          </p:cNvPr>
          <p:cNvGrpSpPr/>
          <p:nvPr/>
        </p:nvGrpSpPr>
        <p:grpSpPr>
          <a:xfrm>
            <a:off x="512150" y="4076133"/>
            <a:ext cx="2975097" cy="529339"/>
            <a:chOff x="1148809" y="20942"/>
            <a:chExt cx="6140469" cy="1092532"/>
          </a:xfrm>
        </p:grpSpPr>
        <p:sp>
          <p:nvSpPr>
            <p:cNvPr id="23" name="TextBox 31">
              <a:extLst>
                <a:ext uri="{FF2B5EF4-FFF2-40B4-BE49-F238E27FC236}">
                  <a16:creationId xmlns:a16="http://schemas.microsoft.com/office/drawing/2014/main" id="{7333D176-792E-D90C-6D5E-516085101FA2}"/>
                </a:ext>
              </a:extLst>
            </p:cNvPr>
            <p:cNvSpPr txBox="1"/>
            <p:nvPr/>
          </p:nvSpPr>
          <p:spPr>
            <a:xfrm>
              <a:off x="2164449" y="20942"/>
              <a:ext cx="5124829" cy="1092532"/>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r>
                <a:rPr lang="en-US" sz="1000" dirty="0">
                  <a:solidFill>
                    <a:schemeClr val="tx1">
                      <a:lumMod val="75000"/>
                      <a:lumOff val="25000"/>
                    </a:schemeClr>
                  </a:solidFill>
                  <a:ea typeface="Lato" pitchFamily="34" charset="0"/>
                  <a:cs typeface="Lato" pitchFamily="34" charset="0"/>
                </a:rPr>
                <a:t>Lorem Ipsum has two main data statistical.</a:t>
              </a:r>
            </a:p>
          </p:txBody>
        </p:sp>
        <p:grpSp>
          <p:nvGrpSpPr>
            <p:cNvPr id="24" name="กลุ่ม 32">
              <a:extLst>
                <a:ext uri="{FF2B5EF4-FFF2-40B4-BE49-F238E27FC236}">
                  <a16:creationId xmlns:a16="http://schemas.microsoft.com/office/drawing/2014/main" id="{2807116E-717C-1E81-7BED-FDEE5C875E65}"/>
                </a:ext>
              </a:extLst>
            </p:cNvPr>
            <p:cNvGrpSpPr/>
            <p:nvPr/>
          </p:nvGrpSpPr>
          <p:grpSpPr>
            <a:xfrm>
              <a:off x="1148809" y="82573"/>
              <a:ext cx="927304" cy="927304"/>
              <a:chOff x="1189784" y="-1448340"/>
              <a:chExt cx="1371600" cy="1371600"/>
            </a:xfrm>
          </p:grpSpPr>
          <p:sp>
            <p:nvSpPr>
              <p:cNvPr id="25" name="วงรี 33">
                <a:extLst>
                  <a:ext uri="{FF2B5EF4-FFF2-40B4-BE49-F238E27FC236}">
                    <a16:creationId xmlns:a16="http://schemas.microsoft.com/office/drawing/2014/main" id="{9FC1F060-21FA-3478-0C22-FFF08BFBE757}"/>
                  </a:ext>
                </a:extLst>
              </p:cNvPr>
              <p:cNvSpPr/>
              <p:nvPr/>
            </p:nvSpPr>
            <p:spPr>
              <a:xfrm>
                <a:off x="1189784" y="-1448340"/>
                <a:ext cx="1371600" cy="13716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th-TH"/>
                </a:defPPr>
                <a:lvl1pPr marL="0" algn="l" defTabSz="2173204" rtl="0" eaLnBrk="1" latinLnBrk="0" hangingPunct="1">
                  <a:defRPr sz="6700" kern="1200">
                    <a:solidFill>
                      <a:schemeClr val="lt1"/>
                    </a:solidFill>
                    <a:latin typeface="+mn-lt"/>
                    <a:ea typeface="+mn-ea"/>
                    <a:cs typeface="+mn-cs"/>
                  </a:defRPr>
                </a:lvl1pPr>
                <a:lvl2pPr marL="1086601" algn="l" defTabSz="2173204" rtl="0" eaLnBrk="1" latinLnBrk="0" hangingPunct="1">
                  <a:defRPr sz="6700" kern="1200">
                    <a:solidFill>
                      <a:schemeClr val="lt1"/>
                    </a:solidFill>
                    <a:latin typeface="+mn-lt"/>
                    <a:ea typeface="+mn-ea"/>
                    <a:cs typeface="+mn-cs"/>
                  </a:defRPr>
                </a:lvl2pPr>
                <a:lvl3pPr marL="2173204" algn="l" defTabSz="2173204" rtl="0" eaLnBrk="1" latinLnBrk="0" hangingPunct="1">
                  <a:defRPr sz="6700" kern="1200">
                    <a:solidFill>
                      <a:schemeClr val="lt1"/>
                    </a:solidFill>
                    <a:latin typeface="+mn-lt"/>
                    <a:ea typeface="+mn-ea"/>
                    <a:cs typeface="+mn-cs"/>
                  </a:defRPr>
                </a:lvl3pPr>
                <a:lvl4pPr marL="3259805" algn="l" defTabSz="2173204" rtl="0" eaLnBrk="1" latinLnBrk="0" hangingPunct="1">
                  <a:defRPr sz="6700" kern="1200">
                    <a:solidFill>
                      <a:schemeClr val="lt1"/>
                    </a:solidFill>
                    <a:latin typeface="+mn-lt"/>
                    <a:ea typeface="+mn-ea"/>
                    <a:cs typeface="+mn-cs"/>
                  </a:defRPr>
                </a:lvl4pPr>
                <a:lvl5pPr marL="4346406" algn="l" defTabSz="2173204" rtl="0" eaLnBrk="1" latinLnBrk="0" hangingPunct="1">
                  <a:defRPr sz="6700" kern="1200">
                    <a:solidFill>
                      <a:schemeClr val="lt1"/>
                    </a:solidFill>
                    <a:latin typeface="+mn-lt"/>
                    <a:ea typeface="+mn-ea"/>
                    <a:cs typeface="+mn-cs"/>
                  </a:defRPr>
                </a:lvl5pPr>
                <a:lvl6pPr marL="5433009" algn="l" defTabSz="2173204" rtl="0" eaLnBrk="1" latinLnBrk="0" hangingPunct="1">
                  <a:defRPr sz="6700" kern="1200">
                    <a:solidFill>
                      <a:schemeClr val="lt1"/>
                    </a:solidFill>
                    <a:latin typeface="+mn-lt"/>
                    <a:ea typeface="+mn-ea"/>
                    <a:cs typeface="+mn-cs"/>
                  </a:defRPr>
                </a:lvl6pPr>
                <a:lvl7pPr marL="6519610" algn="l" defTabSz="2173204" rtl="0" eaLnBrk="1" latinLnBrk="0" hangingPunct="1">
                  <a:defRPr sz="6700" kern="1200">
                    <a:solidFill>
                      <a:schemeClr val="lt1"/>
                    </a:solidFill>
                    <a:latin typeface="+mn-lt"/>
                    <a:ea typeface="+mn-ea"/>
                    <a:cs typeface="+mn-cs"/>
                  </a:defRPr>
                </a:lvl7pPr>
                <a:lvl8pPr marL="7606211" algn="l" defTabSz="2173204" rtl="0" eaLnBrk="1" latinLnBrk="0" hangingPunct="1">
                  <a:defRPr sz="6700" kern="1200">
                    <a:solidFill>
                      <a:schemeClr val="lt1"/>
                    </a:solidFill>
                    <a:latin typeface="+mn-lt"/>
                    <a:ea typeface="+mn-ea"/>
                    <a:cs typeface="+mn-cs"/>
                  </a:defRPr>
                </a:lvl8pPr>
                <a:lvl9pPr marL="8692815" algn="l" defTabSz="2173204" rtl="0" eaLnBrk="1" latinLnBrk="0" hangingPunct="1">
                  <a:defRPr sz="6700" kern="1200">
                    <a:solidFill>
                      <a:schemeClr val="lt1"/>
                    </a:solidFill>
                    <a:latin typeface="+mn-lt"/>
                    <a:ea typeface="+mn-ea"/>
                    <a:cs typeface="+mn-cs"/>
                  </a:defRPr>
                </a:lvl9pPr>
              </a:lstStyle>
              <a:p>
                <a:pPr algn="ctr"/>
                <a:endParaRPr lang="th-TH" sz="1000" dirty="0">
                  <a:solidFill>
                    <a:schemeClr val="tx1">
                      <a:lumMod val="75000"/>
                      <a:lumOff val="25000"/>
                    </a:schemeClr>
                  </a:solidFill>
                </a:endParaRPr>
              </a:p>
            </p:txBody>
          </p:sp>
          <p:sp>
            <p:nvSpPr>
              <p:cNvPr id="26" name="Freeform 33">
                <a:extLst>
                  <a:ext uri="{FF2B5EF4-FFF2-40B4-BE49-F238E27FC236}">
                    <a16:creationId xmlns:a16="http://schemas.microsoft.com/office/drawing/2014/main" id="{9DA2818B-54AE-9B69-2E51-7B940929BFAB}"/>
                  </a:ext>
                </a:extLst>
              </p:cNvPr>
              <p:cNvSpPr>
                <a:spLocks noChangeArrowheads="1"/>
              </p:cNvSpPr>
              <p:nvPr/>
            </p:nvSpPr>
            <p:spPr bwMode="auto">
              <a:xfrm>
                <a:off x="1469182" y="-1204522"/>
                <a:ext cx="779815" cy="820429"/>
              </a:xfrm>
              <a:custGeom>
                <a:avLst/>
                <a:gdLst>
                  <a:gd name="T0" fmla="*/ 124 w 338"/>
                  <a:gd name="T1" fmla="*/ 355 h 356"/>
                  <a:gd name="T2" fmla="*/ 124 w 338"/>
                  <a:gd name="T3" fmla="*/ 355 h 356"/>
                  <a:gd name="T4" fmla="*/ 98 w 338"/>
                  <a:gd name="T5" fmla="*/ 337 h 356"/>
                  <a:gd name="T6" fmla="*/ 9 w 338"/>
                  <a:gd name="T7" fmla="*/ 222 h 356"/>
                  <a:gd name="T8" fmla="*/ 18 w 338"/>
                  <a:gd name="T9" fmla="*/ 178 h 356"/>
                  <a:gd name="T10" fmla="*/ 62 w 338"/>
                  <a:gd name="T11" fmla="*/ 178 h 356"/>
                  <a:gd name="T12" fmla="*/ 124 w 338"/>
                  <a:gd name="T13" fmla="*/ 258 h 356"/>
                  <a:gd name="T14" fmla="*/ 266 w 338"/>
                  <a:gd name="T15" fmla="*/ 27 h 356"/>
                  <a:gd name="T16" fmla="*/ 319 w 338"/>
                  <a:gd name="T17" fmla="*/ 9 h 356"/>
                  <a:gd name="T18" fmla="*/ 328 w 338"/>
                  <a:gd name="T19" fmla="*/ 62 h 356"/>
                  <a:gd name="T20" fmla="*/ 160 w 338"/>
                  <a:gd name="T21" fmla="*/ 337 h 356"/>
                  <a:gd name="T22" fmla="*/ 124 w 338"/>
                  <a:gd name="T23" fmla="*/ 355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8" h="356">
                    <a:moveTo>
                      <a:pt x="124" y="355"/>
                    </a:moveTo>
                    <a:lnTo>
                      <a:pt x="124" y="355"/>
                    </a:lnTo>
                    <a:cubicBezTo>
                      <a:pt x="115" y="355"/>
                      <a:pt x="107" y="346"/>
                      <a:pt x="98" y="337"/>
                    </a:cubicBezTo>
                    <a:cubicBezTo>
                      <a:pt x="9" y="222"/>
                      <a:pt x="9" y="222"/>
                      <a:pt x="9" y="222"/>
                    </a:cubicBezTo>
                    <a:cubicBezTo>
                      <a:pt x="0" y="204"/>
                      <a:pt x="0" y="187"/>
                      <a:pt x="18" y="178"/>
                    </a:cubicBezTo>
                    <a:cubicBezTo>
                      <a:pt x="36" y="160"/>
                      <a:pt x="53" y="168"/>
                      <a:pt x="62" y="178"/>
                    </a:cubicBezTo>
                    <a:cubicBezTo>
                      <a:pt x="124" y="258"/>
                      <a:pt x="124" y="258"/>
                      <a:pt x="124" y="258"/>
                    </a:cubicBezTo>
                    <a:cubicBezTo>
                      <a:pt x="266" y="27"/>
                      <a:pt x="266" y="27"/>
                      <a:pt x="266" y="27"/>
                    </a:cubicBezTo>
                    <a:cubicBezTo>
                      <a:pt x="284" y="9"/>
                      <a:pt x="301" y="0"/>
                      <a:pt x="319" y="9"/>
                    </a:cubicBezTo>
                    <a:cubicBezTo>
                      <a:pt x="337" y="18"/>
                      <a:pt x="337" y="45"/>
                      <a:pt x="328" y="62"/>
                    </a:cubicBezTo>
                    <a:cubicBezTo>
                      <a:pt x="160" y="337"/>
                      <a:pt x="160" y="337"/>
                      <a:pt x="160" y="337"/>
                    </a:cubicBezTo>
                    <a:cubicBezTo>
                      <a:pt x="151" y="346"/>
                      <a:pt x="142" y="355"/>
                      <a:pt x="124" y="355"/>
                    </a:cubicBezTo>
                  </a:path>
                </a:pathLst>
              </a:custGeom>
              <a:solidFill>
                <a:schemeClr val="bg1"/>
              </a:solidFill>
              <a:ln>
                <a:noFill/>
              </a:ln>
              <a:effectLst/>
            </p:spPr>
            <p:txBody>
              <a:bodyPr wrap="none" lIns="34290" tIns="17145" rIns="34290" bIns="17145"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eaLnBrk="1" fontAlgn="auto" hangingPunct="1">
                  <a:spcBef>
                    <a:spcPts val="0"/>
                  </a:spcBef>
                  <a:spcAft>
                    <a:spcPts val="0"/>
                  </a:spcAft>
                  <a:defRPr/>
                </a:pPr>
                <a:endParaRPr lang="en-US" sz="1000" dirty="0">
                  <a:solidFill>
                    <a:schemeClr val="tx1">
                      <a:lumMod val="75000"/>
                      <a:lumOff val="25000"/>
                    </a:schemeClr>
                  </a:solidFill>
                  <a:ea typeface="+mn-ea"/>
                </a:endParaRPr>
              </a:p>
            </p:txBody>
          </p:sp>
        </p:grpSp>
      </p:grpSp>
      <p:grpSp>
        <p:nvGrpSpPr>
          <p:cNvPr id="27" name="กลุ่ม 39">
            <a:extLst>
              <a:ext uri="{FF2B5EF4-FFF2-40B4-BE49-F238E27FC236}">
                <a16:creationId xmlns:a16="http://schemas.microsoft.com/office/drawing/2014/main" id="{C7D3CAF2-DB95-203D-AC84-2ABBFD7B9AC1}"/>
              </a:ext>
            </a:extLst>
          </p:cNvPr>
          <p:cNvGrpSpPr/>
          <p:nvPr/>
        </p:nvGrpSpPr>
        <p:grpSpPr>
          <a:xfrm>
            <a:off x="512150" y="4587380"/>
            <a:ext cx="2975097" cy="529339"/>
            <a:chOff x="1148809" y="20942"/>
            <a:chExt cx="6140469" cy="1092532"/>
          </a:xfrm>
        </p:grpSpPr>
        <p:sp>
          <p:nvSpPr>
            <p:cNvPr id="28" name="TextBox 40">
              <a:extLst>
                <a:ext uri="{FF2B5EF4-FFF2-40B4-BE49-F238E27FC236}">
                  <a16:creationId xmlns:a16="http://schemas.microsoft.com/office/drawing/2014/main" id="{7BE9C287-426F-1CB7-4FEA-C0EF9AA753A6}"/>
                </a:ext>
              </a:extLst>
            </p:cNvPr>
            <p:cNvSpPr txBox="1"/>
            <p:nvPr/>
          </p:nvSpPr>
          <p:spPr>
            <a:xfrm>
              <a:off x="2164449" y="20942"/>
              <a:ext cx="5124829" cy="1092532"/>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r>
                <a:rPr lang="en-US" sz="1000" dirty="0">
                  <a:solidFill>
                    <a:schemeClr val="tx1">
                      <a:lumMod val="75000"/>
                      <a:lumOff val="25000"/>
                    </a:schemeClr>
                  </a:solidFill>
                  <a:ea typeface="Lato" pitchFamily="34" charset="0"/>
                  <a:cs typeface="Lato" pitchFamily="34" charset="0"/>
                </a:rPr>
                <a:t>Lorem Ipsum has two main data statistical.</a:t>
              </a:r>
            </a:p>
          </p:txBody>
        </p:sp>
        <p:grpSp>
          <p:nvGrpSpPr>
            <p:cNvPr id="29" name="กลุ่ม 41">
              <a:extLst>
                <a:ext uri="{FF2B5EF4-FFF2-40B4-BE49-F238E27FC236}">
                  <a16:creationId xmlns:a16="http://schemas.microsoft.com/office/drawing/2014/main" id="{A9D78FFD-7C75-D905-3D4E-5A715C544AD8}"/>
                </a:ext>
              </a:extLst>
            </p:cNvPr>
            <p:cNvGrpSpPr/>
            <p:nvPr/>
          </p:nvGrpSpPr>
          <p:grpSpPr>
            <a:xfrm>
              <a:off x="1148809" y="82573"/>
              <a:ext cx="927304" cy="927304"/>
              <a:chOff x="1189784" y="-1448340"/>
              <a:chExt cx="1371600" cy="1371600"/>
            </a:xfrm>
          </p:grpSpPr>
          <p:sp>
            <p:nvSpPr>
              <p:cNvPr id="30" name="วงรี 42">
                <a:extLst>
                  <a:ext uri="{FF2B5EF4-FFF2-40B4-BE49-F238E27FC236}">
                    <a16:creationId xmlns:a16="http://schemas.microsoft.com/office/drawing/2014/main" id="{C367DC86-914A-C9CA-486E-12913406C6EE}"/>
                  </a:ext>
                </a:extLst>
              </p:cNvPr>
              <p:cNvSpPr/>
              <p:nvPr/>
            </p:nvSpPr>
            <p:spPr>
              <a:xfrm>
                <a:off x="1189784" y="-1448340"/>
                <a:ext cx="1371600" cy="13716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th-TH"/>
                </a:defPPr>
                <a:lvl1pPr marL="0" algn="l" defTabSz="2173204" rtl="0" eaLnBrk="1" latinLnBrk="0" hangingPunct="1">
                  <a:defRPr sz="6700" kern="1200">
                    <a:solidFill>
                      <a:schemeClr val="lt1"/>
                    </a:solidFill>
                    <a:latin typeface="+mn-lt"/>
                    <a:ea typeface="+mn-ea"/>
                    <a:cs typeface="+mn-cs"/>
                  </a:defRPr>
                </a:lvl1pPr>
                <a:lvl2pPr marL="1086601" algn="l" defTabSz="2173204" rtl="0" eaLnBrk="1" latinLnBrk="0" hangingPunct="1">
                  <a:defRPr sz="6700" kern="1200">
                    <a:solidFill>
                      <a:schemeClr val="lt1"/>
                    </a:solidFill>
                    <a:latin typeface="+mn-lt"/>
                    <a:ea typeface="+mn-ea"/>
                    <a:cs typeface="+mn-cs"/>
                  </a:defRPr>
                </a:lvl2pPr>
                <a:lvl3pPr marL="2173204" algn="l" defTabSz="2173204" rtl="0" eaLnBrk="1" latinLnBrk="0" hangingPunct="1">
                  <a:defRPr sz="6700" kern="1200">
                    <a:solidFill>
                      <a:schemeClr val="lt1"/>
                    </a:solidFill>
                    <a:latin typeface="+mn-lt"/>
                    <a:ea typeface="+mn-ea"/>
                    <a:cs typeface="+mn-cs"/>
                  </a:defRPr>
                </a:lvl3pPr>
                <a:lvl4pPr marL="3259805" algn="l" defTabSz="2173204" rtl="0" eaLnBrk="1" latinLnBrk="0" hangingPunct="1">
                  <a:defRPr sz="6700" kern="1200">
                    <a:solidFill>
                      <a:schemeClr val="lt1"/>
                    </a:solidFill>
                    <a:latin typeface="+mn-lt"/>
                    <a:ea typeface="+mn-ea"/>
                    <a:cs typeface="+mn-cs"/>
                  </a:defRPr>
                </a:lvl4pPr>
                <a:lvl5pPr marL="4346406" algn="l" defTabSz="2173204" rtl="0" eaLnBrk="1" latinLnBrk="0" hangingPunct="1">
                  <a:defRPr sz="6700" kern="1200">
                    <a:solidFill>
                      <a:schemeClr val="lt1"/>
                    </a:solidFill>
                    <a:latin typeface="+mn-lt"/>
                    <a:ea typeface="+mn-ea"/>
                    <a:cs typeface="+mn-cs"/>
                  </a:defRPr>
                </a:lvl5pPr>
                <a:lvl6pPr marL="5433009" algn="l" defTabSz="2173204" rtl="0" eaLnBrk="1" latinLnBrk="0" hangingPunct="1">
                  <a:defRPr sz="6700" kern="1200">
                    <a:solidFill>
                      <a:schemeClr val="lt1"/>
                    </a:solidFill>
                    <a:latin typeface="+mn-lt"/>
                    <a:ea typeface="+mn-ea"/>
                    <a:cs typeface="+mn-cs"/>
                  </a:defRPr>
                </a:lvl6pPr>
                <a:lvl7pPr marL="6519610" algn="l" defTabSz="2173204" rtl="0" eaLnBrk="1" latinLnBrk="0" hangingPunct="1">
                  <a:defRPr sz="6700" kern="1200">
                    <a:solidFill>
                      <a:schemeClr val="lt1"/>
                    </a:solidFill>
                    <a:latin typeface="+mn-lt"/>
                    <a:ea typeface="+mn-ea"/>
                    <a:cs typeface="+mn-cs"/>
                  </a:defRPr>
                </a:lvl7pPr>
                <a:lvl8pPr marL="7606211" algn="l" defTabSz="2173204" rtl="0" eaLnBrk="1" latinLnBrk="0" hangingPunct="1">
                  <a:defRPr sz="6700" kern="1200">
                    <a:solidFill>
                      <a:schemeClr val="lt1"/>
                    </a:solidFill>
                    <a:latin typeface="+mn-lt"/>
                    <a:ea typeface="+mn-ea"/>
                    <a:cs typeface="+mn-cs"/>
                  </a:defRPr>
                </a:lvl8pPr>
                <a:lvl9pPr marL="8692815" algn="l" defTabSz="2173204" rtl="0" eaLnBrk="1" latinLnBrk="0" hangingPunct="1">
                  <a:defRPr sz="6700" kern="1200">
                    <a:solidFill>
                      <a:schemeClr val="lt1"/>
                    </a:solidFill>
                    <a:latin typeface="+mn-lt"/>
                    <a:ea typeface="+mn-ea"/>
                    <a:cs typeface="+mn-cs"/>
                  </a:defRPr>
                </a:lvl9pPr>
              </a:lstStyle>
              <a:p>
                <a:pPr algn="ctr"/>
                <a:endParaRPr lang="th-TH" sz="1000" dirty="0">
                  <a:solidFill>
                    <a:schemeClr val="tx1">
                      <a:lumMod val="75000"/>
                      <a:lumOff val="25000"/>
                    </a:schemeClr>
                  </a:solidFill>
                </a:endParaRPr>
              </a:p>
            </p:txBody>
          </p:sp>
          <p:sp>
            <p:nvSpPr>
              <p:cNvPr id="31" name="Freeform 33">
                <a:extLst>
                  <a:ext uri="{FF2B5EF4-FFF2-40B4-BE49-F238E27FC236}">
                    <a16:creationId xmlns:a16="http://schemas.microsoft.com/office/drawing/2014/main" id="{51C4F016-4066-6244-588A-89F413A47063}"/>
                  </a:ext>
                </a:extLst>
              </p:cNvPr>
              <p:cNvSpPr>
                <a:spLocks noChangeArrowheads="1"/>
              </p:cNvSpPr>
              <p:nvPr/>
            </p:nvSpPr>
            <p:spPr bwMode="auto">
              <a:xfrm>
                <a:off x="1469182" y="-1204522"/>
                <a:ext cx="779815" cy="820429"/>
              </a:xfrm>
              <a:custGeom>
                <a:avLst/>
                <a:gdLst>
                  <a:gd name="T0" fmla="*/ 124 w 338"/>
                  <a:gd name="T1" fmla="*/ 355 h 356"/>
                  <a:gd name="T2" fmla="*/ 124 w 338"/>
                  <a:gd name="T3" fmla="*/ 355 h 356"/>
                  <a:gd name="T4" fmla="*/ 98 w 338"/>
                  <a:gd name="T5" fmla="*/ 337 h 356"/>
                  <a:gd name="T6" fmla="*/ 9 w 338"/>
                  <a:gd name="T7" fmla="*/ 222 h 356"/>
                  <a:gd name="T8" fmla="*/ 18 w 338"/>
                  <a:gd name="T9" fmla="*/ 178 h 356"/>
                  <a:gd name="T10" fmla="*/ 62 w 338"/>
                  <a:gd name="T11" fmla="*/ 178 h 356"/>
                  <a:gd name="T12" fmla="*/ 124 w 338"/>
                  <a:gd name="T13" fmla="*/ 258 h 356"/>
                  <a:gd name="T14" fmla="*/ 266 w 338"/>
                  <a:gd name="T15" fmla="*/ 27 h 356"/>
                  <a:gd name="T16" fmla="*/ 319 w 338"/>
                  <a:gd name="T17" fmla="*/ 9 h 356"/>
                  <a:gd name="T18" fmla="*/ 328 w 338"/>
                  <a:gd name="T19" fmla="*/ 62 h 356"/>
                  <a:gd name="T20" fmla="*/ 160 w 338"/>
                  <a:gd name="T21" fmla="*/ 337 h 356"/>
                  <a:gd name="T22" fmla="*/ 124 w 338"/>
                  <a:gd name="T23" fmla="*/ 355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8" h="356">
                    <a:moveTo>
                      <a:pt x="124" y="355"/>
                    </a:moveTo>
                    <a:lnTo>
                      <a:pt x="124" y="355"/>
                    </a:lnTo>
                    <a:cubicBezTo>
                      <a:pt x="115" y="355"/>
                      <a:pt x="107" y="346"/>
                      <a:pt x="98" y="337"/>
                    </a:cubicBezTo>
                    <a:cubicBezTo>
                      <a:pt x="9" y="222"/>
                      <a:pt x="9" y="222"/>
                      <a:pt x="9" y="222"/>
                    </a:cubicBezTo>
                    <a:cubicBezTo>
                      <a:pt x="0" y="204"/>
                      <a:pt x="0" y="187"/>
                      <a:pt x="18" y="178"/>
                    </a:cubicBezTo>
                    <a:cubicBezTo>
                      <a:pt x="36" y="160"/>
                      <a:pt x="53" y="168"/>
                      <a:pt x="62" y="178"/>
                    </a:cubicBezTo>
                    <a:cubicBezTo>
                      <a:pt x="124" y="258"/>
                      <a:pt x="124" y="258"/>
                      <a:pt x="124" y="258"/>
                    </a:cubicBezTo>
                    <a:cubicBezTo>
                      <a:pt x="266" y="27"/>
                      <a:pt x="266" y="27"/>
                      <a:pt x="266" y="27"/>
                    </a:cubicBezTo>
                    <a:cubicBezTo>
                      <a:pt x="284" y="9"/>
                      <a:pt x="301" y="0"/>
                      <a:pt x="319" y="9"/>
                    </a:cubicBezTo>
                    <a:cubicBezTo>
                      <a:pt x="337" y="18"/>
                      <a:pt x="337" y="45"/>
                      <a:pt x="328" y="62"/>
                    </a:cubicBezTo>
                    <a:cubicBezTo>
                      <a:pt x="160" y="337"/>
                      <a:pt x="160" y="337"/>
                      <a:pt x="160" y="337"/>
                    </a:cubicBezTo>
                    <a:cubicBezTo>
                      <a:pt x="151" y="346"/>
                      <a:pt x="142" y="355"/>
                      <a:pt x="124" y="355"/>
                    </a:cubicBezTo>
                  </a:path>
                </a:pathLst>
              </a:custGeom>
              <a:solidFill>
                <a:schemeClr val="bg1"/>
              </a:solidFill>
              <a:ln>
                <a:noFill/>
              </a:ln>
              <a:effectLst/>
            </p:spPr>
            <p:txBody>
              <a:bodyPr wrap="none" lIns="34290" tIns="17145" rIns="34290" bIns="17145"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eaLnBrk="1" fontAlgn="auto" hangingPunct="1">
                  <a:spcBef>
                    <a:spcPts val="0"/>
                  </a:spcBef>
                  <a:spcAft>
                    <a:spcPts val="0"/>
                  </a:spcAft>
                  <a:defRPr/>
                </a:pPr>
                <a:endParaRPr lang="en-US" sz="1000" dirty="0">
                  <a:solidFill>
                    <a:schemeClr val="tx1">
                      <a:lumMod val="75000"/>
                      <a:lumOff val="25000"/>
                    </a:schemeClr>
                  </a:solidFill>
                  <a:ea typeface="+mn-ea"/>
                </a:endParaRPr>
              </a:p>
            </p:txBody>
          </p:sp>
        </p:grpSp>
      </p:grpSp>
      <p:grpSp>
        <p:nvGrpSpPr>
          <p:cNvPr id="32" name="กลุ่ม 44">
            <a:extLst>
              <a:ext uri="{FF2B5EF4-FFF2-40B4-BE49-F238E27FC236}">
                <a16:creationId xmlns:a16="http://schemas.microsoft.com/office/drawing/2014/main" id="{2091FE51-AE8C-E227-AAC1-066A3DD969D9}"/>
              </a:ext>
            </a:extLst>
          </p:cNvPr>
          <p:cNvGrpSpPr/>
          <p:nvPr/>
        </p:nvGrpSpPr>
        <p:grpSpPr>
          <a:xfrm>
            <a:off x="513464" y="5088229"/>
            <a:ext cx="2975097" cy="529339"/>
            <a:chOff x="1148809" y="20942"/>
            <a:chExt cx="6140469" cy="1092532"/>
          </a:xfrm>
        </p:grpSpPr>
        <p:sp>
          <p:nvSpPr>
            <p:cNvPr id="33" name="TextBox 45">
              <a:extLst>
                <a:ext uri="{FF2B5EF4-FFF2-40B4-BE49-F238E27FC236}">
                  <a16:creationId xmlns:a16="http://schemas.microsoft.com/office/drawing/2014/main" id="{FA60A181-A2A4-AF01-1CF6-052001196C3A}"/>
                </a:ext>
              </a:extLst>
            </p:cNvPr>
            <p:cNvSpPr txBox="1"/>
            <p:nvPr/>
          </p:nvSpPr>
          <p:spPr>
            <a:xfrm>
              <a:off x="2164449" y="20942"/>
              <a:ext cx="5124829" cy="1092532"/>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r>
                <a:rPr lang="en-US" sz="1000" dirty="0">
                  <a:solidFill>
                    <a:schemeClr val="tx1">
                      <a:lumMod val="75000"/>
                      <a:lumOff val="25000"/>
                    </a:schemeClr>
                  </a:solidFill>
                  <a:ea typeface="Lato" pitchFamily="34" charset="0"/>
                  <a:cs typeface="Lato" pitchFamily="34" charset="0"/>
                </a:rPr>
                <a:t>Lorem Ipsum has two main data statistical.</a:t>
              </a:r>
            </a:p>
          </p:txBody>
        </p:sp>
        <p:grpSp>
          <p:nvGrpSpPr>
            <p:cNvPr id="34" name="กลุ่ม 63">
              <a:extLst>
                <a:ext uri="{FF2B5EF4-FFF2-40B4-BE49-F238E27FC236}">
                  <a16:creationId xmlns:a16="http://schemas.microsoft.com/office/drawing/2014/main" id="{6B33E6FB-B938-2CFE-57B6-88CBB7D79115}"/>
                </a:ext>
              </a:extLst>
            </p:cNvPr>
            <p:cNvGrpSpPr/>
            <p:nvPr/>
          </p:nvGrpSpPr>
          <p:grpSpPr>
            <a:xfrm>
              <a:off x="1148809" y="82573"/>
              <a:ext cx="927304" cy="927304"/>
              <a:chOff x="1189784" y="-1448340"/>
              <a:chExt cx="1371600" cy="1371600"/>
            </a:xfrm>
          </p:grpSpPr>
          <p:sp>
            <p:nvSpPr>
              <p:cNvPr id="35" name="วงรี 64">
                <a:extLst>
                  <a:ext uri="{FF2B5EF4-FFF2-40B4-BE49-F238E27FC236}">
                    <a16:creationId xmlns:a16="http://schemas.microsoft.com/office/drawing/2014/main" id="{2CFFC3B1-A93B-88AC-1F7F-EB0AA1675667}"/>
                  </a:ext>
                </a:extLst>
              </p:cNvPr>
              <p:cNvSpPr/>
              <p:nvPr/>
            </p:nvSpPr>
            <p:spPr>
              <a:xfrm>
                <a:off x="1189784" y="-1448340"/>
                <a:ext cx="1371600" cy="13716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th-TH"/>
                </a:defPPr>
                <a:lvl1pPr marL="0" algn="l" defTabSz="2173204" rtl="0" eaLnBrk="1" latinLnBrk="0" hangingPunct="1">
                  <a:defRPr sz="6700" kern="1200">
                    <a:solidFill>
                      <a:schemeClr val="lt1"/>
                    </a:solidFill>
                    <a:latin typeface="+mn-lt"/>
                    <a:ea typeface="+mn-ea"/>
                    <a:cs typeface="+mn-cs"/>
                  </a:defRPr>
                </a:lvl1pPr>
                <a:lvl2pPr marL="1086601" algn="l" defTabSz="2173204" rtl="0" eaLnBrk="1" latinLnBrk="0" hangingPunct="1">
                  <a:defRPr sz="6700" kern="1200">
                    <a:solidFill>
                      <a:schemeClr val="lt1"/>
                    </a:solidFill>
                    <a:latin typeface="+mn-lt"/>
                    <a:ea typeface="+mn-ea"/>
                    <a:cs typeface="+mn-cs"/>
                  </a:defRPr>
                </a:lvl2pPr>
                <a:lvl3pPr marL="2173204" algn="l" defTabSz="2173204" rtl="0" eaLnBrk="1" latinLnBrk="0" hangingPunct="1">
                  <a:defRPr sz="6700" kern="1200">
                    <a:solidFill>
                      <a:schemeClr val="lt1"/>
                    </a:solidFill>
                    <a:latin typeface="+mn-lt"/>
                    <a:ea typeface="+mn-ea"/>
                    <a:cs typeface="+mn-cs"/>
                  </a:defRPr>
                </a:lvl3pPr>
                <a:lvl4pPr marL="3259805" algn="l" defTabSz="2173204" rtl="0" eaLnBrk="1" latinLnBrk="0" hangingPunct="1">
                  <a:defRPr sz="6700" kern="1200">
                    <a:solidFill>
                      <a:schemeClr val="lt1"/>
                    </a:solidFill>
                    <a:latin typeface="+mn-lt"/>
                    <a:ea typeface="+mn-ea"/>
                    <a:cs typeface="+mn-cs"/>
                  </a:defRPr>
                </a:lvl4pPr>
                <a:lvl5pPr marL="4346406" algn="l" defTabSz="2173204" rtl="0" eaLnBrk="1" latinLnBrk="0" hangingPunct="1">
                  <a:defRPr sz="6700" kern="1200">
                    <a:solidFill>
                      <a:schemeClr val="lt1"/>
                    </a:solidFill>
                    <a:latin typeface="+mn-lt"/>
                    <a:ea typeface="+mn-ea"/>
                    <a:cs typeface="+mn-cs"/>
                  </a:defRPr>
                </a:lvl5pPr>
                <a:lvl6pPr marL="5433009" algn="l" defTabSz="2173204" rtl="0" eaLnBrk="1" latinLnBrk="0" hangingPunct="1">
                  <a:defRPr sz="6700" kern="1200">
                    <a:solidFill>
                      <a:schemeClr val="lt1"/>
                    </a:solidFill>
                    <a:latin typeface="+mn-lt"/>
                    <a:ea typeface="+mn-ea"/>
                    <a:cs typeface="+mn-cs"/>
                  </a:defRPr>
                </a:lvl6pPr>
                <a:lvl7pPr marL="6519610" algn="l" defTabSz="2173204" rtl="0" eaLnBrk="1" latinLnBrk="0" hangingPunct="1">
                  <a:defRPr sz="6700" kern="1200">
                    <a:solidFill>
                      <a:schemeClr val="lt1"/>
                    </a:solidFill>
                    <a:latin typeface="+mn-lt"/>
                    <a:ea typeface="+mn-ea"/>
                    <a:cs typeface="+mn-cs"/>
                  </a:defRPr>
                </a:lvl7pPr>
                <a:lvl8pPr marL="7606211" algn="l" defTabSz="2173204" rtl="0" eaLnBrk="1" latinLnBrk="0" hangingPunct="1">
                  <a:defRPr sz="6700" kern="1200">
                    <a:solidFill>
                      <a:schemeClr val="lt1"/>
                    </a:solidFill>
                    <a:latin typeface="+mn-lt"/>
                    <a:ea typeface="+mn-ea"/>
                    <a:cs typeface="+mn-cs"/>
                  </a:defRPr>
                </a:lvl8pPr>
                <a:lvl9pPr marL="8692815" algn="l" defTabSz="2173204" rtl="0" eaLnBrk="1" latinLnBrk="0" hangingPunct="1">
                  <a:defRPr sz="6700" kern="1200">
                    <a:solidFill>
                      <a:schemeClr val="lt1"/>
                    </a:solidFill>
                    <a:latin typeface="+mn-lt"/>
                    <a:ea typeface="+mn-ea"/>
                    <a:cs typeface="+mn-cs"/>
                  </a:defRPr>
                </a:lvl9pPr>
              </a:lstStyle>
              <a:p>
                <a:pPr algn="ctr"/>
                <a:endParaRPr lang="th-TH" sz="1000" dirty="0">
                  <a:solidFill>
                    <a:schemeClr val="tx1">
                      <a:lumMod val="75000"/>
                      <a:lumOff val="25000"/>
                    </a:schemeClr>
                  </a:solidFill>
                </a:endParaRPr>
              </a:p>
            </p:txBody>
          </p:sp>
          <p:sp>
            <p:nvSpPr>
              <p:cNvPr id="36" name="Freeform 33">
                <a:extLst>
                  <a:ext uri="{FF2B5EF4-FFF2-40B4-BE49-F238E27FC236}">
                    <a16:creationId xmlns:a16="http://schemas.microsoft.com/office/drawing/2014/main" id="{AABC5989-3407-19B8-9502-7E30A3828115}"/>
                  </a:ext>
                </a:extLst>
              </p:cNvPr>
              <p:cNvSpPr>
                <a:spLocks noChangeArrowheads="1"/>
              </p:cNvSpPr>
              <p:nvPr/>
            </p:nvSpPr>
            <p:spPr bwMode="auto">
              <a:xfrm>
                <a:off x="1469182" y="-1204522"/>
                <a:ext cx="779815" cy="820429"/>
              </a:xfrm>
              <a:custGeom>
                <a:avLst/>
                <a:gdLst>
                  <a:gd name="T0" fmla="*/ 124 w 338"/>
                  <a:gd name="T1" fmla="*/ 355 h 356"/>
                  <a:gd name="T2" fmla="*/ 124 w 338"/>
                  <a:gd name="T3" fmla="*/ 355 h 356"/>
                  <a:gd name="T4" fmla="*/ 98 w 338"/>
                  <a:gd name="T5" fmla="*/ 337 h 356"/>
                  <a:gd name="T6" fmla="*/ 9 w 338"/>
                  <a:gd name="T7" fmla="*/ 222 h 356"/>
                  <a:gd name="T8" fmla="*/ 18 w 338"/>
                  <a:gd name="T9" fmla="*/ 178 h 356"/>
                  <a:gd name="T10" fmla="*/ 62 w 338"/>
                  <a:gd name="T11" fmla="*/ 178 h 356"/>
                  <a:gd name="T12" fmla="*/ 124 w 338"/>
                  <a:gd name="T13" fmla="*/ 258 h 356"/>
                  <a:gd name="T14" fmla="*/ 266 w 338"/>
                  <a:gd name="T15" fmla="*/ 27 h 356"/>
                  <a:gd name="T16" fmla="*/ 319 w 338"/>
                  <a:gd name="T17" fmla="*/ 9 h 356"/>
                  <a:gd name="T18" fmla="*/ 328 w 338"/>
                  <a:gd name="T19" fmla="*/ 62 h 356"/>
                  <a:gd name="T20" fmla="*/ 160 w 338"/>
                  <a:gd name="T21" fmla="*/ 337 h 356"/>
                  <a:gd name="T22" fmla="*/ 124 w 338"/>
                  <a:gd name="T23" fmla="*/ 355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8" h="356">
                    <a:moveTo>
                      <a:pt x="124" y="355"/>
                    </a:moveTo>
                    <a:lnTo>
                      <a:pt x="124" y="355"/>
                    </a:lnTo>
                    <a:cubicBezTo>
                      <a:pt x="115" y="355"/>
                      <a:pt x="107" y="346"/>
                      <a:pt x="98" y="337"/>
                    </a:cubicBezTo>
                    <a:cubicBezTo>
                      <a:pt x="9" y="222"/>
                      <a:pt x="9" y="222"/>
                      <a:pt x="9" y="222"/>
                    </a:cubicBezTo>
                    <a:cubicBezTo>
                      <a:pt x="0" y="204"/>
                      <a:pt x="0" y="187"/>
                      <a:pt x="18" y="178"/>
                    </a:cubicBezTo>
                    <a:cubicBezTo>
                      <a:pt x="36" y="160"/>
                      <a:pt x="53" y="168"/>
                      <a:pt x="62" y="178"/>
                    </a:cubicBezTo>
                    <a:cubicBezTo>
                      <a:pt x="124" y="258"/>
                      <a:pt x="124" y="258"/>
                      <a:pt x="124" y="258"/>
                    </a:cubicBezTo>
                    <a:cubicBezTo>
                      <a:pt x="266" y="27"/>
                      <a:pt x="266" y="27"/>
                      <a:pt x="266" y="27"/>
                    </a:cubicBezTo>
                    <a:cubicBezTo>
                      <a:pt x="284" y="9"/>
                      <a:pt x="301" y="0"/>
                      <a:pt x="319" y="9"/>
                    </a:cubicBezTo>
                    <a:cubicBezTo>
                      <a:pt x="337" y="18"/>
                      <a:pt x="337" y="45"/>
                      <a:pt x="328" y="62"/>
                    </a:cubicBezTo>
                    <a:cubicBezTo>
                      <a:pt x="160" y="337"/>
                      <a:pt x="160" y="337"/>
                      <a:pt x="160" y="337"/>
                    </a:cubicBezTo>
                    <a:cubicBezTo>
                      <a:pt x="151" y="346"/>
                      <a:pt x="142" y="355"/>
                      <a:pt x="124" y="355"/>
                    </a:cubicBezTo>
                  </a:path>
                </a:pathLst>
              </a:custGeom>
              <a:solidFill>
                <a:schemeClr val="bg1"/>
              </a:solidFill>
              <a:ln>
                <a:noFill/>
              </a:ln>
              <a:effectLst/>
            </p:spPr>
            <p:txBody>
              <a:bodyPr wrap="none" lIns="34290" tIns="17145" rIns="34290" bIns="17145"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eaLnBrk="1" fontAlgn="auto" hangingPunct="1">
                  <a:spcBef>
                    <a:spcPts val="0"/>
                  </a:spcBef>
                  <a:spcAft>
                    <a:spcPts val="0"/>
                  </a:spcAft>
                  <a:defRPr/>
                </a:pPr>
                <a:endParaRPr lang="en-US" sz="1000" dirty="0">
                  <a:solidFill>
                    <a:schemeClr val="tx1">
                      <a:lumMod val="75000"/>
                      <a:lumOff val="25000"/>
                    </a:schemeClr>
                  </a:solidFill>
                  <a:ea typeface="+mn-ea"/>
                </a:endParaRPr>
              </a:p>
            </p:txBody>
          </p:sp>
        </p:grpSp>
      </p:grpSp>
      <p:sp>
        <p:nvSpPr>
          <p:cNvPr id="37" name="Rounded Rectangle 36">
            <a:extLst>
              <a:ext uri="{FF2B5EF4-FFF2-40B4-BE49-F238E27FC236}">
                <a16:creationId xmlns:a16="http://schemas.microsoft.com/office/drawing/2014/main" id="{C4818729-5090-0170-B696-90BBD0091A9F}"/>
              </a:ext>
            </a:extLst>
          </p:cNvPr>
          <p:cNvSpPr/>
          <p:nvPr/>
        </p:nvSpPr>
        <p:spPr>
          <a:xfrm>
            <a:off x="6877673" y="5369093"/>
            <a:ext cx="3892234" cy="717929"/>
          </a:xfrm>
          <a:prstGeom prst="roundRect">
            <a:avLst>
              <a:gd name="adj" fmla="val 50000"/>
            </a:avLst>
          </a:prstGeom>
          <a:solidFill>
            <a:srgbClr val="D8DADD">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nSpc>
                <a:spcPct val="130000"/>
              </a:lnSpc>
            </a:pPr>
            <a:r>
              <a:rPr lang="en-US" sz="1000" dirty="0">
                <a:solidFill>
                  <a:schemeClr val="tx1"/>
                </a:solidFill>
                <a:latin typeface="Source Sans Pro Light" panose="020B0403030403020204" pitchFamily="34" charset="0"/>
                <a:ea typeface="Roboto Light" panose="02000000000000000000" pitchFamily="2" charset="0"/>
                <a:cs typeface="Roboto Light" panose="02000000000000000000" pitchFamily="2" charset="0"/>
              </a:rPr>
              <a:t>Hashtag fashion axe </a:t>
            </a:r>
            <a:r>
              <a:rPr lang="en-US" sz="1000" dirty="0" err="1">
                <a:solidFill>
                  <a:schemeClr val="tx1"/>
                </a:solidFill>
                <a:latin typeface="Source Sans Pro Light" panose="020B0403030403020204" pitchFamily="34" charset="0"/>
                <a:ea typeface="Roboto Light" panose="02000000000000000000" pitchFamily="2" charset="0"/>
                <a:cs typeface="Roboto Light" panose="02000000000000000000" pitchFamily="2" charset="0"/>
              </a:rPr>
              <a:t>fingerstache</a:t>
            </a:r>
            <a:r>
              <a:rPr lang="en-US" sz="1000" dirty="0">
                <a:solidFill>
                  <a:schemeClr val="tx1"/>
                </a:solidFill>
                <a:latin typeface="Source Sans Pro Light" panose="020B0403030403020204" pitchFamily="34" charset="0"/>
                <a:ea typeface="Roboto Light" panose="02000000000000000000" pitchFamily="2" charset="0"/>
                <a:cs typeface="Roboto Light" panose="02000000000000000000" pitchFamily="2" charset="0"/>
              </a:rPr>
              <a:t>, everyday carry </a:t>
            </a:r>
            <a:r>
              <a:rPr lang="en-US" sz="1000" dirty="0" err="1">
                <a:solidFill>
                  <a:schemeClr val="tx1"/>
                </a:solidFill>
                <a:latin typeface="Source Sans Pro Light" panose="020B0403030403020204" pitchFamily="34" charset="0"/>
                <a:ea typeface="Roboto Light" panose="02000000000000000000" pitchFamily="2" charset="0"/>
                <a:cs typeface="Roboto Light" panose="02000000000000000000" pitchFamily="2" charset="0"/>
              </a:rPr>
              <a:t>shoreditch</a:t>
            </a:r>
            <a:r>
              <a:rPr lang="en-US" sz="1000" dirty="0">
                <a:solidFill>
                  <a:schemeClr val="tx1"/>
                </a:solidFill>
                <a:latin typeface="Source Sans Pro Light" panose="020B0403030403020204" pitchFamily="34" charset="0"/>
                <a:ea typeface="Roboto Light" panose="02000000000000000000" pitchFamily="2" charset="0"/>
                <a:cs typeface="Roboto Light" panose="02000000000000000000" pitchFamily="2" charset="0"/>
              </a:rPr>
              <a:t> </a:t>
            </a:r>
            <a:r>
              <a:rPr lang="en-US" sz="1000" dirty="0" err="1">
                <a:solidFill>
                  <a:schemeClr val="tx1"/>
                </a:solidFill>
                <a:latin typeface="Source Sans Pro Light" panose="020B0403030403020204" pitchFamily="34" charset="0"/>
                <a:ea typeface="Roboto Light" panose="02000000000000000000" pitchFamily="2" charset="0"/>
                <a:cs typeface="Roboto Light" panose="02000000000000000000" pitchFamily="2" charset="0"/>
              </a:rPr>
              <a:t>pinterest</a:t>
            </a:r>
            <a:r>
              <a:rPr lang="en-US" sz="1000" dirty="0">
                <a:solidFill>
                  <a:schemeClr val="tx1"/>
                </a:solidFill>
                <a:latin typeface="Source Sans Pro Light" panose="020B0403030403020204" pitchFamily="34" charset="0"/>
                <a:ea typeface="Roboto Light" panose="02000000000000000000" pitchFamily="2" charset="0"/>
                <a:cs typeface="Roboto Light" panose="02000000000000000000" pitchFamily="2" charset="0"/>
              </a:rPr>
              <a:t> umami authentic </a:t>
            </a:r>
            <a:r>
              <a:rPr lang="en-US" sz="1000" dirty="0" err="1">
                <a:solidFill>
                  <a:schemeClr val="tx1"/>
                </a:solidFill>
                <a:latin typeface="Source Sans Pro Light" panose="020B0403030403020204" pitchFamily="34" charset="0"/>
                <a:ea typeface="Roboto Light" panose="02000000000000000000" pitchFamily="2" charset="0"/>
                <a:cs typeface="Roboto Light" panose="02000000000000000000" pitchFamily="2" charset="0"/>
              </a:rPr>
              <a:t>brooklyn</a:t>
            </a:r>
            <a:r>
              <a:rPr lang="en-US" sz="1000" dirty="0">
                <a:solidFill>
                  <a:schemeClr val="tx1"/>
                </a:solidFill>
                <a:latin typeface="Source Sans Pro Light" panose="020B0403030403020204" pitchFamily="34" charset="0"/>
                <a:ea typeface="Roboto Light" panose="02000000000000000000" pitchFamily="2" charset="0"/>
                <a:cs typeface="Roboto Light" panose="02000000000000000000" pitchFamily="2" charset="0"/>
              </a:rPr>
              <a:t> YOLO.</a:t>
            </a:r>
            <a:endParaRPr lang="en-US" sz="10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38" name="กลุ่ม 44">
            <a:extLst>
              <a:ext uri="{FF2B5EF4-FFF2-40B4-BE49-F238E27FC236}">
                <a16:creationId xmlns:a16="http://schemas.microsoft.com/office/drawing/2014/main" id="{0ED84F36-AEEB-D9C7-488A-0AD88E721D53}"/>
              </a:ext>
            </a:extLst>
          </p:cNvPr>
          <p:cNvGrpSpPr/>
          <p:nvPr/>
        </p:nvGrpSpPr>
        <p:grpSpPr>
          <a:xfrm>
            <a:off x="512150" y="5584297"/>
            <a:ext cx="2975097" cy="529339"/>
            <a:chOff x="1148809" y="20942"/>
            <a:chExt cx="6140469" cy="1092532"/>
          </a:xfrm>
        </p:grpSpPr>
        <p:sp>
          <p:nvSpPr>
            <p:cNvPr id="39" name="TextBox 45">
              <a:extLst>
                <a:ext uri="{FF2B5EF4-FFF2-40B4-BE49-F238E27FC236}">
                  <a16:creationId xmlns:a16="http://schemas.microsoft.com/office/drawing/2014/main" id="{BBF890EC-99B1-E3C4-6BC0-45D3FB5CA398}"/>
                </a:ext>
              </a:extLst>
            </p:cNvPr>
            <p:cNvSpPr txBox="1"/>
            <p:nvPr/>
          </p:nvSpPr>
          <p:spPr>
            <a:xfrm>
              <a:off x="2164449" y="20942"/>
              <a:ext cx="5124829" cy="1092532"/>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r>
                <a:rPr lang="en-US" sz="1000" dirty="0">
                  <a:solidFill>
                    <a:schemeClr val="tx1">
                      <a:lumMod val="75000"/>
                      <a:lumOff val="25000"/>
                    </a:schemeClr>
                  </a:solidFill>
                  <a:ea typeface="Lato" pitchFamily="34" charset="0"/>
                  <a:cs typeface="Lato" pitchFamily="34" charset="0"/>
                </a:rPr>
                <a:t>Lorem Ipsum has two main data statistical.</a:t>
              </a:r>
            </a:p>
          </p:txBody>
        </p:sp>
        <p:grpSp>
          <p:nvGrpSpPr>
            <p:cNvPr id="40" name="กลุ่ม 63">
              <a:extLst>
                <a:ext uri="{FF2B5EF4-FFF2-40B4-BE49-F238E27FC236}">
                  <a16:creationId xmlns:a16="http://schemas.microsoft.com/office/drawing/2014/main" id="{688187C3-6339-E5AD-3A94-062028EEC53F}"/>
                </a:ext>
              </a:extLst>
            </p:cNvPr>
            <p:cNvGrpSpPr/>
            <p:nvPr/>
          </p:nvGrpSpPr>
          <p:grpSpPr>
            <a:xfrm>
              <a:off x="1148809" y="82573"/>
              <a:ext cx="927304" cy="927304"/>
              <a:chOff x="1189784" y="-1448340"/>
              <a:chExt cx="1371600" cy="1371600"/>
            </a:xfrm>
          </p:grpSpPr>
          <p:sp>
            <p:nvSpPr>
              <p:cNvPr id="41" name="วงรี 64">
                <a:extLst>
                  <a:ext uri="{FF2B5EF4-FFF2-40B4-BE49-F238E27FC236}">
                    <a16:creationId xmlns:a16="http://schemas.microsoft.com/office/drawing/2014/main" id="{0266306A-2BAB-5058-0059-185CDA87A77C}"/>
                  </a:ext>
                </a:extLst>
              </p:cNvPr>
              <p:cNvSpPr/>
              <p:nvPr/>
            </p:nvSpPr>
            <p:spPr>
              <a:xfrm>
                <a:off x="1189784" y="-1448340"/>
                <a:ext cx="1371600" cy="1371600"/>
              </a:xfrm>
              <a:prstGeom prst="ellipse">
                <a:avLst/>
              </a:prstGeom>
              <a:solidFill>
                <a:srgbClr val="580C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th-TH"/>
                </a:defPPr>
                <a:lvl1pPr marL="0" algn="l" defTabSz="2173204" rtl="0" eaLnBrk="1" latinLnBrk="0" hangingPunct="1">
                  <a:defRPr sz="6700" kern="1200">
                    <a:solidFill>
                      <a:schemeClr val="lt1"/>
                    </a:solidFill>
                    <a:latin typeface="+mn-lt"/>
                    <a:ea typeface="+mn-ea"/>
                    <a:cs typeface="+mn-cs"/>
                  </a:defRPr>
                </a:lvl1pPr>
                <a:lvl2pPr marL="1086601" algn="l" defTabSz="2173204" rtl="0" eaLnBrk="1" latinLnBrk="0" hangingPunct="1">
                  <a:defRPr sz="6700" kern="1200">
                    <a:solidFill>
                      <a:schemeClr val="lt1"/>
                    </a:solidFill>
                    <a:latin typeface="+mn-lt"/>
                    <a:ea typeface="+mn-ea"/>
                    <a:cs typeface="+mn-cs"/>
                  </a:defRPr>
                </a:lvl2pPr>
                <a:lvl3pPr marL="2173204" algn="l" defTabSz="2173204" rtl="0" eaLnBrk="1" latinLnBrk="0" hangingPunct="1">
                  <a:defRPr sz="6700" kern="1200">
                    <a:solidFill>
                      <a:schemeClr val="lt1"/>
                    </a:solidFill>
                    <a:latin typeface="+mn-lt"/>
                    <a:ea typeface="+mn-ea"/>
                    <a:cs typeface="+mn-cs"/>
                  </a:defRPr>
                </a:lvl3pPr>
                <a:lvl4pPr marL="3259805" algn="l" defTabSz="2173204" rtl="0" eaLnBrk="1" latinLnBrk="0" hangingPunct="1">
                  <a:defRPr sz="6700" kern="1200">
                    <a:solidFill>
                      <a:schemeClr val="lt1"/>
                    </a:solidFill>
                    <a:latin typeface="+mn-lt"/>
                    <a:ea typeface="+mn-ea"/>
                    <a:cs typeface="+mn-cs"/>
                  </a:defRPr>
                </a:lvl4pPr>
                <a:lvl5pPr marL="4346406" algn="l" defTabSz="2173204" rtl="0" eaLnBrk="1" latinLnBrk="0" hangingPunct="1">
                  <a:defRPr sz="6700" kern="1200">
                    <a:solidFill>
                      <a:schemeClr val="lt1"/>
                    </a:solidFill>
                    <a:latin typeface="+mn-lt"/>
                    <a:ea typeface="+mn-ea"/>
                    <a:cs typeface="+mn-cs"/>
                  </a:defRPr>
                </a:lvl5pPr>
                <a:lvl6pPr marL="5433009" algn="l" defTabSz="2173204" rtl="0" eaLnBrk="1" latinLnBrk="0" hangingPunct="1">
                  <a:defRPr sz="6700" kern="1200">
                    <a:solidFill>
                      <a:schemeClr val="lt1"/>
                    </a:solidFill>
                    <a:latin typeface="+mn-lt"/>
                    <a:ea typeface="+mn-ea"/>
                    <a:cs typeface="+mn-cs"/>
                  </a:defRPr>
                </a:lvl6pPr>
                <a:lvl7pPr marL="6519610" algn="l" defTabSz="2173204" rtl="0" eaLnBrk="1" latinLnBrk="0" hangingPunct="1">
                  <a:defRPr sz="6700" kern="1200">
                    <a:solidFill>
                      <a:schemeClr val="lt1"/>
                    </a:solidFill>
                    <a:latin typeface="+mn-lt"/>
                    <a:ea typeface="+mn-ea"/>
                    <a:cs typeface="+mn-cs"/>
                  </a:defRPr>
                </a:lvl7pPr>
                <a:lvl8pPr marL="7606211" algn="l" defTabSz="2173204" rtl="0" eaLnBrk="1" latinLnBrk="0" hangingPunct="1">
                  <a:defRPr sz="6700" kern="1200">
                    <a:solidFill>
                      <a:schemeClr val="lt1"/>
                    </a:solidFill>
                    <a:latin typeface="+mn-lt"/>
                    <a:ea typeface="+mn-ea"/>
                    <a:cs typeface="+mn-cs"/>
                  </a:defRPr>
                </a:lvl8pPr>
                <a:lvl9pPr marL="8692815" algn="l" defTabSz="2173204" rtl="0" eaLnBrk="1" latinLnBrk="0" hangingPunct="1">
                  <a:defRPr sz="6700" kern="1200">
                    <a:solidFill>
                      <a:schemeClr val="lt1"/>
                    </a:solidFill>
                    <a:latin typeface="+mn-lt"/>
                    <a:ea typeface="+mn-ea"/>
                    <a:cs typeface="+mn-cs"/>
                  </a:defRPr>
                </a:lvl9pPr>
              </a:lstStyle>
              <a:p>
                <a:pPr algn="ctr"/>
                <a:endParaRPr lang="th-TH" sz="1000" dirty="0">
                  <a:solidFill>
                    <a:schemeClr val="tx1">
                      <a:lumMod val="75000"/>
                      <a:lumOff val="25000"/>
                    </a:schemeClr>
                  </a:solidFill>
                </a:endParaRPr>
              </a:p>
            </p:txBody>
          </p:sp>
          <p:sp>
            <p:nvSpPr>
              <p:cNvPr id="42" name="Freeform 33">
                <a:extLst>
                  <a:ext uri="{FF2B5EF4-FFF2-40B4-BE49-F238E27FC236}">
                    <a16:creationId xmlns:a16="http://schemas.microsoft.com/office/drawing/2014/main" id="{C5D1B0C1-926D-1D58-CA1B-D4136A980143}"/>
                  </a:ext>
                </a:extLst>
              </p:cNvPr>
              <p:cNvSpPr>
                <a:spLocks noChangeArrowheads="1"/>
              </p:cNvSpPr>
              <p:nvPr/>
            </p:nvSpPr>
            <p:spPr bwMode="auto">
              <a:xfrm>
                <a:off x="1469182" y="-1204522"/>
                <a:ext cx="779815" cy="820429"/>
              </a:xfrm>
              <a:custGeom>
                <a:avLst/>
                <a:gdLst>
                  <a:gd name="T0" fmla="*/ 124 w 338"/>
                  <a:gd name="T1" fmla="*/ 355 h 356"/>
                  <a:gd name="T2" fmla="*/ 124 w 338"/>
                  <a:gd name="T3" fmla="*/ 355 h 356"/>
                  <a:gd name="T4" fmla="*/ 98 w 338"/>
                  <a:gd name="T5" fmla="*/ 337 h 356"/>
                  <a:gd name="T6" fmla="*/ 9 w 338"/>
                  <a:gd name="T7" fmla="*/ 222 h 356"/>
                  <a:gd name="T8" fmla="*/ 18 w 338"/>
                  <a:gd name="T9" fmla="*/ 178 h 356"/>
                  <a:gd name="T10" fmla="*/ 62 w 338"/>
                  <a:gd name="T11" fmla="*/ 178 h 356"/>
                  <a:gd name="T12" fmla="*/ 124 w 338"/>
                  <a:gd name="T13" fmla="*/ 258 h 356"/>
                  <a:gd name="T14" fmla="*/ 266 w 338"/>
                  <a:gd name="T15" fmla="*/ 27 h 356"/>
                  <a:gd name="T16" fmla="*/ 319 w 338"/>
                  <a:gd name="T17" fmla="*/ 9 h 356"/>
                  <a:gd name="T18" fmla="*/ 328 w 338"/>
                  <a:gd name="T19" fmla="*/ 62 h 356"/>
                  <a:gd name="T20" fmla="*/ 160 w 338"/>
                  <a:gd name="T21" fmla="*/ 337 h 356"/>
                  <a:gd name="T22" fmla="*/ 124 w 338"/>
                  <a:gd name="T23" fmla="*/ 355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8" h="356">
                    <a:moveTo>
                      <a:pt x="124" y="355"/>
                    </a:moveTo>
                    <a:lnTo>
                      <a:pt x="124" y="355"/>
                    </a:lnTo>
                    <a:cubicBezTo>
                      <a:pt x="115" y="355"/>
                      <a:pt x="107" y="346"/>
                      <a:pt x="98" y="337"/>
                    </a:cubicBezTo>
                    <a:cubicBezTo>
                      <a:pt x="9" y="222"/>
                      <a:pt x="9" y="222"/>
                      <a:pt x="9" y="222"/>
                    </a:cubicBezTo>
                    <a:cubicBezTo>
                      <a:pt x="0" y="204"/>
                      <a:pt x="0" y="187"/>
                      <a:pt x="18" y="178"/>
                    </a:cubicBezTo>
                    <a:cubicBezTo>
                      <a:pt x="36" y="160"/>
                      <a:pt x="53" y="168"/>
                      <a:pt x="62" y="178"/>
                    </a:cubicBezTo>
                    <a:cubicBezTo>
                      <a:pt x="124" y="258"/>
                      <a:pt x="124" y="258"/>
                      <a:pt x="124" y="258"/>
                    </a:cubicBezTo>
                    <a:cubicBezTo>
                      <a:pt x="266" y="27"/>
                      <a:pt x="266" y="27"/>
                      <a:pt x="266" y="27"/>
                    </a:cubicBezTo>
                    <a:cubicBezTo>
                      <a:pt x="284" y="9"/>
                      <a:pt x="301" y="0"/>
                      <a:pt x="319" y="9"/>
                    </a:cubicBezTo>
                    <a:cubicBezTo>
                      <a:pt x="337" y="18"/>
                      <a:pt x="337" y="45"/>
                      <a:pt x="328" y="62"/>
                    </a:cubicBezTo>
                    <a:cubicBezTo>
                      <a:pt x="160" y="337"/>
                      <a:pt x="160" y="337"/>
                      <a:pt x="160" y="337"/>
                    </a:cubicBezTo>
                    <a:cubicBezTo>
                      <a:pt x="151" y="346"/>
                      <a:pt x="142" y="355"/>
                      <a:pt x="124" y="355"/>
                    </a:cubicBezTo>
                  </a:path>
                </a:pathLst>
              </a:custGeom>
              <a:solidFill>
                <a:schemeClr val="bg1"/>
              </a:solidFill>
              <a:ln>
                <a:noFill/>
              </a:ln>
              <a:effectLst/>
            </p:spPr>
            <p:txBody>
              <a:bodyPr wrap="none" lIns="34290" tIns="17145" rIns="34290" bIns="17145"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eaLnBrk="1" fontAlgn="auto" hangingPunct="1">
                  <a:spcBef>
                    <a:spcPts val="0"/>
                  </a:spcBef>
                  <a:spcAft>
                    <a:spcPts val="0"/>
                  </a:spcAft>
                  <a:defRPr/>
                </a:pPr>
                <a:endParaRPr lang="en-US" sz="1000" dirty="0">
                  <a:solidFill>
                    <a:schemeClr val="tx1">
                      <a:lumMod val="75000"/>
                      <a:lumOff val="25000"/>
                    </a:schemeClr>
                  </a:solidFill>
                  <a:ea typeface="+mn-ea"/>
                </a:endParaRPr>
              </a:p>
            </p:txBody>
          </p:sp>
        </p:grpSp>
      </p:grpSp>
      <p:sp>
        <p:nvSpPr>
          <p:cNvPr id="43" name="Slide Number Placeholder 1">
            <a:extLst>
              <a:ext uri="{FF2B5EF4-FFF2-40B4-BE49-F238E27FC236}">
                <a16:creationId xmlns:a16="http://schemas.microsoft.com/office/drawing/2014/main" id="{7A907CFA-16F0-C15A-5132-B12B91676C59}"/>
              </a:ext>
            </a:extLst>
          </p:cNvPr>
          <p:cNvSpPr txBox="1">
            <a:spLocks/>
          </p:cNvSpPr>
          <p:nvPr/>
        </p:nvSpPr>
        <p:spPr>
          <a:xfrm>
            <a:off x="4718816" y="6433021"/>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7737D3DD-0AB3-4F16-99FA-6262B2B4036D}" type="slidenum">
              <a:rPr lang="en-MY" sz="1600" smtClean="0"/>
              <a:pPr algn="ctr"/>
              <a:t>37</a:t>
            </a:fld>
            <a:endParaRPr lang="en-MY" sz="1600" dirty="0"/>
          </a:p>
        </p:txBody>
      </p:sp>
    </p:spTree>
    <p:extLst>
      <p:ext uri="{BB962C8B-B14F-4D97-AF65-F5344CB8AC3E}">
        <p14:creationId xmlns:p14="http://schemas.microsoft.com/office/powerpoint/2010/main" val="4232016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93">
            <a:extLst>
              <a:ext uri="{FF2B5EF4-FFF2-40B4-BE49-F238E27FC236}">
                <a16:creationId xmlns:a16="http://schemas.microsoft.com/office/drawing/2014/main" id="{7B9A7EED-2898-99E9-ADD1-C8F2AA5984C7}"/>
              </a:ext>
            </a:extLst>
          </p:cNvPr>
          <p:cNvSpPr txBox="1">
            <a:spLocks noChangeArrowheads="1"/>
          </p:cNvSpPr>
          <p:nvPr/>
        </p:nvSpPr>
        <p:spPr bwMode="auto">
          <a:xfrm>
            <a:off x="6321425" y="2184400"/>
            <a:ext cx="20431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eaLnBrk="1" hangingPunct="1">
              <a:lnSpc>
                <a:spcPct val="100000"/>
              </a:lnSpc>
              <a:spcBef>
                <a:spcPct val="0"/>
              </a:spcBef>
              <a:buFontTx/>
              <a:buNone/>
            </a:pPr>
            <a:r>
              <a:rPr lang="en-US" altLang="ru-RU" sz="1200" dirty="0">
                <a:latin typeface="Open Sans" panose="020B0606030504020204" pitchFamily="34" charset="0"/>
                <a:cs typeface="Open Sans" panose="020B0606030504020204" pitchFamily="34" charset="0"/>
              </a:rPr>
              <a:t>Lorem ipsum dolor sit </a:t>
            </a:r>
            <a:r>
              <a:rPr lang="en-US" altLang="ru-RU" sz="1200" dirty="0" err="1">
                <a:latin typeface="Open Sans" panose="020B0606030504020204" pitchFamily="34" charset="0"/>
                <a:cs typeface="Open Sans" panose="020B0606030504020204" pitchFamily="34" charset="0"/>
              </a:rPr>
              <a:t>amet</a:t>
            </a:r>
            <a:r>
              <a:rPr lang="en-US" altLang="ru-RU" sz="1200" dirty="0">
                <a:latin typeface="Open Sans" panose="020B0606030504020204" pitchFamily="34" charset="0"/>
                <a:cs typeface="Open Sans" panose="020B0606030504020204" pitchFamily="34" charset="0"/>
              </a:rPr>
              <a:t>, </a:t>
            </a:r>
            <a:r>
              <a:rPr lang="en-US" altLang="ru-RU" sz="1200" dirty="0" err="1">
                <a:latin typeface="Open Sans" panose="020B0606030504020204" pitchFamily="34" charset="0"/>
                <a:cs typeface="Open Sans" panose="020B0606030504020204" pitchFamily="34" charset="0"/>
              </a:rPr>
              <a:t>consetur</a:t>
            </a:r>
            <a:r>
              <a:rPr lang="en-US" altLang="ru-RU" sz="1200" dirty="0">
                <a:latin typeface="Open Sans" panose="020B0606030504020204" pitchFamily="34" charset="0"/>
                <a:cs typeface="Open Sans" panose="020B0606030504020204" pitchFamily="34" charset="0"/>
              </a:rPr>
              <a:t> </a:t>
            </a:r>
            <a:r>
              <a:rPr lang="en-US" altLang="ru-RU" sz="1200" dirty="0" err="1">
                <a:latin typeface="Open Sans" panose="020B0606030504020204" pitchFamily="34" charset="0"/>
                <a:cs typeface="Open Sans" panose="020B0606030504020204" pitchFamily="34" charset="0"/>
              </a:rPr>
              <a:t>adipin</a:t>
            </a:r>
            <a:endParaRPr lang="ru-RU" altLang="ru-RU" sz="1200" dirty="0">
              <a:latin typeface="Open Sans" panose="020B0606030504020204" pitchFamily="34" charset="0"/>
              <a:cs typeface="Open Sans" panose="020B0606030504020204" pitchFamily="34" charset="0"/>
            </a:endParaRPr>
          </a:p>
        </p:txBody>
      </p:sp>
      <p:sp>
        <p:nvSpPr>
          <p:cNvPr id="8" name="Oval 33">
            <a:extLst>
              <a:ext uri="{FF2B5EF4-FFF2-40B4-BE49-F238E27FC236}">
                <a16:creationId xmlns:a16="http://schemas.microsoft.com/office/drawing/2014/main" id="{64A928D8-134A-E155-E14D-250FBC9216C1}"/>
              </a:ext>
            </a:extLst>
          </p:cNvPr>
          <p:cNvSpPr>
            <a:spLocks noChangeArrowheads="1"/>
          </p:cNvSpPr>
          <p:nvPr/>
        </p:nvSpPr>
        <p:spPr bwMode="auto">
          <a:xfrm>
            <a:off x="11234738" y="2024063"/>
            <a:ext cx="552450" cy="550862"/>
          </a:xfrm>
          <a:prstGeom prst="ellipse">
            <a:avLst/>
          </a:prstGeom>
          <a:solidFill>
            <a:srgbClr val="B27D49"/>
          </a:solidFill>
          <a:ln>
            <a:noFill/>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1800"/>
          </a:p>
        </p:txBody>
      </p:sp>
      <p:sp>
        <p:nvSpPr>
          <p:cNvPr id="9" name="Oval 34">
            <a:extLst>
              <a:ext uri="{FF2B5EF4-FFF2-40B4-BE49-F238E27FC236}">
                <a16:creationId xmlns:a16="http://schemas.microsoft.com/office/drawing/2014/main" id="{3322C379-DACA-C412-1A8F-40A3604A6D40}"/>
              </a:ext>
            </a:extLst>
          </p:cNvPr>
          <p:cNvSpPr>
            <a:spLocks noChangeArrowheads="1"/>
          </p:cNvSpPr>
          <p:nvPr/>
        </p:nvSpPr>
        <p:spPr bwMode="auto">
          <a:xfrm>
            <a:off x="11234738" y="3122613"/>
            <a:ext cx="552450" cy="552450"/>
          </a:xfrm>
          <a:prstGeom prst="ellipse">
            <a:avLst/>
          </a:prstGeom>
          <a:solidFill>
            <a:srgbClr val="C52233"/>
          </a:solidFill>
          <a:ln>
            <a:noFill/>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1800"/>
          </a:p>
        </p:txBody>
      </p:sp>
      <p:sp>
        <p:nvSpPr>
          <p:cNvPr id="10" name="Oval 35">
            <a:extLst>
              <a:ext uri="{FF2B5EF4-FFF2-40B4-BE49-F238E27FC236}">
                <a16:creationId xmlns:a16="http://schemas.microsoft.com/office/drawing/2014/main" id="{30BD067B-4A7A-2FFC-D038-2CF1F3DDA51F}"/>
              </a:ext>
            </a:extLst>
          </p:cNvPr>
          <p:cNvSpPr>
            <a:spLocks noChangeArrowheads="1"/>
          </p:cNvSpPr>
          <p:nvPr/>
        </p:nvSpPr>
        <p:spPr bwMode="auto">
          <a:xfrm>
            <a:off x="8429625" y="2024063"/>
            <a:ext cx="550863" cy="550862"/>
          </a:xfrm>
          <a:prstGeom prst="ellipse">
            <a:avLst/>
          </a:prstGeom>
          <a:solidFill>
            <a:srgbClr val="7F5F52"/>
          </a:solidFill>
          <a:ln>
            <a:noFill/>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1800"/>
          </a:p>
        </p:txBody>
      </p:sp>
      <p:sp>
        <p:nvSpPr>
          <p:cNvPr id="11" name="Oval 36">
            <a:extLst>
              <a:ext uri="{FF2B5EF4-FFF2-40B4-BE49-F238E27FC236}">
                <a16:creationId xmlns:a16="http://schemas.microsoft.com/office/drawing/2014/main" id="{0D5BAA2B-1EEF-E952-5FCC-1FE5E908D592}"/>
              </a:ext>
            </a:extLst>
          </p:cNvPr>
          <p:cNvSpPr>
            <a:spLocks noChangeArrowheads="1"/>
          </p:cNvSpPr>
          <p:nvPr/>
        </p:nvSpPr>
        <p:spPr bwMode="auto">
          <a:xfrm>
            <a:off x="8429625" y="3122613"/>
            <a:ext cx="550863" cy="552450"/>
          </a:xfrm>
          <a:prstGeom prst="ellipse">
            <a:avLst/>
          </a:prstGeom>
          <a:solidFill>
            <a:srgbClr val="580C1F"/>
          </a:solidFill>
          <a:ln>
            <a:noFill/>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1800"/>
          </a:p>
        </p:txBody>
      </p:sp>
      <p:sp>
        <p:nvSpPr>
          <p:cNvPr id="12" name="Rectangle 37">
            <a:extLst>
              <a:ext uri="{FF2B5EF4-FFF2-40B4-BE49-F238E27FC236}">
                <a16:creationId xmlns:a16="http://schemas.microsoft.com/office/drawing/2014/main" id="{79DF6CA7-FD7E-ABC2-5263-4C26B64BCD95}"/>
              </a:ext>
            </a:extLst>
          </p:cNvPr>
          <p:cNvSpPr>
            <a:spLocks noChangeArrowheads="1"/>
          </p:cNvSpPr>
          <p:nvPr/>
        </p:nvSpPr>
        <p:spPr bwMode="auto">
          <a:xfrm>
            <a:off x="10172700" y="1970088"/>
            <a:ext cx="91050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1300" b="1" dirty="0">
                <a:solidFill>
                  <a:srgbClr val="B27D49"/>
                </a:solidFill>
                <a:latin typeface="Open Sans Semibold" panose="020B0706030804020204" pitchFamily="34" charset="0"/>
              </a:rPr>
              <a:t>INDONESIA</a:t>
            </a:r>
            <a:endParaRPr lang="en-US" altLang="en-US" sz="1800" dirty="0">
              <a:solidFill>
                <a:srgbClr val="B27D49"/>
              </a:solidFill>
            </a:endParaRPr>
          </a:p>
        </p:txBody>
      </p:sp>
      <p:sp>
        <p:nvSpPr>
          <p:cNvPr id="13" name="Rectangle 38">
            <a:extLst>
              <a:ext uri="{FF2B5EF4-FFF2-40B4-BE49-F238E27FC236}">
                <a16:creationId xmlns:a16="http://schemas.microsoft.com/office/drawing/2014/main" id="{4537664D-E0EE-E674-A230-5EE417822D29}"/>
              </a:ext>
            </a:extLst>
          </p:cNvPr>
          <p:cNvSpPr>
            <a:spLocks noChangeArrowheads="1"/>
          </p:cNvSpPr>
          <p:nvPr/>
        </p:nvSpPr>
        <p:spPr bwMode="auto">
          <a:xfrm>
            <a:off x="10253663" y="3067050"/>
            <a:ext cx="833562"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1300" b="1" dirty="0">
                <a:solidFill>
                  <a:srgbClr val="C00000"/>
                </a:solidFill>
                <a:latin typeface="Open Sans Semibold" panose="020B0706030804020204" pitchFamily="34" charset="0"/>
              </a:rPr>
              <a:t>THAILAND</a:t>
            </a:r>
            <a:endParaRPr lang="en-US" altLang="en-US" sz="1800" dirty="0">
              <a:solidFill>
                <a:srgbClr val="C00000"/>
              </a:solidFill>
            </a:endParaRPr>
          </a:p>
        </p:txBody>
      </p:sp>
      <p:sp>
        <p:nvSpPr>
          <p:cNvPr id="14" name="Rectangle 39">
            <a:extLst>
              <a:ext uri="{FF2B5EF4-FFF2-40B4-BE49-F238E27FC236}">
                <a16:creationId xmlns:a16="http://schemas.microsoft.com/office/drawing/2014/main" id="{BC0A54D3-7BB9-94E2-7EFA-6A2E652F80D8}"/>
              </a:ext>
            </a:extLst>
          </p:cNvPr>
          <p:cNvSpPr>
            <a:spLocks noChangeArrowheads="1"/>
          </p:cNvSpPr>
          <p:nvPr/>
        </p:nvSpPr>
        <p:spPr bwMode="auto">
          <a:xfrm>
            <a:off x="7285038" y="1970088"/>
            <a:ext cx="99065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1300" b="1" dirty="0">
                <a:solidFill>
                  <a:srgbClr val="7F5F52"/>
                </a:solidFill>
                <a:latin typeface="Open Sans Semibold" panose="020B0706030804020204" pitchFamily="34" charset="0"/>
              </a:rPr>
              <a:t>PHILIPPINES</a:t>
            </a:r>
            <a:endParaRPr lang="en-US" altLang="en-US" sz="1800" dirty="0">
              <a:solidFill>
                <a:srgbClr val="7F5F52"/>
              </a:solidFill>
            </a:endParaRPr>
          </a:p>
        </p:txBody>
      </p:sp>
      <p:sp>
        <p:nvSpPr>
          <p:cNvPr id="15" name="Rectangle 40">
            <a:extLst>
              <a:ext uri="{FF2B5EF4-FFF2-40B4-BE49-F238E27FC236}">
                <a16:creationId xmlns:a16="http://schemas.microsoft.com/office/drawing/2014/main" id="{9D5323A3-1AEB-1BF8-02F5-FE4B1334AFF4}"/>
              </a:ext>
            </a:extLst>
          </p:cNvPr>
          <p:cNvSpPr>
            <a:spLocks noChangeArrowheads="1"/>
          </p:cNvSpPr>
          <p:nvPr/>
        </p:nvSpPr>
        <p:spPr bwMode="auto">
          <a:xfrm>
            <a:off x="7545388" y="3067050"/>
            <a:ext cx="737381"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1300" b="1" dirty="0">
                <a:solidFill>
                  <a:srgbClr val="580C1F"/>
                </a:solidFill>
                <a:latin typeface="Open Sans Semibold" panose="020B0706030804020204" pitchFamily="34" charset="0"/>
              </a:rPr>
              <a:t>VIETNAM</a:t>
            </a:r>
            <a:endParaRPr lang="en-US" altLang="en-US" sz="1800" dirty="0">
              <a:solidFill>
                <a:srgbClr val="580C1F"/>
              </a:solidFill>
            </a:endParaRPr>
          </a:p>
        </p:txBody>
      </p:sp>
      <p:sp>
        <p:nvSpPr>
          <p:cNvPr id="16" name="Rectangle 41">
            <a:extLst>
              <a:ext uri="{FF2B5EF4-FFF2-40B4-BE49-F238E27FC236}">
                <a16:creationId xmlns:a16="http://schemas.microsoft.com/office/drawing/2014/main" id="{7EB4EAC5-C146-2232-E822-1DCAC4584389}"/>
              </a:ext>
            </a:extLst>
          </p:cNvPr>
          <p:cNvSpPr>
            <a:spLocks noChangeArrowheads="1"/>
          </p:cNvSpPr>
          <p:nvPr/>
        </p:nvSpPr>
        <p:spPr bwMode="auto">
          <a:xfrm>
            <a:off x="11361738" y="2138363"/>
            <a:ext cx="4905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200" b="1">
                <a:solidFill>
                  <a:srgbClr val="FFFFFF"/>
                </a:solidFill>
                <a:latin typeface="Open Sans Semibold" panose="020B0706030804020204" pitchFamily="34" charset="0"/>
              </a:rPr>
              <a:t>03</a:t>
            </a:r>
            <a:endParaRPr lang="en-US" altLang="en-US" sz="1800"/>
          </a:p>
        </p:txBody>
      </p:sp>
      <p:sp>
        <p:nvSpPr>
          <p:cNvPr id="17" name="Rectangle 42">
            <a:extLst>
              <a:ext uri="{FF2B5EF4-FFF2-40B4-BE49-F238E27FC236}">
                <a16:creationId xmlns:a16="http://schemas.microsoft.com/office/drawing/2014/main" id="{5DF8B52A-2935-12FF-5C5B-B76FEC1DDE6F}"/>
              </a:ext>
            </a:extLst>
          </p:cNvPr>
          <p:cNvSpPr>
            <a:spLocks noChangeArrowheads="1"/>
          </p:cNvSpPr>
          <p:nvPr/>
        </p:nvSpPr>
        <p:spPr bwMode="auto">
          <a:xfrm>
            <a:off x="11353800" y="3228975"/>
            <a:ext cx="490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200" b="1">
                <a:solidFill>
                  <a:srgbClr val="FFFFFF"/>
                </a:solidFill>
                <a:latin typeface="Open Sans Semibold" panose="020B0706030804020204" pitchFamily="34" charset="0"/>
              </a:rPr>
              <a:t>04</a:t>
            </a:r>
            <a:endParaRPr lang="en-US" altLang="en-US" sz="1800"/>
          </a:p>
        </p:txBody>
      </p:sp>
      <p:sp>
        <p:nvSpPr>
          <p:cNvPr id="18" name="Rectangle 45">
            <a:extLst>
              <a:ext uri="{FF2B5EF4-FFF2-40B4-BE49-F238E27FC236}">
                <a16:creationId xmlns:a16="http://schemas.microsoft.com/office/drawing/2014/main" id="{82E9576A-06BD-A9D4-D72E-750487EF5192}"/>
              </a:ext>
            </a:extLst>
          </p:cNvPr>
          <p:cNvSpPr>
            <a:spLocks noChangeArrowheads="1"/>
          </p:cNvSpPr>
          <p:nvPr/>
        </p:nvSpPr>
        <p:spPr bwMode="auto">
          <a:xfrm>
            <a:off x="8547100" y="3228975"/>
            <a:ext cx="490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200" b="1">
                <a:solidFill>
                  <a:srgbClr val="FFFFFF"/>
                </a:solidFill>
                <a:latin typeface="Open Sans Semibold" panose="020B0706030804020204" pitchFamily="34" charset="0"/>
              </a:rPr>
              <a:t>02</a:t>
            </a:r>
            <a:endParaRPr lang="en-US" altLang="en-US" sz="1800"/>
          </a:p>
        </p:txBody>
      </p:sp>
      <p:sp>
        <p:nvSpPr>
          <p:cNvPr id="19" name="TextBox 93">
            <a:extLst>
              <a:ext uri="{FF2B5EF4-FFF2-40B4-BE49-F238E27FC236}">
                <a16:creationId xmlns:a16="http://schemas.microsoft.com/office/drawing/2014/main" id="{C6ED9597-41AD-9EA5-A43B-E84339DCDE32}"/>
              </a:ext>
            </a:extLst>
          </p:cNvPr>
          <p:cNvSpPr txBox="1">
            <a:spLocks noChangeArrowheads="1"/>
          </p:cNvSpPr>
          <p:nvPr/>
        </p:nvSpPr>
        <p:spPr bwMode="auto">
          <a:xfrm>
            <a:off x="6327775" y="3263900"/>
            <a:ext cx="20431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eaLnBrk="1" hangingPunct="1">
              <a:lnSpc>
                <a:spcPct val="100000"/>
              </a:lnSpc>
              <a:spcBef>
                <a:spcPct val="0"/>
              </a:spcBef>
              <a:buFontTx/>
              <a:buNone/>
            </a:pPr>
            <a:r>
              <a:rPr lang="en-US" altLang="ru-RU" sz="1200">
                <a:latin typeface="Open Sans" panose="020B0606030504020204" pitchFamily="34" charset="0"/>
                <a:cs typeface="Open Sans" panose="020B0606030504020204" pitchFamily="34" charset="0"/>
              </a:rPr>
              <a:t>Lorem ipsum dolor sit amet, consetur adipin</a:t>
            </a:r>
            <a:endParaRPr lang="ru-RU" altLang="ru-RU" sz="1200">
              <a:latin typeface="Open Sans" panose="020B0606030504020204" pitchFamily="34" charset="0"/>
              <a:cs typeface="Open Sans" panose="020B0606030504020204" pitchFamily="34" charset="0"/>
            </a:endParaRPr>
          </a:p>
        </p:txBody>
      </p:sp>
      <p:sp>
        <p:nvSpPr>
          <p:cNvPr id="20" name="TextBox 93">
            <a:extLst>
              <a:ext uri="{FF2B5EF4-FFF2-40B4-BE49-F238E27FC236}">
                <a16:creationId xmlns:a16="http://schemas.microsoft.com/office/drawing/2014/main" id="{17BDFE2D-157E-10FC-BC6C-2417EF70A88D}"/>
              </a:ext>
            </a:extLst>
          </p:cNvPr>
          <p:cNvSpPr txBox="1">
            <a:spLocks noChangeArrowheads="1"/>
          </p:cNvSpPr>
          <p:nvPr/>
        </p:nvSpPr>
        <p:spPr bwMode="auto">
          <a:xfrm>
            <a:off x="9126538" y="2179638"/>
            <a:ext cx="204311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eaLnBrk="1" hangingPunct="1">
              <a:lnSpc>
                <a:spcPct val="100000"/>
              </a:lnSpc>
              <a:spcBef>
                <a:spcPct val="0"/>
              </a:spcBef>
              <a:buFontTx/>
              <a:buNone/>
            </a:pPr>
            <a:r>
              <a:rPr lang="en-US" altLang="ru-RU" sz="1200">
                <a:latin typeface="Open Sans" panose="020B0606030504020204" pitchFamily="34" charset="0"/>
                <a:cs typeface="Open Sans" panose="020B0606030504020204" pitchFamily="34" charset="0"/>
              </a:rPr>
              <a:t>Lorem ipsum dolor sit amet, consetur adipin</a:t>
            </a:r>
            <a:endParaRPr lang="ru-RU" altLang="ru-RU" sz="1200">
              <a:latin typeface="Open Sans" panose="020B0606030504020204" pitchFamily="34" charset="0"/>
              <a:cs typeface="Open Sans" panose="020B0606030504020204" pitchFamily="34" charset="0"/>
            </a:endParaRPr>
          </a:p>
        </p:txBody>
      </p:sp>
      <p:sp>
        <p:nvSpPr>
          <p:cNvPr id="21" name="TextBox 93">
            <a:extLst>
              <a:ext uri="{FF2B5EF4-FFF2-40B4-BE49-F238E27FC236}">
                <a16:creationId xmlns:a16="http://schemas.microsoft.com/office/drawing/2014/main" id="{FF5C4AB3-10C3-79E3-2D96-99A0F61C785D}"/>
              </a:ext>
            </a:extLst>
          </p:cNvPr>
          <p:cNvSpPr txBox="1">
            <a:spLocks noChangeArrowheads="1"/>
          </p:cNvSpPr>
          <p:nvPr/>
        </p:nvSpPr>
        <p:spPr bwMode="auto">
          <a:xfrm>
            <a:off x="9136063" y="3259138"/>
            <a:ext cx="20431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eaLnBrk="1" hangingPunct="1">
              <a:lnSpc>
                <a:spcPct val="100000"/>
              </a:lnSpc>
              <a:spcBef>
                <a:spcPct val="0"/>
              </a:spcBef>
              <a:buFontTx/>
              <a:buNone/>
            </a:pPr>
            <a:r>
              <a:rPr lang="en-US" altLang="ru-RU" sz="1200">
                <a:latin typeface="Open Sans" panose="020B0606030504020204" pitchFamily="34" charset="0"/>
                <a:cs typeface="Open Sans" panose="020B0606030504020204" pitchFamily="34" charset="0"/>
              </a:rPr>
              <a:t>Lorem ipsum dolor sit amet, consetur adipin</a:t>
            </a:r>
            <a:endParaRPr lang="ru-RU" altLang="ru-RU" sz="1200">
              <a:latin typeface="Open Sans" panose="020B0606030504020204" pitchFamily="34" charset="0"/>
              <a:cs typeface="Open Sans" panose="020B0606030504020204" pitchFamily="34" charset="0"/>
            </a:endParaRPr>
          </a:p>
        </p:txBody>
      </p:sp>
      <p:sp>
        <p:nvSpPr>
          <p:cNvPr id="22" name="Rectangle 45">
            <a:extLst>
              <a:ext uri="{FF2B5EF4-FFF2-40B4-BE49-F238E27FC236}">
                <a16:creationId xmlns:a16="http://schemas.microsoft.com/office/drawing/2014/main" id="{428A4D55-3AD3-44C3-8E62-7166C0F26D42}"/>
              </a:ext>
            </a:extLst>
          </p:cNvPr>
          <p:cNvSpPr>
            <a:spLocks noChangeArrowheads="1"/>
          </p:cNvSpPr>
          <p:nvPr/>
        </p:nvSpPr>
        <p:spPr bwMode="auto">
          <a:xfrm>
            <a:off x="8547100" y="2132013"/>
            <a:ext cx="3206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200" b="1">
                <a:solidFill>
                  <a:srgbClr val="FFFFFF"/>
                </a:solidFill>
                <a:latin typeface="Open Sans Semibold" panose="020B0706030804020204" pitchFamily="34" charset="0"/>
              </a:rPr>
              <a:t>01</a:t>
            </a:r>
            <a:endParaRPr lang="en-US" altLang="en-US" sz="1800"/>
          </a:p>
        </p:txBody>
      </p:sp>
      <p:sp>
        <p:nvSpPr>
          <p:cNvPr id="23" name="Freeform 43">
            <a:extLst>
              <a:ext uri="{FF2B5EF4-FFF2-40B4-BE49-F238E27FC236}">
                <a16:creationId xmlns:a16="http://schemas.microsoft.com/office/drawing/2014/main" id="{BB0EED07-0446-549B-CEFB-147208D8CDAF}"/>
              </a:ext>
            </a:extLst>
          </p:cNvPr>
          <p:cNvSpPr/>
          <p:nvPr/>
        </p:nvSpPr>
        <p:spPr bwMode="auto">
          <a:xfrm>
            <a:off x="1039813" y="673100"/>
            <a:ext cx="1290637" cy="1497013"/>
          </a:xfrm>
          <a:custGeom>
            <a:avLst/>
            <a:gdLst>
              <a:gd name="T0" fmla="*/ 180975 w 813"/>
              <a:gd name="T1" fmla="*/ 209550 h 943"/>
              <a:gd name="T2" fmla="*/ 239713 w 813"/>
              <a:gd name="T3" fmla="*/ 165100 h 943"/>
              <a:gd name="T4" fmla="*/ 225425 w 813"/>
              <a:gd name="T5" fmla="*/ 39688 h 943"/>
              <a:gd name="T6" fmla="*/ 306388 w 813"/>
              <a:gd name="T7" fmla="*/ 0 h 943"/>
              <a:gd name="T8" fmla="*/ 398463 w 813"/>
              <a:gd name="T9" fmla="*/ 84138 h 943"/>
              <a:gd name="T10" fmla="*/ 419100 w 813"/>
              <a:gd name="T11" fmla="*/ 168275 h 943"/>
              <a:gd name="T12" fmla="*/ 574675 w 813"/>
              <a:gd name="T13" fmla="*/ 276225 h 943"/>
              <a:gd name="T14" fmla="*/ 692150 w 813"/>
              <a:gd name="T15" fmla="*/ 268288 h 943"/>
              <a:gd name="T16" fmla="*/ 762000 w 813"/>
              <a:gd name="T17" fmla="*/ 334963 h 943"/>
              <a:gd name="T18" fmla="*/ 806450 w 813"/>
              <a:gd name="T19" fmla="*/ 396875 h 943"/>
              <a:gd name="T20" fmla="*/ 750888 w 813"/>
              <a:gd name="T21" fmla="*/ 481013 h 943"/>
              <a:gd name="T22" fmla="*/ 647700 w 813"/>
              <a:gd name="T23" fmla="*/ 508000 h 943"/>
              <a:gd name="T24" fmla="*/ 661988 w 813"/>
              <a:gd name="T25" fmla="*/ 595313 h 943"/>
              <a:gd name="T26" fmla="*/ 717550 w 813"/>
              <a:gd name="T27" fmla="*/ 658813 h 943"/>
              <a:gd name="T28" fmla="*/ 846138 w 813"/>
              <a:gd name="T29" fmla="*/ 687388 h 943"/>
              <a:gd name="T30" fmla="*/ 963613 w 813"/>
              <a:gd name="T31" fmla="*/ 809625 h 943"/>
              <a:gd name="T32" fmla="*/ 1027113 w 813"/>
              <a:gd name="T33" fmla="*/ 927100 h 943"/>
              <a:gd name="T34" fmla="*/ 1100138 w 813"/>
              <a:gd name="T35" fmla="*/ 966788 h 943"/>
              <a:gd name="T36" fmla="*/ 1139825 w 813"/>
              <a:gd name="T37" fmla="*/ 1011238 h 943"/>
              <a:gd name="T38" fmla="*/ 1169988 w 813"/>
              <a:gd name="T39" fmla="*/ 1063625 h 943"/>
              <a:gd name="T40" fmla="*/ 1243013 w 813"/>
              <a:gd name="T41" fmla="*/ 1096963 h 943"/>
              <a:gd name="T42" fmla="*/ 1262063 w 813"/>
              <a:gd name="T43" fmla="*/ 1128713 h 943"/>
              <a:gd name="T44" fmla="*/ 1290638 w 813"/>
              <a:gd name="T45" fmla="*/ 1195388 h 943"/>
              <a:gd name="T46" fmla="*/ 1254125 w 813"/>
              <a:gd name="T47" fmla="*/ 1309688 h 943"/>
              <a:gd name="T48" fmla="*/ 1239838 w 813"/>
              <a:gd name="T49" fmla="*/ 1393825 h 943"/>
              <a:gd name="T50" fmla="*/ 1158875 w 813"/>
              <a:gd name="T51" fmla="*/ 1368425 h 943"/>
              <a:gd name="T52" fmla="*/ 1058863 w 813"/>
              <a:gd name="T53" fmla="*/ 1382713 h 943"/>
              <a:gd name="T54" fmla="*/ 1100138 w 813"/>
              <a:gd name="T55" fmla="*/ 1474788 h 943"/>
              <a:gd name="T56" fmla="*/ 1019175 w 813"/>
              <a:gd name="T57" fmla="*/ 1430338 h 943"/>
              <a:gd name="T58" fmla="*/ 923925 w 813"/>
              <a:gd name="T59" fmla="*/ 1382713 h 943"/>
              <a:gd name="T60" fmla="*/ 963613 w 813"/>
              <a:gd name="T61" fmla="*/ 1295400 h 943"/>
              <a:gd name="T62" fmla="*/ 960438 w 813"/>
              <a:gd name="T63" fmla="*/ 1217613 h 943"/>
              <a:gd name="T64" fmla="*/ 923925 w 813"/>
              <a:gd name="T65" fmla="*/ 1136650 h 943"/>
              <a:gd name="T66" fmla="*/ 879475 w 813"/>
              <a:gd name="T67" fmla="*/ 1103313 h 943"/>
              <a:gd name="T68" fmla="*/ 823913 w 813"/>
              <a:gd name="T69" fmla="*/ 1022350 h 943"/>
              <a:gd name="T70" fmla="*/ 820738 w 813"/>
              <a:gd name="T71" fmla="*/ 919163 h 943"/>
              <a:gd name="T72" fmla="*/ 773113 w 813"/>
              <a:gd name="T73" fmla="*/ 831850 h 943"/>
              <a:gd name="T74" fmla="*/ 608013 w 813"/>
              <a:gd name="T75" fmla="*/ 717550 h 943"/>
              <a:gd name="T76" fmla="*/ 457200 w 813"/>
              <a:gd name="T77" fmla="*/ 804863 h 943"/>
              <a:gd name="T78" fmla="*/ 342900 w 813"/>
              <a:gd name="T79" fmla="*/ 746125 h 943"/>
              <a:gd name="T80" fmla="*/ 250825 w 813"/>
              <a:gd name="T81" fmla="*/ 809625 h 943"/>
              <a:gd name="T82" fmla="*/ 203200 w 813"/>
              <a:gd name="T83" fmla="*/ 695325 h 943"/>
              <a:gd name="T84" fmla="*/ 209550 w 813"/>
              <a:gd name="T85" fmla="*/ 606425 h 943"/>
              <a:gd name="T86" fmla="*/ 206375 w 813"/>
              <a:gd name="T87" fmla="*/ 511175 h 943"/>
              <a:gd name="T88" fmla="*/ 96838 w 813"/>
              <a:gd name="T89" fmla="*/ 525463 h 943"/>
              <a:gd name="T90" fmla="*/ 92075 w 813"/>
              <a:gd name="T91" fmla="*/ 411163 h 943"/>
              <a:gd name="T92" fmla="*/ 0 w 813"/>
              <a:gd name="T93" fmla="*/ 349250 h 943"/>
              <a:gd name="T94" fmla="*/ 66675 w 813"/>
              <a:gd name="T95" fmla="*/ 282575 h 943"/>
              <a:gd name="T96" fmla="*/ 69850 w 813"/>
              <a:gd name="T97" fmla="*/ 206375 h 943"/>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813" h="943">
                <a:moveTo>
                  <a:pt x="93" y="106"/>
                </a:moveTo>
                <a:lnTo>
                  <a:pt x="105" y="116"/>
                </a:lnTo>
                <a:lnTo>
                  <a:pt x="114" y="132"/>
                </a:lnTo>
                <a:lnTo>
                  <a:pt x="139" y="125"/>
                </a:lnTo>
                <a:lnTo>
                  <a:pt x="158" y="130"/>
                </a:lnTo>
                <a:lnTo>
                  <a:pt x="151" y="104"/>
                </a:lnTo>
                <a:lnTo>
                  <a:pt x="151" y="81"/>
                </a:lnTo>
                <a:lnTo>
                  <a:pt x="144" y="60"/>
                </a:lnTo>
                <a:lnTo>
                  <a:pt x="142" y="25"/>
                </a:lnTo>
                <a:lnTo>
                  <a:pt x="156" y="16"/>
                </a:lnTo>
                <a:lnTo>
                  <a:pt x="156" y="2"/>
                </a:lnTo>
                <a:lnTo>
                  <a:pt x="193" y="0"/>
                </a:lnTo>
                <a:lnTo>
                  <a:pt x="200" y="14"/>
                </a:lnTo>
                <a:lnTo>
                  <a:pt x="234" y="30"/>
                </a:lnTo>
                <a:lnTo>
                  <a:pt x="251" y="53"/>
                </a:lnTo>
                <a:lnTo>
                  <a:pt x="269" y="69"/>
                </a:lnTo>
                <a:lnTo>
                  <a:pt x="274" y="90"/>
                </a:lnTo>
                <a:lnTo>
                  <a:pt x="264" y="106"/>
                </a:lnTo>
                <a:lnTo>
                  <a:pt x="299" y="139"/>
                </a:lnTo>
                <a:lnTo>
                  <a:pt x="320" y="174"/>
                </a:lnTo>
                <a:lnTo>
                  <a:pt x="362" y="174"/>
                </a:lnTo>
                <a:lnTo>
                  <a:pt x="387" y="181"/>
                </a:lnTo>
                <a:lnTo>
                  <a:pt x="408" y="169"/>
                </a:lnTo>
                <a:lnTo>
                  <a:pt x="436" y="169"/>
                </a:lnTo>
                <a:lnTo>
                  <a:pt x="452" y="185"/>
                </a:lnTo>
                <a:lnTo>
                  <a:pt x="478" y="190"/>
                </a:lnTo>
                <a:lnTo>
                  <a:pt x="480" y="211"/>
                </a:lnTo>
                <a:lnTo>
                  <a:pt x="480" y="229"/>
                </a:lnTo>
                <a:lnTo>
                  <a:pt x="508" y="236"/>
                </a:lnTo>
                <a:lnTo>
                  <a:pt x="508" y="250"/>
                </a:lnTo>
                <a:lnTo>
                  <a:pt x="494" y="255"/>
                </a:lnTo>
                <a:lnTo>
                  <a:pt x="482" y="294"/>
                </a:lnTo>
                <a:lnTo>
                  <a:pt x="473" y="303"/>
                </a:lnTo>
                <a:lnTo>
                  <a:pt x="452" y="308"/>
                </a:lnTo>
                <a:lnTo>
                  <a:pt x="424" y="317"/>
                </a:lnTo>
                <a:lnTo>
                  <a:pt x="408" y="320"/>
                </a:lnTo>
                <a:lnTo>
                  <a:pt x="413" y="336"/>
                </a:lnTo>
                <a:lnTo>
                  <a:pt x="434" y="359"/>
                </a:lnTo>
                <a:lnTo>
                  <a:pt x="417" y="375"/>
                </a:lnTo>
                <a:lnTo>
                  <a:pt x="422" y="387"/>
                </a:lnTo>
                <a:lnTo>
                  <a:pt x="438" y="387"/>
                </a:lnTo>
                <a:lnTo>
                  <a:pt x="452" y="415"/>
                </a:lnTo>
                <a:lnTo>
                  <a:pt x="484" y="415"/>
                </a:lnTo>
                <a:lnTo>
                  <a:pt x="512" y="431"/>
                </a:lnTo>
                <a:lnTo>
                  <a:pt x="533" y="433"/>
                </a:lnTo>
                <a:lnTo>
                  <a:pt x="559" y="468"/>
                </a:lnTo>
                <a:lnTo>
                  <a:pt x="586" y="482"/>
                </a:lnTo>
                <a:lnTo>
                  <a:pt x="607" y="510"/>
                </a:lnTo>
                <a:lnTo>
                  <a:pt x="607" y="526"/>
                </a:lnTo>
                <a:lnTo>
                  <a:pt x="637" y="561"/>
                </a:lnTo>
                <a:lnTo>
                  <a:pt x="647" y="584"/>
                </a:lnTo>
                <a:lnTo>
                  <a:pt x="658" y="591"/>
                </a:lnTo>
                <a:lnTo>
                  <a:pt x="684" y="591"/>
                </a:lnTo>
                <a:lnTo>
                  <a:pt x="693" y="609"/>
                </a:lnTo>
                <a:lnTo>
                  <a:pt x="698" y="626"/>
                </a:lnTo>
                <a:lnTo>
                  <a:pt x="709" y="640"/>
                </a:lnTo>
                <a:lnTo>
                  <a:pt x="718" y="637"/>
                </a:lnTo>
                <a:lnTo>
                  <a:pt x="735" y="642"/>
                </a:lnTo>
                <a:lnTo>
                  <a:pt x="730" y="660"/>
                </a:lnTo>
                <a:lnTo>
                  <a:pt x="737" y="670"/>
                </a:lnTo>
                <a:lnTo>
                  <a:pt x="760" y="672"/>
                </a:lnTo>
                <a:lnTo>
                  <a:pt x="772" y="688"/>
                </a:lnTo>
                <a:lnTo>
                  <a:pt x="783" y="691"/>
                </a:lnTo>
                <a:lnTo>
                  <a:pt x="802" y="684"/>
                </a:lnTo>
                <a:lnTo>
                  <a:pt x="809" y="697"/>
                </a:lnTo>
                <a:lnTo>
                  <a:pt x="795" y="711"/>
                </a:lnTo>
                <a:lnTo>
                  <a:pt x="790" y="739"/>
                </a:lnTo>
                <a:lnTo>
                  <a:pt x="799" y="751"/>
                </a:lnTo>
                <a:lnTo>
                  <a:pt x="813" y="753"/>
                </a:lnTo>
                <a:lnTo>
                  <a:pt x="813" y="776"/>
                </a:lnTo>
                <a:lnTo>
                  <a:pt x="786" y="799"/>
                </a:lnTo>
                <a:lnTo>
                  <a:pt x="790" y="825"/>
                </a:lnTo>
                <a:lnTo>
                  <a:pt x="797" y="839"/>
                </a:lnTo>
                <a:lnTo>
                  <a:pt x="799" y="867"/>
                </a:lnTo>
                <a:lnTo>
                  <a:pt x="781" y="878"/>
                </a:lnTo>
                <a:lnTo>
                  <a:pt x="765" y="881"/>
                </a:lnTo>
                <a:lnTo>
                  <a:pt x="744" y="867"/>
                </a:lnTo>
                <a:lnTo>
                  <a:pt x="730" y="862"/>
                </a:lnTo>
                <a:lnTo>
                  <a:pt x="721" y="846"/>
                </a:lnTo>
                <a:lnTo>
                  <a:pt x="686" y="855"/>
                </a:lnTo>
                <a:lnTo>
                  <a:pt x="667" y="871"/>
                </a:lnTo>
                <a:lnTo>
                  <a:pt x="691" y="892"/>
                </a:lnTo>
                <a:lnTo>
                  <a:pt x="686" y="911"/>
                </a:lnTo>
                <a:lnTo>
                  <a:pt x="693" y="929"/>
                </a:lnTo>
                <a:lnTo>
                  <a:pt x="691" y="943"/>
                </a:lnTo>
                <a:lnTo>
                  <a:pt x="661" y="932"/>
                </a:lnTo>
                <a:lnTo>
                  <a:pt x="642" y="901"/>
                </a:lnTo>
                <a:lnTo>
                  <a:pt x="614" y="901"/>
                </a:lnTo>
                <a:lnTo>
                  <a:pt x="605" y="888"/>
                </a:lnTo>
                <a:lnTo>
                  <a:pt x="582" y="871"/>
                </a:lnTo>
                <a:lnTo>
                  <a:pt x="593" y="867"/>
                </a:lnTo>
                <a:lnTo>
                  <a:pt x="605" y="850"/>
                </a:lnTo>
                <a:lnTo>
                  <a:pt x="607" y="816"/>
                </a:lnTo>
                <a:lnTo>
                  <a:pt x="600" y="799"/>
                </a:lnTo>
                <a:lnTo>
                  <a:pt x="607" y="781"/>
                </a:lnTo>
                <a:lnTo>
                  <a:pt x="605" y="767"/>
                </a:lnTo>
                <a:lnTo>
                  <a:pt x="612" y="746"/>
                </a:lnTo>
                <a:lnTo>
                  <a:pt x="607" y="732"/>
                </a:lnTo>
                <a:lnTo>
                  <a:pt x="582" y="716"/>
                </a:lnTo>
                <a:lnTo>
                  <a:pt x="589" y="704"/>
                </a:lnTo>
                <a:lnTo>
                  <a:pt x="572" y="697"/>
                </a:lnTo>
                <a:lnTo>
                  <a:pt x="554" y="695"/>
                </a:lnTo>
                <a:lnTo>
                  <a:pt x="533" y="672"/>
                </a:lnTo>
                <a:lnTo>
                  <a:pt x="515" y="660"/>
                </a:lnTo>
                <a:lnTo>
                  <a:pt x="519" y="644"/>
                </a:lnTo>
                <a:lnTo>
                  <a:pt x="522" y="616"/>
                </a:lnTo>
                <a:lnTo>
                  <a:pt x="510" y="593"/>
                </a:lnTo>
                <a:lnTo>
                  <a:pt x="517" y="579"/>
                </a:lnTo>
                <a:lnTo>
                  <a:pt x="522" y="563"/>
                </a:lnTo>
                <a:lnTo>
                  <a:pt x="510" y="542"/>
                </a:lnTo>
                <a:lnTo>
                  <a:pt x="487" y="524"/>
                </a:lnTo>
                <a:lnTo>
                  <a:pt x="443" y="491"/>
                </a:lnTo>
                <a:lnTo>
                  <a:pt x="429" y="463"/>
                </a:lnTo>
                <a:lnTo>
                  <a:pt x="383" y="452"/>
                </a:lnTo>
                <a:lnTo>
                  <a:pt x="350" y="459"/>
                </a:lnTo>
                <a:lnTo>
                  <a:pt x="329" y="503"/>
                </a:lnTo>
                <a:lnTo>
                  <a:pt x="288" y="507"/>
                </a:lnTo>
                <a:lnTo>
                  <a:pt x="269" y="487"/>
                </a:lnTo>
                <a:lnTo>
                  <a:pt x="251" y="487"/>
                </a:lnTo>
                <a:lnTo>
                  <a:pt x="216" y="470"/>
                </a:lnTo>
                <a:lnTo>
                  <a:pt x="183" y="484"/>
                </a:lnTo>
                <a:lnTo>
                  <a:pt x="181" y="505"/>
                </a:lnTo>
                <a:lnTo>
                  <a:pt x="158" y="510"/>
                </a:lnTo>
                <a:lnTo>
                  <a:pt x="130" y="526"/>
                </a:lnTo>
                <a:lnTo>
                  <a:pt x="128" y="473"/>
                </a:lnTo>
                <a:lnTo>
                  <a:pt x="128" y="438"/>
                </a:lnTo>
                <a:lnTo>
                  <a:pt x="118" y="415"/>
                </a:lnTo>
                <a:lnTo>
                  <a:pt x="130" y="398"/>
                </a:lnTo>
                <a:lnTo>
                  <a:pt x="132" y="382"/>
                </a:lnTo>
                <a:lnTo>
                  <a:pt x="121" y="364"/>
                </a:lnTo>
                <a:lnTo>
                  <a:pt x="132" y="341"/>
                </a:lnTo>
                <a:lnTo>
                  <a:pt x="130" y="322"/>
                </a:lnTo>
                <a:lnTo>
                  <a:pt x="93" y="322"/>
                </a:lnTo>
                <a:lnTo>
                  <a:pt x="77" y="336"/>
                </a:lnTo>
                <a:lnTo>
                  <a:pt x="61" y="331"/>
                </a:lnTo>
                <a:lnTo>
                  <a:pt x="47" y="306"/>
                </a:lnTo>
                <a:lnTo>
                  <a:pt x="63" y="294"/>
                </a:lnTo>
                <a:lnTo>
                  <a:pt x="58" y="259"/>
                </a:lnTo>
                <a:lnTo>
                  <a:pt x="37" y="236"/>
                </a:lnTo>
                <a:lnTo>
                  <a:pt x="12" y="243"/>
                </a:lnTo>
                <a:lnTo>
                  <a:pt x="0" y="220"/>
                </a:lnTo>
                <a:lnTo>
                  <a:pt x="12" y="195"/>
                </a:lnTo>
                <a:lnTo>
                  <a:pt x="21" y="195"/>
                </a:lnTo>
                <a:lnTo>
                  <a:pt x="42" y="178"/>
                </a:lnTo>
                <a:lnTo>
                  <a:pt x="33" y="164"/>
                </a:lnTo>
                <a:lnTo>
                  <a:pt x="44" y="148"/>
                </a:lnTo>
                <a:lnTo>
                  <a:pt x="44" y="130"/>
                </a:lnTo>
                <a:lnTo>
                  <a:pt x="72" y="125"/>
                </a:lnTo>
                <a:lnTo>
                  <a:pt x="93" y="106"/>
                </a:lnTo>
                <a:close/>
              </a:path>
            </a:pathLst>
          </a:custGeom>
          <a:solidFill>
            <a:srgbClr val="EEEFF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24" name="Freeform 45">
            <a:extLst>
              <a:ext uri="{FF2B5EF4-FFF2-40B4-BE49-F238E27FC236}">
                <a16:creationId xmlns:a16="http://schemas.microsoft.com/office/drawing/2014/main" id="{2DE6E6FA-CE01-9B61-4462-0F08D5C4AB2F}"/>
              </a:ext>
            </a:extLst>
          </p:cNvPr>
          <p:cNvSpPr>
            <a:spLocks noEditPoints="1"/>
          </p:cNvSpPr>
          <p:nvPr/>
        </p:nvSpPr>
        <p:spPr bwMode="auto">
          <a:xfrm>
            <a:off x="7715250" y="4654550"/>
            <a:ext cx="2411413" cy="1758950"/>
          </a:xfrm>
          <a:custGeom>
            <a:avLst/>
            <a:gdLst>
              <a:gd name="T0" fmla="*/ 1933542 w 656"/>
              <a:gd name="T1" fmla="*/ 1711112 h 478"/>
              <a:gd name="T2" fmla="*/ 1933542 w 656"/>
              <a:gd name="T3" fmla="*/ 1711112 h 478"/>
              <a:gd name="T4" fmla="*/ 1025586 w 656"/>
              <a:gd name="T5" fmla="*/ 176631 h 478"/>
              <a:gd name="T6" fmla="*/ 2286431 w 656"/>
              <a:gd name="T7" fmla="*/ 772760 h 478"/>
              <a:gd name="T8" fmla="*/ 2319515 w 656"/>
              <a:gd name="T9" fmla="*/ 927313 h 478"/>
              <a:gd name="T10" fmla="*/ 2223940 w 656"/>
              <a:gd name="T11" fmla="*/ 706524 h 478"/>
              <a:gd name="T12" fmla="*/ 2135718 w 656"/>
              <a:gd name="T13" fmla="*/ 563011 h 478"/>
              <a:gd name="T14" fmla="*/ 1676226 w 656"/>
              <a:gd name="T15" fmla="*/ 279666 h 478"/>
              <a:gd name="T16" fmla="*/ 1951921 w 656"/>
              <a:gd name="T17" fmla="*/ 511494 h 478"/>
              <a:gd name="T18" fmla="*/ 1889430 w 656"/>
              <a:gd name="T19" fmla="*/ 437898 h 478"/>
              <a:gd name="T20" fmla="*/ 1415235 w 656"/>
              <a:gd name="T21" fmla="*/ 3680 h 478"/>
              <a:gd name="T22" fmla="*/ 1540217 w 656"/>
              <a:gd name="T23" fmla="*/ 264946 h 478"/>
              <a:gd name="T24" fmla="*/ 1470374 w 656"/>
              <a:gd name="T25" fmla="*/ 607169 h 478"/>
              <a:gd name="T26" fmla="*/ 1327012 w 656"/>
              <a:gd name="T27" fmla="*/ 820598 h 478"/>
              <a:gd name="T28" fmla="*/ 1613735 w 656"/>
              <a:gd name="T29" fmla="*/ 853716 h 478"/>
              <a:gd name="T30" fmla="*/ 1804884 w 656"/>
              <a:gd name="T31" fmla="*/ 721243 h 478"/>
              <a:gd name="T32" fmla="*/ 1823263 w 656"/>
              <a:gd name="T33" fmla="*/ 496775 h 478"/>
              <a:gd name="T34" fmla="*/ 1731365 w 656"/>
              <a:gd name="T35" fmla="*/ 629248 h 478"/>
              <a:gd name="T36" fmla="*/ 1529189 w 656"/>
              <a:gd name="T37" fmla="*/ 710204 h 478"/>
              <a:gd name="T38" fmla="*/ 1426263 w 656"/>
              <a:gd name="T39" fmla="*/ 710204 h 478"/>
              <a:gd name="T40" fmla="*/ 1095428 w 656"/>
              <a:gd name="T41" fmla="*/ 732283 h 478"/>
              <a:gd name="T42" fmla="*/ 992502 w 656"/>
              <a:gd name="T43" fmla="*/ 695484 h 478"/>
              <a:gd name="T44" fmla="*/ 845465 w 656"/>
              <a:gd name="T45" fmla="*/ 585090 h 478"/>
              <a:gd name="T46" fmla="*/ 1856347 w 656"/>
              <a:gd name="T47" fmla="*/ 1295294 h 478"/>
              <a:gd name="T48" fmla="*/ 1643143 w 656"/>
              <a:gd name="T49" fmla="*/ 1236417 h 478"/>
              <a:gd name="T50" fmla="*/ 1606383 w 656"/>
              <a:gd name="T51" fmla="*/ 1468245 h 478"/>
              <a:gd name="T52" fmla="*/ 1588004 w 656"/>
              <a:gd name="T53" fmla="*/ 1471925 h 478"/>
              <a:gd name="T54" fmla="*/ 1565948 w 656"/>
              <a:gd name="T55" fmla="*/ 1413048 h 478"/>
              <a:gd name="T56" fmla="*/ 1532865 w 656"/>
              <a:gd name="T57" fmla="*/ 1376250 h 478"/>
              <a:gd name="T58" fmla="*/ 1492429 w 656"/>
              <a:gd name="T59" fmla="*/ 1350491 h 478"/>
              <a:gd name="T60" fmla="*/ 595501 w 656"/>
              <a:gd name="T61" fmla="*/ 1081865 h 478"/>
              <a:gd name="T62" fmla="*/ 588150 w 656"/>
              <a:gd name="T63" fmla="*/ 1096584 h 478"/>
              <a:gd name="T64" fmla="*/ 499927 w 656"/>
              <a:gd name="T65" fmla="*/ 1122343 h 478"/>
              <a:gd name="T66" fmla="*/ 419057 w 656"/>
              <a:gd name="T67" fmla="*/ 1236417 h 478"/>
              <a:gd name="T68" fmla="*/ 371269 w 656"/>
              <a:gd name="T69" fmla="*/ 1232737 h 478"/>
              <a:gd name="T70" fmla="*/ 415381 w 656"/>
              <a:gd name="T71" fmla="*/ 1155461 h 478"/>
              <a:gd name="T72" fmla="*/ 36759 w 656"/>
              <a:gd name="T73" fmla="*/ 253907 h 478"/>
              <a:gd name="T74" fmla="*/ 102926 w 656"/>
              <a:gd name="T75" fmla="*/ 1324732 h 478"/>
              <a:gd name="T76" fmla="*/ 352890 w 656"/>
              <a:gd name="T77" fmla="*/ 1317373 h 478"/>
              <a:gd name="T78" fmla="*/ 213204 w 656"/>
              <a:gd name="T79" fmla="*/ 1184899 h 478"/>
              <a:gd name="T80" fmla="*/ 121306 w 656"/>
              <a:gd name="T81" fmla="*/ 1059786 h 478"/>
              <a:gd name="T82" fmla="*/ 268343 w 656"/>
              <a:gd name="T83" fmla="*/ 1203298 h 478"/>
              <a:gd name="T84" fmla="*/ 382297 w 656"/>
              <a:gd name="T85" fmla="*/ 1133382 h 478"/>
              <a:gd name="T86" fmla="*/ 437436 w 656"/>
              <a:gd name="T87" fmla="*/ 1114983 h 478"/>
              <a:gd name="T88" fmla="*/ 496251 w 656"/>
              <a:gd name="T89" fmla="*/ 1089224 h 478"/>
              <a:gd name="T90" fmla="*/ 536686 w 656"/>
              <a:gd name="T91" fmla="*/ 1052426 h 478"/>
              <a:gd name="T92" fmla="*/ 672696 w 656"/>
              <a:gd name="T93" fmla="*/ 1063466 h 478"/>
              <a:gd name="T94" fmla="*/ 856493 w 656"/>
              <a:gd name="T95" fmla="*/ 1240097 h 478"/>
              <a:gd name="T96" fmla="*/ 1062345 w 656"/>
              <a:gd name="T97" fmla="*/ 1482964 h 478"/>
              <a:gd name="T98" fmla="*/ 1323336 w 656"/>
              <a:gd name="T99" fmla="*/ 1516082 h 478"/>
              <a:gd name="T100" fmla="*/ 1485078 w 656"/>
              <a:gd name="T101" fmla="*/ 1593358 h 478"/>
              <a:gd name="T102" fmla="*/ 1562272 w 656"/>
              <a:gd name="T103" fmla="*/ 1508723 h 478"/>
              <a:gd name="T104" fmla="*/ 1426263 w 656"/>
              <a:gd name="T105" fmla="*/ 1409368 h 478"/>
              <a:gd name="T106" fmla="*/ 1290253 w 656"/>
              <a:gd name="T107" fmla="*/ 1302653 h 478"/>
              <a:gd name="T108" fmla="*/ 1135864 w 656"/>
              <a:gd name="T109" fmla="*/ 1144421 h 478"/>
              <a:gd name="T110" fmla="*/ 970447 w 656"/>
              <a:gd name="T111" fmla="*/ 949391 h 478"/>
              <a:gd name="T112" fmla="*/ 1014558 w 656"/>
              <a:gd name="T113" fmla="*/ 805879 h 478"/>
              <a:gd name="T114" fmla="*/ 801354 w 656"/>
              <a:gd name="T115" fmla="*/ 625568 h 478"/>
              <a:gd name="T116" fmla="*/ 610205 w 656"/>
              <a:gd name="T117" fmla="*/ 474696 h 478"/>
              <a:gd name="T118" fmla="*/ 301427 w 656"/>
              <a:gd name="T119" fmla="*/ 360622 h 478"/>
              <a:gd name="T120" fmla="*/ 66167 w 656"/>
              <a:gd name="T121" fmla="*/ 257587 h 47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656" h="478">
                <a:moveTo>
                  <a:pt x="562" y="464"/>
                </a:moveTo>
                <a:cubicBezTo>
                  <a:pt x="567" y="459"/>
                  <a:pt x="567" y="459"/>
                  <a:pt x="567" y="459"/>
                </a:cubicBezTo>
                <a:cubicBezTo>
                  <a:pt x="575" y="461"/>
                  <a:pt x="575" y="461"/>
                  <a:pt x="575" y="461"/>
                </a:cubicBezTo>
                <a:cubicBezTo>
                  <a:pt x="573" y="466"/>
                  <a:pt x="573" y="466"/>
                  <a:pt x="573" y="466"/>
                </a:cubicBezTo>
                <a:cubicBezTo>
                  <a:pt x="566" y="467"/>
                  <a:pt x="566" y="467"/>
                  <a:pt x="566" y="467"/>
                </a:cubicBezTo>
                <a:cubicBezTo>
                  <a:pt x="562" y="466"/>
                  <a:pt x="562" y="466"/>
                  <a:pt x="562" y="466"/>
                </a:cubicBezTo>
                <a:cubicBezTo>
                  <a:pt x="562" y="464"/>
                  <a:pt x="562" y="464"/>
                  <a:pt x="562" y="464"/>
                </a:cubicBezTo>
                <a:close/>
                <a:moveTo>
                  <a:pt x="526" y="465"/>
                </a:moveTo>
                <a:cubicBezTo>
                  <a:pt x="536" y="475"/>
                  <a:pt x="536" y="475"/>
                  <a:pt x="536" y="475"/>
                </a:cubicBezTo>
                <a:cubicBezTo>
                  <a:pt x="541" y="475"/>
                  <a:pt x="541" y="475"/>
                  <a:pt x="541" y="475"/>
                </a:cubicBezTo>
                <a:cubicBezTo>
                  <a:pt x="546" y="478"/>
                  <a:pt x="546" y="478"/>
                  <a:pt x="546" y="478"/>
                </a:cubicBezTo>
                <a:cubicBezTo>
                  <a:pt x="549" y="476"/>
                  <a:pt x="549" y="476"/>
                  <a:pt x="549" y="476"/>
                </a:cubicBezTo>
                <a:cubicBezTo>
                  <a:pt x="547" y="471"/>
                  <a:pt x="547" y="471"/>
                  <a:pt x="547" y="471"/>
                </a:cubicBezTo>
                <a:cubicBezTo>
                  <a:pt x="540" y="471"/>
                  <a:pt x="540" y="471"/>
                  <a:pt x="540" y="471"/>
                </a:cubicBezTo>
                <a:cubicBezTo>
                  <a:pt x="531" y="464"/>
                  <a:pt x="531" y="464"/>
                  <a:pt x="531" y="464"/>
                </a:cubicBezTo>
                <a:cubicBezTo>
                  <a:pt x="526" y="465"/>
                  <a:pt x="526" y="465"/>
                  <a:pt x="526" y="465"/>
                </a:cubicBezTo>
                <a:close/>
                <a:moveTo>
                  <a:pt x="254" y="38"/>
                </a:moveTo>
                <a:cubicBezTo>
                  <a:pt x="257" y="36"/>
                  <a:pt x="257" y="36"/>
                  <a:pt x="257" y="36"/>
                </a:cubicBezTo>
                <a:cubicBezTo>
                  <a:pt x="264" y="36"/>
                  <a:pt x="264" y="36"/>
                  <a:pt x="264" y="36"/>
                </a:cubicBezTo>
                <a:cubicBezTo>
                  <a:pt x="271" y="34"/>
                  <a:pt x="271" y="34"/>
                  <a:pt x="271" y="34"/>
                </a:cubicBezTo>
                <a:cubicBezTo>
                  <a:pt x="276" y="38"/>
                  <a:pt x="276" y="38"/>
                  <a:pt x="276" y="38"/>
                </a:cubicBezTo>
                <a:cubicBezTo>
                  <a:pt x="283" y="36"/>
                  <a:pt x="283" y="36"/>
                  <a:pt x="283" y="36"/>
                </a:cubicBezTo>
                <a:cubicBezTo>
                  <a:pt x="288" y="40"/>
                  <a:pt x="288" y="40"/>
                  <a:pt x="288" y="40"/>
                </a:cubicBezTo>
                <a:cubicBezTo>
                  <a:pt x="279" y="48"/>
                  <a:pt x="279" y="48"/>
                  <a:pt x="279" y="48"/>
                </a:cubicBezTo>
                <a:cubicBezTo>
                  <a:pt x="268" y="48"/>
                  <a:pt x="268" y="48"/>
                  <a:pt x="268" y="48"/>
                </a:cubicBezTo>
                <a:cubicBezTo>
                  <a:pt x="264" y="45"/>
                  <a:pt x="264" y="45"/>
                  <a:pt x="264" y="45"/>
                </a:cubicBezTo>
                <a:cubicBezTo>
                  <a:pt x="257" y="44"/>
                  <a:pt x="257" y="44"/>
                  <a:pt x="257" y="44"/>
                </a:cubicBezTo>
                <a:cubicBezTo>
                  <a:pt x="257" y="44"/>
                  <a:pt x="254" y="37"/>
                  <a:pt x="254" y="38"/>
                </a:cubicBezTo>
                <a:close/>
                <a:moveTo>
                  <a:pt x="605" y="192"/>
                </a:moveTo>
                <a:cubicBezTo>
                  <a:pt x="614" y="192"/>
                  <a:pt x="614" y="192"/>
                  <a:pt x="614" y="192"/>
                </a:cubicBezTo>
                <a:cubicBezTo>
                  <a:pt x="619" y="198"/>
                  <a:pt x="619" y="198"/>
                  <a:pt x="619" y="198"/>
                </a:cubicBezTo>
                <a:cubicBezTo>
                  <a:pt x="622" y="210"/>
                  <a:pt x="622" y="210"/>
                  <a:pt x="622" y="210"/>
                </a:cubicBezTo>
                <a:cubicBezTo>
                  <a:pt x="633" y="214"/>
                  <a:pt x="633" y="214"/>
                  <a:pt x="633" y="214"/>
                </a:cubicBezTo>
                <a:cubicBezTo>
                  <a:pt x="647" y="225"/>
                  <a:pt x="647" y="225"/>
                  <a:pt x="647" y="225"/>
                </a:cubicBezTo>
                <a:cubicBezTo>
                  <a:pt x="656" y="236"/>
                  <a:pt x="656" y="236"/>
                  <a:pt x="656" y="236"/>
                </a:cubicBezTo>
                <a:cubicBezTo>
                  <a:pt x="655" y="247"/>
                  <a:pt x="655" y="247"/>
                  <a:pt x="655" y="247"/>
                </a:cubicBezTo>
                <a:cubicBezTo>
                  <a:pt x="649" y="249"/>
                  <a:pt x="649" y="249"/>
                  <a:pt x="649" y="249"/>
                </a:cubicBezTo>
                <a:cubicBezTo>
                  <a:pt x="647" y="253"/>
                  <a:pt x="647" y="253"/>
                  <a:pt x="647" y="253"/>
                </a:cubicBezTo>
                <a:cubicBezTo>
                  <a:pt x="637" y="254"/>
                  <a:pt x="637" y="254"/>
                  <a:pt x="637" y="254"/>
                </a:cubicBezTo>
                <a:cubicBezTo>
                  <a:pt x="631" y="252"/>
                  <a:pt x="631" y="252"/>
                  <a:pt x="631" y="252"/>
                </a:cubicBezTo>
                <a:cubicBezTo>
                  <a:pt x="624" y="252"/>
                  <a:pt x="624" y="252"/>
                  <a:pt x="624" y="252"/>
                </a:cubicBezTo>
                <a:cubicBezTo>
                  <a:pt x="619" y="245"/>
                  <a:pt x="619" y="245"/>
                  <a:pt x="619" y="245"/>
                </a:cubicBezTo>
                <a:cubicBezTo>
                  <a:pt x="622" y="241"/>
                  <a:pt x="622" y="241"/>
                  <a:pt x="622" y="241"/>
                </a:cubicBezTo>
                <a:cubicBezTo>
                  <a:pt x="614" y="226"/>
                  <a:pt x="614" y="226"/>
                  <a:pt x="614" y="226"/>
                </a:cubicBezTo>
                <a:cubicBezTo>
                  <a:pt x="605" y="221"/>
                  <a:pt x="605" y="221"/>
                  <a:pt x="605" y="221"/>
                </a:cubicBezTo>
                <a:cubicBezTo>
                  <a:pt x="605" y="208"/>
                  <a:pt x="605" y="208"/>
                  <a:pt x="605" y="208"/>
                </a:cubicBezTo>
                <a:cubicBezTo>
                  <a:pt x="603" y="200"/>
                  <a:pt x="603" y="200"/>
                  <a:pt x="603" y="200"/>
                </a:cubicBezTo>
                <a:cubicBezTo>
                  <a:pt x="605" y="192"/>
                  <a:pt x="605" y="192"/>
                  <a:pt x="605" y="192"/>
                </a:cubicBezTo>
                <a:close/>
                <a:moveTo>
                  <a:pt x="596" y="172"/>
                </a:moveTo>
                <a:cubicBezTo>
                  <a:pt x="593" y="176"/>
                  <a:pt x="593" y="176"/>
                  <a:pt x="593" y="176"/>
                </a:cubicBezTo>
                <a:cubicBezTo>
                  <a:pt x="597" y="182"/>
                  <a:pt x="597" y="182"/>
                  <a:pt x="597" y="182"/>
                </a:cubicBezTo>
                <a:cubicBezTo>
                  <a:pt x="598" y="190"/>
                  <a:pt x="598" y="190"/>
                  <a:pt x="598" y="190"/>
                </a:cubicBezTo>
                <a:cubicBezTo>
                  <a:pt x="603" y="183"/>
                  <a:pt x="603" y="183"/>
                  <a:pt x="603" y="183"/>
                </a:cubicBezTo>
                <a:cubicBezTo>
                  <a:pt x="602" y="174"/>
                  <a:pt x="602" y="174"/>
                  <a:pt x="602" y="174"/>
                </a:cubicBezTo>
                <a:cubicBezTo>
                  <a:pt x="596" y="172"/>
                  <a:pt x="596" y="172"/>
                  <a:pt x="596" y="172"/>
                </a:cubicBezTo>
                <a:close/>
                <a:moveTo>
                  <a:pt x="581" y="153"/>
                </a:moveTo>
                <a:cubicBezTo>
                  <a:pt x="586" y="152"/>
                  <a:pt x="586" y="152"/>
                  <a:pt x="586" y="152"/>
                </a:cubicBezTo>
                <a:cubicBezTo>
                  <a:pt x="589" y="145"/>
                  <a:pt x="589" y="145"/>
                  <a:pt x="589" y="145"/>
                </a:cubicBezTo>
                <a:cubicBezTo>
                  <a:pt x="594" y="152"/>
                  <a:pt x="594" y="152"/>
                  <a:pt x="594" y="152"/>
                </a:cubicBezTo>
                <a:cubicBezTo>
                  <a:pt x="589" y="158"/>
                  <a:pt x="589" y="158"/>
                  <a:pt x="589" y="158"/>
                </a:cubicBezTo>
                <a:cubicBezTo>
                  <a:pt x="583" y="157"/>
                  <a:pt x="583" y="157"/>
                  <a:pt x="583" y="157"/>
                </a:cubicBezTo>
                <a:cubicBezTo>
                  <a:pt x="581" y="153"/>
                  <a:pt x="581" y="153"/>
                  <a:pt x="581" y="153"/>
                </a:cubicBezTo>
                <a:close/>
                <a:moveTo>
                  <a:pt x="437" y="65"/>
                </a:moveTo>
                <a:cubicBezTo>
                  <a:pt x="456" y="76"/>
                  <a:pt x="456" y="76"/>
                  <a:pt x="456" y="76"/>
                </a:cubicBezTo>
                <a:cubicBezTo>
                  <a:pt x="469" y="80"/>
                  <a:pt x="469" y="80"/>
                  <a:pt x="469" y="80"/>
                </a:cubicBezTo>
                <a:cubicBezTo>
                  <a:pt x="485" y="93"/>
                  <a:pt x="485" y="93"/>
                  <a:pt x="485" y="93"/>
                </a:cubicBezTo>
                <a:cubicBezTo>
                  <a:pt x="497" y="96"/>
                  <a:pt x="497" y="96"/>
                  <a:pt x="497" y="96"/>
                </a:cubicBezTo>
                <a:cubicBezTo>
                  <a:pt x="504" y="103"/>
                  <a:pt x="504" y="103"/>
                  <a:pt x="504" y="103"/>
                </a:cubicBezTo>
                <a:cubicBezTo>
                  <a:pt x="514" y="108"/>
                  <a:pt x="514" y="108"/>
                  <a:pt x="514" y="108"/>
                </a:cubicBezTo>
                <a:cubicBezTo>
                  <a:pt x="521" y="120"/>
                  <a:pt x="521" y="120"/>
                  <a:pt x="521" y="120"/>
                </a:cubicBezTo>
                <a:cubicBezTo>
                  <a:pt x="527" y="121"/>
                  <a:pt x="527" y="121"/>
                  <a:pt x="527" y="121"/>
                </a:cubicBezTo>
                <a:cubicBezTo>
                  <a:pt x="531" y="139"/>
                  <a:pt x="531" y="139"/>
                  <a:pt x="531" y="139"/>
                </a:cubicBezTo>
                <a:cubicBezTo>
                  <a:pt x="535" y="140"/>
                  <a:pt x="535" y="140"/>
                  <a:pt x="535" y="140"/>
                </a:cubicBezTo>
                <a:cubicBezTo>
                  <a:pt x="536" y="148"/>
                  <a:pt x="536" y="148"/>
                  <a:pt x="536" y="148"/>
                </a:cubicBezTo>
                <a:cubicBezTo>
                  <a:pt x="532" y="156"/>
                  <a:pt x="532" y="156"/>
                  <a:pt x="532" y="156"/>
                </a:cubicBezTo>
                <a:cubicBezTo>
                  <a:pt x="529" y="167"/>
                  <a:pt x="529" y="167"/>
                  <a:pt x="529" y="167"/>
                </a:cubicBezTo>
                <a:cubicBezTo>
                  <a:pt x="520" y="157"/>
                  <a:pt x="520" y="157"/>
                  <a:pt x="520" y="157"/>
                </a:cubicBezTo>
                <a:cubicBezTo>
                  <a:pt x="517" y="148"/>
                  <a:pt x="517" y="148"/>
                  <a:pt x="517" y="148"/>
                </a:cubicBezTo>
                <a:cubicBezTo>
                  <a:pt x="520" y="141"/>
                  <a:pt x="520" y="141"/>
                  <a:pt x="520" y="141"/>
                </a:cubicBezTo>
                <a:cubicBezTo>
                  <a:pt x="514" y="119"/>
                  <a:pt x="514" y="119"/>
                  <a:pt x="514" y="119"/>
                </a:cubicBezTo>
                <a:cubicBezTo>
                  <a:pt x="499" y="103"/>
                  <a:pt x="499" y="103"/>
                  <a:pt x="499" y="103"/>
                </a:cubicBezTo>
                <a:cubicBezTo>
                  <a:pt x="489" y="102"/>
                  <a:pt x="489" y="102"/>
                  <a:pt x="489" y="102"/>
                </a:cubicBezTo>
                <a:cubicBezTo>
                  <a:pt x="473" y="93"/>
                  <a:pt x="473" y="93"/>
                  <a:pt x="473" y="93"/>
                </a:cubicBezTo>
                <a:cubicBezTo>
                  <a:pt x="443" y="76"/>
                  <a:pt x="443" y="76"/>
                  <a:pt x="443" y="76"/>
                </a:cubicBezTo>
                <a:cubicBezTo>
                  <a:pt x="438" y="71"/>
                  <a:pt x="438" y="71"/>
                  <a:pt x="438" y="71"/>
                </a:cubicBezTo>
                <a:cubicBezTo>
                  <a:pt x="437" y="65"/>
                  <a:pt x="437" y="65"/>
                  <a:pt x="437" y="65"/>
                </a:cubicBezTo>
                <a:close/>
                <a:moveTo>
                  <a:pt x="377" y="0"/>
                </a:moveTo>
                <a:cubicBezTo>
                  <a:pt x="385" y="1"/>
                  <a:pt x="385" y="1"/>
                  <a:pt x="385" y="1"/>
                </a:cubicBezTo>
                <a:cubicBezTo>
                  <a:pt x="390" y="8"/>
                  <a:pt x="390" y="8"/>
                  <a:pt x="390" y="8"/>
                </a:cubicBezTo>
                <a:cubicBezTo>
                  <a:pt x="390" y="13"/>
                  <a:pt x="390" y="13"/>
                  <a:pt x="390" y="13"/>
                </a:cubicBezTo>
                <a:cubicBezTo>
                  <a:pt x="379" y="6"/>
                  <a:pt x="379" y="6"/>
                  <a:pt x="379" y="6"/>
                </a:cubicBezTo>
                <a:cubicBezTo>
                  <a:pt x="377" y="0"/>
                  <a:pt x="377" y="0"/>
                  <a:pt x="377" y="0"/>
                </a:cubicBezTo>
                <a:close/>
                <a:moveTo>
                  <a:pt x="403" y="63"/>
                </a:moveTo>
                <a:cubicBezTo>
                  <a:pt x="413" y="60"/>
                  <a:pt x="413" y="60"/>
                  <a:pt x="413" y="60"/>
                </a:cubicBezTo>
                <a:cubicBezTo>
                  <a:pt x="419" y="63"/>
                  <a:pt x="419" y="63"/>
                  <a:pt x="419" y="63"/>
                </a:cubicBezTo>
                <a:cubicBezTo>
                  <a:pt x="419" y="72"/>
                  <a:pt x="419" y="72"/>
                  <a:pt x="419" y="72"/>
                </a:cubicBezTo>
                <a:cubicBezTo>
                  <a:pt x="410" y="74"/>
                  <a:pt x="410" y="74"/>
                  <a:pt x="410" y="74"/>
                </a:cubicBezTo>
                <a:cubicBezTo>
                  <a:pt x="404" y="70"/>
                  <a:pt x="404" y="70"/>
                  <a:pt x="404" y="70"/>
                </a:cubicBezTo>
                <a:cubicBezTo>
                  <a:pt x="403" y="63"/>
                  <a:pt x="403" y="63"/>
                  <a:pt x="403" y="63"/>
                </a:cubicBezTo>
                <a:close/>
                <a:moveTo>
                  <a:pt x="399" y="169"/>
                </a:moveTo>
                <a:cubicBezTo>
                  <a:pt x="407" y="178"/>
                  <a:pt x="407" y="178"/>
                  <a:pt x="407" y="178"/>
                </a:cubicBezTo>
                <a:cubicBezTo>
                  <a:pt x="412" y="172"/>
                  <a:pt x="412" y="172"/>
                  <a:pt x="412" y="172"/>
                </a:cubicBezTo>
                <a:cubicBezTo>
                  <a:pt x="406" y="164"/>
                  <a:pt x="406" y="164"/>
                  <a:pt x="406" y="164"/>
                </a:cubicBezTo>
                <a:cubicBezTo>
                  <a:pt x="400" y="165"/>
                  <a:pt x="400" y="165"/>
                  <a:pt x="400" y="165"/>
                </a:cubicBezTo>
                <a:cubicBezTo>
                  <a:pt x="399" y="169"/>
                  <a:pt x="399" y="169"/>
                  <a:pt x="399" y="169"/>
                </a:cubicBezTo>
                <a:close/>
                <a:moveTo>
                  <a:pt x="329" y="190"/>
                </a:moveTo>
                <a:cubicBezTo>
                  <a:pt x="323" y="201"/>
                  <a:pt x="323" y="201"/>
                  <a:pt x="323" y="201"/>
                </a:cubicBezTo>
                <a:cubicBezTo>
                  <a:pt x="330" y="210"/>
                  <a:pt x="330" y="210"/>
                  <a:pt x="330" y="210"/>
                </a:cubicBezTo>
                <a:cubicBezTo>
                  <a:pt x="339" y="211"/>
                  <a:pt x="339" y="211"/>
                  <a:pt x="339" y="211"/>
                </a:cubicBezTo>
                <a:cubicBezTo>
                  <a:pt x="353" y="223"/>
                  <a:pt x="353" y="223"/>
                  <a:pt x="353" y="223"/>
                </a:cubicBezTo>
                <a:cubicBezTo>
                  <a:pt x="355" y="228"/>
                  <a:pt x="355" y="228"/>
                  <a:pt x="355" y="228"/>
                </a:cubicBezTo>
                <a:cubicBezTo>
                  <a:pt x="361" y="223"/>
                  <a:pt x="361" y="223"/>
                  <a:pt x="361" y="223"/>
                </a:cubicBezTo>
                <a:cubicBezTo>
                  <a:pt x="375" y="223"/>
                  <a:pt x="375" y="223"/>
                  <a:pt x="375" y="223"/>
                </a:cubicBezTo>
                <a:cubicBezTo>
                  <a:pt x="380" y="232"/>
                  <a:pt x="380" y="232"/>
                  <a:pt x="380" y="232"/>
                </a:cubicBezTo>
                <a:cubicBezTo>
                  <a:pt x="390" y="233"/>
                  <a:pt x="390" y="233"/>
                  <a:pt x="390" y="233"/>
                </a:cubicBezTo>
                <a:cubicBezTo>
                  <a:pt x="397" y="232"/>
                  <a:pt x="397" y="232"/>
                  <a:pt x="397" y="232"/>
                </a:cubicBezTo>
                <a:cubicBezTo>
                  <a:pt x="413" y="229"/>
                  <a:pt x="413" y="229"/>
                  <a:pt x="413" y="229"/>
                </a:cubicBezTo>
                <a:cubicBezTo>
                  <a:pt x="421" y="231"/>
                  <a:pt x="421" y="231"/>
                  <a:pt x="421" y="231"/>
                </a:cubicBezTo>
                <a:cubicBezTo>
                  <a:pt x="428" y="228"/>
                  <a:pt x="428" y="228"/>
                  <a:pt x="428" y="228"/>
                </a:cubicBezTo>
                <a:cubicBezTo>
                  <a:pt x="439" y="232"/>
                  <a:pt x="439" y="232"/>
                  <a:pt x="439" y="232"/>
                </a:cubicBezTo>
                <a:cubicBezTo>
                  <a:pt x="442" y="228"/>
                  <a:pt x="442" y="228"/>
                  <a:pt x="442" y="228"/>
                </a:cubicBezTo>
                <a:cubicBezTo>
                  <a:pt x="442" y="222"/>
                  <a:pt x="442" y="222"/>
                  <a:pt x="442" y="222"/>
                </a:cubicBezTo>
                <a:cubicBezTo>
                  <a:pt x="453" y="221"/>
                  <a:pt x="453" y="221"/>
                  <a:pt x="453" y="221"/>
                </a:cubicBezTo>
                <a:cubicBezTo>
                  <a:pt x="468" y="202"/>
                  <a:pt x="468" y="202"/>
                  <a:pt x="468" y="202"/>
                </a:cubicBezTo>
                <a:cubicBezTo>
                  <a:pt x="468" y="196"/>
                  <a:pt x="468" y="196"/>
                  <a:pt x="468" y="196"/>
                </a:cubicBezTo>
                <a:cubicBezTo>
                  <a:pt x="474" y="195"/>
                  <a:pt x="474" y="195"/>
                  <a:pt x="474" y="195"/>
                </a:cubicBezTo>
                <a:cubicBezTo>
                  <a:pt x="480" y="199"/>
                  <a:pt x="480" y="199"/>
                  <a:pt x="480" y="199"/>
                </a:cubicBezTo>
                <a:cubicBezTo>
                  <a:pt x="491" y="196"/>
                  <a:pt x="491" y="196"/>
                  <a:pt x="491" y="196"/>
                </a:cubicBezTo>
                <a:cubicBezTo>
                  <a:pt x="496" y="188"/>
                  <a:pt x="496" y="188"/>
                  <a:pt x="496" y="188"/>
                </a:cubicBezTo>
                <a:cubicBezTo>
                  <a:pt x="486" y="179"/>
                  <a:pt x="486" y="179"/>
                  <a:pt x="486" y="179"/>
                </a:cubicBezTo>
                <a:cubicBezTo>
                  <a:pt x="486" y="173"/>
                  <a:pt x="486" y="173"/>
                  <a:pt x="486" y="173"/>
                </a:cubicBezTo>
                <a:cubicBezTo>
                  <a:pt x="492" y="170"/>
                  <a:pt x="492" y="170"/>
                  <a:pt x="492" y="170"/>
                </a:cubicBezTo>
                <a:cubicBezTo>
                  <a:pt x="496" y="172"/>
                  <a:pt x="496" y="172"/>
                  <a:pt x="496" y="172"/>
                </a:cubicBezTo>
                <a:cubicBezTo>
                  <a:pt x="506" y="163"/>
                  <a:pt x="506" y="163"/>
                  <a:pt x="506" y="163"/>
                </a:cubicBezTo>
                <a:cubicBezTo>
                  <a:pt x="506" y="143"/>
                  <a:pt x="506" y="143"/>
                  <a:pt x="506" y="143"/>
                </a:cubicBezTo>
                <a:cubicBezTo>
                  <a:pt x="496" y="135"/>
                  <a:pt x="496" y="135"/>
                  <a:pt x="496" y="135"/>
                </a:cubicBezTo>
                <a:cubicBezTo>
                  <a:pt x="491" y="139"/>
                  <a:pt x="491" y="139"/>
                  <a:pt x="491" y="139"/>
                </a:cubicBezTo>
                <a:cubicBezTo>
                  <a:pt x="488" y="142"/>
                  <a:pt x="488" y="142"/>
                  <a:pt x="488" y="142"/>
                </a:cubicBezTo>
                <a:cubicBezTo>
                  <a:pt x="483" y="138"/>
                  <a:pt x="483" y="138"/>
                  <a:pt x="483" y="138"/>
                </a:cubicBezTo>
                <a:cubicBezTo>
                  <a:pt x="472" y="138"/>
                  <a:pt x="472" y="138"/>
                  <a:pt x="472" y="138"/>
                </a:cubicBezTo>
                <a:cubicBezTo>
                  <a:pt x="468" y="144"/>
                  <a:pt x="468" y="144"/>
                  <a:pt x="468" y="144"/>
                </a:cubicBezTo>
                <a:cubicBezTo>
                  <a:pt x="472" y="163"/>
                  <a:pt x="472" y="163"/>
                  <a:pt x="472" y="163"/>
                </a:cubicBezTo>
                <a:cubicBezTo>
                  <a:pt x="475" y="166"/>
                  <a:pt x="475" y="166"/>
                  <a:pt x="475" y="166"/>
                </a:cubicBezTo>
                <a:cubicBezTo>
                  <a:pt x="471" y="171"/>
                  <a:pt x="471" y="171"/>
                  <a:pt x="471" y="171"/>
                </a:cubicBezTo>
                <a:cubicBezTo>
                  <a:pt x="463" y="171"/>
                  <a:pt x="463" y="171"/>
                  <a:pt x="463" y="171"/>
                </a:cubicBezTo>
                <a:cubicBezTo>
                  <a:pt x="446" y="184"/>
                  <a:pt x="446" y="184"/>
                  <a:pt x="446" y="184"/>
                </a:cubicBezTo>
                <a:cubicBezTo>
                  <a:pt x="443" y="192"/>
                  <a:pt x="443" y="192"/>
                  <a:pt x="443" y="192"/>
                </a:cubicBezTo>
                <a:cubicBezTo>
                  <a:pt x="438" y="196"/>
                  <a:pt x="438" y="196"/>
                  <a:pt x="438" y="196"/>
                </a:cubicBezTo>
                <a:cubicBezTo>
                  <a:pt x="433" y="195"/>
                  <a:pt x="433" y="195"/>
                  <a:pt x="433" y="195"/>
                </a:cubicBezTo>
                <a:cubicBezTo>
                  <a:pt x="427" y="199"/>
                  <a:pt x="427" y="199"/>
                  <a:pt x="427" y="199"/>
                </a:cubicBezTo>
                <a:cubicBezTo>
                  <a:pt x="422" y="192"/>
                  <a:pt x="422" y="192"/>
                  <a:pt x="422" y="192"/>
                </a:cubicBezTo>
                <a:cubicBezTo>
                  <a:pt x="416" y="193"/>
                  <a:pt x="416" y="193"/>
                  <a:pt x="416" y="193"/>
                </a:cubicBezTo>
                <a:cubicBezTo>
                  <a:pt x="410" y="200"/>
                  <a:pt x="410" y="200"/>
                  <a:pt x="410" y="200"/>
                </a:cubicBezTo>
                <a:cubicBezTo>
                  <a:pt x="404" y="199"/>
                  <a:pt x="404" y="199"/>
                  <a:pt x="404" y="199"/>
                </a:cubicBezTo>
                <a:cubicBezTo>
                  <a:pt x="402" y="188"/>
                  <a:pt x="402" y="188"/>
                  <a:pt x="402" y="188"/>
                </a:cubicBezTo>
                <a:cubicBezTo>
                  <a:pt x="404" y="182"/>
                  <a:pt x="404" y="182"/>
                  <a:pt x="404" y="182"/>
                </a:cubicBezTo>
                <a:cubicBezTo>
                  <a:pt x="397" y="178"/>
                  <a:pt x="397" y="178"/>
                  <a:pt x="397" y="178"/>
                </a:cubicBezTo>
                <a:cubicBezTo>
                  <a:pt x="393" y="182"/>
                  <a:pt x="393" y="182"/>
                  <a:pt x="393" y="182"/>
                </a:cubicBezTo>
                <a:cubicBezTo>
                  <a:pt x="394" y="188"/>
                  <a:pt x="394" y="188"/>
                  <a:pt x="394" y="188"/>
                </a:cubicBezTo>
                <a:cubicBezTo>
                  <a:pt x="388" y="193"/>
                  <a:pt x="388" y="193"/>
                  <a:pt x="388" y="193"/>
                </a:cubicBezTo>
                <a:cubicBezTo>
                  <a:pt x="379" y="192"/>
                  <a:pt x="379" y="192"/>
                  <a:pt x="379" y="192"/>
                </a:cubicBezTo>
                <a:cubicBezTo>
                  <a:pt x="369" y="196"/>
                  <a:pt x="369" y="196"/>
                  <a:pt x="369" y="196"/>
                </a:cubicBezTo>
                <a:cubicBezTo>
                  <a:pt x="362" y="196"/>
                  <a:pt x="362" y="196"/>
                  <a:pt x="362" y="196"/>
                </a:cubicBezTo>
                <a:cubicBezTo>
                  <a:pt x="356" y="192"/>
                  <a:pt x="356" y="192"/>
                  <a:pt x="356" y="192"/>
                </a:cubicBezTo>
                <a:cubicBezTo>
                  <a:pt x="348" y="192"/>
                  <a:pt x="348" y="192"/>
                  <a:pt x="348" y="192"/>
                </a:cubicBezTo>
                <a:cubicBezTo>
                  <a:pt x="337" y="195"/>
                  <a:pt x="337" y="195"/>
                  <a:pt x="337" y="195"/>
                </a:cubicBezTo>
                <a:cubicBezTo>
                  <a:pt x="329" y="190"/>
                  <a:pt x="329" y="190"/>
                  <a:pt x="329" y="190"/>
                </a:cubicBezTo>
                <a:close/>
                <a:moveTo>
                  <a:pt x="298" y="199"/>
                </a:moveTo>
                <a:cubicBezTo>
                  <a:pt x="303" y="193"/>
                  <a:pt x="303" y="193"/>
                  <a:pt x="303" y="193"/>
                </a:cubicBezTo>
                <a:cubicBezTo>
                  <a:pt x="310" y="198"/>
                  <a:pt x="310" y="198"/>
                  <a:pt x="310" y="198"/>
                </a:cubicBezTo>
                <a:cubicBezTo>
                  <a:pt x="312" y="206"/>
                  <a:pt x="312" y="206"/>
                  <a:pt x="312" y="206"/>
                </a:cubicBezTo>
                <a:cubicBezTo>
                  <a:pt x="310" y="210"/>
                  <a:pt x="310" y="210"/>
                  <a:pt x="310" y="210"/>
                </a:cubicBezTo>
                <a:cubicBezTo>
                  <a:pt x="303" y="205"/>
                  <a:pt x="303" y="205"/>
                  <a:pt x="303" y="205"/>
                </a:cubicBezTo>
                <a:cubicBezTo>
                  <a:pt x="298" y="199"/>
                  <a:pt x="298" y="199"/>
                  <a:pt x="298" y="199"/>
                </a:cubicBezTo>
                <a:close/>
                <a:moveTo>
                  <a:pt x="274" y="182"/>
                </a:moveTo>
                <a:cubicBezTo>
                  <a:pt x="270" y="189"/>
                  <a:pt x="270" y="189"/>
                  <a:pt x="270" y="189"/>
                </a:cubicBezTo>
                <a:cubicBezTo>
                  <a:pt x="274" y="194"/>
                  <a:pt x="274" y="194"/>
                  <a:pt x="274" y="194"/>
                </a:cubicBezTo>
                <a:cubicBezTo>
                  <a:pt x="279" y="193"/>
                  <a:pt x="279" y="193"/>
                  <a:pt x="279" y="193"/>
                </a:cubicBezTo>
                <a:cubicBezTo>
                  <a:pt x="279" y="185"/>
                  <a:pt x="279" y="185"/>
                  <a:pt x="279" y="185"/>
                </a:cubicBezTo>
                <a:cubicBezTo>
                  <a:pt x="274" y="182"/>
                  <a:pt x="274" y="182"/>
                  <a:pt x="274" y="182"/>
                </a:cubicBezTo>
                <a:close/>
                <a:moveTo>
                  <a:pt x="231" y="154"/>
                </a:moveTo>
                <a:cubicBezTo>
                  <a:pt x="221" y="158"/>
                  <a:pt x="221" y="158"/>
                  <a:pt x="221" y="158"/>
                </a:cubicBezTo>
                <a:cubicBezTo>
                  <a:pt x="224" y="164"/>
                  <a:pt x="224" y="164"/>
                  <a:pt x="224" y="164"/>
                </a:cubicBezTo>
                <a:cubicBezTo>
                  <a:pt x="230" y="159"/>
                  <a:pt x="230" y="159"/>
                  <a:pt x="230" y="159"/>
                </a:cubicBezTo>
                <a:cubicBezTo>
                  <a:pt x="231" y="154"/>
                  <a:pt x="231" y="154"/>
                  <a:pt x="231" y="154"/>
                </a:cubicBezTo>
                <a:close/>
                <a:moveTo>
                  <a:pt x="505" y="352"/>
                </a:moveTo>
                <a:cubicBezTo>
                  <a:pt x="503" y="358"/>
                  <a:pt x="503" y="358"/>
                  <a:pt x="503" y="358"/>
                </a:cubicBezTo>
                <a:cubicBezTo>
                  <a:pt x="505" y="363"/>
                  <a:pt x="505" y="363"/>
                  <a:pt x="505" y="363"/>
                </a:cubicBezTo>
                <a:cubicBezTo>
                  <a:pt x="509" y="362"/>
                  <a:pt x="509" y="362"/>
                  <a:pt x="509" y="362"/>
                </a:cubicBezTo>
                <a:cubicBezTo>
                  <a:pt x="518" y="368"/>
                  <a:pt x="518" y="368"/>
                  <a:pt x="518" y="368"/>
                </a:cubicBezTo>
                <a:cubicBezTo>
                  <a:pt x="517" y="363"/>
                  <a:pt x="517" y="363"/>
                  <a:pt x="517" y="363"/>
                </a:cubicBezTo>
                <a:cubicBezTo>
                  <a:pt x="505" y="352"/>
                  <a:pt x="505" y="352"/>
                  <a:pt x="505" y="352"/>
                </a:cubicBezTo>
                <a:close/>
                <a:moveTo>
                  <a:pt x="441" y="325"/>
                </a:moveTo>
                <a:cubicBezTo>
                  <a:pt x="439" y="329"/>
                  <a:pt x="439" y="329"/>
                  <a:pt x="439" y="329"/>
                </a:cubicBezTo>
                <a:cubicBezTo>
                  <a:pt x="442" y="335"/>
                  <a:pt x="442" y="335"/>
                  <a:pt x="442" y="335"/>
                </a:cubicBezTo>
                <a:cubicBezTo>
                  <a:pt x="444" y="334"/>
                  <a:pt x="444" y="334"/>
                  <a:pt x="444" y="334"/>
                </a:cubicBezTo>
                <a:cubicBezTo>
                  <a:pt x="445" y="340"/>
                  <a:pt x="445" y="340"/>
                  <a:pt x="445" y="340"/>
                </a:cubicBezTo>
                <a:cubicBezTo>
                  <a:pt x="444" y="343"/>
                  <a:pt x="444" y="343"/>
                  <a:pt x="444" y="343"/>
                </a:cubicBezTo>
                <a:cubicBezTo>
                  <a:pt x="445" y="343"/>
                  <a:pt x="445" y="343"/>
                  <a:pt x="445" y="343"/>
                </a:cubicBezTo>
                <a:cubicBezTo>
                  <a:pt x="447" y="336"/>
                  <a:pt x="447" y="336"/>
                  <a:pt x="447" y="336"/>
                </a:cubicBezTo>
                <a:cubicBezTo>
                  <a:pt x="445" y="324"/>
                  <a:pt x="445" y="324"/>
                  <a:pt x="445" y="324"/>
                </a:cubicBezTo>
                <a:cubicBezTo>
                  <a:pt x="441" y="325"/>
                  <a:pt x="441" y="325"/>
                  <a:pt x="441" y="325"/>
                </a:cubicBezTo>
                <a:close/>
                <a:moveTo>
                  <a:pt x="423" y="388"/>
                </a:moveTo>
                <a:cubicBezTo>
                  <a:pt x="428" y="389"/>
                  <a:pt x="428" y="389"/>
                  <a:pt x="428" y="389"/>
                </a:cubicBezTo>
                <a:cubicBezTo>
                  <a:pt x="432" y="393"/>
                  <a:pt x="432" y="393"/>
                  <a:pt x="432" y="393"/>
                </a:cubicBezTo>
                <a:cubicBezTo>
                  <a:pt x="433" y="395"/>
                  <a:pt x="433" y="395"/>
                  <a:pt x="433" y="395"/>
                </a:cubicBezTo>
                <a:cubicBezTo>
                  <a:pt x="436" y="396"/>
                  <a:pt x="436" y="396"/>
                  <a:pt x="436" y="396"/>
                </a:cubicBezTo>
                <a:cubicBezTo>
                  <a:pt x="437" y="399"/>
                  <a:pt x="437" y="399"/>
                  <a:pt x="437" y="399"/>
                </a:cubicBezTo>
                <a:cubicBezTo>
                  <a:pt x="442" y="395"/>
                  <a:pt x="442" y="395"/>
                  <a:pt x="442" y="395"/>
                </a:cubicBezTo>
                <a:cubicBezTo>
                  <a:pt x="446" y="395"/>
                  <a:pt x="446" y="395"/>
                  <a:pt x="446" y="395"/>
                </a:cubicBezTo>
                <a:cubicBezTo>
                  <a:pt x="447" y="399"/>
                  <a:pt x="447" y="399"/>
                  <a:pt x="447" y="399"/>
                </a:cubicBezTo>
                <a:cubicBezTo>
                  <a:pt x="443" y="402"/>
                  <a:pt x="443" y="402"/>
                  <a:pt x="443" y="402"/>
                </a:cubicBezTo>
                <a:cubicBezTo>
                  <a:pt x="442" y="405"/>
                  <a:pt x="442" y="405"/>
                  <a:pt x="442" y="405"/>
                </a:cubicBezTo>
                <a:cubicBezTo>
                  <a:pt x="438" y="407"/>
                  <a:pt x="438" y="407"/>
                  <a:pt x="438" y="407"/>
                </a:cubicBezTo>
                <a:cubicBezTo>
                  <a:pt x="432" y="405"/>
                  <a:pt x="432" y="405"/>
                  <a:pt x="432" y="405"/>
                </a:cubicBezTo>
                <a:cubicBezTo>
                  <a:pt x="432" y="400"/>
                  <a:pt x="432" y="400"/>
                  <a:pt x="432" y="400"/>
                </a:cubicBezTo>
                <a:cubicBezTo>
                  <a:pt x="430" y="399"/>
                  <a:pt x="430" y="399"/>
                  <a:pt x="430" y="399"/>
                </a:cubicBezTo>
                <a:cubicBezTo>
                  <a:pt x="426" y="392"/>
                  <a:pt x="426" y="392"/>
                  <a:pt x="426" y="392"/>
                </a:cubicBezTo>
                <a:cubicBezTo>
                  <a:pt x="423" y="390"/>
                  <a:pt x="423" y="390"/>
                  <a:pt x="423" y="390"/>
                </a:cubicBezTo>
                <a:cubicBezTo>
                  <a:pt x="423" y="388"/>
                  <a:pt x="423" y="388"/>
                  <a:pt x="423" y="388"/>
                </a:cubicBezTo>
                <a:close/>
                <a:moveTo>
                  <a:pt x="415" y="375"/>
                </a:moveTo>
                <a:cubicBezTo>
                  <a:pt x="417" y="382"/>
                  <a:pt x="417" y="382"/>
                  <a:pt x="417" y="382"/>
                </a:cubicBezTo>
                <a:cubicBezTo>
                  <a:pt x="421" y="384"/>
                  <a:pt x="421" y="384"/>
                  <a:pt x="421" y="384"/>
                </a:cubicBezTo>
                <a:cubicBezTo>
                  <a:pt x="426" y="384"/>
                  <a:pt x="426" y="384"/>
                  <a:pt x="426" y="384"/>
                </a:cubicBezTo>
                <a:cubicBezTo>
                  <a:pt x="428" y="386"/>
                  <a:pt x="428" y="386"/>
                  <a:pt x="428" y="386"/>
                </a:cubicBezTo>
                <a:cubicBezTo>
                  <a:pt x="430" y="383"/>
                  <a:pt x="430" y="383"/>
                  <a:pt x="430" y="383"/>
                </a:cubicBezTo>
                <a:cubicBezTo>
                  <a:pt x="428" y="380"/>
                  <a:pt x="428" y="380"/>
                  <a:pt x="428" y="380"/>
                </a:cubicBezTo>
                <a:cubicBezTo>
                  <a:pt x="425" y="380"/>
                  <a:pt x="425" y="380"/>
                  <a:pt x="425" y="380"/>
                </a:cubicBezTo>
                <a:cubicBezTo>
                  <a:pt x="426" y="378"/>
                  <a:pt x="426" y="378"/>
                  <a:pt x="426" y="378"/>
                </a:cubicBezTo>
                <a:cubicBezTo>
                  <a:pt x="425" y="375"/>
                  <a:pt x="425" y="375"/>
                  <a:pt x="425" y="375"/>
                </a:cubicBezTo>
                <a:cubicBezTo>
                  <a:pt x="422" y="375"/>
                  <a:pt x="422" y="375"/>
                  <a:pt x="422" y="375"/>
                </a:cubicBezTo>
                <a:cubicBezTo>
                  <a:pt x="417" y="374"/>
                  <a:pt x="417" y="374"/>
                  <a:pt x="417" y="374"/>
                </a:cubicBezTo>
                <a:cubicBezTo>
                  <a:pt x="415" y="375"/>
                  <a:pt x="415" y="375"/>
                  <a:pt x="415" y="375"/>
                </a:cubicBezTo>
                <a:close/>
                <a:moveTo>
                  <a:pt x="396" y="367"/>
                </a:moveTo>
                <a:cubicBezTo>
                  <a:pt x="400" y="375"/>
                  <a:pt x="400" y="375"/>
                  <a:pt x="400" y="375"/>
                </a:cubicBezTo>
                <a:cubicBezTo>
                  <a:pt x="403" y="374"/>
                  <a:pt x="403" y="374"/>
                  <a:pt x="403" y="374"/>
                </a:cubicBezTo>
                <a:cubicBezTo>
                  <a:pt x="407" y="379"/>
                  <a:pt x="407" y="379"/>
                  <a:pt x="407" y="379"/>
                </a:cubicBezTo>
                <a:cubicBezTo>
                  <a:pt x="410" y="380"/>
                  <a:pt x="410" y="380"/>
                  <a:pt x="410" y="380"/>
                </a:cubicBezTo>
                <a:cubicBezTo>
                  <a:pt x="410" y="374"/>
                  <a:pt x="410" y="374"/>
                  <a:pt x="410" y="374"/>
                </a:cubicBezTo>
                <a:cubicBezTo>
                  <a:pt x="406" y="367"/>
                  <a:pt x="406" y="367"/>
                  <a:pt x="406" y="367"/>
                </a:cubicBezTo>
                <a:cubicBezTo>
                  <a:pt x="401" y="364"/>
                  <a:pt x="401" y="364"/>
                  <a:pt x="401" y="364"/>
                </a:cubicBezTo>
                <a:cubicBezTo>
                  <a:pt x="396" y="367"/>
                  <a:pt x="396" y="367"/>
                  <a:pt x="396" y="367"/>
                </a:cubicBezTo>
                <a:close/>
                <a:moveTo>
                  <a:pt x="180" y="296"/>
                </a:moveTo>
                <a:cubicBezTo>
                  <a:pt x="178" y="298"/>
                  <a:pt x="178" y="298"/>
                  <a:pt x="178" y="298"/>
                </a:cubicBezTo>
                <a:cubicBezTo>
                  <a:pt x="180" y="302"/>
                  <a:pt x="180" y="302"/>
                  <a:pt x="180" y="302"/>
                </a:cubicBezTo>
                <a:cubicBezTo>
                  <a:pt x="180" y="302"/>
                  <a:pt x="180" y="296"/>
                  <a:pt x="180" y="296"/>
                </a:cubicBezTo>
                <a:close/>
                <a:moveTo>
                  <a:pt x="163" y="297"/>
                </a:moveTo>
                <a:cubicBezTo>
                  <a:pt x="162" y="294"/>
                  <a:pt x="162" y="294"/>
                  <a:pt x="162" y="294"/>
                </a:cubicBezTo>
                <a:cubicBezTo>
                  <a:pt x="165" y="294"/>
                  <a:pt x="165" y="294"/>
                  <a:pt x="165" y="294"/>
                </a:cubicBezTo>
                <a:cubicBezTo>
                  <a:pt x="163" y="297"/>
                  <a:pt x="163" y="297"/>
                  <a:pt x="163" y="297"/>
                </a:cubicBezTo>
                <a:close/>
                <a:moveTo>
                  <a:pt x="150" y="294"/>
                </a:moveTo>
                <a:cubicBezTo>
                  <a:pt x="149" y="299"/>
                  <a:pt x="149" y="299"/>
                  <a:pt x="149" y="299"/>
                </a:cubicBezTo>
                <a:cubicBezTo>
                  <a:pt x="154" y="299"/>
                  <a:pt x="154" y="299"/>
                  <a:pt x="154" y="299"/>
                </a:cubicBezTo>
                <a:cubicBezTo>
                  <a:pt x="154" y="297"/>
                  <a:pt x="154" y="297"/>
                  <a:pt x="154" y="297"/>
                </a:cubicBezTo>
                <a:cubicBezTo>
                  <a:pt x="150" y="294"/>
                  <a:pt x="150" y="294"/>
                  <a:pt x="150" y="294"/>
                </a:cubicBezTo>
                <a:close/>
                <a:moveTo>
                  <a:pt x="160" y="298"/>
                </a:moveTo>
                <a:cubicBezTo>
                  <a:pt x="154" y="292"/>
                  <a:pt x="154" y="292"/>
                  <a:pt x="154" y="292"/>
                </a:cubicBezTo>
                <a:cubicBezTo>
                  <a:pt x="157" y="287"/>
                  <a:pt x="157" y="287"/>
                  <a:pt x="157" y="287"/>
                </a:cubicBezTo>
                <a:cubicBezTo>
                  <a:pt x="161" y="288"/>
                  <a:pt x="161" y="288"/>
                  <a:pt x="161" y="288"/>
                </a:cubicBezTo>
                <a:cubicBezTo>
                  <a:pt x="159" y="294"/>
                  <a:pt x="159" y="294"/>
                  <a:pt x="159" y="294"/>
                </a:cubicBezTo>
                <a:cubicBezTo>
                  <a:pt x="160" y="298"/>
                  <a:pt x="160" y="298"/>
                  <a:pt x="160" y="298"/>
                </a:cubicBezTo>
                <a:close/>
                <a:moveTo>
                  <a:pt x="129" y="297"/>
                </a:moveTo>
                <a:cubicBezTo>
                  <a:pt x="132" y="304"/>
                  <a:pt x="132" y="304"/>
                  <a:pt x="132" y="304"/>
                </a:cubicBezTo>
                <a:cubicBezTo>
                  <a:pt x="136" y="305"/>
                  <a:pt x="136" y="305"/>
                  <a:pt x="136" y="305"/>
                </a:cubicBezTo>
                <a:cubicBezTo>
                  <a:pt x="133" y="300"/>
                  <a:pt x="133" y="300"/>
                  <a:pt x="133" y="300"/>
                </a:cubicBezTo>
                <a:cubicBezTo>
                  <a:pt x="129" y="297"/>
                  <a:pt x="129" y="297"/>
                  <a:pt x="129" y="297"/>
                </a:cubicBezTo>
                <a:close/>
                <a:moveTo>
                  <a:pt x="114" y="331"/>
                </a:moveTo>
                <a:cubicBezTo>
                  <a:pt x="119" y="326"/>
                  <a:pt x="119" y="326"/>
                  <a:pt x="119" y="326"/>
                </a:cubicBezTo>
                <a:cubicBezTo>
                  <a:pt x="126" y="326"/>
                  <a:pt x="126" y="326"/>
                  <a:pt x="126" y="326"/>
                </a:cubicBezTo>
                <a:cubicBezTo>
                  <a:pt x="124" y="330"/>
                  <a:pt x="124" y="330"/>
                  <a:pt x="124" y="330"/>
                </a:cubicBezTo>
                <a:cubicBezTo>
                  <a:pt x="124" y="330"/>
                  <a:pt x="115" y="331"/>
                  <a:pt x="114" y="331"/>
                </a:cubicBezTo>
                <a:close/>
                <a:moveTo>
                  <a:pt x="114" y="336"/>
                </a:moveTo>
                <a:cubicBezTo>
                  <a:pt x="117" y="339"/>
                  <a:pt x="117" y="339"/>
                  <a:pt x="117" y="339"/>
                </a:cubicBezTo>
                <a:cubicBezTo>
                  <a:pt x="116" y="335"/>
                  <a:pt x="116" y="335"/>
                  <a:pt x="116" y="335"/>
                </a:cubicBezTo>
                <a:cubicBezTo>
                  <a:pt x="114" y="336"/>
                  <a:pt x="114" y="336"/>
                  <a:pt x="114" y="336"/>
                </a:cubicBezTo>
                <a:close/>
                <a:moveTo>
                  <a:pt x="104" y="332"/>
                </a:moveTo>
                <a:cubicBezTo>
                  <a:pt x="109" y="334"/>
                  <a:pt x="109" y="334"/>
                  <a:pt x="109" y="334"/>
                </a:cubicBezTo>
                <a:cubicBezTo>
                  <a:pt x="111" y="331"/>
                  <a:pt x="111" y="331"/>
                  <a:pt x="111" y="331"/>
                </a:cubicBezTo>
                <a:cubicBezTo>
                  <a:pt x="104" y="332"/>
                  <a:pt x="104" y="332"/>
                  <a:pt x="104" y="332"/>
                </a:cubicBezTo>
                <a:close/>
                <a:moveTo>
                  <a:pt x="101" y="335"/>
                </a:moveTo>
                <a:cubicBezTo>
                  <a:pt x="101" y="335"/>
                  <a:pt x="113" y="340"/>
                  <a:pt x="113" y="340"/>
                </a:cubicBezTo>
                <a:cubicBezTo>
                  <a:pt x="119" y="347"/>
                  <a:pt x="119" y="347"/>
                  <a:pt x="119" y="347"/>
                </a:cubicBezTo>
                <a:cubicBezTo>
                  <a:pt x="101" y="335"/>
                  <a:pt x="101" y="335"/>
                  <a:pt x="101" y="335"/>
                </a:cubicBezTo>
                <a:close/>
                <a:moveTo>
                  <a:pt x="113" y="314"/>
                </a:moveTo>
                <a:cubicBezTo>
                  <a:pt x="120" y="316"/>
                  <a:pt x="120" y="316"/>
                  <a:pt x="120" y="316"/>
                </a:cubicBezTo>
                <a:cubicBezTo>
                  <a:pt x="119" y="318"/>
                  <a:pt x="119" y="318"/>
                  <a:pt x="119" y="318"/>
                </a:cubicBezTo>
                <a:cubicBezTo>
                  <a:pt x="114" y="317"/>
                  <a:pt x="114" y="317"/>
                  <a:pt x="114" y="317"/>
                </a:cubicBezTo>
                <a:cubicBezTo>
                  <a:pt x="113" y="314"/>
                  <a:pt x="113" y="314"/>
                  <a:pt x="113" y="314"/>
                </a:cubicBezTo>
                <a:close/>
                <a:moveTo>
                  <a:pt x="124" y="313"/>
                </a:moveTo>
                <a:cubicBezTo>
                  <a:pt x="120" y="308"/>
                  <a:pt x="120" y="308"/>
                  <a:pt x="120" y="308"/>
                </a:cubicBezTo>
                <a:cubicBezTo>
                  <a:pt x="120" y="304"/>
                  <a:pt x="120" y="304"/>
                  <a:pt x="120" y="304"/>
                </a:cubicBezTo>
                <a:cubicBezTo>
                  <a:pt x="125" y="300"/>
                  <a:pt x="125" y="300"/>
                  <a:pt x="125" y="300"/>
                </a:cubicBezTo>
                <a:cubicBezTo>
                  <a:pt x="128" y="309"/>
                  <a:pt x="128" y="309"/>
                  <a:pt x="128" y="309"/>
                </a:cubicBezTo>
                <a:cubicBezTo>
                  <a:pt x="127" y="312"/>
                  <a:pt x="127" y="312"/>
                  <a:pt x="127" y="312"/>
                </a:cubicBezTo>
                <a:cubicBezTo>
                  <a:pt x="127" y="312"/>
                  <a:pt x="124" y="313"/>
                  <a:pt x="124" y="313"/>
                </a:cubicBezTo>
                <a:close/>
                <a:moveTo>
                  <a:pt x="10" y="69"/>
                </a:moveTo>
                <a:cubicBezTo>
                  <a:pt x="5" y="231"/>
                  <a:pt x="5" y="231"/>
                  <a:pt x="5" y="231"/>
                </a:cubicBezTo>
                <a:cubicBezTo>
                  <a:pt x="2" y="244"/>
                  <a:pt x="2" y="244"/>
                  <a:pt x="2" y="244"/>
                </a:cubicBezTo>
                <a:cubicBezTo>
                  <a:pt x="2" y="251"/>
                  <a:pt x="2" y="251"/>
                  <a:pt x="2" y="251"/>
                </a:cubicBezTo>
                <a:cubicBezTo>
                  <a:pt x="4" y="254"/>
                  <a:pt x="4" y="254"/>
                  <a:pt x="4" y="254"/>
                </a:cubicBezTo>
                <a:cubicBezTo>
                  <a:pt x="0" y="359"/>
                  <a:pt x="0" y="359"/>
                  <a:pt x="0" y="359"/>
                </a:cubicBezTo>
                <a:cubicBezTo>
                  <a:pt x="15" y="359"/>
                  <a:pt x="15" y="359"/>
                  <a:pt x="15" y="359"/>
                </a:cubicBezTo>
                <a:cubicBezTo>
                  <a:pt x="20" y="362"/>
                  <a:pt x="20" y="362"/>
                  <a:pt x="20" y="362"/>
                </a:cubicBezTo>
                <a:cubicBezTo>
                  <a:pt x="28" y="360"/>
                  <a:pt x="28" y="360"/>
                  <a:pt x="28" y="360"/>
                </a:cubicBezTo>
                <a:cubicBezTo>
                  <a:pt x="51" y="361"/>
                  <a:pt x="51" y="361"/>
                  <a:pt x="51" y="361"/>
                </a:cubicBezTo>
                <a:cubicBezTo>
                  <a:pt x="56" y="359"/>
                  <a:pt x="56" y="359"/>
                  <a:pt x="56" y="359"/>
                </a:cubicBezTo>
                <a:cubicBezTo>
                  <a:pt x="58" y="365"/>
                  <a:pt x="58" y="365"/>
                  <a:pt x="58" y="365"/>
                </a:cubicBezTo>
                <a:cubicBezTo>
                  <a:pt x="64" y="370"/>
                  <a:pt x="64" y="370"/>
                  <a:pt x="64" y="370"/>
                </a:cubicBezTo>
                <a:cubicBezTo>
                  <a:pt x="71" y="372"/>
                  <a:pt x="71" y="372"/>
                  <a:pt x="71" y="372"/>
                </a:cubicBezTo>
                <a:cubicBezTo>
                  <a:pt x="80" y="367"/>
                  <a:pt x="80" y="367"/>
                  <a:pt x="80" y="367"/>
                </a:cubicBezTo>
                <a:cubicBezTo>
                  <a:pt x="95" y="362"/>
                  <a:pt x="95" y="362"/>
                  <a:pt x="95" y="362"/>
                </a:cubicBezTo>
                <a:cubicBezTo>
                  <a:pt x="96" y="358"/>
                  <a:pt x="96" y="358"/>
                  <a:pt x="96" y="358"/>
                </a:cubicBezTo>
                <a:cubicBezTo>
                  <a:pt x="100" y="361"/>
                  <a:pt x="100" y="361"/>
                  <a:pt x="100" y="361"/>
                </a:cubicBezTo>
                <a:cubicBezTo>
                  <a:pt x="104" y="357"/>
                  <a:pt x="104" y="357"/>
                  <a:pt x="104" y="357"/>
                </a:cubicBezTo>
                <a:cubicBezTo>
                  <a:pt x="104" y="344"/>
                  <a:pt x="104" y="344"/>
                  <a:pt x="104" y="344"/>
                </a:cubicBezTo>
                <a:cubicBezTo>
                  <a:pt x="92" y="336"/>
                  <a:pt x="92" y="336"/>
                  <a:pt x="92" y="336"/>
                </a:cubicBezTo>
                <a:cubicBezTo>
                  <a:pt x="80" y="331"/>
                  <a:pt x="80" y="331"/>
                  <a:pt x="80" y="331"/>
                </a:cubicBezTo>
                <a:cubicBezTo>
                  <a:pt x="69" y="329"/>
                  <a:pt x="69" y="329"/>
                  <a:pt x="69" y="329"/>
                </a:cubicBezTo>
                <a:cubicBezTo>
                  <a:pt x="65" y="325"/>
                  <a:pt x="65" y="325"/>
                  <a:pt x="65" y="325"/>
                </a:cubicBezTo>
                <a:cubicBezTo>
                  <a:pt x="58" y="322"/>
                  <a:pt x="58" y="322"/>
                  <a:pt x="58" y="322"/>
                </a:cubicBezTo>
                <a:cubicBezTo>
                  <a:pt x="56" y="323"/>
                  <a:pt x="56" y="323"/>
                  <a:pt x="56" y="323"/>
                </a:cubicBezTo>
                <a:cubicBezTo>
                  <a:pt x="51" y="319"/>
                  <a:pt x="51" y="319"/>
                  <a:pt x="51" y="319"/>
                </a:cubicBezTo>
                <a:cubicBezTo>
                  <a:pt x="49" y="309"/>
                  <a:pt x="49" y="309"/>
                  <a:pt x="49" y="309"/>
                </a:cubicBezTo>
                <a:cubicBezTo>
                  <a:pt x="42" y="299"/>
                  <a:pt x="42" y="299"/>
                  <a:pt x="42" y="299"/>
                </a:cubicBezTo>
                <a:cubicBezTo>
                  <a:pt x="34" y="295"/>
                  <a:pt x="34" y="295"/>
                  <a:pt x="34" y="295"/>
                </a:cubicBezTo>
                <a:cubicBezTo>
                  <a:pt x="32" y="289"/>
                  <a:pt x="32" y="289"/>
                  <a:pt x="32" y="289"/>
                </a:cubicBezTo>
                <a:cubicBezTo>
                  <a:pt x="27" y="285"/>
                  <a:pt x="27" y="285"/>
                  <a:pt x="27" y="285"/>
                </a:cubicBezTo>
                <a:cubicBezTo>
                  <a:pt x="33" y="288"/>
                  <a:pt x="33" y="288"/>
                  <a:pt x="33" y="288"/>
                </a:cubicBezTo>
                <a:cubicBezTo>
                  <a:pt x="35" y="295"/>
                  <a:pt x="35" y="295"/>
                  <a:pt x="35" y="295"/>
                </a:cubicBezTo>
                <a:cubicBezTo>
                  <a:pt x="40" y="296"/>
                  <a:pt x="40" y="296"/>
                  <a:pt x="40" y="296"/>
                </a:cubicBezTo>
                <a:cubicBezTo>
                  <a:pt x="50" y="302"/>
                  <a:pt x="50" y="302"/>
                  <a:pt x="50" y="302"/>
                </a:cubicBezTo>
                <a:cubicBezTo>
                  <a:pt x="51" y="309"/>
                  <a:pt x="51" y="309"/>
                  <a:pt x="51" y="309"/>
                </a:cubicBezTo>
                <a:cubicBezTo>
                  <a:pt x="52" y="318"/>
                  <a:pt x="52" y="318"/>
                  <a:pt x="52" y="318"/>
                </a:cubicBezTo>
                <a:cubicBezTo>
                  <a:pt x="56" y="318"/>
                  <a:pt x="56" y="318"/>
                  <a:pt x="56" y="318"/>
                </a:cubicBezTo>
                <a:cubicBezTo>
                  <a:pt x="67" y="321"/>
                  <a:pt x="67" y="321"/>
                  <a:pt x="67" y="321"/>
                </a:cubicBezTo>
                <a:cubicBezTo>
                  <a:pt x="73" y="327"/>
                  <a:pt x="73" y="327"/>
                  <a:pt x="73" y="327"/>
                </a:cubicBezTo>
                <a:cubicBezTo>
                  <a:pt x="77" y="326"/>
                  <a:pt x="77" y="326"/>
                  <a:pt x="77" y="326"/>
                </a:cubicBezTo>
                <a:cubicBezTo>
                  <a:pt x="87" y="326"/>
                  <a:pt x="87" y="326"/>
                  <a:pt x="87" y="326"/>
                </a:cubicBezTo>
                <a:cubicBezTo>
                  <a:pt x="99" y="323"/>
                  <a:pt x="99" y="323"/>
                  <a:pt x="99" y="323"/>
                </a:cubicBezTo>
                <a:cubicBezTo>
                  <a:pt x="108" y="324"/>
                  <a:pt x="108" y="324"/>
                  <a:pt x="108" y="324"/>
                </a:cubicBezTo>
                <a:cubicBezTo>
                  <a:pt x="115" y="322"/>
                  <a:pt x="115" y="322"/>
                  <a:pt x="115" y="322"/>
                </a:cubicBezTo>
                <a:cubicBezTo>
                  <a:pt x="113" y="318"/>
                  <a:pt x="113" y="318"/>
                  <a:pt x="113" y="318"/>
                </a:cubicBezTo>
                <a:cubicBezTo>
                  <a:pt x="107" y="314"/>
                  <a:pt x="107" y="314"/>
                  <a:pt x="107" y="314"/>
                </a:cubicBezTo>
                <a:cubicBezTo>
                  <a:pt x="104" y="308"/>
                  <a:pt x="104" y="308"/>
                  <a:pt x="104" y="308"/>
                </a:cubicBezTo>
                <a:cubicBezTo>
                  <a:pt x="98" y="309"/>
                  <a:pt x="98" y="309"/>
                  <a:pt x="98" y="309"/>
                </a:cubicBezTo>
                <a:cubicBezTo>
                  <a:pt x="95" y="303"/>
                  <a:pt x="95" y="303"/>
                  <a:pt x="95" y="303"/>
                </a:cubicBezTo>
                <a:cubicBezTo>
                  <a:pt x="99" y="307"/>
                  <a:pt x="99" y="307"/>
                  <a:pt x="99" y="307"/>
                </a:cubicBezTo>
                <a:cubicBezTo>
                  <a:pt x="108" y="305"/>
                  <a:pt x="108" y="305"/>
                  <a:pt x="108" y="305"/>
                </a:cubicBezTo>
                <a:cubicBezTo>
                  <a:pt x="114" y="312"/>
                  <a:pt x="114" y="312"/>
                  <a:pt x="114" y="312"/>
                </a:cubicBezTo>
                <a:cubicBezTo>
                  <a:pt x="122" y="314"/>
                  <a:pt x="122" y="314"/>
                  <a:pt x="122" y="314"/>
                </a:cubicBezTo>
                <a:cubicBezTo>
                  <a:pt x="119" y="309"/>
                  <a:pt x="119" y="309"/>
                  <a:pt x="119" y="309"/>
                </a:cubicBezTo>
                <a:cubicBezTo>
                  <a:pt x="119" y="303"/>
                  <a:pt x="119" y="303"/>
                  <a:pt x="119" y="303"/>
                </a:cubicBezTo>
                <a:cubicBezTo>
                  <a:pt x="123" y="300"/>
                  <a:pt x="123" y="300"/>
                  <a:pt x="123" y="300"/>
                </a:cubicBezTo>
                <a:cubicBezTo>
                  <a:pt x="123" y="295"/>
                  <a:pt x="123" y="295"/>
                  <a:pt x="123" y="295"/>
                </a:cubicBezTo>
                <a:cubicBezTo>
                  <a:pt x="123" y="289"/>
                  <a:pt x="123" y="289"/>
                  <a:pt x="123" y="289"/>
                </a:cubicBezTo>
                <a:cubicBezTo>
                  <a:pt x="116" y="283"/>
                  <a:pt x="116" y="283"/>
                  <a:pt x="116" y="283"/>
                </a:cubicBezTo>
                <a:cubicBezTo>
                  <a:pt x="116" y="280"/>
                  <a:pt x="116" y="280"/>
                  <a:pt x="116" y="280"/>
                </a:cubicBezTo>
                <a:cubicBezTo>
                  <a:pt x="123" y="283"/>
                  <a:pt x="123" y="283"/>
                  <a:pt x="123" y="283"/>
                </a:cubicBezTo>
                <a:cubicBezTo>
                  <a:pt x="126" y="288"/>
                  <a:pt x="126" y="288"/>
                  <a:pt x="126" y="288"/>
                </a:cubicBezTo>
                <a:cubicBezTo>
                  <a:pt x="135" y="296"/>
                  <a:pt x="135" y="296"/>
                  <a:pt x="135" y="296"/>
                </a:cubicBezTo>
                <a:cubicBezTo>
                  <a:pt x="141" y="298"/>
                  <a:pt x="141" y="298"/>
                  <a:pt x="141" y="298"/>
                </a:cubicBezTo>
                <a:cubicBezTo>
                  <a:pt x="142" y="294"/>
                  <a:pt x="142" y="294"/>
                  <a:pt x="142" y="294"/>
                </a:cubicBezTo>
                <a:cubicBezTo>
                  <a:pt x="140" y="288"/>
                  <a:pt x="140" y="288"/>
                  <a:pt x="140" y="288"/>
                </a:cubicBezTo>
                <a:cubicBezTo>
                  <a:pt x="142" y="290"/>
                  <a:pt x="142" y="290"/>
                  <a:pt x="142" y="290"/>
                </a:cubicBezTo>
                <a:cubicBezTo>
                  <a:pt x="145" y="297"/>
                  <a:pt x="145" y="297"/>
                  <a:pt x="145" y="297"/>
                </a:cubicBezTo>
                <a:cubicBezTo>
                  <a:pt x="148" y="297"/>
                  <a:pt x="148" y="297"/>
                  <a:pt x="148" y="297"/>
                </a:cubicBezTo>
                <a:cubicBezTo>
                  <a:pt x="148" y="291"/>
                  <a:pt x="148" y="291"/>
                  <a:pt x="148" y="291"/>
                </a:cubicBezTo>
                <a:cubicBezTo>
                  <a:pt x="146" y="286"/>
                  <a:pt x="146" y="286"/>
                  <a:pt x="146" y="286"/>
                </a:cubicBezTo>
                <a:cubicBezTo>
                  <a:pt x="148" y="277"/>
                  <a:pt x="148" y="277"/>
                  <a:pt x="148" y="277"/>
                </a:cubicBezTo>
                <a:cubicBezTo>
                  <a:pt x="152" y="282"/>
                  <a:pt x="152" y="282"/>
                  <a:pt x="152" y="282"/>
                </a:cubicBezTo>
                <a:cubicBezTo>
                  <a:pt x="163" y="285"/>
                  <a:pt x="163" y="285"/>
                  <a:pt x="163" y="285"/>
                </a:cubicBezTo>
                <a:cubicBezTo>
                  <a:pt x="165" y="291"/>
                  <a:pt x="165" y="291"/>
                  <a:pt x="165" y="291"/>
                </a:cubicBezTo>
                <a:cubicBezTo>
                  <a:pt x="171" y="293"/>
                  <a:pt x="171" y="293"/>
                  <a:pt x="171" y="293"/>
                </a:cubicBezTo>
                <a:cubicBezTo>
                  <a:pt x="176" y="292"/>
                  <a:pt x="176" y="292"/>
                  <a:pt x="176" y="292"/>
                </a:cubicBezTo>
                <a:cubicBezTo>
                  <a:pt x="179" y="294"/>
                  <a:pt x="179" y="294"/>
                  <a:pt x="179" y="294"/>
                </a:cubicBezTo>
                <a:cubicBezTo>
                  <a:pt x="183" y="289"/>
                  <a:pt x="183" y="289"/>
                  <a:pt x="183" y="289"/>
                </a:cubicBezTo>
                <a:cubicBezTo>
                  <a:pt x="182" y="295"/>
                  <a:pt x="182" y="295"/>
                  <a:pt x="182" y="295"/>
                </a:cubicBezTo>
                <a:cubicBezTo>
                  <a:pt x="183" y="301"/>
                  <a:pt x="183" y="301"/>
                  <a:pt x="183" y="301"/>
                </a:cubicBezTo>
                <a:cubicBezTo>
                  <a:pt x="187" y="302"/>
                  <a:pt x="187" y="302"/>
                  <a:pt x="187" y="302"/>
                </a:cubicBezTo>
                <a:cubicBezTo>
                  <a:pt x="192" y="307"/>
                  <a:pt x="192" y="307"/>
                  <a:pt x="192" y="307"/>
                </a:cubicBezTo>
                <a:cubicBezTo>
                  <a:pt x="216" y="313"/>
                  <a:pt x="216" y="313"/>
                  <a:pt x="216" y="313"/>
                </a:cubicBezTo>
                <a:cubicBezTo>
                  <a:pt x="223" y="317"/>
                  <a:pt x="223" y="317"/>
                  <a:pt x="223" y="317"/>
                </a:cubicBezTo>
                <a:cubicBezTo>
                  <a:pt x="229" y="325"/>
                  <a:pt x="229" y="325"/>
                  <a:pt x="229" y="325"/>
                </a:cubicBezTo>
                <a:cubicBezTo>
                  <a:pt x="233" y="337"/>
                  <a:pt x="233" y="337"/>
                  <a:pt x="233" y="337"/>
                </a:cubicBezTo>
                <a:cubicBezTo>
                  <a:pt x="245" y="351"/>
                  <a:pt x="245" y="351"/>
                  <a:pt x="245" y="351"/>
                </a:cubicBezTo>
                <a:cubicBezTo>
                  <a:pt x="246" y="357"/>
                  <a:pt x="246" y="357"/>
                  <a:pt x="246" y="357"/>
                </a:cubicBezTo>
                <a:cubicBezTo>
                  <a:pt x="254" y="359"/>
                  <a:pt x="254" y="359"/>
                  <a:pt x="254" y="359"/>
                </a:cubicBezTo>
                <a:cubicBezTo>
                  <a:pt x="259" y="366"/>
                  <a:pt x="259" y="366"/>
                  <a:pt x="259" y="366"/>
                </a:cubicBezTo>
                <a:cubicBezTo>
                  <a:pt x="261" y="371"/>
                  <a:pt x="261" y="371"/>
                  <a:pt x="261" y="371"/>
                </a:cubicBezTo>
                <a:cubicBezTo>
                  <a:pt x="281" y="392"/>
                  <a:pt x="281" y="392"/>
                  <a:pt x="281" y="392"/>
                </a:cubicBezTo>
                <a:cubicBezTo>
                  <a:pt x="281" y="398"/>
                  <a:pt x="281" y="398"/>
                  <a:pt x="281" y="398"/>
                </a:cubicBezTo>
                <a:cubicBezTo>
                  <a:pt x="289" y="403"/>
                  <a:pt x="289" y="403"/>
                  <a:pt x="289" y="403"/>
                </a:cubicBezTo>
                <a:cubicBezTo>
                  <a:pt x="301" y="408"/>
                  <a:pt x="301" y="408"/>
                  <a:pt x="301" y="408"/>
                </a:cubicBezTo>
                <a:cubicBezTo>
                  <a:pt x="306" y="406"/>
                  <a:pt x="306" y="406"/>
                  <a:pt x="306" y="406"/>
                </a:cubicBezTo>
                <a:cubicBezTo>
                  <a:pt x="310" y="406"/>
                  <a:pt x="310" y="406"/>
                  <a:pt x="310" y="406"/>
                </a:cubicBezTo>
                <a:cubicBezTo>
                  <a:pt x="317" y="408"/>
                  <a:pt x="317" y="408"/>
                  <a:pt x="317" y="408"/>
                </a:cubicBezTo>
                <a:cubicBezTo>
                  <a:pt x="330" y="406"/>
                  <a:pt x="330" y="406"/>
                  <a:pt x="330" y="406"/>
                </a:cubicBezTo>
                <a:cubicBezTo>
                  <a:pt x="339" y="410"/>
                  <a:pt x="339" y="410"/>
                  <a:pt x="339" y="410"/>
                </a:cubicBezTo>
                <a:cubicBezTo>
                  <a:pt x="347" y="409"/>
                  <a:pt x="347" y="409"/>
                  <a:pt x="347" y="409"/>
                </a:cubicBezTo>
                <a:cubicBezTo>
                  <a:pt x="360" y="412"/>
                  <a:pt x="360" y="412"/>
                  <a:pt x="360" y="412"/>
                </a:cubicBezTo>
                <a:cubicBezTo>
                  <a:pt x="366" y="415"/>
                  <a:pt x="366" y="415"/>
                  <a:pt x="366" y="415"/>
                </a:cubicBezTo>
                <a:cubicBezTo>
                  <a:pt x="376" y="414"/>
                  <a:pt x="376" y="414"/>
                  <a:pt x="376" y="414"/>
                </a:cubicBezTo>
                <a:cubicBezTo>
                  <a:pt x="380" y="419"/>
                  <a:pt x="380" y="419"/>
                  <a:pt x="380" y="419"/>
                </a:cubicBezTo>
                <a:cubicBezTo>
                  <a:pt x="389" y="419"/>
                  <a:pt x="389" y="419"/>
                  <a:pt x="389" y="419"/>
                </a:cubicBezTo>
                <a:cubicBezTo>
                  <a:pt x="390" y="422"/>
                  <a:pt x="390" y="422"/>
                  <a:pt x="390" y="422"/>
                </a:cubicBezTo>
                <a:cubicBezTo>
                  <a:pt x="386" y="425"/>
                  <a:pt x="386" y="425"/>
                  <a:pt x="386" y="425"/>
                </a:cubicBezTo>
                <a:cubicBezTo>
                  <a:pt x="394" y="427"/>
                  <a:pt x="394" y="427"/>
                  <a:pt x="394" y="427"/>
                </a:cubicBezTo>
                <a:cubicBezTo>
                  <a:pt x="404" y="433"/>
                  <a:pt x="404" y="433"/>
                  <a:pt x="404" y="433"/>
                </a:cubicBezTo>
                <a:cubicBezTo>
                  <a:pt x="414" y="431"/>
                  <a:pt x="414" y="431"/>
                  <a:pt x="414" y="431"/>
                </a:cubicBezTo>
                <a:cubicBezTo>
                  <a:pt x="416" y="425"/>
                  <a:pt x="416" y="425"/>
                  <a:pt x="416" y="425"/>
                </a:cubicBezTo>
                <a:cubicBezTo>
                  <a:pt x="406" y="419"/>
                  <a:pt x="406" y="419"/>
                  <a:pt x="406" y="419"/>
                </a:cubicBezTo>
                <a:cubicBezTo>
                  <a:pt x="402" y="419"/>
                  <a:pt x="402" y="419"/>
                  <a:pt x="402" y="419"/>
                </a:cubicBezTo>
                <a:cubicBezTo>
                  <a:pt x="402" y="415"/>
                  <a:pt x="402" y="415"/>
                  <a:pt x="402" y="415"/>
                </a:cubicBezTo>
                <a:cubicBezTo>
                  <a:pt x="410" y="412"/>
                  <a:pt x="410" y="412"/>
                  <a:pt x="410" y="412"/>
                </a:cubicBezTo>
                <a:cubicBezTo>
                  <a:pt x="417" y="415"/>
                  <a:pt x="417" y="415"/>
                  <a:pt x="417" y="415"/>
                </a:cubicBezTo>
                <a:cubicBezTo>
                  <a:pt x="425" y="410"/>
                  <a:pt x="425" y="410"/>
                  <a:pt x="425" y="410"/>
                </a:cubicBezTo>
                <a:cubicBezTo>
                  <a:pt x="408" y="407"/>
                  <a:pt x="408" y="407"/>
                  <a:pt x="408" y="407"/>
                </a:cubicBezTo>
                <a:cubicBezTo>
                  <a:pt x="390" y="405"/>
                  <a:pt x="390" y="405"/>
                  <a:pt x="390" y="405"/>
                </a:cubicBezTo>
                <a:cubicBezTo>
                  <a:pt x="378" y="399"/>
                  <a:pt x="378" y="399"/>
                  <a:pt x="378" y="399"/>
                </a:cubicBezTo>
                <a:cubicBezTo>
                  <a:pt x="374" y="394"/>
                  <a:pt x="374" y="394"/>
                  <a:pt x="374" y="394"/>
                </a:cubicBezTo>
                <a:cubicBezTo>
                  <a:pt x="384" y="389"/>
                  <a:pt x="384" y="389"/>
                  <a:pt x="384" y="389"/>
                </a:cubicBezTo>
                <a:cubicBezTo>
                  <a:pt x="390" y="390"/>
                  <a:pt x="390" y="390"/>
                  <a:pt x="390" y="390"/>
                </a:cubicBezTo>
                <a:cubicBezTo>
                  <a:pt x="394" y="387"/>
                  <a:pt x="394" y="387"/>
                  <a:pt x="394" y="387"/>
                </a:cubicBezTo>
                <a:cubicBezTo>
                  <a:pt x="388" y="383"/>
                  <a:pt x="388" y="383"/>
                  <a:pt x="388" y="383"/>
                </a:cubicBezTo>
                <a:cubicBezTo>
                  <a:pt x="374" y="383"/>
                  <a:pt x="374" y="383"/>
                  <a:pt x="374" y="383"/>
                </a:cubicBezTo>
                <a:cubicBezTo>
                  <a:pt x="360" y="381"/>
                  <a:pt x="360" y="381"/>
                  <a:pt x="360" y="381"/>
                </a:cubicBezTo>
                <a:cubicBezTo>
                  <a:pt x="354" y="376"/>
                  <a:pt x="354" y="376"/>
                  <a:pt x="354" y="376"/>
                </a:cubicBezTo>
                <a:cubicBezTo>
                  <a:pt x="354" y="370"/>
                  <a:pt x="354" y="370"/>
                  <a:pt x="354" y="370"/>
                </a:cubicBezTo>
                <a:cubicBezTo>
                  <a:pt x="359" y="364"/>
                  <a:pt x="359" y="364"/>
                  <a:pt x="359" y="364"/>
                </a:cubicBezTo>
                <a:cubicBezTo>
                  <a:pt x="361" y="359"/>
                  <a:pt x="361" y="359"/>
                  <a:pt x="361" y="359"/>
                </a:cubicBezTo>
                <a:cubicBezTo>
                  <a:pt x="357" y="354"/>
                  <a:pt x="357" y="354"/>
                  <a:pt x="357" y="354"/>
                </a:cubicBezTo>
                <a:cubicBezTo>
                  <a:pt x="351" y="354"/>
                  <a:pt x="351" y="354"/>
                  <a:pt x="351" y="354"/>
                </a:cubicBezTo>
                <a:cubicBezTo>
                  <a:pt x="348" y="357"/>
                  <a:pt x="348" y="357"/>
                  <a:pt x="348" y="357"/>
                </a:cubicBezTo>
                <a:cubicBezTo>
                  <a:pt x="341" y="355"/>
                  <a:pt x="341" y="355"/>
                  <a:pt x="341" y="355"/>
                </a:cubicBezTo>
                <a:cubicBezTo>
                  <a:pt x="337" y="355"/>
                  <a:pt x="337" y="355"/>
                  <a:pt x="337" y="355"/>
                </a:cubicBezTo>
                <a:cubicBezTo>
                  <a:pt x="329" y="347"/>
                  <a:pt x="329" y="347"/>
                  <a:pt x="329" y="347"/>
                </a:cubicBezTo>
                <a:cubicBezTo>
                  <a:pt x="327" y="335"/>
                  <a:pt x="327" y="335"/>
                  <a:pt x="327" y="335"/>
                </a:cubicBezTo>
                <a:cubicBezTo>
                  <a:pt x="321" y="332"/>
                  <a:pt x="321" y="332"/>
                  <a:pt x="321" y="332"/>
                </a:cubicBezTo>
                <a:cubicBezTo>
                  <a:pt x="313" y="313"/>
                  <a:pt x="313" y="313"/>
                  <a:pt x="313" y="313"/>
                </a:cubicBezTo>
                <a:cubicBezTo>
                  <a:pt x="309" y="311"/>
                  <a:pt x="309" y="311"/>
                  <a:pt x="309" y="311"/>
                </a:cubicBezTo>
                <a:cubicBezTo>
                  <a:pt x="307" y="305"/>
                  <a:pt x="307" y="305"/>
                  <a:pt x="307" y="305"/>
                </a:cubicBezTo>
                <a:cubicBezTo>
                  <a:pt x="297" y="305"/>
                  <a:pt x="297" y="305"/>
                  <a:pt x="297" y="305"/>
                </a:cubicBezTo>
                <a:cubicBezTo>
                  <a:pt x="291" y="301"/>
                  <a:pt x="291" y="301"/>
                  <a:pt x="291" y="301"/>
                </a:cubicBezTo>
                <a:cubicBezTo>
                  <a:pt x="286" y="292"/>
                  <a:pt x="286" y="292"/>
                  <a:pt x="286" y="292"/>
                </a:cubicBezTo>
                <a:cubicBezTo>
                  <a:pt x="277" y="282"/>
                  <a:pt x="277" y="282"/>
                  <a:pt x="277" y="282"/>
                </a:cubicBezTo>
                <a:cubicBezTo>
                  <a:pt x="275" y="272"/>
                  <a:pt x="275" y="272"/>
                  <a:pt x="275" y="272"/>
                </a:cubicBezTo>
                <a:cubicBezTo>
                  <a:pt x="269" y="267"/>
                  <a:pt x="269" y="267"/>
                  <a:pt x="269" y="267"/>
                </a:cubicBezTo>
                <a:cubicBezTo>
                  <a:pt x="264" y="258"/>
                  <a:pt x="264" y="258"/>
                  <a:pt x="264" y="258"/>
                </a:cubicBezTo>
                <a:cubicBezTo>
                  <a:pt x="264" y="254"/>
                  <a:pt x="264" y="254"/>
                  <a:pt x="264" y="254"/>
                </a:cubicBezTo>
                <a:cubicBezTo>
                  <a:pt x="282" y="256"/>
                  <a:pt x="282" y="256"/>
                  <a:pt x="282" y="256"/>
                </a:cubicBezTo>
                <a:cubicBezTo>
                  <a:pt x="298" y="248"/>
                  <a:pt x="298" y="248"/>
                  <a:pt x="298" y="248"/>
                </a:cubicBezTo>
                <a:cubicBezTo>
                  <a:pt x="302" y="240"/>
                  <a:pt x="302" y="240"/>
                  <a:pt x="302" y="240"/>
                </a:cubicBezTo>
                <a:cubicBezTo>
                  <a:pt x="301" y="231"/>
                  <a:pt x="301" y="231"/>
                  <a:pt x="301" y="231"/>
                </a:cubicBezTo>
                <a:cubicBezTo>
                  <a:pt x="289" y="218"/>
                  <a:pt x="289" y="218"/>
                  <a:pt x="289" y="218"/>
                </a:cubicBezTo>
                <a:cubicBezTo>
                  <a:pt x="280" y="217"/>
                  <a:pt x="280" y="217"/>
                  <a:pt x="280" y="217"/>
                </a:cubicBezTo>
                <a:cubicBezTo>
                  <a:pt x="276" y="219"/>
                  <a:pt x="276" y="219"/>
                  <a:pt x="276" y="219"/>
                </a:cubicBezTo>
                <a:cubicBezTo>
                  <a:pt x="266" y="215"/>
                  <a:pt x="266" y="215"/>
                  <a:pt x="266" y="215"/>
                </a:cubicBezTo>
                <a:cubicBezTo>
                  <a:pt x="251" y="208"/>
                  <a:pt x="251" y="208"/>
                  <a:pt x="251" y="208"/>
                </a:cubicBezTo>
                <a:cubicBezTo>
                  <a:pt x="243" y="200"/>
                  <a:pt x="243" y="200"/>
                  <a:pt x="243" y="200"/>
                </a:cubicBezTo>
                <a:cubicBezTo>
                  <a:pt x="235" y="201"/>
                  <a:pt x="235" y="201"/>
                  <a:pt x="235" y="201"/>
                </a:cubicBezTo>
                <a:cubicBezTo>
                  <a:pt x="214" y="193"/>
                  <a:pt x="214" y="193"/>
                  <a:pt x="214" y="193"/>
                </a:cubicBezTo>
                <a:cubicBezTo>
                  <a:pt x="212" y="188"/>
                  <a:pt x="212" y="188"/>
                  <a:pt x="212" y="188"/>
                </a:cubicBezTo>
                <a:cubicBezTo>
                  <a:pt x="217" y="178"/>
                  <a:pt x="217" y="178"/>
                  <a:pt x="217" y="178"/>
                </a:cubicBezTo>
                <a:cubicBezTo>
                  <a:pt x="218" y="170"/>
                  <a:pt x="218" y="170"/>
                  <a:pt x="218" y="170"/>
                </a:cubicBezTo>
                <a:cubicBezTo>
                  <a:pt x="213" y="163"/>
                  <a:pt x="213" y="163"/>
                  <a:pt x="213" y="163"/>
                </a:cubicBezTo>
                <a:cubicBezTo>
                  <a:pt x="197" y="147"/>
                  <a:pt x="197" y="147"/>
                  <a:pt x="197" y="147"/>
                </a:cubicBezTo>
                <a:cubicBezTo>
                  <a:pt x="193" y="147"/>
                  <a:pt x="193" y="147"/>
                  <a:pt x="193" y="147"/>
                </a:cubicBezTo>
                <a:cubicBezTo>
                  <a:pt x="188" y="149"/>
                  <a:pt x="188" y="149"/>
                  <a:pt x="188" y="149"/>
                </a:cubicBezTo>
                <a:cubicBezTo>
                  <a:pt x="185" y="143"/>
                  <a:pt x="185" y="143"/>
                  <a:pt x="185" y="143"/>
                </a:cubicBezTo>
                <a:cubicBezTo>
                  <a:pt x="177" y="137"/>
                  <a:pt x="177" y="137"/>
                  <a:pt x="177" y="137"/>
                </a:cubicBezTo>
                <a:cubicBezTo>
                  <a:pt x="175" y="131"/>
                  <a:pt x="175" y="131"/>
                  <a:pt x="175" y="131"/>
                </a:cubicBezTo>
                <a:cubicBezTo>
                  <a:pt x="166" y="129"/>
                  <a:pt x="166" y="129"/>
                  <a:pt x="166" y="129"/>
                </a:cubicBezTo>
                <a:cubicBezTo>
                  <a:pt x="161" y="123"/>
                  <a:pt x="161" y="123"/>
                  <a:pt x="161" y="123"/>
                </a:cubicBezTo>
                <a:cubicBezTo>
                  <a:pt x="157" y="124"/>
                  <a:pt x="157" y="124"/>
                  <a:pt x="157" y="124"/>
                </a:cubicBezTo>
                <a:cubicBezTo>
                  <a:pt x="149" y="120"/>
                  <a:pt x="149" y="120"/>
                  <a:pt x="149" y="120"/>
                </a:cubicBezTo>
                <a:cubicBezTo>
                  <a:pt x="140" y="119"/>
                  <a:pt x="140" y="119"/>
                  <a:pt x="140" y="119"/>
                </a:cubicBezTo>
                <a:cubicBezTo>
                  <a:pt x="131" y="112"/>
                  <a:pt x="131" y="112"/>
                  <a:pt x="131" y="112"/>
                </a:cubicBezTo>
                <a:cubicBezTo>
                  <a:pt x="121" y="110"/>
                  <a:pt x="121" y="110"/>
                  <a:pt x="121" y="110"/>
                </a:cubicBezTo>
                <a:cubicBezTo>
                  <a:pt x="105" y="100"/>
                  <a:pt x="105" y="100"/>
                  <a:pt x="105" y="100"/>
                </a:cubicBezTo>
                <a:cubicBezTo>
                  <a:pt x="82" y="98"/>
                  <a:pt x="82" y="98"/>
                  <a:pt x="82" y="98"/>
                </a:cubicBezTo>
                <a:cubicBezTo>
                  <a:pt x="73" y="94"/>
                  <a:pt x="73" y="94"/>
                  <a:pt x="73" y="94"/>
                </a:cubicBezTo>
                <a:cubicBezTo>
                  <a:pt x="68" y="88"/>
                  <a:pt x="68" y="88"/>
                  <a:pt x="68" y="88"/>
                </a:cubicBezTo>
                <a:cubicBezTo>
                  <a:pt x="64" y="88"/>
                  <a:pt x="64" y="88"/>
                  <a:pt x="64" y="88"/>
                </a:cubicBezTo>
                <a:cubicBezTo>
                  <a:pt x="61" y="90"/>
                  <a:pt x="61" y="90"/>
                  <a:pt x="61" y="90"/>
                </a:cubicBezTo>
                <a:cubicBezTo>
                  <a:pt x="44" y="83"/>
                  <a:pt x="44" y="83"/>
                  <a:pt x="44" y="83"/>
                </a:cubicBezTo>
                <a:cubicBezTo>
                  <a:pt x="40" y="79"/>
                  <a:pt x="40" y="79"/>
                  <a:pt x="40" y="79"/>
                </a:cubicBezTo>
                <a:cubicBezTo>
                  <a:pt x="32" y="76"/>
                  <a:pt x="32" y="76"/>
                  <a:pt x="32" y="76"/>
                </a:cubicBezTo>
                <a:cubicBezTo>
                  <a:pt x="18" y="70"/>
                  <a:pt x="18" y="70"/>
                  <a:pt x="18" y="70"/>
                </a:cubicBezTo>
                <a:lnTo>
                  <a:pt x="10" y="69"/>
                </a:lnTo>
                <a:close/>
              </a:path>
            </a:pathLst>
          </a:custGeom>
          <a:solidFill>
            <a:srgbClr val="EEEFF0"/>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25" name="Freeform 46">
            <a:extLst>
              <a:ext uri="{FF2B5EF4-FFF2-40B4-BE49-F238E27FC236}">
                <a16:creationId xmlns:a16="http://schemas.microsoft.com/office/drawing/2014/main" id="{AF6D4263-5CBE-16A1-B0AB-67F3368F5322}"/>
              </a:ext>
            </a:extLst>
          </p:cNvPr>
          <p:cNvSpPr>
            <a:spLocks noEditPoints="1"/>
          </p:cNvSpPr>
          <p:nvPr/>
        </p:nvSpPr>
        <p:spPr bwMode="auto">
          <a:xfrm>
            <a:off x="3863975" y="1158875"/>
            <a:ext cx="1581150" cy="2384425"/>
          </a:xfrm>
          <a:custGeom>
            <a:avLst/>
            <a:gdLst>
              <a:gd name="T0" fmla="*/ 606720 w 430"/>
              <a:gd name="T1" fmla="*/ 33117 h 648"/>
              <a:gd name="T2" fmla="*/ 794252 w 430"/>
              <a:gd name="T3" fmla="*/ 941995 h 648"/>
              <a:gd name="T4" fmla="*/ 1003846 w 430"/>
              <a:gd name="T5" fmla="*/ 971432 h 648"/>
              <a:gd name="T6" fmla="*/ 1106805 w 430"/>
              <a:gd name="T7" fmla="*/ 1125978 h 648"/>
              <a:gd name="T8" fmla="*/ 1073711 w 430"/>
              <a:gd name="T9" fmla="*/ 1155416 h 648"/>
              <a:gd name="T10" fmla="*/ 845731 w 430"/>
              <a:gd name="T11" fmla="*/ 978792 h 648"/>
              <a:gd name="T12" fmla="*/ 658200 w 430"/>
              <a:gd name="T13" fmla="*/ 1030307 h 648"/>
              <a:gd name="T14" fmla="*/ 547887 w 430"/>
              <a:gd name="T15" fmla="*/ 890480 h 648"/>
              <a:gd name="T16" fmla="*/ 441251 w 430"/>
              <a:gd name="T17" fmla="*/ 816886 h 648"/>
              <a:gd name="T18" fmla="*/ 422866 w 430"/>
              <a:gd name="T19" fmla="*/ 581388 h 648"/>
              <a:gd name="T20" fmla="*/ 588335 w 430"/>
              <a:gd name="T21" fmla="*/ 169265 h 648"/>
              <a:gd name="T22" fmla="*/ 720710 w 430"/>
              <a:gd name="T23" fmla="*/ 294373 h 648"/>
              <a:gd name="T24" fmla="*/ 731742 w 430"/>
              <a:gd name="T25" fmla="*/ 581388 h 648"/>
              <a:gd name="T26" fmla="*/ 753804 w 430"/>
              <a:gd name="T27" fmla="*/ 897839 h 648"/>
              <a:gd name="T28" fmla="*/ 783221 w 430"/>
              <a:gd name="T29" fmla="*/ 772730 h 648"/>
              <a:gd name="T30" fmla="*/ 529501 w 430"/>
              <a:gd name="T31" fmla="*/ 1063424 h 648"/>
              <a:gd name="T32" fmla="*/ 706002 w 430"/>
              <a:gd name="T33" fmla="*/ 1210611 h 648"/>
              <a:gd name="T34" fmla="*/ 1114159 w 430"/>
              <a:gd name="T35" fmla="*/ 949354 h 648"/>
              <a:gd name="T36" fmla="*/ 786898 w 430"/>
              <a:gd name="T37" fmla="*/ 1074463 h 648"/>
              <a:gd name="T38" fmla="*/ 823669 w 430"/>
              <a:gd name="T39" fmla="*/ 1240048 h 648"/>
              <a:gd name="T40" fmla="*/ 948690 w 430"/>
              <a:gd name="T41" fmla="*/ 1100221 h 648"/>
              <a:gd name="T42" fmla="*/ 1040617 w 430"/>
              <a:gd name="T43" fmla="*/ 1195892 h 648"/>
              <a:gd name="T44" fmla="*/ 1018555 w 430"/>
              <a:gd name="T45" fmla="*/ 1217970 h 648"/>
              <a:gd name="T46" fmla="*/ 805283 w 430"/>
              <a:gd name="T47" fmla="*/ 1560179 h 648"/>
              <a:gd name="T48" fmla="*/ 856763 w 430"/>
              <a:gd name="T49" fmla="*/ 1350438 h 648"/>
              <a:gd name="T50" fmla="*/ 959721 w 430"/>
              <a:gd name="T51" fmla="*/ 1457149 h 648"/>
              <a:gd name="T52" fmla="*/ 919273 w 430"/>
              <a:gd name="T53" fmla="*/ 1545461 h 648"/>
              <a:gd name="T54" fmla="*/ 1125190 w 430"/>
              <a:gd name="T55" fmla="*/ 1549140 h 648"/>
              <a:gd name="T56" fmla="*/ 1040617 w 430"/>
              <a:gd name="T57" fmla="*/ 1722085 h 648"/>
              <a:gd name="T58" fmla="*/ 948690 w 430"/>
              <a:gd name="T59" fmla="*/ 1556500 h 648"/>
              <a:gd name="T60" fmla="*/ 1025909 w 430"/>
              <a:gd name="T61" fmla="*/ 1777280 h 648"/>
              <a:gd name="T62" fmla="*/ 1202409 w 430"/>
              <a:gd name="T63" fmla="*/ 1611695 h 648"/>
              <a:gd name="T64" fmla="*/ 1345816 w 430"/>
              <a:gd name="T65" fmla="*/ 1644812 h 648"/>
              <a:gd name="T66" fmla="*/ 1209764 w 430"/>
              <a:gd name="T67" fmla="*/ 1394594 h 648"/>
              <a:gd name="T68" fmla="*/ 1400972 w 430"/>
              <a:gd name="T69" fmla="*/ 1453469 h 648"/>
              <a:gd name="T70" fmla="*/ 1272274 w 430"/>
              <a:gd name="T71" fmla="*/ 1199572 h 648"/>
              <a:gd name="T72" fmla="*/ 1275951 w 430"/>
              <a:gd name="T73" fmla="*/ 1357798 h 648"/>
              <a:gd name="T74" fmla="*/ 1187701 w 430"/>
              <a:gd name="T75" fmla="*/ 1442430 h 648"/>
              <a:gd name="T76" fmla="*/ 1331108 w 430"/>
              <a:gd name="T77" fmla="*/ 1600656 h 648"/>
              <a:gd name="T78" fmla="*/ 1412004 w 430"/>
              <a:gd name="T79" fmla="*/ 1493945 h 648"/>
              <a:gd name="T80" fmla="*/ 1400972 w 430"/>
              <a:gd name="T81" fmla="*/ 1560179 h 648"/>
              <a:gd name="T82" fmla="*/ 1448775 w 430"/>
              <a:gd name="T83" fmla="*/ 1685288 h 648"/>
              <a:gd name="T84" fmla="*/ 849408 w 430"/>
              <a:gd name="T85" fmla="*/ 2045896 h 648"/>
              <a:gd name="T86" fmla="*/ 1077388 w 430"/>
              <a:gd name="T87" fmla="*/ 1858232 h 648"/>
              <a:gd name="T88" fmla="*/ 1272274 w 430"/>
              <a:gd name="T89" fmla="*/ 1872951 h 648"/>
              <a:gd name="T90" fmla="*/ 1360524 w 430"/>
              <a:gd name="T91" fmla="*/ 1677929 h 648"/>
              <a:gd name="T92" fmla="*/ 1492900 w 430"/>
              <a:gd name="T93" fmla="*/ 1869271 h 648"/>
              <a:gd name="T94" fmla="*/ 1566442 w 430"/>
              <a:gd name="T95" fmla="*/ 2152606 h 648"/>
              <a:gd name="T96" fmla="*/ 1500254 w 430"/>
              <a:gd name="T97" fmla="*/ 2178364 h 648"/>
              <a:gd name="T98" fmla="*/ 1404650 w 430"/>
              <a:gd name="T99" fmla="*/ 2369706 h 648"/>
              <a:gd name="T100" fmla="*/ 1220795 w 430"/>
              <a:gd name="T101" fmla="*/ 2318191 h 648"/>
              <a:gd name="T102" fmla="*/ 1180347 w 430"/>
              <a:gd name="T103" fmla="*/ 2108450 h 648"/>
              <a:gd name="T104" fmla="*/ 1033263 w 430"/>
              <a:gd name="T105" fmla="*/ 2067974 h 648"/>
              <a:gd name="T106" fmla="*/ 922950 w 430"/>
              <a:gd name="T107" fmla="*/ 2027497 h 648"/>
              <a:gd name="T108" fmla="*/ 864117 w 430"/>
              <a:gd name="T109" fmla="*/ 2207801 h 648"/>
              <a:gd name="T110" fmla="*/ 507439 w 430"/>
              <a:gd name="T111" fmla="*/ 1291564 h 648"/>
              <a:gd name="T112" fmla="*/ 419189 w 430"/>
              <a:gd name="T113" fmla="*/ 1309962 h 648"/>
              <a:gd name="T114" fmla="*/ 84573 w 430"/>
              <a:gd name="T115" fmla="*/ 1880310 h 648"/>
              <a:gd name="T116" fmla="*/ 345647 w 430"/>
              <a:gd name="T117" fmla="*/ 1637452 h 648"/>
              <a:gd name="T118" fmla="*/ 364032 w 430"/>
              <a:gd name="T119" fmla="*/ 1508664 h 648"/>
              <a:gd name="T120" fmla="*/ 143407 w 430"/>
              <a:gd name="T121" fmla="*/ 1766241 h 648"/>
              <a:gd name="T122" fmla="*/ 66188 w 430"/>
              <a:gd name="T123" fmla="*/ 1935505 h 64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30" h="648">
                <a:moveTo>
                  <a:pt x="154" y="31"/>
                </a:moveTo>
                <a:cubicBezTo>
                  <a:pt x="165" y="31"/>
                  <a:pt x="165" y="31"/>
                  <a:pt x="165" y="31"/>
                </a:cubicBezTo>
                <a:cubicBezTo>
                  <a:pt x="158" y="34"/>
                  <a:pt x="158" y="34"/>
                  <a:pt x="158" y="34"/>
                </a:cubicBezTo>
                <a:cubicBezTo>
                  <a:pt x="154" y="31"/>
                  <a:pt x="154" y="31"/>
                  <a:pt x="154" y="31"/>
                </a:cubicBezTo>
                <a:close/>
                <a:moveTo>
                  <a:pt x="148" y="12"/>
                </a:moveTo>
                <a:cubicBezTo>
                  <a:pt x="154" y="18"/>
                  <a:pt x="154" y="18"/>
                  <a:pt x="154" y="18"/>
                </a:cubicBezTo>
                <a:cubicBezTo>
                  <a:pt x="146" y="19"/>
                  <a:pt x="146" y="19"/>
                  <a:pt x="146" y="19"/>
                </a:cubicBezTo>
                <a:cubicBezTo>
                  <a:pt x="148" y="12"/>
                  <a:pt x="148" y="12"/>
                  <a:pt x="148" y="12"/>
                </a:cubicBezTo>
                <a:close/>
                <a:moveTo>
                  <a:pt x="167" y="0"/>
                </a:moveTo>
                <a:cubicBezTo>
                  <a:pt x="160" y="5"/>
                  <a:pt x="160" y="5"/>
                  <a:pt x="160" y="5"/>
                </a:cubicBezTo>
                <a:cubicBezTo>
                  <a:pt x="165" y="9"/>
                  <a:pt x="165" y="9"/>
                  <a:pt x="165" y="9"/>
                </a:cubicBezTo>
                <a:cubicBezTo>
                  <a:pt x="167" y="0"/>
                  <a:pt x="167" y="0"/>
                  <a:pt x="167" y="0"/>
                </a:cubicBezTo>
                <a:close/>
                <a:moveTo>
                  <a:pt x="185" y="22"/>
                </a:moveTo>
                <a:cubicBezTo>
                  <a:pt x="180" y="28"/>
                  <a:pt x="180" y="28"/>
                  <a:pt x="180" y="28"/>
                </a:cubicBezTo>
                <a:cubicBezTo>
                  <a:pt x="185" y="32"/>
                  <a:pt x="185" y="32"/>
                  <a:pt x="185" y="32"/>
                </a:cubicBezTo>
                <a:cubicBezTo>
                  <a:pt x="188" y="26"/>
                  <a:pt x="188" y="26"/>
                  <a:pt x="188" y="26"/>
                </a:cubicBezTo>
                <a:cubicBezTo>
                  <a:pt x="188" y="26"/>
                  <a:pt x="185" y="22"/>
                  <a:pt x="185" y="22"/>
                </a:cubicBezTo>
                <a:close/>
                <a:moveTo>
                  <a:pt x="189" y="241"/>
                </a:moveTo>
                <a:cubicBezTo>
                  <a:pt x="196" y="246"/>
                  <a:pt x="196" y="246"/>
                  <a:pt x="196" y="246"/>
                </a:cubicBezTo>
                <a:cubicBezTo>
                  <a:pt x="200" y="255"/>
                  <a:pt x="200" y="255"/>
                  <a:pt x="200" y="255"/>
                </a:cubicBezTo>
                <a:cubicBezTo>
                  <a:pt x="209" y="258"/>
                  <a:pt x="209" y="258"/>
                  <a:pt x="209" y="258"/>
                </a:cubicBezTo>
                <a:cubicBezTo>
                  <a:pt x="216" y="256"/>
                  <a:pt x="216" y="256"/>
                  <a:pt x="216" y="256"/>
                </a:cubicBezTo>
                <a:cubicBezTo>
                  <a:pt x="218" y="249"/>
                  <a:pt x="218" y="249"/>
                  <a:pt x="218" y="249"/>
                </a:cubicBezTo>
                <a:cubicBezTo>
                  <a:pt x="230" y="240"/>
                  <a:pt x="230" y="240"/>
                  <a:pt x="230" y="240"/>
                </a:cubicBezTo>
                <a:cubicBezTo>
                  <a:pt x="238" y="240"/>
                  <a:pt x="238" y="240"/>
                  <a:pt x="238" y="240"/>
                </a:cubicBezTo>
                <a:cubicBezTo>
                  <a:pt x="251" y="248"/>
                  <a:pt x="251" y="248"/>
                  <a:pt x="251" y="248"/>
                </a:cubicBezTo>
                <a:cubicBezTo>
                  <a:pt x="256" y="258"/>
                  <a:pt x="256" y="258"/>
                  <a:pt x="256" y="258"/>
                </a:cubicBezTo>
                <a:cubicBezTo>
                  <a:pt x="255" y="267"/>
                  <a:pt x="255" y="267"/>
                  <a:pt x="255" y="267"/>
                </a:cubicBezTo>
                <a:cubicBezTo>
                  <a:pt x="259" y="271"/>
                  <a:pt x="259" y="271"/>
                  <a:pt x="259" y="271"/>
                </a:cubicBezTo>
                <a:cubicBezTo>
                  <a:pt x="265" y="268"/>
                  <a:pt x="265" y="268"/>
                  <a:pt x="265" y="268"/>
                </a:cubicBezTo>
                <a:cubicBezTo>
                  <a:pt x="264" y="259"/>
                  <a:pt x="264" y="259"/>
                  <a:pt x="264" y="259"/>
                </a:cubicBezTo>
                <a:cubicBezTo>
                  <a:pt x="268" y="256"/>
                  <a:pt x="268" y="256"/>
                  <a:pt x="268" y="256"/>
                </a:cubicBezTo>
                <a:cubicBezTo>
                  <a:pt x="273" y="264"/>
                  <a:pt x="273" y="264"/>
                  <a:pt x="273" y="264"/>
                </a:cubicBezTo>
                <a:cubicBezTo>
                  <a:pt x="283" y="265"/>
                  <a:pt x="283" y="265"/>
                  <a:pt x="283" y="265"/>
                </a:cubicBezTo>
                <a:cubicBezTo>
                  <a:pt x="292" y="270"/>
                  <a:pt x="292" y="270"/>
                  <a:pt x="292" y="270"/>
                </a:cubicBezTo>
                <a:cubicBezTo>
                  <a:pt x="293" y="273"/>
                  <a:pt x="293" y="273"/>
                  <a:pt x="293" y="273"/>
                </a:cubicBezTo>
                <a:cubicBezTo>
                  <a:pt x="287" y="274"/>
                  <a:pt x="287" y="274"/>
                  <a:pt x="287" y="274"/>
                </a:cubicBezTo>
                <a:cubicBezTo>
                  <a:pt x="283" y="272"/>
                  <a:pt x="283" y="272"/>
                  <a:pt x="283" y="272"/>
                </a:cubicBezTo>
                <a:cubicBezTo>
                  <a:pt x="279" y="275"/>
                  <a:pt x="279" y="275"/>
                  <a:pt x="279" y="275"/>
                </a:cubicBezTo>
                <a:cubicBezTo>
                  <a:pt x="280" y="282"/>
                  <a:pt x="280" y="282"/>
                  <a:pt x="280" y="282"/>
                </a:cubicBezTo>
                <a:cubicBezTo>
                  <a:pt x="286" y="297"/>
                  <a:pt x="286" y="297"/>
                  <a:pt x="286" y="297"/>
                </a:cubicBezTo>
                <a:cubicBezTo>
                  <a:pt x="286" y="303"/>
                  <a:pt x="286" y="303"/>
                  <a:pt x="286" y="303"/>
                </a:cubicBezTo>
                <a:cubicBezTo>
                  <a:pt x="295" y="303"/>
                  <a:pt x="295" y="303"/>
                  <a:pt x="295" y="303"/>
                </a:cubicBezTo>
                <a:cubicBezTo>
                  <a:pt x="301" y="306"/>
                  <a:pt x="301" y="306"/>
                  <a:pt x="301" y="306"/>
                </a:cubicBezTo>
                <a:cubicBezTo>
                  <a:pt x="308" y="306"/>
                  <a:pt x="308" y="306"/>
                  <a:pt x="308" y="306"/>
                </a:cubicBezTo>
                <a:cubicBezTo>
                  <a:pt x="311" y="310"/>
                  <a:pt x="311" y="310"/>
                  <a:pt x="311" y="310"/>
                </a:cubicBezTo>
                <a:cubicBezTo>
                  <a:pt x="308" y="314"/>
                  <a:pt x="308" y="314"/>
                  <a:pt x="308" y="314"/>
                </a:cubicBezTo>
                <a:cubicBezTo>
                  <a:pt x="309" y="319"/>
                  <a:pt x="309" y="319"/>
                  <a:pt x="309" y="319"/>
                </a:cubicBezTo>
                <a:cubicBezTo>
                  <a:pt x="305" y="332"/>
                  <a:pt x="305" y="332"/>
                  <a:pt x="305" y="332"/>
                </a:cubicBezTo>
                <a:cubicBezTo>
                  <a:pt x="298" y="329"/>
                  <a:pt x="298" y="329"/>
                  <a:pt x="298" y="329"/>
                </a:cubicBezTo>
                <a:cubicBezTo>
                  <a:pt x="291" y="321"/>
                  <a:pt x="291" y="321"/>
                  <a:pt x="291" y="321"/>
                </a:cubicBezTo>
                <a:cubicBezTo>
                  <a:pt x="298" y="317"/>
                  <a:pt x="298" y="317"/>
                  <a:pt x="298" y="317"/>
                </a:cubicBezTo>
                <a:cubicBezTo>
                  <a:pt x="298" y="312"/>
                  <a:pt x="298" y="312"/>
                  <a:pt x="298" y="312"/>
                </a:cubicBezTo>
                <a:cubicBezTo>
                  <a:pt x="291" y="311"/>
                  <a:pt x="291" y="311"/>
                  <a:pt x="291" y="311"/>
                </a:cubicBezTo>
                <a:cubicBezTo>
                  <a:pt x="292" y="314"/>
                  <a:pt x="292" y="314"/>
                  <a:pt x="292" y="314"/>
                </a:cubicBezTo>
                <a:cubicBezTo>
                  <a:pt x="284" y="316"/>
                  <a:pt x="284" y="316"/>
                  <a:pt x="284" y="316"/>
                </a:cubicBezTo>
                <a:cubicBezTo>
                  <a:pt x="274" y="305"/>
                  <a:pt x="274" y="305"/>
                  <a:pt x="274" y="305"/>
                </a:cubicBezTo>
                <a:cubicBezTo>
                  <a:pt x="268" y="303"/>
                  <a:pt x="268" y="303"/>
                  <a:pt x="268" y="303"/>
                </a:cubicBezTo>
                <a:cubicBezTo>
                  <a:pt x="268" y="293"/>
                  <a:pt x="268" y="293"/>
                  <a:pt x="268" y="293"/>
                </a:cubicBezTo>
                <a:cubicBezTo>
                  <a:pt x="264" y="285"/>
                  <a:pt x="264" y="285"/>
                  <a:pt x="264" y="285"/>
                </a:cubicBezTo>
                <a:cubicBezTo>
                  <a:pt x="252" y="281"/>
                  <a:pt x="252" y="281"/>
                  <a:pt x="252" y="281"/>
                </a:cubicBezTo>
                <a:cubicBezTo>
                  <a:pt x="246" y="271"/>
                  <a:pt x="246" y="271"/>
                  <a:pt x="246" y="271"/>
                </a:cubicBezTo>
                <a:cubicBezTo>
                  <a:pt x="241" y="268"/>
                  <a:pt x="241" y="268"/>
                  <a:pt x="241" y="268"/>
                </a:cubicBezTo>
                <a:cubicBezTo>
                  <a:pt x="236" y="263"/>
                  <a:pt x="236" y="263"/>
                  <a:pt x="236" y="263"/>
                </a:cubicBezTo>
                <a:cubicBezTo>
                  <a:pt x="231" y="262"/>
                  <a:pt x="231" y="262"/>
                  <a:pt x="231" y="262"/>
                </a:cubicBezTo>
                <a:cubicBezTo>
                  <a:pt x="230" y="266"/>
                  <a:pt x="230" y="266"/>
                  <a:pt x="230" y="266"/>
                </a:cubicBezTo>
                <a:cubicBezTo>
                  <a:pt x="239" y="282"/>
                  <a:pt x="239" y="282"/>
                  <a:pt x="239" y="282"/>
                </a:cubicBezTo>
                <a:cubicBezTo>
                  <a:pt x="242" y="296"/>
                  <a:pt x="242" y="296"/>
                  <a:pt x="242" y="296"/>
                </a:cubicBezTo>
                <a:cubicBezTo>
                  <a:pt x="238" y="297"/>
                  <a:pt x="238" y="297"/>
                  <a:pt x="238" y="297"/>
                </a:cubicBezTo>
                <a:cubicBezTo>
                  <a:pt x="230" y="283"/>
                  <a:pt x="230" y="283"/>
                  <a:pt x="230" y="283"/>
                </a:cubicBezTo>
                <a:cubicBezTo>
                  <a:pt x="220" y="276"/>
                  <a:pt x="220" y="276"/>
                  <a:pt x="220" y="276"/>
                </a:cubicBezTo>
                <a:cubicBezTo>
                  <a:pt x="217" y="269"/>
                  <a:pt x="217" y="269"/>
                  <a:pt x="217" y="269"/>
                </a:cubicBezTo>
                <a:cubicBezTo>
                  <a:pt x="199" y="262"/>
                  <a:pt x="199" y="262"/>
                  <a:pt x="199" y="262"/>
                </a:cubicBezTo>
                <a:cubicBezTo>
                  <a:pt x="189" y="263"/>
                  <a:pt x="189" y="263"/>
                  <a:pt x="189" y="263"/>
                </a:cubicBezTo>
                <a:cubicBezTo>
                  <a:pt x="185" y="269"/>
                  <a:pt x="185" y="269"/>
                  <a:pt x="185" y="269"/>
                </a:cubicBezTo>
                <a:cubicBezTo>
                  <a:pt x="187" y="275"/>
                  <a:pt x="187" y="275"/>
                  <a:pt x="187" y="275"/>
                </a:cubicBezTo>
                <a:cubicBezTo>
                  <a:pt x="179" y="280"/>
                  <a:pt x="179" y="280"/>
                  <a:pt x="179" y="280"/>
                </a:cubicBezTo>
                <a:cubicBezTo>
                  <a:pt x="169" y="270"/>
                  <a:pt x="169" y="270"/>
                  <a:pt x="169" y="270"/>
                </a:cubicBezTo>
                <a:cubicBezTo>
                  <a:pt x="163" y="275"/>
                  <a:pt x="163" y="275"/>
                  <a:pt x="163" y="275"/>
                </a:cubicBezTo>
                <a:cubicBezTo>
                  <a:pt x="157" y="277"/>
                  <a:pt x="157" y="277"/>
                  <a:pt x="157" y="277"/>
                </a:cubicBezTo>
                <a:cubicBezTo>
                  <a:pt x="161" y="269"/>
                  <a:pt x="161" y="269"/>
                  <a:pt x="161" y="269"/>
                </a:cubicBezTo>
                <a:cubicBezTo>
                  <a:pt x="157" y="262"/>
                  <a:pt x="157" y="262"/>
                  <a:pt x="157" y="262"/>
                </a:cubicBezTo>
                <a:cubicBezTo>
                  <a:pt x="152" y="264"/>
                  <a:pt x="152" y="264"/>
                  <a:pt x="152" y="264"/>
                </a:cubicBezTo>
                <a:cubicBezTo>
                  <a:pt x="150" y="273"/>
                  <a:pt x="150" y="273"/>
                  <a:pt x="150" y="273"/>
                </a:cubicBezTo>
                <a:cubicBezTo>
                  <a:pt x="144" y="263"/>
                  <a:pt x="144" y="263"/>
                  <a:pt x="144" y="263"/>
                </a:cubicBezTo>
                <a:cubicBezTo>
                  <a:pt x="145" y="253"/>
                  <a:pt x="145" y="253"/>
                  <a:pt x="145" y="253"/>
                </a:cubicBezTo>
                <a:cubicBezTo>
                  <a:pt x="144" y="248"/>
                  <a:pt x="144" y="248"/>
                  <a:pt x="144" y="248"/>
                </a:cubicBezTo>
                <a:cubicBezTo>
                  <a:pt x="149" y="242"/>
                  <a:pt x="149" y="242"/>
                  <a:pt x="149" y="242"/>
                </a:cubicBezTo>
                <a:cubicBezTo>
                  <a:pt x="158" y="230"/>
                  <a:pt x="158" y="230"/>
                  <a:pt x="158" y="230"/>
                </a:cubicBezTo>
                <a:cubicBezTo>
                  <a:pt x="151" y="224"/>
                  <a:pt x="151" y="224"/>
                  <a:pt x="151" y="224"/>
                </a:cubicBezTo>
                <a:cubicBezTo>
                  <a:pt x="141" y="223"/>
                  <a:pt x="141" y="223"/>
                  <a:pt x="141" y="223"/>
                </a:cubicBezTo>
                <a:cubicBezTo>
                  <a:pt x="141" y="229"/>
                  <a:pt x="141" y="229"/>
                  <a:pt x="141" y="229"/>
                </a:cubicBezTo>
                <a:cubicBezTo>
                  <a:pt x="146" y="234"/>
                  <a:pt x="146" y="234"/>
                  <a:pt x="146" y="234"/>
                </a:cubicBezTo>
                <a:cubicBezTo>
                  <a:pt x="141" y="240"/>
                  <a:pt x="141" y="240"/>
                  <a:pt x="141" y="240"/>
                </a:cubicBezTo>
                <a:cubicBezTo>
                  <a:pt x="135" y="240"/>
                  <a:pt x="135" y="240"/>
                  <a:pt x="135" y="240"/>
                </a:cubicBezTo>
                <a:cubicBezTo>
                  <a:pt x="127" y="229"/>
                  <a:pt x="127" y="229"/>
                  <a:pt x="127" y="229"/>
                </a:cubicBezTo>
                <a:cubicBezTo>
                  <a:pt x="126" y="220"/>
                  <a:pt x="126" y="220"/>
                  <a:pt x="126" y="220"/>
                </a:cubicBezTo>
                <a:cubicBezTo>
                  <a:pt x="123" y="219"/>
                  <a:pt x="123" y="219"/>
                  <a:pt x="123" y="219"/>
                </a:cubicBezTo>
                <a:cubicBezTo>
                  <a:pt x="120" y="222"/>
                  <a:pt x="120" y="222"/>
                  <a:pt x="120" y="222"/>
                </a:cubicBezTo>
                <a:cubicBezTo>
                  <a:pt x="116" y="219"/>
                  <a:pt x="116" y="219"/>
                  <a:pt x="116" y="219"/>
                </a:cubicBezTo>
                <a:cubicBezTo>
                  <a:pt x="116" y="203"/>
                  <a:pt x="116" y="203"/>
                  <a:pt x="116" y="203"/>
                </a:cubicBezTo>
                <a:cubicBezTo>
                  <a:pt x="109" y="191"/>
                  <a:pt x="109" y="191"/>
                  <a:pt x="109" y="191"/>
                </a:cubicBezTo>
                <a:cubicBezTo>
                  <a:pt x="106" y="179"/>
                  <a:pt x="106" y="179"/>
                  <a:pt x="106" y="179"/>
                </a:cubicBezTo>
                <a:cubicBezTo>
                  <a:pt x="109" y="173"/>
                  <a:pt x="109" y="173"/>
                  <a:pt x="109" y="173"/>
                </a:cubicBezTo>
                <a:cubicBezTo>
                  <a:pt x="108" y="170"/>
                  <a:pt x="108" y="170"/>
                  <a:pt x="108" y="170"/>
                </a:cubicBezTo>
                <a:cubicBezTo>
                  <a:pt x="103" y="170"/>
                  <a:pt x="103" y="170"/>
                  <a:pt x="103" y="170"/>
                </a:cubicBezTo>
                <a:cubicBezTo>
                  <a:pt x="101" y="160"/>
                  <a:pt x="101" y="160"/>
                  <a:pt x="101" y="160"/>
                </a:cubicBezTo>
                <a:cubicBezTo>
                  <a:pt x="102" y="150"/>
                  <a:pt x="102" y="150"/>
                  <a:pt x="102" y="150"/>
                </a:cubicBezTo>
                <a:cubicBezTo>
                  <a:pt x="108" y="157"/>
                  <a:pt x="108" y="157"/>
                  <a:pt x="108" y="157"/>
                </a:cubicBezTo>
                <a:cubicBezTo>
                  <a:pt x="115" y="158"/>
                  <a:pt x="115" y="158"/>
                  <a:pt x="115" y="158"/>
                </a:cubicBezTo>
                <a:cubicBezTo>
                  <a:pt x="121" y="155"/>
                  <a:pt x="121" y="155"/>
                  <a:pt x="121" y="155"/>
                </a:cubicBezTo>
                <a:cubicBezTo>
                  <a:pt x="121" y="149"/>
                  <a:pt x="121" y="149"/>
                  <a:pt x="121" y="149"/>
                </a:cubicBezTo>
                <a:cubicBezTo>
                  <a:pt x="115" y="135"/>
                  <a:pt x="115" y="135"/>
                  <a:pt x="115" y="135"/>
                </a:cubicBezTo>
                <a:cubicBezTo>
                  <a:pt x="119" y="125"/>
                  <a:pt x="119" y="125"/>
                  <a:pt x="119" y="125"/>
                </a:cubicBezTo>
                <a:cubicBezTo>
                  <a:pt x="124" y="103"/>
                  <a:pt x="124" y="103"/>
                  <a:pt x="124" y="103"/>
                </a:cubicBezTo>
                <a:cubicBezTo>
                  <a:pt x="123" y="85"/>
                  <a:pt x="123" y="85"/>
                  <a:pt x="123" y="85"/>
                </a:cubicBezTo>
                <a:cubicBezTo>
                  <a:pt x="121" y="75"/>
                  <a:pt x="121" y="75"/>
                  <a:pt x="121" y="75"/>
                </a:cubicBezTo>
                <a:cubicBezTo>
                  <a:pt x="130" y="57"/>
                  <a:pt x="130" y="57"/>
                  <a:pt x="130" y="57"/>
                </a:cubicBezTo>
                <a:cubicBezTo>
                  <a:pt x="131" y="48"/>
                  <a:pt x="131" y="48"/>
                  <a:pt x="131" y="48"/>
                </a:cubicBezTo>
                <a:cubicBezTo>
                  <a:pt x="144" y="43"/>
                  <a:pt x="144" y="43"/>
                  <a:pt x="144" y="43"/>
                </a:cubicBezTo>
                <a:cubicBezTo>
                  <a:pt x="160" y="46"/>
                  <a:pt x="160" y="46"/>
                  <a:pt x="160" y="46"/>
                </a:cubicBezTo>
                <a:cubicBezTo>
                  <a:pt x="167" y="55"/>
                  <a:pt x="167" y="55"/>
                  <a:pt x="167" y="55"/>
                </a:cubicBezTo>
                <a:cubicBezTo>
                  <a:pt x="173" y="59"/>
                  <a:pt x="173" y="59"/>
                  <a:pt x="173" y="59"/>
                </a:cubicBezTo>
                <a:cubicBezTo>
                  <a:pt x="176" y="54"/>
                  <a:pt x="176" y="54"/>
                  <a:pt x="176" y="54"/>
                </a:cubicBezTo>
                <a:cubicBezTo>
                  <a:pt x="188" y="54"/>
                  <a:pt x="188" y="54"/>
                  <a:pt x="188" y="54"/>
                </a:cubicBezTo>
                <a:cubicBezTo>
                  <a:pt x="194" y="49"/>
                  <a:pt x="194" y="49"/>
                  <a:pt x="194" y="49"/>
                </a:cubicBezTo>
                <a:cubicBezTo>
                  <a:pt x="194" y="45"/>
                  <a:pt x="194" y="45"/>
                  <a:pt x="194" y="45"/>
                </a:cubicBezTo>
                <a:cubicBezTo>
                  <a:pt x="198" y="44"/>
                  <a:pt x="198" y="44"/>
                  <a:pt x="198" y="44"/>
                </a:cubicBezTo>
                <a:cubicBezTo>
                  <a:pt x="204" y="51"/>
                  <a:pt x="204" y="51"/>
                  <a:pt x="204" y="51"/>
                </a:cubicBezTo>
                <a:cubicBezTo>
                  <a:pt x="203" y="57"/>
                  <a:pt x="203" y="57"/>
                  <a:pt x="203" y="57"/>
                </a:cubicBezTo>
                <a:cubicBezTo>
                  <a:pt x="198" y="63"/>
                  <a:pt x="198" y="63"/>
                  <a:pt x="198" y="63"/>
                </a:cubicBezTo>
                <a:cubicBezTo>
                  <a:pt x="196" y="80"/>
                  <a:pt x="196" y="80"/>
                  <a:pt x="196" y="80"/>
                </a:cubicBezTo>
                <a:cubicBezTo>
                  <a:pt x="204" y="93"/>
                  <a:pt x="204" y="93"/>
                  <a:pt x="204" y="93"/>
                </a:cubicBezTo>
                <a:cubicBezTo>
                  <a:pt x="209" y="95"/>
                  <a:pt x="209" y="95"/>
                  <a:pt x="209" y="95"/>
                </a:cubicBezTo>
                <a:cubicBezTo>
                  <a:pt x="212" y="106"/>
                  <a:pt x="212" y="106"/>
                  <a:pt x="212" y="106"/>
                </a:cubicBezTo>
                <a:cubicBezTo>
                  <a:pt x="216" y="111"/>
                  <a:pt x="216" y="111"/>
                  <a:pt x="216" y="111"/>
                </a:cubicBezTo>
                <a:cubicBezTo>
                  <a:pt x="212" y="132"/>
                  <a:pt x="212" y="132"/>
                  <a:pt x="212" y="132"/>
                </a:cubicBezTo>
                <a:cubicBezTo>
                  <a:pt x="207" y="144"/>
                  <a:pt x="207" y="144"/>
                  <a:pt x="207" y="144"/>
                </a:cubicBezTo>
                <a:cubicBezTo>
                  <a:pt x="209" y="154"/>
                  <a:pt x="209" y="154"/>
                  <a:pt x="209" y="154"/>
                </a:cubicBezTo>
                <a:cubicBezTo>
                  <a:pt x="202" y="166"/>
                  <a:pt x="202" y="166"/>
                  <a:pt x="202" y="166"/>
                </a:cubicBezTo>
                <a:cubicBezTo>
                  <a:pt x="202" y="162"/>
                  <a:pt x="202" y="162"/>
                  <a:pt x="202" y="162"/>
                </a:cubicBezTo>
                <a:cubicBezTo>
                  <a:pt x="204" y="155"/>
                  <a:pt x="204" y="155"/>
                  <a:pt x="204" y="155"/>
                </a:cubicBezTo>
                <a:cubicBezTo>
                  <a:pt x="199" y="158"/>
                  <a:pt x="199" y="158"/>
                  <a:pt x="199" y="158"/>
                </a:cubicBezTo>
                <a:cubicBezTo>
                  <a:pt x="186" y="171"/>
                  <a:pt x="186" y="171"/>
                  <a:pt x="186" y="171"/>
                </a:cubicBezTo>
                <a:cubicBezTo>
                  <a:pt x="183" y="179"/>
                  <a:pt x="183" y="179"/>
                  <a:pt x="183" y="179"/>
                </a:cubicBezTo>
                <a:cubicBezTo>
                  <a:pt x="184" y="189"/>
                  <a:pt x="184" y="189"/>
                  <a:pt x="184" y="189"/>
                </a:cubicBezTo>
                <a:cubicBezTo>
                  <a:pt x="179" y="195"/>
                  <a:pt x="179" y="195"/>
                  <a:pt x="179" y="195"/>
                </a:cubicBezTo>
                <a:cubicBezTo>
                  <a:pt x="178" y="206"/>
                  <a:pt x="178" y="206"/>
                  <a:pt x="178" y="206"/>
                </a:cubicBezTo>
                <a:cubicBezTo>
                  <a:pt x="182" y="209"/>
                  <a:pt x="182" y="209"/>
                  <a:pt x="182" y="209"/>
                </a:cubicBezTo>
                <a:cubicBezTo>
                  <a:pt x="187" y="221"/>
                  <a:pt x="187" y="221"/>
                  <a:pt x="187" y="221"/>
                </a:cubicBezTo>
                <a:cubicBezTo>
                  <a:pt x="192" y="227"/>
                  <a:pt x="192" y="227"/>
                  <a:pt x="192" y="227"/>
                </a:cubicBezTo>
                <a:cubicBezTo>
                  <a:pt x="189" y="232"/>
                  <a:pt x="189" y="232"/>
                  <a:pt x="189" y="232"/>
                </a:cubicBezTo>
                <a:cubicBezTo>
                  <a:pt x="189" y="241"/>
                  <a:pt x="189" y="241"/>
                  <a:pt x="189" y="241"/>
                </a:cubicBezTo>
                <a:close/>
                <a:moveTo>
                  <a:pt x="205" y="244"/>
                </a:moveTo>
                <a:cubicBezTo>
                  <a:pt x="206" y="251"/>
                  <a:pt x="206" y="251"/>
                  <a:pt x="206" y="251"/>
                </a:cubicBezTo>
                <a:cubicBezTo>
                  <a:pt x="212" y="255"/>
                  <a:pt x="212" y="255"/>
                  <a:pt x="212" y="255"/>
                </a:cubicBezTo>
                <a:cubicBezTo>
                  <a:pt x="211" y="248"/>
                  <a:pt x="211" y="248"/>
                  <a:pt x="211" y="248"/>
                </a:cubicBezTo>
                <a:cubicBezTo>
                  <a:pt x="205" y="244"/>
                  <a:pt x="205" y="244"/>
                  <a:pt x="205" y="244"/>
                </a:cubicBezTo>
                <a:close/>
                <a:moveTo>
                  <a:pt x="197" y="212"/>
                </a:moveTo>
                <a:cubicBezTo>
                  <a:pt x="202" y="223"/>
                  <a:pt x="202" y="223"/>
                  <a:pt x="202" y="223"/>
                </a:cubicBezTo>
                <a:cubicBezTo>
                  <a:pt x="200" y="227"/>
                  <a:pt x="200" y="227"/>
                  <a:pt x="200" y="227"/>
                </a:cubicBezTo>
                <a:cubicBezTo>
                  <a:pt x="202" y="233"/>
                  <a:pt x="202" y="233"/>
                  <a:pt x="202" y="233"/>
                </a:cubicBezTo>
                <a:cubicBezTo>
                  <a:pt x="208" y="227"/>
                  <a:pt x="208" y="227"/>
                  <a:pt x="208" y="227"/>
                </a:cubicBezTo>
                <a:cubicBezTo>
                  <a:pt x="209" y="214"/>
                  <a:pt x="209" y="214"/>
                  <a:pt x="209" y="214"/>
                </a:cubicBezTo>
                <a:cubicBezTo>
                  <a:pt x="213" y="210"/>
                  <a:pt x="213" y="210"/>
                  <a:pt x="213" y="210"/>
                </a:cubicBezTo>
                <a:cubicBezTo>
                  <a:pt x="208" y="206"/>
                  <a:pt x="208" y="206"/>
                  <a:pt x="208" y="206"/>
                </a:cubicBezTo>
                <a:cubicBezTo>
                  <a:pt x="197" y="212"/>
                  <a:pt x="197" y="212"/>
                  <a:pt x="197" y="212"/>
                </a:cubicBezTo>
                <a:close/>
                <a:moveTo>
                  <a:pt x="121" y="266"/>
                </a:moveTo>
                <a:cubicBezTo>
                  <a:pt x="122" y="272"/>
                  <a:pt x="122" y="272"/>
                  <a:pt x="122" y="272"/>
                </a:cubicBezTo>
                <a:cubicBezTo>
                  <a:pt x="132" y="277"/>
                  <a:pt x="132" y="277"/>
                  <a:pt x="132" y="277"/>
                </a:cubicBezTo>
                <a:cubicBezTo>
                  <a:pt x="135" y="275"/>
                  <a:pt x="135" y="275"/>
                  <a:pt x="135" y="275"/>
                </a:cubicBezTo>
                <a:cubicBezTo>
                  <a:pt x="127" y="266"/>
                  <a:pt x="127" y="266"/>
                  <a:pt x="127" y="266"/>
                </a:cubicBezTo>
                <a:cubicBezTo>
                  <a:pt x="121" y="266"/>
                  <a:pt x="121" y="266"/>
                  <a:pt x="121" y="266"/>
                </a:cubicBezTo>
                <a:close/>
                <a:moveTo>
                  <a:pt x="136" y="285"/>
                </a:moveTo>
                <a:cubicBezTo>
                  <a:pt x="138" y="289"/>
                  <a:pt x="138" y="289"/>
                  <a:pt x="138" y="289"/>
                </a:cubicBezTo>
                <a:cubicBezTo>
                  <a:pt x="144" y="289"/>
                  <a:pt x="144" y="289"/>
                  <a:pt x="144" y="289"/>
                </a:cubicBezTo>
                <a:cubicBezTo>
                  <a:pt x="146" y="299"/>
                  <a:pt x="146" y="299"/>
                  <a:pt x="146" y="299"/>
                </a:cubicBezTo>
                <a:cubicBezTo>
                  <a:pt x="152" y="301"/>
                  <a:pt x="152" y="301"/>
                  <a:pt x="152" y="301"/>
                </a:cubicBezTo>
                <a:cubicBezTo>
                  <a:pt x="157" y="309"/>
                  <a:pt x="157" y="309"/>
                  <a:pt x="157" y="309"/>
                </a:cubicBezTo>
                <a:cubicBezTo>
                  <a:pt x="157" y="322"/>
                  <a:pt x="157" y="322"/>
                  <a:pt x="157" y="322"/>
                </a:cubicBezTo>
                <a:cubicBezTo>
                  <a:pt x="164" y="326"/>
                  <a:pt x="164" y="326"/>
                  <a:pt x="164" y="326"/>
                </a:cubicBezTo>
                <a:cubicBezTo>
                  <a:pt x="164" y="334"/>
                  <a:pt x="164" y="334"/>
                  <a:pt x="164" y="334"/>
                </a:cubicBezTo>
                <a:cubicBezTo>
                  <a:pt x="173" y="344"/>
                  <a:pt x="173" y="344"/>
                  <a:pt x="173" y="344"/>
                </a:cubicBezTo>
                <a:cubicBezTo>
                  <a:pt x="180" y="345"/>
                  <a:pt x="180" y="345"/>
                  <a:pt x="180" y="345"/>
                </a:cubicBezTo>
                <a:cubicBezTo>
                  <a:pt x="188" y="339"/>
                  <a:pt x="188" y="339"/>
                  <a:pt x="188" y="339"/>
                </a:cubicBezTo>
                <a:cubicBezTo>
                  <a:pt x="188" y="332"/>
                  <a:pt x="188" y="332"/>
                  <a:pt x="188" y="332"/>
                </a:cubicBezTo>
                <a:cubicBezTo>
                  <a:pt x="192" y="329"/>
                  <a:pt x="192" y="329"/>
                  <a:pt x="192" y="329"/>
                </a:cubicBezTo>
                <a:cubicBezTo>
                  <a:pt x="192" y="322"/>
                  <a:pt x="192" y="322"/>
                  <a:pt x="192" y="322"/>
                </a:cubicBezTo>
                <a:cubicBezTo>
                  <a:pt x="187" y="315"/>
                  <a:pt x="187" y="315"/>
                  <a:pt x="187" y="315"/>
                </a:cubicBezTo>
                <a:cubicBezTo>
                  <a:pt x="190" y="309"/>
                  <a:pt x="190" y="309"/>
                  <a:pt x="190" y="309"/>
                </a:cubicBezTo>
                <a:cubicBezTo>
                  <a:pt x="190" y="301"/>
                  <a:pt x="190" y="301"/>
                  <a:pt x="190" y="301"/>
                </a:cubicBezTo>
                <a:cubicBezTo>
                  <a:pt x="182" y="298"/>
                  <a:pt x="182" y="298"/>
                  <a:pt x="182" y="298"/>
                </a:cubicBezTo>
                <a:cubicBezTo>
                  <a:pt x="164" y="282"/>
                  <a:pt x="164" y="282"/>
                  <a:pt x="164" y="282"/>
                </a:cubicBezTo>
                <a:cubicBezTo>
                  <a:pt x="153" y="285"/>
                  <a:pt x="153" y="285"/>
                  <a:pt x="153" y="285"/>
                </a:cubicBezTo>
                <a:cubicBezTo>
                  <a:pt x="144" y="281"/>
                  <a:pt x="144" y="281"/>
                  <a:pt x="144" y="281"/>
                </a:cubicBezTo>
                <a:cubicBezTo>
                  <a:pt x="136" y="285"/>
                  <a:pt x="136" y="285"/>
                  <a:pt x="136" y="285"/>
                </a:cubicBezTo>
                <a:close/>
                <a:moveTo>
                  <a:pt x="307" y="255"/>
                </a:moveTo>
                <a:cubicBezTo>
                  <a:pt x="303" y="258"/>
                  <a:pt x="303" y="258"/>
                  <a:pt x="303" y="258"/>
                </a:cubicBezTo>
                <a:cubicBezTo>
                  <a:pt x="304" y="268"/>
                  <a:pt x="304" y="268"/>
                  <a:pt x="304" y="268"/>
                </a:cubicBezTo>
                <a:cubicBezTo>
                  <a:pt x="302" y="274"/>
                  <a:pt x="302" y="274"/>
                  <a:pt x="302" y="274"/>
                </a:cubicBezTo>
                <a:cubicBezTo>
                  <a:pt x="299" y="277"/>
                  <a:pt x="299" y="277"/>
                  <a:pt x="299" y="277"/>
                </a:cubicBezTo>
                <a:cubicBezTo>
                  <a:pt x="303" y="281"/>
                  <a:pt x="303" y="281"/>
                  <a:pt x="303" y="281"/>
                </a:cubicBezTo>
                <a:cubicBezTo>
                  <a:pt x="314" y="279"/>
                  <a:pt x="314" y="279"/>
                  <a:pt x="314" y="279"/>
                </a:cubicBezTo>
                <a:cubicBezTo>
                  <a:pt x="317" y="270"/>
                  <a:pt x="317" y="270"/>
                  <a:pt x="317" y="270"/>
                </a:cubicBezTo>
                <a:cubicBezTo>
                  <a:pt x="313" y="261"/>
                  <a:pt x="313" y="261"/>
                  <a:pt x="313" y="261"/>
                </a:cubicBezTo>
                <a:cubicBezTo>
                  <a:pt x="307" y="255"/>
                  <a:pt x="307" y="255"/>
                  <a:pt x="307" y="255"/>
                </a:cubicBezTo>
                <a:close/>
                <a:moveTo>
                  <a:pt x="202" y="290"/>
                </a:moveTo>
                <a:cubicBezTo>
                  <a:pt x="212" y="297"/>
                  <a:pt x="212" y="297"/>
                  <a:pt x="212" y="297"/>
                </a:cubicBezTo>
                <a:cubicBezTo>
                  <a:pt x="214" y="292"/>
                  <a:pt x="214" y="292"/>
                  <a:pt x="214" y="292"/>
                </a:cubicBezTo>
                <a:cubicBezTo>
                  <a:pt x="218" y="288"/>
                  <a:pt x="218" y="288"/>
                  <a:pt x="218" y="288"/>
                </a:cubicBezTo>
                <a:cubicBezTo>
                  <a:pt x="214" y="280"/>
                  <a:pt x="214" y="280"/>
                  <a:pt x="214" y="280"/>
                </a:cubicBezTo>
                <a:cubicBezTo>
                  <a:pt x="206" y="278"/>
                  <a:pt x="206" y="278"/>
                  <a:pt x="206" y="278"/>
                </a:cubicBezTo>
                <a:cubicBezTo>
                  <a:pt x="201" y="284"/>
                  <a:pt x="201" y="284"/>
                  <a:pt x="201" y="284"/>
                </a:cubicBezTo>
                <a:cubicBezTo>
                  <a:pt x="202" y="290"/>
                  <a:pt x="202" y="290"/>
                  <a:pt x="202" y="290"/>
                </a:cubicBezTo>
                <a:close/>
                <a:moveTo>
                  <a:pt x="219" y="323"/>
                </a:moveTo>
                <a:cubicBezTo>
                  <a:pt x="216" y="331"/>
                  <a:pt x="216" y="331"/>
                  <a:pt x="216" y="331"/>
                </a:cubicBezTo>
                <a:cubicBezTo>
                  <a:pt x="210" y="338"/>
                  <a:pt x="210" y="338"/>
                  <a:pt x="210" y="338"/>
                </a:cubicBezTo>
                <a:cubicBezTo>
                  <a:pt x="215" y="350"/>
                  <a:pt x="215" y="350"/>
                  <a:pt x="215" y="350"/>
                </a:cubicBezTo>
                <a:cubicBezTo>
                  <a:pt x="220" y="348"/>
                  <a:pt x="220" y="348"/>
                  <a:pt x="220" y="348"/>
                </a:cubicBezTo>
                <a:cubicBezTo>
                  <a:pt x="224" y="337"/>
                  <a:pt x="224" y="337"/>
                  <a:pt x="224" y="337"/>
                </a:cubicBezTo>
                <a:cubicBezTo>
                  <a:pt x="221" y="330"/>
                  <a:pt x="221" y="330"/>
                  <a:pt x="221" y="330"/>
                </a:cubicBezTo>
                <a:cubicBezTo>
                  <a:pt x="223" y="320"/>
                  <a:pt x="223" y="320"/>
                  <a:pt x="223" y="320"/>
                </a:cubicBezTo>
                <a:cubicBezTo>
                  <a:pt x="219" y="323"/>
                  <a:pt x="219" y="323"/>
                  <a:pt x="219" y="323"/>
                </a:cubicBezTo>
                <a:close/>
                <a:moveTo>
                  <a:pt x="239" y="330"/>
                </a:moveTo>
                <a:cubicBezTo>
                  <a:pt x="236" y="333"/>
                  <a:pt x="236" y="333"/>
                  <a:pt x="236" y="333"/>
                </a:cubicBezTo>
                <a:cubicBezTo>
                  <a:pt x="237" y="338"/>
                  <a:pt x="237" y="338"/>
                  <a:pt x="237" y="338"/>
                </a:cubicBezTo>
                <a:cubicBezTo>
                  <a:pt x="245" y="337"/>
                  <a:pt x="245" y="337"/>
                  <a:pt x="245" y="337"/>
                </a:cubicBezTo>
                <a:cubicBezTo>
                  <a:pt x="245" y="333"/>
                  <a:pt x="245" y="333"/>
                  <a:pt x="245" y="333"/>
                </a:cubicBezTo>
                <a:cubicBezTo>
                  <a:pt x="239" y="330"/>
                  <a:pt x="239" y="330"/>
                  <a:pt x="239" y="330"/>
                </a:cubicBezTo>
                <a:close/>
                <a:moveTo>
                  <a:pt x="266" y="308"/>
                </a:moveTo>
                <a:cubicBezTo>
                  <a:pt x="258" y="299"/>
                  <a:pt x="258" y="299"/>
                  <a:pt x="258" y="299"/>
                </a:cubicBezTo>
                <a:cubicBezTo>
                  <a:pt x="254" y="300"/>
                  <a:pt x="254" y="300"/>
                  <a:pt x="254" y="300"/>
                </a:cubicBezTo>
                <a:cubicBezTo>
                  <a:pt x="254" y="305"/>
                  <a:pt x="254" y="305"/>
                  <a:pt x="254" y="305"/>
                </a:cubicBezTo>
                <a:cubicBezTo>
                  <a:pt x="265" y="317"/>
                  <a:pt x="265" y="317"/>
                  <a:pt x="265" y="317"/>
                </a:cubicBezTo>
                <a:cubicBezTo>
                  <a:pt x="267" y="313"/>
                  <a:pt x="267" y="313"/>
                  <a:pt x="267" y="313"/>
                </a:cubicBezTo>
                <a:cubicBezTo>
                  <a:pt x="266" y="308"/>
                  <a:pt x="266" y="308"/>
                  <a:pt x="266" y="308"/>
                </a:cubicBezTo>
                <a:close/>
                <a:moveTo>
                  <a:pt x="283" y="325"/>
                </a:moveTo>
                <a:cubicBezTo>
                  <a:pt x="285" y="329"/>
                  <a:pt x="285" y="329"/>
                  <a:pt x="285" y="329"/>
                </a:cubicBezTo>
                <a:cubicBezTo>
                  <a:pt x="292" y="336"/>
                  <a:pt x="292" y="336"/>
                  <a:pt x="292" y="336"/>
                </a:cubicBezTo>
                <a:cubicBezTo>
                  <a:pt x="296" y="336"/>
                  <a:pt x="296" y="336"/>
                  <a:pt x="296" y="336"/>
                </a:cubicBezTo>
                <a:cubicBezTo>
                  <a:pt x="288" y="327"/>
                  <a:pt x="288" y="327"/>
                  <a:pt x="288" y="327"/>
                </a:cubicBezTo>
                <a:cubicBezTo>
                  <a:pt x="283" y="325"/>
                  <a:pt x="283" y="325"/>
                  <a:pt x="283" y="325"/>
                </a:cubicBezTo>
                <a:close/>
                <a:moveTo>
                  <a:pt x="268" y="356"/>
                </a:moveTo>
                <a:cubicBezTo>
                  <a:pt x="275" y="345"/>
                  <a:pt x="275" y="345"/>
                  <a:pt x="275" y="345"/>
                </a:cubicBezTo>
                <a:cubicBezTo>
                  <a:pt x="282" y="344"/>
                  <a:pt x="282" y="344"/>
                  <a:pt x="282" y="344"/>
                </a:cubicBezTo>
                <a:cubicBezTo>
                  <a:pt x="291" y="356"/>
                  <a:pt x="291" y="356"/>
                  <a:pt x="291" y="356"/>
                </a:cubicBezTo>
                <a:cubicBezTo>
                  <a:pt x="302" y="360"/>
                  <a:pt x="302" y="360"/>
                  <a:pt x="302" y="360"/>
                </a:cubicBezTo>
                <a:cubicBezTo>
                  <a:pt x="308" y="359"/>
                  <a:pt x="308" y="359"/>
                  <a:pt x="308" y="359"/>
                </a:cubicBezTo>
                <a:cubicBezTo>
                  <a:pt x="308" y="354"/>
                  <a:pt x="308" y="354"/>
                  <a:pt x="308" y="354"/>
                </a:cubicBezTo>
                <a:cubicBezTo>
                  <a:pt x="303" y="347"/>
                  <a:pt x="303" y="347"/>
                  <a:pt x="303" y="347"/>
                </a:cubicBezTo>
                <a:cubicBezTo>
                  <a:pt x="290" y="339"/>
                  <a:pt x="290" y="339"/>
                  <a:pt x="290" y="339"/>
                </a:cubicBezTo>
                <a:cubicBezTo>
                  <a:pt x="284" y="338"/>
                  <a:pt x="284" y="338"/>
                  <a:pt x="284" y="338"/>
                </a:cubicBezTo>
                <a:cubicBezTo>
                  <a:pt x="277" y="331"/>
                  <a:pt x="277" y="331"/>
                  <a:pt x="277" y="331"/>
                </a:cubicBezTo>
                <a:cubicBezTo>
                  <a:pt x="274" y="331"/>
                  <a:pt x="274" y="331"/>
                  <a:pt x="274" y="331"/>
                </a:cubicBezTo>
                <a:cubicBezTo>
                  <a:pt x="274" y="328"/>
                  <a:pt x="274" y="328"/>
                  <a:pt x="274" y="328"/>
                </a:cubicBezTo>
                <a:cubicBezTo>
                  <a:pt x="268" y="326"/>
                  <a:pt x="268" y="326"/>
                  <a:pt x="268" y="326"/>
                </a:cubicBezTo>
                <a:cubicBezTo>
                  <a:pt x="269" y="336"/>
                  <a:pt x="269" y="336"/>
                  <a:pt x="269" y="336"/>
                </a:cubicBezTo>
                <a:cubicBezTo>
                  <a:pt x="270" y="343"/>
                  <a:pt x="270" y="343"/>
                  <a:pt x="270" y="343"/>
                </a:cubicBezTo>
                <a:cubicBezTo>
                  <a:pt x="267" y="346"/>
                  <a:pt x="267" y="346"/>
                  <a:pt x="267" y="346"/>
                </a:cubicBezTo>
                <a:cubicBezTo>
                  <a:pt x="266" y="351"/>
                  <a:pt x="266" y="351"/>
                  <a:pt x="266" y="351"/>
                </a:cubicBezTo>
                <a:cubicBezTo>
                  <a:pt x="268" y="356"/>
                  <a:pt x="268" y="356"/>
                  <a:pt x="268" y="356"/>
                </a:cubicBezTo>
                <a:close/>
                <a:moveTo>
                  <a:pt x="226" y="419"/>
                </a:moveTo>
                <a:cubicBezTo>
                  <a:pt x="223" y="422"/>
                  <a:pt x="223" y="422"/>
                  <a:pt x="223" y="422"/>
                </a:cubicBezTo>
                <a:cubicBezTo>
                  <a:pt x="219" y="424"/>
                  <a:pt x="219" y="424"/>
                  <a:pt x="219" y="424"/>
                </a:cubicBezTo>
                <a:cubicBezTo>
                  <a:pt x="216" y="409"/>
                  <a:pt x="216" y="409"/>
                  <a:pt x="216" y="409"/>
                </a:cubicBezTo>
                <a:cubicBezTo>
                  <a:pt x="219" y="399"/>
                  <a:pt x="219" y="399"/>
                  <a:pt x="219" y="399"/>
                </a:cubicBezTo>
                <a:cubicBezTo>
                  <a:pt x="219" y="384"/>
                  <a:pt x="219" y="384"/>
                  <a:pt x="219" y="384"/>
                </a:cubicBezTo>
                <a:cubicBezTo>
                  <a:pt x="221" y="376"/>
                  <a:pt x="221" y="376"/>
                  <a:pt x="221" y="376"/>
                </a:cubicBezTo>
                <a:cubicBezTo>
                  <a:pt x="221" y="368"/>
                  <a:pt x="221" y="368"/>
                  <a:pt x="221" y="368"/>
                </a:cubicBezTo>
                <a:cubicBezTo>
                  <a:pt x="217" y="367"/>
                  <a:pt x="217" y="367"/>
                  <a:pt x="217" y="367"/>
                </a:cubicBezTo>
                <a:cubicBezTo>
                  <a:pt x="208" y="364"/>
                  <a:pt x="208" y="364"/>
                  <a:pt x="208" y="364"/>
                </a:cubicBezTo>
                <a:cubicBezTo>
                  <a:pt x="209" y="358"/>
                  <a:pt x="209" y="358"/>
                  <a:pt x="209" y="358"/>
                </a:cubicBezTo>
                <a:cubicBezTo>
                  <a:pt x="218" y="356"/>
                  <a:pt x="218" y="356"/>
                  <a:pt x="218" y="356"/>
                </a:cubicBezTo>
                <a:cubicBezTo>
                  <a:pt x="227" y="364"/>
                  <a:pt x="227" y="364"/>
                  <a:pt x="227" y="364"/>
                </a:cubicBezTo>
                <a:cubicBezTo>
                  <a:pt x="233" y="367"/>
                  <a:pt x="233" y="367"/>
                  <a:pt x="233" y="367"/>
                </a:cubicBezTo>
                <a:cubicBezTo>
                  <a:pt x="231" y="370"/>
                  <a:pt x="231" y="370"/>
                  <a:pt x="231" y="370"/>
                </a:cubicBezTo>
                <a:cubicBezTo>
                  <a:pt x="236" y="371"/>
                  <a:pt x="236" y="371"/>
                  <a:pt x="236" y="371"/>
                </a:cubicBezTo>
                <a:cubicBezTo>
                  <a:pt x="245" y="370"/>
                  <a:pt x="245" y="370"/>
                  <a:pt x="245" y="370"/>
                </a:cubicBezTo>
                <a:cubicBezTo>
                  <a:pt x="251" y="372"/>
                  <a:pt x="251" y="372"/>
                  <a:pt x="251" y="372"/>
                </a:cubicBezTo>
                <a:cubicBezTo>
                  <a:pt x="256" y="380"/>
                  <a:pt x="256" y="380"/>
                  <a:pt x="256" y="380"/>
                </a:cubicBezTo>
                <a:cubicBezTo>
                  <a:pt x="262" y="373"/>
                  <a:pt x="262" y="373"/>
                  <a:pt x="262" y="373"/>
                </a:cubicBezTo>
                <a:cubicBezTo>
                  <a:pt x="267" y="369"/>
                  <a:pt x="267" y="369"/>
                  <a:pt x="267" y="369"/>
                </a:cubicBezTo>
                <a:cubicBezTo>
                  <a:pt x="271" y="376"/>
                  <a:pt x="271" y="376"/>
                  <a:pt x="271" y="376"/>
                </a:cubicBezTo>
                <a:cubicBezTo>
                  <a:pt x="270" y="383"/>
                  <a:pt x="270" y="383"/>
                  <a:pt x="270" y="383"/>
                </a:cubicBezTo>
                <a:cubicBezTo>
                  <a:pt x="265" y="387"/>
                  <a:pt x="265" y="387"/>
                  <a:pt x="265" y="387"/>
                </a:cubicBezTo>
                <a:cubicBezTo>
                  <a:pt x="261" y="396"/>
                  <a:pt x="261" y="396"/>
                  <a:pt x="261" y="396"/>
                </a:cubicBezTo>
                <a:cubicBezTo>
                  <a:pt x="250" y="404"/>
                  <a:pt x="250" y="404"/>
                  <a:pt x="250" y="404"/>
                </a:cubicBezTo>
                <a:cubicBezTo>
                  <a:pt x="247" y="410"/>
                  <a:pt x="247" y="410"/>
                  <a:pt x="247" y="410"/>
                </a:cubicBezTo>
                <a:cubicBezTo>
                  <a:pt x="242" y="410"/>
                  <a:pt x="242" y="410"/>
                  <a:pt x="242" y="410"/>
                </a:cubicBezTo>
                <a:cubicBezTo>
                  <a:pt x="241" y="413"/>
                  <a:pt x="241" y="413"/>
                  <a:pt x="241" y="413"/>
                </a:cubicBezTo>
                <a:cubicBezTo>
                  <a:pt x="236" y="413"/>
                  <a:pt x="236" y="413"/>
                  <a:pt x="236" y="413"/>
                </a:cubicBezTo>
                <a:cubicBezTo>
                  <a:pt x="226" y="419"/>
                  <a:pt x="226" y="419"/>
                  <a:pt x="226" y="419"/>
                </a:cubicBezTo>
                <a:close/>
                <a:moveTo>
                  <a:pt x="248" y="413"/>
                </a:moveTo>
                <a:cubicBezTo>
                  <a:pt x="241" y="415"/>
                  <a:pt x="241" y="415"/>
                  <a:pt x="241" y="415"/>
                </a:cubicBezTo>
                <a:cubicBezTo>
                  <a:pt x="238" y="424"/>
                  <a:pt x="238" y="424"/>
                  <a:pt x="238" y="424"/>
                </a:cubicBezTo>
                <a:cubicBezTo>
                  <a:pt x="243" y="428"/>
                  <a:pt x="243" y="428"/>
                  <a:pt x="243" y="428"/>
                </a:cubicBezTo>
                <a:cubicBezTo>
                  <a:pt x="250" y="420"/>
                  <a:pt x="250" y="420"/>
                  <a:pt x="250" y="420"/>
                </a:cubicBezTo>
                <a:cubicBezTo>
                  <a:pt x="251" y="415"/>
                  <a:pt x="251" y="415"/>
                  <a:pt x="251" y="415"/>
                </a:cubicBezTo>
                <a:cubicBezTo>
                  <a:pt x="248" y="413"/>
                  <a:pt x="248" y="413"/>
                  <a:pt x="248" y="413"/>
                </a:cubicBezTo>
                <a:close/>
                <a:moveTo>
                  <a:pt x="321" y="411"/>
                </a:moveTo>
                <a:cubicBezTo>
                  <a:pt x="320" y="419"/>
                  <a:pt x="320" y="419"/>
                  <a:pt x="320" y="419"/>
                </a:cubicBezTo>
                <a:cubicBezTo>
                  <a:pt x="317" y="415"/>
                  <a:pt x="317" y="415"/>
                  <a:pt x="317" y="415"/>
                </a:cubicBezTo>
                <a:cubicBezTo>
                  <a:pt x="321" y="411"/>
                  <a:pt x="321" y="411"/>
                  <a:pt x="321" y="411"/>
                </a:cubicBezTo>
                <a:close/>
                <a:moveTo>
                  <a:pt x="283" y="468"/>
                </a:moveTo>
                <a:cubicBezTo>
                  <a:pt x="289" y="461"/>
                  <a:pt x="289" y="461"/>
                  <a:pt x="289" y="461"/>
                </a:cubicBezTo>
                <a:cubicBezTo>
                  <a:pt x="292" y="443"/>
                  <a:pt x="292" y="443"/>
                  <a:pt x="292" y="443"/>
                </a:cubicBezTo>
                <a:cubicBezTo>
                  <a:pt x="304" y="429"/>
                  <a:pt x="304" y="429"/>
                  <a:pt x="304" y="429"/>
                </a:cubicBezTo>
                <a:cubicBezTo>
                  <a:pt x="306" y="421"/>
                  <a:pt x="306" y="421"/>
                  <a:pt x="306" y="421"/>
                </a:cubicBezTo>
                <a:cubicBezTo>
                  <a:pt x="305" y="413"/>
                  <a:pt x="305" y="413"/>
                  <a:pt x="305" y="413"/>
                </a:cubicBezTo>
                <a:cubicBezTo>
                  <a:pt x="308" y="408"/>
                  <a:pt x="308" y="408"/>
                  <a:pt x="308" y="408"/>
                </a:cubicBezTo>
                <a:cubicBezTo>
                  <a:pt x="308" y="391"/>
                  <a:pt x="308" y="391"/>
                  <a:pt x="308" y="391"/>
                </a:cubicBezTo>
                <a:cubicBezTo>
                  <a:pt x="303" y="393"/>
                  <a:pt x="303" y="393"/>
                  <a:pt x="303" y="393"/>
                </a:cubicBezTo>
                <a:cubicBezTo>
                  <a:pt x="301" y="409"/>
                  <a:pt x="301" y="409"/>
                  <a:pt x="301" y="409"/>
                </a:cubicBezTo>
                <a:cubicBezTo>
                  <a:pt x="292" y="422"/>
                  <a:pt x="292" y="422"/>
                  <a:pt x="292" y="422"/>
                </a:cubicBezTo>
                <a:cubicBezTo>
                  <a:pt x="292" y="432"/>
                  <a:pt x="292" y="432"/>
                  <a:pt x="292" y="432"/>
                </a:cubicBezTo>
                <a:cubicBezTo>
                  <a:pt x="288" y="444"/>
                  <a:pt x="288" y="444"/>
                  <a:pt x="288" y="444"/>
                </a:cubicBezTo>
                <a:cubicBezTo>
                  <a:pt x="281" y="452"/>
                  <a:pt x="281" y="452"/>
                  <a:pt x="281" y="452"/>
                </a:cubicBezTo>
                <a:cubicBezTo>
                  <a:pt x="281" y="461"/>
                  <a:pt x="281" y="461"/>
                  <a:pt x="281" y="461"/>
                </a:cubicBezTo>
                <a:cubicBezTo>
                  <a:pt x="283" y="468"/>
                  <a:pt x="283" y="468"/>
                  <a:pt x="283" y="468"/>
                </a:cubicBezTo>
                <a:close/>
                <a:moveTo>
                  <a:pt x="274" y="464"/>
                </a:moveTo>
                <a:cubicBezTo>
                  <a:pt x="273" y="448"/>
                  <a:pt x="273" y="448"/>
                  <a:pt x="273" y="448"/>
                </a:cubicBezTo>
                <a:cubicBezTo>
                  <a:pt x="278" y="423"/>
                  <a:pt x="278" y="423"/>
                  <a:pt x="278" y="423"/>
                </a:cubicBezTo>
                <a:cubicBezTo>
                  <a:pt x="286" y="415"/>
                  <a:pt x="286" y="415"/>
                  <a:pt x="286" y="415"/>
                </a:cubicBezTo>
                <a:cubicBezTo>
                  <a:pt x="286" y="408"/>
                  <a:pt x="286" y="408"/>
                  <a:pt x="286" y="408"/>
                </a:cubicBezTo>
                <a:cubicBezTo>
                  <a:pt x="279" y="403"/>
                  <a:pt x="279" y="403"/>
                  <a:pt x="279" y="403"/>
                </a:cubicBezTo>
                <a:cubicBezTo>
                  <a:pt x="275" y="405"/>
                  <a:pt x="275" y="405"/>
                  <a:pt x="275" y="405"/>
                </a:cubicBezTo>
                <a:cubicBezTo>
                  <a:pt x="270" y="402"/>
                  <a:pt x="270" y="402"/>
                  <a:pt x="270" y="402"/>
                </a:cubicBezTo>
                <a:cubicBezTo>
                  <a:pt x="263" y="407"/>
                  <a:pt x="263" y="407"/>
                  <a:pt x="263" y="407"/>
                </a:cubicBezTo>
                <a:cubicBezTo>
                  <a:pt x="263" y="415"/>
                  <a:pt x="263" y="415"/>
                  <a:pt x="263" y="415"/>
                </a:cubicBezTo>
                <a:cubicBezTo>
                  <a:pt x="258" y="423"/>
                  <a:pt x="258" y="423"/>
                  <a:pt x="258" y="423"/>
                </a:cubicBezTo>
                <a:cubicBezTo>
                  <a:pt x="259" y="434"/>
                  <a:pt x="259" y="434"/>
                  <a:pt x="259" y="434"/>
                </a:cubicBezTo>
                <a:cubicBezTo>
                  <a:pt x="255" y="444"/>
                  <a:pt x="255" y="444"/>
                  <a:pt x="255" y="444"/>
                </a:cubicBezTo>
                <a:cubicBezTo>
                  <a:pt x="241" y="448"/>
                  <a:pt x="241" y="448"/>
                  <a:pt x="241" y="448"/>
                </a:cubicBezTo>
                <a:cubicBezTo>
                  <a:pt x="237" y="453"/>
                  <a:pt x="237" y="453"/>
                  <a:pt x="237" y="453"/>
                </a:cubicBezTo>
                <a:cubicBezTo>
                  <a:pt x="240" y="466"/>
                  <a:pt x="240" y="466"/>
                  <a:pt x="240" y="466"/>
                </a:cubicBezTo>
                <a:cubicBezTo>
                  <a:pt x="246" y="467"/>
                  <a:pt x="246" y="467"/>
                  <a:pt x="246" y="467"/>
                </a:cubicBezTo>
                <a:cubicBezTo>
                  <a:pt x="256" y="474"/>
                  <a:pt x="256" y="474"/>
                  <a:pt x="256" y="474"/>
                </a:cubicBezTo>
                <a:cubicBezTo>
                  <a:pt x="264" y="474"/>
                  <a:pt x="264" y="474"/>
                  <a:pt x="264" y="474"/>
                </a:cubicBezTo>
                <a:cubicBezTo>
                  <a:pt x="265" y="484"/>
                  <a:pt x="265" y="484"/>
                  <a:pt x="265" y="484"/>
                </a:cubicBezTo>
                <a:cubicBezTo>
                  <a:pt x="271" y="488"/>
                  <a:pt x="271" y="488"/>
                  <a:pt x="271" y="488"/>
                </a:cubicBezTo>
                <a:cubicBezTo>
                  <a:pt x="279" y="483"/>
                  <a:pt x="279" y="483"/>
                  <a:pt x="279" y="483"/>
                </a:cubicBezTo>
                <a:cubicBezTo>
                  <a:pt x="279" y="475"/>
                  <a:pt x="279" y="475"/>
                  <a:pt x="279" y="475"/>
                </a:cubicBezTo>
                <a:cubicBezTo>
                  <a:pt x="274" y="464"/>
                  <a:pt x="274" y="464"/>
                  <a:pt x="274" y="464"/>
                </a:cubicBezTo>
                <a:close/>
                <a:moveTo>
                  <a:pt x="295" y="478"/>
                </a:moveTo>
                <a:cubicBezTo>
                  <a:pt x="298" y="480"/>
                  <a:pt x="298" y="480"/>
                  <a:pt x="298" y="480"/>
                </a:cubicBezTo>
                <a:cubicBezTo>
                  <a:pt x="297" y="485"/>
                  <a:pt x="297" y="485"/>
                  <a:pt x="297" y="485"/>
                </a:cubicBezTo>
                <a:cubicBezTo>
                  <a:pt x="290" y="488"/>
                  <a:pt x="290" y="488"/>
                  <a:pt x="290" y="488"/>
                </a:cubicBezTo>
                <a:cubicBezTo>
                  <a:pt x="285" y="484"/>
                  <a:pt x="285" y="484"/>
                  <a:pt x="285" y="484"/>
                </a:cubicBezTo>
                <a:cubicBezTo>
                  <a:pt x="287" y="479"/>
                  <a:pt x="287" y="479"/>
                  <a:pt x="287" y="479"/>
                </a:cubicBezTo>
                <a:cubicBezTo>
                  <a:pt x="295" y="478"/>
                  <a:pt x="295" y="478"/>
                  <a:pt x="295" y="478"/>
                </a:cubicBezTo>
                <a:close/>
                <a:moveTo>
                  <a:pt x="322" y="438"/>
                </a:moveTo>
                <a:cubicBezTo>
                  <a:pt x="327" y="438"/>
                  <a:pt x="327" y="438"/>
                  <a:pt x="327" y="438"/>
                </a:cubicBezTo>
                <a:cubicBezTo>
                  <a:pt x="332" y="443"/>
                  <a:pt x="332" y="443"/>
                  <a:pt x="332" y="443"/>
                </a:cubicBezTo>
                <a:cubicBezTo>
                  <a:pt x="332" y="452"/>
                  <a:pt x="332" y="452"/>
                  <a:pt x="332" y="452"/>
                </a:cubicBezTo>
                <a:cubicBezTo>
                  <a:pt x="329" y="458"/>
                  <a:pt x="329" y="458"/>
                  <a:pt x="329" y="458"/>
                </a:cubicBezTo>
                <a:cubicBezTo>
                  <a:pt x="316" y="463"/>
                  <a:pt x="316" y="463"/>
                  <a:pt x="316" y="463"/>
                </a:cubicBezTo>
                <a:cubicBezTo>
                  <a:pt x="305" y="464"/>
                  <a:pt x="305" y="464"/>
                  <a:pt x="305" y="464"/>
                </a:cubicBezTo>
                <a:cubicBezTo>
                  <a:pt x="306" y="460"/>
                  <a:pt x="306" y="460"/>
                  <a:pt x="306" y="460"/>
                </a:cubicBezTo>
                <a:cubicBezTo>
                  <a:pt x="302" y="454"/>
                  <a:pt x="302" y="454"/>
                  <a:pt x="302" y="454"/>
                </a:cubicBezTo>
                <a:cubicBezTo>
                  <a:pt x="307" y="447"/>
                  <a:pt x="307" y="447"/>
                  <a:pt x="307" y="447"/>
                </a:cubicBezTo>
                <a:cubicBezTo>
                  <a:pt x="322" y="438"/>
                  <a:pt x="322" y="438"/>
                  <a:pt x="322" y="438"/>
                </a:cubicBezTo>
                <a:close/>
                <a:moveTo>
                  <a:pt x="361" y="440"/>
                </a:moveTo>
                <a:cubicBezTo>
                  <a:pt x="366" y="447"/>
                  <a:pt x="366" y="447"/>
                  <a:pt x="366" y="447"/>
                </a:cubicBezTo>
                <a:cubicBezTo>
                  <a:pt x="366" y="454"/>
                  <a:pt x="366" y="454"/>
                  <a:pt x="366" y="454"/>
                </a:cubicBezTo>
                <a:cubicBezTo>
                  <a:pt x="360" y="447"/>
                  <a:pt x="360" y="447"/>
                  <a:pt x="360" y="447"/>
                </a:cubicBezTo>
                <a:cubicBezTo>
                  <a:pt x="361" y="440"/>
                  <a:pt x="361" y="440"/>
                  <a:pt x="361" y="440"/>
                </a:cubicBezTo>
                <a:close/>
                <a:moveTo>
                  <a:pt x="337" y="474"/>
                </a:moveTo>
                <a:cubicBezTo>
                  <a:pt x="345" y="480"/>
                  <a:pt x="345" y="480"/>
                  <a:pt x="345" y="480"/>
                </a:cubicBezTo>
                <a:cubicBezTo>
                  <a:pt x="344" y="488"/>
                  <a:pt x="344" y="488"/>
                  <a:pt x="344" y="488"/>
                </a:cubicBezTo>
                <a:cubicBezTo>
                  <a:pt x="337" y="484"/>
                  <a:pt x="337" y="484"/>
                  <a:pt x="337" y="484"/>
                </a:cubicBezTo>
                <a:cubicBezTo>
                  <a:pt x="336" y="478"/>
                  <a:pt x="336" y="478"/>
                  <a:pt x="336" y="478"/>
                </a:cubicBezTo>
                <a:cubicBezTo>
                  <a:pt x="337" y="474"/>
                  <a:pt x="337" y="474"/>
                  <a:pt x="337" y="474"/>
                </a:cubicBezTo>
                <a:close/>
                <a:moveTo>
                  <a:pt x="331" y="371"/>
                </a:moveTo>
                <a:cubicBezTo>
                  <a:pt x="329" y="379"/>
                  <a:pt x="329" y="379"/>
                  <a:pt x="329" y="379"/>
                </a:cubicBezTo>
                <a:cubicBezTo>
                  <a:pt x="323" y="380"/>
                  <a:pt x="323" y="380"/>
                  <a:pt x="323" y="380"/>
                </a:cubicBezTo>
                <a:cubicBezTo>
                  <a:pt x="317" y="376"/>
                  <a:pt x="317" y="376"/>
                  <a:pt x="317" y="376"/>
                </a:cubicBezTo>
                <a:cubicBezTo>
                  <a:pt x="321" y="372"/>
                  <a:pt x="321" y="372"/>
                  <a:pt x="321" y="372"/>
                </a:cubicBezTo>
                <a:cubicBezTo>
                  <a:pt x="331" y="371"/>
                  <a:pt x="331" y="371"/>
                  <a:pt x="331" y="371"/>
                </a:cubicBezTo>
                <a:close/>
                <a:moveTo>
                  <a:pt x="349" y="383"/>
                </a:moveTo>
                <a:cubicBezTo>
                  <a:pt x="356" y="387"/>
                  <a:pt x="356" y="387"/>
                  <a:pt x="356" y="387"/>
                </a:cubicBezTo>
                <a:cubicBezTo>
                  <a:pt x="359" y="393"/>
                  <a:pt x="359" y="393"/>
                  <a:pt x="359" y="393"/>
                </a:cubicBezTo>
                <a:cubicBezTo>
                  <a:pt x="372" y="394"/>
                  <a:pt x="372" y="394"/>
                  <a:pt x="372" y="394"/>
                </a:cubicBezTo>
                <a:cubicBezTo>
                  <a:pt x="374" y="395"/>
                  <a:pt x="374" y="395"/>
                  <a:pt x="374" y="395"/>
                </a:cubicBezTo>
                <a:cubicBezTo>
                  <a:pt x="376" y="393"/>
                  <a:pt x="376" y="393"/>
                  <a:pt x="376" y="393"/>
                </a:cubicBezTo>
                <a:cubicBezTo>
                  <a:pt x="381" y="395"/>
                  <a:pt x="381" y="395"/>
                  <a:pt x="381" y="395"/>
                </a:cubicBezTo>
                <a:cubicBezTo>
                  <a:pt x="377" y="390"/>
                  <a:pt x="377" y="390"/>
                  <a:pt x="377" y="390"/>
                </a:cubicBezTo>
                <a:cubicBezTo>
                  <a:pt x="374" y="382"/>
                  <a:pt x="374" y="382"/>
                  <a:pt x="374" y="382"/>
                </a:cubicBezTo>
                <a:cubicBezTo>
                  <a:pt x="369" y="378"/>
                  <a:pt x="369" y="378"/>
                  <a:pt x="369" y="378"/>
                </a:cubicBezTo>
                <a:cubicBezTo>
                  <a:pt x="370" y="366"/>
                  <a:pt x="370" y="366"/>
                  <a:pt x="370" y="366"/>
                </a:cubicBezTo>
                <a:cubicBezTo>
                  <a:pt x="368" y="350"/>
                  <a:pt x="368" y="350"/>
                  <a:pt x="368" y="350"/>
                </a:cubicBezTo>
                <a:cubicBezTo>
                  <a:pt x="369" y="345"/>
                  <a:pt x="369" y="345"/>
                  <a:pt x="369" y="345"/>
                </a:cubicBezTo>
                <a:cubicBezTo>
                  <a:pt x="366" y="343"/>
                  <a:pt x="366" y="343"/>
                  <a:pt x="366" y="343"/>
                </a:cubicBezTo>
                <a:cubicBezTo>
                  <a:pt x="358" y="333"/>
                  <a:pt x="358" y="333"/>
                  <a:pt x="358" y="333"/>
                </a:cubicBezTo>
                <a:cubicBezTo>
                  <a:pt x="354" y="325"/>
                  <a:pt x="354" y="325"/>
                  <a:pt x="354" y="325"/>
                </a:cubicBezTo>
                <a:cubicBezTo>
                  <a:pt x="349" y="325"/>
                  <a:pt x="349" y="325"/>
                  <a:pt x="349" y="325"/>
                </a:cubicBezTo>
                <a:cubicBezTo>
                  <a:pt x="346" y="326"/>
                  <a:pt x="346" y="326"/>
                  <a:pt x="346" y="326"/>
                </a:cubicBezTo>
                <a:cubicBezTo>
                  <a:pt x="342" y="324"/>
                  <a:pt x="342" y="324"/>
                  <a:pt x="342" y="324"/>
                </a:cubicBezTo>
                <a:cubicBezTo>
                  <a:pt x="337" y="325"/>
                  <a:pt x="337" y="325"/>
                  <a:pt x="337" y="325"/>
                </a:cubicBezTo>
                <a:cubicBezTo>
                  <a:pt x="334" y="328"/>
                  <a:pt x="334" y="328"/>
                  <a:pt x="334" y="328"/>
                </a:cubicBezTo>
                <a:cubicBezTo>
                  <a:pt x="326" y="328"/>
                  <a:pt x="326" y="328"/>
                  <a:pt x="326" y="328"/>
                </a:cubicBezTo>
                <a:cubicBezTo>
                  <a:pt x="319" y="328"/>
                  <a:pt x="319" y="328"/>
                  <a:pt x="319" y="328"/>
                </a:cubicBezTo>
                <a:cubicBezTo>
                  <a:pt x="315" y="326"/>
                  <a:pt x="315" y="326"/>
                  <a:pt x="315" y="326"/>
                </a:cubicBezTo>
                <a:cubicBezTo>
                  <a:pt x="315" y="332"/>
                  <a:pt x="315" y="332"/>
                  <a:pt x="315" y="332"/>
                </a:cubicBezTo>
                <a:cubicBezTo>
                  <a:pt x="322" y="346"/>
                  <a:pt x="322" y="346"/>
                  <a:pt x="322" y="346"/>
                </a:cubicBezTo>
                <a:cubicBezTo>
                  <a:pt x="333" y="354"/>
                  <a:pt x="333" y="354"/>
                  <a:pt x="333" y="354"/>
                </a:cubicBezTo>
                <a:cubicBezTo>
                  <a:pt x="343" y="366"/>
                  <a:pt x="343" y="366"/>
                  <a:pt x="343" y="366"/>
                </a:cubicBezTo>
                <a:cubicBezTo>
                  <a:pt x="347" y="369"/>
                  <a:pt x="347" y="369"/>
                  <a:pt x="347" y="369"/>
                </a:cubicBezTo>
                <a:cubicBezTo>
                  <a:pt x="346" y="373"/>
                  <a:pt x="346" y="373"/>
                  <a:pt x="346" y="373"/>
                </a:cubicBezTo>
                <a:cubicBezTo>
                  <a:pt x="342" y="378"/>
                  <a:pt x="342" y="378"/>
                  <a:pt x="342" y="378"/>
                </a:cubicBezTo>
                <a:cubicBezTo>
                  <a:pt x="341" y="380"/>
                  <a:pt x="341" y="380"/>
                  <a:pt x="341" y="380"/>
                </a:cubicBezTo>
                <a:cubicBezTo>
                  <a:pt x="345" y="378"/>
                  <a:pt x="345" y="378"/>
                  <a:pt x="345" y="378"/>
                </a:cubicBezTo>
                <a:cubicBezTo>
                  <a:pt x="346" y="381"/>
                  <a:pt x="346" y="381"/>
                  <a:pt x="346" y="381"/>
                </a:cubicBezTo>
                <a:cubicBezTo>
                  <a:pt x="349" y="383"/>
                  <a:pt x="349" y="383"/>
                  <a:pt x="349" y="383"/>
                </a:cubicBezTo>
                <a:close/>
                <a:moveTo>
                  <a:pt x="342" y="384"/>
                </a:moveTo>
                <a:cubicBezTo>
                  <a:pt x="333" y="387"/>
                  <a:pt x="333" y="387"/>
                  <a:pt x="333" y="387"/>
                </a:cubicBezTo>
                <a:cubicBezTo>
                  <a:pt x="325" y="384"/>
                  <a:pt x="325" y="384"/>
                  <a:pt x="325" y="384"/>
                </a:cubicBezTo>
                <a:cubicBezTo>
                  <a:pt x="320" y="384"/>
                  <a:pt x="320" y="384"/>
                  <a:pt x="320" y="384"/>
                </a:cubicBezTo>
                <a:cubicBezTo>
                  <a:pt x="323" y="392"/>
                  <a:pt x="323" y="392"/>
                  <a:pt x="323" y="392"/>
                </a:cubicBezTo>
                <a:cubicBezTo>
                  <a:pt x="323" y="401"/>
                  <a:pt x="323" y="401"/>
                  <a:pt x="323" y="401"/>
                </a:cubicBezTo>
                <a:cubicBezTo>
                  <a:pt x="328" y="406"/>
                  <a:pt x="328" y="406"/>
                  <a:pt x="328" y="406"/>
                </a:cubicBezTo>
                <a:cubicBezTo>
                  <a:pt x="333" y="402"/>
                  <a:pt x="333" y="402"/>
                  <a:pt x="333" y="402"/>
                </a:cubicBezTo>
                <a:cubicBezTo>
                  <a:pt x="338" y="406"/>
                  <a:pt x="338" y="406"/>
                  <a:pt x="338" y="406"/>
                </a:cubicBezTo>
                <a:cubicBezTo>
                  <a:pt x="337" y="418"/>
                  <a:pt x="337" y="418"/>
                  <a:pt x="337" y="418"/>
                </a:cubicBezTo>
                <a:cubicBezTo>
                  <a:pt x="341" y="425"/>
                  <a:pt x="341" y="425"/>
                  <a:pt x="341" y="425"/>
                </a:cubicBezTo>
                <a:cubicBezTo>
                  <a:pt x="342" y="438"/>
                  <a:pt x="342" y="438"/>
                  <a:pt x="342" y="438"/>
                </a:cubicBezTo>
                <a:cubicBezTo>
                  <a:pt x="349" y="443"/>
                  <a:pt x="349" y="443"/>
                  <a:pt x="349" y="443"/>
                </a:cubicBezTo>
                <a:cubicBezTo>
                  <a:pt x="350" y="431"/>
                  <a:pt x="350" y="431"/>
                  <a:pt x="350" y="431"/>
                </a:cubicBezTo>
                <a:cubicBezTo>
                  <a:pt x="355" y="437"/>
                  <a:pt x="355" y="437"/>
                  <a:pt x="355" y="437"/>
                </a:cubicBezTo>
                <a:cubicBezTo>
                  <a:pt x="362" y="435"/>
                  <a:pt x="362" y="435"/>
                  <a:pt x="362" y="435"/>
                </a:cubicBezTo>
                <a:cubicBezTo>
                  <a:pt x="363" y="429"/>
                  <a:pt x="363" y="429"/>
                  <a:pt x="363" y="429"/>
                </a:cubicBezTo>
                <a:cubicBezTo>
                  <a:pt x="356" y="416"/>
                  <a:pt x="356" y="416"/>
                  <a:pt x="356" y="416"/>
                </a:cubicBezTo>
                <a:cubicBezTo>
                  <a:pt x="350" y="412"/>
                  <a:pt x="350" y="412"/>
                  <a:pt x="350" y="412"/>
                </a:cubicBezTo>
                <a:cubicBezTo>
                  <a:pt x="348" y="399"/>
                  <a:pt x="348" y="399"/>
                  <a:pt x="348" y="399"/>
                </a:cubicBezTo>
                <a:cubicBezTo>
                  <a:pt x="344" y="388"/>
                  <a:pt x="344" y="388"/>
                  <a:pt x="344" y="388"/>
                </a:cubicBezTo>
                <a:cubicBezTo>
                  <a:pt x="342" y="384"/>
                  <a:pt x="342" y="384"/>
                  <a:pt x="342" y="384"/>
                </a:cubicBezTo>
                <a:close/>
                <a:moveTo>
                  <a:pt x="384" y="406"/>
                </a:moveTo>
                <a:cubicBezTo>
                  <a:pt x="388" y="404"/>
                  <a:pt x="388" y="404"/>
                  <a:pt x="388" y="404"/>
                </a:cubicBezTo>
                <a:cubicBezTo>
                  <a:pt x="386" y="402"/>
                  <a:pt x="386" y="402"/>
                  <a:pt x="386" y="402"/>
                </a:cubicBezTo>
                <a:cubicBezTo>
                  <a:pt x="383" y="402"/>
                  <a:pt x="383" y="402"/>
                  <a:pt x="383" y="402"/>
                </a:cubicBezTo>
                <a:cubicBezTo>
                  <a:pt x="384" y="406"/>
                  <a:pt x="384" y="406"/>
                  <a:pt x="384" y="406"/>
                </a:cubicBezTo>
                <a:close/>
                <a:moveTo>
                  <a:pt x="386" y="414"/>
                </a:moveTo>
                <a:cubicBezTo>
                  <a:pt x="380" y="410"/>
                  <a:pt x="380" y="410"/>
                  <a:pt x="380" y="410"/>
                </a:cubicBezTo>
                <a:cubicBezTo>
                  <a:pt x="381" y="415"/>
                  <a:pt x="381" y="415"/>
                  <a:pt x="381" y="415"/>
                </a:cubicBezTo>
                <a:cubicBezTo>
                  <a:pt x="384" y="417"/>
                  <a:pt x="384" y="417"/>
                  <a:pt x="384" y="417"/>
                </a:cubicBezTo>
                <a:cubicBezTo>
                  <a:pt x="386" y="414"/>
                  <a:pt x="386" y="414"/>
                  <a:pt x="386" y="414"/>
                </a:cubicBezTo>
                <a:close/>
                <a:moveTo>
                  <a:pt x="384" y="456"/>
                </a:moveTo>
                <a:cubicBezTo>
                  <a:pt x="386" y="446"/>
                  <a:pt x="386" y="446"/>
                  <a:pt x="386" y="446"/>
                </a:cubicBezTo>
                <a:cubicBezTo>
                  <a:pt x="380" y="439"/>
                  <a:pt x="380" y="439"/>
                  <a:pt x="380" y="439"/>
                </a:cubicBezTo>
                <a:cubicBezTo>
                  <a:pt x="380" y="430"/>
                  <a:pt x="380" y="430"/>
                  <a:pt x="380" y="430"/>
                </a:cubicBezTo>
                <a:cubicBezTo>
                  <a:pt x="383" y="428"/>
                  <a:pt x="383" y="428"/>
                  <a:pt x="383" y="428"/>
                </a:cubicBezTo>
                <a:cubicBezTo>
                  <a:pt x="381" y="424"/>
                  <a:pt x="381" y="424"/>
                  <a:pt x="381" y="424"/>
                </a:cubicBezTo>
                <a:cubicBezTo>
                  <a:pt x="377" y="425"/>
                  <a:pt x="377" y="425"/>
                  <a:pt x="377" y="425"/>
                </a:cubicBezTo>
                <a:cubicBezTo>
                  <a:pt x="375" y="435"/>
                  <a:pt x="375" y="435"/>
                  <a:pt x="375" y="435"/>
                </a:cubicBezTo>
                <a:cubicBezTo>
                  <a:pt x="380" y="446"/>
                  <a:pt x="380" y="446"/>
                  <a:pt x="380" y="446"/>
                </a:cubicBezTo>
                <a:cubicBezTo>
                  <a:pt x="379" y="451"/>
                  <a:pt x="379" y="451"/>
                  <a:pt x="379" y="451"/>
                </a:cubicBezTo>
                <a:cubicBezTo>
                  <a:pt x="381" y="455"/>
                  <a:pt x="381" y="455"/>
                  <a:pt x="381" y="455"/>
                </a:cubicBezTo>
                <a:cubicBezTo>
                  <a:pt x="384" y="456"/>
                  <a:pt x="384" y="456"/>
                  <a:pt x="384" y="456"/>
                </a:cubicBezTo>
                <a:close/>
                <a:moveTo>
                  <a:pt x="394" y="458"/>
                </a:moveTo>
                <a:cubicBezTo>
                  <a:pt x="392" y="463"/>
                  <a:pt x="392" y="463"/>
                  <a:pt x="392" y="463"/>
                </a:cubicBezTo>
                <a:cubicBezTo>
                  <a:pt x="396" y="467"/>
                  <a:pt x="396" y="467"/>
                  <a:pt x="396" y="467"/>
                </a:cubicBezTo>
                <a:cubicBezTo>
                  <a:pt x="398" y="462"/>
                  <a:pt x="398" y="462"/>
                  <a:pt x="398" y="462"/>
                </a:cubicBezTo>
                <a:cubicBezTo>
                  <a:pt x="394" y="458"/>
                  <a:pt x="394" y="458"/>
                  <a:pt x="394" y="458"/>
                </a:cubicBezTo>
                <a:close/>
                <a:moveTo>
                  <a:pt x="400" y="439"/>
                </a:moveTo>
                <a:cubicBezTo>
                  <a:pt x="398" y="449"/>
                  <a:pt x="398" y="449"/>
                  <a:pt x="398" y="449"/>
                </a:cubicBezTo>
                <a:cubicBezTo>
                  <a:pt x="397" y="452"/>
                  <a:pt x="397" y="452"/>
                  <a:pt x="397" y="452"/>
                </a:cubicBezTo>
                <a:cubicBezTo>
                  <a:pt x="401" y="458"/>
                  <a:pt x="401" y="458"/>
                  <a:pt x="401" y="458"/>
                </a:cubicBezTo>
                <a:cubicBezTo>
                  <a:pt x="407" y="455"/>
                  <a:pt x="407" y="455"/>
                  <a:pt x="407" y="455"/>
                </a:cubicBezTo>
                <a:cubicBezTo>
                  <a:pt x="404" y="447"/>
                  <a:pt x="404" y="447"/>
                  <a:pt x="404" y="447"/>
                </a:cubicBezTo>
                <a:cubicBezTo>
                  <a:pt x="400" y="439"/>
                  <a:pt x="400" y="439"/>
                  <a:pt x="400" y="439"/>
                </a:cubicBezTo>
                <a:close/>
                <a:moveTo>
                  <a:pt x="232" y="590"/>
                </a:moveTo>
                <a:cubicBezTo>
                  <a:pt x="222" y="581"/>
                  <a:pt x="222" y="581"/>
                  <a:pt x="222" y="581"/>
                </a:cubicBezTo>
                <a:cubicBezTo>
                  <a:pt x="228" y="568"/>
                  <a:pt x="228" y="568"/>
                  <a:pt x="228" y="568"/>
                </a:cubicBezTo>
                <a:cubicBezTo>
                  <a:pt x="231" y="556"/>
                  <a:pt x="231" y="556"/>
                  <a:pt x="231" y="556"/>
                </a:cubicBezTo>
                <a:cubicBezTo>
                  <a:pt x="228" y="550"/>
                  <a:pt x="228" y="550"/>
                  <a:pt x="228" y="550"/>
                </a:cubicBezTo>
                <a:cubicBezTo>
                  <a:pt x="236" y="540"/>
                  <a:pt x="236" y="540"/>
                  <a:pt x="236" y="540"/>
                </a:cubicBezTo>
                <a:cubicBezTo>
                  <a:pt x="244" y="538"/>
                  <a:pt x="244" y="538"/>
                  <a:pt x="244" y="538"/>
                </a:cubicBezTo>
                <a:cubicBezTo>
                  <a:pt x="250" y="532"/>
                  <a:pt x="250" y="532"/>
                  <a:pt x="250" y="532"/>
                </a:cubicBezTo>
                <a:cubicBezTo>
                  <a:pt x="259" y="535"/>
                  <a:pt x="259" y="535"/>
                  <a:pt x="259" y="535"/>
                </a:cubicBezTo>
                <a:cubicBezTo>
                  <a:pt x="271" y="532"/>
                  <a:pt x="271" y="532"/>
                  <a:pt x="271" y="532"/>
                </a:cubicBezTo>
                <a:cubicBezTo>
                  <a:pt x="267" y="525"/>
                  <a:pt x="267" y="525"/>
                  <a:pt x="267" y="525"/>
                </a:cubicBezTo>
                <a:cubicBezTo>
                  <a:pt x="271" y="517"/>
                  <a:pt x="271" y="517"/>
                  <a:pt x="271" y="517"/>
                </a:cubicBezTo>
                <a:cubicBezTo>
                  <a:pt x="281" y="513"/>
                  <a:pt x="281" y="513"/>
                  <a:pt x="281" y="513"/>
                </a:cubicBezTo>
                <a:cubicBezTo>
                  <a:pt x="286" y="505"/>
                  <a:pt x="286" y="505"/>
                  <a:pt x="286" y="505"/>
                </a:cubicBezTo>
                <a:cubicBezTo>
                  <a:pt x="293" y="505"/>
                  <a:pt x="293" y="505"/>
                  <a:pt x="293" y="505"/>
                </a:cubicBezTo>
                <a:cubicBezTo>
                  <a:pt x="304" y="514"/>
                  <a:pt x="304" y="514"/>
                  <a:pt x="304" y="514"/>
                </a:cubicBezTo>
                <a:cubicBezTo>
                  <a:pt x="305" y="529"/>
                  <a:pt x="305" y="529"/>
                  <a:pt x="305" y="529"/>
                </a:cubicBezTo>
                <a:cubicBezTo>
                  <a:pt x="296" y="542"/>
                  <a:pt x="296" y="542"/>
                  <a:pt x="296" y="542"/>
                </a:cubicBezTo>
                <a:cubicBezTo>
                  <a:pt x="304" y="535"/>
                  <a:pt x="304" y="535"/>
                  <a:pt x="304" y="535"/>
                </a:cubicBezTo>
                <a:cubicBezTo>
                  <a:pt x="312" y="533"/>
                  <a:pt x="312" y="533"/>
                  <a:pt x="312" y="533"/>
                </a:cubicBezTo>
                <a:cubicBezTo>
                  <a:pt x="322" y="528"/>
                  <a:pt x="322" y="528"/>
                  <a:pt x="322" y="528"/>
                </a:cubicBezTo>
                <a:cubicBezTo>
                  <a:pt x="326" y="513"/>
                  <a:pt x="326" y="513"/>
                  <a:pt x="326" y="513"/>
                </a:cubicBezTo>
                <a:cubicBezTo>
                  <a:pt x="335" y="509"/>
                  <a:pt x="335" y="509"/>
                  <a:pt x="335" y="509"/>
                </a:cubicBezTo>
                <a:cubicBezTo>
                  <a:pt x="340" y="519"/>
                  <a:pt x="340" y="519"/>
                  <a:pt x="340" y="519"/>
                </a:cubicBezTo>
                <a:cubicBezTo>
                  <a:pt x="345" y="516"/>
                  <a:pt x="345" y="516"/>
                  <a:pt x="345" y="516"/>
                </a:cubicBezTo>
                <a:cubicBezTo>
                  <a:pt x="346" y="509"/>
                  <a:pt x="346" y="509"/>
                  <a:pt x="346" y="509"/>
                </a:cubicBezTo>
                <a:cubicBezTo>
                  <a:pt x="342" y="507"/>
                  <a:pt x="342" y="507"/>
                  <a:pt x="342" y="507"/>
                </a:cubicBezTo>
                <a:cubicBezTo>
                  <a:pt x="347" y="490"/>
                  <a:pt x="347" y="490"/>
                  <a:pt x="347" y="490"/>
                </a:cubicBezTo>
                <a:cubicBezTo>
                  <a:pt x="356" y="494"/>
                  <a:pt x="356" y="494"/>
                  <a:pt x="356" y="494"/>
                </a:cubicBezTo>
                <a:cubicBezTo>
                  <a:pt x="361" y="498"/>
                  <a:pt x="361" y="498"/>
                  <a:pt x="361" y="498"/>
                </a:cubicBezTo>
                <a:cubicBezTo>
                  <a:pt x="364" y="494"/>
                  <a:pt x="364" y="494"/>
                  <a:pt x="364" y="494"/>
                </a:cubicBezTo>
                <a:cubicBezTo>
                  <a:pt x="364" y="483"/>
                  <a:pt x="364" y="483"/>
                  <a:pt x="364" y="483"/>
                </a:cubicBezTo>
                <a:cubicBezTo>
                  <a:pt x="367" y="482"/>
                  <a:pt x="367" y="482"/>
                  <a:pt x="367" y="482"/>
                </a:cubicBezTo>
                <a:cubicBezTo>
                  <a:pt x="373" y="489"/>
                  <a:pt x="373" y="489"/>
                  <a:pt x="373" y="489"/>
                </a:cubicBezTo>
                <a:cubicBezTo>
                  <a:pt x="374" y="483"/>
                  <a:pt x="374" y="483"/>
                  <a:pt x="374" y="483"/>
                </a:cubicBezTo>
                <a:cubicBezTo>
                  <a:pt x="370" y="466"/>
                  <a:pt x="370" y="466"/>
                  <a:pt x="370" y="466"/>
                </a:cubicBezTo>
                <a:cubicBezTo>
                  <a:pt x="370" y="456"/>
                  <a:pt x="370" y="456"/>
                  <a:pt x="370" y="456"/>
                </a:cubicBezTo>
                <a:cubicBezTo>
                  <a:pt x="377" y="458"/>
                  <a:pt x="377" y="458"/>
                  <a:pt x="377" y="458"/>
                </a:cubicBezTo>
                <a:cubicBezTo>
                  <a:pt x="380" y="457"/>
                  <a:pt x="380" y="457"/>
                  <a:pt x="380" y="457"/>
                </a:cubicBezTo>
                <a:cubicBezTo>
                  <a:pt x="382" y="464"/>
                  <a:pt x="382" y="464"/>
                  <a:pt x="382" y="464"/>
                </a:cubicBezTo>
                <a:cubicBezTo>
                  <a:pt x="393" y="474"/>
                  <a:pt x="393" y="474"/>
                  <a:pt x="393" y="474"/>
                </a:cubicBezTo>
                <a:cubicBezTo>
                  <a:pt x="402" y="482"/>
                  <a:pt x="402" y="482"/>
                  <a:pt x="402" y="482"/>
                </a:cubicBezTo>
                <a:cubicBezTo>
                  <a:pt x="407" y="477"/>
                  <a:pt x="407" y="477"/>
                  <a:pt x="407" y="477"/>
                </a:cubicBezTo>
                <a:cubicBezTo>
                  <a:pt x="407" y="484"/>
                  <a:pt x="407" y="484"/>
                  <a:pt x="407" y="484"/>
                </a:cubicBezTo>
                <a:cubicBezTo>
                  <a:pt x="413" y="493"/>
                  <a:pt x="413" y="493"/>
                  <a:pt x="413" y="493"/>
                </a:cubicBezTo>
                <a:cubicBezTo>
                  <a:pt x="413" y="504"/>
                  <a:pt x="413" y="504"/>
                  <a:pt x="413" y="504"/>
                </a:cubicBezTo>
                <a:cubicBezTo>
                  <a:pt x="407" y="503"/>
                  <a:pt x="407" y="503"/>
                  <a:pt x="407" y="503"/>
                </a:cubicBezTo>
                <a:cubicBezTo>
                  <a:pt x="406" y="508"/>
                  <a:pt x="406" y="508"/>
                  <a:pt x="406" y="508"/>
                </a:cubicBezTo>
                <a:cubicBezTo>
                  <a:pt x="411" y="514"/>
                  <a:pt x="411" y="514"/>
                  <a:pt x="411" y="514"/>
                </a:cubicBezTo>
                <a:cubicBezTo>
                  <a:pt x="415" y="514"/>
                  <a:pt x="415" y="514"/>
                  <a:pt x="415" y="514"/>
                </a:cubicBezTo>
                <a:cubicBezTo>
                  <a:pt x="414" y="520"/>
                  <a:pt x="414" y="520"/>
                  <a:pt x="414" y="520"/>
                </a:cubicBezTo>
                <a:cubicBezTo>
                  <a:pt x="414" y="530"/>
                  <a:pt x="414" y="530"/>
                  <a:pt x="414" y="530"/>
                </a:cubicBezTo>
                <a:cubicBezTo>
                  <a:pt x="417" y="525"/>
                  <a:pt x="417" y="525"/>
                  <a:pt x="417" y="525"/>
                </a:cubicBezTo>
                <a:cubicBezTo>
                  <a:pt x="419" y="535"/>
                  <a:pt x="419" y="535"/>
                  <a:pt x="419" y="535"/>
                </a:cubicBezTo>
                <a:cubicBezTo>
                  <a:pt x="419" y="545"/>
                  <a:pt x="419" y="545"/>
                  <a:pt x="419" y="545"/>
                </a:cubicBezTo>
                <a:cubicBezTo>
                  <a:pt x="423" y="552"/>
                  <a:pt x="423" y="552"/>
                  <a:pt x="423" y="552"/>
                </a:cubicBezTo>
                <a:cubicBezTo>
                  <a:pt x="428" y="560"/>
                  <a:pt x="428" y="560"/>
                  <a:pt x="428" y="560"/>
                </a:cubicBezTo>
                <a:cubicBezTo>
                  <a:pt x="430" y="574"/>
                  <a:pt x="430" y="574"/>
                  <a:pt x="430" y="574"/>
                </a:cubicBezTo>
                <a:cubicBezTo>
                  <a:pt x="426" y="585"/>
                  <a:pt x="426" y="585"/>
                  <a:pt x="426" y="585"/>
                </a:cubicBezTo>
                <a:cubicBezTo>
                  <a:pt x="422" y="585"/>
                  <a:pt x="422" y="585"/>
                  <a:pt x="422" y="585"/>
                </a:cubicBezTo>
                <a:cubicBezTo>
                  <a:pt x="422" y="590"/>
                  <a:pt x="422" y="590"/>
                  <a:pt x="422" y="590"/>
                </a:cubicBezTo>
                <a:cubicBezTo>
                  <a:pt x="419" y="585"/>
                  <a:pt x="419" y="585"/>
                  <a:pt x="419" y="585"/>
                </a:cubicBezTo>
                <a:cubicBezTo>
                  <a:pt x="414" y="585"/>
                  <a:pt x="414" y="585"/>
                  <a:pt x="414" y="585"/>
                </a:cubicBezTo>
                <a:cubicBezTo>
                  <a:pt x="413" y="591"/>
                  <a:pt x="413" y="591"/>
                  <a:pt x="413" y="591"/>
                </a:cubicBezTo>
                <a:cubicBezTo>
                  <a:pt x="416" y="603"/>
                  <a:pt x="416" y="603"/>
                  <a:pt x="416" y="603"/>
                </a:cubicBezTo>
                <a:cubicBezTo>
                  <a:pt x="415" y="613"/>
                  <a:pt x="415" y="613"/>
                  <a:pt x="415" y="613"/>
                </a:cubicBezTo>
                <a:cubicBezTo>
                  <a:pt x="415" y="619"/>
                  <a:pt x="415" y="619"/>
                  <a:pt x="415" y="619"/>
                </a:cubicBezTo>
                <a:cubicBezTo>
                  <a:pt x="412" y="613"/>
                  <a:pt x="412" y="613"/>
                  <a:pt x="412" y="613"/>
                </a:cubicBezTo>
                <a:cubicBezTo>
                  <a:pt x="408" y="600"/>
                  <a:pt x="408" y="600"/>
                  <a:pt x="408" y="600"/>
                </a:cubicBezTo>
                <a:cubicBezTo>
                  <a:pt x="408" y="592"/>
                  <a:pt x="408" y="592"/>
                  <a:pt x="408" y="592"/>
                </a:cubicBezTo>
                <a:cubicBezTo>
                  <a:pt x="404" y="585"/>
                  <a:pt x="404" y="585"/>
                  <a:pt x="404" y="585"/>
                </a:cubicBezTo>
                <a:cubicBezTo>
                  <a:pt x="402" y="577"/>
                  <a:pt x="402" y="577"/>
                  <a:pt x="402" y="577"/>
                </a:cubicBezTo>
                <a:cubicBezTo>
                  <a:pt x="396" y="568"/>
                  <a:pt x="396" y="568"/>
                  <a:pt x="396" y="568"/>
                </a:cubicBezTo>
                <a:cubicBezTo>
                  <a:pt x="390" y="572"/>
                  <a:pt x="390" y="572"/>
                  <a:pt x="390" y="572"/>
                </a:cubicBezTo>
                <a:cubicBezTo>
                  <a:pt x="380" y="590"/>
                  <a:pt x="380" y="590"/>
                  <a:pt x="380" y="590"/>
                </a:cubicBezTo>
                <a:cubicBezTo>
                  <a:pt x="378" y="597"/>
                  <a:pt x="378" y="597"/>
                  <a:pt x="378" y="597"/>
                </a:cubicBezTo>
                <a:cubicBezTo>
                  <a:pt x="385" y="603"/>
                  <a:pt x="385" y="603"/>
                  <a:pt x="385" y="603"/>
                </a:cubicBezTo>
                <a:cubicBezTo>
                  <a:pt x="390" y="614"/>
                  <a:pt x="390" y="614"/>
                  <a:pt x="390" y="614"/>
                </a:cubicBezTo>
                <a:cubicBezTo>
                  <a:pt x="394" y="620"/>
                  <a:pt x="394" y="620"/>
                  <a:pt x="394" y="620"/>
                </a:cubicBezTo>
                <a:cubicBezTo>
                  <a:pt x="393" y="628"/>
                  <a:pt x="393" y="628"/>
                  <a:pt x="393" y="628"/>
                </a:cubicBezTo>
                <a:cubicBezTo>
                  <a:pt x="382" y="644"/>
                  <a:pt x="382" y="644"/>
                  <a:pt x="382" y="644"/>
                </a:cubicBezTo>
                <a:cubicBezTo>
                  <a:pt x="375" y="648"/>
                  <a:pt x="375" y="648"/>
                  <a:pt x="375" y="648"/>
                </a:cubicBezTo>
                <a:cubicBezTo>
                  <a:pt x="373" y="645"/>
                  <a:pt x="373" y="645"/>
                  <a:pt x="373" y="645"/>
                </a:cubicBezTo>
                <a:cubicBezTo>
                  <a:pt x="370" y="637"/>
                  <a:pt x="370" y="637"/>
                  <a:pt x="370" y="637"/>
                </a:cubicBezTo>
                <a:cubicBezTo>
                  <a:pt x="373" y="632"/>
                  <a:pt x="373" y="632"/>
                  <a:pt x="373" y="632"/>
                </a:cubicBezTo>
                <a:cubicBezTo>
                  <a:pt x="370" y="628"/>
                  <a:pt x="370" y="628"/>
                  <a:pt x="370" y="628"/>
                </a:cubicBezTo>
                <a:cubicBezTo>
                  <a:pt x="366" y="631"/>
                  <a:pt x="366" y="631"/>
                  <a:pt x="366" y="631"/>
                </a:cubicBezTo>
                <a:cubicBezTo>
                  <a:pt x="365" y="636"/>
                  <a:pt x="365" y="636"/>
                  <a:pt x="365" y="636"/>
                </a:cubicBezTo>
                <a:cubicBezTo>
                  <a:pt x="358" y="640"/>
                  <a:pt x="358" y="640"/>
                  <a:pt x="358" y="640"/>
                </a:cubicBezTo>
                <a:cubicBezTo>
                  <a:pt x="349" y="636"/>
                  <a:pt x="349" y="636"/>
                  <a:pt x="349" y="636"/>
                </a:cubicBezTo>
                <a:cubicBezTo>
                  <a:pt x="341" y="630"/>
                  <a:pt x="341" y="630"/>
                  <a:pt x="341" y="630"/>
                </a:cubicBezTo>
                <a:cubicBezTo>
                  <a:pt x="332" y="630"/>
                  <a:pt x="332" y="630"/>
                  <a:pt x="332" y="630"/>
                </a:cubicBezTo>
                <a:cubicBezTo>
                  <a:pt x="324" y="620"/>
                  <a:pt x="324" y="620"/>
                  <a:pt x="324" y="620"/>
                </a:cubicBezTo>
                <a:cubicBezTo>
                  <a:pt x="322" y="613"/>
                  <a:pt x="322" y="613"/>
                  <a:pt x="322" y="613"/>
                </a:cubicBezTo>
                <a:cubicBezTo>
                  <a:pt x="316" y="605"/>
                  <a:pt x="316" y="605"/>
                  <a:pt x="316" y="605"/>
                </a:cubicBezTo>
                <a:cubicBezTo>
                  <a:pt x="318" y="599"/>
                  <a:pt x="318" y="599"/>
                  <a:pt x="318" y="599"/>
                </a:cubicBezTo>
                <a:cubicBezTo>
                  <a:pt x="317" y="593"/>
                  <a:pt x="317" y="593"/>
                  <a:pt x="317" y="593"/>
                </a:cubicBezTo>
                <a:cubicBezTo>
                  <a:pt x="313" y="588"/>
                  <a:pt x="313" y="588"/>
                  <a:pt x="313" y="588"/>
                </a:cubicBezTo>
                <a:cubicBezTo>
                  <a:pt x="317" y="583"/>
                  <a:pt x="317" y="583"/>
                  <a:pt x="317" y="583"/>
                </a:cubicBezTo>
                <a:cubicBezTo>
                  <a:pt x="317" y="578"/>
                  <a:pt x="317" y="578"/>
                  <a:pt x="317" y="578"/>
                </a:cubicBezTo>
                <a:cubicBezTo>
                  <a:pt x="320" y="577"/>
                  <a:pt x="320" y="577"/>
                  <a:pt x="320" y="577"/>
                </a:cubicBezTo>
                <a:cubicBezTo>
                  <a:pt x="327" y="580"/>
                  <a:pt x="327" y="580"/>
                  <a:pt x="327" y="580"/>
                </a:cubicBezTo>
                <a:cubicBezTo>
                  <a:pt x="321" y="573"/>
                  <a:pt x="321" y="573"/>
                  <a:pt x="321" y="573"/>
                </a:cubicBezTo>
                <a:cubicBezTo>
                  <a:pt x="319" y="566"/>
                  <a:pt x="319" y="566"/>
                  <a:pt x="319" y="566"/>
                </a:cubicBezTo>
                <a:cubicBezTo>
                  <a:pt x="311" y="559"/>
                  <a:pt x="311" y="559"/>
                  <a:pt x="311" y="559"/>
                </a:cubicBezTo>
                <a:cubicBezTo>
                  <a:pt x="303" y="557"/>
                  <a:pt x="303" y="557"/>
                  <a:pt x="303" y="557"/>
                </a:cubicBezTo>
                <a:cubicBezTo>
                  <a:pt x="295" y="550"/>
                  <a:pt x="295" y="550"/>
                  <a:pt x="295" y="550"/>
                </a:cubicBezTo>
                <a:cubicBezTo>
                  <a:pt x="291" y="550"/>
                  <a:pt x="291" y="550"/>
                  <a:pt x="291" y="550"/>
                </a:cubicBezTo>
                <a:cubicBezTo>
                  <a:pt x="288" y="554"/>
                  <a:pt x="288" y="554"/>
                  <a:pt x="288" y="554"/>
                </a:cubicBezTo>
                <a:cubicBezTo>
                  <a:pt x="290" y="558"/>
                  <a:pt x="290" y="558"/>
                  <a:pt x="290" y="558"/>
                </a:cubicBezTo>
                <a:cubicBezTo>
                  <a:pt x="287" y="561"/>
                  <a:pt x="287" y="561"/>
                  <a:pt x="287" y="561"/>
                </a:cubicBezTo>
                <a:cubicBezTo>
                  <a:pt x="291" y="568"/>
                  <a:pt x="291" y="568"/>
                  <a:pt x="291" y="568"/>
                </a:cubicBezTo>
                <a:cubicBezTo>
                  <a:pt x="288" y="568"/>
                  <a:pt x="288" y="568"/>
                  <a:pt x="288" y="568"/>
                </a:cubicBezTo>
                <a:cubicBezTo>
                  <a:pt x="281" y="562"/>
                  <a:pt x="281" y="562"/>
                  <a:pt x="281" y="562"/>
                </a:cubicBezTo>
                <a:cubicBezTo>
                  <a:pt x="277" y="563"/>
                  <a:pt x="277" y="563"/>
                  <a:pt x="277" y="563"/>
                </a:cubicBezTo>
                <a:cubicBezTo>
                  <a:pt x="279" y="558"/>
                  <a:pt x="279" y="558"/>
                  <a:pt x="279" y="558"/>
                </a:cubicBezTo>
                <a:cubicBezTo>
                  <a:pt x="274" y="556"/>
                  <a:pt x="274" y="556"/>
                  <a:pt x="274" y="556"/>
                </a:cubicBezTo>
                <a:cubicBezTo>
                  <a:pt x="271" y="559"/>
                  <a:pt x="271" y="559"/>
                  <a:pt x="271" y="559"/>
                </a:cubicBezTo>
                <a:cubicBezTo>
                  <a:pt x="270" y="567"/>
                  <a:pt x="270" y="567"/>
                  <a:pt x="270" y="567"/>
                </a:cubicBezTo>
                <a:cubicBezTo>
                  <a:pt x="266" y="564"/>
                  <a:pt x="266" y="564"/>
                  <a:pt x="266" y="564"/>
                </a:cubicBezTo>
                <a:cubicBezTo>
                  <a:pt x="262" y="566"/>
                  <a:pt x="262" y="566"/>
                  <a:pt x="262" y="566"/>
                </a:cubicBezTo>
                <a:cubicBezTo>
                  <a:pt x="260" y="564"/>
                  <a:pt x="260" y="564"/>
                  <a:pt x="260" y="564"/>
                </a:cubicBezTo>
                <a:cubicBezTo>
                  <a:pt x="262" y="555"/>
                  <a:pt x="262" y="555"/>
                  <a:pt x="262" y="555"/>
                </a:cubicBezTo>
                <a:cubicBezTo>
                  <a:pt x="256" y="549"/>
                  <a:pt x="256" y="549"/>
                  <a:pt x="256" y="549"/>
                </a:cubicBezTo>
                <a:cubicBezTo>
                  <a:pt x="251" y="551"/>
                  <a:pt x="251" y="551"/>
                  <a:pt x="251" y="551"/>
                </a:cubicBezTo>
                <a:cubicBezTo>
                  <a:pt x="246" y="562"/>
                  <a:pt x="246" y="562"/>
                  <a:pt x="246" y="562"/>
                </a:cubicBezTo>
                <a:cubicBezTo>
                  <a:pt x="241" y="566"/>
                  <a:pt x="241" y="566"/>
                  <a:pt x="241" y="566"/>
                </a:cubicBezTo>
                <a:cubicBezTo>
                  <a:pt x="235" y="585"/>
                  <a:pt x="235" y="585"/>
                  <a:pt x="235" y="585"/>
                </a:cubicBezTo>
                <a:cubicBezTo>
                  <a:pt x="232" y="590"/>
                  <a:pt x="232" y="590"/>
                  <a:pt x="232" y="590"/>
                </a:cubicBezTo>
                <a:close/>
                <a:moveTo>
                  <a:pt x="218" y="601"/>
                </a:moveTo>
                <a:cubicBezTo>
                  <a:pt x="218" y="605"/>
                  <a:pt x="218" y="605"/>
                  <a:pt x="218" y="605"/>
                </a:cubicBezTo>
                <a:cubicBezTo>
                  <a:pt x="224" y="613"/>
                  <a:pt x="224" y="613"/>
                  <a:pt x="224" y="613"/>
                </a:cubicBezTo>
                <a:cubicBezTo>
                  <a:pt x="229" y="615"/>
                  <a:pt x="229" y="615"/>
                  <a:pt x="229" y="615"/>
                </a:cubicBezTo>
                <a:cubicBezTo>
                  <a:pt x="239" y="605"/>
                  <a:pt x="239" y="605"/>
                  <a:pt x="239" y="605"/>
                </a:cubicBezTo>
                <a:cubicBezTo>
                  <a:pt x="240" y="602"/>
                  <a:pt x="240" y="602"/>
                  <a:pt x="240" y="602"/>
                </a:cubicBezTo>
                <a:cubicBezTo>
                  <a:pt x="235" y="600"/>
                  <a:pt x="235" y="600"/>
                  <a:pt x="235" y="600"/>
                </a:cubicBezTo>
                <a:cubicBezTo>
                  <a:pt x="230" y="597"/>
                  <a:pt x="230" y="597"/>
                  <a:pt x="230" y="597"/>
                </a:cubicBezTo>
                <a:cubicBezTo>
                  <a:pt x="226" y="600"/>
                  <a:pt x="226" y="600"/>
                  <a:pt x="226" y="600"/>
                </a:cubicBezTo>
                <a:cubicBezTo>
                  <a:pt x="218" y="601"/>
                  <a:pt x="218" y="601"/>
                  <a:pt x="218" y="601"/>
                </a:cubicBezTo>
                <a:close/>
                <a:moveTo>
                  <a:pt x="120" y="352"/>
                </a:moveTo>
                <a:cubicBezTo>
                  <a:pt x="116" y="348"/>
                  <a:pt x="116" y="348"/>
                  <a:pt x="116" y="348"/>
                </a:cubicBezTo>
                <a:cubicBezTo>
                  <a:pt x="113" y="341"/>
                  <a:pt x="113" y="341"/>
                  <a:pt x="113" y="341"/>
                </a:cubicBezTo>
                <a:cubicBezTo>
                  <a:pt x="116" y="338"/>
                  <a:pt x="116" y="338"/>
                  <a:pt x="116" y="338"/>
                </a:cubicBezTo>
                <a:cubicBezTo>
                  <a:pt x="122" y="339"/>
                  <a:pt x="122" y="339"/>
                  <a:pt x="122" y="339"/>
                </a:cubicBezTo>
                <a:cubicBezTo>
                  <a:pt x="128" y="345"/>
                  <a:pt x="128" y="345"/>
                  <a:pt x="128" y="345"/>
                </a:cubicBezTo>
                <a:cubicBezTo>
                  <a:pt x="136" y="347"/>
                  <a:pt x="136" y="347"/>
                  <a:pt x="136" y="347"/>
                </a:cubicBezTo>
                <a:cubicBezTo>
                  <a:pt x="138" y="351"/>
                  <a:pt x="138" y="351"/>
                  <a:pt x="138" y="351"/>
                </a:cubicBezTo>
                <a:cubicBezTo>
                  <a:pt x="134" y="355"/>
                  <a:pt x="134" y="355"/>
                  <a:pt x="134" y="355"/>
                </a:cubicBezTo>
                <a:cubicBezTo>
                  <a:pt x="129" y="353"/>
                  <a:pt x="129" y="353"/>
                  <a:pt x="129" y="353"/>
                </a:cubicBezTo>
                <a:cubicBezTo>
                  <a:pt x="120" y="352"/>
                  <a:pt x="120" y="352"/>
                  <a:pt x="120" y="352"/>
                </a:cubicBezTo>
                <a:close/>
                <a:moveTo>
                  <a:pt x="114" y="356"/>
                </a:moveTo>
                <a:cubicBezTo>
                  <a:pt x="123" y="359"/>
                  <a:pt x="123" y="359"/>
                  <a:pt x="123" y="359"/>
                </a:cubicBezTo>
                <a:cubicBezTo>
                  <a:pt x="126" y="365"/>
                  <a:pt x="126" y="365"/>
                  <a:pt x="126" y="365"/>
                </a:cubicBezTo>
                <a:cubicBezTo>
                  <a:pt x="123" y="367"/>
                  <a:pt x="123" y="367"/>
                  <a:pt x="123" y="367"/>
                </a:cubicBezTo>
                <a:cubicBezTo>
                  <a:pt x="120" y="371"/>
                  <a:pt x="120" y="371"/>
                  <a:pt x="120" y="371"/>
                </a:cubicBezTo>
                <a:cubicBezTo>
                  <a:pt x="116" y="371"/>
                  <a:pt x="116" y="371"/>
                  <a:pt x="116" y="371"/>
                </a:cubicBezTo>
                <a:cubicBezTo>
                  <a:pt x="113" y="361"/>
                  <a:pt x="113" y="361"/>
                  <a:pt x="113" y="361"/>
                </a:cubicBezTo>
                <a:cubicBezTo>
                  <a:pt x="114" y="356"/>
                  <a:pt x="114" y="356"/>
                  <a:pt x="114" y="356"/>
                </a:cubicBezTo>
                <a:close/>
                <a:moveTo>
                  <a:pt x="120" y="421"/>
                </a:moveTo>
                <a:cubicBezTo>
                  <a:pt x="123" y="419"/>
                  <a:pt x="123" y="419"/>
                  <a:pt x="123" y="419"/>
                </a:cubicBezTo>
                <a:cubicBezTo>
                  <a:pt x="124" y="415"/>
                  <a:pt x="124" y="415"/>
                  <a:pt x="124" y="415"/>
                </a:cubicBezTo>
                <a:cubicBezTo>
                  <a:pt x="127" y="419"/>
                  <a:pt x="127" y="419"/>
                  <a:pt x="127" y="419"/>
                </a:cubicBezTo>
                <a:cubicBezTo>
                  <a:pt x="130" y="422"/>
                  <a:pt x="130" y="422"/>
                  <a:pt x="130" y="422"/>
                </a:cubicBezTo>
                <a:cubicBezTo>
                  <a:pt x="130" y="427"/>
                  <a:pt x="130" y="427"/>
                  <a:pt x="130" y="427"/>
                </a:cubicBezTo>
                <a:cubicBezTo>
                  <a:pt x="124" y="427"/>
                  <a:pt x="124" y="427"/>
                  <a:pt x="124" y="427"/>
                </a:cubicBezTo>
                <a:cubicBezTo>
                  <a:pt x="118" y="427"/>
                  <a:pt x="118" y="427"/>
                  <a:pt x="118" y="427"/>
                </a:cubicBezTo>
                <a:cubicBezTo>
                  <a:pt x="120" y="421"/>
                  <a:pt x="120" y="421"/>
                  <a:pt x="120" y="421"/>
                </a:cubicBezTo>
                <a:close/>
                <a:moveTo>
                  <a:pt x="15" y="517"/>
                </a:moveTo>
                <a:cubicBezTo>
                  <a:pt x="23" y="511"/>
                  <a:pt x="23" y="511"/>
                  <a:pt x="23" y="511"/>
                </a:cubicBezTo>
                <a:cubicBezTo>
                  <a:pt x="29" y="510"/>
                  <a:pt x="29" y="510"/>
                  <a:pt x="29" y="510"/>
                </a:cubicBezTo>
                <a:cubicBezTo>
                  <a:pt x="34" y="504"/>
                  <a:pt x="34" y="504"/>
                  <a:pt x="34" y="504"/>
                </a:cubicBezTo>
                <a:cubicBezTo>
                  <a:pt x="43" y="500"/>
                  <a:pt x="43" y="500"/>
                  <a:pt x="43" y="500"/>
                </a:cubicBezTo>
                <a:cubicBezTo>
                  <a:pt x="53" y="486"/>
                  <a:pt x="53" y="486"/>
                  <a:pt x="53" y="486"/>
                </a:cubicBezTo>
                <a:cubicBezTo>
                  <a:pt x="63" y="482"/>
                  <a:pt x="63" y="482"/>
                  <a:pt x="63" y="482"/>
                </a:cubicBezTo>
                <a:cubicBezTo>
                  <a:pt x="70" y="476"/>
                  <a:pt x="70" y="476"/>
                  <a:pt x="70" y="476"/>
                </a:cubicBezTo>
                <a:cubicBezTo>
                  <a:pt x="70" y="472"/>
                  <a:pt x="70" y="472"/>
                  <a:pt x="70" y="472"/>
                </a:cubicBezTo>
                <a:cubicBezTo>
                  <a:pt x="76" y="465"/>
                  <a:pt x="76" y="465"/>
                  <a:pt x="76" y="465"/>
                </a:cubicBezTo>
                <a:cubicBezTo>
                  <a:pt x="76" y="452"/>
                  <a:pt x="76" y="452"/>
                  <a:pt x="76" y="452"/>
                </a:cubicBezTo>
                <a:cubicBezTo>
                  <a:pt x="81" y="446"/>
                  <a:pt x="81" y="446"/>
                  <a:pt x="81" y="446"/>
                </a:cubicBezTo>
                <a:cubicBezTo>
                  <a:pt x="94" y="445"/>
                  <a:pt x="94" y="445"/>
                  <a:pt x="94" y="445"/>
                </a:cubicBezTo>
                <a:cubicBezTo>
                  <a:pt x="98" y="436"/>
                  <a:pt x="98" y="436"/>
                  <a:pt x="98" y="436"/>
                </a:cubicBezTo>
                <a:cubicBezTo>
                  <a:pt x="104" y="430"/>
                  <a:pt x="104" y="430"/>
                  <a:pt x="104" y="430"/>
                </a:cubicBezTo>
                <a:cubicBezTo>
                  <a:pt x="111" y="429"/>
                  <a:pt x="111" y="429"/>
                  <a:pt x="111" y="429"/>
                </a:cubicBezTo>
                <a:cubicBezTo>
                  <a:pt x="114" y="422"/>
                  <a:pt x="114" y="422"/>
                  <a:pt x="114" y="422"/>
                </a:cubicBezTo>
                <a:cubicBezTo>
                  <a:pt x="110" y="411"/>
                  <a:pt x="110" y="411"/>
                  <a:pt x="110" y="411"/>
                </a:cubicBezTo>
                <a:cubicBezTo>
                  <a:pt x="103" y="403"/>
                  <a:pt x="103" y="403"/>
                  <a:pt x="103" y="403"/>
                </a:cubicBezTo>
                <a:cubicBezTo>
                  <a:pt x="104" y="395"/>
                  <a:pt x="104" y="395"/>
                  <a:pt x="104" y="395"/>
                </a:cubicBezTo>
                <a:cubicBezTo>
                  <a:pt x="103" y="383"/>
                  <a:pt x="103" y="383"/>
                  <a:pt x="103" y="383"/>
                </a:cubicBezTo>
                <a:cubicBezTo>
                  <a:pt x="99" y="384"/>
                  <a:pt x="99" y="384"/>
                  <a:pt x="99" y="384"/>
                </a:cubicBezTo>
                <a:cubicBezTo>
                  <a:pt x="98" y="398"/>
                  <a:pt x="98" y="398"/>
                  <a:pt x="98" y="398"/>
                </a:cubicBezTo>
                <a:cubicBezTo>
                  <a:pt x="99" y="410"/>
                  <a:pt x="99" y="410"/>
                  <a:pt x="99" y="410"/>
                </a:cubicBezTo>
                <a:cubicBezTo>
                  <a:pt x="92" y="406"/>
                  <a:pt x="92" y="406"/>
                  <a:pt x="92" y="406"/>
                </a:cubicBezTo>
                <a:cubicBezTo>
                  <a:pt x="98" y="415"/>
                  <a:pt x="98" y="415"/>
                  <a:pt x="98" y="415"/>
                </a:cubicBezTo>
                <a:cubicBezTo>
                  <a:pt x="97" y="421"/>
                  <a:pt x="97" y="421"/>
                  <a:pt x="97" y="421"/>
                </a:cubicBezTo>
                <a:cubicBezTo>
                  <a:pt x="90" y="429"/>
                  <a:pt x="90" y="429"/>
                  <a:pt x="90" y="429"/>
                </a:cubicBezTo>
                <a:cubicBezTo>
                  <a:pt x="84" y="429"/>
                  <a:pt x="84" y="429"/>
                  <a:pt x="84" y="429"/>
                </a:cubicBezTo>
                <a:cubicBezTo>
                  <a:pt x="77" y="438"/>
                  <a:pt x="77" y="438"/>
                  <a:pt x="77" y="438"/>
                </a:cubicBezTo>
                <a:cubicBezTo>
                  <a:pt x="76" y="444"/>
                  <a:pt x="76" y="444"/>
                  <a:pt x="76" y="444"/>
                </a:cubicBezTo>
                <a:cubicBezTo>
                  <a:pt x="67" y="449"/>
                  <a:pt x="67" y="449"/>
                  <a:pt x="67" y="449"/>
                </a:cubicBezTo>
                <a:cubicBezTo>
                  <a:pt x="59" y="467"/>
                  <a:pt x="59" y="467"/>
                  <a:pt x="59" y="467"/>
                </a:cubicBezTo>
                <a:cubicBezTo>
                  <a:pt x="46" y="480"/>
                  <a:pt x="46" y="480"/>
                  <a:pt x="46" y="480"/>
                </a:cubicBezTo>
                <a:cubicBezTo>
                  <a:pt x="39" y="480"/>
                  <a:pt x="39" y="480"/>
                  <a:pt x="39" y="480"/>
                </a:cubicBezTo>
                <a:cubicBezTo>
                  <a:pt x="33" y="492"/>
                  <a:pt x="33" y="492"/>
                  <a:pt x="33" y="492"/>
                </a:cubicBezTo>
                <a:cubicBezTo>
                  <a:pt x="28" y="494"/>
                  <a:pt x="28" y="494"/>
                  <a:pt x="28" y="494"/>
                </a:cubicBezTo>
                <a:cubicBezTo>
                  <a:pt x="16" y="510"/>
                  <a:pt x="16" y="510"/>
                  <a:pt x="16" y="510"/>
                </a:cubicBezTo>
                <a:cubicBezTo>
                  <a:pt x="14" y="514"/>
                  <a:pt x="14" y="514"/>
                  <a:pt x="14" y="514"/>
                </a:cubicBezTo>
                <a:cubicBezTo>
                  <a:pt x="15" y="517"/>
                  <a:pt x="15" y="517"/>
                  <a:pt x="15" y="517"/>
                </a:cubicBezTo>
                <a:close/>
                <a:moveTo>
                  <a:pt x="16" y="522"/>
                </a:moveTo>
                <a:cubicBezTo>
                  <a:pt x="12" y="526"/>
                  <a:pt x="12" y="526"/>
                  <a:pt x="12" y="526"/>
                </a:cubicBezTo>
                <a:cubicBezTo>
                  <a:pt x="15" y="526"/>
                  <a:pt x="15" y="526"/>
                  <a:pt x="15" y="526"/>
                </a:cubicBezTo>
                <a:cubicBezTo>
                  <a:pt x="16" y="522"/>
                  <a:pt x="16" y="522"/>
                  <a:pt x="16" y="522"/>
                </a:cubicBezTo>
                <a:close/>
                <a:moveTo>
                  <a:pt x="20" y="523"/>
                </a:moveTo>
                <a:cubicBezTo>
                  <a:pt x="18" y="526"/>
                  <a:pt x="18" y="526"/>
                  <a:pt x="18" y="526"/>
                </a:cubicBezTo>
                <a:cubicBezTo>
                  <a:pt x="22" y="529"/>
                  <a:pt x="22" y="529"/>
                  <a:pt x="22" y="529"/>
                </a:cubicBezTo>
                <a:cubicBezTo>
                  <a:pt x="20" y="523"/>
                  <a:pt x="20" y="523"/>
                  <a:pt x="20" y="523"/>
                </a:cubicBezTo>
                <a:close/>
                <a:moveTo>
                  <a:pt x="8" y="533"/>
                </a:moveTo>
                <a:cubicBezTo>
                  <a:pt x="1" y="536"/>
                  <a:pt x="1" y="536"/>
                  <a:pt x="1" y="536"/>
                </a:cubicBezTo>
                <a:cubicBezTo>
                  <a:pt x="0" y="542"/>
                  <a:pt x="0" y="542"/>
                  <a:pt x="0" y="542"/>
                </a:cubicBezTo>
                <a:cubicBezTo>
                  <a:pt x="5" y="550"/>
                  <a:pt x="5" y="550"/>
                  <a:pt x="5" y="550"/>
                </a:cubicBezTo>
                <a:cubicBezTo>
                  <a:pt x="9" y="550"/>
                  <a:pt x="9" y="550"/>
                  <a:pt x="9" y="550"/>
                </a:cubicBezTo>
                <a:cubicBezTo>
                  <a:pt x="10" y="539"/>
                  <a:pt x="10" y="539"/>
                  <a:pt x="10" y="539"/>
                </a:cubicBezTo>
                <a:cubicBezTo>
                  <a:pt x="11" y="536"/>
                  <a:pt x="11" y="536"/>
                  <a:pt x="11" y="536"/>
                </a:cubicBezTo>
                <a:lnTo>
                  <a:pt x="8" y="533"/>
                </a:lnTo>
                <a:close/>
              </a:path>
            </a:pathLst>
          </a:custGeom>
          <a:solidFill>
            <a:srgbClr val="7F5F52"/>
          </a:solidFill>
          <a:ln>
            <a:noFill/>
          </a:ln>
        </p:spPr>
        <p:txBody>
          <a:bodyPr/>
          <a:lstStyle/>
          <a:p>
            <a:endParaRPr lang="en-US"/>
          </a:p>
        </p:txBody>
      </p:sp>
      <p:sp>
        <p:nvSpPr>
          <p:cNvPr id="26" name="Freeform 47">
            <a:extLst>
              <a:ext uri="{FF2B5EF4-FFF2-40B4-BE49-F238E27FC236}">
                <a16:creationId xmlns:a16="http://schemas.microsoft.com/office/drawing/2014/main" id="{308E2FAB-6037-5A21-3FB1-50CE1A0DA51E}"/>
              </a:ext>
            </a:extLst>
          </p:cNvPr>
          <p:cNvSpPr>
            <a:spLocks noEditPoints="1"/>
          </p:cNvSpPr>
          <p:nvPr/>
        </p:nvSpPr>
        <p:spPr bwMode="auto">
          <a:xfrm>
            <a:off x="441325" y="3392488"/>
            <a:ext cx="7310438" cy="2895600"/>
          </a:xfrm>
          <a:custGeom>
            <a:avLst/>
            <a:gdLst>
              <a:gd name="T0" fmla="*/ 7001546 w 1988"/>
              <a:gd name="T1" fmla="*/ 2262762 h 787"/>
              <a:gd name="T2" fmla="*/ 6420536 w 1988"/>
              <a:gd name="T3" fmla="*/ 1817568 h 787"/>
              <a:gd name="T4" fmla="*/ 5975584 w 1988"/>
              <a:gd name="T5" fmla="*/ 1703511 h 787"/>
              <a:gd name="T6" fmla="*/ 5931457 w 1988"/>
              <a:gd name="T7" fmla="*/ 1456998 h 787"/>
              <a:gd name="T8" fmla="*/ 6221962 w 1988"/>
              <a:gd name="T9" fmla="*/ 1497470 h 787"/>
              <a:gd name="T10" fmla="*/ 6880196 w 1988"/>
              <a:gd name="T11" fmla="*/ 1368695 h 787"/>
              <a:gd name="T12" fmla="*/ 5710820 w 1988"/>
              <a:gd name="T13" fmla="*/ 1151617 h 787"/>
              <a:gd name="T14" fmla="*/ 5048909 w 1988"/>
              <a:gd name="T15" fmla="*/ 349532 h 787"/>
              <a:gd name="T16" fmla="*/ 5151873 w 1988"/>
              <a:gd name="T17" fmla="*/ 938219 h 787"/>
              <a:gd name="T18" fmla="*/ 5365155 w 1988"/>
              <a:gd name="T19" fmla="*/ 1052276 h 787"/>
              <a:gd name="T20" fmla="*/ 5251160 w 1988"/>
              <a:gd name="T21" fmla="*/ 1361337 h 787"/>
              <a:gd name="T22" fmla="*/ 5192323 w 1988"/>
              <a:gd name="T23" fmla="*/ 1600490 h 787"/>
              <a:gd name="T24" fmla="*/ 5258514 w 1988"/>
              <a:gd name="T25" fmla="*/ 1560018 h 787"/>
              <a:gd name="T26" fmla="*/ 3989852 w 1988"/>
              <a:gd name="T27" fmla="*/ 2100874 h 787"/>
              <a:gd name="T28" fmla="*/ 4721631 w 1988"/>
              <a:gd name="T29" fmla="*/ 1409167 h 787"/>
              <a:gd name="T30" fmla="*/ 4375966 w 1988"/>
              <a:gd name="T31" fmla="*/ 1902192 h 787"/>
              <a:gd name="T32" fmla="*/ 4504671 w 1988"/>
              <a:gd name="T33" fmla="*/ 1302468 h 787"/>
              <a:gd name="T34" fmla="*/ 4515703 w 1988"/>
              <a:gd name="T35" fmla="*/ 1055956 h 787"/>
              <a:gd name="T36" fmla="*/ 4089138 w 1988"/>
              <a:gd name="T37" fmla="*/ 879350 h 787"/>
              <a:gd name="T38" fmla="*/ 3772892 w 1988"/>
              <a:gd name="T39" fmla="*/ 1681435 h 787"/>
              <a:gd name="T40" fmla="*/ 4070752 w 1988"/>
              <a:gd name="T41" fmla="*/ 1534263 h 787"/>
              <a:gd name="T42" fmla="*/ 4368612 w 1988"/>
              <a:gd name="T43" fmla="*/ 1736624 h 787"/>
              <a:gd name="T44" fmla="*/ 4412739 w 1988"/>
              <a:gd name="T45" fmla="*/ 1247279 h 787"/>
              <a:gd name="T46" fmla="*/ 4122234 w 1988"/>
              <a:gd name="T47" fmla="*/ 95661 h 787"/>
              <a:gd name="T48" fmla="*/ 3552255 w 1988"/>
              <a:gd name="T49" fmla="*/ 511421 h 787"/>
              <a:gd name="T50" fmla="*/ 2254174 w 1988"/>
              <a:gd name="T51" fmla="*/ 1236241 h 787"/>
              <a:gd name="T52" fmla="*/ 3092595 w 1988"/>
              <a:gd name="T53" fmla="*/ 813123 h 787"/>
              <a:gd name="T54" fmla="*/ 3577996 w 1988"/>
              <a:gd name="T55" fmla="*/ 732178 h 787"/>
              <a:gd name="T56" fmla="*/ 3386777 w 1988"/>
              <a:gd name="T57" fmla="*/ 1372375 h 787"/>
              <a:gd name="T58" fmla="*/ 3011695 w 1988"/>
              <a:gd name="T59" fmla="*/ 1659359 h 787"/>
              <a:gd name="T60" fmla="*/ 2434361 w 1988"/>
              <a:gd name="T61" fmla="*/ 1585773 h 787"/>
              <a:gd name="T62" fmla="*/ 2213724 w 1988"/>
              <a:gd name="T63" fmla="*/ 894067 h 787"/>
              <a:gd name="T64" fmla="*/ 6483049 w 1988"/>
              <a:gd name="T65" fmla="*/ 1192089 h 787"/>
              <a:gd name="T66" fmla="*/ 6251381 w 1988"/>
              <a:gd name="T67" fmla="*/ 2170780 h 787"/>
              <a:gd name="T68" fmla="*/ 6210930 w 1988"/>
              <a:gd name="T69" fmla="*/ 2030967 h 787"/>
              <a:gd name="T70" fmla="*/ 5674047 w 1988"/>
              <a:gd name="T71" fmla="*/ 2317952 h 787"/>
              <a:gd name="T72" fmla="*/ 5438701 w 1988"/>
              <a:gd name="T73" fmla="*/ 2189177 h 787"/>
              <a:gd name="T74" fmla="*/ 5199678 w 1988"/>
              <a:gd name="T75" fmla="*/ 2454085 h 787"/>
              <a:gd name="T76" fmla="*/ 4500994 w 1988"/>
              <a:gd name="T77" fmla="*/ 2685881 h 787"/>
              <a:gd name="T78" fmla="*/ 3949402 w 1988"/>
              <a:gd name="T79" fmla="*/ 2674843 h 787"/>
              <a:gd name="T80" fmla="*/ 4956977 w 1988"/>
              <a:gd name="T81" fmla="*/ 2398896 h 787"/>
              <a:gd name="T82" fmla="*/ 4559831 w 1988"/>
              <a:gd name="T83" fmla="*/ 2479840 h 787"/>
              <a:gd name="T84" fmla="*/ 4287712 w 1988"/>
              <a:gd name="T85" fmla="*/ 2490878 h 787"/>
              <a:gd name="T86" fmla="*/ 3839083 w 1988"/>
              <a:gd name="T87" fmla="*/ 2490878 h 787"/>
              <a:gd name="T88" fmla="*/ 3644187 w 1988"/>
              <a:gd name="T89" fmla="*/ 2450406 h 787"/>
              <a:gd name="T90" fmla="*/ 3037436 w 1988"/>
              <a:gd name="T91" fmla="*/ 2424651 h 787"/>
              <a:gd name="T92" fmla="*/ 6953742 w 1988"/>
              <a:gd name="T93" fmla="*/ 2340027 h 787"/>
              <a:gd name="T94" fmla="*/ 1709936 w 1988"/>
              <a:gd name="T95" fmla="*/ 2086157 h 787"/>
              <a:gd name="T96" fmla="*/ 2809444 w 1988"/>
              <a:gd name="T97" fmla="*/ 2347386 h 787"/>
              <a:gd name="T98" fmla="*/ 2191660 w 1988"/>
              <a:gd name="T99" fmla="*/ 2373141 h 787"/>
              <a:gd name="T100" fmla="*/ 1772450 w 1988"/>
              <a:gd name="T101" fmla="*/ 618120 h 787"/>
              <a:gd name="T102" fmla="*/ 2187983 w 1988"/>
              <a:gd name="T103" fmla="*/ 1383412 h 787"/>
              <a:gd name="T104" fmla="*/ 1709936 w 1988"/>
              <a:gd name="T105" fmla="*/ 1497470 h 787"/>
              <a:gd name="T106" fmla="*/ 1544459 w 1988"/>
              <a:gd name="T107" fmla="*/ 1111145 h 787"/>
              <a:gd name="T108" fmla="*/ 853130 w 1988"/>
              <a:gd name="T109" fmla="*/ 1582094 h 787"/>
              <a:gd name="T110" fmla="*/ 360374 w 1988"/>
              <a:gd name="T111" fmla="*/ 846236 h 787"/>
              <a:gd name="T112" fmla="*/ 411856 w 1988"/>
              <a:gd name="T113" fmla="*/ 632838 h 787"/>
              <a:gd name="T114" fmla="*/ 1213503 w 1988"/>
              <a:gd name="T115" fmla="*/ 1813889 h 787"/>
              <a:gd name="T116" fmla="*/ 1654777 w 1988"/>
              <a:gd name="T117" fmla="*/ 1490112 h 787"/>
              <a:gd name="T118" fmla="*/ 1261308 w 1988"/>
              <a:gd name="T119" fmla="*/ 1000766 h 787"/>
              <a:gd name="T120" fmla="*/ 316246 w 1988"/>
              <a:gd name="T121" fmla="*/ 213399 h 787"/>
              <a:gd name="T122" fmla="*/ 4912850 w 1988"/>
              <a:gd name="T123" fmla="*/ 2509275 h 78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988" h="787">
                <a:moveTo>
                  <a:pt x="1988" y="412"/>
                </a:moveTo>
                <a:cubicBezTo>
                  <a:pt x="1983" y="574"/>
                  <a:pt x="1983" y="574"/>
                  <a:pt x="1983" y="574"/>
                </a:cubicBezTo>
                <a:cubicBezTo>
                  <a:pt x="1980" y="587"/>
                  <a:pt x="1980" y="587"/>
                  <a:pt x="1980" y="587"/>
                </a:cubicBezTo>
                <a:cubicBezTo>
                  <a:pt x="1980" y="594"/>
                  <a:pt x="1980" y="594"/>
                  <a:pt x="1980" y="594"/>
                </a:cubicBezTo>
                <a:cubicBezTo>
                  <a:pt x="1982" y="597"/>
                  <a:pt x="1982" y="597"/>
                  <a:pt x="1982" y="597"/>
                </a:cubicBezTo>
                <a:cubicBezTo>
                  <a:pt x="1978" y="702"/>
                  <a:pt x="1978" y="702"/>
                  <a:pt x="1978" y="702"/>
                </a:cubicBezTo>
                <a:cubicBezTo>
                  <a:pt x="1976" y="702"/>
                  <a:pt x="1976" y="702"/>
                  <a:pt x="1976" y="702"/>
                </a:cubicBezTo>
                <a:cubicBezTo>
                  <a:pt x="1965" y="698"/>
                  <a:pt x="1965" y="698"/>
                  <a:pt x="1965" y="698"/>
                </a:cubicBezTo>
                <a:cubicBezTo>
                  <a:pt x="1953" y="685"/>
                  <a:pt x="1953" y="685"/>
                  <a:pt x="1953" y="685"/>
                </a:cubicBezTo>
                <a:cubicBezTo>
                  <a:pt x="1950" y="679"/>
                  <a:pt x="1950" y="679"/>
                  <a:pt x="1950" y="679"/>
                </a:cubicBezTo>
                <a:cubicBezTo>
                  <a:pt x="1951" y="676"/>
                  <a:pt x="1951" y="676"/>
                  <a:pt x="1951" y="676"/>
                </a:cubicBezTo>
                <a:cubicBezTo>
                  <a:pt x="1942" y="668"/>
                  <a:pt x="1942" y="668"/>
                  <a:pt x="1942" y="668"/>
                </a:cubicBezTo>
                <a:cubicBezTo>
                  <a:pt x="1938" y="666"/>
                  <a:pt x="1938" y="666"/>
                  <a:pt x="1938" y="666"/>
                </a:cubicBezTo>
                <a:cubicBezTo>
                  <a:pt x="1936" y="659"/>
                  <a:pt x="1936" y="659"/>
                  <a:pt x="1936" y="659"/>
                </a:cubicBezTo>
                <a:cubicBezTo>
                  <a:pt x="1940" y="653"/>
                  <a:pt x="1940" y="653"/>
                  <a:pt x="1940" y="653"/>
                </a:cubicBezTo>
                <a:cubicBezTo>
                  <a:pt x="1940" y="643"/>
                  <a:pt x="1940" y="643"/>
                  <a:pt x="1940" y="643"/>
                </a:cubicBezTo>
                <a:cubicBezTo>
                  <a:pt x="1938" y="653"/>
                  <a:pt x="1938" y="653"/>
                  <a:pt x="1938" y="653"/>
                </a:cubicBezTo>
                <a:cubicBezTo>
                  <a:pt x="1932" y="656"/>
                  <a:pt x="1932" y="656"/>
                  <a:pt x="1932" y="656"/>
                </a:cubicBezTo>
                <a:cubicBezTo>
                  <a:pt x="1919" y="656"/>
                  <a:pt x="1919" y="656"/>
                  <a:pt x="1919" y="656"/>
                </a:cubicBezTo>
                <a:cubicBezTo>
                  <a:pt x="1912" y="659"/>
                  <a:pt x="1912" y="659"/>
                  <a:pt x="1912" y="659"/>
                </a:cubicBezTo>
                <a:cubicBezTo>
                  <a:pt x="1906" y="659"/>
                  <a:pt x="1906" y="659"/>
                  <a:pt x="1906" y="659"/>
                </a:cubicBezTo>
                <a:cubicBezTo>
                  <a:pt x="1902" y="656"/>
                  <a:pt x="1902" y="656"/>
                  <a:pt x="1902" y="656"/>
                </a:cubicBezTo>
                <a:cubicBezTo>
                  <a:pt x="1892" y="661"/>
                  <a:pt x="1892" y="661"/>
                  <a:pt x="1892" y="661"/>
                </a:cubicBezTo>
                <a:cubicBezTo>
                  <a:pt x="1887" y="655"/>
                  <a:pt x="1887" y="655"/>
                  <a:pt x="1887" y="655"/>
                </a:cubicBezTo>
                <a:cubicBezTo>
                  <a:pt x="1891" y="652"/>
                  <a:pt x="1891" y="652"/>
                  <a:pt x="1891" y="652"/>
                </a:cubicBezTo>
                <a:cubicBezTo>
                  <a:pt x="1893" y="646"/>
                  <a:pt x="1893" y="646"/>
                  <a:pt x="1893" y="646"/>
                </a:cubicBezTo>
                <a:cubicBezTo>
                  <a:pt x="1893" y="641"/>
                  <a:pt x="1893" y="641"/>
                  <a:pt x="1893" y="641"/>
                </a:cubicBezTo>
                <a:cubicBezTo>
                  <a:pt x="1895" y="638"/>
                  <a:pt x="1895" y="638"/>
                  <a:pt x="1895" y="638"/>
                </a:cubicBezTo>
                <a:cubicBezTo>
                  <a:pt x="1897" y="627"/>
                  <a:pt x="1897" y="627"/>
                  <a:pt x="1897" y="627"/>
                </a:cubicBezTo>
                <a:cubicBezTo>
                  <a:pt x="1892" y="625"/>
                  <a:pt x="1892" y="625"/>
                  <a:pt x="1892" y="625"/>
                </a:cubicBezTo>
                <a:cubicBezTo>
                  <a:pt x="1887" y="618"/>
                  <a:pt x="1887" y="618"/>
                  <a:pt x="1887" y="618"/>
                </a:cubicBezTo>
                <a:cubicBezTo>
                  <a:pt x="1891" y="617"/>
                  <a:pt x="1891" y="617"/>
                  <a:pt x="1891" y="617"/>
                </a:cubicBezTo>
                <a:cubicBezTo>
                  <a:pt x="1895" y="619"/>
                  <a:pt x="1895" y="619"/>
                  <a:pt x="1895" y="619"/>
                </a:cubicBezTo>
                <a:cubicBezTo>
                  <a:pt x="1904" y="615"/>
                  <a:pt x="1904" y="615"/>
                  <a:pt x="1904" y="615"/>
                </a:cubicBezTo>
                <a:cubicBezTo>
                  <a:pt x="1909" y="614"/>
                  <a:pt x="1909" y="614"/>
                  <a:pt x="1909" y="614"/>
                </a:cubicBezTo>
                <a:cubicBezTo>
                  <a:pt x="1903" y="613"/>
                  <a:pt x="1903" y="613"/>
                  <a:pt x="1903" y="613"/>
                </a:cubicBezTo>
                <a:cubicBezTo>
                  <a:pt x="1894" y="614"/>
                  <a:pt x="1894" y="614"/>
                  <a:pt x="1894" y="614"/>
                </a:cubicBezTo>
                <a:cubicBezTo>
                  <a:pt x="1886" y="611"/>
                  <a:pt x="1886" y="611"/>
                  <a:pt x="1886" y="611"/>
                </a:cubicBezTo>
                <a:cubicBezTo>
                  <a:pt x="1879" y="605"/>
                  <a:pt x="1879" y="605"/>
                  <a:pt x="1879" y="605"/>
                </a:cubicBezTo>
                <a:cubicBezTo>
                  <a:pt x="1881" y="600"/>
                  <a:pt x="1881" y="600"/>
                  <a:pt x="1881" y="600"/>
                </a:cubicBezTo>
                <a:cubicBezTo>
                  <a:pt x="1885" y="599"/>
                  <a:pt x="1885" y="599"/>
                  <a:pt x="1885" y="599"/>
                </a:cubicBezTo>
                <a:cubicBezTo>
                  <a:pt x="1892" y="600"/>
                  <a:pt x="1892" y="600"/>
                  <a:pt x="1892" y="600"/>
                </a:cubicBezTo>
                <a:cubicBezTo>
                  <a:pt x="1888" y="595"/>
                  <a:pt x="1888" y="595"/>
                  <a:pt x="1888" y="595"/>
                </a:cubicBezTo>
                <a:cubicBezTo>
                  <a:pt x="1877" y="587"/>
                  <a:pt x="1877" y="587"/>
                  <a:pt x="1877" y="587"/>
                </a:cubicBezTo>
                <a:cubicBezTo>
                  <a:pt x="1869" y="582"/>
                  <a:pt x="1869" y="582"/>
                  <a:pt x="1869" y="582"/>
                </a:cubicBezTo>
                <a:cubicBezTo>
                  <a:pt x="1867" y="577"/>
                  <a:pt x="1867" y="577"/>
                  <a:pt x="1867" y="577"/>
                </a:cubicBezTo>
                <a:cubicBezTo>
                  <a:pt x="1869" y="568"/>
                  <a:pt x="1869" y="568"/>
                  <a:pt x="1869" y="568"/>
                </a:cubicBezTo>
                <a:cubicBezTo>
                  <a:pt x="1860" y="558"/>
                  <a:pt x="1860" y="558"/>
                  <a:pt x="1860" y="558"/>
                </a:cubicBezTo>
                <a:cubicBezTo>
                  <a:pt x="1860" y="554"/>
                  <a:pt x="1860" y="554"/>
                  <a:pt x="1860" y="554"/>
                </a:cubicBezTo>
                <a:cubicBezTo>
                  <a:pt x="1868" y="547"/>
                  <a:pt x="1868" y="547"/>
                  <a:pt x="1868" y="547"/>
                </a:cubicBezTo>
                <a:cubicBezTo>
                  <a:pt x="1860" y="548"/>
                  <a:pt x="1860" y="548"/>
                  <a:pt x="1860" y="548"/>
                </a:cubicBezTo>
                <a:cubicBezTo>
                  <a:pt x="1855" y="544"/>
                  <a:pt x="1855" y="544"/>
                  <a:pt x="1855" y="544"/>
                </a:cubicBezTo>
                <a:cubicBezTo>
                  <a:pt x="1857" y="541"/>
                  <a:pt x="1857" y="541"/>
                  <a:pt x="1857" y="541"/>
                </a:cubicBezTo>
                <a:cubicBezTo>
                  <a:pt x="1854" y="537"/>
                  <a:pt x="1854" y="537"/>
                  <a:pt x="1854" y="537"/>
                </a:cubicBezTo>
                <a:cubicBezTo>
                  <a:pt x="1860" y="532"/>
                  <a:pt x="1860" y="532"/>
                  <a:pt x="1860" y="532"/>
                </a:cubicBezTo>
                <a:cubicBezTo>
                  <a:pt x="1850" y="534"/>
                  <a:pt x="1850" y="534"/>
                  <a:pt x="1850" y="534"/>
                </a:cubicBezTo>
                <a:cubicBezTo>
                  <a:pt x="1847" y="530"/>
                  <a:pt x="1847" y="530"/>
                  <a:pt x="1847" y="530"/>
                </a:cubicBezTo>
                <a:cubicBezTo>
                  <a:pt x="1842" y="532"/>
                  <a:pt x="1842" y="532"/>
                  <a:pt x="1842" y="532"/>
                </a:cubicBezTo>
                <a:cubicBezTo>
                  <a:pt x="1839" y="530"/>
                  <a:pt x="1839" y="530"/>
                  <a:pt x="1839" y="530"/>
                </a:cubicBezTo>
                <a:cubicBezTo>
                  <a:pt x="1846" y="521"/>
                  <a:pt x="1846" y="521"/>
                  <a:pt x="1846" y="521"/>
                </a:cubicBezTo>
                <a:cubicBezTo>
                  <a:pt x="1840" y="525"/>
                  <a:pt x="1840" y="525"/>
                  <a:pt x="1840" y="525"/>
                </a:cubicBezTo>
                <a:cubicBezTo>
                  <a:pt x="1832" y="525"/>
                  <a:pt x="1832" y="525"/>
                  <a:pt x="1832" y="525"/>
                </a:cubicBezTo>
                <a:cubicBezTo>
                  <a:pt x="1821" y="521"/>
                  <a:pt x="1821" y="521"/>
                  <a:pt x="1821" y="521"/>
                </a:cubicBezTo>
                <a:cubicBezTo>
                  <a:pt x="1818" y="513"/>
                  <a:pt x="1818" y="513"/>
                  <a:pt x="1818" y="513"/>
                </a:cubicBezTo>
                <a:cubicBezTo>
                  <a:pt x="1806" y="509"/>
                  <a:pt x="1806" y="509"/>
                  <a:pt x="1806" y="509"/>
                </a:cubicBezTo>
                <a:cubicBezTo>
                  <a:pt x="1798" y="510"/>
                  <a:pt x="1798" y="510"/>
                  <a:pt x="1798" y="510"/>
                </a:cubicBezTo>
                <a:cubicBezTo>
                  <a:pt x="1773" y="502"/>
                  <a:pt x="1773" y="502"/>
                  <a:pt x="1773" y="502"/>
                </a:cubicBezTo>
                <a:cubicBezTo>
                  <a:pt x="1746" y="494"/>
                  <a:pt x="1746" y="494"/>
                  <a:pt x="1746" y="494"/>
                </a:cubicBezTo>
                <a:cubicBezTo>
                  <a:pt x="1733" y="493"/>
                  <a:pt x="1733" y="493"/>
                  <a:pt x="1733" y="493"/>
                </a:cubicBezTo>
                <a:cubicBezTo>
                  <a:pt x="1723" y="488"/>
                  <a:pt x="1723" y="488"/>
                  <a:pt x="1723" y="488"/>
                </a:cubicBezTo>
                <a:cubicBezTo>
                  <a:pt x="1721" y="484"/>
                  <a:pt x="1721" y="484"/>
                  <a:pt x="1721" y="484"/>
                </a:cubicBezTo>
                <a:cubicBezTo>
                  <a:pt x="1720" y="481"/>
                  <a:pt x="1720" y="481"/>
                  <a:pt x="1720" y="481"/>
                </a:cubicBezTo>
                <a:cubicBezTo>
                  <a:pt x="1711" y="479"/>
                  <a:pt x="1711" y="479"/>
                  <a:pt x="1711" y="479"/>
                </a:cubicBezTo>
                <a:cubicBezTo>
                  <a:pt x="1711" y="473"/>
                  <a:pt x="1711" y="473"/>
                  <a:pt x="1711" y="473"/>
                </a:cubicBezTo>
                <a:cubicBezTo>
                  <a:pt x="1718" y="472"/>
                  <a:pt x="1718" y="472"/>
                  <a:pt x="1718" y="472"/>
                </a:cubicBezTo>
                <a:cubicBezTo>
                  <a:pt x="1721" y="473"/>
                  <a:pt x="1721" y="473"/>
                  <a:pt x="1721" y="473"/>
                </a:cubicBezTo>
                <a:cubicBezTo>
                  <a:pt x="1721" y="471"/>
                  <a:pt x="1721" y="471"/>
                  <a:pt x="1721" y="471"/>
                </a:cubicBezTo>
                <a:cubicBezTo>
                  <a:pt x="1714" y="470"/>
                  <a:pt x="1714" y="470"/>
                  <a:pt x="1714" y="470"/>
                </a:cubicBezTo>
                <a:cubicBezTo>
                  <a:pt x="1707" y="473"/>
                  <a:pt x="1707" y="473"/>
                  <a:pt x="1707" y="473"/>
                </a:cubicBezTo>
                <a:cubicBezTo>
                  <a:pt x="1701" y="470"/>
                  <a:pt x="1701" y="470"/>
                  <a:pt x="1701" y="470"/>
                </a:cubicBezTo>
                <a:cubicBezTo>
                  <a:pt x="1698" y="467"/>
                  <a:pt x="1698" y="467"/>
                  <a:pt x="1698" y="467"/>
                </a:cubicBezTo>
                <a:cubicBezTo>
                  <a:pt x="1696" y="466"/>
                  <a:pt x="1696" y="466"/>
                  <a:pt x="1696" y="466"/>
                </a:cubicBezTo>
                <a:cubicBezTo>
                  <a:pt x="1692" y="470"/>
                  <a:pt x="1692" y="470"/>
                  <a:pt x="1692" y="470"/>
                </a:cubicBezTo>
                <a:cubicBezTo>
                  <a:pt x="1690" y="462"/>
                  <a:pt x="1690" y="462"/>
                  <a:pt x="1690" y="462"/>
                </a:cubicBezTo>
                <a:cubicBezTo>
                  <a:pt x="1687" y="459"/>
                  <a:pt x="1687" y="459"/>
                  <a:pt x="1687" y="459"/>
                </a:cubicBezTo>
                <a:cubicBezTo>
                  <a:pt x="1684" y="461"/>
                  <a:pt x="1684" y="461"/>
                  <a:pt x="1684" y="461"/>
                </a:cubicBezTo>
                <a:cubicBezTo>
                  <a:pt x="1682" y="465"/>
                  <a:pt x="1682" y="465"/>
                  <a:pt x="1682" y="465"/>
                </a:cubicBezTo>
                <a:cubicBezTo>
                  <a:pt x="1677" y="459"/>
                  <a:pt x="1677" y="459"/>
                  <a:pt x="1677" y="459"/>
                </a:cubicBezTo>
                <a:cubicBezTo>
                  <a:pt x="1674" y="449"/>
                  <a:pt x="1674" y="449"/>
                  <a:pt x="1674" y="449"/>
                </a:cubicBezTo>
                <a:cubicBezTo>
                  <a:pt x="1670" y="440"/>
                  <a:pt x="1670" y="440"/>
                  <a:pt x="1670" y="440"/>
                </a:cubicBezTo>
                <a:cubicBezTo>
                  <a:pt x="1675" y="433"/>
                  <a:pt x="1675" y="433"/>
                  <a:pt x="1675" y="433"/>
                </a:cubicBezTo>
                <a:cubicBezTo>
                  <a:pt x="1675" y="423"/>
                  <a:pt x="1675" y="423"/>
                  <a:pt x="1675" y="423"/>
                </a:cubicBezTo>
                <a:cubicBezTo>
                  <a:pt x="1671" y="431"/>
                  <a:pt x="1671" y="431"/>
                  <a:pt x="1671" y="431"/>
                </a:cubicBezTo>
                <a:cubicBezTo>
                  <a:pt x="1668" y="440"/>
                  <a:pt x="1668" y="440"/>
                  <a:pt x="1668" y="440"/>
                </a:cubicBezTo>
                <a:cubicBezTo>
                  <a:pt x="1666" y="447"/>
                  <a:pt x="1666" y="447"/>
                  <a:pt x="1666" y="447"/>
                </a:cubicBezTo>
                <a:cubicBezTo>
                  <a:pt x="1663" y="449"/>
                  <a:pt x="1663" y="449"/>
                  <a:pt x="1663" y="449"/>
                </a:cubicBezTo>
                <a:cubicBezTo>
                  <a:pt x="1656" y="460"/>
                  <a:pt x="1656" y="460"/>
                  <a:pt x="1656" y="460"/>
                </a:cubicBezTo>
                <a:cubicBezTo>
                  <a:pt x="1657" y="468"/>
                  <a:pt x="1657" y="468"/>
                  <a:pt x="1657" y="468"/>
                </a:cubicBezTo>
                <a:cubicBezTo>
                  <a:pt x="1648" y="479"/>
                  <a:pt x="1648" y="479"/>
                  <a:pt x="1648" y="479"/>
                </a:cubicBezTo>
                <a:cubicBezTo>
                  <a:pt x="1640" y="480"/>
                  <a:pt x="1640" y="480"/>
                  <a:pt x="1640" y="480"/>
                </a:cubicBezTo>
                <a:cubicBezTo>
                  <a:pt x="1632" y="478"/>
                  <a:pt x="1632" y="478"/>
                  <a:pt x="1632" y="478"/>
                </a:cubicBezTo>
                <a:cubicBezTo>
                  <a:pt x="1625" y="463"/>
                  <a:pt x="1625" y="463"/>
                  <a:pt x="1625" y="463"/>
                </a:cubicBezTo>
                <a:cubicBezTo>
                  <a:pt x="1626" y="458"/>
                  <a:pt x="1626" y="458"/>
                  <a:pt x="1626" y="458"/>
                </a:cubicBezTo>
                <a:cubicBezTo>
                  <a:pt x="1629" y="456"/>
                  <a:pt x="1629" y="456"/>
                  <a:pt x="1629" y="456"/>
                </a:cubicBezTo>
                <a:cubicBezTo>
                  <a:pt x="1630" y="451"/>
                  <a:pt x="1630" y="451"/>
                  <a:pt x="1630" y="451"/>
                </a:cubicBezTo>
                <a:cubicBezTo>
                  <a:pt x="1629" y="445"/>
                  <a:pt x="1629" y="445"/>
                  <a:pt x="1629" y="445"/>
                </a:cubicBezTo>
                <a:cubicBezTo>
                  <a:pt x="1624" y="446"/>
                  <a:pt x="1624" y="446"/>
                  <a:pt x="1624" y="446"/>
                </a:cubicBezTo>
                <a:cubicBezTo>
                  <a:pt x="1621" y="443"/>
                  <a:pt x="1621" y="443"/>
                  <a:pt x="1621" y="443"/>
                </a:cubicBezTo>
                <a:cubicBezTo>
                  <a:pt x="1616" y="433"/>
                  <a:pt x="1616" y="433"/>
                  <a:pt x="1616" y="433"/>
                </a:cubicBezTo>
                <a:cubicBezTo>
                  <a:pt x="1609" y="429"/>
                  <a:pt x="1609" y="429"/>
                  <a:pt x="1609" y="429"/>
                </a:cubicBezTo>
                <a:cubicBezTo>
                  <a:pt x="1599" y="427"/>
                  <a:pt x="1599" y="427"/>
                  <a:pt x="1599" y="427"/>
                </a:cubicBezTo>
                <a:cubicBezTo>
                  <a:pt x="1596" y="423"/>
                  <a:pt x="1596" y="423"/>
                  <a:pt x="1596" y="423"/>
                </a:cubicBezTo>
                <a:cubicBezTo>
                  <a:pt x="1601" y="416"/>
                  <a:pt x="1601" y="416"/>
                  <a:pt x="1601" y="416"/>
                </a:cubicBezTo>
                <a:cubicBezTo>
                  <a:pt x="1611" y="415"/>
                  <a:pt x="1611" y="415"/>
                  <a:pt x="1611" y="415"/>
                </a:cubicBezTo>
                <a:cubicBezTo>
                  <a:pt x="1615" y="419"/>
                  <a:pt x="1615" y="419"/>
                  <a:pt x="1615" y="419"/>
                </a:cubicBezTo>
                <a:cubicBezTo>
                  <a:pt x="1624" y="420"/>
                  <a:pt x="1624" y="420"/>
                  <a:pt x="1624" y="420"/>
                </a:cubicBezTo>
                <a:cubicBezTo>
                  <a:pt x="1630" y="423"/>
                  <a:pt x="1630" y="423"/>
                  <a:pt x="1630" y="423"/>
                </a:cubicBezTo>
                <a:cubicBezTo>
                  <a:pt x="1638" y="418"/>
                  <a:pt x="1638" y="418"/>
                  <a:pt x="1638" y="418"/>
                </a:cubicBezTo>
                <a:cubicBezTo>
                  <a:pt x="1641" y="408"/>
                  <a:pt x="1641" y="408"/>
                  <a:pt x="1641" y="408"/>
                </a:cubicBezTo>
                <a:cubicBezTo>
                  <a:pt x="1648" y="406"/>
                  <a:pt x="1648" y="406"/>
                  <a:pt x="1648" y="406"/>
                </a:cubicBezTo>
                <a:cubicBezTo>
                  <a:pt x="1661" y="412"/>
                  <a:pt x="1661" y="412"/>
                  <a:pt x="1661" y="412"/>
                </a:cubicBezTo>
                <a:cubicBezTo>
                  <a:pt x="1666" y="420"/>
                  <a:pt x="1666" y="420"/>
                  <a:pt x="1666" y="420"/>
                </a:cubicBezTo>
                <a:cubicBezTo>
                  <a:pt x="1670" y="411"/>
                  <a:pt x="1670" y="411"/>
                  <a:pt x="1670" y="411"/>
                </a:cubicBezTo>
                <a:cubicBezTo>
                  <a:pt x="1675" y="405"/>
                  <a:pt x="1675" y="405"/>
                  <a:pt x="1675" y="405"/>
                </a:cubicBezTo>
                <a:cubicBezTo>
                  <a:pt x="1679" y="407"/>
                  <a:pt x="1679" y="407"/>
                  <a:pt x="1679" y="407"/>
                </a:cubicBezTo>
                <a:cubicBezTo>
                  <a:pt x="1680" y="397"/>
                  <a:pt x="1680" y="397"/>
                  <a:pt x="1680" y="397"/>
                </a:cubicBezTo>
                <a:cubicBezTo>
                  <a:pt x="1678" y="392"/>
                  <a:pt x="1678" y="392"/>
                  <a:pt x="1678" y="392"/>
                </a:cubicBezTo>
                <a:cubicBezTo>
                  <a:pt x="1656" y="389"/>
                  <a:pt x="1656" y="389"/>
                  <a:pt x="1656" y="389"/>
                </a:cubicBezTo>
                <a:cubicBezTo>
                  <a:pt x="1659" y="394"/>
                  <a:pt x="1659" y="394"/>
                  <a:pt x="1659" y="394"/>
                </a:cubicBezTo>
                <a:cubicBezTo>
                  <a:pt x="1654" y="395"/>
                  <a:pt x="1654" y="395"/>
                  <a:pt x="1654" y="395"/>
                </a:cubicBezTo>
                <a:cubicBezTo>
                  <a:pt x="1650" y="394"/>
                  <a:pt x="1650" y="394"/>
                  <a:pt x="1650" y="394"/>
                </a:cubicBezTo>
                <a:cubicBezTo>
                  <a:pt x="1636" y="396"/>
                  <a:pt x="1636" y="396"/>
                  <a:pt x="1636" y="396"/>
                </a:cubicBezTo>
                <a:cubicBezTo>
                  <a:pt x="1631" y="395"/>
                  <a:pt x="1631" y="395"/>
                  <a:pt x="1631" y="395"/>
                </a:cubicBezTo>
                <a:cubicBezTo>
                  <a:pt x="1626" y="397"/>
                  <a:pt x="1626" y="397"/>
                  <a:pt x="1626" y="397"/>
                </a:cubicBezTo>
                <a:cubicBezTo>
                  <a:pt x="1621" y="394"/>
                  <a:pt x="1621" y="394"/>
                  <a:pt x="1621" y="394"/>
                </a:cubicBezTo>
                <a:cubicBezTo>
                  <a:pt x="1613" y="396"/>
                  <a:pt x="1613" y="396"/>
                  <a:pt x="1613" y="396"/>
                </a:cubicBezTo>
                <a:cubicBezTo>
                  <a:pt x="1605" y="395"/>
                  <a:pt x="1605" y="395"/>
                  <a:pt x="1605" y="395"/>
                </a:cubicBezTo>
                <a:cubicBezTo>
                  <a:pt x="1596" y="387"/>
                  <a:pt x="1596" y="387"/>
                  <a:pt x="1596" y="387"/>
                </a:cubicBezTo>
                <a:cubicBezTo>
                  <a:pt x="1593" y="377"/>
                  <a:pt x="1593" y="377"/>
                  <a:pt x="1593" y="377"/>
                </a:cubicBezTo>
                <a:cubicBezTo>
                  <a:pt x="1595" y="375"/>
                  <a:pt x="1595" y="375"/>
                  <a:pt x="1595" y="375"/>
                </a:cubicBezTo>
                <a:cubicBezTo>
                  <a:pt x="1591" y="367"/>
                  <a:pt x="1591" y="367"/>
                  <a:pt x="1591" y="367"/>
                </a:cubicBezTo>
                <a:cubicBezTo>
                  <a:pt x="1578" y="360"/>
                  <a:pt x="1578" y="360"/>
                  <a:pt x="1578" y="360"/>
                </a:cubicBezTo>
                <a:cubicBezTo>
                  <a:pt x="1574" y="355"/>
                  <a:pt x="1574" y="355"/>
                  <a:pt x="1574" y="355"/>
                </a:cubicBezTo>
                <a:cubicBezTo>
                  <a:pt x="1571" y="358"/>
                  <a:pt x="1571" y="358"/>
                  <a:pt x="1571" y="358"/>
                </a:cubicBezTo>
                <a:cubicBezTo>
                  <a:pt x="1564" y="362"/>
                  <a:pt x="1564" y="362"/>
                  <a:pt x="1564" y="362"/>
                </a:cubicBezTo>
                <a:cubicBezTo>
                  <a:pt x="1555" y="360"/>
                  <a:pt x="1555" y="360"/>
                  <a:pt x="1555" y="360"/>
                </a:cubicBezTo>
                <a:cubicBezTo>
                  <a:pt x="1556" y="355"/>
                  <a:pt x="1556" y="355"/>
                  <a:pt x="1556" y="355"/>
                </a:cubicBezTo>
                <a:cubicBezTo>
                  <a:pt x="1566" y="349"/>
                  <a:pt x="1566" y="349"/>
                  <a:pt x="1566" y="349"/>
                </a:cubicBezTo>
                <a:cubicBezTo>
                  <a:pt x="1567" y="342"/>
                  <a:pt x="1567" y="342"/>
                  <a:pt x="1567" y="342"/>
                </a:cubicBezTo>
                <a:cubicBezTo>
                  <a:pt x="1564" y="337"/>
                  <a:pt x="1564" y="337"/>
                  <a:pt x="1564" y="337"/>
                </a:cubicBezTo>
                <a:cubicBezTo>
                  <a:pt x="1571" y="331"/>
                  <a:pt x="1571" y="331"/>
                  <a:pt x="1571" y="331"/>
                </a:cubicBezTo>
                <a:cubicBezTo>
                  <a:pt x="1583" y="331"/>
                  <a:pt x="1583" y="331"/>
                  <a:pt x="1583" y="331"/>
                </a:cubicBezTo>
                <a:cubicBezTo>
                  <a:pt x="1588" y="325"/>
                  <a:pt x="1588" y="325"/>
                  <a:pt x="1588" y="325"/>
                </a:cubicBezTo>
                <a:cubicBezTo>
                  <a:pt x="1595" y="323"/>
                  <a:pt x="1595" y="323"/>
                  <a:pt x="1595" y="323"/>
                </a:cubicBezTo>
                <a:cubicBezTo>
                  <a:pt x="1606" y="315"/>
                  <a:pt x="1606" y="315"/>
                  <a:pt x="1606" y="315"/>
                </a:cubicBezTo>
                <a:cubicBezTo>
                  <a:pt x="1610" y="312"/>
                  <a:pt x="1610" y="312"/>
                  <a:pt x="1610" y="312"/>
                </a:cubicBezTo>
                <a:cubicBezTo>
                  <a:pt x="1624" y="309"/>
                  <a:pt x="1624" y="309"/>
                  <a:pt x="1624" y="309"/>
                </a:cubicBezTo>
                <a:cubicBezTo>
                  <a:pt x="1646" y="317"/>
                  <a:pt x="1646" y="317"/>
                  <a:pt x="1646" y="317"/>
                </a:cubicBezTo>
                <a:cubicBezTo>
                  <a:pt x="1659" y="326"/>
                  <a:pt x="1659" y="326"/>
                  <a:pt x="1659" y="326"/>
                </a:cubicBezTo>
                <a:cubicBezTo>
                  <a:pt x="1673" y="326"/>
                  <a:pt x="1673" y="326"/>
                  <a:pt x="1673" y="326"/>
                </a:cubicBezTo>
                <a:cubicBezTo>
                  <a:pt x="1688" y="327"/>
                  <a:pt x="1688" y="327"/>
                  <a:pt x="1688" y="327"/>
                </a:cubicBezTo>
                <a:cubicBezTo>
                  <a:pt x="1691" y="331"/>
                  <a:pt x="1691" y="331"/>
                  <a:pt x="1691" y="331"/>
                </a:cubicBezTo>
                <a:cubicBezTo>
                  <a:pt x="1688" y="335"/>
                  <a:pt x="1688" y="335"/>
                  <a:pt x="1688" y="335"/>
                </a:cubicBezTo>
                <a:cubicBezTo>
                  <a:pt x="1688" y="346"/>
                  <a:pt x="1688" y="346"/>
                  <a:pt x="1688" y="346"/>
                </a:cubicBezTo>
                <a:cubicBezTo>
                  <a:pt x="1696" y="352"/>
                  <a:pt x="1696" y="352"/>
                  <a:pt x="1696" y="352"/>
                </a:cubicBezTo>
                <a:cubicBezTo>
                  <a:pt x="1698" y="360"/>
                  <a:pt x="1698" y="360"/>
                  <a:pt x="1698" y="360"/>
                </a:cubicBezTo>
                <a:cubicBezTo>
                  <a:pt x="1693" y="368"/>
                  <a:pt x="1693" y="368"/>
                  <a:pt x="1693" y="368"/>
                </a:cubicBezTo>
                <a:cubicBezTo>
                  <a:pt x="1689" y="376"/>
                  <a:pt x="1689" y="376"/>
                  <a:pt x="1689" y="376"/>
                </a:cubicBezTo>
                <a:cubicBezTo>
                  <a:pt x="1692" y="387"/>
                  <a:pt x="1692" y="387"/>
                  <a:pt x="1692" y="387"/>
                </a:cubicBezTo>
                <a:cubicBezTo>
                  <a:pt x="1692" y="407"/>
                  <a:pt x="1692" y="407"/>
                  <a:pt x="1692" y="407"/>
                </a:cubicBezTo>
                <a:cubicBezTo>
                  <a:pt x="1698" y="417"/>
                  <a:pt x="1698" y="417"/>
                  <a:pt x="1698" y="417"/>
                </a:cubicBezTo>
                <a:cubicBezTo>
                  <a:pt x="1703" y="423"/>
                  <a:pt x="1703" y="423"/>
                  <a:pt x="1703" y="423"/>
                </a:cubicBezTo>
                <a:cubicBezTo>
                  <a:pt x="1706" y="423"/>
                  <a:pt x="1706" y="423"/>
                  <a:pt x="1706" y="423"/>
                </a:cubicBezTo>
                <a:cubicBezTo>
                  <a:pt x="1705" y="413"/>
                  <a:pt x="1705" y="413"/>
                  <a:pt x="1705" y="413"/>
                </a:cubicBezTo>
                <a:cubicBezTo>
                  <a:pt x="1709" y="408"/>
                  <a:pt x="1709" y="408"/>
                  <a:pt x="1709" y="408"/>
                </a:cubicBezTo>
                <a:cubicBezTo>
                  <a:pt x="1714" y="411"/>
                  <a:pt x="1714" y="411"/>
                  <a:pt x="1714" y="411"/>
                </a:cubicBezTo>
                <a:cubicBezTo>
                  <a:pt x="1714" y="420"/>
                  <a:pt x="1714" y="420"/>
                  <a:pt x="1714" y="420"/>
                </a:cubicBezTo>
                <a:cubicBezTo>
                  <a:pt x="1717" y="428"/>
                  <a:pt x="1717" y="428"/>
                  <a:pt x="1717" y="428"/>
                </a:cubicBezTo>
                <a:cubicBezTo>
                  <a:pt x="1720" y="427"/>
                  <a:pt x="1720" y="427"/>
                  <a:pt x="1720" y="427"/>
                </a:cubicBezTo>
                <a:cubicBezTo>
                  <a:pt x="1722" y="434"/>
                  <a:pt x="1722" y="434"/>
                  <a:pt x="1722" y="434"/>
                </a:cubicBezTo>
                <a:cubicBezTo>
                  <a:pt x="1732" y="442"/>
                  <a:pt x="1732" y="442"/>
                  <a:pt x="1732" y="442"/>
                </a:cubicBezTo>
                <a:cubicBezTo>
                  <a:pt x="1737" y="447"/>
                  <a:pt x="1737" y="447"/>
                  <a:pt x="1737" y="447"/>
                </a:cubicBezTo>
                <a:cubicBezTo>
                  <a:pt x="1744" y="447"/>
                  <a:pt x="1744" y="447"/>
                  <a:pt x="1744" y="447"/>
                </a:cubicBezTo>
                <a:cubicBezTo>
                  <a:pt x="1753" y="444"/>
                  <a:pt x="1753" y="444"/>
                  <a:pt x="1753" y="444"/>
                </a:cubicBezTo>
                <a:cubicBezTo>
                  <a:pt x="1755" y="436"/>
                  <a:pt x="1755" y="436"/>
                  <a:pt x="1755" y="436"/>
                </a:cubicBezTo>
                <a:cubicBezTo>
                  <a:pt x="1759" y="432"/>
                  <a:pt x="1759" y="432"/>
                  <a:pt x="1759" y="432"/>
                </a:cubicBezTo>
                <a:cubicBezTo>
                  <a:pt x="1764" y="430"/>
                  <a:pt x="1764" y="430"/>
                  <a:pt x="1764" y="430"/>
                </a:cubicBezTo>
                <a:cubicBezTo>
                  <a:pt x="1764" y="420"/>
                  <a:pt x="1764" y="420"/>
                  <a:pt x="1764" y="420"/>
                </a:cubicBezTo>
                <a:cubicBezTo>
                  <a:pt x="1770" y="411"/>
                  <a:pt x="1770" y="411"/>
                  <a:pt x="1770" y="411"/>
                </a:cubicBezTo>
                <a:cubicBezTo>
                  <a:pt x="1778" y="410"/>
                  <a:pt x="1778" y="410"/>
                  <a:pt x="1778" y="410"/>
                </a:cubicBezTo>
                <a:cubicBezTo>
                  <a:pt x="1786" y="405"/>
                  <a:pt x="1786" y="405"/>
                  <a:pt x="1786" y="405"/>
                </a:cubicBezTo>
                <a:cubicBezTo>
                  <a:pt x="1787" y="397"/>
                  <a:pt x="1787" y="397"/>
                  <a:pt x="1787" y="397"/>
                </a:cubicBezTo>
                <a:cubicBezTo>
                  <a:pt x="1790" y="393"/>
                  <a:pt x="1790" y="393"/>
                  <a:pt x="1790" y="393"/>
                </a:cubicBezTo>
                <a:cubicBezTo>
                  <a:pt x="1794" y="395"/>
                  <a:pt x="1794" y="395"/>
                  <a:pt x="1794" y="395"/>
                </a:cubicBezTo>
                <a:cubicBezTo>
                  <a:pt x="1800" y="394"/>
                  <a:pt x="1800" y="394"/>
                  <a:pt x="1800" y="394"/>
                </a:cubicBezTo>
                <a:cubicBezTo>
                  <a:pt x="1808" y="391"/>
                  <a:pt x="1808" y="391"/>
                  <a:pt x="1808" y="391"/>
                </a:cubicBezTo>
                <a:cubicBezTo>
                  <a:pt x="1820" y="390"/>
                  <a:pt x="1820" y="390"/>
                  <a:pt x="1820" y="390"/>
                </a:cubicBezTo>
                <a:cubicBezTo>
                  <a:pt x="1822" y="383"/>
                  <a:pt x="1822" y="383"/>
                  <a:pt x="1822" y="383"/>
                </a:cubicBezTo>
                <a:cubicBezTo>
                  <a:pt x="1818" y="376"/>
                  <a:pt x="1818" y="376"/>
                  <a:pt x="1818" y="376"/>
                </a:cubicBezTo>
                <a:cubicBezTo>
                  <a:pt x="1819" y="371"/>
                  <a:pt x="1819" y="371"/>
                  <a:pt x="1819" y="371"/>
                </a:cubicBezTo>
                <a:cubicBezTo>
                  <a:pt x="1841" y="359"/>
                  <a:pt x="1841" y="359"/>
                  <a:pt x="1841" y="359"/>
                </a:cubicBezTo>
                <a:cubicBezTo>
                  <a:pt x="1851" y="360"/>
                  <a:pt x="1851" y="360"/>
                  <a:pt x="1851" y="360"/>
                </a:cubicBezTo>
                <a:cubicBezTo>
                  <a:pt x="1858" y="366"/>
                  <a:pt x="1858" y="366"/>
                  <a:pt x="1858" y="366"/>
                </a:cubicBezTo>
                <a:cubicBezTo>
                  <a:pt x="1871" y="372"/>
                  <a:pt x="1871" y="372"/>
                  <a:pt x="1871" y="372"/>
                </a:cubicBezTo>
                <a:cubicBezTo>
                  <a:pt x="1886" y="375"/>
                  <a:pt x="1886" y="375"/>
                  <a:pt x="1886" y="375"/>
                </a:cubicBezTo>
                <a:cubicBezTo>
                  <a:pt x="1894" y="382"/>
                  <a:pt x="1894" y="382"/>
                  <a:pt x="1894" y="382"/>
                </a:cubicBezTo>
                <a:cubicBezTo>
                  <a:pt x="1903" y="383"/>
                  <a:pt x="1903" y="383"/>
                  <a:pt x="1903" y="383"/>
                </a:cubicBezTo>
                <a:cubicBezTo>
                  <a:pt x="1914" y="386"/>
                  <a:pt x="1914" y="386"/>
                  <a:pt x="1914" y="386"/>
                </a:cubicBezTo>
                <a:cubicBezTo>
                  <a:pt x="1939" y="398"/>
                  <a:pt x="1939" y="398"/>
                  <a:pt x="1939" y="398"/>
                </a:cubicBezTo>
                <a:cubicBezTo>
                  <a:pt x="1945" y="396"/>
                  <a:pt x="1945" y="396"/>
                  <a:pt x="1945" y="396"/>
                </a:cubicBezTo>
                <a:cubicBezTo>
                  <a:pt x="1951" y="397"/>
                  <a:pt x="1951" y="397"/>
                  <a:pt x="1951" y="397"/>
                </a:cubicBezTo>
                <a:cubicBezTo>
                  <a:pt x="1962" y="400"/>
                  <a:pt x="1962" y="400"/>
                  <a:pt x="1962" y="400"/>
                </a:cubicBezTo>
                <a:cubicBezTo>
                  <a:pt x="1970" y="400"/>
                  <a:pt x="1970" y="400"/>
                  <a:pt x="1970" y="400"/>
                </a:cubicBezTo>
                <a:cubicBezTo>
                  <a:pt x="1976" y="404"/>
                  <a:pt x="1976" y="404"/>
                  <a:pt x="1976" y="404"/>
                </a:cubicBezTo>
                <a:cubicBezTo>
                  <a:pt x="1975" y="408"/>
                  <a:pt x="1975" y="408"/>
                  <a:pt x="1975" y="408"/>
                </a:cubicBezTo>
                <a:cubicBezTo>
                  <a:pt x="1975" y="413"/>
                  <a:pt x="1975" y="413"/>
                  <a:pt x="1975" y="413"/>
                </a:cubicBezTo>
                <a:cubicBezTo>
                  <a:pt x="1981" y="414"/>
                  <a:pt x="1981" y="414"/>
                  <a:pt x="1981" y="414"/>
                </a:cubicBezTo>
                <a:cubicBezTo>
                  <a:pt x="1988" y="412"/>
                  <a:pt x="1988" y="412"/>
                  <a:pt x="1988" y="412"/>
                </a:cubicBezTo>
                <a:cubicBezTo>
                  <a:pt x="1988" y="412"/>
                  <a:pt x="1988" y="412"/>
                  <a:pt x="1988" y="412"/>
                </a:cubicBezTo>
                <a:close/>
                <a:moveTo>
                  <a:pt x="1474" y="293"/>
                </a:moveTo>
                <a:cubicBezTo>
                  <a:pt x="1491" y="301"/>
                  <a:pt x="1491" y="301"/>
                  <a:pt x="1491" y="301"/>
                </a:cubicBezTo>
                <a:cubicBezTo>
                  <a:pt x="1492" y="305"/>
                  <a:pt x="1492" y="305"/>
                  <a:pt x="1492" y="305"/>
                </a:cubicBezTo>
                <a:cubicBezTo>
                  <a:pt x="1480" y="299"/>
                  <a:pt x="1480" y="299"/>
                  <a:pt x="1480" y="299"/>
                </a:cubicBezTo>
                <a:cubicBezTo>
                  <a:pt x="1474" y="293"/>
                  <a:pt x="1474" y="293"/>
                  <a:pt x="1474" y="293"/>
                </a:cubicBezTo>
                <a:close/>
                <a:moveTo>
                  <a:pt x="1560" y="310"/>
                </a:moveTo>
                <a:cubicBezTo>
                  <a:pt x="1566" y="312"/>
                  <a:pt x="1566" y="312"/>
                  <a:pt x="1566" y="312"/>
                </a:cubicBezTo>
                <a:cubicBezTo>
                  <a:pt x="1573" y="310"/>
                  <a:pt x="1573" y="310"/>
                  <a:pt x="1573" y="310"/>
                </a:cubicBezTo>
                <a:cubicBezTo>
                  <a:pt x="1572" y="304"/>
                  <a:pt x="1572" y="304"/>
                  <a:pt x="1572" y="304"/>
                </a:cubicBezTo>
                <a:cubicBezTo>
                  <a:pt x="1561" y="297"/>
                  <a:pt x="1561" y="297"/>
                  <a:pt x="1561" y="297"/>
                </a:cubicBezTo>
                <a:cubicBezTo>
                  <a:pt x="1547" y="297"/>
                  <a:pt x="1547" y="297"/>
                  <a:pt x="1547" y="297"/>
                </a:cubicBezTo>
                <a:cubicBezTo>
                  <a:pt x="1540" y="302"/>
                  <a:pt x="1540" y="302"/>
                  <a:pt x="1540" y="302"/>
                </a:cubicBezTo>
                <a:cubicBezTo>
                  <a:pt x="1531" y="302"/>
                  <a:pt x="1531" y="302"/>
                  <a:pt x="1531" y="302"/>
                </a:cubicBezTo>
                <a:cubicBezTo>
                  <a:pt x="1529" y="304"/>
                  <a:pt x="1529" y="304"/>
                  <a:pt x="1529" y="304"/>
                </a:cubicBezTo>
                <a:cubicBezTo>
                  <a:pt x="1532" y="307"/>
                  <a:pt x="1532" y="307"/>
                  <a:pt x="1532" y="307"/>
                </a:cubicBezTo>
                <a:cubicBezTo>
                  <a:pt x="1526" y="309"/>
                  <a:pt x="1526" y="309"/>
                  <a:pt x="1526" y="309"/>
                </a:cubicBezTo>
                <a:cubicBezTo>
                  <a:pt x="1538" y="311"/>
                  <a:pt x="1538" y="311"/>
                  <a:pt x="1538" y="311"/>
                </a:cubicBezTo>
                <a:cubicBezTo>
                  <a:pt x="1546" y="314"/>
                  <a:pt x="1546" y="314"/>
                  <a:pt x="1546" y="314"/>
                </a:cubicBezTo>
                <a:cubicBezTo>
                  <a:pt x="1553" y="313"/>
                  <a:pt x="1553" y="313"/>
                  <a:pt x="1553" y="313"/>
                </a:cubicBezTo>
                <a:cubicBezTo>
                  <a:pt x="1553" y="309"/>
                  <a:pt x="1553" y="309"/>
                  <a:pt x="1553" y="309"/>
                </a:cubicBezTo>
                <a:cubicBezTo>
                  <a:pt x="1546" y="307"/>
                  <a:pt x="1546" y="307"/>
                  <a:pt x="1546" y="307"/>
                </a:cubicBezTo>
                <a:cubicBezTo>
                  <a:pt x="1545" y="305"/>
                  <a:pt x="1545" y="305"/>
                  <a:pt x="1545" y="305"/>
                </a:cubicBezTo>
                <a:cubicBezTo>
                  <a:pt x="1548" y="303"/>
                  <a:pt x="1548" y="303"/>
                  <a:pt x="1548" y="303"/>
                </a:cubicBezTo>
                <a:cubicBezTo>
                  <a:pt x="1560" y="310"/>
                  <a:pt x="1560" y="310"/>
                  <a:pt x="1560" y="310"/>
                </a:cubicBezTo>
                <a:close/>
                <a:moveTo>
                  <a:pt x="1546" y="336"/>
                </a:moveTo>
                <a:cubicBezTo>
                  <a:pt x="1538" y="332"/>
                  <a:pt x="1538" y="332"/>
                  <a:pt x="1538" y="332"/>
                </a:cubicBezTo>
                <a:cubicBezTo>
                  <a:pt x="1529" y="334"/>
                  <a:pt x="1529" y="334"/>
                  <a:pt x="1529" y="334"/>
                </a:cubicBezTo>
                <a:cubicBezTo>
                  <a:pt x="1536" y="338"/>
                  <a:pt x="1536" y="338"/>
                  <a:pt x="1536" y="338"/>
                </a:cubicBezTo>
                <a:cubicBezTo>
                  <a:pt x="1546" y="336"/>
                  <a:pt x="1546" y="336"/>
                  <a:pt x="1546" y="336"/>
                </a:cubicBezTo>
                <a:close/>
                <a:moveTo>
                  <a:pt x="1553" y="330"/>
                </a:moveTo>
                <a:cubicBezTo>
                  <a:pt x="1549" y="335"/>
                  <a:pt x="1549" y="335"/>
                  <a:pt x="1549" y="335"/>
                </a:cubicBezTo>
                <a:cubicBezTo>
                  <a:pt x="1546" y="331"/>
                  <a:pt x="1546" y="331"/>
                  <a:pt x="1546" y="331"/>
                </a:cubicBezTo>
                <a:cubicBezTo>
                  <a:pt x="1553" y="330"/>
                  <a:pt x="1553" y="330"/>
                  <a:pt x="1553" y="330"/>
                </a:cubicBezTo>
                <a:close/>
                <a:moveTo>
                  <a:pt x="1551" y="336"/>
                </a:moveTo>
                <a:cubicBezTo>
                  <a:pt x="1542" y="342"/>
                  <a:pt x="1542" y="342"/>
                  <a:pt x="1542" y="342"/>
                </a:cubicBezTo>
                <a:cubicBezTo>
                  <a:pt x="1543" y="354"/>
                  <a:pt x="1543" y="354"/>
                  <a:pt x="1543" y="354"/>
                </a:cubicBezTo>
                <a:cubicBezTo>
                  <a:pt x="1552" y="356"/>
                  <a:pt x="1552" y="356"/>
                  <a:pt x="1552" y="356"/>
                </a:cubicBezTo>
                <a:cubicBezTo>
                  <a:pt x="1556" y="353"/>
                  <a:pt x="1556" y="353"/>
                  <a:pt x="1556" y="353"/>
                </a:cubicBezTo>
                <a:cubicBezTo>
                  <a:pt x="1558" y="338"/>
                  <a:pt x="1558" y="338"/>
                  <a:pt x="1558" y="338"/>
                </a:cubicBezTo>
                <a:cubicBezTo>
                  <a:pt x="1551" y="336"/>
                  <a:pt x="1551" y="336"/>
                  <a:pt x="1551" y="336"/>
                </a:cubicBezTo>
                <a:close/>
                <a:moveTo>
                  <a:pt x="1310" y="125"/>
                </a:moveTo>
                <a:cubicBezTo>
                  <a:pt x="1319" y="135"/>
                  <a:pt x="1319" y="135"/>
                  <a:pt x="1319" y="135"/>
                </a:cubicBezTo>
                <a:cubicBezTo>
                  <a:pt x="1322" y="144"/>
                  <a:pt x="1322" y="144"/>
                  <a:pt x="1322" y="144"/>
                </a:cubicBezTo>
                <a:cubicBezTo>
                  <a:pt x="1318" y="149"/>
                  <a:pt x="1318" y="149"/>
                  <a:pt x="1318" y="149"/>
                </a:cubicBezTo>
                <a:cubicBezTo>
                  <a:pt x="1310" y="142"/>
                  <a:pt x="1310" y="142"/>
                  <a:pt x="1310" y="142"/>
                </a:cubicBezTo>
                <a:cubicBezTo>
                  <a:pt x="1309" y="131"/>
                  <a:pt x="1309" y="131"/>
                  <a:pt x="1309" y="131"/>
                </a:cubicBezTo>
                <a:cubicBezTo>
                  <a:pt x="1310" y="125"/>
                  <a:pt x="1310" y="125"/>
                  <a:pt x="1310" y="125"/>
                </a:cubicBezTo>
                <a:close/>
                <a:moveTo>
                  <a:pt x="1363" y="94"/>
                </a:moveTo>
                <a:cubicBezTo>
                  <a:pt x="1366" y="105"/>
                  <a:pt x="1366" y="105"/>
                  <a:pt x="1366" y="105"/>
                </a:cubicBezTo>
                <a:cubicBezTo>
                  <a:pt x="1367" y="113"/>
                  <a:pt x="1367" y="113"/>
                  <a:pt x="1367" y="113"/>
                </a:cubicBezTo>
                <a:cubicBezTo>
                  <a:pt x="1372" y="111"/>
                  <a:pt x="1372" y="111"/>
                  <a:pt x="1372" y="111"/>
                </a:cubicBezTo>
                <a:cubicBezTo>
                  <a:pt x="1375" y="103"/>
                  <a:pt x="1375" y="103"/>
                  <a:pt x="1375" y="103"/>
                </a:cubicBezTo>
                <a:cubicBezTo>
                  <a:pt x="1373" y="95"/>
                  <a:pt x="1373" y="95"/>
                  <a:pt x="1373" y="95"/>
                </a:cubicBezTo>
                <a:cubicBezTo>
                  <a:pt x="1367" y="91"/>
                  <a:pt x="1367" y="91"/>
                  <a:pt x="1367" y="91"/>
                </a:cubicBezTo>
                <a:cubicBezTo>
                  <a:pt x="1363" y="94"/>
                  <a:pt x="1363" y="94"/>
                  <a:pt x="1363" y="94"/>
                </a:cubicBezTo>
                <a:close/>
                <a:moveTo>
                  <a:pt x="1363" y="115"/>
                </a:moveTo>
                <a:cubicBezTo>
                  <a:pt x="1368" y="116"/>
                  <a:pt x="1368" y="116"/>
                  <a:pt x="1368" y="116"/>
                </a:cubicBezTo>
                <a:cubicBezTo>
                  <a:pt x="1370" y="125"/>
                  <a:pt x="1370" y="125"/>
                  <a:pt x="1370" y="125"/>
                </a:cubicBezTo>
                <a:cubicBezTo>
                  <a:pt x="1367" y="125"/>
                  <a:pt x="1367" y="125"/>
                  <a:pt x="1367" y="125"/>
                </a:cubicBezTo>
                <a:cubicBezTo>
                  <a:pt x="1367" y="125"/>
                  <a:pt x="1363" y="115"/>
                  <a:pt x="1363" y="115"/>
                </a:cubicBezTo>
                <a:close/>
                <a:moveTo>
                  <a:pt x="1432" y="195"/>
                </a:moveTo>
                <a:cubicBezTo>
                  <a:pt x="1435" y="209"/>
                  <a:pt x="1435" y="209"/>
                  <a:pt x="1435" y="209"/>
                </a:cubicBezTo>
                <a:cubicBezTo>
                  <a:pt x="1440" y="205"/>
                  <a:pt x="1440" y="205"/>
                  <a:pt x="1440" y="205"/>
                </a:cubicBezTo>
                <a:cubicBezTo>
                  <a:pt x="1446" y="205"/>
                  <a:pt x="1446" y="205"/>
                  <a:pt x="1446" y="205"/>
                </a:cubicBezTo>
                <a:cubicBezTo>
                  <a:pt x="1452" y="199"/>
                  <a:pt x="1452" y="199"/>
                  <a:pt x="1452" y="199"/>
                </a:cubicBezTo>
                <a:cubicBezTo>
                  <a:pt x="1450" y="192"/>
                  <a:pt x="1450" y="192"/>
                  <a:pt x="1450" y="192"/>
                </a:cubicBezTo>
                <a:cubicBezTo>
                  <a:pt x="1444" y="189"/>
                  <a:pt x="1444" y="189"/>
                  <a:pt x="1444" y="189"/>
                </a:cubicBezTo>
                <a:cubicBezTo>
                  <a:pt x="1439" y="193"/>
                  <a:pt x="1439" y="193"/>
                  <a:pt x="1439" y="193"/>
                </a:cubicBezTo>
                <a:cubicBezTo>
                  <a:pt x="1432" y="195"/>
                  <a:pt x="1432" y="195"/>
                  <a:pt x="1432" y="195"/>
                </a:cubicBezTo>
                <a:close/>
                <a:moveTo>
                  <a:pt x="1424" y="311"/>
                </a:moveTo>
                <a:cubicBezTo>
                  <a:pt x="1428" y="323"/>
                  <a:pt x="1428" y="323"/>
                  <a:pt x="1428" y="323"/>
                </a:cubicBezTo>
                <a:cubicBezTo>
                  <a:pt x="1439" y="333"/>
                  <a:pt x="1439" y="333"/>
                  <a:pt x="1439" y="333"/>
                </a:cubicBezTo>
                <a:cubicBezTo>
                  <a:pt x="1441" y="337"/>
                  <a:pt x="1441" y="337"/>
                  <a:pt x="1441" y="337"/>
                </a:cubicBezTo>
                <a:cubicBezTo>
                  <a:pt x="1438" y="338"/>
                  <a:pt x="1438" y="338"/>
                  <a:pt x="1438" y="338"/>
                </a:cubicBezTo>
                <a:cubicBezTo>
                  <a:pt x="1437" y="343"/>
                  <a:pt x="1437" y="343"/>
                  <a:pt x="1437" y="343"/>
                </a:cubicBezTo>
                <a:cubicBezTo>
                  <a:pt x="1435" y="336"/>
                  <a:pt x="1435" y="336"/>
                  <a:pt x="1435" y="336"/>
                </a:cubicBezTo>
                <a:cubicBezTo>
                  <a:pt x="1428" y="333"/>
                  <a:pt x="1428" y="333"/>
                  <a:pt x="1428" y="333"/>
                </a:cubicBezTo>
                <a:cubicBezTo>
                  <a:pt x="1421" y="319"/>
                  <a:pt x="1421" y="319"/>
                  <a:pt x="1421" y="319"/>
                </a:cubicBezTo>
                <a:cubicBezTo>
                  <a:pt x="1412" y="314"/>
                  <a:pt x="1412" y="314"/>
                  <a:pt x="1412" y="314"/>
                </a:cubicBezTo>
                <a:cubicBezTo>
                  <a:pt x="1407" y="304"/>
                  <a:pt x="1407" y="304"/>
                  <a:pt x="1407" y="304"/>
                </a:cubicBezTo>
                <a:cubicBezTo>
                  <a:pt x="1410" y="295"/>
                  <a:pt x="1410" y="295"/>
                  <a:pt x="1410" y="295"/>
                </a:cubicBezTo>
                <a:cubicBezTo>
                  <a:pt x="1408" y="290"/>
                  <a:pt x="1408" y="290"/>
                  <a:pt x="1408" y="290"/>
                </a:cubicBezTo>
                <a:cubicBezTo>
                  <a:pt x="1410" y="285"/>
                  <a:pt x="1410" y="285"/>
                  <a:pt x="1410" y="285"/>
                </a:cubicBezTo>
                <a:cubicBezTo>
                  <a:pt x="1401" y="278"/>
                  <a:pt x="1401" y="278"/>
                  <a:pt x="1401" y="278"/>
                </a:cubicBezTo>
                <a:cubicBezTo>
                  <a:pt x="1403" y="269"/>
                  <a:pt x="1403" y="269"/>
                  <a:pt x="1403" y="269"/>
                </a:cubicBezTo>
                <a:cubicBezTo>
                  <a:pt x="1406" y="264"/>
                  <a:pt x="1406" y="264"/>
                  <a:pt x="1406" y="264"/>
                </a:cubicBezTo>
                <a:cubicBezTo>
                  <a:pt x="1401" y="255"/>
                  <a:pt x="1401" y="255"/>
                  <a:pt x="1401" y="255"/>
                </a:cubicBezTo>
                <a:cubicBezTo>
                  <a:pt x="1397" y="249"/>
                  <a:pt x="1397" y="249"/>
                  <a:pt x="1397" y="249"/>
                </a:cubicBezTo>
                <a:cubicBezTo>
                  <a:pt x="1400" y="238"/>
                  <a:pt x="1400" y="238"/>
                  <a:pt x="1400" y="238"/>
                </a:cubicBezTo>
                <a:cubicBezTo>
                  <a:pt x="1405" y="234"/>
                  <a:pt x="1405" y="234"/>
                  <a:pt x="1405" y="234"/>
                </a:cubicBezTo>
                <a:cubicBezTo>
                  <a:pt x="1404" y="223"/>
                  <a:pt x="1404" y="223"/>
                  <a:pt x="1404" y="223"/>
                </a:cubicBezTo>
                <a:cubicBezTo>
                  <a:pt x="1407" y="211"/>
                  <a:pt x="1407" y="211"/>
                  <a:pt x="1407" y="211"/>
                </a:cubicBezTo>
                <a:cubicBezTo>
                  <a:pt x="1420" y="198"/>
                  <a:pt x="1420" y="198"/>
                  <a:pt x="1420" y="198"/>
                </a:cubicBezTo>
                <a:cubicBezTo>
                  <a:pt x="1424" y="197"/>
                  <a:pt x="1424" y="197"/>
                  <a:pt x="1424" y="197"/>
                </a:cubicBezTo>
                <a:cubicBezTo>
                  <a:pt x="1423" y="204"/>
                  <a:pt x="1423" y="204"/>
                  <a:pt x="1423" y="204"/>
                </a:cubicBezTo>
                <a:cubicBezTo>
                  <a:pt x="1417" y="211"/>
                  <a:pt x="1417" y="211"/>
                  <a:pt x="1417" y="211"/>
                </a:cubicBezTo>
                <a:cubicBezTo>
                  <a:pt x="1418" y="216"/>
                  <a:pt x="1418" y="216"/>
                  <a:pt x="1418" y="216"/>
                </a:cubicBezTo>
                <a:cubicBezTo>
                  <a:pt x="1426" y="219"/>
                  <a:pt x="1426" y="219"/>
                  <a:pt x="1426" y="219"/>
                </a:cubicBezTo>
                <a:cubicBezTo>
                  <a:pt x="1426" y="232"/>
                  <a:pt x="1426" y="232"/>
                  <a:pt x="1426" y="232"/>
                </a:cubicBezTo>
                <a:cubicBezTo>
                  <a:pt x="1422" y="243"/>
                  <a:pt x="1422" y="243"/>
                  <a:pt x="1422" y="243"/>
                </a:cubicBezTo>
                <a:cubicBezTo>
                  <a:pt x="1416" y="243"/>
                  <a:pt x="1416" y="243"/>
                  <a:pt x="1416" y="243"/>
                </a:cubicBezTo>
                <a:cubicBezTo>
                  <a:pt x="1409" y="249"/>
                  <a:pt x="1409" y="249"/>
                  <a:pt x="1409" y="249"/>
                </a:cubicBezTo>
                <a:cubicBezTo>
                  <a:pt x="1413" y="257"/>
                  <a:pt x="1413" y="257"/>
                  <a:pt x="1413" y="257"/>
                </a:cubicBezTo>
                <a:cubicBezTo>
                  <a:pt x="1418" y="256"/>
                  <a:pt x="1418" y="256"/>
                  <a:pt x="1418" y="256"/>
                </a:cubicBezTo>
                <a:cubicBezTo>
                  <a:pt x="1421" y="249"/>
                  <a:pt x="1421" y="249"/>
                  <a:pt x="1421" y="249"/>
                </a:cubicBezTo>
                <a:cubicBezTo>
                  <a:pt x="1428" y="245"/>
                  <a:pt x="1428" y="245"/>
                  <a:pt x="1428" y="245"/>
                </a:cubicBezTo>
                <a:cubicBezTo>
                  <a:pt x="1432" y="241"/>
                  <a:pt x="1432" y="241"/>
                  <a:pt x="1432" y="241"/>
                </a:cubicBezTo>
                <a:cubicBezTo>
                  <a:pt x="1428" y="241"/>
                  <a:pt x="1428" y="241"/>
                  <a:pt x="1428" y="241"/>
                </a:cubicBezTo>
                <a:cubicBezTo>
                  <a:pt x="1429" y="235"/>
                  <a:pt x="1429" y="235"/>
                  <a:pt x="1429" y="235"/>
                </a:cubicBezTo>
                <a:cubicBezTo>
                  <a:pt x="1442" y="228"/>
                  <a:pt x="1442" y="228"/>
                  <a:pt x="1442" y="228"/>
                </a:cubicBezTo>
                <a:cubicBezTo>
                  <a:pt x="1455" y="223"/>
                  <a:pt x="1455" y="223"/>
                  <a:pt x="1455" y="223"/>
                </a:cubicBezTo>
                <a:cubicBezTo>
                  <a:pt x="1460" y="229"/>
                  <a:pt x="1460" y="229"/>
                  <a:pt x="1460" y="229"/>
                </a:cubicBezTo>
                <a:cubicBezTo>
                  <a:pt x="1461" y="235"/>
                  <a:pt x="1461" y="235"/>
                  <a:pt x="1461" y="235"/>
                </a:cubicBezTo>
                <a:cubicBezTo>
                  <a:pt x="1454" y="250"/>
                  <a:pt x="1454" y="250"/>
                  <a:pt x="1454" y="250"/>
                </a:cubicBezTo>
                <a:cubicBezTo>
                  <a:pt x="1439" y="255"/>
                  <a:pt x="1439" y="255"/>
                  <a:pt x="1439" y="255"/>
                </a:cubicBezTo>
                <a:cubicBezTo>
                  <a:pt x="1433" y="262"/>
                  <a:pt x="1433" y="262"/>
                  <a:pt x="1433" y="262"/>
                </a:cubicBezTo>
                <a:cubicBezTo>
                  <a:pt x="1437" y="268"/>
                  <a:pt x="1437" y="268"/>
                  <a:pt x="1437" y="268"/>
                </a:cubicBezTo>
                <a:cubicBezTo>
                  <a:pt x="1442" y="268"/>
                  <a:pt x="1442" y="268"/>
                  <a:pt x="1442" y="268"/>
                </a:cubicBezTo>
                <a:cubicBezTo>
                  <a:pt x="1453" y="276"/>
                  <a:pt x="1453" y="276"/>
                  <a:pt x="1453" y="276"/>
                </a:cubicBezTo>
                <a:cubicBezTo>
                  <a:pt x="1455" y="282"/>
                  <a:pt x="1455" y="282"/>
                  <a:pt x="1455" y="282"/>
                </a:cubicBezTo>
                <a:cubicBezTo>
                  <a:pt x="1459" y="286"/>
                  <a:pt x="1459" y="286"/>
                  <a:pt x="1459" y="286"/>
                </a:cubicBezTo>
                <a:cubicBezTo>
                  <a:pt x="1450" y="286"/>
                  <a:pt x="1450" y="286"/>
                  <a:pt x="1450" y="286"/>
                </a:cubicBezTo>
                <a:cubicBezTo>
                  <a:pt x="1444" y="282"/>
                  <a:pt x="1444" y="282"/>
                  <a:pt x="1444" y="282"/>
                </a:cubicBezTo>
                <a:cubicBezTo>
                  <a:pt x="1433" y="281"/>
                  <a:pt x="1433" y="281"/>
                  <a:pt x="1433" y="281"/>
                </a:cubicBezTo>
                <a:cubicBezTo>
                  <a:pt x="1423" y="278"/>
                  <a:pt x="1423" y="278"/>
                  <a:pt x="1423" y="278"/>
                </a:cubicBezTo>
                <a:cubicBezTo>
                  <a:pt x="1417" y="280"/>
                  <a:pt x="1417" y="280"/>
                  <a:pt x="1417" y="280"/>
                </a:cubicBezTo>
                <a:cubicBezTo>
                  <a:pt x="1417" y="297"/>
                  <a:pt x="1417" y="297"/>
                  <a:pt x="1417" y="297"/>
                </a:cubicBezTo>
                <a:cubicBezTo>
                  <a:pt x="1424" y="311"/>
                  <a:pt x="1424" y="311"/>
                  <a:pt x="1424" y="311"/>
                </a:cubicBezTo>
                <a:close/>
                <a:moveTo>
                  <a:pt x="1390" y="330"/>
                </a:moveTo>
                <a:cubicBezTo>
                  <a:pt x="1393" y="336"/>
                  <a:pt x="1393" y="336"/>
                  <a:pt x="1393" y="336"/>
                </a:cubicBezTo>
                <a:cubicBezTo>
                  <a:pt x="1384" y="334"/>
                  <a:pt x="1384" y="334"/>
                  <a:pt x="1384" y="334"/>
                </a:cubicBezTo>
                <a:cubicBezTo>
                  <a:pt x="1387" y="328"/>
                  <a:pt x="1387" y="328"/>
                  <a:pt x="1387" y="328"/>
                </a:cubicBezTo>
                <a:cubicBezTo>
                  <a:pt x="1390" y="330"/>
                  <a:pt x="1390" y="330"/>
                  <a:pt x="1390" y="330"/>
                </a:cubicBezTo>
                <a:close/>
                <a:moveTo>
                  <a:pt x="1389" y="313"/>
                </a:moveTo>
                <a:cubicBezTo>
                  <a:pt x="1384" y="313"/>
                  <a:pt x="1384" y="313"/>
                  <a:pt x="1384" y="313"/>
                </a:cubicBezTo>
                <a:cubicBezTo>
                  <a:pt x="1382" y="321"/>
                  <a:pt x="1382" y="321"/>
                  <a:pt x="1382" y="321"/>
                </a:cubicBezTo>
                <a:cubicBezTo>
                  <a:pt x="1387" y="323"/>
                  <a:pt x="1387" y="323"/>
                  <a:pt x="1387" y="323"/>
                </a:cubicBezTo>
                <a:cubicBezTo>
                  <a:pt x="1389" y="317"/>
                  <a:pt x="1389" y="317"/>
                  <a:pt x="1389" y="317"/>
                </a:cubicBezTo>
                <a:cubicBezTo>
                  <a:pt x="1389" y="313"/>
                  <a:pt x="1389" y="313"/>
                  <a:pt x="1389" y="313"/>
                </a:cubicBezTo>
                <a:close/>
                <a:moveTo>
                  <a:pt x="1396" y="318"/>
                </a:moveTo>
                <a:cubicBezTo>
                  <a:pt x="1394" y="320"/>
                  <a:pt x="1394" y="320"/>
                  <a:pt x="1394" y="320"/>
                </a:cubicBezTo>
                <a:cubicBezTo>
                  <a:pt x="1394" y="325"/>
                  <a:pt x="1394" y="325"/>
                  <a:pt x="1394" y="325"/>
                </a:cubicBezTo>
                <a:cubicBezTo>
                  <a:pt x="1399" y="332"/>
                  <a:pt x="1399" y="332"/>
                  <a:pt x="1399" y="332"/>
                </a:cubicBezTo>
                <a:cubicBezTo>
                  <a:pt x="1406" y="332"/>
                  <a:pt x="1406" y="332"/>
                  <a:pt x="1406" y="332"/>
                </a:cubicBezTo>
                <a:cubicBezTo>
                  <a:pt x="1411" y="337"/>
                  <a:pt x="1411" y="337"/>
                  <a:pt x="1411" y="337"/>
                </a:cubicBezTo>
                <a:cubicBezTo>
                  <a:pt x="1415" y="332"/>
                  <a:pt x="1415" y="332"/>
                  <a:pt x="1415" y="332"/>
                </a:cubicBezTo>
                <a:cubicBezTo>
                  <a:pt x="1413" y="329"/>
                  <a:pt x="1413" y="329"/>
                  <a:pt x="1413" y="329"/>
                </a:cubicBezTo>
                <a:cubicBezTo>
                  <a:pt x="1407" y="326"/>
                  <a:pt x="1407" y="326"/>
                  <a:pt x="1407" y="326"/>
                </a:cubicBezTo>
                <a:cubicBezTo>
                  <a:pt x="1407" y="320"/>
                  <a:pt x="1407" y="320"/>
                  <a:pt x="1407" y="320"/>
                </a:cubicBezTo>
                <a:cubicBezTo>
                  <a:pt x="1402" y="316"/>
                  <a:pt x="1402" y="316"/>
                  <a:pt x="1402" y="316"/>
                </a:cubicBezTo>
                <a:cubicBezTo>
                  <a:pt x="1396" y="318"/>
                  <a:pt x="1396" y="318"/>
                  <a:pt x="1396" y="318"/>
                </a:cubicBezTo>
                <a:close/>
                <a:moveTo>
                  <a:pt x="1395" y="368"/>
                </a:moveTo>
                <a:cubicBezTo>
                  <a:pt x="1407" y="359"/>
                  <a:pt x="1407" y="359"/>
                  <a:pt x="1407" y="359"/>
                </a:cubicBezTo>
                <a:cubicBezTo>
                  <a:pt x="1418" y="359"/>
                  <a:pt x="1418" y="359"/>
                  <a:pt x="1418" y="359"/>
                </a:cubicBezTo>
                <a:cubicBezTo>
                  <a:pt x="1428" y="370"/>
                  <a:pt x="1428" y="370"/>
                  <a:pt x="1428" y="370"/>
                </a:cubicBezTo>
                <a:cubicBezTo>
                  <a:pt x="1426" y="375"/>
                  <a:pt x="1426" y="375"/>
                  <a:pt x="1426" y="375"/>
                </a:cubicBezTo>
                <a:cubicBezTo>
                  <a:pt x="1420" y="375"/>
                  <a:pt x="1420" y="375"/>
                  <a:pt x="1420" y="375"/>
                </a:cubicBezTo>
                <a:cubicBezTo>
                  <a:pt x="1413" y="375"/>
                  <a:pt x="1413" y="375"/>
                  <a:pt x="1413" y="375"/>
                </a:cubicBezTo>
                <a:cubicBezTo>
                  <a:pt x="1407" y="376"/>
                  <a:pt x="1407" y="376"/>
                  <a:pt x="1407" y="376"/>
                </a:cubicBezTo>
                <a:cubicBezTo>
                  <a:pt x="1400" y="373"/>
                  <a:pt x="1400" y="373"/>
                  <a:pt x="1400" y="373"/>
                </a:cubicBezTo>
                <a:cubicBezTo>
                  <a:pt x="1395" y="368"/>
                  <a:pt x="1395" y="368"/>
                  <a:pt x="1395" y="368"/>
                </a:cubicBezTo>
                <a:close/>
                <a:moveTo>
                  <a:pt x="1520" y="372"/>
                </a:moveTo>
                <a:cubicBezTo>
                  <a:pt x="1504" y="375"/>
                  <a:pt x="1504" y="375"/>
                  <a:pt x="1504" y="375"/>
                </a:cubicBezTo>
                <a:cubicBezTo>
                  <a:pt x="1498" y="379"/>
                  <a:pt x="1498" y="379"/>
                  <a:pt x="1498" y="379"/>
                </a:cubicBezTo>
                <a:cubicBezTo>
                  <a:pt x="1502" y="383"/>
                  <a:pt x="1502" y="383"/>
                  <a:pt x="1502" y="383"/>
                </a:cubicBezTo>
                <a:cubicBezTo>
                  <a:pt x="1516" y="387"/>
                  <a:pt x="1516" y="387"/>
                  <a:pt x="1516" y="387"/>
                </a:cubicBezTo>
                <a:cubicBezTo>
                  <a:pt x="1527" y="384"/>
                  <a:pt x="1527" y="384"/>
                  <a:pt x="1527" y="384"/>
                </a:cubicBezTo>
                <a:cubicBezTo>
                  <a:pt x="1524" y="382"/>
                  <a:pt x="1524" y="382"/>
                  <a:pt x="1524" y="382"/>
                </a:cubicBezTo>
                <a:cubicBezTo>
                  <a:pt x="1523" y="375"/>
                  <a:pt x="1523" y="375"/>
                  <a:pt x="1523" y="375"/>
                </a:cubicBezTo>
                <a:cubicBezTo>
                  <a:pt x="1520" y="372"/>
                  <a:pt x="1520" y="372"/>
                  <a:pt x="1520" y="372"/>
                </a:cubicBezTo>
                <a:close/>
                <a:moveTo>
                  <a:pt x="1445" y="456"/>
                </a:moveTo>
                <a:cubicBezTo>
                  <a:pt x="1450" y="455"/>
                  <a:pt x="1450" y="455"/>
                  <a:pt x="1450" y="455"/>
                </a:cubicBezTo>
                <a:cubicBezTo>
                  <a:pt x="1450" y="458"/>
                  <a:pt x="1450" y="458"/>
                  <a:pt x="1450" y="458"/>
                </a:cubicBezTo>
                <a:cubicBezTo>
                  <a:pt x="1447" y="459"/>
                  <a:pt x="1447" y="459"/>
                  <a:pt x="1447" y="459"/>
                </a:cubicBezTo>
                <a:cubicBezTo>
                  <a:pt x="1445" y="456"/>
                  <a:pt x="1445" y="456"/>
                  <a:pt x="1445" y="456"/>
                </a:cubicBezTo>
                <a:close/>
                <a:moveTo>
                  <a:pt x="1437" y="456"/>
                </a:moveTo>
                <a:cubicBezTo>
                  <a:pt x="1442" y="456"/>
                  <a:pt x="1442" y="456"/>
                  <a:pt x="1442" y="456"/>
                </a:cubicBezTo>
                <a:cubicBezTo>
                  <a:pt x="1442" y="460"/>
                  <a:pt x="1442" y="460"/>
                  <a:pt x="1442" y="460"/>
                </a:cubicBezTo>
                <a:cubicBezTo>
                  <a:pt x="1438" y="460"/>
                  <a:pt x="1438" y="460"/>
                  <a:pt x="1438" y="460"/>
                </a:cubicBezTo>
                <a:cubicBezTo>
                  <a:pt x="1437" y="456"/>
                  <a:pt x="1437" y="456"/>
                  <a:pt x="1437" y="456"/>
                </a:cubicBezTo>
                <a:close/>
                <a:moveTo>
                  <a:pt x="1415" y="461"/>
                </a:moveTo>
                <a:cubicBezTo>
                  <a:pt x="1425" y="458"/>
                  <a:pt x="1425" y="458"/>
                  <a:pt x="1425" y="458"/>
                </a:cubicBezTo>
                <a:cubicBezTo>
                  <a:pt x="1429" y="455"/>
                  <a:pt x="1429" y="455"/>
                  <a:pt x="1429" y="455"/>
                </a:cubicBezTo>
                <a:cubicBezTo>
                  <a:pt x="1434" y="457"/>
                  <a:pt x="1434" y="457"/>
                  <a:pt x="1434" y="457"/>
                </a:cubicBezTo>
                <a:cubicBezTo>
                  <a:pt x="1429" y="466"/>
                  <a:pt x="1429" y="466"/>
                  <a:pt x="1429" y="466"/>
                </a:cubicBezTo>
                <a:cubicBezTo>
                  <a:pt x="1427" y="462"/>
                  <a:pt x="1427" y="462"/>
                  <a:pt x="1427" y="462"/>
                </a:cubicBezTo>
                <a:cubicBezTo>
                  <a:pt x="1421" y="466"/>
                  <a:pt x="1421" y="466"/>
                  <a:pt x="1421" y="466"/>
                </a:cubicBezTo>
                <a:cubicBezTo>
                  <a:pt x="1415" y="461"/>
                  <a:pt x="1415" y="461"/>
                  <a:pt x="1415" y="461"/>
                </a:cubicBezTo>
                <a:close/>
                <a:moveTo>
                  <a:pt x="1412" y="435"/>
                </a:moveTo>
                <a:cubicBezTo>
                  <a:pt x="1407" y="439"/>
                  <a:pt x="1407" y="439"/>
                  <a:pt x="1407" y="439"/>
                </a:cubicBezTo>
                <a:cubicBezTo>
                  <a:pt x="1412" y="440"/>
                  <a:pt x="1412" y="440"/>
                  <a:pt x="1412" y="440"/>
                </a:cubicBezTo>
                <a:cubicBezTo>
                  <a:pt x="1412" y="435"/>
                  <a:pt x="1412" y="435"/>
                  <a:pt x="1412" y="435"/>
                </a:cubicBezTo>
                <a:close/>
                <a:moveTo>
                  <a:pt x="1421" y="426"/>
                </a:moveTo>
                <a:cubicBezTo>
                  <a:pt x="1414" y="426"/>
                  <a:pt x="1414" y="426"/>
                  <a:pt x="1414" y="426"/>
                </a:cubicBezTo>
                <a:cubicBezTo>
                  <a:pt x="1415" y="430"/>
                  <a:pt x="1415" y="430"/>
                  <a:pt x="1415" y="430"/>
                </a:cubicBezTo>
                <a:cubicBezTo>
                  <a:pt x="1420" y="430"/>
                  <a:pt x="1420" y="430"/>
                  <a:pt x="1420" y="430"/>
                </a:cubicBezTo>
                <a:cubicBezTo>
                  <a:pt x="1421" y="426"/>
                  <a:pt x="1421" y="426"/>
                  <a:pt x="1421" y="426"/>
                </a:cubicBezTo>
                <a:close/>
                <a:moveTo>
                  <a:pt x="1423" y="450"/>
                </a:moveTo>
                <a:cubicBezTo>
                  <a:pt x="1431" y="437"/>
                  <a:pt x="1431" y="437"/>
                  <a:pt x="1431" y="437"/>
                </a:cubicBezTo>
                <a:cubicBezTo>
                  <a:pt x="1438" y="445"/>
                  <a:pt x="1438" y="445"/>
                  <a:pt x="1438" y="445"/>
                </a:cubicBezTo>
                <a:cubicBezTo>
                  <a:pt x="1441" y="450"/>
                  <a:pt x="1441" y="450"/>
                  <a:pt x="1441" y="450"/>
                </a:cubicBezTo>
                <a:cubicBezTo>
                  <a:pt x="1449" y="450"/>
                  <a:pt x="1449" y="450"/>
                  <a:pt x="1449" y="450"/>
                </a:cubicBezTo>
                <a:cubicBezTo>
                  <a:pt x="1457" y="442"/>
                  <a:pt x="1457" y="442"/>
                  <a:pt x="1457" y="442"/>
                </a:cubicBezTo>
                <a:cubicBezTo>
                  <a:pt x="1463" y="442"/>
                  <a:pt x="1463" y="442"/>
                  <a:pt x="1463" y="442"/>
                </a:cubicBezTo>
                <a:cubicBezTo>
                  <a:pt x="1467" y="450"/>
                  <a:pt x="1467" y="450"/>
                  <a:pt x="1467" y="450"/>
                </a:cubicBezTo>
                <a:cubicBezTo>
                  <a:pt x="1486" y="452"/>
                  <a:pt x="1486" y="452"/>
                  <a:pt x="1486" y="452"/>
                </a:cubicBezTo>
                <a:cubicBezTo>
                  <a:pt x="1490" y="446"/>
                  <a:pt x="1490" y="446"/>
                  <a:pt x="1490" y="446"/>
                </a:cubicBezTo>
                <a:cubicBezTo>
                  <a:pt x="1499" y="446"/>
                  <a:pt x="1499" y="446"/>
                  <a:pt x="1499" y="446"/>
                </a:cubicBezTo>
                <a:cubicBezTo>
                  <a:pt x="1516" y="456"/>
                  <a:pt x="1516" y="456"/>
                  <a:pt x="1516" y="456"/>
                </a:cubicBezTo>
                <a:cubicBezTo>
                  <a:pt x="1523" y="458"/>
                  <a:pt x="1523" y="458"/>
                  <a:pt x="1523" y="458"/>
                </a:cubicBezTo>
                <a:cubicBezTo>
                  <a:pt x="1533" y="468"/>
                  <a:pt x="1533" y="468"/>
                  <a:pt x="1533" y="468"/>
                </a:cubicBezTo>
                <a:cubicBezTo>
                  <a:pt x="1542" y="468"/>
                  <a:pt x="1542" y="468"/>
                  <a:pt x="1542" y="468"/>
                </a:cubicBezTo>
                <a:cubicBezTo>
                  <a:pt x="1545" y="460"/>
                  <a:pt x="1545" y="460"/>
                  <a:pt x="1545" y="460"/>
                </a:cubicBezTo>
                <a:cubicBezTo>
                  <a:pt x="1541" y="444"/>
                  <a:pt x="1541" y="444"/>
                  <a:pt x="1541" y="444"/>
                </a:cubicBezTo>
                <a:cubicBezTo>
                  <a:pt x="1520" y="432"/>
                  <a:pt x="1520" y="432"/>
                  <a:pt x="1520" y="432"/>
                </a:cubicBezTo>
                <a:cubicBezTo>
                  <a:pt x="1502" y="428"/>
                  <a:pt x="1502" y="428"/>
                  <a:pt x="1502" y="428"/>
                </a:cubicBezTo>
                <a:cubicBezTo>
                  <a:pt x="1493" y="421"/>
                  <a:pt x="1493" y="421"/>
                  <a:pt x="1493" y="421"/>
                </a:cubicBezTo>
                <a:cubicBezTo>
                  <a:pt x="1484" y="420"/>
                  <a:pt x="1484" y="420"/>
                  <a:pt x="1484" y="420"/>
                </a:cubicBezTo>
                <a:cubicBezTo>
                  <a:pt x="1476" y="427"/>
                  <a:pt x="1476" y="427"/>
                  <a:pt x="1476" y="427"/>
                </a:cubicBezTo>
                <a:cubicBezTo>
                  <a:pt x="1467" y="426"/>
                  <a:pt x="1467" y="426"/>
                  <a:pt x="1467" y="426"/>
                </a:cubicBezTo>
                <a:cubicBezTo>
                  <a:pt x="1461" y="424"/>
                  <a:pt x="1461" y="424"/>
                  <a:pt x="1461" y="424"/>
                </a:cubicBezTo>
                <a:cubicBezTo>
                  <a:pt x="1448" y="425"/>
                  <a:pt x="1448" y="425"/>
                  <a:pt x="1448" y="425"/>
                </a:cubicBezTo>
                <a:cubicBezTo>
                  <a:pt x="1430" y="424"/>
                  <a:pt x="1430" y="424"/>
                  <a:pt x="1430" y="424"/>
                </a:cubicBezTo>
                <a:cubicBezTo>
                  <a:pt x="1427" y="429"/>
                  <a:pt x="1427" y="429"/>
                  <a:pt x="1427" y="429"/>
                </a:cubicBezTo>
                <a:cubicBezTo>
                  <a:pt x="1426" y="434"/>
                  <a:pt x="1426" y="434"/>
                  <a:pt x="1426" y="434"/>
                </a:cubicBezTo>
                <a:cubicBezTo>
                  <a:pt x="1419" y="437"/>
                  <a:pt x="1419" y="437"/>
                  <a:pt x="1419" y="437"/>
                </a:cubicBezTo>
                <a:cubicBezTo>
                  <a:pt x="1416" y="444"/>
                  <a:pt x="1416" y="444"/>
                  <a:pt x="1416" y="444"/>
                </a:cubicBezTo>
                <a:cubicBezTo>
                  <a:pt x="1418" y="450"/>
                  <a:pt x="1418" y="450"/>
                  <a:pt x="1418" y="450"/>
                </a:cubicBezTo>
                <a:cubicBezTo>
                  <a:pt x="1423" y="450"/>
                  <a:pt x="1423" y="450"/>
                  <a:pt x="1423" y="450"/>
                </a:cubicBezTo>
                <a:close/>
                <a:moveTo>
                  <a:pt x="1338" y="436"/>
                </a:moveTo>
                <a:cubicBezTo>
                  <a:pt x="1346" y="440"/>
                  <a:pt x="1346" y="440"/>
                  <a:pt x="1346" y="440"/>
                </a:cubicBezTo>
                <a:cubicBezTo>
                  <a:pt x="1353" y="434"/>
                  <a:pt x="1353" y="434"/>
                  <a:pt x="1353" y="434"/>
                </a:cubicBezTo>
                <a:cubicBezTo>
                  <a:pt x="1370" y="435"/>
                  <a:pt x="1370" y="435"/>
                  <a:pt x="1370" y="435"/>
                </a:cubicBezTo>
                <a:cubicBezTo>
                  <a:pt x="1382" y="440"/>
                  <a:pt x="1382" y="440"/>
                  <a:pt x="1382" y="440"/>
                </a:cubicBezTo>
                <a:cubicBezTo>
                  <a:pt x="1382" y="445"/>
                  <a:pt x="1382" y="445"/>
                  <a:pt x="1382" y="445"/>
                </a:cubicBezTo>
                <a:cubicBezTo>
                  <a:pt x="1390" y="453"/>
                  <a:pt x="1390" y="453"/>
                  <a:pt x="1390" y="453"/>
                </a:cubicBezTo>
                <a:cubicBezTo>
                  <a:pt x="1389" y="460"/>
                  <a:pt x="1389" y="460"/>
                  <a:pt x="1389" y="460"/>
                </a:cubicBezTo>
                <a:cubicBezTo>
                  <a:pt x="1382" y="460"/>
                  <a:pt x="1382" y="460"/>
                  <a:pt x="1382" y="460"/>
                </a:cubicBezTo>
                <a:cubicBezTo>
                  <a:pt x="1373" y="467"/>
                  <a:pt x="1373" y="467"/>
                  <a:pt x="1373" y="467"/>
                </a:cubicBezTo>
                <a:cubicBezTo>
                  <a:pt x="1363" y="466"/>
                  <a:pt x="1363" y="466"/>
                  <a:pt x="1363" y="466"/>
                </a:cubicBezTo>
                <a:cubicBezTo>
                  <a:pt x="1353" y="467"/>
                  <a:pt x="1353" y="467"/>
                  <a:pt x="1353" y="467"/>
                </a:cubicBezTo>
                <a:cubicBezTo>
                  <a:pt x="1349" y="464"/>
                  <a:pt x="1349" y="464"/>
                  <a:pt x="1349" y="464"/>
                </a:cubicBezTo>
                <a:cubicBezTo>
                  <a:pt x="1337" y="461"/>
                  <a:pt x="1337" y="461"/>
                  <a:pt x="1337" y="461"/>
                </a:cubicBezTo>
                <a:cubicBezTo>
                  <a:pt x="1330" y="452"/>
                  <a:pt x="1330" y="452"/>
                  <a:pt x="1330" y="452"/>
                </a:cubicBezTo>
                <a:cubicBezTo>
                  <a:pt x="1331" y="441"/>
                  <a:pt x="1331" y="441"/>
                  <a:pt x="1331" y="441"/>
                </a:cubicBezTo>
                <a:cubicBezTo>
                  <a:pt x="1338" y="436"/>
                  <a:pt x="1338" y="436"/>
                  <a:pt x="1338" y="436"/>
                </a:cubicBezTo>
                <a:close/>
                <a:moveTo>
                  <a:pt x="1100" y="614"/>
                </a:moveTo>
                <a:cubicBezTo>
                  <a:pt x="1094" y="611"/>
                  <a:pt x="1094" y="611"/>
                  <a:pt x="1094" y="611"/>
                </a:cubicBezTo>
                <a:cubicBezTo>
                  <a:pt x="1090" y="614"/>
                  <a:pt x="1090" y="614"/>
                  <a:pt x="1090" y="614"/>
                </a:cubicBezTo>
                <a:cubicBezTo>
                  <a:pt x="1095" y="618"/>
                  <a:pt x="1095" y="618"/>
                  <a:pt x="1095" y="618"/>
                </a:cubicBezTo>
                <a:cubicBezTo>
                  <a:pt x="1100" y="614"/>
                  <a:pt x="1100" y="614"/>
                  <a:pt x="1100" y="614"/>
                </a:cubicBezTo>
                <a:close/>
                <a:moveTo>
                  <a:pt x="1091" y="554"/>
                </a:moveTo>
                <a:cubicBezTo>
                  <a:pt x="1098" y="568"/>
                  <a:pt x="1098" y="568"/>
                  <a:pt x="1098" y="568"/>
                </a:cubicBezTo>
                <a:cubicBezTo>
                  <a:pt x="1094" y="574"/>
                  <a:pt x="1094" y="574"/>
                  <a:pt x="1094" y="574"/>
                </a:cubicBezTo>
                <a:cubicBezTo>
                  <a:pt x="1091" y="583"/>
                  <a:pt x="1091" y="583"/>
                  <a:pt x="1091" y="583"/>
                </a:cubicBezTo>
                <a:cubicBezTo>
                  <a:pt x="1089" y="577"/>
                  <a:pt x="1089" y="577"/>
                  <a:pt x="1089" y="577"/>
                </a:cubicBezTo>
                <a:cubicBezTo>
                  <a:pt x="1085" y="571"/>
                  <a:pt x="1085" y="571"/>
                  <a:pt x="1085" y="571"/>
                </a:cubicBezTo>
                <a:cubicBezTo>
                  <a:pt x="1088" y="565"/>
                  <a:pt x="1088" y="565"/>
                  <a:pt x="1088" y="565"/>
                </a:cubicBezTo>
                <a:cubicBezTo>
                  <a:pt x="1089" y="558"/>
                  <a:pt x="1089" y="558"/>
                  <a:pt x="1089" y="558"/>
                </a:cubicBezTo>
                <a:cubicBezTo>
                  <a:pt x="1091" y="554"/>
                  <a:pt x="1091" y="554"/>
                  <a:pt x="1091" y="554"/>
                </a:cubicBezTo>
                <a:close/>
                <a:moveTo>
                  <a:pt x="1330" y="388"/>
                </a:moveTo>
                <a:cubicBezTo>
                  <a:pt x="1330" y="394"/>
                  <a:pt x="1330" y="394"/>
                  <a:pt x="1330" y="394"/>
                </a:cubicBezTo>
                <a:cubicBezTo>
                  <a:pt x="1336" y="404"/>
                  <a:pt x="1336" y="404"/>
                  <a:pt x="1336" y="404"/>
                </a:cubicBezTo>
                <a:cubicBezTo>
                  <a:pt x="1336" y="408"/>
                  <a:pt x="1336" y="408"/>
                  <a:pt x="1336" y="408"/>
                </a:cubicBezTo>
                <a:cubicBezTo>
                  <a:pt x="1332" y="407"/>
                  <a:pt x="1332" y="407"/>
                  <a:pt x="1332" y="407"/>
                </a:cubicBezTo>
                <a:cubicBezTo>
                  <a:pt x="1329" y="396"/>
                  <a:pt x="1329" y="396"/>
                  <a:pt x="1329" y="396"/>
                </a:cubicBezTo>
                <a:cubicBezTo>
                  <a:pt x="1327" y="389"/>
                  <a:pt x="1327" y="389"/>
                  <a:pt x="1327" y="389"/>
                </a:cubicBezTo>
                <a:cubicBezTo>
                  <a:pt x="1330" y="388"/>
                  <a:pt x="1330" y="388"/>
                  <a:pt x="1330" y="388"/>
                </a:cubicBezTo>
                <a:close/>
                <a:moveTo>
                  <a:pt x="1306" y="377"/>
                </a:moveTo>
                <a:cubicBezTo>
                  <a:pt x="1311" y="375"/>
                  <a:pt x="1311" y="375"/>
                  <a:pt x="1311" y="375"/>
                </a:cubicBezTo>
                <a:cubicBezTo>
                  <a:pt x="1318" y="377"/>
                  <a:pt x="1318" y="377"/>
                  <a:pt x="1318" y="377"/>
                </a:cubicBezTo>
                <a:cubicBezTo>
                  <a:pt x="1324" y="375"/>
                  <a:pt x="1324" y="375"/>
                  <a:pt x="1324" y="375"/>
                </a:cubicBezTo>
                <a:cubicBezTo>
                  <a:pt x="1340" y="377"/>
                  <a:pt x="1340" y="377"/>
                  <a:pt x="1340" y="377"/>
                </a:cubicBezTo>
                <a:cubicBezTo>
                  <a:pt x="1348" y="378"/>
                  <a:pt x="1348" y="378"/>
                  <a:pt x="1348" y="378"/>
                </a:cubicBezTo>
                <a:cubicBezTo>
                  <a:pt x="1338" y="381"/>
                  <a:pt x="1338" y="381"/>
                  <a:pt x="1338" y="381"/>
                </a:cubicBezTo>
                <a:cubicBezTo>
                  <a:pt x="1319" y="385"/>
                  <a:pt x="1319" y="385"/>
                  <a:pt x="1319" y="385"/>
                </a:cubicBezTo>
                <a:cubicBezTo>
                  <a:pt x="1310" y="383"/>
                  <a:pt x="1310" y="383"/>
                  <a:pt x="1310" y="383"/>
                </a:cubicBezTo>
                <a:cubicBezTo>
                  <a:pt x="1310" y="379"/>
                  <a:pt x="1310" y="379"/>
                  <a:pt x="1310" y="379"/>
                </a:cubicBezTo>
                <a:cubicBezTo>
                  <a:pt x="1306" y="377"/>
                  <a:pt x="1306" y="377"/>
                  <a:pt x="1306" y="377"/>
                </a:cubicBezTo>
                <a:close/>
                <a:moveTo>
                  <a:pt x="1264" y="378"/>
                </a:moveTo>
                <a:cubicBezTo>
                  <a:pt x="1269" y="372"/>
                  <a:pt x="1269" y="372"/>
                  <a:pt x="1269" y="372"/>
                </a:cubicBezTo>
                <a:cubicBezTo>
                  <a:pt x="1273" y="373"/>
                  <a:pt x="1273" y="373"/>
                  <a:pt x="1273" y="373"/>
                </a:cubicBezTo>
                <a:cubicBezTo>
                  <a:pt x="1279" y="371"/>
                  <a:pt x="1279" y="371"/>
                  <a:pt x="1279" y="371"/>
                </a:cubicBezTo>
                <a:cubicBezTo>
                  <a:pt x="1287" y="373"/>
                  <a:pt x="1287" y="373"/>
                  <a:pt x="1287" y="373"/>
                </a:cubicBezTo>
                <a:cubicBezTo>
                  <a:pt x="1293" y="376"/>
                  <a:pt x="1293" y="376"/>
                  <a:pt x="1293" y="376"/>
                </a:cubicBezTo>
                <a:cubicBezTo>
                  <a:pt x="1298" y="372"/>
                  <a:pt x="1298" y="372"/>
                  <a:pt x="1298" y="372"/>
                </a:cubicBezTo>
                <a:cubicBezTo>
                  <a:pt x="1304" y="374"/>
                  <a:pt x="1304" y="374"/>
                  <a:pt x="1304" y="374"/>
                </a:cubicBezTo>
                <a:cubicBezTo>
                  <a:pt x="1304" y="382"/>
                  <a:pt x="1304" y="382"/>
                  <a:pt x="1304" y="382"/>
                </a:cubicBezTo>
                <a:cubicBezTo>
                  <a:pt x="1297" y="381"/>
                  <a:pt x="1297" y="381"/>
                  <a:pt x="1297" y="381"/>
                </a:cubicBezTo>
                <a:cubicBezTo>
                  <a:pt x="1290" y="385"/>
                  <a:pt x="1290" y="385"/>
                  <a:pt x="1290" y="385"/>
                </a:cubicBezTo>
                <a:cubicBezTo>
                  <a:pt x="1284" y="383"/>
                  <a:pt x="1284" y="383"/>
                  <a:pt x="1284" y="383"/>
                </a:cubicBezTo>
                <a:cubicBezTo>
                  <a:pt x="1274" y="389"/>
                  <a:pt x="1274" y="389"/>
                  <a:pt x="1274" y="389"/>
                </a:cubicBezTo>
                <a:cubicBezTo>
                  <a:pt x="1266" y="387"/>
                  <a:pt x="1266" y="387"/>
                  <a:pt x="1266" y="387"/>
                </a:cubicBezTo>
                <a:cubicBezTo>
                  <a:pt x="1263" y="382"/>
                  <a:pt x="1263" y="382"/>
                  <a:pt x="1263" y="382"/>
                </a:cubicBezTo>
                <a:cubicBezTo>
                  <a:pt x="1264" y="378"/>
                  <a:pt x="1264" y="378"/>
                  <a:pt x="1264" y="378"/>
                </a:cubicBezTo>
                <a:close/>
                <a:moveTo>
                  <a:pt x="1188" y="537"/>
                </a:moveTo>
                <a:cubicBezTo>
                  <a:pt x="1195" y="525"/>
                  <a:pt x="1195" y="525"/>
                  <a:pt x="1195" y="525"/>
                </a:cubicBezTo>
                <a:cubicBezTo>
                  <a:pt x="1199" y="511"/>
                  <a:pt x="1199" y="511"/>
                  <a:pt x="1199" y="511"/>
                </a:cubicBezTo>
                <a:cubicBezTo>
                  <a:pt x="1200" y="498"/>
                  <a:pt x="1200" y="498"/>
                  <a:pt x="1200" y="498"/>
                </a:cubicBezTo>
                <a:cubicBezTo>
                  <a:pt x="1203" y="494"/>
                  <a:pt x="1203" y="494"/>
                  <a:pt x="1203" y="494"/>
                </a:cubicBezTo>
                <a:cubicBezTo>
                  <a:pt x="1209" y="495"/>
                  <a:pt x="1209" y="495"/>
                  <a:pt x="1209" y="495"/>
                </a:cubicBezTo>
                <a:cubicBezTo>
                  <a:pt x="1209" y="501"/>
                  <a:pt x="1209" y="501"/>
                  <a:pt x="1209" y="501"/>
                </a:cubicBezTo>
                <a:cubicBezTo>
                  <a:pt x="1212" y="507"/>
                  <a:pt x="1212" y="507"/>
                  <a:pt x="1212" y="507"/>
                </a:cubicBezTo>
                <a:cubicBezTo>
                  <a:pt x="1212" y="511"/>
                  <a:pt x="1212" y="511"/>
                  <a:pt x="1212" y="511"/>
                </a:cubicBezTo>
                <a:cubicBezTo>
                  <a:pt x="1210" y="507"/>
                  <a:pt x="1210" y="507"/>
                  <a:pt x="1210" y="507"/>
                </a:cubicBezTo>
                <a:cubicBezTo>
                  <a:pt x="1208" y="511"/>
                  <a:pt x="1208" y="511"/>
                  <a:pt x="1208" y="511"/>
                </a:cubicBezTo>
                <a:cubicBezTo>
                  <a:pt x="1203" y="515"/>
                  <a:pt x="1203" y="515"/>
                  <a:pt x="1203" y="515"/>
                </a:cubicBezTo>
                <a:cubicBezTo>
                  <a:pt x="1201" y="518"/>
                  <a:pt x="1201" y="518"/>
                  <a:pt x="1201" y="518"/>
                </a:cubicBezTo>
                <a:cubicBezTo>
                  <a:pt x="1202" y="525"/>
                  <a:pt x="1202" y="525"/>
                  <a:pt x="1202" y="525"/>
                </a:cubicBezTo>
                <a:cubicBezTo>
                  <a:pt x="1209" y="527"/>
                  <a:pt x="1209" y="527"/>
                  <a:pt x="1209" y="527"/>
                </a:cubicBezTo>
                <a:cubicBezTo>
                  <a:pt x="1211" y="530"/>
                  <a:pt x="1211" y="530"/>
                  <a:pt x="1211" y="530"/>
                </a:cubicBezTo>
                <a:cubicBezTo>
                  <a:pt x="1208" y="534"/>
                  <a:pt x="1208" y="534"/>
                  <a:pt x="1208" y="534"/>
                </a:cubicBezTo>
                <a:cubicBezTo>
                  <a:pt x="1203" y="536"/>
                  <a:pt x="1203" y="536"/>
                  <a:pt x="1203" y="536"/>
                </a:cubicBezTo>
                <a:cubicBezTo>
                  <a:pt x="1198" y="544"/>
                  <a:pt x="1198" y="544"/>
                  <a:pt x="1198" y="544"/>
                </a:cubicBezTo>
                <a:cubicBezTo>
                  <a:pt x="1192" y="547"/>
                  <a:pt x="1192" y="547"/>
                  <a:pt x="1192" y="547"/>
                </a:cubicBezTo>
                <a:cubicBezTo>
                  <a:pt x="1187" y="544"/>
                  <a:pt x="1187" y="544"/>
                  <a:pt x="1187" y="544"/>
                </a:cubicBezTo>
                <a:cubicBezTo>
                  <a:pt x="1188" y="537"/>
                  <a:pt x="1188" y="537"/>
                  <a:pt x="1188" y="537"/>
                </a:cubicBezTo>
                <a:close/>
                <a:moveTo>
                  <a:pt x="1168" y="529"/>
                </a:moveTo>
                <a:cubicBezTo>
                  <a:pt x="1168" y="528"/>
                  <a:pt x="1168" y="532"/>
                  <a:pt x="1168" y="532"/>
                </a:cubicBezTo>
                <a:cubicBezTo>
                  <a:pt x="1172" y="535"/>
                  <a:pt x="1172" y="535"/>
                  <a:pt x="1172" y="535"/>
                </a:cubicBezTo>
                <a:cubicBezTo>
                  <a:pt x="1179" y="534"/>
                  <a:pt x="1179" y="534"/>
                  <a:pt x="1179" y="534"/>
                </a:cubicBezTo>
                <a:cubicBezTo>
                  <a:pt x="1180" y="531"/>
                  <a:pt x="1180" y="531"/>
                  <a:pt x="1180" y="531"/>
                </a:cubicBezTo>
                <a:cubicBezTo>
                  <a:pt x="1183" y="530"/>
                  <a:pt x="1183" y="530"/>
                  <a:pt x="1183" y="530"/>
                </a:cubicBezTo>
                <a:cubicBezTo>
                  <a:pt x="1184" y="523"/>
                  <a:pt x="1184" y="523"/>
                  <a:pt x="1184" y="523"/>
                </a:cubicBezTo>
                <a:cubicBezTo>
                  <a:pt x="1190" y="517"/>
                  <a:pt x="1190" y="517"/>
                  <a:pt x="1190" y="517"/>
                </a:cubicBezTo>
                <a:cubicBezTo>
                  <a:pt x="1190" y="512"/>
                  <a:pt x="1190" y="512"/>
                  <a:pt x="1190" y="512"/>
                </a:cubicBezTo>
                <a:cubicBezTo>
                  <a:pt x="1186" y="505"/>
                  <a:pt x="1186" y="505"/>
                  <a:pt x="1186" y="505"/>
                </a:cubicBezTo>
                <a:cubicBezTo>
                  <a:pt x="1179" y="509"/>
                  <a:pt x="1179" y="509"/>
                  <a:pt x="1179" y="509"/>
                </a:cubicBezTo>
                <a:cubicBezTo>
                  <a:pt x="1173" y="515"/>
                  <a:pt x="1173" y="515"/>
                  <a:pt x="1173" y="515"/>
                </a:cubicBezTo>
                <a:cubicBezTo>
                  <a:pt x="1175" y="520"/>
                  <a:pt x="1175" y="520"/>
                  <a:pt x="1175" y="520"/>
                </a:cubicBezTo>
                <a:cubicBezTo>
                  <a:pt x="1168" y="529"/>
                  <a:pt x="1168" y="529"/>
                  <a:pt x="1168" y="529"/>
                </a:cubicBezTo>
                <a:close/>
                <a:moveTo>
                  <a:pt x="1149" y="522"/>
                </a:moveTo>
                <a:cubicBezTo>
                  <a:pt x="1148" y="528"/>
                  <a:pt x="1148" y="528"/>
                  <a:pt x="1148" y="528"/>
                </a:cubicBezTo>
                <a:cubicBezTo>
                  <a:pt x="1146" y="530"/>
                  <a:pt x="1146" y="530"/>
                  <a:pt x="1146" y="530"/>
                </a:cubicBezTo>
                <a:cubicBezTo>
                  <a:pt x="1149" y="540"/>
                  <a:pt x="1149" y="540"/>
                  <a:pt x="1149" y="540"/>
                </a:cubicBezTo>
                <a:cubicBezTo>
                  <a:pt x="1153" y="541"/>
                  <a:pt x="1153" y="541"/>
                  <a:pt x="1153" y="541"/>
                </a:cubicBezTo>
                <a:cubicBezTo>
                  <a:pt x="1159" y="537"/>
                  <a:pt x="1159" y="537"/>
                  <a:pt x="1159" y="537"/>
                </a:cubicBezTo>
                <a:cubicBezTo>
                  <a:pt x="1157" y="528"/>
                  <a:pt x="1157" y="528"/>
                  <a:pt x="1157" y="528"/>
                </a:cubicBezTo>
                <a:cubicBezTo>
                  <a:pt x="1152" y="521"/>
                  <a:pt x="1152" y="521"/>
                  <a:pt x="1152" y="521"/>
                </a:cubicBezTo>
                <a:cubicBezTo>
                  <a:pt x="1152" y="521"/>
                  <a:pt x="1149" y="522"/>
                  <a:pt x="1149" y="522"/>
                </a:cubicBezTo>
                <a:close/>
                <a:moveTo>
                  <a:pt x="1212" y="381"/>
                </a:moveTo>
                <a:cubicBezTo>
                  <a:pt x="1205" y="384"/>
                  <a:pt x="1205" y="384"/>
                  <a:pt x="1205" y="384"/>
                </a:cubicBezTo>
                <a:cubicBezTo>
                  <a:pt x="1210" y="386"/>
                  <a:pt x="1210" y="386"/>
                  <a:pt x="1210" y="386"/>
                </a:cubicBezTo>
                <a:cubicBezTo>
                  <a:pt x="1210" y="386"/>
                  <a:pt x="1212" y="381"/>
                  <a:pt x="1212" y="381"/>
                </a:cubicBezTo>
                <a:close/>
                <a:moveTo>
                  <a:pt x="1221" y="376"/>
                </a:moveTo>
                <a:cubicBezTo>
                  <a:pt x="1217" y="379"/>
                  <a:pt x="1217" y="379"/>
                  <a:pt x="1217" y="379"/>
                </a:cubicBezTo>
                <a:cubicBezTo>
                  <a:pt x="1223" y="380"/>
                  <a:pt x="1223" y="380"/>
                  <a:pt x="1223" y="380"/>
                </a:cubicBezTo>
                <a:cubicBezTo>
                  <a:pt x="1221" y="376"/>
                  <a:pt x="1221" y="376"/>
                  <a:pt x="1221" y="376"/>
                </a:cubicBezTo>
                <a:close/>
                <a:moveTo>
                  <a:pt x="1232" y="367"/>
                </a:moveTo>
                <a:cubicBezTo>
                  <a:pt x="1227" y="371"/>
                  <a:pt x="1227" y="371"/>
                  <a:pt x="1227" y="371"/>
                </a:cubicBezTo>
                <a:cubicBezTo>
                  <a:pt x="1234" y="373"/>
                  <a:pt x="1234" y="373"/>
                  <a:pt x="1234" y="373"/>
                </a:cubicBezTo>
                <a:cubicBezTo>
                  <a:pt x="1232" y="367"/>
                  <a:pt x="1232" y="367"/>
                  <a:pt x="1232" y="367"/>
                </a:cubicBezTo>
                <a:close/>
                <a:moveTo>
                  <a:pt x="1196" y="357"/>
                </a:moveTo>
                <a:cubicBezTo>
                  <a:pt x="1206" y="351"/>
                  <a:pt x="1206" y="351"/>
                  <a:pt x="1206" y="351"/>
                </a:cubicBezTo>
                <a:cubicBezTo>
                  <a:pt x="1218" y="352"/>
                  <a:pt x="1218" y="352"/>
                  <a:pt x="1218" y="352"/>
                </a:cubicBezTo>
                <a:cubicBezTo>
                  <a:pt x="1218" y="356"/>
                  <a:pt x="1218" y="356"/>
                  <a:pt x="1218" y="356"/>
                </a:cubicBezTo>
                <a:cubicBezTo>
                  <a:pt x="1216" y="361"/>
                  <a:pt x="1216" y="361"/>
                  <a:pt x="1216" y="361"/>
                </a:cubicBezTo>
                <a:cubicBezTo>
                  <a:pt x="1222" y="359"/>
                  <a:pt x="1222" y="359"/>
                  <a:pt x="1222" y="359"/>
                </a:cubicBezTo>
                <a:cubicBezTo>
                  <a:pt x="1225" y="354"/>
                  <a:pt x="1225" y="354"/>
                  <a:pt x="1225" y="354"/>
                </a:cubicBezTo>
                <a:cubicBezTo>
                  <a:pt x="1232" y="358"/>
                  <a:pt x="1232" y="358"/>
                  <a:pt x="1232" y="358"/>
                </a:cubicBezTo>
                <a:cubicBezTo>
                  <a:pt x="1230" y="365"/>
                  <a:pt x="1230" y="365"/>
                  <a:pt x="1230" y="365"/>
                </a:cubicBezTo>
                <a:cubicBezTo>
                  <a:pt x="1222" y="367"/>
                  <a:pt x="1222" y="367"/>
                  <a:pt x="1222" y="367"/>
                </a:cubicBezTo>
                <a:cubicBezTo>
                  <a:pt x="1220" y="364"/>
                  <a:pt x="1220" y="364"/>
                  <a:pt x="1220" y="364"/>
                </a:cubicBezTo>
                <a:cubicBezTo>
                  <a:pt x="1216" y="370"/>
                  <a:pt x="1216" y="370"/>
                  <a:pt x="1216" y="370"/>
                </a:cubicBezTo>
                <a:cubicBezTo>
                  <a:pt x="1209" y="364"/>
                  <a:pt x="1209" y="364"/>
                  <a:pt x="1209" y="364"/>
                </a:cubicBezTo>
                <a:cubicBezTo>
                  <a:pt x="1203" y="369"/>
                  <a:pt x="1203" y="369"/>
                  <a:pt x="1203" y="369"/>
                </a:cubicBezTo>
                <a:cubicBezTo>
                  <a:pt x="1196" y="365"/>
                  <a:pt x="1196" y="365"/>
                  <a:pt x="1196" y="365"/>
                </a:cubicBezTo>
                <a:cubicBezTo>
                  <a:pt x="1196" y="357"/>
                  <a:pt x="1196" y="357"/>
                  <a:pt x="1196" y="357"/>
                </a:cubicBezTo>
                <a:close/>
                <a:moveTo>
                  <a:pt x="1151" y="314"/>
                </a:moveTo>
                <a:cubicBezTo>
                  <a:pt x="1157" y="317"/>
                  <a:pt x="1157" y="317"/>
                  <a:pt x="1157" y="317"/>
                </a:cubicBezTo>
                <a:cubicBezTo>
                  <a:pt x="1158" y="312"/>
                  <a:pt x="1158" y="312"/>
                  <a:pt x="1158" y="312"/>
                </a:cubicBezTo>
                <a:cubicBezTo>
                  <a:pt x="1158" y="312"/>
                  <a:pt x="1151" y="314"/>
                  <a:pt x="1151" y="314"/>
                </a:cubicBezTo>
                <a:close/>
                <a:moveTo>
                  <a:pt x="1145" y="316"/>
                </a:moveTo>
                <a:cubicBezTo>
                  <a:pt x="1148" y="316"/>
                  <a:pt x="1148" y="316"/>
                  <a:pt x="1148" y="316"/>
                </a:cubicBezTo>
                <a:cubicBezTo>
                  <a:pt x="1154" y="320"/>
                  <a:pt x="1154" y="320"/>
                  <a:pt x="1154" y="320"/>
                </a:cubicBezTo>
                <a:cubicBezTo>
                  <a:pt x="1148" y="321"/>
                  <a:pt x="1148" y="321"/>
                  <a:pt x="1148" y="321"/>
                </a:cubicBezTo>
                <a:cubicBezTo>
                  <a:pt x="1145" y="316"/>
                  <a:pt x="1145" y="316"/>
                  <a:pt x="1145" y="316"/>
                </a:cubicBezTo>
                <a:close/>
                <a:moveTo>
                  <a:pt x="1090" y="279"/>
                </a:moveTo>
                <a:cubicBezTo>
                  <a:pt x="1100" y="275"/>
                  <a:pt x="1100" y="275"/>
                  <a:pt x="1100" y="275"/>
                </a:cubicBezTo>
                <a:cubicBezTo>
                  <a:pt x="1112" y="281"/>
                  <a:pt x="1112" y="281"/>
                  <a:pt x="1112" y="281"/>
                </a:cubicBezTo>
                <a:cubicBezTo>
                  <a:pt x="1126" y="281"/>
                  <a:pt x="1126" y="281"/>
                  <a:pt x="1126" y="281"/>
                </a:cubicBezTo>
                <a:cubicBezTo>
                  <a:pt x="1142" y="273"/>
                  <a:pt x="1142" y="273"/>
                  <a:pt x="1142" y="273"/>
                </a:cubicBezTo>
                <a:cubicBezTo>
                  <a:pt x="1152" y="275"/>
                  <a:pt x="1152" y="275"/>
                  <a:pt x="1152" y="275"/>
                </a:cubicBezTo>
                <a:cubicBezTo>
                  <a:pt x="1156" y="280"/>
                  <a:pt x="1156" y="280"/>
                  <a:pt x="1156" y="280"/>
                </a:cubicBezTo>
                <a:cubicBezTo>
                  <a:pt x="1165" y="280"/>
                  <a:pt x="1165" y="280"/>
                  <a:pt x="1165" y="280"/>
                </a:cubicBezTo>
                <a:cubicBezTo>
                  <a:pt x="1170" y="277"/>
                  <a:pt x="1170" y="277"/>
                  <a:pt x="1170" y="277"/>
                </a:cubicBezTo>
                <a:cubicBezTo>
                  <a:pt x="1188" y="279"/>
                  <a:pt x="1188" y="279"/>
                  <a:pt x="1188" y="279"/>
                </a:cubicBezTo>
                <a:cubicBezTo>
                  <a:pt x="1198" y="278"/>
                  <a:pt x="1198" y="278"/>
                  <a:pt x="1198" y="278"/>
                </a:cubicBezTo>
                <a:cubicBezTo>
                  <a:pt x="1200" y="276"/>
                  <a:pt x="1200" y="276"/>
                  <a:pt x="1200" y="276"/>
                </a:cubicBezTo>
                <a:cubicBezTo>
                  <a:pt x="1210" y="276"/>
                  <a:pt x="1210" y="276"/>
                  <a:pt x="1210" y="276"/>
                </a:cubicBezTo>
                <a:cubicBezTo>
                  <a:pt x="1217" y="280"/>
                  <a:pt x="1217" y="280"/>
                  <a:pt x="1217" y="280"/>
                </a:cubicBezTo>
                <a:cubicBezTo>
                  <a:pt x="1219" y="284"/>
                  <a:pt x="1219" y="284"/>
                  <a:pt x="1219" y="284"/>
                </a:cubicBezTo>
                <a:cubicBezTo>
                  <a:pt x="1228" y="287"/>
                  <a:pt x="1228" y="287"/>
                  <a:pt x="1228" y="287"/>
                </a:cubicBezTo>
                <a:cubicBezTo>
                  <a:pt x="1260" y="280"/>
                  <a:pt x="1260" y="280"/>
                  <a:pt x="1260" y="280"/>
                </a:cubicBezTo>
                <a:cubicBezTo>
                  <a:pt x="1274" y="270"/>
                  <a:pt x="1274" y="270"/>
                  <a:pt x="1274" y="270"/>
                </a:cubicBezTo>
                <a:cubicBezTo>
                  <a:pt x="1278" y="263"/>
                  <a:pt x="1278" y="263"/>
                  <a:pt x="1278" y="263"/>
                </a:cubicBezTo>
                <a:cubicBezTo>
                  <a:pt x="1283" y="262"/>
                  <a:pt x="1283" y="262"/>
                  <a:pt x="1283" y="262"/>
                </a:cubicBezTo>
                <a:cubicBezTo>
                  <a:pt x="1288" y="257"/>
                  <a:pt x="1288" y="257"/>
                  <a:pt x="1288" y="257"/>
                </a:cubicBezTo>
                <a:cubicBezTo>
                  <a:pt x="1294" y="253"/>
                  <a:pt x="1294" y="253"/>
                  <a:pt x="1294" y="253"/>
                </a:cubicBezTo>
                <a:cubicBezTo>
                  <a:pt x="1297" y="245"/>
                  <a:pt x="1297" y="245"/>
                  <a:pt x="1297" y="245"/>
                </a:cubicBezTo>
                <a:cubicBezTo>
                  <a:pt x="1301" y="239"/>
                  <a:pt x="1301" y="239"/>
                  <a:pt x="1301" y="239"/>
                </a:cubicBezTo>
                <a:cubicBezTo>
                  <a:pt x="1305" y="236"/>
                  <a:pt x="1305" y="236"/>
                  <a:pt x="1305" y="236"/>
                </a:cubicBezTo>
                <a:cubicBezTo>
                  <a:pt x="1301" y="232"/>
                  <a:pt x="1301" y="232"/>
                  <a:pt x="1301" y="232"/>
                </a:cubicBezTo>
                <a:cubicBezTo>
                  <a:pt x="1300" y="227"/>
                  <a:pt x="1300" y="227"/>
                  <a:pt x="1300" y="227"/>
                </a:cubicBezTo>
                <a:cubicBezTo>
                  <a:pt x="1287" y="224"/>
                  <a:pt x="1287" y="224"/>
                  <a:pt x="1287" y="224"/>
                </a:cubicBezTo>
                <a:cubicBezTo>
                  <a:pt x="1279" y="227"/>
                  <a:pt x="1279" y="227"/>
                  <a:pt x="1279" y="227"/>
                </a:cubicBezTo>
                <a:cubicBezTo>
                  <a:pt x="1278" y="235"/>
                  <a:pt x="1278" y="235"/>
                  <a:pt x="1278" y="235"/>
                </a:cubicBezTo>
                <a:cubicBezTo>
                  <a:pt x="1271" y="240"/>
                  <a:pt x="1271" y="240"/>
                  <a:pt x="1271" y="240"/>
                </a:cubicBezTo>
                <a:cubicBezTo>
                  <a:pt x="1270" y="244"/>
                  <a:pt x="1270" y="244"/>
                  <a:pt x="1270" y="244"/>
                </a:cubicBezTo>
                <a:cubicBezTo>
                  <a:pt x="1261" y="251"/>
                  <a:pt x="1261" y="251"/>
                  <a:pt x="1261" y="251"/>
                </a:cubicBezTo>
                <a:cubicBezTo>
                  <a:pt x="1255" y="252"/>
                  <a:pt x="1255" y="252"/>
                  <a:pt x="1255" y="252"/>
                </a:cubicBezTo>
                <a:cubicBezTo>
                  <a:pt x="1250" y="258"/>
                  <a:pt x="1250" y="258"/>
                  <a:pt x="1250" y="258"/>
                </a:cubicBezTo>
                <a:cubicBezTo>
                  <a:pt x="1240" y="261"/>
                  <a:pt x="1240" y="261"/>
                  <a:pt x="1240" y="261"/>
                </a:cubicBezTo>
                <a:cubicBezTo>
                  <a:pt x="1219" y="257"/>
                  <a:pt x="1219" y="257"/>
                  <a:pt x="1219" y="257"/>
                </a:cubicBezTo>
                <a:cubicBezTo>
                  <a:pt x="1202" y="255"/>
                  <a:pt x="1202" y="255"/>
                  <a:pt x="1202" y="255"/>
                </a:cubicBezTo>
                <a:cubicBezTo>
                  <a:pt x="1199" y="260"/>
                  <a:pt x="1199" y="260"/>
                  <a:pt x="1199" y="260"/>
                </a:cubicBezTo>
                <a:cubicBezTo>
                  <a:pt x="1195" y="261"/>
                  <a:pt x="1195" y="261"/>
                  <a:pt x="1195" y="261"/>
                </a:cubicBezTo>
                <a:cubicBezTo>
                  <a:pt x="1186" y="253"/>
                  <a:pt x="1186" y="253"/>
                  <a:pt x="1186" y="253"/>
                </a:cubicBezTo>
                <a:cubicBezTo>
                  <a:pt x="1180" y="252"/>
                  <a:pt x="1180" y="252"/>
                  <a:pt x="1180" y="252"/>
                </a:cubicBezTo>
                <a:cubicBezTo>
                  <a:pt x="1172" y="253"/>
                  <a:pt x="1172" y="253"/>
                  <a:pt x="1172" y="253"/>
                </a:cubicBezTo>
                <a:cubicBezTo>
                  <a:pt x="1164" y="251"/>
                  <a:pt x="1164" y="251"/>
                  <a:pt x="1164" y="251"/>
                </a:cubicBezTo>
                <a:cubicBezTo>
                  <a:pt x="1153" y="249"/>
                  <a:pt x="1153" y="249"/>
                  <a:pt x="1153" y="249"/>
                </a:cubicBezTo>
                <a:cubicBezTo>
                  <a:pt x="1147" y="253"/>
                  <a:pt x="1147" y="253"/>
                  <a:pt x="1147" y="253"/>
                </a:cubicBezTo>
                <a:cubicBezTo>
                  <a:pt x="1141" y="249"/>
                  <a:pt x="1141" y="249"/>
                  <a:pt x="1141" y="249"/>
                </a:cubicBezTo>
                <a:cubicBezTo>
                  <a:pt x="1132" y="241"/>
                  <a:pt x="1132" y="241"/>
                  <a:pt x="1132" y="241"/>
                </a:cubicBezTo>
                <a:cubicBezTo>
                  <a:pt x="1120" y="238"/>
                  <a:pt x="1120" y="238"/>
                  <a:pt x="1120" y="238"/>
                </a:cubicBezTo>
                <a:cubicBezTo>
                  <a:pt x="1112" y="239"/>
                  <a:pt x="1112" y="239"/>
                  <a:pt x="1112" y="239"/>
                </a:cubicBezTo>
                <a:cubicBezTo>
                  <a:pt x="1112" y="248"/>
                  <a:pt x="1112" y="248"/>
                  <a:pt x="1112" y="248"/>
                </a:cubicBezTo>
                <a:cubicBezTo>
                  <a:pt x="1105" y="252"/>
                  <a:pt x="1105" y="252"/>
                  <a:pt x="1105" y="252"/>
                </a:cubicBezTo>
                <a:cubicBezTo>
                  <a:pt x="1102" y="261"/>
                  <a:pt x="1102" y="261"/>
                  <a:pt x="1102" y="261"/>
                </a:cubicBezTo>
                <a:cubicBezTo>
                  <a:pt x="1096" y="266"/>
                  <a:pt x="1096" y="266"/>
                  <a:pt x="1096" y="266"/>
                </a:cubicBezTo>
                <a:cubicBezTo>
                  <a:pt x="1085" y="262"/>
                  <a:pt x="1085" y="262"/>
                  <a:pt x="1085" y="262"/>
                </a:cubicBezTo>
                <a:cubicBezTo>
                  <a:pt x="1075" y="264"/>
                  <a:pt x="1075" y="264"/>
                  <a:pt x="1075" y="264"/>
                </a:cubicBezTo>
                <a:cubicBezTo>
                  <a:pt x="1070" y="269"/>
                  <a:pt x="1070" y="269"/>
                  <a:pt x="1070" y="269"/>
                </a:cubicBezTo>
                <a:cubicBezTo>
                  <a:pt x="1071" y="272"/>
                  <a:pt x="1071" y="272"/>
                  <a:pt x="1071" y="272"/>
                </a:cubicBezTo>
                <a:cubicBezTo>
                  <a:pt x="1061" y="282"/>
                  <a:pt x="1061" y="282"/>
                  <a:pt x="1061" y="282"/>
                </a:cubicBezTo>
                <a:cubicBezTo>
                  <a:pt x="1061" y="295"/>
                  <a:pt x="1061" y="295"/>
                  <a:pt x="1061" y="295"/>
                </a:cubicBezTo>
                <a:cubicBezTo>
                  <a:pt x="1063" y="302"/>
                  <a:pt x="1063" y="302"/>
                  <a:pt x="1063" y="302"/>
                </a:cubicBezTo>
                <a:cubicBezTo>
                  <a:pt x="1062" y="316"/>
                  <a:pt x="1062" y="316"/>
                  <a:pt x="1062" y="316"/>
                </a:cubicBezTo>
                <a:cubicBezTo>
                  <a:pt x="1060" y="321"/>
                  <a:pt x="1060" y="321"/>
                  <a:pt x="1060" y="321"/>
                </a:cubicBezTo>
                <a:cubicBezTo>
                  <a:pt x="1064" y="331"/>
                  <a:pt x="1064" y="331"/>
                  <a:pt x="1064" y="331"/>
                </a:cubicBezTo>
                <a:cubicBezTo>
                  <a:pt x="1066" y="340"/>
                  <a:pt x="1066" y="340"/>
                  <a:pt x="1066" y="340"/>
                </a:cubicBezTo>
                <a:cubicBezTo>
                  <a:pt x="1062" y="335"/>
                  <a:pt x="1062" y="335"/>
                  <a:pt x="1062" y="335"/>
                </a:cubicBezTo>
                <a:cubicBezTo>
                  <a:pt x="1060" y="329"/>
                  <a:pt x="1060" y="329"/>
                  <a:pt x="1060" y="329"/>
                </a:cubicBezTo>
                <a:cubicBezTo>
                  <a:pt x="1054" y="330"/>
                  <a:pt x="1054" y="330"/>
                  <a:pt x="1054" y="330"/>
                </a:cubicBezTo>
                <a:cubicBezTo>
                  <a:pt x="1048" y="337"/>
                  <a:pt x="1048" y="337"/>
                  <a:pt x="1048" y="337"/>
                </a:cubicBezTo>
                <a:cubicBezTo>
                  <a:pt x="1042" y="341"/>
                  <a:pt x="1042" y="341"/>
                  <a:pt x="1042" y="341"/>
                </a:cubicBezTo>
                <a:cubicBezTo>
                  <a:pt x="1040" y="349"/>
                  <a:pt x="1040" y="349"/>
                  <a:pt x="1040" y="349"/>
                </a:cubicBezTo>
                <a:cubicBezTo>
                  <a:pt x="1041" y="359"/>
                  <a:pt x="1041" y="359"/>
                  <a:pt x="1041" y="359"/>
                </a:cubicBezTo>
                <a:cubicBezTo>
                  <a:pt x="1038" y="366"/>
                  <a:pt x="1038" y="366"/>
                  <a:pt x="1038" y="366"/>
                </a:cubicBezTo>
                <a:cubicBezTo>
                  <a:pt x="1040" y="384"/>
                  <a:pt x="1040" y="384"/>
                  <a:pt x="1040" y="384"/>
                </a:cubicBezTo>
                <a:cubicBezTo>
                  <a:pt x="1038" y="388"/>
                  <a:pt x="1038" y="388"/>
                  <a:pt x="1038" y="388"/>
                </a:cubicBezTo>
                <a:cubicBezTo>
                  <a:pt x="1037" y="395"/>
                  <a:pt x="1037" y="395"/>
                  <a:pt x="1037" y="395"/>
                </a:cubicBezTo>
                <a:cubicBezTo>
                  <a:pt x="1031" y="397"/>
                  <a:pt x="1031" y="397"/>
                  <a:pt x="1031" y="397"/>
                </a:cubicBezTo>
                <a:cubicBezTo>
                  <a:pt x="1032" y="408"/>
                  <a:pt x="1032" y="408"/>
                  <a:pt x="1032" y="408"/>
                </a:cubicBezTo>
                <a:cubicBezTo>
                  <a:pt x="1022" y="416"/>
                  <a:pt x="1022" y="416"/>
                  <a:pt x="1022" y="416"/>
                </a:cubicBezTo>
                <a:cubicBezTo>
                  <a:pt x="1019" y="427"/>
                  <a:pt x="1019" y="427"/>
                  <a:pt x="1019" y="427"/>
                </a:cubicBezTo>
                <a:cubicBezTo>
                  <a:pt x="1020" y="431"/>
                  <a:pt x="1020" y="431"/>
                  <a:pt x="1020" y="431"/>
                </a:cubicBezTo>
                <a:cubicBezTo>
                  <a:pt x="1016" y="436"/>
                  <a:pt x="1016" y="436"/>
                  <a:pt x="1016" y="436"/>
                </a:cubicBezTo>
                <a:cubicBezTo>
                  <a:pt x="1021" y="451"/>
                  <a:pt x="1021" y="451"/>
                  <a:pt x="1021" y="451"/>
                </a:cubicBezTo>
                <a:cubicBezTo>
                  <a:pt x="1026" y="457"/>
                  <a:pt x="1026" y="457"/>
                  <a:pt x="1026" y="457"/>
                </a:cubicBezTo>
                <a:cubicBezTo>
                  <a:pt x="1029" y="455"/>
                  <a:pt x="1029" y="455"/>
                  <a:pt x="1029" y="455"/>
                </a:cubicBezTo>
                <a:cubicBezTo>
                  <a:pt x="1036" y="455"/>
                  <a:pt x="1036" y="455"/>
                  <a:pt x="1036" y="455"/>
                </a:cubicBezTo>
                <a:cubicBezTo>
                  <a:pt x="1040" y="452"/>
                  <a:pt x="1040" y="452"/>
                  <a:pt x="1040" y="452"/>
                </a:cubicBezTo>
                <a:cubicBezTo>
                  <a:pt x="1045" y="454"/>
                  <a:pt x="1045" y="454"/>
                  <a:pt x="1045" y="454"/>
                </a:cubicBezTo>
                <a:cubicBezTo>
                  <a:pt x="1047" y="465"/>
                  <a:pt x="1047" y="465"/>
                  <a:pt x="1047" y="465"/>
                </a:cubicBezTo>
                <a:cubicBezTo>
                  <a:pt x="1055" y="485"/>
                  <a:pt x="1055" y="485"/>
                  <a:pt x="1055" y="485"/>
                </a:cubicBezTo>
                <a:cubicBezTo>
                  <a:pt x="1052" y="490"/>
                  <a:pt x="1052" y="490"/>
                  <a:pt x="1052" y="490"/>
                </a:cubicBezTo>
                <a:cubicBezTo>
                  <a:pt x="1049" y="501"/>
                  <a:pt x="1049" y="501"/>
                  <a:pt x="1049" y="501"/>
                </a:cubicBezTo>
                <a:cubicBezTo>
                  <a:pt x="1043" y="510"/>
                  <a:pt x="1043" y="510"/>
                  <a:pt x="1043" y="510"/>
                </a:cubicBezTo>
                <a:cubicBezTo>
                  <a:pt x="1042" y="529"/>
                  <a:pt x="1042" y="529"/>
                  <a:pt x="1042" y="529"/>
                </a:cubicBezTo>
                <a:cubicBezTo>
                  <a:pt x="1043" y="543"/>
                  <a:pt x="1043" y="543"/>
                  <a:pt x="1043" y="543"/>
                </a:cubicBezTo>
                <a:cubicBezTo>
                  <a:pt x="1048" y="543"/>
                  <a:pt x="1048" y="543"/>
                  <a:pt x="1048" y="543"/>
                </a:cubicBezTo>
                <a:cubicBezTo>
                  <a:pt x="1054" y="547"/>
                  <a:pt x="1054" y="547"/>
                  <a:pt x="1054" y="547"/>
                </a:cubicBezTo>
                <a:cubicBezTo>
                  <a:pt x="1063" y="547"/>
                  <a:pt x="1063" y="547"/>
                  <a:pt x="1063" y="547"/>
                </a:cubicBezTo>
                <a:cubicBezTo>
                  <a:pt x="1067" y="542"/>
                  <a:pt x="1067" y="542"/>
                  <a:pt x="1067" y="542"/>
                </a:cubicBezTo>
                <a:cubicBezTo>
                  <a:pt x="1075" y="544"/>
                  <a:pt x="1075" y="544"/>
                  <a:pt x="1075" y="544"/>
                </a:cubicBezTo>
                <a:cubicBezTo>
                  <a:pt x="1082" y="543"/>
                  <a:pt x="1082" y="543"/>
                  <a:pt x="1082" y="543"/>
                </a:cubicBezTo>
                <a:cubicBezTo>
                  <a:pt x="1088" y="547"/>
                  <a:pt x="1088" y="547"/>
                  <a:pt x="1088" y="547"/>
                </a:cubicBezTo>
                <a:cubicBezTo>
                  <a:pt x="1089" y="540"/>
                  <a:pt x="1089" y="540"/>
                  <a:pt x="1089" y="540"/>
                </a:cubicBezTo>
                <a:cubicBezTo>
                  <a:pt x="1088" y="531"/>
                  <a:pt x="1088" y="531"/>
                  <a:pt x="1088" y="531"/>
                </a:cubicBezTo>
                <a:cubicBezTo>
                  <a:pt x="1082" y="527"/>
                  <a:pt x="1082" y="527"/>
                  <a:pt x="1082" y="527"/>
                </a:cubicBezTo>
                <a:cubicBezTo>
                  <a:pt x="1081" y="516"/>
                  <a:pt x="1081" y="516"/>
                  <a:pt x="1081" y="516"/>
                </a:cubicBezTo>
                <a:cubicBezTo>
                  <a:pt x="1086" y="508"/>
                  <a:pt x="1086" y="508"/>
                  <a:pt x="1086" y="508"/>
                </a:cubicBezTo>
                <a:cubicBezTo>
                  <a:pt x="1088" y="494"/>
                  <a:pt x="1088" y="494"/>
                  <a:pt x="1088" y="494"/>
                </a:cubicBezTo>
                <a:cubicBezTo>
                  <a:pt x="1086" y="481"/>
                  <a:pt x="1086" y="481"/>
                  <a:pt x="1086" y="481"/>
                </a:cubicBezTo>
                <a:cubicBezTo>
                  <a:pt x="1083" y="477"/>
                  <a:pt x="1083" y="477"/>
                  <a:pt x="1083" y="477"/>
                </a:cubicBezTo>
                <a:cubicBezTo>
                  <a:pt x="1091" y="465"/>
                  <a:pt x="1091" y="465"/>
                  <a:pt x="1091" y="465"/>
                </a:cubicBezTo>
                <a:cubicBezTo>
                  <a:pt x="1094" y="453"/>
                  <a:pt x="1094" y="453"/>
                  <a:pt x="1094" y="453"/>
                </a:cubicBezTo>
                <a:cubicBezTo>
                  <a:pt x="1091" y="440"/>
                  <a:pt x="1091" y="440"/>
                  <a:pt x="1091" y="440"/>
                </a:cubicBezTo>
                <a:cubicBezTo>
                  <a:pt x="1086" y="435"/>
                  <a:pt x="1086" y="435"/>
                  <a:pt x="1086" y="435"/>
                </a:cubicBezTo>
                <a:cubicBezTo>
                  <a:pt x="1086" y="431"/>
                  <a:pt x="1086" y="431"/>
                  <a:pt x="1086" y="431"/>
                </a:cubicBezTo>
                <a:cubicBezTo>
                  <a:pt x="1095" y="425"/>
                  <a:pt x="1095" y="425"/>
                  <a:pt x="1095" y="425"/>
                </a:cubicBezTo>
                <a:cubicBezTo>
                  <a:pt x="1099" y="419"/>
                  <a:pt x="1099" y="419"/>
                  <a:pt x="1099" y="419"/>
                </a:cubicBezTo>
                <a:cubicBezTo>
                  <a:pt x="1107" y="417"/>
                  <a:pt x="1107" y="417"/>
                  <a:pt x="1107" y="417"/>
                </a:cubicBezTo>
                <a:cubicBezTo>
                  <a:pt x="1116" y="420"/>
                  <a:pt x="1116" y="420"/>
                  <a:pt x="1116" y="420"/>
                </a:cubicBezTo>
                <a:cubicBezTo>
                  <a:pt x="1115" y="425"/>
                  <a:pt x="1115" y="425"/>
                  <a:pt x="1115" y="425"/>
                </a:cubicBezTo>
                <a:cubicBezTo>
                  <a:pt x="1119" y="432"/>
                  <a:pt x="1119" y="432"/>
                  <a:pt x="1119" y="432"/>
                </a:cubicBezTo>
                <a:cubicBezTo>
                  <a:pt x="1119" y="441"/>
                  <a:pt x="1119" y="441"/>
                  <a:pt x="1119" y="441"/>
                </a:cubicBezTo>
                <a:cubicBezTo>
                  <a:pt x="1112" y="448"/>
                  <a:pt x="1112" y="448"/>
                  <a:pt x="1112" y="448"/>
                </a:cubicBezTo>
                <a:cubicBezTo>
                  <a:pt x="1111" y="456"/>
                  <a:pt x="1111" y="456"/>
                  <a:pt x="1111" y="456"/>
                </a:cubicBezTo>
                <a:cubicBezTo>
                  <a:pt x="1115" y="465"/>
                  <a:pt x="1115" y="465"/>
                  <a:pt x="1115" y="465"/>
                </a:cubicBezTo>
                <a:cubicBezTo>
                  <a:pt x="1121" y="466"/>
                  <a:pt x="1121" y="466"/>
                  <a:pt x="1121" y="466"/>
                </a:cubicBezTo>
                <a:cubicBezTo>
                  <a:pt x="1126" y="472"/>
                  <a:pt x="1126" y="472"/>
                  <a:pt x="1126" y="472"/>
                </a:cubicBezTo>
                <a:cubicBezTo>
                  <a:pt x="1136" y="478"/>
                  <a:pt x="1136" y="478"/>
                  <a:pt x="1136" y="478"/>
                </a:cubicBezTo>
                <a:cubicBezTo>
                  <a:pt x="1138" y="486"/>
                  <a:pt x="1138" y="486"/>
                  <a:pt x="1138" y="486"/>
                </a:cubicBezTo>
                <a:cubicBezTo>
                  <a:pt x="1135" y="486"/>
                  <a:pt x="1135" y="486"/>
                  <a:pt x="1135" y="486"/>
                </a:cubicBezTo>
                <a:cubicBezTo>
                  <a:pt x="1132" y="502"/>
                  <a:pt x="1132" y="502"/>
                  <a:pt x="1132" y="502"/>
                </a:cubicBezTo>
                <a:cubicBezTo>
                  <a:pt x="1135" y="510"/>
                  <a:pt x="1135" y="510"/>
                  <a:pt x="1135" y="510"/>
                </a:cubicBezTo>
                <a:cubicBezTo>
                  <a:pt x="1142" y="512"/>
                  <a:pt x="1142" y="512"/>
                  <a:pt x="1142" y="512"/>
                </a:cubicBezTo>
                <a:cubicBezTo>
                  <a:pt x="1146" y="511"/>
                  <a:pt x="1146" y="511"/>
                  <a:pt x="1146" y="511"/>
                </a:cubicBezTo>
                <a:cubicBezTo>
                  <a:pt x="1156" y="515"/>
                  <a:pt x="1156" y="515"/>
                  <a:pt x="1156" y="515"/>
                </a:cubicBezTo>
                <a:cubicBezTo>
                  <a:pt x="1163" y="514"/>
                  <a:pt x="1163" y="514"/>
                  <a:pt x="1163" y="514"/>
                </a:cubicBezTo>
                <a:cubicBezTo>
                  <a:pt x="1163" y="511"/>
                  <a:pt x="1163" y="511"/>
                  <a:pt x="1163" y="511"/>
                </a:cubicBezTo>
                <a:cubicBezTo>
                  <a:pt x="1160" y="504"/>
                  <a:pt x="1160" y="504"/>
                  <a:pt x="1160" y="504"/>
                </a:cubicBezTo>
                <a:cubicBezTo>
                  <a:pt x="1167" y="497"/>
                  <a:pt x="1167" y="497"/>
                  <a:pt x="1167" y="497"/>
                </a:cubicBezTo>
                <a:cubicBezTo>
                  <a:pt x="1175" y="496"/>
                  <a:pt x="1175" y="496"/>
                  <a:pt x="1175" y="496"/>
                </a:cubicBezTo>
                <a:cubicBezTo>
                  <a:pt x="1185" y="490"/>
                  <a:pt x="1185" y="490"/>
                  <a:pt x="1185" y="490"/>
                </a:cubicBezTo>
                <a:cubicBezTo>
                  <a:pt x="1198" y="491"/>
                  <a:pt x="1198" y="491"/>
                  <a:pt x="1198" y="491"/>
                </a:cubicBezTo>
                <a:cubicBezTo>
                  <a:pt x="1203" y="486"/>
                  <a:pt x="1203" y="486"/>
                  <a:pt x="1203" y="486"/>
                </a:cubicBezTo>
                <a:cubicBezTo>
                  <a:pt x="1206" y="488"/>
                  <a:pt x="1206" y="488"/>
                  <a:pt x="1206" y="488"/>
                </a:cubicBezTo>
                <a:cubicBezTo>
                  <a:pt x="1212" y="488"/>
                  <a:pt x="1212" y="488"/>
                  <a:pt x="1212" y="488"/>
                </a:cubicBezTo>
                <a:cubicBezTo>
                  <a:pt x="1216" y="481"/>
                  <a:pt x="1216" y="481"/>
                  <a:pt x="1216" y="481"/>
                </a:cubicBezTo>
                <a:cubicBezTo>
                  <a:pt x="1215" y="478"/>
                  <a:pt x="1215" y="478"/>
                  <a:pt x="1215" y="478"/>
                </a:cubicBezTo>
                <a:cubicBezTo>
                  <a:pt x="1204" y="477"/>
                  <a:pt x="1204" y="477"/>
                  <a:pt x="1204" y="477"/>
                </a:cubicBezTo>
                <a:cubicBezTo>
                  <a:pt x="1200" y="478"/>
                  <a:pt x="1200" y="478"/>
                  <a:pt x="1200" y="478"/>
                </a:cubicBezTo>
                <a:cubicBezTo>
                  <a:pt x="1196" y="477"/>
                  <a:pt x="1196" y="477"/>
                  <a:pt x="1196" y="477"/>
                </a:cubicBezTo>
                <a:cubicBezTo>
                  <a:pt x="1188" y="478"/>
                  <a:pt x="1188" y="478"/>
                  <a:pt x="1188" y="478"/>
                </a:cubicBezTo>
                <a:cubicBezTo>
                  <a:pt x="1188" y="472"/>
                  <a:pt x="1188" y="472"/>
                  <a:pt x="1188" y="472"/>
                </a:cubicBezTo>
                <a:cubicBezTo>
                  <a:pt x="1184" y="471"/>
                  <a:pt x="1184" y="471"/>
                  <a:pt x="1184" y="471"/>
                </a:cubicBezTo>
                <a:cubicBezTo>
                  <a:pt x="1184" y="467"/>
                  <a:pt x="1184" y="467"/>
                  <a:pt x="1184" y="467"/>
                </a:cubicBezTo>
                <a:cubicBezTo>
                  <a:pt x="1180" y="466"/>
                  <a:pt x="1180" y="466"/>
                  <a:pt x="1180" y="466"/>
                </a:cubicBezTo>
                <a:cubicBezTo>
                  <a:pt x="1176" y="468"/>
                  <a:pt x="1176" y="468"/>
                  <a:pt x="1176" y="468"/>
                </a:cubicBezTo>
                <a:cubicBezTo>
                  <a:pt x="1176" y="464"/>
                  <a:pt x="1176" y="464"/>
                  <a:pt x="1176" y="464"/>
                </a:cubicBezTo>
                <a:cubicBezTo>
                  <a:pt x="1169" y="461"/>
                  <a:pt x="1169" y="461"/>
                  <a:pt x="1169" y="461"/>
                </a:cubicBezTo>
                <a:cubicBezTo>
                  <a:pt x="1166" y="456"/>
                  <a:pt x="1166" y="456"/>
                  <a:pt x="1166" y="456"/>
                </a:cubicBezTo>
                <a:cubicBezTo>
                  <a:pt x="1171" y="451"/>
                  <a:pt x="1171" y="451"/>
                  <a:pt x="1171" y="451"/>
                </a:cubicBezTo>
                <a:cubicBezTo>
                  <a:pt x="1173" y="447"/>
                  <a:pt x="1173" y="447"/>
                  <a:pt x="1173" y="447"/>
                </a:cubicBezTo>
                <a:cubicBezTo>
                  <a:pt x="1176" y="448"/>
                  <a:pt x="1176" y="448"/>
                  <a:pt x="1176" y="448"/>
                </a:cubicBezTo>
                <a:cubicBezTo>
                  <a:pt x="1174" y="443"/>
                  <a:pt x="1174" y="443"/>
                  <a:pt x="1174" y="443"/>
                </a:cubicBezTo>
                <a:cubicBezTo>
                  <a:pt x="1177" y="442"/>
                  <a:pt x="1177" y="442"/>
                  <a:pt x="1177" y="442"/>
                </a:cubicBezTo>
                <a:cubicBezTo>
                  <a:pt x="1179" y="438"/>
                  <a:pt x="1179" y="438"/>
                  <a:pt x="1179" y="438"/>
                </a:cubicBezTo>
                <a:cubicBezTo>
                  <a:pt x="1175" y="434"/>
                  <a:pt x="1175" y="434"/>
                  <a:pt x="1175" y="434"/>
                </a:cubicBezTo>
                <a:cubicBezTo>
                  <a:pt x="1169" y="432"/>
                  <a:pt x="1169" y="432"/>
                  <a:pt x="1169" y="432"/>
                </a:cubicBezTo>
                <a:cubicBezTo>
                  <a:pt x="1172" y="428"/>
                  <a:pt x="1172" y="428"/>
                  <a:pt x="1172" y="428"/>
                </a:cubicBezTo>
                <a:cubicBezTo>
                  <a:pt x="1171" y="423"/>
                  <a:pt x="1171" y="423"/>
                  <a:pt x="1171" y="423"/>
                </a:cubicBezTo>
                <a:cubicBezTo>
                  <a:pt x="1163" y="418"/>
                  <a:pt x="1163" y="418"/>
                  <a:pt x="1163" y="418"/>
                </a:cubicBezTo>
                <a:cubicBezTo>
                  <a:pt x="1158" y="418"/>
                  <a:pt x="1158" y="418"/>
                  <a:pt x="1158" y="418"/>
                </a:cubicBezTo>
                <a:cubicBezTo>
                  <a:pt x="1156" y="410"/>
                  <a:pt x="1156" y="410"/>
                  <a:pt x="1156" y="410"/>
                </a:cubicBezTo>
                <a:cubicBezTo>
                  <a:pt x="1144" y="397"/>
                  <a:pt x="1144" y="397"/>
                  <a:pt x="1144" y="397"/>
                </a:cubicBezTo>
                <a:cubicBezTo>
                  <a:pt x="1137" y="392"/>
                  <a:pt x="1137" y="392"/>
                  <a:pt x="1137" y="392"/>
                </a:cubicBezTo>
                <a:cubicBezTo>
                  <a:pt x="1133" y="384"/>
                  <a:pt x="1133" y="384"/>
                  <a:pt x="1133" y="384"/>
                </a:cubicBezTo>
                <a:cubicBezTo>
                  <a:pt x="1134" y="381"/>
                  <a:pt x="1134" y="381"/>
                  <a:pt x="1134" y="381"/>
                </a:cubicBezTo>
                <a:cubicBezTo>
                  <a:pt x="1137" y="381"/>
                  <a:pt x="1137" y="381"/>
                  <a:pt x="1137" y="381"/>
                </a:cubicBezTo>
                <a:cubicBezTo>
                  <a:pt x="1139" y="385"/>
                  <a:pt x="1139" y="385"/>
                  <a:pt x="1139" y="385"/>
                </a:cubicBezTo>
                <a:cubicBezTo>
                  <a:pt x="1147" y="386"/>
                  <a:pt x="1147" y="386"/>
                  <a:pt x="1147" y="386"/>
                </a:cubicBezTo>
                <a:cubicBezTo>
                  <a:pt x="1154" y="380"/>
                  <a:pt x="1154" y="380"/>
                  <a:pt x="1154" y="380"/>
                </a:cubicBezTo>
                <a:cubicBezTo>
                  <a:pt x="1156" y="375"/>
                  <a:pt x="1156" y="375"/>
                  <a:pt x="1156" y="375"/>
                </a:cubicBezTo>
                <a:cubicBezTo>
                  <a:pt x="1173" y="369"/>
                  <a:pt x="1173" y="369"/>
                  <a:pt x="1173" y="369"/>
                </a:cubicBezTo>
                <a:cubicBezTo>
                  <a:pt x="1186" y="359"/>
                  <a:pt x="1186" y="359"/>
                  <a:pt x="1186" y="359"/>
                </a:cubicBezTo>
                <a:cubicBezTo>
                  <a:pt x="1191" y="349"/>
                  <a:pt x="1191" y="349"/>
                  <a:pt x="1191" y="349"/>
                </a:cubicBezTo>
                <a:cubicBezTo>
                  <a:pt x="1199" y="345"/>
                  <a:pt x="1199" y="345"/>
                  <a:pt x="1199" y="345"/>
                </a:cubicBezTo>
                <a:cubicBezTo>
                  <a:pt x="1200" y="339"/>
                  <a:pt x="1200" y="339"/>
                  <a:pt x="1200" y="339"/>
                </a:cubicBezTo>
                <a:cubicBezTo>
                  <a:pt x="1209" y="337"/>
                  <a:pt x="1209" y="337"/>
                  <a:pt x="1209" y="337"/>
                </a:cubicBezTo>
                <a:cubicBezTo>
                  <a:pt x="1217" y="341"/>
                  <a:pt x="1217" y="341"/>
                  <a:pt x="1217" y="341"/>
                </a:cubicBezTo>
                <a:cubicBezTo>
                  <a:pt x="1223" y="342"/>
                  <a:pt x="1223" y="342"/>
                  <a:pt x="1223" y="342"/>
                </a:cubicBezTo>
                <a:cubicBezTo>
                  <a:pt x="1230" y="331"/>
                  <a:pt x="1230" y="331"/>
                  <a:pt x="1230" y="331"/>
                </a:cubicBezTo>
                <a:cubicBezTo>
                  <a:pt x="1230" y="325"/>
                  <a:pt x="1230" y="325"/>
                  <a:pt x="1230" y="325"/>
                </a:cubicBezTo>
                <a:cubicBezTo>
                  <a:pt x="1221" y="321"/>
                  <a:pt x="1221" y="321"/>
                  <a:pt x="1221" y="321"/>
                </a:cubicBezTo>
                <a:cubicBezTo>
                  <a:pt x="1202" y="323"/>
                  <a:pt x="1202" y="323"/>
                  <a:pt x="1202" y="323"/>
                </a:cubicBezTo>
                <a:cubicBezTo>
                  <a:pt x="1193" y="329"/>
                  <a:pt x="1193" y="329"/>
                  <a:pt x="1193" y="329"/>
                </a:cubicBezTo>
                <a:cubicBezTo>
                  <a:pt x="1181" y="329"/>
                  <a:pt x="1181" y="329"/>
                  <a:pt x="1181" y="329"/>
                </a:cubicBezTo>
                <a:cubicBezTo>
                  <a:pt x="1174" y="331"/>
                  <a:pt x="1174" y="331"/>
                  <a:pt x="1174" y="331"/>
                </a:cubicBezTo>
                <a:cubicBezTo>
                  <a:pt x="1167" y="339"/>
                  <a:pt x="1167" y="339"/>
                  <a:pt x="1167" y="339"/>
                </a:cubicBezTo>
                <a:cubicBezTo>
                  <a:pt x="1159" y="338"/>
                  <a:pt x="1159" y="338"/>
                  <a:pt x="1159" y="338"/>
                </a:cubicBezTo>
                <a:cubicBezTo>
                  <a:pt x="1153" y="340"/>
                  <a:pt x="1153" y="340"/>
                  <a:pt x="1153" y="340"/>
                </a:cubicBezTo>
                <a:cubicBezTo>
                  <a:pt x="1144" y="335"/>
                  <a:pt x="1144" y="335"/>
                  <a:pt x="1144" y="335"/>
                </a:cubicBezTo>
                <a:cubicBezTo>
                  <a:pt x="1137" y="332"/>
                  <a:pt x="1137" y="332"/>
                  <a:pt x="1137" y="332"/>
                </a:cubicBezTo>
                <a:cubicBezTo>
                  <a:pt x="1128" y="343"/>
                  <a:pt x="1128" y="343"/>
                  <a:pt x="1128" y="343"/>
                </a:cubicBezTo>
                <a:cubicBezTo>
                  <a:pt x="1122" y="358"/>
                  <a:pt x="1122" y="358"/>
                  <a:pt x="1122" y="358"/>
                </a:cubicBezTo>
                <a:cubicBezTo>
                  <a:pt x="1114" y="362"/>
                  <a:pt x="1114" y="362"/>
                  <a:pt x="1114" y="362"/>
                </a:cubicBezTo>
                <a:cubicBezTo>
                  <a:pt x="1105" y="361"/>
                  <a:pt x="1105" y="361"/>
                  <a:pt x="1105" y="361"/>
                </a:cubicBezTo>
                <a:cubicBezTo>
                  <a:pt x="1103" y="357"/>
                  <a:pt x="1103" y="357"/>
                  <a:pt x="1103" y="357"/>
                </a:cubicBezTo>
                <a:cubicBezTo>
                  <a:pt x="1092" y="344"/>
                  <a:pt x="1092" y="344"/>
                  <a:pt x="1092" y="344"/>
                </a:cubicBezTo>
                <a:cubicBezTo>
                  <a:pt x="1080" y="335"/>
                  <a:pt x="1080" y="335"/>
                  <a:pt x="1080" y="335"/>
                </a:cubicBezTo>
                <a:cubicBezTo>
                  <a:pt x="1075" y="319"/>
                  <a:pt x="1075" y="319"/>
                  <a:pt x="1075" y="319"/>
                </a:cubicBezTo>
                <a:cubicBezTo>
                  <a:pt x="1076" y="303"/>
                  <a:pt x="1076" y="303"/>
                  <a:pt x="1076" y="303"/>
                </a:cubicBezTo>
                <a:cubicBezTo>
                  <a:pt x="1083" y="286"/>
                  <a:pt x="1083" y="286"/>
                  <a:pt x="1083" y="286"/>
                </a:cubicBezTo>
                <a:cubicBezTo>
                  <a:pt x="1090" y="279"/>
                  <a:pt x="1090" y="279"/>
                  <a:pt x="1090" y="279"/>
                </a:cubicBezTo>
                <a:close/>
                <a:moveTo>
                  <a:pt x="1099" y="0"/>
                </a:moveTo>
                <a:cubicBezTo>
                  <a:pt x="1093" y="6"/>
                  <a:pt x="1093" y="6"/>
                  <a:pt x="1093" y="6"/>
                </a:cubicBezTo>
                <a:cubicBezTo>
                  <a:pt x="1098" y="8"/>
                  <a:pt x="1098" y="8"/>
                  <a:pt x="1098" y="8"/>
                </a:cubicBezTo>
                <a:cubicBezTo>
                  <a:pt x="1101" y="4"/>
                  <a:pt x="1101" y="4"/>
                  <a:pt x="1101" y="4"/>
                </a:cubicBezTo>
                <a:cubicBezTo>
                  <a:pt x="1099" y="0"/>
                  <a:pt x="1099" y="0"/>
                  <a:pt x="1099" y="0"/>
                </a:cubicBezTo>
                <a:close/>
                <a:moveTo>
                  <a:pt x="1109" y="28"/>
                </a:moveTo>
                <a:cubicBezTo>
                  <a:pt x="1117" y="28"/>
                  <a:pt x="1117" y="28"/>
                  <a:pt x="1117" y="28"/>
                </a:cubicBezTo>
                <a:cubicBezTo>
                  <a:pt x="1121" y="26"/>
                  <a:pt x="1121" y="26"/>
                  <a:pt x="1121" y="26"/>
                </a:cubicBezTo>
                <a:cubicBezTo>
                  <a:pt x="1124" y="28"/>
                  <a:pt x="1124" y="28"/>
                  <a:pt x="1124" y="28"/>
                </a:cubicBezTo>
                <a:cubicBezTo>
                  <a:pt x="1131" y="25"/>
                  <a:pt x="1131" y="25"/>
                  <a:pt x="1131" y="25"/>
                </a:cubicBezTo>
                <a:cubicBezTo>
                  <a:pt x="1130" y="21"/>
                  <a:pt x="1130" y="21"/>
                  <a:pt x="1130" y="21"/>
                </a:cubicBezTo>
                <a:cubicBezTo>
                  <a:pt x="1121" y="20"/>
                  <a:pt x="1121" y="20"/>
                  <a:pt x="1121" y="20"/>
                </a:cubicBezTo>
                <a:cubicBezTo>
                  <a:pt x="1110" y="22"/>
                  <a:pt x="1110" y="22"/>
                  <a:pt x="1110" y="22"/>
                </a:cubicBezTo>
                <a:cubicBezTo>
                  <a:pt x="1107" y="25"/>
                  <a:pt x="1107" y="25"/>
                  <a:pt x="1107" y="25"/>
                </a:cubicBezTo>
                <a:cubicBezTo>
                  <a:pt x="1109" y="28"/>
                  <a:pt x="1109" y="28"/>
                  <a:pt x="1109" y="28"/>
                </a:cubicBezTo>
                <a:close/>
                <a:moveTo>
                  <a:pt x="1044" y="73"/>
                </a:moveTo>
                <a:cubicBezTo>
                  <a:pt x="1042" y="78"/>
                  <a:pt x="1042" y="78"/>
                  <a:pt x="1042" y="78"/>
                </a:cubicBezTo>
                <a:cubicBezTo>
                  <a:pt x="1046" y="86"/>
                  <a:pt x="1046" y="86"/>
                  <a:pt x="1046" y="86"/>
                </a:cubicBezTo>
                <a:cubicBezTo>
                  <a:pt x="1046" y="79"/>
                  <a:pt x="1046" y="79"/>
                  <a:pt x="1046" y="79"/>
                </a:cubicBezTo>
                <a:cubicBezTo>
                  <a:pt x="1044" y="73"/>
                  <a:pt x="1044" y="73"/>
                  <a:pt x="1044" y="73"/>
                </a:cubicBezTo>
                <a:close/>
                <a:moveTo>
                  <a:pt x="1059" y="64"/>
                </a:moveTo>
                <a:cubicBezTo>
                  <a:pt x="1073" y="52"/>
                  <a:pt x="1073" y="52"/>
                  <a:pt x="1073" y="52"/>
                </a:cubicBezTo>
                <a:cubicBezTo>
                  <a:pt x="1080" y="51"/>
                  <a:pt x="1080" y="51"/>
                  <a:pt x="1080" y="51"/>
                </a:cubicBezTo>
                <a:cubicBezTo>
                  <a:pt x="1081" y="57"/>
                  <a:pt x="1081" y="57"/>
                  <a:pt x="1081" y="57"/>
                </a:cubicBezTo>
                <a:cubicBezTo>
                  <a:pt x="1071" y="64"/>
                  <a:pt x="1071" y="64"/>
                  <a:pt x="1071" y="64"/>
                </a:cubicBezTo>
                <a:cubicBezTo>
                  <a:pt x="1062" y="66"/>
                  <a:pt x="1062" y="66"/>
                  <a:pt x="1062" y="66"/>
                </a:cubicBezTo>
                <a:cubicBezTo>
                  <a:pt x="1059" y="64"/>
                  <a:pt x="1059" y="64"/>
                  <a:pt x="1059" y="64"/>
                </a:cubicBezTo>
                <a:close/>
                <a:moveTo>
                  <a:pt x="970" y="111"/>
                </a:moveTo>
                <a:cubicBezTo>
                  <a:pt x="973" y="115"/>
                  <a:pt x="973" y="115"/>
                  <a:pt x="973" y="115"/>
                </a:cubicBezTo>
                <a:cubicBezTo>
                  <a:pt x="969" y="113"/>
                  <a:pt x="969" y="113"/>
                  <a:pt x="969" y="113"/>
                </a:cubicBezTo>
                <a:cubicBezTo>
                  <a:pt x="970" y="111"/>
                  <a:pt x="970" y="111"/>
                  <a:pt x="970" y="111"/>
                </a:cubicBezTo>
                <a:close/>
                <a:moveTo>
                  <a:pt x="971" y="106"/>
                </a:moveTo>
                <a:cubicBezTo>
                  <a:pt x="970" y="108"/>
                  <a:pt x="970" y="108"/>
                  <a:pt x="970" y="108"/>
                </a:cubicBezTo>
                <a:cubicBezTo>
                  <a:pt x="973" y="112"/>
                  <a:pt x="973" y="112"/>
                  <a:pt x="973" y="112"/>
                </a:cubicBezTo>
                <a:cubicBezTo>
                  <a:pt x="980" y="112"/>
                  <a:pt x="980" y="112"/>
                  <a:pt x="980" y="112"/>
                </a:cubicBezTo>
                <a:cubicBezTo>
                  <a:pt x="980" y="109"/>
                  <a:pt x="980" y="109"/>
                  <a:pt x="980" y="109"/>
                </a:cubicBezTo>
                <a:cubicBezTo>
                  <a:pt x="971" y="106"/>
                  <a:pt x="971" y="106"/>
                  <a:pt x="971" y="106"/>
                </a:cubicBezTo>
                <a:close/>
                <a:moveTo>
                  <a:pt x="976" y="130"/>
                </a:moveTo>
                <a:cubicBezTo>
                  <a:pt x="967" y="132"/>
                  <a:pt x="967" y="132"/>
                  <a:pt x="967" y="132"/>
                </a:cubicBezTo>
                <a:cubicBezTo>
                  <a:pt x="973" y="134"/>
                  <a:pt x="973" y="134"/>
                  <a:pt x="973" y="134"/>
                </a:cubicBezTo>
                <a:cubicBezTo>
                  <a:pt x="976" y="130"/>
                  <a:pt x="976" y="130"/>
                  <a:pt x="976" y="130"/>
                </a:cubicBezTo>
                <a:close/>
                <a:moveTo>
                  <a:pt x="966" y="139"/>
                </a:moveTo>
                <a:cubicBezTo>
                  <a:pt x="970" y="141"/>
                  <a:pt x="970" y="141"/>
                  <a:pt x="970" y="141"/>
                </a:cubicBezTo>
                <a:cubicBezTo>
                  <a:pt x="970" y="149"/>
                  <a:pt x="970" y="149"/>
                  <a:pt x="970" y="149"/>
                </a:cubicBezTo>
                <a:cubicBezTo>
                  <a:pt x="968" y="148"/>
                  <a:pt x="968" y="148"/>
                  <a:pt x="968" y="148"/>
                </a:cubicBezTo>
                <a:cubicBezTo>
                  <a:pt x="966" y="139"/>
                  <a:pt x="966" y="139"/>
                  <a:pt x="966" y="139"/>
                </a:cubicBezTo>
                <a:close/>
                <a:moveTo>
                  <a:pt x="912" y="450"/>
                </a:moveTo>
                <a:cubicBezTo>
                  <a:pt x="915" y="452"/>
                  <a:pt x="915" y="452"/>
                  <a:pt x="915" y="452"/>
                </a:cubicBezTo>
                <a:cubicBezTo>
                  <a:pt x="914" y="464"/>
                  <a:pt x="914" y="464"/>
                  <a:pt x="914" y="464"/>
                </a:cubicBezTo>
                <a:cubicBezTo>
                  <a:pt x="911" y="464"/>
                  <a:pt x="911" y="464"/>
                  <a:pt x="911" y="464"/>
                </a:cubicBezTo>
                <a:cubicBezTo>
                  <a:pt x="911" y="454"/>
                  <a:pt x="911" y="454"/>
                  <a:pt x="911" y="454"/>
                </a:cubicBezTo>
                <a:cubicBezTo>
                  <a:pt x="912" y="450"/>
                  <a:pt x="912" y="450"/>
                  <a:pt x="912" y="450"/>
                </a:cubicBezTo>
                <a:close/>
                <a:moveTo>
                  <a:pt x="909" y="451"/>
                </a:moveTo>
                <a:cubicBezTo>
                  <a:pt x="909" y="466"/>
                  <a:pt x="909" y="466"/>
                  <a:pt x="909" y="466"/>
                </a:cubicBezTo>
                <a:cubicBezTo>
                  <a:pt x="907" y="474"/>
                  <a:pt x="907" y="474"/>
                  <a:pt x="907" y="474"/>
                </a:cubicBezTo>
                <a:cubicBezTo>
                  <a:pt x="900" y="479"/>
                  <a:pt x="900" y="479"/>
                  <a:pt x="900" y="479"/>
                </a:cubicBezTo>
                <a:cubicBezTo>
                  <a:pt x="897" y="475"/>
                  <a:pt x="897" y="475"/>
                  <a:pt x="897" y="475"/>
                </a:cubicBezTo>
                <a:cubicBezTo>
                  <a:pt x="898" y="462"/>
                  <a:pt x="898" y="462"/>
                  <a:pt x="898" y="462"/>
                </a:cubicBezTo>
                <a:cubicBezTo>
                  <a:pt x="903" y="450"/>
                  <a:pt x="903" y="450"/>
                  <a:pt x="903" y="450"/>
                </a:cubicBezTo>
                <a:cubicBezTo>
                  <a:pt x="907" y="447"/>
                  <a:pt x="907" y="447"/>
                  <a:pt x="907" y="447"/>
                </a:cubicBezTo>
                <a:cubicBezTo>
                  <a:pt x="909" y="451"/>
                  <a:pt x="909" y="451"/>
                  <a:pt x="909" y="451"/>
                </a:cubicBezTo>
                <a:close/>
                <a:moveTo>
                  <a:pt x="610" y="314"/>
                </a:moveTo>
                <a:cubicBezTo>
                  <a:pt x="620" y="317"/>
                  <a:pt x="620" y="317"/>
                  <a:pt x="620" y="317"/>
                </a:cubicBezTo>
                <a:cubicBezTo>
                  <a:pt x="622" y="320"/>
                  <a:pt x="622" y="320"/>
                  <a:pt x="622" y="320"/>
                </a:cubicBezTo>
                <a:cubicBezTo>
                  <a:pt x="618" y="322"/>
                  <a:pt x="618" y="322"/>
                  <a:pt x="618" y="322"/>
                </a:cubicBezTo>
                <a:cubicBezTo>
                  <a:pt x="610" y="319"/>
                  <a:pt x="610" y="319"/>
                  <a:pt x="610" y="319"/>
                </a:cubicBezTo>
                <a:cubicBezTo>
                  <a:pt x="608" y="315"/>
                  <a:pt x="608" y="315"/>
                  <a:pt x="608" y="315"/>
                </a:cubicBezTo>
                <a:cubicBezTo>
                  <a:pt x="610" y="314"/>
                  <a:pt x="610" y="314"/>
                  <a:pt x="610" y="314"/>
                </a:cubicBezTo>
                <a:close/>
                <a:moveTo>
                  <a:pt x="614" y="333"/>
                </a:moveTo>
                <a:cubicBezTo>
                  <a:pt x="625" y="335"/>
                  <a:pt x="625" y="335"/>
                  <a:pt x="625" y="335"/>
                </a:cubicBezTo>
                <a:cubicBezTo>
                  <a:pt x="630" y="340"/>
                  <a:pt x="630" y="340"/>
                  <a:pt x="630" y="340"/>
                </a:cubicBezTo>
                <a:cubicBezTo>
                  <a:pt x="633" y="341"/>
                  <a:pt x="633" y="341"/>
                  <a:pt x="633" y="341"/>
                </a:cubicBezTo>
                <a:cubicBezTo>
                  <a:pt x="633" y="344"/>
                  <a:pt x="633" y="344"/>
                  <a:pt x="633" y="344"/>
                </a:cubicBezTo>
                <a:cubicBezTo>
                  <a:pt x="623" y="343"/>
                  <a:pt x="623" y="343"/>
                  <a:pt x="623" y="343"/>
                </a:cubicBezTo>
                <a:cubicBezTo>
                  <a:pt x="619" y="343"/>
                  <a:pt x="619" y="343"/>
                  <a:pt x="619" y="343"/>
                </a:cubicBezTo>
                <a:cubicBezTo>
                  <a:pt x="613" y="336"/>
                  <a:pt x="613" y="336"/>
                  <a:pt x="613" y="336"/>
                </a:cubicBezTo>
                <a:cubicBezTo>
                  <a:pt x="614" y="333"/>
                  <a:pt x="614" y="333"/>
                  <a:pt x="614" y="333"/>
                </a:cubicBezTo>
                <a:close/>
                <a:moveTo>
                  <a:pt x="623" y="347"/>
                </a:moveTo>
                <a:cubicBezTo>
                  <a:pt x="634" y="347"/>
                  <a:pt x="634" y="347"/>
                  <a:pt x="634" y="347"/>
                </a:cubicBezTo>
                <a:cubicBezTo>
                  <a:pt x="640" y="352"/>
                  <a:pt x="640" y="352"/>
                  <a:pt x="640" y="352"/>
                </a:cubicBezTo>
                <a:cubicBezTo>
                  <a:pt x="631" y="360"/>
                  <a:pt x="631" y="360"/>
                  <a:pt x="631" y="360"/>
                </a:cubicBezTo>
                <a:cubicBezTo>
                  <a:pt x="626" y="362"/>
                  <a:pt x="626" y="362"/>
                  <a:pt x="626" y="362"/>
                </a:cubicBezTo>
                <a:cubicBezTo>
                  <a:pt x="622" y="357"/>
                  <a:pt x="622" y="357"/>
                  <a:pt x="622" y="357"/>
                </a:cubicBezTo>
                <a:cubicBezTo>
                  <a:pt x="624" y="352"/>
                  <a:pt x="624" y="352"/>
                  <a:pt x="624" y="352"/>
                </a:cubicBezTo>
                <a:cubicBezTo>
                  <a:pt x="624" y="352"/>
                  <a:pt x="623" y="347"/>
                  <a:pt x="623" y="347"/>
                </a:cubicBezTo>
                <a:close/>
                <a:moveTo>
                  <a:pt x="602" y="243"/>
                </a:moveTo>
                <a:cubicBezTo>
                  <a:pt x="609" y="232"/>
                  <a:pt x="609" y="232"/>
                  <a:pt x="609" y="232"/>
                </a:cubicBezTo>
                <a:cubicBezTo>
                  <a:pt x="619" y="218"/>
                  <a:pt x="619" y="218"/>
                  <a:pt x="619" y="218"/>
                </a:cubicBezTo>
                <a:cubicBezTo>
                  <a:pt x="624" y="211"/>
                  <a:pt x="624" y="211"/>
                  <a:pt x="624" y="211"/>
                </a:cubicBezTo>
                <a:cubicBezTo>
                  <a:pt x="630" y="209"/>
                  <a:pt x="630" y="209"/>
                  <a:pt x="630" y="209"/>
                </a:cubicBezTo>
                <a:cubicBezTo>
                  <a:pt x="639" y="225"/>
                  <a:pt x="639" y="225"/>
                  <a:pt x="639" y="225"/>
                </a:cubicBezTo>
                <a:cubicBezTo>
                  <a:pt x="653" y="235"/>
                  <a:pt x="653" y="235"/>
                  <a:pt x="653" y="235"/>
                </a:cubicBezTo>
                <a:cubicBezTo>
                  <a:pt x="654" y="239"/>
                  <a:pt x="654" y="239"/>
                  <a:pt x="654" y="239"/>
                </a:cubicBezTo>
                <a:cubicBezTo>
                  <a:pt x="664" y="248"/>
                  <a:pt x="664" y="248"/>
                  <a:pt x="664" y="248"/>
                </a:cubicBezTo>
                <a:cubicBezTo>
                  <a:pt x="668" y="255"/>
                  <a:pt x="668" y="255"/>
                  <a:pt x="668" y="255"/>
                </a:cubicBezTo>
                <a:cubicBezTo>
                  <a:pt x="674" y="256"/>
                  <a:pt x="674" y="256"/>
                  <a:pt x="674" y="256"/>
                </a:cubicBezTo>
                <a:cubicBezTo>
                  <a:pt x="687" y="252"/>
                  <a:pt x="687" y="252"/>
                  <a:pt x="687" y="252"/>
                </a:cubicBezTo>
                <a:cubicBezTo>
                  <a:pt x="688" y="247"/>
                  <a:pt x="688" y="247"/>
                  <a:pt x="688" y="247"/>
                </a:cubicBezTo>
                <a:cubicBezTo>
                  <a:pt x="699" y="248"/>
                  <a:pt x="699" y="248"/>
                  <a:pt x="699" y="248"/>
                </a:cubicBezTo>
                <a:cubicBezTo>
                  <a:pt x="705" y="245"/>
                  <a:pt x="705" y="245"/>
                  <a:pt x="705" y="245"/>
                </a:cubicBezTo>
                <a:cubicBezTo>
                  <a:pt x="729" y="246"/>
                  <a:pt x="729" y="246"/>
                  <a:pt x="729" y="246"/>
                </a:cubicBezTo>
                <a:cubicBezTo>
                  <a:pt x="753" y="236"/>
                  <a:pt x="753" y="236"/>
                  <a:pt x="753" y="236"/>
                </a:cubicBezTo>
                <a:cubicBezTo>
                  <a:pt x="759" y="231"/>
                  <a:pt x="759" y="231"/>
                  <a:pt x="759" y="231"/>
                </a:cubicBezTo>
                <a:cubicBezTo>
                  <a:pt x="780" y="230"/>
                  <a:pt x="780" y="230"/>
                  <a:pt x="780" y="230"/>
                </a:cubicBezTo>
                <a:cubicBezTo>
                  <a:pt x="791" y="236"/>
                  <a:pt x="791" y="236"/>
                  <a:pt x="791" y="236"/>
                </a:cubicBezTo>
                <a:cubicBezTo>
                  <a:pt x="794" y="241"/>
                  <a:pt x="794" y="241"/>
                  <a:pt x="794" y="241"/>
                </a:cubicBezTo>
                <a:cubicBezTo>
                  <a:pt x="804" y="240"/>
                  <a:pt x="804" y="240"/>
                  <a:pt x="804" y="240"/>
                </a:cubicBezTo>
                <a:cubicBezTo>
                  <a:pt x="822" y="231"/>
                  <a:pt x="822" y="231"/>
                  <a:pt x="822" y="231"/>
                </a:cubicBezTo>
                <a:cubicBezTo>
                  <a:pt x="843" y="228"/>
                  <a:pt x="843" y="228"/>
                  <a:pt x="843" y="228"/>
                </a:cubicBezTo>
                <a:cubicBezTo>
                  <a:pt x="841" y="221"/>
                  <a:pt x="841" y="221"/>
                  <a:pt x="841" y="221"/>
                </a:cubicBezTo>
                <a:cubicBezTo>
                  <a:pt x="859" y="195"/>
                  <a:pt x="859" y="195"/>
                  <a:pt x="859" y="195"/>
                </a:cubicBezTo>
                <a:cubicBezTo>
                  <a:pt x="865" y="177"/>
                  <a:pt x="865" y="177"/>
                  <a:pt x="865" y="177"/>
                </a:cubicBezTo>
                <a:cubicBezTo>
                  <a:pt x="878" y="157"/>
                  <a:pt x="878" y="157"/>
                  <a:pt x="878" y="157"/>
                </a:cubicBezTo>
                <a:cubicBezTo>
                  <a:pt x="888" y="124"/>
                  <a:pt x="888" y="124"/>
                  <a:pt x="888" y="124"/>
                </a:cubicBezTo>
                <a:cubicBezTo>
                  <a:pt x="888" y="118"/>
                  <a:pt x="888" y="118"/>
                  <a:pt x="888" y="118"/>
                </a:cubicBezTo>
                <a:cubicBezTo>
                  <a:pt x="892" y="110"/>
                  <a:pt x="892" y="110"/>
                  <a:pt x="892" y="110"/>
                </a:cubicBezTo>
                <a:cubicBezTo>
                  <a:pt x="892" y="105"/>
                  <a:pt x="892" y="105"/>
                  <a:pt x="892" y="105"/>
                </a:cubicBezTo>
                <a:cubicBezTo>
                  <a:pt x="901" y="94"/>
                  <a:pt x="901" y="94"/>
                  <a:pt x="901" y="94"/>
                </a:cubicBezTo>
                <a:cubicBezTo>
                  <a:pt x="908" y="97"/>
                  <a:pt x="908" y="97"/>
                  <a:pt x="908" y="97"/>
                </a:cubicBezTo>
                <a:cubicBezTo>
                  <a:pt x="921" y="96"/>
                  <a:pt x="921" y="96"/>
                  <a:pt x="921" y="96"/>
                </a:cubicBezTo>
                <a:cubicBezTo>
                  <a:pt x="940" y="96"/>
                  <a:pt x="940" y="96"/>
                  <a:pt x="940" y="96"/>
                </a:cubicBezTo>
                <a:cubicBezTo>
                  <a:pt x="945" y="99"/>
                  <a:pt x="945" y="99"/>
                  <a:pt x="945" y="99"/>
                </a:cubicBezTo>
                <a:cubicBezTo>
                  <a:pt x="957" y="99"/>
                  <a:pt x="957" y="99"/>
                  <a:pt x="957" y="99"/>
                </a:cubicBezTo>
                <a:cubicBezTo>
                  <a:pt x="966" y="102"/>
                  <a:pt x="966" y="102"/>
                  <a:pt x="966" y="102"/>
                </a:cubicBezTo>
                <a:cubicBezTo>
                  <a:pt x="966" y="104"/>
                  <a:pt x="966" y="104"/>
                  <a:pt x="966" y="104"/>
                </a:cubicBezTo>
                <a:cubicBezTo>
                  <a:pt x="962" y="105"/>
                  <a:pt x="962" y="105"/>
                  <a:pt x="962" y="105"/>
                </a:cubicBezTo>
                <a:cubicBezTo>
                  <a:pt x="962" y="109"/>
                  <a:pt x="962" y="109"/>
                  <a:pt x="962" y="109"/>
                </a:cubicBezTo>
                <a:cubicBezTo>
                  <a:pt x="959" y="114"/>
                  <a:pt x="959" y="114"/>
                  <a:pt x="959" y="114"/>
                </a:cubicBezTo>
                <a:cubicBezTo>
                  <a:pt x="969" y="117"/>
                  <a:pt x="969" y="117"/>
                  <a:pt x="969" y="117"/>
                </a:cubicBezTo>
                <a:cubicBezTo>
                  <a:pt x="977" y="127"/>
                  <a:pt x="977" y="127"/>
                  <a:pt x="977" y="127"/>
                </a:cubicBezTo>
                <a:cubicBezTo>
                  <a:pt x="967" y="129"/>
                  <a:pt x="967" y="129"/>
                  <a:pt x="967" y="129"/>
                </a:cubicBezTo>
                <a:cubicBezTo>
                  <a:pt x="958" y="128"/>
                  <a:pt x="958" y="128"/>
                  <a:pt x="958" y="128"/>
                </a:cubicBezTo>
                <a:cubicBezTo>
                  <a:pt x="954" y="130"/>
                  <a:pt x="954" y="130"/>
                  <a:pt x="954" y="130"/>
                </a:cubicBezTo>
                <a:cubicBezTo>
                  <a:pt x="960" y="138"/>
                  <a:pt x="960" y="138"/>
                  <a:pt x="960" y="138"/>
                </a:cubicBezTo>
                <a:cubicBezTo>
                  <a:pt x="964" y="140"/>
                  <a:pt x="964" y="140"/>
                  <a:pt x="964" y="140"/>
                </a:cubicBezTo>
                <a:cubicBezTo>
                  <a:pt x="965" y="145"/>
                  <a:pt x="965" y="145"/>
                  <a:pt x="965" y="145"/>
                </a:cubicBezTo>
                <a:cubicBezTo>
                  <a:pt x="961" y="146"/>
                  <a:pt x="961" y="146"/>
                  <a:pt x="961" y="146"/>
                </a:cubicBezTo>
                <a:cubicBezTo>
                  <a:pt x="958" y="153"/>
                  <a:pt x="958" y="153"/>
                  <a:pt x="958" y="153"/>
                </a:cubicBezTo>
                <a:cubicBezTo>
                  <a:pt x="965" y="159"/>
                  <a:pt x="965" y="159"/>
                  <a:pt x="965" y="159"/>
                </a:cubicBezTo>
                <a:cubicBezTo>
                  <a:pt x="968" y="168"/>
                  <a:pt x="968" y="168"/>
                  <a:pt x="968" y="168"/>
                </a:cubicBezTo>
                <a:cubicBezTo>
                  <a:pt x="982" y="183"/>
                  <a:pt x="982" y="183"/>
                  <a:pt x="982" y="183"/>
                </a:cubicBezTo>
                <a:cubicBezTo>
                  <a:pt x="989" y="189"/>
                  <a:pt x="989" y="189"/>
                  <a:pt x="989" y="189"/>
                </a:cubicBezTo>
                <a:cubicBezTo>
                  <a:pt x="985" y="197"/>
                  <a:pt x="985" y="197"/>
                  <a:pt x="985" y="197"/>
                </a:cubicBezTo>
                <a:cubicBezTo>
                  <a:pt x="973" y="199"/>
                  <a:pt x="973" y="199"/>
                  <a:pt x="973" y="199"/>
                </a:cubicBezTo>
                <a:cubicBezTo>
                  <a:pt x="972" y="205"/>
                  <a:pt x="972" y="205"/>
                  <a:pt x="972" y="205"/>
                </a:cubicBezTo>
                <a:cubicBezTo>
                  <a:pt x="976" y="208"/>
                  <a:pt x="976" y="208"/>
                  <a:pt x="976" y="208"/>
                </a:cubicBezTo>
                <a:cubicBezTo>
                  <a:pt x="978" y="215"/>
                  <a:pt x="978" y="215"/>
                  <a:pt x="978" y="215"/>
                </a:cubicBezTo>
                <a:cubicBezTo>
                  <a:pt x="984" y="219"/>
                  <a:pt x="984" y="219"/>
                  <a:pt x="984" y="219"/>
                </a:cubicBezTo>
                <a:cubicBezTo>
                  <a:pt x="1002" y="236"/>
                  <a:pt x="1002" y="236"/>
                  <a:pt x="1002" y="236"/>
                </a:cubicBezTo>
                <a:cubicBezTo>
                  <a:pt x="1009" y="236"/>
                  <a:pt x="1009" y="236"/>
                  <a:pt x="1009" y="236"/>
                </a:cubicBezTo>
                <a:cubicBezTo>
                  <a:pt x="1016" y="244"/>
                  <a:pt x="1016" y="244"/>
                  <a:pt x="1016" y="244"/>
                </a:cubicBezTo>
                <a:cubicBezTo>
                  <a:pt x="1018" y="249"/>
                  <a:pt x="1018" y="249"/>
                  <a:pt x="1018" y="249"/>
                </a:cubicBezTo>
                <a:cubicBezTo>
                  <a:pt x="1025" y="251"/>
                  <a:pt x="1025" y="251"/>
                  <a:pt x="1025" y="251"/>
                </a:cubicBezTo>
                <a:cubicBezTo>
                  <a:pt x="1023" y="259"/>
                  <a:pt x="1023" y="259"/>
                  <a:pt x="1023" y="259"/>
                </a:cubicBezTo>
                <a:cubicBezTo>
                  <a:pt x="1018" y="261"/>
                  <a:pt x="1018" y="261"/>
                  <a:pt x="1018" y="261"/>
                </a:cubicBezTo>
                <a:cubicBezTo>
                  <a:pt x="1012" y="259"/>
                  <a:pt x="1012" y="259"/>
                  <a:pt x="1012" y="259"/>
                </a:cubicBezTo>
                <a:cubicBezTo>
                  <a:pt x="1005" y="263"/>
                  <a:pt x="1005" y="263"/>
                  <a:pt x="1005" y="263"/>
                </a:cubicBezTo>
                <a:cubicBezTo>
                  <a:pt x="996" y="262"/>
                  <a:pt x="996" y="262"/>
                  <a:pt x="996" y="262"/>
                </a:cubicBezTo>
                <a:cubicBezTo>
                  <a:pt x="982" y="248"/>
                  <a:pt x="982" y="248"/>
                  <a:pt x="982" y="248"/>
                </a:cubicBezTo>
                <a:cubicBezTo>
                  <a:pt x="984" y="260"/>
                  <a:pt x="984" y="260"/>
                  <a:pt x="984" y="260"/>
                </a:cubicBezTo>
                <a:cubicBezTo>
                  <a:pt x="982" y="264"/>
                  <a:pt x="982" y="264"/>
                  <a:pt x="982" y="264"/>
                </a:cubicBezTo>
                <a:cubicBezTo>
                  <a:pt x="978" y="259"/>
                  <a:pt x="978" y="259"/>
                  <a:pt x="978" y="259"/>
                </a:cubicBezTo>
                <a:cubicBezTo>
                  <a:pt x="969" y="268"/>
                  <a:pt x="969" y="268"/>
                  <a:pt x="969" y="268"/>
                </a:cubicBezTo>
                <a:cubicBezTo>
                  <a:pt x="969" y="274"/>
                  <a:pt x="969" y="274"/>
                  <a:pt x="969" y="274"/>
                </a:cubicBezTo>
                <a:cubicBezTo>
                  <a:pt x="965" y="279"/>
                  <a:pt x="965" y="279"/>
                  <a:pt x="965" y="279"/>
                </a:cubicBezTo>
                <a:cubicBezTo>
                  <a:pt x="963" y="295"/>
                  <a:pt x="963" y="295"/>
                  <a:pt x="963" y="295"/>
                </a:cubicBezTo>
                <a:cubicBezTo>
                  <a:pt x="959" y="301"/>
                  <a:pt x="959" y="301"/>
                  <a:pt x="959" y="301"/>
                </a:cubicBezTo>
                <a:cubicBezTo>
                  <a:pt x="956" y="316"/>
                  <a:pt x="956" y="316"/>
                  <a:pt x="956" y="316"/>
                </a:cubicBezTo>
                <a:cubicBezTo>
                  <a:pt x="945" y="325"/>
                  <a:pt x="945" y="325"/>
                  <a:pt x="945" y="325"/>
                </a:cubicBezTo>
                <a:cubicBezTo>
                  <a:pt x="949" y="336"/>
                  <a:pt x="949" y="336"/>
                  <a:pt x="949" y="336"/>
                </a:cubicBezTo>
                <a:cubicBezTo>
                  <a:pt x="944" y="344"/>
                  <a:pt x="944" y="344"/>
                  <a:pt x="944" y="344"/>
                </a:cubicBezTo>
                <a:cubicBezTo>
                  <a:pt x="936" y="352"/>
                  <a:pt x="936" y="352"/>
                  <a:pt x="936" y="352"/>
                </a:cubicBezTo>
                <a:cubicBezTo>
                  <a:pt x="933" y="344"/>
                  <a:pt x="933" y="344"/>
                  <a:pt x="933" y="344"/>
                </a:cubicBezTo>
                <a:cubicBezTo>
                  <a:pt x="928" y="342"/>
                  <a:pt x="928" y="342"/>
                  <a:pt x="928" y="342"/>
                </a:cubicBezTo>
                <a:cubicBezTo>
                  <a:pt x="931" y="347"/>
                  <a:pt x="931" y="347"/>
                  <a:pt x="931" y="347"/>
                </a:cubicBezTo>
                <a:cubicBezTo>
                  <a:pt x="930" y="357"/>
                  <a:pt x="930" y="357"/>
                  <a:pt x="930" y="357"/>
                </a:cubicBezTo>
                <a:cubicBezTo>
                  <a:pt x="923" y="365"/>
                  <a:pt x="923" y="365"/>
                  <a:pt x="923" y="365"/>
                </a:cubicBezTo>
                <a:cubicBezTo>
                  <a:pt x="921" y="373"/>
                  <a:pt x="921" y="373"/>
                  <a:pt x="921" y="373"/>
                </a:cubicBezTo>
                <a:cubicBezTo>
                  <a:pt x="914" y="376"/>
                  <a:pt x="914" y="376"/>
                  <a:pt x="914" y="376"/>
                </a:cubicBezTo>
                <a:cubicBezTo>
                  <a:pt x="908" y="375"/>
                  <a:pt x="908" y="375"/>
                  <a:pt x="908" y="375"/>
                </a:cubicBezTo>
                <a:cubicBezTo>
                  <a:pt x="909" y="379"/>
                  <a:pt x="909" y="379"/>
                  <a:pt x="909" y="379"/>
                </a:cubicBezTo>
                <a:cubicBezTo>
                  <a:pt x="906" y="384"/>
                  <a:pt x="906" y="384"/>
                  <a:pt x="906" y="384"/>
                </a:cubicBezTo>
                <a:cubicBezTo>
                  <a:pt x="916" y="383"/>
                  <a:pt x="916" y="383"/>
                  <a:pt x="916" y="383"/>
                </a:cubicBezTo>
                <a:cubicBezTo>
                  <a:pt x="918" y="385"/>
                  <a:pt x="918" y="385"/>
                  <a:pt x="918" y="385"/>
                </a:cubicBezTo>
                <a:cubicBezTo>
                  <a:pt x="917" y="392"/>
                  <a:pt x="917" y="392"/>
                  <a:pt x="917" y="392"/>
                </a:cubicBezTo>
                <a:cubicBezTo>
                  <a:pt x="912" y="396"/>
                  <a:pt x="912" y="396"/>
                  <a:pt x="912" y="396"/>
                </a:cubicBezTo>
                <a:cubicBezTo>
                  <a:pt x="915" y="398"/>
                  <a:pt x="915" y="398"/>
                  <a:pt x="915" y="398"/>
                </a:cubicBezTo>
                <a:cubicBezTo>
                  <a:pt x="920" y="397"/>
                  <a:pt x="920" y="397"/>
                  <a:pt x="920" y="397"/>
                </a:cubicBezTo>
                <a:cubicBezTo>
                  <a:pt x="921" y="403"/>
                  <a:pt x="921" y="403"/>
                  <a:pt x="921" y="403"/>
                </a:cubicBezTo>
                <a:cubicBezTo>
                  <a:pt x="918" y="410"/>
                  <a:pt x="918" y="410"/>
                  <a:pt x="918" y="410"/>
                </a:cubicBezTo>
                <a:cubicBezTo>
                  <a:pt x="911" y="408"/>
                  <a:pt x="911" y="408"/>
                  <a:pt x="911" y="408"/>
                </a:cubicBezTo>
                <a:cubicBezTo>
                  <a:pt x="910" y="406"/>
                  <a:pt x="910" y="406"/>
                  <a:pt x="910" y="406"/>
                </a:cubicBezTo>
                <a:cubicBezTo>
                  <a:pt x="910" y="410"/>
                  <a:pt x="910" y="410"/>
                  <a:pt x="910" y="410"/>
                </a:cubicBezTo>
                <a:cubicBezTo>
                  <a:pt x="914" y="413"/>
                  <a:pt x="914" y="413"/>
                  <a:pt x="914" y="413"/>
                </a:cubicBezTo>
                <a:cubicBezTo>
                  <a:pt x="916" y="416"/>
                  <a:pt x="916" y="416"/>
                  <a:pt x="916" y="416"/>
                </a:cubicBezTo>
                <a:cubicBezTo>
                  <a:pt x="910" y="430"/>
                  <a:pt x="910" y="430"/>
                  <a:pt x="910" y="430"/>
                </a:cubicBezTo>
                <a:cubicBezTo>
                  <a:pt x="905" y="430"/>
                  <a:pt x="905" y="430"/>
                  <a:pt x="905" y="430"/>
                </a:cubicBezTo>
                <a:cubicBezTo>
                  <a:pt x="903" y="426"/>
                  <a:pt x="903" y="426"/>
                  <a:pt x="903" y="426"/>
                </a:cubicBezTo>
                <a:cubicBezTo>
                  <a:pt x="901" y="437"/>
                  <a:pt x="901" y="437"/>
                  <a:pt x="901" y="437"/>
                </a:cubicBezTo>
                <a:cubicBezTo>
                  <a:pt x="901" y="443"/>
                  <a:pt x="901" y="443"/>
                  <a:pt x="901" y="443"/>
                </a:cubicBezTo>
                <a:cubicBezTo>
                  <a:pt x="892" y="460"/>
                  <a:pt x="892" y="460"/>
                  <a:pt x="892" y="460"/>
                </a:cubicBezTo>
                <a:cubicBezTo>
                  <a:pt x="877" y="469"/>
                  <a:pt x="877" y="469"/>
                  <a:pt x="877" y="469"/>
                </a:cubicBezTo>
                <a:cubicBezTo>
                  <a:pt x="865" y="472"/>
                  <a:pt x="865" y="472"/>
                  <a:pt x="865" y="472"/>
                </a:cubicBezTo>
                <a:cubicBezTo>
                  <a:pt x="847" y="480"/>
                  <a:pt x="847" y="480"/>
                  <a:pt x="847" y="480"/>
                </a:cubicBezTo>
                <a:cubicBezTo>
                  <a:pt x="839" y="481"/>
                  <a:pt x="839" y="481"/>
                  <a:pt x="839" y="481"/>
                </a:cubicBezTo>
                <a:cubicBezTo>
                  <a:pt x="836" y="469"/>
                  <a:pt x="836" y="469"/>
                  <a:pt x="836" y="469"/>
                </a:cubicBezTo>
                <a:cubicBezTo>
                  <a:pt x="838" y="463"/>
                  <a:pt x="838" y="463"/>
                  <a:pt x="838" y="463"/>
                </a:cubicBezTo>
                <a:cubicBezTo>
                  <a:pt x="833" y="456"/>
                  <a:pt x="833" y="456"/>
                  <a:pt x="833" y="456"/>
                </a:cubicBezTo>
                <a:cubicBezTo>
                  <a:pt x="832" y="453"/>
                  <a:pt x="832" y="453"/>
                  <a:pt x="832" y="453"/>
                </a:cubicBezTo>
                <a:cubicBezTo>
                  <a:pt x="828" y="455"/>
                  <a:pt x="828" y="455"/>
                  <a:pt x="828" y="455"/>
                </a:cubicBezTo>
                <a:cubicBezTo>
                  <a:pt x="823" y="449"/>
                  <a:pt x="823" y="449"/>
                  <a:pt x="823" y="449"/>
                </a:cubicBezTo>
                <a:cubicBezTo>
                  <a:pt x="819" y="451"/>
                  <a:pt x="819" y="451"/>
                  <a:pt x="819" y="451"/>
                </a:cubicBezTo>
                <a:cubicBezTo>
                  <a:pt x="812" y="449"/>
                  <a:pt x="812" y="449"/>
                  <a:pt x="812" y="449"/>
                </a:cubicBezTo>
                <a:cubicBezTo>
                  <a:pt x="808" y="442"/>
                  <a:pt x="808" y="442"/>
                  <a:pt x="808" y="442"/>
                </a:cubicBezTo>
                <a:cubicBezTo>
                  <a:pt x="805" y="449"/>
                  <a:pt x="805" y="449"/>
                  <a:pt x="805" y="449"/>
                </a:cubicBezTo>
                <a:cubicBezTo>
                  <a:pt x="808" y="455"/>
                  <a:pt x="808" y="455"/>
                  <a:pt x="808" y="455"/>
                </a:cubicBezTo>
                <a:cubicBezTo>
                  <a:pt x="800" y="453"/>
                  <a:pt x="800" y="453"/>
                  <a:pt x="800" y="453"/>
                </a:cubicBezTo>
                <a:cubicBezTo>
                  <a:pt x="797" y="448"/>
                  <a:pt x="797" y="448"/>
                  <a:pt x="797" y="448"/>
                </a:cubicBezTo>
                <a:cubicBezTo>
                  <a:pt x="797" y="442"/>
                  <a:pt x="797" y="442"/>
                  <a:pt x="797" y="442"/>
                </a:cubicBezTo>
                <a:cubicBezTo>
                  <a:pt x="792" y="437"/>
                  <a:pt x="792" y="437"/>
                  <a:pt x="792" y="437"/>
                </a:cubicBezTo>
                <a:cubicBezTo>
                  <a:pt x="787" y="441"/>
                  <a:pt x="787" y="441"/>
                  <a:pt x="787" y="441"/>
                </a:cubicBezTo>
                <a:cubicBezTo>
                  <a:pt x="779" y="436"/>
                  <a:pt x="779" y="436"/>
                  <a:pt x="779" y="436"/>
                </a:cubicBezTo>
                <a:cubicBezTo>
                  <a:pt x="775" y="437"/>
                  <a:pt x="775" y="437"/>
                  <a:pt x="775" y="437"/>
                </a:cubicBezTo>
                <a:cubicBezTo>
                  <a:pt x="768" y="444"/>
                  <a:pt x="768" y="444"/>
                  <a:pt x="768" y="444"/>
                </a:cubicBezTo>
                <a:cubicBezTo>
                  <a:pt x="758" y="445"/>
                  <a:pt x="758" y="445"/>
                  <a:pt x="758" y="445"/>
                </a:cubicBezTo>
                <a:cubicBezTo>
                  <a:pt x="756" y="449"/>
                  <a:pt x="756" y="449"/>
                  <a:pt x="756" y="449"/>
                </a:cubicBezTo>
                <a:cubicBezTo>
                  <a:pt x="750" y="450"/>
                  <a:pt x="750" y="450"/>
                  <a:pt x="750" y="450"/>
                </a:cubicBezTo>
                <a:cubicBezTo>
                  <a:pt x="745" y="446"/>
                  <a:pt x="745" y="446"/>
                  <a:pt x="745" y="446"/>
                </a:cubicBezTo>
                <a:cubicBezTo>
                  <a:pt x="740" y="448"/>
                  <a:pt x="740" y="448"/>
                  <a:pt x="740" y="448"/>
                </a:cubicBezTo>
                <a:cubicBezTo>
                  <a:pt x="730" y="460"/>
                  <a:pt x="730" y="460"/>
                  <a:pt x="730" y="460"/>
                </a:cubicBezTo>
                <a:cubicBezTo>
                  <a:pt x="724" y="460"/>
                  <a:pt x="724" y="460"/>
                  <a:pt x="724" y="460"/>
                </a:cubicBezTo>
                <a:cubicBezTo>
                  <a:pt x="725" y="453"/>
                  <a:pt x="725" y="453"/>
                  <a:pt x="725" y="453"/>
                </a:cubicBezTo>
                <a:cubicBezTo>
                  <a:pt x="724" y="439"/>
                  <a:pt x="724" y="439"/>
                  <a:pt x="724" y="439"/>
                </a:cubicBezTo>
                <a:cubicBezTo>
                  <a:pt x="720" y="428"/>
                  <a:pt x="720" y="428"/>
                  <a:pt x="720" y="428"/>
                </a:cubicBezTo>
                <a:cubicBezTo>
                  <a:pt x="722" y="420"/>
                  <a:pt x="722" y="420"/>
                  <a:pt x="722" y="420"/>
                </a:cubicBezTo>
                <a:cubicBezTo>
                  <a:pt x="719" y="415"/>
                  <a:pt x="719" y="415"/>
                  <a:pt x="719" y="415"/>
                </a:cubicBezTo>
                <a:cubicBezTo>
                  <a:pt x="720" y="419"/>
                  <a:pt x="720" y="419"/>
                  <a:pt x="720" y="419"/>
                </a:cubicBezTo>
                <a:cubicBezTo>
                  <a:pt x="716" y="428"/>
                  <a:pt x="716" y="428"/>
                  <a:pt x="716" y="428"/>
                </a:cubicBezTo>
                <a:cubicBezTo>
                  <a:pt x="710" y="431"/>
                  <a:pt x="710" y="431"/>
                  <a:pt x="710" y="431"/>
                </a:cubicBezTo>
                <a:cubicBezTo>
                  <a:pt x="705" y="427"/>
                  <a:pt x="705" y="427"/>
                  <a:pt x="705" y="427"/>
                </a:cubicBezTo>
                <a:cubicBezTo>
                  <a:pt x="698" y="433"/>
                  <a:pt x="698" y="433"/>
                  <a:pt x="698" y="433"/>
                </a:cubicBezTo>
                <a:cubicBezTo>
                  <a:pt x="687" y="434"/>
                  <a:pt x="687" y="434"/>
                  <a:pt x="687" y="434"/>
                </a:cubicBezTo>
                <a:cubicBezTo>
                  <a:pt x="680" y="431"/>
                  <a:pt x="680" y="431"/>
                  <a:pt x="680" y="431"/>
                </a:cubicBezTo>
                <a:cubicBezTo>
                  <a:pt x="671" y="431"/>
                  <a:pt x="671" y="431"/>
                  <a:pt x="671" y="431"/>
                </a:cubicBezTo>
                <a:cubicBezTo>
                  <a:pt x="669" y="425"/>
                  <a:pt x="669" y="425"/>
                  <a:pt x="669" y="425"/>
                </a:cubicBezTo>
                <a:cubicBezTo>
                  <a:pt x="662" y="431"/>
                  <a:pt x="662" y="431"/>
                  <a:pt x="662" y="431"/>
                </a:cubicBezTo>
                <a:cubicBezTo>
                  <a:pt x="657" y="431"/>
                  <a:pt x="657" y="431"/>
                  <a:pt x="657" y="431"/>
                </a:cubicBezTo>
                <a:cubicBezTo>
                  <a:pt x="652" y="419"/>
                  <a:pt x="652" y="419"/>
                  <a:pt x="652" y="419"/>
                </a:cubicBezTo>
                <a:cubicBezTo>
                  <a:pt x="652" y="409"/>
                  <a:pt x="652" y="409"/>
                  <a:pt x="652" y="409"/>
                </a:cubicBezTo>
                <a:cubicBezTo>
                  <a:pt x="650" y="389"/>
                  <a:pt x="650" y="389"/>
                  <a:pt x="650" y="389"/>
                </a:cubicBezTo>
                <a:cubicBezTo>
                  <a:pt x="642" y="385"/>
                  <a:pt x="642" y="385"/>
                  <a:pt x="642" y="385"/>
                </a:cubicBezTo>
                <a:cubicBezTo>
                  <a:pt x="640" y="379"/>
                  <a:pt x="640" y="379"/>
                  <a:pt x="640" y="379"/>
                </a:cubicBezTo>
                <a:cubicBezTo>
                  <a:pt x="645" y="373"/>
                  <a:pt x="645" y="373"/>
                  <a:pt x="645" y="373"/>
                </a:cubicBezTo>
                <a:cubicBezTo>
                  <a:pt x="651" y="365"/>
                  <a:pt x="651" y="365"/>
                  <a:pt x="651" y="365"/>
                </a:cubicBezTo>
                <a:cubicBezTo>
                  <a:pt x="650" y="357"/>
                  <a:pt x="650" y="357"/>
                  <a:pt x="650" y="357"/>
                </a:cubicBezTo>
                <a:cubicBezTo>
                  <a:pt x="645" y="350"/>
                  <a:pt x="645" y="350"/>
                  <a:pt x="645" y="350"/>
                </a:cubicBezTo>
                <a:cubicBezTo>
                  <a:pt x="633" y="337"/>
                  <a:pt x="633" y="337"/>
                  <a:pt x="633" y="337"/>
                </a:cubicBezTo>
                <a:cubicBezTo>
                  <a:pt x="622" y="331"/>
                  <a:pt x="622" y="331"/>
                  <a:pt x="622" y="331"/>
                </a:cubicBezTo>
                <a:cubicBezTo>
                  <a:pt x="612" y="329"/>
                  <a:pt x="612" y="329"/>
                  <a:pt x="612" y="329"/>
                </a:cubicBezTo>
                <a:cubicBezTo>
                  <a:pt x="612" y="325"/>
                  <a:pt x="612" y="325"/>
                  <a:pt x="612" y="325"/>
                </a:cubicBezTo>
                <a:cubicBezTo>
                  <a:pt x="620" y="324"/>
                  <a:pt x="620" y="324"/>
                  <a:pt x="620" y="324"/>
                </a:cubicBezTo>
                <a:cubicBezTo>
                  <a:pt x="626" y="318"/>
                  <a:pt x="626" y="318"/>
                  <a:pt x="626" y="318"/>
                </a:cubicBezTo>
                <a:cubicBezTo>
                  <a:pt x="642" y="315"/>
                  <a:pt x="642" y="315"/>
                  <a:pt x="642" y="315"/>
                </a:cubicBezTo>
                <a:cubicBezTo>
                  <a:pt x="652" y="307"/>
                  <a:pt x="652" y="307"/>
                  <a:pt x="652" y="307"/>
                </a:cubicBezTo>
                <a:cubicBezTo>
                  <a:pt x="660" y="308"/>
                  <a:pt x="660" y="308"/>
                  <a:pt x="660" y="308"/>
                </a:cubicBezTo>
                <a:cubicBezTo>
                  <a:pt x="652" y="305"/>
                  <a:pt x="652" y="305"/>
                  <a:pt x="652" y="305"/>
                </a:cubicBezTo>
                <a:cubicBezTo>
                  <a:pt x="641" y="312"/>
                  <a:pt x="641" y="312"/>
                  <a:pt x="641" y="312"/>
                </a:cubicBezTo>
                <a:cubicBezTo>
                  <a:pt x="627" y="314"/>
                  <a:pt x="627" y="314"/>
                  <a:pt x="627" y="314"/>
                </a:cubicBezTo>
                <a:cubicBezTo>
                  <a:pt x="622" y="316"/>
                  <a:pt x="622" y="316"/>
                  <a:pt x="622" y="316"/>
                </a:cubicBezTo>
                <a:cubicBezTo>
                  <a:pt x="613" y="313"/>
                  <a:pt x="613" y="313"/>
                  <a:pt x="613" y="313"/>
                </a:cubicBezTo>
                <a:cubicBezTo>
                  <a:pt x="607" y="303"/>
                  <a:pt x="607" y="303"/>
                  <a:pt x="607" y="303"/>
                </a:cubicBezTo>
                <a:cubicBezTo>
                  <a:pt x="610" y="300"/>
                  <a:pt x="610" y="300"/>
                  <a:pt x="610" y="300"/>
                </a:cubicBezTo>
                <a:cubicBezTo>
                  <a:pt x="615" y="303"/>
                  <a:pt x="615" y="303"/>
                  <a:pt x="615" y="303"/>
                </a:cubicBezTo>
                <a:cubicBezTo>
                  <a:pt x="611" y="296"/>
                  <a:pt x="611" y="296"/>
                  <a:pt x="611" y="296"/>
                </a:cubicBezTo>
                <a:cubicBezTo>
                  <a:pt x="598" y="280"/>
                  <a:pt x="598" y="280"/>
                  <a:pt x="598" y="280"/>
                </a:cubicBezTo>
                <a:cubicBezTo>
                  <a:pt x="597" y="264"/>
                  <a:pt x="597" y="264"/>
                  <a:pt x="597" y="264"/>
                </a:cubicBezTo>
                <a:cubicBezTo>
                  <a:pt x="603" y="260"/>
                  <a:pt x="603" y="260"/>
                  <a:pt x="603" y="260"/>
                </a:cubicBezTo>
                <a:cubicBezTo>
                  <a:pt x="604" y="255"/>
                  <a:pt x="604" y="255"/>
                  <a:pt x="604" y="255"/>
                </a:cubicBezTo>
                <a:cubicBezTo>
                  <a:pt x="602" y="249"/>
                  <a:pt x="602" y="249"/>
                  <a:pt x="602" y="249"/>
                </a:cubicBezTo>
                <a:cubicBezTo>
                  <a:pt x="602" y="243"/>
                  <a:pt x="602" y="243"/>
                  <a:pt x="602" y="243"/>
                </a:cubicBezTo>
                <a:close/>
                <a:moveTo>
                  <a:pt x="1720" y="336"/>
                </a:moveTo>
                <a:cubicBezTo>
                  <a:pt x="1715" y="338"/>
                  <a:pt x="1715" y="338"/>
                  <a:pt x="1715" y="338"/>
                </a:cubicBezTo>
                <a:cubicBezTo>
                  <a:pt x="1720" y="343"/>
                  <a:pt x="1720" y="343"/>
                  <a:pt x="1720" y="343"/>
                </a:cubicBezTo>
                <a:cubicBezTo>
                  <a:pt x="1725" y="342"/>
                  <a:pt x="1725" y="342"/>
                  <a:pt x="1725" y="342"/>
                </a:cubicBezTo>
                <a:cubicBezTo>
                  <a:pt x="1720" y="336"/>
                  <a:pt x="1720" y="336"/>
                  <a:pt x="1720" y="336"/>
                </a:cubicBezTo>
                <a:close/>
                <a:moveTo>
                  <a:pt x="1739" y="364"/>
                </a:moveTo>
                <a:cubicBezTo>
                  <a:pt x="1728" y="364"/>
                  <a:pt x="1728" y="364"/>
                  <a:pt x="1728" y="364"/>
                </a:cubicBezTo>
                <a:cubicBezTo>
                  <a:pt x="1734" y="366"/>
                  <a:pt x="1734" y="366"/>
                  <a:pt x="1734" y="366"/>
                </a:cubicBezTo>
                <a:cubicBezTo>
                  <a:pt x="1739" y="364"/>
                  <a:pt x="1739" y="364"/>
                  <a:pt x="1739" y="364"/>
                </a:cubicBezTo>
                <a:close/>
                <a:moveTo>
                  <a:pt x="1745" y="367"/>
                </a:moveTo>
                <a:cubicBezTo>
                  <a:pt x="1745" y="366"/>
                  <a:pt x="1748" y="370"/>
                  <a:pt x="1748" y="370"/>
                </a:cubicBezTo>
                <a:cubicBezTo>
                  <a:pt x="1762" y="376"/>
                  <a:pt x="1762" y="376"/>
                  <a:pt x="1762" y="376"/>
                </a:cubicBezTo>
                <a:cubicBezTo>
                  <a:pt x="1782" y="378"/>
                  <a:pt x="1782" y="378"/>
                  <a:pt x="1782" y="378"/>
                </a:cubicBezTo>
                <a:cubicBezTo>
                  <a:pt x="1800" y="376"/>
                  <a:pt x="1800" y="376"/>
                  <a:pt x="1800" y="376"/>
                </a:cubicBezTo>
                <a:cubicBezTo>
                  <a:pt x="1805" y="373"/>
                  <a:pt x="1805" y="373"/>
                  <a:pt x="1805" y="373"/>
                </a:cubicBezTo>
                <a:cubicBezTo>
                  <a:pt x="1790" y="370"/>
                  <a:pt x="1790" y="370"/>
                  <a:pt x="1790" y="370"/>
                </a:cubicBezTo>
                <a:cubicBezTo>
                  <a:pt x="1783" y="372"/>
                  <a:pt x="1783" y="372"/>
                  <a:pt x="1783" y="372"/>
                </a:cubicBezTo>
                <a:cubicBezTo>
                  <a:pt x="1770" y="368"/>
                  <a:pt x="1770" y="368"/>
                  <a:pt x="1770" y="368"/>
                </a:cubicBezTo>
                <a:cubicBezTo>
                  <a:pt x="1761" y="372"/>
                  <a:pt x="1761" y="372"/>
                  <a:pt x="1761" y="372"/>
                </a:cubicBezTo>
                <a:cubicBezTo>
                  <a:pt x="1745" y="367"/>
                  <a:pt x="1745" y="367"/>
                  <a:pt x="1745" y="367"/>
                </a:cubicBezTo>
                <a:close/>
                <a:moveTo>
                  <a:pt x="1745" y="325"/>
                </a:moveTo>
                <a:cubicBezTo>
                  <a:pt x="1753" y="332"/>
                  <a:pt x="1753" y="332"/>
                  <a:pt x="1753" y="332"/>
                </a:cubicBezTo>
                <a:cubicBezTo>
                  <a:pt x="1752" y="327"/>
                  <a:pt x="1752" y="327"/>
                  <a:pt x="1752" y="327"/>
                </a:cubicBezTo>
                <a:cubicBezTo>
                  <a:pt x="1757" y="328"/>
                  <a:pt x="1757" y="328"/>
                  <a:pt x="1757" y="328"/>
                </a:cubicBezTo>
                <a:cubicBezTo>
                  <a:pt x="1764" y="338"/>
                  <a:pt x="1764" y="338"/>
                  <a:pt x="1764" y="338"/>
                </a:cubicBezTo>
                <a:cubicBezTo>
                  <a:pt x="1763" y="343"/>
                  <a:pt x="1763" y="343"/>
                  <a:pt x="1763" y="343"/>
                </a:cubicBezTo>
                <a:cubicBezTo>
                  <a:pt x="1769" y="345"/>
                  <a:pt x="1769" y="345"/>
                  <a:pt x="1769" y="345"/>
                </a:cubicBezTo>
                <a:cubicBezTo>
                  <a:pt x="1772" y="345"/>
                  <a:pt x="1772" y="345"/>
                  <a:pt x="1772" y="345"/>
                </a:cubicBezTo>
                <a:cubicBezTo>
                  <a:pt x="1776" y="346"/>
                  <a:pt x="1776" y="346"/>
                  <a:pt x="1776" y="346"/>
                </a:cubicBezTo>
                <a:cubicBezTo>
                  <a:pt x="1786" y="345"/>
                  <a:pt x="1786" y="345"/>
                  <a:pt x="1786" y="345"/>
                </a:cubicBezTo>
                <a:cubicBezTo>
                  <a:pt x="1782" y="341"/>
                  <a:pt x="1782" y="341"/>
                  <a:pt x="1782" y="341"/>
                </a:cubicBezTo>
                <a:cubicBezTo>
                  <a:pt x="1776" y="338"/>
                  <a:pt x="1776" y="338"/>
                  <a:pt x="1776" y="338"/>
                </a:cubicBezTo>
                <a:cubicBezTo>
                  <a:pt x="1770" y="329"/>
                  <a:pt x="1770" y="329"/>
                  <a:pt x="1770" y="329"/>
                </a:cubicBezTo>
                <a:cubicBezTo>
                  <a:pt x="1763" y="324"/>
                  <a:pt x="1763" y="324"/>
                  <a:pt x="1763" y="324"/>
                </a:cubicBezTo>
                <a:cubicBezTo>
                  <a:pt x="1756" y="324"/>
                  <a:pt x="1756" y="324"/>
                  <a:pt x="1756" y="324"/>
                </a:cubicBezTo>
                <a:cubicBezTo>
                  <a:pt x="1744" y="322"/>
                  <a:pt x="1744" y="322"/>
                  <a:pt x="1744" y="322"/>
                </a:cubicBezTo>
                <a:cubicBezTo>
                  <a:pt x="1745" y="325"/>
                  <a:pt x="1745" y="325"/>
                  <a:pt x="1745" y="325"/>
                </a:cubicBezTo>
                <a:close/>
                <a:moveTo>
                  <a:pt x="1620" y="541"/>
                </a:moveTo>
                <a:cubicBezTo>
                  <a:pt x="1623" y="549"/>
                  <a:pt x="1623" y="549"/>
                  <a:pt x="1623" y="549"/>
                </a:cubicBezTo>
                <a:cubicBezTo>
                  <a:pt x="1623" y="556"/>
                  <a:pt x="1623" y="556"/>
                  <a:pt x="1623" y="556"/>
                </a:cubicBezTo>
                <a:cubicBezTo>
                  <a:pt x="1626" y="560"/>
                  <a:pt x="1626" y="560"/>
                  <a:pt x="1626" y="560"/>
                </a:cubicBezTo>
                <a:cubicBezTo>
                  <a:pt x="1626" y="550"/>
                  <a:pt x="1626" y="550"/>
                  <a:pt x="1626" y="550"/>
                </a:cubicBezTo>
                <a:cubicBezTo>
                  <a:pt x="1620" y="541"/>
                  <a:pt x="1620" y="541"/>
                  <a:pt x="1620" y="541"/>
                </a:cubicBezTo>
                <a:close/>
                <a:moveTo>
                  <a:pt x="1643" y="533"/>
                </a:moveTo>
                <a:cubicBezTo>
                  <a:pt x="1635" y="537"/>
                  <a:pt x="1635" y="537"/>
                  <a:pt x="1635" y="537"/>
                </a:cubicBezTo>
                <a:cubicBezTo>
                  <a:pt x="1631" y="555"/>
                  <a:pt x="1631" y="555"/>
                  <a:pt x="1631" y="555"/>
                </a:cubicBezTo>
                <a:cubicBezTo>
                  <a:pt x="1628" y="560"/>
                  <a:pt x="1628" y="560"/>
                  <a:pt x="1628" y="560"/>
                </a:cubicBezTo>
                <a:cubicBezTo>
                  <a:pt x="1634" y="558"/>
                  <a:pt x="1634" y="558"/>
                  <a:pt x="1634" y="558"/>
                </a:cubicBezTo>
                <a:cubicBezTo>
                  <a:pt x="1640" y="540"/>
                  <a:pt x="1640" y="540"/>
                  <a:pt x="1640" y="540"/>
                </a:cubicBezTo>
                <a:cubicBezTo>
                  <a:pt x="1643" y="533"/>
                  <a:pt x="1643" y="533"/>
                  <a:pt x="1643" y="533"/>
                </a:cubicBezTo>
                <a:close/>
                <a:moveTo>
                  <a:pt x="1711" y="591"/>
                </a:moveTo>
                <a:cubicBezTo>
                  <a:pt x="1708" y="594"/>
                  <a:pt x="1708" y="594"/>
                  <a:pt x="1708" y="594"/>
                </a:cubicBezTo>
                <a:cubicBezTo>
                  <a:pt x="1710" y="596"/>
                  <a:pt x="1710" y="596"/>
                  <a:pt x="1710" y="596"/>
                </a:cubicBezTo>
                <a:cubicBezTo>
                  <a:pt x="1712" y="594"/>
                  <a:pt x="1712" y="594"/>
                  <a:pt x="1712" y="594"/>
                </a:cubicBezTo>
                <a:cubicBezTo>
                  <a:pt x="1711" y="591"/>
                  <a:pt x="1711" y="591"/>
                  <a:pt x="1711" y="591"/>
                </a:cubicBezTo>
                <a:close/>
                <a:moveTo>
                  <a:pt x="1686" y="575"/>
                </a:moveTo>
                <a:cubicBezTo>
                  <a:pt x="1683" y="573"/>
                  <a:pt x="1683" y="573"/>
                  <a:pt x="1683" y="573"/>
                </a:cubicBezTo>
                <a:cubicBezTo>
                  <a:pt x="1683" y="576"/>
                  <a:pt x="1683" y="576"/>
                  <a:pt x="1683" y="576"/>
                </a:cubicBezTo>
                <a:cubicBezTo>
                  <a:pt x="1684" y="585"/>
                  <a:pt x="1684" y="585"/>
                  <a:pt x="1684" y="585"/>
                </a:cubicBezTo>
                <a:cubicBezTo>
                  <a:pt x="1687" y="588"/>
                  <a:pt x="1687" y="588"/>
                  <a:pt x="1687" y="588"/>
                </a:cubicBezTo>
                <a:cubicBezTo>
                  <a:pt x="1689" y="593"/>
                  <a:pt x="1689" y="593"/>
                  <a:pt x="1689" y="593"/>
                </a:cubicBezTo>
                <a:cubicBezTo>
                  <a:pt x="1686" y="590"/>
                  <a:pt x="1686" y="590"/>
                  <a:pt x="1686" y="590"/>
                </a:cubicBezTo>
                <a:cubicBezTo>
                  <a:pt x="1683" y="590"/>
                  <a:pt x="1683" y="590"/>
                  <a:pt x="1683" y="590"/>
                </a:cubicBezTo>
                <a:cubicBezTo>
                  <a:pt x="1682" y="598"/>
                  <a:pt x="1682" y="598"/>
                  <a:pt x="1682" y="598"/>
                </a:cubicBezTo>
                <a:cubicBezTo>
                  <a:pt x="1687" y="602"/>
                  <a:pt x="1687" y="602"/>
                  <a:pt x="1687" y="602"/>
                </a:cubicBezTo>
                <a:cubicBezTo>
                  <a:pt x="1691" y="601"/>
                  <a:pt x="1691" y="601"/>
                  <a:pt x="1691" y="601"/>
                </a:cubicBezTo>
                <a:cubicBezTo>
                  <a:pt x="1699" y="594"/>
                  <a:pt x="1699" y="594"/>
                  <a:pt x="1699" y="594"/>
                </a:cubicBezTo>
                <a:cubicBezTo>
                  <a:pt x="1700" y="590"/>
                  <a:pt x="1700" y="590"/>
                  <a:pt x="1700" y="590"/>
                </a:cubicBezTo>
                <a:cubicBezTo>
                  <a:pt x="1696" y="588"/>
                  <a:pt x="1696" y="588"/>
                  <a:pt x="1696" y="588"/>
                </a:cubicBezTo>
                <a:cubicBezTo>
                  <a:pt x="1694" y="582"/>
                  <a:pt x="1694" y="582"/>
                  <a:pt x="1694" y="582"/>
                </a:cubicBezTo>
                <a:cubicBezTo>
                  <a:pt x="1686" y="575"/>
                  <a:pt x="1686" y="575"/>
                  <a:pt x="1686" y="575"/>
                </a:cubicBezTo>
                <a:close/>
                <a:moveTo>
                  <a:pt x="1701" y="578"/>
                </a:moveTo>
                <a:cubicBezTo>
                  <a:pt x="1701" y="578"/>
                  <a:pt x="1699" y="580"/>
                  <a:pt x="1699" y="580"/>
                </a:cubicBezTo>
                <a:cubicBezTo>
                  <a:pt x="1699" y="584"/>
                  <a:pt x="1699" y="584"/>
                  <a:pt x="1699" y="584"/>
                </a:cubicBezTo>
                <a:cubicBezTo>
                  <a:pt x="1703" y="587"/>
                  <a:pt x="1703" y="587"/>
                  <a:pt x="1703" y="587"/>
                </a:cubicBezTo>
                <a:cubicBezTo>
                  <a:pt x="1707" y="586"/>
                  <a:pt x="1707" y="586"/>
                  <a:pt x="1707" y="586"/>
                </a:cubicBezTo>
                <a:cubicBezTo>
                  <a:pt x="1706" y="582"/>
                  <a:pt x="1706" y="582"/>
                  <a:pt x="1706" y="582"/>
                </a:cubicBezTo>
                <a:cubicBezTo>
                  <a:pt x="1701" y="578"/>
                  <a:pt x="1701" y="578"/>
                  <a:pt x="1701" y="578"/>
                </a:cubicBezTo>
                <a:close/>
                <a:moveTo>
                  <a:pt x="1690" y="565"/>
                </a:moveTo>
                <a:cubicBezTo>
                  <a:pt x="1685" y="564"/>
                  <a:pt x="1685" y="564"/>
                  <a:pt x="1685" y="564"/>
                </a:cubicBezTo>
                <a:cubicBezTo>
                  <a:pt x="1684" y="568"/>
                  <a:pt x="1684" y="568"/>
                  <a:pt x="1684" y="568"/>
                </a:cubicBezTo>
                <a:cubicBezTo>
                  <a:pt x="1690" y="576"/>
                  <a:pt x="1690" y="576"/>
                  <a:pt x="1690" y="576"/>
                </a:cubicBezTo>
                <a:cubicBezTo>
                  <a:pt x="1696" y="578"/>
                  <a:pt x="1696" y="578"/>
                  <a:pt x="1696" y="578"/>
                </a:cubicBezTo>
                <a:cubicBezTo>
                  <a:pt x="1698" y="577"/>
                  <a:pt x="1698" y="577"/>
                  <a:pt x="1698" y="577"/>
                </a:cubicBezTo>
                <a:cubicBezTo>
                  <a:pt x="1691" y="570"/>
                  <a:pt x="1691" y="570"/>
                  <a:pt x="1691" y="570"/>
                </a:cubicBezTo>
                <a:cubicBezTo>
                  <a:pt x="1690" y="565"/>
                  <a:pt x="1690" y="565"/>
                  <a:pt x="1690" y="565"/>
                </a:cubicBezTo>
                <a:close/>
                <a:moveTo>
                  <a:pt x="1706" y="559"/>
                </a:moveTo>
                <a:cubicBezTo>
                  <a:pt x="1698" y="562"/>
                  <a:pt x="1698" y="562"/>
                  <a:pt x="1698" y="562"/>
                </a:cubicBezTo>
                <a:cubicBezTo>
                  <a:pt x="1692" y="567"/>
                  <a:pt x="1692" y="567"/>
                  <a:pt x="1692" y="567"/>
                </a:cubicBezTo>
                <a:cubicBezTo>
                  <a:pt x="1694" y="569"/>
                  <a:pt x="1694" y="569"/>
                  <a:pt x="1694" y="569"/>
                </a:cubicBezTo>
                <a:cubicBezTo>
                  <a:pt x="1703" y="574"/>
                  <a:pt x="1703" y="574"/>
                  <a:pt x="1703" y="574"/>
                </a:cubicBezTo>
                <a:cubicBezTo>
                  <a:pt x="1706" y="577"/>
                  <a:pt x="1706" y="577"/>
                  <a:pt x="1706" y="577"/>
                </a:cubicBezTo>
                <a:cubicBezTo>
                  <a:pt x="1711" y="571"/>
                  <a:pt x="1711" y="571"/>
                  <a:pt x="1711" y="571"/>
                </a:cubicBezTo>
                <a:cubicBezTo>
                  <a:pt x="1712" y="567"/>
                  <a:pt x="1712" y="567"/>
                  <a:pt x="1712" y="567"/>
                </a:cubicBezTo>
                <a:cubicBezTo>
                  <a:pt x="1710" y="566"/>
                  <a:pt x="1710" y="566"/>
                  <a:pt x="1710" y="566"/>
                </a:cubicBezTo>
                <a:cubicBezTo>
                  <a:pt x="1711" y="563"/>
                  <a:pt x="1711" y="563"/>
                  <a:pt x="1711" y="563"/>
                </a:cubicBezTo>
                <a:cubicBezTo>
                  <a:pt x="1708" y="559"/>
                  <a:pt x="1708" y="559"/>
                  <a:pt x="1708" y="559"/>
                </a:cubicBezTo>
                <a:cubicBezTo>
                  <a:pt x="1706" y="559"/>
                  <a:pt x="1706" y="559"/>
                  <a:pt x="1706" y="559"/>
                </a:cubicBezTo>
                <a:close/>
                <a:moveTo>
                  <a:pt x="1689" y="549"/>
                </a:moveTo>
                <a:cubicBezTo>
                  <a:pt x="1687" y="549"/>
                  <a:pt x="1687" y="549"/>
                  <a:pt x="1687" y="549"/>
                </a:cubicBezTo>
                <a:cubicBezTo>
                  <a:pt x="1685" y="552"/>
                  <a:pt x="1685" y="552"/>
                  <a:pt x="1685" y="552"/>
                </a:cubicBezTo>
                <a:cubicBezTo>
                  <a:pt x="1689" y="552"/>
                  <a:pt x="1689" y="552"/>
                  <a:pt x="1689" y="552"/>
                </a:cubicBezTo>
                <a:cubicBezTo>
                  <a:pt x="1689" y="549"/>
                  <a:pt x="1689" y="549"/>
                  <a:pt x="1689" y="549"/>
                </a:cubicBezTo>
                <a:close/>
                <a:moveTo>
                  <a:pt x="1702" y="537"/>
                </a:moveTo>
                <a:cubicBezTo>
                  <a:pt x="1706" y="542"/>
                  <a:pt x="1706" y="542"/>
                  <a:pt x="1706" y="542"/>
                </a:cubicBezTo>
                <a:cubicBezTo>
                  <a:pt x="1710" y="542"/>
                  <a:pt x="1710" y="542"/>
                  <a:pt x="1710" y="542"/>
                </a:cubicBezTo>
                <a:cubicBezTo>
                  <a:pt x="1706" y="537"/>
                  <a:pt x="1706" y="537"/>
                  <a:pt x="1706" y="537"/>
                </a:cubicBezTo>
                <a:cubicBezTo>
                  <a:pt x="1702" y="537"/>
                  <a:pt x="1702" y="537"/>
                  <a:pt x="1702" y="537"/>
                </a:cubicBezTo>
                <a:close/>
                <a:moveTo>
                  <a:pt x="1701" y="540"/>
                </a:moveTo>
                <a:cubicBezTo>
                  <a:pt x="1697" y="539"/>
                  <a:pt x="1697" y="539"/>
                  <a:pt x="1697" y="539"/>
                </a:cubicBezTo>
                <a:cubicBezTo>
                  <a:pt x="1693" y="546"/>
                  <a:pt x="1693" y="546"/>
                  <a:pt x="1693" y="546"/>
                </a:cubicBezTo>
                <a:cubicBezTo>
                  <a:pt x="1689" y="547"/>
                  <a:pt x="1689" y="547"/>
                  <a:pt x="1689" y="547"/>
                </a:cubicBezTo>
                <a:cubicBezTo>
                  <a:pt x="1694" y="548"/>
                  <a:pt x="1694" y="548"/>
                  <a:pt x="1694" y="548"/>
                </a:cubicBezTo>
                <a:cubicBezTo>
                  <a:pt x="1694" y="551"/>
                  <a:pt x="1694" y="551"/>
                  <a:pt x="1694" y="551"/>
                </a:cubicBezTo>
                <a:cubicBezTo>
                  <a:pt x="1698" y="551"/>
                  <a:pt x="1698" y="551"/>
                  <a:pt x="1698" y="551"/>
                </a:cubicBezTo>
                <a:cubicBezTo>
                  <a:pt x="1692" y="555"/>
                  <a:pt x="1692" y="555"/>
                  <a:pt x="1692" y="555"/>
                </a:cubicBezTo>
                <a:cubicBezTo>
                  <a:pt x="1694" y="560"/>
                  <a:pt x="1694" y="560"/>
                  <a:pt x="1694" y="560"/>
                </a:cubicBezTo>
                <a:cubicBezTo>
                  <a:pt x="1697" y="560"/>
                  <a:pt x="1697" y="560"/>
                  <a:pt x="1697" y="560"/>
                </a:cubicBezTo>
                <a:cubicBezTo>
                  <a:pt x="1703" y="556"/>
                  <a:pt x="1703" y="556"/>
                  <a:pt x="1703" y="556"/>
                </a:cubicBezTo>
                <a:cubicBezTo>
                  <a:pt x="1708" y="556"/>
                  <a:pt x="1708" y="556"/>
                  <a:pt x="1708" y="556"/>
                </a:cubicBezTo>
                <a:cubicBezTo>
                  <a:pt x="1710" y="552"/>
                  <a:pt x="1710" y="552"/>
                  <a:pt x="1710" y="552"/>
                </a:cubicBezTo>
                <a:cubicBezTo>
                  <a:pt x="1709" y="544"/>
                  <a:pt x="1709" y="544"/>
                  <a:pt x="1709" y="544"/>
                </a:cubicBezTo>
                <a:cubicBezTo>
                  <a:pt x="1706" y="544"/>
                  <a:pt x="1706" y="544"/>
                  <a:pt x="1706" y="544"/>
                </a:cubicBezTo>
                <a:cubicBezTo>
                  <a:pt x="1701" y="540"/>
                  <a:pt x="1701" y="540"/>
                  <a:pt x="1701" y="540"/>
                </a:cubicBezTo>
                <a:close/>
                <a:moveTo>
                  <a:pt x="1588" y="608"/>
                </a:moveTo>
                <a:cubicBezTo>
                  <a:pt x="1595" y="604"/>
                  <a:pt x="1595" y="604"/>
                  <a:pt x="1595" y="604"/>
                </a:cubicBezTo>
                <a:cubicBezTo>
                  <a:pt x="1592" y="603"/>
                  <a:pt x="1592" y="603"/>
                  <a:pt x="1592" y="603"/>
                </a:cubicBezTo>
                <a:cubicBezTo>
                  <a:pt x="1588" y="608"/>
                  <a:pt x="1588" y="608"/>
                  <a:pt x="1588" y="608"/>
                </a:cubicBezTo>
                <a:close/>
                <a:moveTo>
                  <a:pt x="1580" y="611"/>
                </a:moveTo>
                <a:cubicBezTo>
                  <a:pt x="1591" y="617"/>
                  <a:pt x="1591" y="617"/>
                  <a:pt x="1591" y="617"/>
                </a:cubicBezTo>
                <a:cubicBezTo>
                  <a:pt x="1588" y="613"/>
                  <a:pt x="1588" y="613"/>
                  <a:pt x="1588" y="613"/>
                </a:cubicBezTo>
                <a:cubicBezTo>
                  <a:pt x="1580" y="611"/>
                  <a:pt x="1580" y="611"/>
                  <a:pt x="1580" y="611"/>
                </a:cubicBezTo>
                <a:close/>
                <a:moveTo>
                  <a:pt x="1543" y="630"/>
                </a:moveTo>
                <a:cubicBezTo>
                  <a:pt x="1538" y="631"/>
                  <a:pt x="1538" y="631"/>
                  <a:pt x="1538" y="631"/>
                </a:cubicBezTo>
                <a:cubicBezTo>
                  <a:pt x="1542" y="632"/>
                  <a:pt x="1542" y="632"/>
                  <a:pt x="1542" y="632"/>
                </a:cubicBezTo>
                <a:cubicBezTo>
                  <a:pt x="1542" y="632"/>
                  <a:pt x="1543" y="629"/>
                  <a:pt x="1543" y="630"/>
                </a:cubicBezTo>
                <a:close/>
                <a:moveTo>
                  <a:pt x="1554" y="625"/>
                </a:moveTo>
                <a:cubicBezTo>
                  <a:pt x="1543" y="625"/>
                  <a:pt x="1543" y="625"/>
                  <a:pt x="1543" y="625"/>
                </a:cubicBezTo>
                <a:cubicBezTo>
                  <a:pt x="1548" y="628"/>
                  <a:pt x="1548" y="628"/>
                  <a:pt x="1548" y="628"/>
                </a:cubicBezTo>
                <a:cubicBezTo>
                  <a:pt x="1553" y="627"/>
                  <a:pt x="1553" y="627"/>
                  <a:pt x="1553" y="627"/>
                </a:cubicBezTo>
                <a:cubicBezTo>
                  <a:pt x="1554" y="625"/>
                  <a:pt x="1554" y="625"/>
                  <a:pt x="1554" y="625"/>
                </a:cubicBezTo>
                <a:close/>
                <a:moveTo>
                  <a:pt x="1555" y="656"/>
                </a:moveTo>
                <a:cubicBezTo>
                  <a:pt x="1550" y="656"/>
                  <a:pt x="1550" y="656"/>
                  <a:pt x="1550" y="656"/>
                </a:cubicBezTo>
                <a:cubicBezTo>
                  <a:pt x="1542" y="661"/>
                  <a:pt x="1542" y="661"/>
                  <a:pt x="1542" y="661"/>
                </a:cubicBezTo>
                <a:cubicBezTo>
                  <a:pt x="1541" y="664"/>
                  <a:pt x="1541" y="664"/>
                  <a:pt x="1541" y="664"/>
                </a:cubicBezTo>
                <a:cubicBezTo>
                  <a:pt x="1547" y="663"/>
                  <a:pt x="1547" y="663"/>
                  <a:pt x="1547" y="663"/>
                </a:cubicBezTo>
                <a:cubicBezTo>
                  <a:pt x="1553" y="659"/>
                  <a:pt x="1553" y="659"/>
                  <a:pt x="1553" y="659"/>
                </a:cubicBezTo>
                <a:cubicBezTo>
                  <a:pt x="1555" y="656"/>
                  <a:pt x="1555" y="656"/>
                  <a:pt x="1555" y="656"/>
                </a:cubicBezTo>
                <a:close/>
                <a:moveTo>
                  <a:pt x="1569" y="620"/>
                </a:moveTo>
                <a:cubicBezTo>
                  <a:pt x="1557" y="631"/>
                  <a:pt x="1557" y="631"/>
                  <a:pt x="1557" y="631"/>
                </a:cubicBezTo>
                <a:cubicBezTo>
                  <a:pt x="1556" y="635"/>
                  <a:pt x="1556" y="635"/>
                  <a:pt x="1556" y="635"/>
                </a:cubicBezTo>
                <a:cubicBezTo>
                  <a:pt x="1558" y="638"/>
                  <a:pt x="1558" y="638"/>
                  <a:pt x="1558" y="638"/>
                </a:cubicBezTo>
                <a:cubicBezTo>
                  <a:pt x="1553" y="642"/>
                  <a:pt x="1553" y="642"/>
                  <a:pt x="1553" y="642"/>
                </a:cubicBezTo>
                <a:cubicBezTo>
                  <a:pt x="1553" y="648"/>
                  <a:pt x="1553" y="648"/>
                  <a:pt x="1553" y="648"/>
                </a:cubicBezTo>
                <a:cubicBezTo>
                  <a:pt x="1559" y="653"/>
                  <a:pt x="1559" y="653"/>
                  <a:pt x="1559" y="653"/>
                </a:cubicBezTo>
                <a:cubicBezTo>
                  <a:pt x="1565" y="652"/>
                  <a:pt x="1565" y="652"/>
                  <a:pt x="1565" y="652"/>
                </a:cubicBezTo>
                <a:cubicBezTo>
                  <a:pt x="1575" y="640"/>
                  <a:pt x="1575" y="640"/>
                  <a:pt x="1575" y="640"/>
                </a:cubicBezTo>
                <a:cubicBezTo>
                  <a:pt x="1578" y="629"/>
                  <a:pt x="1578" y="629"/>
                  <a:pt x="1578" y="629"/>
                </a:cubicBezTo>
                <a:cubicBezTo>
                  <a:pt x="1576" y="623"/>
                  <a:pt x="1576" y="623"/>
                  <a:pt x="1576" y="623"/>
                </a:cubicBezTo>
                <a:cubicBezTo>
                  <a:pt x="1579" y="618"/>
                  <a:pt x="1579" y="618"/>
                  <a:pt x="1579" y="618"/>
                </a:cubicBezTo>
                <a:cubicBezTo>
                  <a:pt x="1578" y="615"/>
                  <a:pt x="1578" y="615"/>
                  <a:pt x="1578" y="615"/>
                </a:cubicBezTo>
                <a:cubicBezTo>
                  <a:pt x="1573" y="614"/>
                  <a:pt x="1573" y="614"/>
                  <a:pt x="1573" y="614"/>
                </a:cubicBezTo>
                <a:cubicBezTo>
                  <a:pt x="1569" y="617"/>
                  <a:pt x="1569" y="617"/>
                  <a:pt x="1569" y="617"/>
                </a:cubicBezTo>
                <a:cubicBezTo>
                  <a:pt x="1569" y="620"/>
                  <a:pt x="1569" y="620"/>
                  <a:pt x="1569" y="620"/>
                </a:cubicBezTo>
                <a:close/>
                <a:moveTo>
                  <a:pt x="1503" y="578"/>
                </a:moveTo>
                <a:cubicBezTo>
                  <a:pt x="1509" y="575"/>
                  <a:pt x="1509" y="575"/>
                  <a:pt x="1509" y="575"/>
                </a:cubicBezTo>
                <a:cubicBezTo>
                  <a:pt x="1505" y="573"/>
                  <a:pt x="1505" y="573"/>
                  <a:pt x="1505" y="573"/>
                </a:cubicBezTo>
                <a:cubicBezTo>
                  <a:pt x="1503" y="578"/>
                  <a:pt x="1503" y="578"/>
                  <a:pt x="1503" y="578"/>
                </a:cubicBezTo>
                <a:close/>
                <a:moveTo>
                  <a:pt x="1484" y="591"/>
                </a:moveTo>
                <a:cubicBezTo>
                  <a:pt x="1479" y="595"/>
                  <a:pt x="1479" y="595"/>
                  <a:pt x="1479" y="595"/>
                </a:cubicBezTo>
                <a:cubicBezTo>
                  <a:pt x="1485" y="595"/>
                  <a:pt x="1485" y="595"/>
                  <a:pt x="1485" y="595"/>
                </a:cubicBezTo>
                <a:cubicBezTo>
                  <a:pt x="1484" y="591"/>
                  <a:pt x="1484" y="591"/>
                  <a:pt x="1484" y="591"/>
                </a:cubicBezTo>
                <a:close/>
                <a:moveTo>
                  <a:pt x="1499" y="656"/>
                </a:moveTo>
                <a:cubicBezTo>
                  <a:pt x="1490" y="661"/>
                  <a:pt x="1490" y="661"/>
                  <a:pt x="1490" y="661"/>
                </a:cubicBezTo>
                <a:cubicBezTo>
                  <a:pt x="1496" y="661"/>
                  <a:pt x="1496" y="661"/>
                  <a:pt x="1496" y="661"/>
                </a:cubicBezTo>
                <a:cubicBezTo>
                  <a:pt x="1499" y="656"/>
                  <a:pt x="1499" y="656"/>
                  <a:pt x="1499" y="656"/>
                </a:cubicBezTo>
                <a:close/>
                <a:moveTo>
                  <a:pt x="1485" y="644"/>
                </a:moveTo>
                <a:cubicBezTo>
                  <a:pt x="1490" y="641"/>
                  <a:pt x="1490" y="641"/>
                  <a:pt x="1490" y="641"/>
                </a:cubicBezTo>
                <a:cubicBezTo>
                  <a:pt x="1496" y="644"/>
                  <a:pt x="1496" y="644"/>
                  <a:pt x="1496" y="644"/>
                </a:cubicBezTo>
                <a:cubicBezTo>
                  <a:pt x="1497" y="651"/>
                  <a:pt x="1497" y="651"/>
                  <a:pt x="1497" y="651"/>
                </a:cubicBezTo>
                <a:cubicBezTo>
                  <a:pt x="1491" y="653"/>
                  <a:pt x="1491" y="653"/>
                  <a:pt x="1491" y="653"/>
                </a:cubicBezTo>
                <a:cubicBezTo>
                  <a:pt x="1485" y="648"/>
                  <a:pt x="1485" y="648"/>
                  <a:pt x="1485" y="648"/>
                </a:cubicBezTo>
                <a:cubicBezTo>
                  <a:pt x="1485" y="644"/>
                  <a:pt x="1485" y="644"/>
                  <a:pt x="1485" y="644"/>
                </a:cubicBezTo>
                <a:close/>
                <a:moveTo>
                  <a:pt x="1438" y="614"/>
                </a:moveTo>
                <a:cubicBezTo>
                  <a:pt x="1442" y="611"/>
                  <a:pt x="1442" y="611"/>
                  <a:pt x="1442" y="611"/>
                </a:cubicBezTo>
                <a:cubicBezTo>
                  <a:pt x="1447" y="614"/>
                  <a:pt x="1447" y="614"/>
                  <a:pt x="1447" y="614"/>
                </a:cubicBezTo>
                <a:cubicBezTo>
                  <a:pt x="1444" y="618"/>
                  <a:pt x="1444" y="618"/>
                  <a:pt x="1444" y="618"/>
                </a:cubicBezTo>
                <a:cubicBezTo>
                  <a:pt x="1440" y="618"/>
                  <a:pt x="1440" y="618"/>
                  <a:pt x="1440" y="618"/>
                </a:cubicBezTo>
                <a:cubicBezTo>
                  <a:pt x="1438" y="614"/>
                  <a:pt x="1438" y="614"/>
                  <a:pt x="1438" y="614"/>
                </a:cubicBezTo>
                <a:close/>
                <a:moveTo>
                  <a:pt x="1448" y="665"/>
                </a:moveTo>
                <a:cubicBezTo>
                  <a:pt x="1456" y="664"/>
                  <a:pt x="1456" y="664"/>
                  <a:pt x="1456" y="664"/>
                </a:cubicBezTo>
                <a:cubicBezTo>
                  <a:pt x="1460" y="666"/>
                  <a:pt x="1460" y="666"/>
                  <a:pt x="1460" y="666"/>
                </a:cubicBezTo>
                <a:cubicBezTo>
                  <a:pt x="1452" y="667"/>
                  <a:pt x="1452" y="667"/>
                  <a:pt x="1452" y="667"/>
                </a:cubicBezTo>
                <a:cubicBezTo>
                  <a:pt x="1448" y="665"/>
                  <a:pt x="1448" y="665"/>
                  <a:pt x="1448" y="665"/>
                </a:cubicBezTo>
                <a:close/>
                <a:moveTo>
                  <a:pt x="1382" y="635"/>
                </a:moveTo>
                <a:cubicBezTo>
                  <a:pt x="1390" y="629"/>
                  <a:pt x="1390" y="629"/>
                  <a:pt x="1390" y="629"/>
                </a:cubicBezTo>
                <a:cubicBezTo>
                  <a:pt x="1385" y="627"/>
                  <a:pt x="1385" y="627"/>
                  <a:pt x="1385" y="627"/>
                </a:cubicBezTo>
                <a:cubicBezTo>
                  <a:pt x="1381" y="630"/>
                  <a:pt x="1381" y="630"/>
                  <a:pt x="1381" y="630"/>
                </a:cubicBezTo>
                <a:cubicBezTo>
                  <a:pt x="1382" y="635"/>
                  <a:pt x="1382" y="635"/>
                  <a:pt x="1382" y="635"/>
                </a:cubicBezTo>
                <a:close/>
                <a:moveTo>
                  <a:pt x="1405" y="659"/>
                </a:moveTo>
                <a:cubicBezTo>
                  <a:pt x="1417" y="660"/>
                  <a:pt x="1417" y="660"/>
                  <a:pt x="1417" y="660"/>
                </a:cubicBezTo>
                <a:cubicBezTo>
                  <a:pt x="1424" y="659"/>
                  <a:pt x="1424" y="659"/>
                  <a:pt x="1424" y="659"/>
                </a:cubicBezTo>
                <a:cubicBezTo>
                  <a:pt x="1424" y="663"/>
                  <a:pt x="1424" y="663"/>
                  <a:pt x="1424" y="663"/>
                </a:cubicBezTo>
                <a:cubicBezTo>
                  <a:pt x="1414" y="667"/>
                  <a:pt x="1414" y="667"/>
                  <a:pt x="1414" y="667"/>
                </a:cubicBezTo>
                <a:cubicBezTo>
                  <a:pt x="1406" y="663"/>
                  <a:pt x="1406" y="663"/>
                  <a:pt x="1406" y="663"/>
                </a:cubicBezTo>
                <a:cubicBezTo>
                  <a:pt x="1405" y="659"/>
                  <a:pt x="1405" y="659"/>
                  <a:pt x="1405" y="659"/>
                </a:cubicBezTo>
                <a:close/>
                <a:moveTo>
                  <a:pt x="1393" y="663"/>
                </a:moveTo>
                <a:cubicBezTo>
                  <a:pt x="1399" y="661"/>
                  <a:pt x="1399" y="661"/>
                  <a:pt x="1399" y="661"/>
                </a:cubicBezTo>
                <a:cubicBezTo>
                  <a:pt x="1398" y="666"/>
                  <a:pt x="1398" y="666"/>
                  <a:pt x="1398" y="666"/>
                </a:cubicBezTo>
                <a:cubicBezTo>
                  <a:pt x="1393" y="663"/>
                  <a:pt x="1393" y="663"/>
                  <a:pt x="1393" y="663"/>
                </a:cubicBezTo>
                <a:close/>
                <a:moveTo>
                  <a:pt x="1373" y="660"/>
                </a:moveTo>
                <a:cubicBezTo>
                  <a:pt x="1378" y="657"/>
                  <a:pt x="1378" y="657"/>
                  <a:pt x="1378" y="657"/>
                </a:cubicBezTo>
                <a:cubicBezTo>
                  <a:pt x="1383" y="661"/>
                  <a:pt x="1383" y="661"/>
                  <a:pt x="1383" y="661"/>
                </a:cubicBezTo>
                <a:cubicBezTo>
                  <a:pt x="1377" y="664"/>
                  <a:pt x="1377" y="664"/>
                  <a:pt x="1377" y="664"/>
                </a:cubicBezTo>
                <a:cubicBezTo>
                  <a:pt x="1373" y="660"/>
                  <a:pt x="1373" y="660"/>
                  <a:pt x="1373" y="660"/>
                </a:cubicBezTo>
                <a:close/>
                <a:moveTo>
                  <a:pt x="1212" y="751"/>
                </a:moveTo>
                <a:cubicBezTo>
                  <a:pt x="1209" y="760"/>
                  <a:pt x="1209" y="760"/>
                  <a:pt x="1209" y="760"/>
                </a:cubicBezTo>
                <a:cubicBezTo>
                  <a:pt x="1214" y="763"/>
                  <a:pt x="1214" y="763"/>
                  <a:pt x="1214" y="763"/>
                </a:cubicBezTo>
                <a:cubicBezTo>
                  <a:pt x="1228" y="763"/>
                  <a:pt x="1228" y="763"/>
                  <a:pt x="1228" y="763"/>
                </a:cubicBezTo>
                <a:cubicBezTo>
                  <a:pt x="1240" y="755"/>
                  <a:pt x="1240" y="755"/>
                  <a:pt x="1240" y="755"/>
                </a:cubicBezTo>
                <a:cubicBezTo>
                  <a:pt x="1248" y="752"/>
                  <a:pt x="1248" y="752"/>
                  <a:pt x="1248" y="752"/>
                </a:cubicBezTo>
                <a:cubicBezTo>
                  <a:pt x="1255" y="753"/>
                  <a:pt x="1255" y="753"/>
                  <a:pt x="1255" y="753"/>
                </a:cubicBezTo>
                <a:cubicBezTo>
                  <a:pt x="1263" y="747"/>
                  <a:pt x="1263" y="747"/>
                  <a:pt x="1263" y="747"/>
                </a:cubicBezTo>
                <a:cubicBezTo>
                  <a:pt x="1268" y="739"/>
                  <a:pt x="1268" y="739"/>
                  <a:pt x="1268" y="739"/>
                </a:cubicBezTo>
                <a:cubicBezTo>
                  <a:pt x="1284" y="727"/>
                  <a:pt x="1284" y="727"/>
                  <a:pt x="1284" y="727"/>
                </a:cubicBezTo>
                <a:cubicBezTo>
                  <a:pt x="1288" y="722"/>
                  <a:pt x="1288" y="722"/>
                  <a:pt x="1288" y="722"/>
                </a:cubicBezTo>
                <a:cubicBezTo>
                  <a:pt x="1292" y="720"/>
                  <a:pt x="1292" y="720"/>
                  <a:pt x="1292" y="720"/>
                </a:cubicBezTo>
                <a:cubicBezTo>
                  <a:pt x="1282" y="710"/>
                  <a:pt x="1282" y="710"/>
                  <a:pt x="1282" y="710"/>
                </a:cubicBezTo>
                <a:cubicBezTo>
                  <a:pt x="1273" y="700"/>
                  <a:pt x="1273" y="700"/>
                  <a:pt x="1273" y="700"/>
                </a:cubicBezTo>
                <a:cubicBezTo>
                  <a:pt x="1269" y="702"/>
                  <a:pt x="1269" y="702"/>
                  <a:pt x="1269" y="702"/>
                </a:cubicBezTo>
                <a:cubicBezTo>
                  <a:pt x="1262" y="704"/>
                  <a:pt x="1262" y="704"/>
                  <a:pt x="1262" y="704"/>
                </a:cubicBezTo>
                <a:cubicBezTo>
                  <a:pt x="1262" y="715"/>
                  <a:pt x="1262" y="715"/>
                  <a:pt x="1262" y="715"/>
                </a:cubicBezTo>
                <a:cubicBezTo>
                  <a:pt x="1254" y="716"/>
                  <a:pt x="1254" y="716"/>
                  <a:pt x="1254" y="716"/>
                </a:cubicBezTo>
                <a:cubicBezTo>
                  <a:pt x="1245" y="721"/>
                  <a:pt x="1245" y="721"/>
                  <a:pt x="1245" y="721"/>
                </a:cubicBezTo>
                <a:cubicBezTo>
                  <a:pt x="1238" y="713"/>
                  <a:pt x="1238" y="713"/>
                  <a:pt x="1238" y="713"/>
                </a:cubicBezTo>
                <a:cubicBezTo>
                  <a:pt x="1236" y="716"/>
                  <a:pt x="1236" y="716"/>
                  <a:pt x="1236" y="716"/>
                </a:cubicBezTo>
                <a:cubicBezTo>
                  <a:pt x="1227" y="721"/>
                  <a:pt x="1227" y="721"/>
                  <a:pt x="1227" y="721"/>
                </a:cubicBezTo>
                <a:cubicBezTo>
                  <a:pt x="1224" y="730"/>
                  <a:pt x="1224" y="730"/>
                  <a:pt x="1224" y="730"/>
                </a:cubicBezTo>
                <a:cubicBezTo>
                  <a:pt x="1216" y="743"/>
                  <a:pt x="1216" y="743"/>
                  <a:pt x="1216" y="743"/>
                </a:cubicBezTo>
                <a:cubicBezTo>
                  <a:pt x="1215" y="747"/>
                  <a:pt x="1215" y="747"/>
                  <a:pt x="1215" y="747"/>
                </a:cubicBezTo>
                <a:cubicBezTo>
                  <a:pt x="1219" y="750"/>
                  <a:pt x="1219" y="750"/>
                  <a:pt x="1219" y="750"/>
                </a:cubicBezTo>
                <a:cubicBezTo>
                  <a:pt x="1220" y="754"/>
                  <a:pt x="1220" y="754"/>
                  <a:pt x="1220" y="754"/>
                </a:cubicBezTo>
                <a:cubicBezTo>
                  <a:pt x="1215" y="754"/>
                  <a:pt x="1215" y="754"/>
                  <a:pt x="1215" y="754"/>
                </a:cubicBezTo>
                <a:cubicBezTo>
                  <a:pt x="1212" y="751"/>
                  <a:pt x="1212" y="751"/>
                  <a:pt x="1212" y="751"/>
                </a:cubicBezTo>
                <a:close/>
                <a:moveTo>
                  <a:pt x="1203" y="761"/>
                </a:moveTo>
                <a:cubicBezTo>
                  <a:pt x="1206" y="752"/>
                  <a:pt x="1206" y="752"/>
                  <a:pt x="1206" y="752"/>
                </a:cubicBezTo>
                <a:cubicBezTo>
                  <a:pt x="1203" y="752"/>
                  <a:pt x="1203" y="752"/>
                  <a:pt x="1203" y="752"/>
                </a:cubicBezTo>
                <a:cubicBezTo>
                  <a:pt x="1199" y="759"/>
                  <a:pt x="1199" y="759"/>
                  <a:pt x="1199" y="759"/>
                </a:cubicBezTo>
                <a:cubicBezTo>
                  <a:pt x="1203" y="761"/>
                  <a:pt x="1203" y="761"/>
                  <a:pt x="1203" y="761"/>
                </a:cubicBezTo>
                <a:close/>
                <a:moveTo>
                  <a:pt x="1204" y="767"/>
                </a:moveTo>
                <a:cubicBezTo>
                  <a:pt x="1196" y="770"/>
                  <a:pt x="1196" y="770"/>
                  <a:pt x="1196" y="770"/>
                </a:cubicBezTo>
                <a:cubicBezTo>
                  <a:pt x="1198" y="772"/>
                  <a:pt x="1198" y="772"/>
                  <a:pt x="1198" y="772"/>
                </a:cubicBezTo>
                <a:cubicBezTo>
                  <a:pt x="1184" y="779"/>
                  <a:pt x="1184" y="779"/>
                  <a:pt x="1184" y="779"/>
                </a:cubicBezTo>
                <a:cubicBezTo>
                  <a:pt x="1178" y="784"/>
                  <a:pt x="1178" y="784"/>
                  <a:pt x="1178" y="784"/>
                </a:cubicBezTo>
                <a:cubicBezTo>
                  <a:pt x="1184" y="787"/>
                  <a:pt x="1184" y="787"/>
                  <a:pt x="1184" y="787"/>
                </a:cubicBezTo>
                <a:cubicBezTo>
                  <a:pt x="1204" y="779"/>
                  <a:pt x="1204" y="779"/>
                  <a:pt x="1204" y="779"/>
                </a:cubicBezTo>
                <a:cubicBezTo>
                  <a:pt x="1206" y="772"/>
                  <a:pt x="1206" y="772"/>
                  <a:pt x="1206" y="772"/>
                </a:cubicBezTo>
                <a:cubicBezTo>
                  <a:pt x="1204" y="767"/>
                  <a:pt x="1204" y="767"/>
                  <a:pt x="1204" y="767"/>
                </a:cubicBezTo>
                <a:close/>
                <a:moveTo>
                  <a:pt x="1140" y="765"/>
                </a:moveTo>
                <a:cubicBezTo>
                  <a:pt x="1145" y="768"/>
                  <a:pt x="1145" y="768"/>
                  <a:pt x="1145" y="768"/>
                </a:cubicBezTo>
                <a:cubicBezTo>
                  <a:pt x="1146" y="772"/>
                  <a:pt x="1146" y="772"/>
                  <a:pt x="1146" y="772"/>
                </a:cubicBezTo>
                <a:cubicBezTo>
                  <a:pt x="1140" y="775"/>
                  <a:pt x="1140" y="775"/>
                  <a:pt x="1140" y="775"/>
                </a:cubicBezTo>
                <a:cubicBezTo>
                  <a:pt x="1132" y="775"/>
                  <a:pt x="1132" y="775"/>
                  <a:pt x="1132" y="775"/>
                </a:cubicBezTo>
                <a:cubicBezTo>
                  <a:pt x="1137" y="768"/>
                  <a:pt x="1137" y="768"/>
                  <a:pt x="1137" y="768"/>
                </a:cubicBezTo>
                <a:cubicBezTo>
                  <a:pt x="1140" y="765"/>
                  <a:pt x="1140" y="765"/>
                  <a:pt x="1140" y="765"/>
                </a:cubicBezTo>
                <a:close/>
                <a:moveTo>
                  <a:pt x="1015" y="719"/>
                </a:moveTo>
                <a:cubicBezTo>
                  <a:pt x="1034" y="709"/>
                  <a:pt x="1034" y="709"/>
                  <a:pt x="1034" y="709"/>
                </a:cubicBezTo>
                <a:cubicBezTo>
                  <a:pt x="1045" y="718"/>
                  <a:pt x="1045" y="718"/>
                  <a:pt x="1045" y="718"/>
                </a:cubicBezTo>
                <a:cubicBezTo>
                  <a:pt x="1053" y="718"/>
                  <a:pt x="1053" y="718"/>
                  <a:pt x="1053" y="718"/>
                </a:cubicBezTo>
                <a:cubicBezTo>
                  <a:pt x="1061" y="714"/>
                  <a:pt x="1061" y="714"/>
                  <a:pt x="1061" y="714"/>
                </a:cubicBezTo>
                <a:cubicBezTo>
                  <a:pt x="1071" y="719"/>
                  <a:pt x="1071" y="719"/>
                  <a:pt x="1071" y="719"/>
                </a:cubicBezTo>
                <a:cubicBezTo>
                  <a:pt x="1074" y="727"/>
                  <a:pt x="1074" y="727"/>
                  <a:pt x="1074" y="727"/>
                </a:cubicBezTo>
                <a:cubicBezTo>
                  <a:pt x="1082" y="727"/>
                  <a:pt x="1082" y="727"/>
                  <a:pt x="1082" y="727"/>
                </a:cubicBezTo>
                <a:cubicBezTo>
                  <a:pt x="1089" y="737"/>
                  <a:pt x="1089" y="737"/>
                  <a:pt x="1089" y="737"/>
                </a:cubicBezTo>
                <a:cubicBezTo>
                  <a:pt x="1097" y="744"/>
                  <a:pt x="1097" y="744"/>
                  <a:pt x="1097" y="744"/>
                </a:cubicBezTo>
                <a:cubicBezTo>
                  <a:pt x="1097" y="750"/>
                  <a:pt x="1097" y="750"/>
                  <a:pt x="1097" y="750"/>
                </a:cubicBezTo>
                <a:cubicBezTo>
                  <a:pt x="1086" y="756"/>
                  <a:pt x="1086" y="756"/>
                  <a:pt x="1086" y="756"/>
                </a:cubicBezTo>
                <a:cubicBezTo>
                  <a:pt x="1074" y="757"/>
                  <a:pt x="1074" y="757"/>
                  <a:pt x="1074" y="757"/>
                </a:cubicBezTo>
                <a:cubicBezTo>
                  <a:pt x="1064" y="752"/>
                  <a:pt x="1064" y="752"/>
                  <a:pt x="1064" y="752"/>
                </a:cubicBezTo>
                <a:cubicBezTo>
                  <a:pt x="1057" y="742"/>
                  <a:pt x="1057" y="742"/>
                  <a:pt x="1057" y="742"/>
                </a:cubicBezTo>
                <a:cubicBezTo>
                  <a:pt x="1050" y="741"/>
                  <a:pt x="1050" y="741"/>
                  <a:pt x="1050" y="741"/>
                </a:cubicBezTo>
                <a:cubicBezTo>
                  <a:pt x="1043" y="732"/>
                  <a:pt x="1043" y="732"/>
                  <a:pt x="1043" y="732"/>
                </a:cubicBezTo>
                <a:cubicBezTo>
                  <a:pt x="1033" y="734"/>
                  <a:pt x="1033" y="734"/>
                  <a:pt x="1033" y="734"/>
                </a:cubicBezTo>
                <a:cubicBezTo>
                  <a:pt x="1021" y="731"/>
                  <a:pt x="1021" y="731"/>
                  <a:pt x="1021" y="731"/>
                </a:cubicBezTo>
                <a:cubicBezTo>
                  <a:pt x="1015" y="725"/>
                  <a:pt x="1015" y="725"/>
                  <a:pt x="1015" y="725"/>
                </a:cubicBezTo>
                <a:cubicBezTo>
                  <a:pt x="1015" y="719"/>
                  <a:pt x="1015" y="719"/>
                  <a:pt x="1015" y="719"/>
                </a:cubicBezTo>
                <a:close/>
                <a:moveTo>
                  <a:pt x="882" y="620"/>
                </a:moveTo>
                <a:cubicBezTo>
                  <a:pt x="888" y="620"/>
                  <a:pt x="888" y="620"/>
                  <a:pt x="888" y="620"/>
                </a:cubicBezTo>
                <a:cubicBezTo>
                  <a:pt x="890" y="620"/>
                  <a:pt x="890" y="620"/>
                  <a:pt x="890" y="620"/>
                </a:cubicBezTo>
                <a:cubicBezTo>
                  <a:pt x="889" y="622"/>
                  <a:pt x="889" y="622"/>
                  <a:pt x="889" y="622"/>
                </a:cubicBezTo>
                <a:cubicBezTo>
                  <a:pt x="883" y="622"/>
                  <a:pt x="883" y="622"/>
                  <a:pt x="883" y="622"/>
                </a:cubicBezTo>
                <a:cubicBezTo>
                  <a:pt x="882" y="620"/>
                  <a:pt x="882" y="620"/>
                  <a:pt x="882" y="620"/>
                </a:cubicBezTo>
                <a:close/>
                <a:moveTo>
                  <a:pt x="857" y="607"/>
                </a:moveTo>
                <a:cubicBezTo>
                  <a:pt x="863" y="612"/>
                  <a:pt x="863" y="612"/>
                  <a:pt x="863" y="612"/>
                </a:cubicBezTo>
                <a:cubicBezTo>
                  <a:pt x="868" y="606"/>
                  <a:pt x="868" y="606"/>
                  <a:pt x="868" y="606"/>
                </a:cubicBezTo>
                <a:cubicBezTo>
                  <a:pt x="872" y="607"/>
                  <a:pt x="872" y="607"/>
                  <a:pt x="872" y="607"/>
                </a:cubicBezTo>
                <a:cubicBezTo>
                  <a:pt x="875" y="607"/>
                  <a:pt x="875" y="607"/>
                  <a:pt x="875" y="607"/>
                </a:cubicBezTo>
                <a:cubicBezTo>
                  <a:pt x="873" y="605"/>
                  <a:pt x="873" y="605"/>
                  <a:pt x="873" y="605"/>
                </a:cubicBezTo>
                <a:cubicBezTo>
                  <a:pt x="868" y="602"/>
                  <a:pt x="868" y="602"/>
                  <a:pt x="868" y="602"/>
                </a:cubicBezTo>
                <a:cubicBezTo>
                  <a:pt x="860" y="601"/>
                  <a:pt x="860" y="601"/>
                  <a:pt x="860" y="601"/>
                </a:cubicBezTo>
                <a:cubicBezTo>
                  <a:pt x="856" y="604"/>
                  <a:pt x="856" y="604"/>
                  <a:pt x="856" y="604"/>
                </a:cubicBezTo>
                <a:cubicBezTo>
                  <a:pt x="857" y="607"/>
                  <a:pt x="857" y="607"/>
                  <a:pt x="857" y="607"/>
                </a:cubicBezTo>
                <a:close/>
                <a:moveTo>
                  <a:pt x="1321" y="650"/>
                </a:moveTo>
                <a:cubicBezTo>
                  <a:pt x="1330" y="645"/>
                  <a:pt x="1330" y="645"/>
                  <a:pt x="1330" y="645"/>
                </a:cubicBezTo>
                <a:cubicBezTo>
                  <a:pt x="1344" y="648"/>
                  <a:pt x="1344" y="648"/>
                  <a:pt x="1344" y="648"/>
                </a:cubicBezTo>
                <a:cubicBezTo>
                  <a:pt x="1348" y="652"/>
                  <a:pt x="1348" y="652"/>
                  <a:pt x="1348" y="652"/>
                </a:cubicBezTo>
                <a:cubicBezTo>
                  <a:pt x="1350" y="648"/>
                  <a:pt x="1350" y="648"/>
                  <a:pt x="1350" y="648"/>
                </a:cubicBezTo>
                <a:cubicBezTo>
                  <a:pt x="1357" y="643"/>
                  <a:pt x="1357" y="643"/>
                  <a:pt x="1357" y="643"/>
                </a:cubicBezTo>
                <a:cubicBezTo>
                  <a:pt x="1363" y="639"/>
                  <a:pt x="1363" y="639"/>
                  <a:pt x="1363" y="639"/>
                </a:cubicBezTo>
                <a:cubicBezTo>
                  <a:pt x="1361" y="635"/>
                  <a:pt x="1361" y="635"/>
                  <a:pt x="1361" y="635"/>
                </a:cubicBezTo>
                <a:cubicBezTo>
                  <a:pt x="1354" y="632"/>
                  <a:pt x="1354" y="632"/>
                  <a:pt x="1354" y="632"/>
                </a:cubicBezTo>
                <a:cubicBezTo>
                  <a:pt x="1348" y="637"/>
                  <a:pt x="1348" y="637"/>
                  <a:pt x="1348" y="637"/>
                </a:cubicBezTo>
                <a:cubicBezTo>
                  <a:pt x="1333" y="638"/>
                  <a:pt x="1333" y="638"/>
                  <a:pt x="1333" y="638"/>
                </a:cubicBezTo>
                <a:cubicBezTo>
                  <a:pt x="1329" y="634"/>
                  <a:pt x="1329" y="634"/>
                  <a:pt x="1329" y="634"/>
                </a:cubicBezTo>
                <a:cubicBezTo>
                  <a:pt x="1322" y="638"/>
                  <a:pt x="1322" y="638"/>
                  <a:pt x="1322" y="638"/>
                </a:cubicBezTo>
                <a:cubicBezTo>
                  <a:pt x="1319" y="647"/>
                  <a:pt x="1319" y="647"/>
                  <a:pt x="1319" y="647"/>
                </a:cubicBezTo>
                <a:cubicBezTo>
                  <a:pt x="1321" y="650"/>
                  <a:pt x="1321" y="650"/>
                  <a:pt x="1321" y="650"/>
                </a:cubicBezTo>
                <a:close/>
                <a:moveTo>
                  <a:pt x="1306" y="662"/>
                </a:moveTo>
                <a:cubicBezTo>
                  <a:pt x="1304" y="666"/>
                  <a:pt x="1304" y="666"/>
                  <a:pt x="1304" y="666"/>
                </a:cubicBezTo>
                <a:cubicBezTo>
                  <a:pt x="1305" y="668"/>
                  <a:pt x="1305" y="668"/>
                  <a:pt x="1305" y="668"/>
                </a:cubicBezTo>
                <a:cubicBezTo>
                  <a:pt x="1309" y="665"/>
                  <a:pt x="1309" y="665"/>
                  <a:pt x="1309" y="665"/>
                </a:cubicBezTo>
                <a:cubicBezTo>
                  <a:pt x="1306" y="662"/>
                  <a:pt x="1306" y="662"/>
                  <a:pt x="1306" y="662"/>
                </a:cubicBezTo>
                <a:close/>
                <a:moveTo>
                  <a:pt x="1267" y="661"/>
                </a:moveTo>
                <a:cubicBezTo>
                  <a:pt x="1259" y="665"/>
                  <a:pt x="1259" y="665"/>
                  <a:pt x="1259" y="665"/>
                </a:cubicBezTo>
                <a:cubicBezTo>
                  <a:pt x="1262" y="668"/>
                  <a:pt x="1262" y="668"/>
                  <a:pt x="1262" y="668"/>
                </a:cubicBezTo>
                <a:cubicBezTo>
                  <a:pt x="1259" y="671"/>
                  <a:pt x="1259" y="671"/>
                  <a:pt x="1259" y="671"/>
                </a:cubicBezTo>
                <a:cubicBezTo>
                  <a:pt x="1260" y="674"/>
                  <a:pt x="1260" y="674"/>
                  <a:pt x="1260" y="674"/>
                </a:cubicBezTo>
                <a:cubicBezTo>
                  <a:pt x="1268" y="676"/>
                  <a:pt x="1268" y="676"/>
                  <a:pt x="1268" y="676"/>
                </a:cubicBezTo>
                <a:cubicBezTo>
                  <a:pt x="1282" y="671"/>
                  <a:pt x="1282" y="671"/>
                  <a:pt x="1282" y="671"/>
                </a:cubicBezTo>
                <a:cubicBezTo>
                  <a:pt x="1287" y="665"/>
                  <a:pt x="1287" y="665"/>
                  <a:pt x="1287" y="665"/>
                </a:cubicBezTo>
                <a:cubicBezTo>
                  <a:pt x="1283" y="662"/>
                  <a:pt x="1283" y="662"/>
                  <a:pt x="1283" y="662"/>
                </a:cubicBezTo>
                <a:cubicBezTo>
                  <a:pt x="1271" y="663"/>
                  <a:pt x="1271" y="663"/>
                  <a:pt x="1271" y="663"/>
                </a:cubicBezTo>
                <a:cubicBezTo>
                  <a:pt x="1267" y="661"/>
                  <a:pt x="1267" y="661"/>
                  <a:pt x="1267" y="661"/>
                </a:cubicBezTo>
                <a:close/>
                <a:moveTo>
                  <a:pt x="1236" y="678"/>
                </a:moveTo>
                <a:cubicBezTo>
                  <a:pt x="1242" y="678"/>
                  <a:pt x="1242" y="678"/>
                  <a:pt x="1242" y="678"/>
                </a:cubicBezTo>
                <a:cubicBezTo>
                  <a:pt x="1246" y="682"/>
                  <a:pt x="1246" y="682"/>
                  <a:pt x="1246" y="682"/>
                </a:cubicBezTo>
                <a:cubicBezTo>
                  <a:pt x="1253" y="673"/>
                  <a:pt x="1253" y="673"/>
                  <a:pt x="1253" y="673"/>
                </a:cubicBezTo>
                <a:cubicBezTo>
                  <a:pt x="1252" y="669"/>
                  <a:pt x="1252" y="669"/>
                  <a:pt x="1252" y="669"/>
                </a:cubicBezTo>
                <a:cubicBezTo>
                  <a:pt x="1248" y="673"/>
                  <a:pt x="1248" y="673"/>
                  <a:pt x="1248" y="673"/>
                </a:cubicBezTo>
                <a:cubicBezTo>
                  <a:pt x="1240" y="674"/>
                  <a:pt x="1240" y="674"/>
                  <a:pt x="1240" y="674"/>
                </a:cubicBezTo>
                <a:cubicBezTo>
                  <a:pt x="1236" y="678"/>
                  <a:pt x="1236" y="678"/>
                  <a:pt x="1236" y="678"/>
                </a:cubicBezTo>
                <a:close/>
                <a:moveTo>
                  <a:pt x="1209" y="680"/>
                </a:moveTo>
                <a:cubicBezTo>
                  <a:pt x="1218" y="673"/>
                  <a:pt x="1218" y="673"/>
                  <a:pt x="1218" y="673"/>
                </a:cubicBezTo>
                <a:cubicBezTo>
                  <a:pt x="1216" y="670"/>
                  <a:pt x="1216" y="670"/>
                  <a:pt x="1216" y="670"/>
                </a:cubicBezTo>
                <a:cubicBezTo>
                  <a:pt x="1220" y="668"/>
                  <a:pt x="1220" y="668"/>
                  <a:pt x="1220" y="668"/>
                </a:cubicBezTo>
                <a:cubicBezTo>
                  <a:pt x="1226" y="669"/>
                  <a:pt x="1226" y="669"/>
                  <a:pt x="1226" y="669"/>
                </a:cubicBezTo>
                <a:cubicBezTo>
                  <a:pt x="1232" y="666"/>
                  <a:pt x="1232" y="666"/>
                  <a:pt x="1232" y="666"/>
                </a:cubicBezTo>
                <a:cubicBezTo>
                  <a:pt x="1235" y="668"/>
                  <a:pt x="1235" y="668"/>
                  <a:pt x="1235" y="668"/>
                </a:cubicBezTo>
                <a:cubicBezTo>
                  <a:pt x="1226" y="676"/>
                  <a:pt x="1226" y="676"/>
                  <a:pt x="1226" y="676"/>
                </a:cubicBezTo>
                <a:cubicBezTo>
                  <a:pt x="1222" y="681"/>
                  <a:pt x="1222" y="681"/>
                  <a:pt x="1222" y="681"/>
                </a:cubicBezTo>
                <a:cubicBezTo>
                  <a:pt x="1213" y="683"/>
                  <a:pt x="1213" y="683"/>
                  <a:pt x="1213" y="683"/>
                </a:cubicBezTo>
                <a:cubicBezTo>
                  <a:pt x="1209" y="680"/>
                  <a:pt x="1209" y="680"/>
                  <a:pt x="1209" y="680"/>
                </a:cubicBezTo>
                <a:close/>
                <a:moveTo>
                  <a:pt x="1202" y="677"/>
                </a:moveTo>
                <a:cubicBezTo>
                  <a:pt x="1193" y="679"/>
                  <a:pt x="1193" y="679"/>
                  <a:pt x="1193" y="679"/>
                </a:cubicBezTo>
                <a:cubicBezTo>
                  <a:pt x="1190" y="686"/>
                  <a:pt x="1190" y="686"/>
                  <a:pt x="1190" y="686"/>
                </a:cubicBezTo>
                <a:cubicBezTo>
                  <a:pt x="1195" y="681"/>
                  <a:pt x="1195" y="681"/>
                  <a:pt x="1195" y="681"/>
                </a:cubicBezTo>
                <a:cubicBezTo>
                  <a:pt x="1202" y="677"/>
                  <a:pt x="1202" y="677"/>
                  <a:pt x="1202" y="677"/>
                </a:cubicBezTo>
                <a:close/>
                <a:moveTo>
                  <a:pt x="1207" y="664"/>
                </a:moveTo>
                <a:cubicBezTo>
                  <a:pt x="1201" y="669"/>
                  <a:pt x="1201" y="669"/>
                  <a:pt x="1201" y="669"/>
                </a:cubicBezTo>
                <a:cubicBezTo>
                  <a:pt x="1205" y="672"/>
                  <a:pt x="1205" y="672"/>
                  <a:pt x="1205" y="672"/>
                </a:cubicBezTo>
                <a:cubicBezTo>
                  <a:pt x="1208" y="668"/>
                  <a:pt x="1208" y="668"/>
                  <a:pt x="1208" y="668"/>
                </a:cubicBezTo>
                <a:cubicBezTo>
                  <a:pt x="1207" y="664"/>
                  <a:pt x="1207" y="664"/>
                  <a:pt x="1207" y="664"/>
                </a:cubicBezTo>
                <a:close/>
                <a:moveTo>
                  <a:pt x="1053" y="682"/>
                </a:moveTo>
                <a:cubicBezTo>
                  <a:pt x="1053" y="682"/>
                  <a:pt x="1056" y="675"/>
                  <a:pt x="1056" y="675"/>
                </a:cubicBezTo>
                <a:cubicBezTo>
                  <a:pt x="1069" y="668"/>
                  <a:pt x="1069" y="668"/>
                  <a:pt x="1069" y="668"/>
                </a:cubicBezTo>
                <a:cubicBezTo>
                  <a:pt x="1090" y="663"/>
                  <a:pt x="1090" y="663"/>
                  <a:pt x="1090" y="663"/>
                </a:cubicBezTo>
                <a:cubicBezTo>
                  <a:pt x="1100" y="668"/>
                  <a:pt x="1100" y="668"/>
                  <a:pt x="1100" y="668"/>
                </a:cubicBezTo>
                <a:cubicBezTo>
                  <a:pt x="1106" y="667"/>
                  <a:pt x="1106" y="667"/>
                  <a:pt x="1106" y="667"/>
                </a:cubicBezTo>
                <a:cubicBezTo>
                  <a:pt x="1117" y="669"/>
                  <a:pt x="1117" y="669"/>
                  <a:pt x="1117" y="669"/>
                </a:cubicBezTo>
                <a:cubicBezTo>
                  <a:pt x="1129" y="677"/>
                  <a:pt x="1129" y="677"/>
                  <a:pt x="1129" y="677"/>
                </a:cubicBezTo>
                <a:cubicBezTo>
                  <a:pt x="1138" y="673"/>
                  <a:pt x="1138" y="673"/>
                  <a:pt x="1138" y="673"/>
                </a:cubicBezTo>
                <a:cubicBezTo>
                  <a:pt x="1151" y="674"/>
                  <a:pt x="1151" y="674"/>
                  <a:pt x="1151" y="674"/>
                </a:cubicBezTo>
                <a:cubicBezTo>
                  <a:pt x="1156" y="678"/>
                  <a:pt x="1156" y="678"/>
                  <a:pt x="1156" y="678"/>
                </a:cubicBezTo>
                <a:cubicBezTo>
                  <a:pt x="1166" y="677"/>
                  <a:pt x="1166" y="677"/>
                  <a:pt x="1166" y="677"/>
                </a:cubicBezTo>
                <a:cubicBezTo>
                  <a:pt x="1171" y="671"/>
                  <a:pt x="1171" y="671"/>
                  <a:pt x="1171" y="671"/>
                </a:cubicBezTo>
                <a:cubicBezTo>
                  <a:pt x="1179" y="669"/>
                  <a:pt x="1179" y="669"/>
                  <a:pt x="1179" y="669"/>
                </a:cubicBezTo>
                <a:cubicBezTo>
                  <a:pt x="1184" y="661"/>
                  <a:pt x="1184" y="661"/>
                  <a:pt x="1184" y="661"/>
                </a:cubicBezTo>
                <a:cubicBezTo>
                  <a:pt x="1180" y="659"/>
                  <a:pt x="1180" y="659"/>
                  <a:pt x="1180" y="659"/>
                </a:cubicBezTo>
                <a:cubicBezTo>
                  <a:pt x="1188" y="654"/>
                  <a:pt x="1188" y="654"/>
                  <a:pt x="1188" y="654"/>
                </a:cubicBezTo>
                <a:cubicBezTo>
                  <a:pt x="1197" y="658"/>
                  <a:pt x="1197" y="658"/>
                  <a:pt x="1197" y="658"/>
                </a:cubicBezTo>
                <a:cubicBezTo>
                  <a:pt x="1198" y="666"/>
                  <a:pt x="1198" y="666"/>
                  <a:pt x="1198" y="666"/>
                </a:cubicBezTo>
                <a:cubicBezTo>
                  <a:pt x="1194" y="673"/>
                  <a:pt x="1194" y="673"/>
                  <a:pt x="1194" y="673"/>
                </a:cubicBezTo>
                <a:cubicBezTo>
                  <a:pt x="1188" y="676"/>
                  <a:pt x="1188" y="676"/>
                  <a:pt x="1188" y="676"/>
                </a:cubicBezTo>
                <a:cubicBezTo>
                  <a:pt x="1182" y="684"/>
                  <a:pt x="1182" y="684"/>
                  <a:pt x="1182" y="684"/>
                </a:cubicBezTo>
                <a:cubicBezTo>
                  <a:pt x="1172" y="685"/>
                  <a:pt x="1172" y="685"/>
                  <a:pt x="1172" y="685"/>
                </a:cubicBezTo>
                <a:cubicBezTo>
                  <a:pt x="1169" y="689"/>
                  <a:pt x="1169" y="689"/>
                  <a:pt x="1169" y="689"/>
                </a:cubicBezTo>
                <a:cubicBezTo>
                  <a:pt x="1163" y="687"/>
                  <a:pt x="1163" y="687"/>
                  <a:pt x="1163" y="687"/>
                </a:cubicBezTo>
                <a:cubicBezTo>
                  <a:pt x="1149" y="687"/>
                  <a:pt x="1149" y="687"/>
                  <a:pt x="1149" y="687"/>
                </a:cubicBezTo>
                <a:cubicBezTo>
                  <a:pt x="1137" y="692"/>
                  <a:pt x="1137" y="692"/>
                  <a:pt x="1137" y="692"/>
                </a:cubicBezTo>
                <a:cubicBezTo>
                  <a:pt x="1123" y="690"/>
                  <a:pt x="1123" y="690"/>
                  <a:pt x="1123" y="690"/>
                </a:cubicBezTo>
                <a:cubicBezTo>
                  <a:pt x="1114" y="694"/>
                  <a:pt x="1114" y="694"/>
                  <a:pt x="1114" y="694"/>
                </a:cubicBezTo>
                <a:cubicBezTo>
                  <a:pt x="1112" y="696"/>
                  <a:pt x="1112" y="696"/>
                  <a:pt x="1112" y="696"/>
                </a:cubicBezTo>
                <a:cubicBezTo>
                  <a:pt x="1106" y="696"/>
                  <a:pt x="1106" y="696"/>
                  <a:pt x="1106" y="696"/>
                </a:cubicBezTo>
                <a:cubicBezTo>
                  <a:pt x="1101" y="693"/>
                  <a:pt x="1101" y="693"/>
                  <a:pt x="1101" y="693"/>
                </a:cubicBezTo>
                <a:cubicBezTo>
                  <a:pt x="1093" y="697"/>
                  <a:pt x="1093" y="697"/>
                  <a:pt x="1093" y="697"/>
                </a:cubicBezTo>
                <a:cubicBezTo>
                  <a:pt x="1088" y="692"/>
                  <a:pt x="1088" y="692"/>
                  <a:pt x="1088" y="692"/>
                </a:cubicBezTo>
                <a:cubicBezTo>
                  <a:pt x="1082" y="691"/>
                  <a:pt x="1082" y="691"/>
                  <a:pt x="1082" y="691"/>
                </a:cubicBezTo>
                <a:cubicBezTo>
                  <a:pt x="1075" y="693"/>
                  <a:pt x="1075" y="693"/>
                  <a:pt x="1075" y="693"/>
                </a:cubicBezTo>
                <a:cubicBezTo>
                  <a:pt x="1069" y="691"/>
                  <a:pt x="1069" y="691"/>
                  <a:pt x="1069" y="691"/>
                </a:cubicBezTo>
                <a:cubicBezTo>
                  <a:pt x="1063" y="691"/>
                  <a:pt x="1063" y="691"/>
                  <a:pt x="1063" y="691"/>
                </a:cubicBezTo>
                <a:cubicBezTo>
                  <a:pt x="1056" y="690"/>
                  <a:pt x="1056" y="690"/>
                  <a:pt x="1056" y="690"/>
                </a:cubicBezTo>
                <a:cubicBezTo>
                  <a:pt x="1053" y="682"/>
                  <a:pt x="1053" y="682"/>
                  <a:pt x="1053" y="682"/>
                </a:cubicBezTo>
                <a:close/>
                <a:moveTo>
                  <a:pt x="1048" y="682"/>
                </a:moveTo>
                <a:cubicBezTo>
                  <a:pt x="1045" y="690"/>
                  <a:pt x="1045" y="690"/>
                  <a:pt x="1045" y="690"/>
                </a:cubicBezTo>
                <a:cubicBezTo>
                  <a:pt x="1050" y="689"/>
                  <a:pt x="1050" y="689"/>
                  <a:pt x="1050" y="689"/>
                </a:cubicBezTo>
                <a:cubicBezTo>
                  <a:pt x="1051" y="684"/>
                  <a:pt x="1051" y="684"/>
                  <a:pt x="1051" y="684"/>
                </a:cubicBezTo>
                <a:cubicBezTo>
                  <a:pt x="1048" y="682"/>
                  <a:pt x="1048" y="682"/>
                  <a:pt x="1048" y="682"/>
                </a:cubicBezTo>
                <a:close/>
                <a:moveTo>
                  <a:pt x="1044" y="677"/>
                </a:moveTo>
                <a:cubicBezTo>
                  <a:pt x="1036" y="675"/>
                  <a:pt x="1036" y="675"/>
                  <a:pt x="1036" y="675"/>
                </a:cubicBezTo>
                <a:cubicBezTo>
                  <a:pt x="1033" y="685"/>
                  <a:pt x="1033" y="685"/>
                  <a:pt x="1033" y="685"/>
                </a:cubicBezTo>
                <a:cubicBezTo>
                  <a:pt x="1038" y="691"/>
                  <a:pt x="1038" y="691"/>
                  <a:pt x="1038" y="691"/>
                </a:cubicBezTo>
                <a:cubicBezTo>
                  <a:pt x="1040" y="681"/>
                  <a:pt x="1040" y="681"/>
                  <a:pt x="1040" y="681"/>
                </a:cubicBezTo>
                <a:cubicBezTo>
                  <a:pt x="1044" y="677"/>
                  <a:pt x="1044" y="677"/>
                  <a:pt x="1044" y="677"/>
                </a:cubicBezTo>
                <a:close/>
                <a:moveTo>
                  <a:pt x="920" y="683"/>
                </a:moveTo>
                <a:cubicBezTo>
                  <a:pt x="919" y="688"/>
                  <a:pt x="919" y="688"/>
                  <a:pt x="919" y="688"/>
                </a:cubicBezTo>
                <a:cubicBezTo>
                  <a:pt x="922" y="691"/>
                  <a:pt x="922" y="691"/>
                  <a:pt x="922" y="691"/>
                </a:cubicBezTo>
                <a:cubicBezTo>
                  <a:pt x="920" y="695"/>
                  <a:pt x="920" y="695"/>
                  <a:pt x="920" y="695"/>
                </a:cubicBezTo>
                <a:cubicBezTo>
                  <a:pt x="923" y="700"/>
                  <a:pt x="923" y="700"/>
                  <a:pt x="923" y="700"/>
                </a:cubicBezTo>
                <a:cubicBezTo>
                  <a:pt x="931" y="703"/>
                  <a:pt x="931" y="703"/>
                  <a:pt x="931" y="703"/>
                </a:cubicBezTo>
                <a:cubicBezTo>
                  <a:pt x="942" y="701"/>
                  <a:pt x="942" y="701"/>
                  <a:pt x="942" y="701"/>
                </a:cubicBezTo>
                <a:cubicBezTo>
                  <a:pt x="949" y="703"/>
                  <a:pt x="949" y="703"/>
                  <a:pt x="949" y="703"/>
                </a:cubicBezTo>
                <a:cubicBezTo>
                  <a:pt x="958" y="700"/>
                  <a:pt x="958" y="700"/>
                  <a:pt x="958" y="700"/>
                </a:cubicBezTo>
                <a:cubicBezTo>
                  <a:pt x="962" y="695"/>
                  <a:pt x="962" y="695"/>
                  <a:pt x="962" y="695"/>
                </a:cubicBezTo>
                <a:cubicBezTo>
                  <a:pt x="969" y="698"/>
                  <a:pt x="969" y="698"/>
                  <a:pt x="969" y="698"/>
                </a:cubicBezTo>
                <a:cubicBezTo>
                  <a:pt x="979" y="694"/>
                  <a:pt x="979" y="694"/>
                  <a:pt x="979" y="694"/>
                </a:cubicBezTo>
                <a:cubicBezTo>
                  <a:pt x="987" y="696"/>
                  <a:pt x="987" y="696"/>
                  <a:pt x="987" y="696"/>
                </a:cubicBezTo>
                <a:cubicBezTo>
                  <a:pt x="997" y="687"/>
                  <a:pt x="997" y="687"/>
                  <a:pt x="997" y="687"/>
                </a:cubicBezTo>
                <a:cubicBezTo>
                  <a:pt x="1000" y="693"/>
                  <a:pt x="1000" y="693"/>
                  <a:pt x="1000" y="693"/>
                </a:cubicBezTo>
                <a:cubicBezTo>
                  <a:pt x="1008" y="692"/>
                  <a:pt x="1008" y="692"/>
                  <a:pt x="1008" y="692"/>
                </a:cubicBezTo>
                <a:cubicBezTo>
                  <a:pt x="1020" y="694"/>
                  <a:pt x="1020" y="694"/>
                  <a:pt x="1020" y="694"/>
                </a:cubicBezTo>
                <a:cubicBezTo>
                  <a:pt x="1014" y="689"/>
                  <a:pt x="1014" y="689"/>
                  <a:pt x="1014" y="689"/>
                </a:cubicBezTo>
                <a:cubicBezTo>
                  <a:pt x="1025" y="689"/>
                  <a:pt x="1025" y="689"/>
                  <a:pt x="1025" y="689"/>
                </a:cubicBezTo>
                <a:cubicBezTo>
                  <a:pt x="1026" y="680"/>
                  <a:pt x="1026" y="680"/>
                  <a:pt x="1026" y="680"/>
                </a:cubicBezTo>
                <a:cubicBezTo>
                  <a:pt x="1023" y="683"/>
                  <a:pt x="1023" y="683"/>
                  <a:pt x="1023" y="683"/>
                </a:cubicBezTo>
                <a:cubicBezTo>
                  <a:pt x="1021" y="676"/>
                  <a:pt x="1021" y="676"/>
                  <a:pt x="1021" y="676"/>
                </a:cubicBezTo>
                <a:cubicBezTo>
                  <a:pt x="1022" y="669"/>
                  <a:pt x="1022" y="669"/>
                  <a:pt x="1022" y="669"/>
                </a:cubicBezTo>
                <a:cubicBezTo>
                  <a:pt x="1013" y="667"/>
                  <a:pt x="1013" y="667"/>
                  <a:pt x="1013" y="667"/>
                </a:cubicBezTo>
                <a:cubicBezTo>
                  <a:pt x="1014" y="673"/>
                  <a:pt x="1014" y="673"/>
                  <a:pt x="1014" y="673"/>
                </a:cubicBezTo>
                <a:cubicBezTo>
                  <a:pt x="1010" y="675"/>
                  <a:pt x="1010" y="675"/>
                  <a:pt x="1010" y="675"/>
                </a:cubicBezTo>
                <a:cubicBezTo>
                  <a:pt x="1009" y="668"/>
                  <a:pt x="1009" y="668"/>
                  <a:pt x="1009" y="668"/>
                </a:cubicBezTo>
                <a:cubicBezTo>
                  <a:pt x="1000" y="663"/>
                  <a:pt x="1000" y="663"/>
                  <a:pt x="1000" y="663"/>
                </a:cubicBezTo>
                <a:cubicBezTo>
                  <a:pt x="991" y="666"/>
                  <a:pt x="991" y="666"/>
                  <a:pt x="991" y="666"/>
                </a:cubicBezTo>
                <a:cubicBezTo>
                  <a:pt x="983" y="661"/>
                  <a:pt x="983" y="661"/>
                  <a:pt x="983" y="661"/>
                </a:cubicBezTo>
                <a:cubicBezTo>
                  <a:pt x="976" y="658"/>
                  <a:pt x="976" y="658"/>
                  <a:pt x="976" y="658"/>
                </a:cubicBezTo>
                <a:cubicBezTo>
                  <a:pt x="965" y="664"/>
                  <a:pt x="965" y="664"/>
                  <a:pt x="965" y="664"/>
                </a:cubicBezTo>
                <a:cubicBezTo>
                  <a:pt x="966" y="669"/>
                  <a:pt x="966" y="669"/>
                  <a:pt x="966" y="669"/>
                </a:cubicBezTo>
                <a:cubicBezTo>
                  <a:pt x="983" y="675"/>
                  <a:pt x="983" y="675"/>
                  <a:pt x="983" y="675"/>
                </a:cubicBezTo>
                <a:cubicBezTo>
                  <a:pt x="990" y="682"/>
                  <a:pt x="990" y="682"/>
                  <a:pt x="990" y="682"/>
                </a:cubicBezTo>
                <a:cubicBezTo>
                  <a:pt x="978" y="684"/>
                  <a:pt x="978" y="684"/>
                  <a:pt x="978" y="684"/>
                </a:cubicBezTo>
                <a:cubicBezTo>
                  <a:pt x="972" y="687"/>
                  <a:pt x="972" y="687"/>
                  <a:pt x="972" y="687"/>
                </a:cubicBezTo>
                <a:cubicBezTo>
                  <a:pt x="961" y="680"/>
                  <a:pt x="961" y="680"/>
                  <a:pt x="961" y="680"/>
                </a:cubicBezTo>
                <a:cubicBezTo>
                  <a:pt x="959" y="673"/>
                  <a:pt x="959" y="673"/>
                  <a:pt x="959" y="673"/>
                </a:cubicBezTo>
                <a:cubicBezTo>
                  <a:pt x="953" y="672"/>
                  <a:pt x="953" y="672"/>
                  <a:pt x="953" y="672"/>
                </a:cubicBezTo>
                <a:cubicBezTo>
                  <a:pt x="946" y="673"/>
                  <a:pt x="946" y="673"/>
                  <a:pt x="946" y="673"/>
                </a:cubicBezTo>
                <a:cubicBezTo>
                  <a:pt x="938" y="672"/>
                  <a:pt x="938" y="672"/>
                  <a:pt x="938" y="672"/>
                </a:cubicBezTo>
                <a:cubicBezTo>
                  <a:pt x="926" y="676"/>
                  <a:pt x="926" y="676"/>
                  <a:pt x="926" y="676"/>
                </a:cubicBezTo>
                <a:cubicBezTo>
                  <a:pt x="926" y="676"/>
                  <a:pt x="920" y="683"/>
                  <a:pt x="920" y="683"/>
                </a:cubicBezTo>
                <a:close/>
                <a:moveTo>
                  <a:pt x="895" y="672"/>
                </a:moveTo>
                <a:cubicBezTo>
                  <a:pt x="904" y="666"/>
                  <a:pt x="904" y="666"/>
                  <a:pt x="904" y="666"/>
                </a:cubicBezTo>
                <a:cubicBezTo>
                  <a:pt x="918" y="670"/>
                  <a:pt x="918" y="670"/>
                  <a:pt x="918" y="670"/>
                </a:cubicBezTo>
                <a:cubicBezTo>
                  <a:pt x="916" y="680"/>
                  <a:pt x="916" y="680"/>
                  <a:pt x="916" y="680"/>
                </a:cubicBezTo>
                <a:cubicBezTo>
                  <a:pt x="912" y="686"/>
                  <a:pt x="912" y="686"/>
                  <a:pt x="912" y="686"/>
                </a:cubicBezTo>
                <a:cubicBezTo>
                  <a:pt x="913" y="693"/>
                  <a:pt x="913" y="693"/>
                  <a:pt x="913" y="693"/>
                </a:cubicBezTo>
                <a:cubicBezTo>
                  <a:pt x="907" y="691"/>
                  <a:pt x="907" y="691"/>
                  <a:pt x="907" y="691"/>
                </a:cubicBezTo>
                <a:cubicBezTo>
                  <a:pt x="899" y="694"/>
                  <a:pt x="899" y="694"/>
                  <a:pt x="899" y="694"/>
                </a:cubicBezTo>
                <a:cubicBezTo>
                  <a:pt x="885" y="690"/>
                  <a:pt x="885" y="690"/>
                  <a:pt x="885" y="690"/>
                </a:cubicBezTo>
                <a:cubicBezTo>
                  <a:pt x="882" y="686"/>
                  <a:pt x="882" y="686"/>
                  <a:pt x="882" y="686"/>
                </a:cubicBezTo>
                <a:cubicBezTo>
                  <a:pt x="886" y="684"/>
                  <a:pt x="886" y="684"/>
                  <a:pt x="886" y="684"/>
                </a:cubicBezTo>
                <a:cubicBezTo>
                  <a:pt x="893" y="684"/>
                  <a:pt x="893" y="684"/>
                  <a:pt x="893" y="684"/>
                </a:cubicBezTo>
                <a:cubicBezTo>
                  <a:pt x="895" y="672"/>
                  <a:pt x="895" y="672"/>
                  <a:pt x="895" y="672"/>
                </a:cubicBezTo>
                <a:close/>
                <a:moveTo>
                  <a:pt x="867" y="686"/>
                </a:moveTo>
                <a:cubicBezTo>
                  <a:pt x="871" y="682"/>
                  <a:pt x="871" y="682"/>
                  <a:pt x="871" y="682"/>
                </a:cubicBezTo>
                <a:cubicBezTo>
                  <a:pt x="874" y="687"/>
                  <a:pt x="874" y="687"/>
                  <a:pt x="874" y="687"/>
                </a:cubicBezTo>
                <a:cubicBezTo>
                  <a:pt x="870" y="689"/>
                  <a:pt x="870" y="689"/>
                  <a:pt x="870" y="689"/>
                </a:cubicBezTo>
                <a:cubicBezTo>
                  <a:pt x="867" y="686"/>
                  <a:pt x="867" y="686"/>
                  <a:pt x="867" y="686"/>
                </a:cubicBezTo>
                <a:close/>
                <a:moveTo>
                  <a:pt x="826" y="659"/>
                </a:moveTo>
                <a:cubicBezTo>
                  <a:pt x="826" y="666"/>
                  <a:pt x="826" y="666"/>
                  <a:pt x="826" y="666"/>
                </a:cubicBezTo>
                <a:cubicBezTo>
                  <a:pt x="830" y="672"/>
                  <a:pt x="830" y="672"/>
                  <a:pt x="830" y="672"/>
                </a:cubicBezTo>
                <a:cubicBezTo>
                  <a:pt x="842" y="674"/>
                  <a:pt x="842" y="674"/>
                  <a:pt x="842" y="674"/>
                </a:cubicBezTo>
                <a:cubicBezTo>
                  <a:pt x="853" y="682"/>
                  <a:pt x="853" y="682"/>
                  <a:pt x="853" y="682"/>
                </a:cubicBezTo>
                <a:cubicBezTo>
                  <a:pt x="855" y="687"/>
                  <a:pt x="855" y="687"/>
                  <a:pt x="855" y="687"/>
                </a:cubicBezTo>
                <a:cubicBezTo>
                  <a:pt x="858" y="682"/>
                  <a:pt x="858" y="682"/>
                  <a:pt x="858" y="682"/>
                </a:cubicBezTo>
                <a:cubicBezTo>
                  <a:pt x="865" y="678"/>
                  <a:pt x="865" y="678"/>
                  <a:pt x="865" y="678"/>
                </a:cubicBezTo>
                <a:cubicBezTo>
                  <a:pt x="868" y="675"/>
                  <a:pt x="868" y="675"/>
                  <a:pt x="868" y="675"/>
                </a:cubicBezTo>
                <a:cubicBezTo>
                  <a:pt x="876" y="674"/>
                  <a:pt x="876" y="674"/>
                  <a:pt x="876" y="674"/>
                </a:cubicBezTo>
                <a:cubicBezTo>
                  <a:pt x="878" y="669"/>
                  <a:pt x="878" y="669"/>
                  <a:pt x="878" y="669"/>
                </a:cubicBezTo>
                <a:cubicBezTo>
                  <a:pt x="869" y="658"/>
                  <a:pt x="869" y="658"/>
                  <a:pt x="869" y="658"/>
                </a:cubicBezTo>
                <a:cubicBezTo>
                  <a:pt x="857" y="655"/>
                  <a:pt x="857" y="655"/>
                  <a:pt x="857" y="655"/>
                </a:cubicBezTo>
                <a:cubicBezTo>
                  <a:pt x="845" y="659"/>
                  <a:pt x="845" y="659"/>
                  <a:pt x="845" y="659"/>
                </a:cubicBezTo>
                <a:cubicBezTo>
                  <a:pt x="836" y="657"/>
                  <a:pt x="836" y="657"/>
                  <a:pt x="836" y="657"/>
                </a:cubicBezTo>
                <a:cubicBezTo>
                  <a:pt x="826" y="659"/>
                  <a:pt x="826" y="659"/>
                  <a:pt x="826" y="659"/>
                </a:cubicBezTo>
                <a:close/>
                <a:moveTo>
                  <a:pt x="1874" y="666"/>
                </a:moveTo>
                <a:cubicBezTo>
                  <a:pt x="1878" y="666"/>
                  <a:pt x="1878" y="666"/>
                  <a:pt x="1878" y="666"/>
                </a:cubicBezTo>
                <a:cubicBezTo>
                  <a:pt x="1886" y="669"/>
                  <a:pt x="1886" y="669"/>
                  <a:pt x="1886" y="669"/>
                </a:cubicBezTo>
                <a:cubicBezTo>
                  <a:pt x="1888" y="667"/>
                  <a:pt x="1888" y="667"/>
                  <a:pt x="1888" y="667"/>
                </a:cubicBezTo>
                <a:cubicBezTo>
                  <a:pt x="1885" y="657"/>
                  <a:pt x="1885" y="657"/>
                  <a:pt x="1885" y="657"/>
                </a:cubicBezTo>
                <a:cubicBezTo>
                  <a:pt x="1882" y="656"/>
                  <a:pt x="1882" y="656"/>
                  <a:pt x="1882" y="656"/>
                </a:cubicBezTo>
                <a:cubicBezTo>
                  <a:pt x="1878" y="659"/>
                  <a:pt x="1878" y="659"/>
                  <a:pt x="1878" y="659"/>
                </a:cubicBezTo>
                <a:cubicBezTo>
                  <a:pt x="1874" y="666"/>
                  <a:pt x="1874" y="666"/>
                  <a:pt x="1874" y="666"/>
                </a:cubicBezTo>
                <a:close/>
                <a:moveTo>
                  <a:pt x="1832" y="667"/>
                </a:moveTo>
                <a:cubicBezTo>
                  <a:pt x="1831" y="668"/>
                  <a:pt x="1846" y="666"/>
                  <a:pt x="1846" y="666"/>
                </a:cubicBezTo>
                <a:cubicBezTo>
                  <a:pt x="1852" y="665"/>
                  <a:pt x="1852" y="665"/>
                  <a:pt x="1852" y="665"/>
                </a:cubicBezTo>
                <a:cubicBezTo>
                  <a:pt x="1863" y="667"/>
                  <a:pt x="1863" y="667"/>
                  <a:pt x="1863" y="667"/>
                </a:cubicBezTo>
                <a:cubicBezTo>
                  <a:pt x="1870" y="663"/>
                  <a:pt x="1870" y="663"/>
                  <a:pt x="1870" y="663"/>
                </a:cubicBezTo>
                <a:cubicBezTo>
                  <a:pt x="1877" y="656"/>
                  <a:pt x="1877" y="656"/>
                  <a:pt x="1877" y="656"/>
                </a:cubicBezTo>
                <a:cubicBezTo>
                  <a:pt x="1884" y="654"/>
                  <a:pt x="1884" y="654"/>
                  <a:pt x="1884" y="654"/>
                </a:cubicBezTo>
                <a:cubicBezTo>
                  <a:pt x="1887" y="649"/>
                  <a:pt x="1887" y="649"/>
                  <a:pt x="1887" y="649"/>
                </a:cubicBezTo>
                <a:cubicBezTo>
                  <a:pt x="1887" y="645"/>
                  <a:pt x="1887" y="645"/>
                  <a:pt x="1887" y="645"/>
                </a:cubicBezTo>
                <a:cubicBezTo>
                  <a:pt x="1889" y="643"/>
                  <a:pt x="1889" y="643"/>
                  <a:pt x="1889" y="643"/>
                </a:cubicBezTo>
                <a:cubicBezTo>
                  <a:pt x="1891" y="636"/>
                  <a:pt x="1891" y="636"/>
                  <a:pt x="1891" y="636"/>
                </a:cubicBezTo>
                <a:cubicBezTo>
                  <a:pt x="1892" y="632"/>
                  <a:pt x="1892" y="632"/>
                  <a:pt x="1892" y="632"/>
                </a:cubicBezTo>
                <a:cubicBezTo>
                  <a:pt x="1886" y="627"/>
                  <a:pt x="1886" y="627"/>
                  <a:pt x="1886" y="627"/>
                </a:cubicBezTo>
                <a:cubicBezTo>
                  <a:pt x="1883" y="625"/>
                  <a:pt x="1883" y="625"/>
                  <a:pt x="1883" y="625"/>
                </a:cubicBezTo>
                <a:cubicBezTo>
                  <a:pt x="1868" y="624"/>
                  <a:pt x="1868" y="624"/>
                  <a:pt x="1868" y="624"/>
                </a:cubicBezTo>
                <a:cubicBezTo>
                  <a:pt x="1858" y="629"/>
                  <a:pt x="1858" y="629"/>
                  <a:pt x="1858" y="629"/>
                </a:cubicBezTo>
                <a:cubicBezTo>
                  <a:pt x="1854" y="641"/>
                  <a:pt x="1854" y="641"/>
                  <a:pt x="1854" y="641"/>
                </a:cubicBezTo>
                <a:cubicBezTo>
                  <a:pt x="1849" y="650"/>
                  <a:pt x="1849" y="650"/>
                  <a:pt x="1849" y="650"/>
                </a:cubicBezTo>
                <a:cubicBezTo>
                  <a:pt x="1832" y="667"/>
                  <a:pt x="1832" y="667"/>
                  <a:pt x="1832" y="667"/>
                </a:cubicBezTo>
                <a:close/>
                <a:moveTo>
                  <a:pt x="760" y="602"/>
                </a:moveTo>
                <a:cubicBezTo>
                  <a:pt x="754" y="611"/>
                  <a:pt x="754" y="611"/>
                  <a:pt x="754" y="611"/>
                </a:cubicBezTo>
                <a:cubicBezTo>
                  <a:pt x="763" y="620"/>
                  <a:pt x="763" y="620"/>
                  <a:pt x="763" y="620"/>
                </a:cubicBezTo>
                <a:cubicBezTo>
                  <a:pt x="769" y="621"/>
                  <a:pt x="769" y="621"/>
                  <a:pt x="769" y="621"/>
                </a:cubicBezTo>
                <a:cubicBezTo>
                  <a:pt x="775" y="617"/>
                  <a:pt x="775" y="617"/>
                  <a:pt x="775" y="617"/>
                </a:cubicBezTo>
                <a:cubicBezTo>
                  <a:pt x="789" y="618"/>
                  <a:pt x="789" y="618"/>
                  <a:pt x="789" y="618"/>
                </a:cubicBezTo>
                <a:cubicBezTo>
                  <a:pt x="797" y="615"/>
                  <a:pt x="797" y="615"/>
                  <a:pt x="797" y="615"/>
                </a:cubicBezTo>
                <a:cubicBezTo>
                  <a:pt x="807" y="613"/>
                  <a:pt x="807" y="613"/>
                  <a:pt x="807" y="613"/>
                </a:cubicBezTo>
                <a:cubicBezTo>
                  <a:pt x="810" y="608"/>
                  <a:pt x="810" y="608"/>
                  <a:pt x="810" y="608"/>
                </a:cubicBezTo>
                <a:cubicBezTo>
                  <a:pt x="806" y="606"/>
                  <a:pt x="806" y="606"/>
                  <a:pt x="806" y="606"/>
                </a:cubicBezTo>
                <a:cubicBezTo>
                  <a:pt x="795" y="608"/>
                  <a:pt x="795" y="608"/>
                  <a:pt x="795" y="608"/>
                </a:cubicBezTo>
                <a:cubicBezTo>
                  <a:pt x="788" y="606"/>
                  <a:pt x="788" y="606"/>
                  <a:pt x="788" y="606"/>
                </a:cubicBezTo>
                <a:cubicBezTo>
                  <a:pt x="765" y="605"/>
                  <a:pt x="765" y="605"/>
                  <a:pt x="765" y="605"/>
                </a:cubicBezTo>
                <a:cubicBezTo>
                  <a:pt x="760" y="602"/>
                  <a:pt x="760" y="602"/>
                  <a:pt x="760" y="602"/>
                </a:cubicBezTo>
                <a:close/>
                <a:moveTo>
                  <a:pt x="435" y="588"/>
                </a:moveTo>
                <a:cubicBezTo>
                  <a:pt x="436" y="592"/>
                  <a:pt x="436" y="592"/>
                  <a:pt x="436" y="592"/>
                </a:cubicBezTo>
                <a:cubicBezTo>
                  <a:pt x="439" y="592"/>
                  <a:pt x="439" y="592"/>
                  <a:pt x="439" y="592"/>
                </a:cubicBezTo>
                <a:cubicBezTo>
                  <a:pt x="440" y="588"/>
                  <a:pt x="440" y="588"/>
                  <a:pt x="440" y="588"/>
                </a:cubicBezTo>
                <a:cubicBezTo>
                  <a:pt x="435" y="588"/>
                  <a:pt x="435" y="588"/>
                  <a:pt x="435" y="588"/>
                </a:cubicBezTo>
                <a:close/>
                <a:moveTo>
                  <a:pt x="442" y="594"/>
                </a:moveTo>
                <a:cubicBezTo>
                  <a:pt x="445" y="597"/>
                  <a:pt x="445" y="597"/>
                  <a:pt x="445" y="597"/>
                </a:cubicBezTo>
                <a:cubicBezTo>
                  <a:pt x="452" y="595"/>
                  <a:pt x="452" y="595"/>
                  <a:pt x="452" y="595"/>
                </a:cubicBezTo>
                <a:cubicBezTo>
                  <a:pt x="452" y="586"/>
                  <a:pt x="452" y="586"/>
                  <a:pt x="452" y="586"/>
                </a:cubicBezTo>
                <a:cubicBezTo>
                  <a:pt x="461" y="585"/>
                  <a:pt x="461" y="585"/>
                  <a:pt x="461" y="585"/>
                </a:cubicBezTo>
                <a:cubicBezTo>
                  <a:pt x="465" y="576"/>
                  <a:pt x="465" y="576"/>
                  <a:pt x="465" y="576"/>
                </a:cubicBezTo>
                <a:cubicBezTo>
                  <a:pt x="465" y="567"/>
                  <a:pt x="465" y="567"/>
                  <a:pt x="465" y="567"/>
                </a:cubicBezTo>
                <a:cubicBezTo>
                  <a:pt x="474" y="557"/>
                  <a:pt x="474" y="557"/>
                  <a:pt x="474" y="557"/>
                </a:cubicBezTo>
                <a:cubicBezTo>
                  <a:pt x="477" y="561"/>
                  <a:pt x="477" y="561"/>
                  <a:pt x="477" y="561"/>
                </a:cubicBezTo>
                <a:cubicBezTo>
                  <a:pt x="488" y="561"/>
                  <a:pt x="488" y="561"/>
                  <a:pt x="488" y="561"/>
                </a:cubicBezTo>
                <a:cubicBezTo>
                  <a:pt x="501" y="563"/>
                  <a:pt x="501" y="563"/>
                  <a:pt x="501" y="563"/>
                </a:cubicBezTo>
                <a:cubicBezTo>
                  <a:pt x="508" y="568"/>
                  <a:pt x="508" y="568"/>
                  <a:pt x="508" y="568"/>
                </a:cubicBezTo>
                <a:cubicBezTo>
                  <a:pt x="512" y="565"/>
                  <a:pt x="512" y="565"/>
                  <a:pt x="512" y="565"/>
                </a:cubicBezTo>
                <a:cubicBezTo>
                  <a:pt x="515" y="561"/>
                  <a:pt x="515" y="561"/>
                  <a:pt x="515" y="561"/>
                </a:cubicBezTo>
                <a:cubicBezTo>
                  <a:pt x="529" y="561"/>
                  <a:pt x="529" y="561"/>
                  <a:pt x="529" y="561"/>
                </a:cubicBezTo>
                <a:cubicBezTo>
                  <a:pt x="537" y="568"/>
                  <a:pt x="537" y="568"/>
                  <a:pt x="537" y="568"/>
                </a:cubicBezTo>
                <a:cubicBezTo>
                  <a:pt x="553" y="572"/>
                  <a:pt x="553" y="572"/>
                  <a:pt x="553" y="572"/>
                </a:cubicBezTo>
                <a:cubicBezTo>
                  <a:pt x="571" y="574"/>
                  <a:pt x="571" y="574"/>
                  <a:pt x="571" y="574"/>
                </a:cubicBezTo>
                <a:cubicBezTo>
                  <a:pt x="576" y="583"/>
                  <a:pt x="576" y="583"/>
                  <a:pt x="576" y="583"/>
                </a:cubicBezTo>
                <a:cubicBezTo>
                  <a:pt x="575" y="591"/>
                  <a:pt x="575" y="591"/>
                  <a:pt x="575" y="591"/>
                </a:cubicBezTo>
                <a:cubicBezTo>
                  <a:pt x="578" y="595"/>
                  <a:pt x="578" y="595"/>
                  <a:pt x="578" y="595"/>
                </a:cubicBezTo>
                <a:cubicBezTo>
                  <a:pt x="593" y="602"/>
                  <a:pt x="593" y="602"/>
                  <a:pt x="593" y="602"/>
                </a:cubicBezTo>
                <a:cubicBezTo>
                  <a:pt x="619" y="601"/>
                  <a:pt x="619" y="601"/>
                  <a:pt x="619" y="601"/>
                </a:cubicBezTo>
                <a:cubicBezTo>
                  <a:pt x="642" y="605"/>
                  <a:pt x="642" y="605"/>
                  <a:pt x="642" y="605"/>
                </a:cubicBezTo>
                <a:cubicBezTo>
                  <a:pt x="662" y="602"/>
                  <a:pt x="662" y="602"/>
                  <a:pt x="662" y="602"/>
                </a:cubicBezTo>
                <a:cubicBezTo>
                  <a:pt x="667" y="595"/>
                  <a:pt x="667" y="595"/>
                  <a:pt x="667" y="595"/>
                </a:cubicBezTo>
                <a:cubicBezTo>
                  <a:pt x="669" y="578"/>
                  <a:pt x="669" y="578"/>
                  <a:pt x="669" y="578"/>
                </a:cubicBezTo>
                <a:cubicBezTo>
                  <a:pt x="678" y="577"/>
                  <a:pt x="678" y="577"/>
                  <a:pt x="678" y="577"/>
                </a:cubicBezTo>
                <a:cubicBezTo>
                  <a:pt x="688" y="588"/>
                  <a:pt x="688" y="588"/>
                  <a:pt x="688" y="588"/>
                </a:cubicBezTo>
                <a:cubicBezTo>
                  <a:pt x="695" y="588"/>
                  <a:pt x="695" y="588"/>
                  <a:pt x="695" y="588"/>
                </a:cubicBezTo>
                <a:cubicBezTo>
                  <a:pt x="703" y="587"/>
                  <a:pt x="703" y="587"/>
                  <a:pt x="703" y="587"/>
                </a:cubicBezTo>
                <a:cubicBezTo>
                  <a:pt x="709" y="590"/>
                  <a:pt x="709" y="590"/>
                  <a:pt x="709" y="590"/>
                </a:cubicBezTo>
                <a:cubicBezTo>
                  <a:pt x="718" y="598"/>
                  <a:pt x="718" y="598"/>
                  <a:pt x="718" y="598"/>
                </a:cubicBezTo>
                <a:cubicBezTo>
                  <a:pt x="725" y="598"/>
                  <a:pt x="725" y="598"/>
                  <a:pt x="725" y="598"/>
                </a:cubicBezTo>
                <a:cubicBezTo>
                  <a:pt x="731" y="605"/>
                  <a:pt x="731" y="605"/>
                  <a:pt x="731" y="605"/>
                </a:cubicBezTo>
                <a:cubicBezTo>
                  <a:pt x="737" y="602"/>
                  <a:pt x="737" y="602"/>
                  <a:pt x="737" y="602"/>
                </a:cubicBezTo>
                <a:cubicBezTo>
                  <a:pt x="748" y="602"/>
                  <a:pt x="748" y="602"/>
                  <a:pt x="748" y="602"/>
                </a:cubicBezTo>
                <a:cubicBezTo>
                  <a:pt x="749" y="614"/>
                  <a:pt x="749" y="614"/>
                  <a:pt x="749" y="614"/>
                </a:cubicBezTo>
                <a:cubicBezTo>
                  <a:pt x="757" y="624"/>
                  <a:pt x="757" y="624"/>
                  <a:pt x="757" y="624"/>
                </a:cubicBezTo>
                <a:cubicBezTo>
                  <a:pt x="758" y="631"/>
                  <a:pt x="758" y="631"/>
                  <a:pt x="758" y="631"/>
                </a:cubicBezTo>
                <a:cubicBezTo>
                  <a:pt x="764" y="638"/>
                  <a:pt x="764" y="638"/>
                  <a:pt x="764" y="638"/>
                </a:cubicBezTo>
                <a:cubicBezTo>
                  <a:pt x="773" y="642"/>
                  <a:pt x="773" y="642"/>
                  <a:pt x="773" y="642"/>
                </a:cubicBezTo>
                <a:cubicBezTo>
                  <a:pt x="783" y="639"/>
                  <a:pt x="783" y="639"/>
                  <a:pt x="783" y="639"/>
                </a:cubicBezTo>
                <a:cubicBezTo>
                  <a:pt x="789" y="643"/>
                  <a:pt x="789" y="643"/>
                  <a:pt x="789" y="643"/>
                </a:cubicBezTo>
                <a:cubicBezTo>
                  <a:pt x="796" y="642"/>
                  <a:pt x="796" y="642"/>
                  <a:pt x="796" y="642"/>
                </a:cubicBezTo>
                <a:cubicBezTo>
                  <a:pt x="802" y="639"/>
                  <a:pt x="802" y="639"/>
                  <a:pt x="802" y="639"/>
                </a:cubicBezTo>
                <a:cubicBezTo>
                  <a:pt x="809" y="639"/>
                  <a:pt x="809" y="639"/>
                  <a:pt x="809" y="639"/>
                </a:cubicBezTo>
                <a:cubicBezTo>
                  <a:pt x="811" y="641"/>
                  <a:pt x="811" y="641"/>
                  <a:pt x="811" y="641"/>
                </a:cubicBezTo>
                <a:cubicBezTo>
                  <a:pt x="819" y="643"/>
                  <a:pt x="819" y="643"/>
                  <a:pt x="819" y="643"/>
                </a:cubicBezTo>
                <a:cubicBezTo>
                  <a:pt x="823" y="648"/>
                  <a:pt x="823" y="648"/>
                  <a:pt x="823" y="648"/>
                </a:cubicBezTo>
                <a:cubicBezTo>
                  <a:pt x="821" y="667"/>
                  <a:pt x="821" y="667"/>
                  <a:pt x="821" y="667"/>
                </a:cubicBezTo>
                <a:cubicBezTo>
                  <a:pt x="816" y="672"/>
                  <a:pt x="816" y="672"/>
                  <a:pt x="816" y="672"/>
                </a:cubicBezTo>
                <a:cubicBezTo>
                  <a:pt x="821" y="676"/>
                  <a:pt x="821" y="676"/>
                  <a:pt x="821" y="676"/>
                </a:cubicBezTo>
                <a:cubicBezTo>
                  <a:pt x="824" y="689"/>
                  <a:pt x="824" y="689"/>
                  <a:pt x="824" y="689"/>
                </a:cubicBezTo>
                <a:cubicBezTo>
                  <a:pt x="819" y="690"/>
                  <a:pt x="819" y="690"/>
                  <a:pt x="819" y="690"/>
                </a:cubicBezTo>
                <a:cubicBezTo>
                  <a:pt x="812" y="684"/>
                  <a:pt x="812" y="684"/>
                  <a:pt x="812" y="684"/>
                </a:cubicBezTo>
                <a:cubicBezTo>
                  <a:pt x="802" y="685"/>
                  <a:pt x="802" y="685"/>
                  <a:pt x="802" y="685"/>
                </a:cubicBezTo>
                <a:cubicBezTo>
                  <a:pt x="791" y="675"/>
                  <a:pt x="791" y="675"/>
                  <a:pt x="791" y="675"/>
                </a:cubicBezTo>
                <a:cubicBezTo>
                  <a:pt x="783" y="673"/>
                  <a:pt x="783" y="673"/>
                  <a:pt x="783" y="673"/>
                </a:cubicBezTo>
                <a:cubicBezTo>
                  <a:pt x="774" y="664"/>
                  <a:pt x="774" y="664"/>
                  <a:pt x="774" y="664"/>
                </a:cubicBezTo>
                <a:cubicBezTo>
                  <a:pt x="768" y="664"/>
                  <a:pt x="768" y="664"/>
                  <a:pt x="768" y="664"/>
                </a:cubicBezTo>
                <a:cubicBezTo>
                  <a:pt x="755" y="671"/>
                  <a:pt x="755" y="671"/>
                  <a:pt x="755" y="671"/>
                </a:cubicBezTo>
                <a:cubicBezTo>
                  <a:pt x="743" y="671"/>
                  <a:pt x="743" y="671"/>
                  <a:pt x="743" y="671"/>
                </a:cubicBezTo>
                <a:cubicBezTo>
                  <a:pt x="732" y="665"/>
                  <a:pt x="732" y="665"/>
                  <a:pt x="732" y="665"/>
                </a:cubicBezTo>
                <a:cubicBezTo>
                  <a:pt x="720" y="662"/>
                  <a:pt x="720" y="662"/>
                  <a:pt x="720" y="662"/>
                </a:cubicBezTo>
                <a:cubicBezTo>
                  <a:pt x="710" y="671"/>
                  <a:pt x="710" y="671"/>
                  <a:pt x="710" y="671"/>
                </a:cubicBezTo>
                <a:cubicBezTo>
                  <a:pt x="699" y="663"/>
                  <a:pt x="699" y="663"/>
                  <a:pt x="699" y="663"/>
                </a:cubicBezTo>
                <a:cubicBezTo>
                  <a:pt x="684" y="662"/>
                  <a:pt x="684" y="662"/>
                  <a:pt x="684" y="662"/>
                </a:cubicBezTo>
                <a:cubicBezTo>
                  <a:pt x="675" y="667"/>
                  <a:pt x="675" y="667"/>
                  <a:pt x="675" y="667"/>
                </a:cubicBezTo>
                <a:cubicBezTo>
                  <a:pt x="652" y="658"/>
                  <a:pt x="652" y="658"/>
                  <a:pt x="652" y="658"/>
                </a:cubicBezTo>
                <a:cubicBezTo>
                  <a:pt x="631" y="645"/>
                  <a:pt x="631" y="645"/>
                  <a:pt x="631" y="645"/>
                </a:cubicBezTo>
                <a:cubicBezTo>
                  <a:pt x="618" y="646"/>
                  <a:pt x="618" y="646"/>
                  <a:pt x="618" y="646"/>
                </a:cubicBezTo>
                <a:cubicBezTo>
                  <a:pt x="607" y="638"/>
                  <a:pt x="607" y="638"/>
                  <a:pt x="607" y="638"/>
                </a:cubicBezTo>
                <a:cubicBezTo>
                  <a:pt x="601" y="639"/>
                  <a:pt x="601" y="639"/>
                  <a:pt x="601" y="639"/>
                </a:cubicBezTo>
                <a:cubicBezTo>
                  <a:pt x="596" y="645"/>
                  <a:pt x="596" y="645"/>
                  <a:pt x="596" y="645"/>
                </a:cubicBezTo>
                <a:cubicBezTo>
                  <a:pt x="588" y="643"/>
                  <a:pt x="588" y="643"/>
                  <a:pt x="588" y="643"/>
                </a:cubicBezTo>
                <a:cubicBezTo>
                  <a:pt x="581" y="637"/>
                  <a:pt x="581" y="637"/>
                  <a:pt x="581" y="637"/>
                </a:cubicBezTo>
                <a:cubicBezTo>
                  <a:pt x="575" y="637"/>
                  <a:pt x="575" y="637"/>
                  <a:pt x="575" y="637"/>
                </a:cubicBezTo>
                <a:cubicBezTo>
                  <a:pt x="567" y="646"/>
                  <a:pt x="567" y="646"/>
                  <a:pt x="567" y="646"/>
                </a:cubicBezTo>
                <a:cubicBezTo>
                  <a:pt x="548" y="641"/>
                  <a:pt x="548" y="641"/>
                  <a:pt x="548" y="641"/>
                </a:cubicBezTo>
                <a:cubicBezTo>
                  <a:pt x="535" y="631"/>
                  <a:pt x="535" y="631"/>
                  <a:pt x="535" y="631"/>
                </a:cubicBezTo>
                <a:cubicBezTo>
                  <a:pt x="522" y="630"/>
                  <a:pt x="522" y="630"/>
                  <a:pt x="522" y="630"/>
                </a:cubicBezTo>
                <a:cubicBezTo>
                  <a:pt x="516" y="626"/>
                  <a:pt x="516" y="626"/>
                  <a:pt x="516" y="626"/>
                </a:cubicBezTo>
                <a:cubicBezTo>
                  <a:pt x="508" y="631"/>
                  <a:pt x="508" y="631"/>
                  <a:pt x="508" y="631"/>
                </a:cubicBezTo>
                <a:cubicBezTo>
                  <a:pt x="498" y="628"/>
                  <a:pt x="498" y="628"/>
                  <a:pt x="498" y="628"/>
                </a:cubicBezTo>
                <a:cubicBezTo>
                  <a:pt x="486" y="626"/>
                  <a:pt x="486" y="626"/>
                  <a:pt x="486" y="626"/>
                </a:cubicBezTo>
                <a:cubicBezTo>
                  <a:pt x="483" y="622"/>
                  <a:pt x="483" y="622"/>
                  <a:pt x="483" y="622"/>
                </a:cubicBezTo>
                <a:cubicBezTo>
                  <a:pt x="488" y="611"/>
                  <a:pt x="488" y="611"/>
                  <a:pt x="488" y="611"/>
                </a:cubicBezTo>
                <a:cubicBezTo>
                  <a:pt x="492" y="608"/>
                  <a:pt x="492" y="608"/>
                  <a:pt x="492" y="608"/>
                </a:cubicBezTo>
                <a:cubicBezTo>
                  <a:pt x="486" y="607"/>
                  <a:pt x="486" y="607"/>
                  <a:pt x="486" y="607"/>
                </a:cubicBezTo>
                <a:cubicBezTo>
                  <a:pt x="481" y="610"/>
                  <a:pt x="481" y="610"/>
                  <a:pt x="481" y="610"/>
                </a:cubicBezTo>
                <a:cubicBezTo>
                  <a:pt x="475" y="606"/>
                  <a:pt x="475" y="606"/>
                  <a:pt x="475" y="606"/>
                </a:cubicBezTo>
                <a:cubicBezTo>
                  <a:pt x="471" y="599"/>
                  <a:pt x="471" y="599"/>
                  <a:pt x="471" y="599"/>
                </a:cubicBezTo>
                <a:cubicBezTo>
                  <a:pt x="462" y="603"/>
                  <a:pt x="462" y="603"/>
                  <a:pt x="462" y="603"/>
                </a:cubicBezTo>
                <a:cubicBezTo>
                  <a:pt x="445" y="602"/>
                  <a:pt x="445" y="602"/>
                  <a:pt x="445" y="602"/>
                </a:cubicBezTo>
                <a:cubicBezTo>
                  <a:pt x="439" y="599"/>
                  <a:pt x="439" y="599"/>
                  <a:pt x="439" y="599"/>
                </a:cubicBezTo>
                <a:cubicBezTo>
                  <a:pt x="439" y="594"/>
                  <a:pt x="439" y="594"/>
                  <a:pt x="439" y="594"/>
                </a:cubicBezTo>
                <a:cubicBezTo>
                  <a:pt x="442" y="594"/>
                  <a:pt x="442" y="594"/>
                  <a:pt x="442" y="594"/>
                </a:cubicBezTo>
                <a:close/>
                <a:moveTo>
                  <a:pt x="554" y="109"/>
                </a:moveTo>
                <a:cubicBezTo>
                  <a:pt x="562" y="117"/>
                  <a:pt x="562" y="117"/>
                  <a:pt x="562" y="117"/>
                </a:cubicBezTo>
                <a:cubicBezTo>
                  <a:pt x="567" y="117"/>
                  <a:pt x="567" y="117"/>
                  <a:pt x="567" y="117"/>
                </a:cubicBezTo>
                <a:cubicBezTo>
                  <a:pt x="565" y="124"/>
                  <a:pt x="565" y="124"/>
                  <a:pt x="565" y="124"/>
                </a:cubicBezTo>
                <a:cubicBezTo>
                  <a:pt x="572" y="124"/>
                  <a:pt x="572" y="124"/>
                  <a:pt x="572" y="124"/>
                </a:cubicBezTo>
                <a:cubicBezTo>
                  <a:pt x="575" y="111"/>
                  <a:pt x="575" y="111"/>
                  <a:pt x="575" y="111"/>
                </a:cubicBezTo>
                <a:cubicBezTo>
                  <a:pt x="565" y="98"/>
                  <a:pt x="565" y="98"/>
                  <a:pt x="565" y="98"/>
                </a:cubicBezTo>
                <a:cubicBezTo>
                  <a:pt x="558" y="102"/>
                  <a:pt x="558" y="102"/>
                  <a:pt x="558" y="102"/>
                </a:cubicBezTo>
                <a:cubicBezTo>
                  <a:pt x="554" y="109"/>
                  <a:pt x="554" y="109"/>
                  <a:pt x="554" y="109"/>
                </a:cubicBezTo>
                <a:close/>
                <a:moveTo>
                  <a:pt x="482" y="161"/>
                </a:moveTo>
                <a:cubicBezTo>
                  <a:pt x="482" y="168"/>
                  <a:pt x="482" y="168"/>
                  <a:pt x="482" y="168"/>
                </a:cubicBezTo>
                <a:cubicBezTo>
                  <a:pt x="486" y="166"/>
                  <a:pt x="486" y="166"/>
                  <a:pt x="486" y="166"/>
                </a:cubicBezTo>
                <a:cubicBezTo>
                  <a:pt x="482" y="161"/>
                  <a:pt x="482" y="161"/>
                  <a:pt x="482" y="161"/>
                </a:cubicBezTo>
                <a:close/>
                <a:moveTo>
                  <a:pt x="482" y="143"/>
                </a:moveTo>
                <a:cubicBezTo>
                  <a:pt x="486" y="138"/>
                  <a:pt x="486" y="138"/>
                  <a:pt x="486" y="138"/>
                </a:cubicBezTo>
                <a:cubicBezTo>
                  <a:pt x="481" y="136"/>
                  <a:pt x="481" y="136"/>
                  <a:pt x="481" y="136"/>
                </a:cubicBezTo>
                <a:cubicBezTo>
                  <a:pt x="482" y="143"/>
                  <a:pt x="482" y="143"/>
                  <a:pt x="482" y="143"/>
                </a:cubicBezTo>
                <a:close/>
                <a:moveTo>
                  <a:pt x="483" y="147"/>
                </a:moveTo>
                <a:cubicBezTo>
                  <a:pt x="480" y="152"/>
                  <a:pt x="480" y="152"/>
                  <a:pt x="480" y="152"/>
                </a:cubicBezTo>
                <a:cubicBezTo>
                  <a:pt x="486" y="153"/>
                  <a:pt x="486" y="153"/>
                  <a:pt x="486" y="153"/>
                </a:cubicBezTo>
                <a:cubicBezTo>
                  <a:pt x="483" y="147"/>
                  <a:pt x="483" y="147"/>
                  <a:pt x="483" y="147"/>
                </a:cubicBezTo>
                <a:close/>
                <a:moveTo>
                  <a:pt x="456" y="155"/>
                </a:moveTo>
                <a:cubicBezTo>
                  <a:pt x="455" y="163"/>
                  <a:pt x="455" y="163"/>
                  <a:pt x="455" y="163"/>
                </a:cubicBezTo>
                <a:cubicBezTo>
                  <a:pt x="459" y="166"/>
                  <a:pt x="459" y="166"/>
                  <a:pt x="459" y="166"/>
                </a:cubicBezTo>
                <a:cubicBezTo>
                  <a:pt x="468" y="157"/>
                  <a:pt x="468" y="157"/>
                  <a:pt x="468" y="157"/>
                </a:cubicBezTo>
                <a:cubicBezTo>
                  <a:pt x="461" y="154"/>
                  <a:pt x="461" y="154"/>
                  <a:pt x="461" y="154"/>
                </a:cubicBezTo>
                <a:cubicBezTo>
                  <a:pt x="456" y="155"/>
                  <a:pt x="456" y="155"/>
                  <a:pt x="456" y="155"/>
                </a:cubicBezTo>
                <a:close/>
                <a:moveTo>
                  <a:pt x="382" y="250"/>
                </a:moveTo>
                <a:cubicBezTo>
                  <a:pt x="391" y="253"/>
                  <a:pt x="391" y="253"/>
                  <a:pt x="391" y="253"/>
                </a:cubicBezTo>
                <a:cubicBezTo>
                  <a:pt x="395" y="245"/>
                  <a:pt x="395" y="245"/>
                  <a:pt x="395" y="245"/>
                </a:cubicBezTo>
                <a:cubicBezTo>
                  <a:pt x="393" y="239"/>
                  <a:pt x="393" y="239"/>
                  <a:pt x="393" y="239"/>
                </a:cubicBezTo>
                <a:cubicBezTo>
                  <a:pt x="382" y="250"/>
                  <a:pt x="382" y="250"/>
                  <a:pt x="382" y="250"/>
                </a:cubicBezTo>
                <a:close/>
                <a:moveTo>
                  <a:pt x="403" y="242"/>
                </a:moveTo>
                <a:cubicBezTo>
                  <a:pt x="399" y="251"/>
                  <a:pt x="399" y="251"/>
                  <a:pt x="399" y="251"/>
                </a:cubicBezTo>
                <a:cubicBezTo>
                  <a:pt x="408" y="253"/>
                  <a:pt x="408" y="253"/>
                  <a:pt x="408" y="253"/>
                </a:cubicBezTo>
                <a:cubicBezTo>
                  <a:pt x="411" y="264"/>
                  <a:pt x="411" y="264"/>
                  <a:pt x="411" y="264"/>
                </a:cubicBezTo>
                <a:cubicBezTo>
                  <a:pt x="416" y="262"/>
                  <a:pt x="416" y="262"/>
                  <a:pt x="416" y="262"/>
                </a:cubicBezTo>
                <a:cubicBezTo>
                  <a:pt x="419" y="249"/>
                  <a:pt x="419" y="249"/>
                  <a:pt x="419" y="249"/>
                </a:cubicBezTo>
                <a:cubicBezTo>
                  <a:pt x="415" y="244"/>
                  <a:pt x="415" y="244"/>
                  <a:pt x="415" y="244"/>
                </a:cubicBezTo>
                <a:cubicBezTo>
                  <a:pt x="418" y="238"/>
                  <a:pt x="418" y="238"/>
                  <a:pt x="418" y="238"/>
                </a:cubicBezTo>
                <a:cubicBezTo>
                  <a:pt x="414" y="239"/>
                  <a:pt x="414" y="239"/>
                  <a:pt x="414" y="239"/>
                </a:cubicBezTo>
                <a:cubicBezTo>
                  <a:pt x="410" y="243"/>
                  <a:pt x="410" y="243"/>
                  <a:pt x="410" y="243"/>
                </a:cubicBezTo>
                <a:cubicBezTo>
                  <a:pt x="403" y="242"/>
                  <a:pt x="403" y="242"/>
                  <a:pt x="403" y="242"/>
                </a:cubicBezTo>
                <a:close/>
                <a:moveTo>
                  <a:pt x="594" y="371"/>
                </a:moveTo>
                <a:cubicBezTo>
                  <a:pt x="595" y="376"/>
                  <a:pt x="595" y="376"/>
                  <a:pt x="595" y="376"/>
                </a:cubicBezTo>
                <a:cubicBezTo>
                  <a:pt x="601" y="379"/>
                  <a:pt x="601" y="379"/>
                  <a:pt x="601" y="379"/>
                </a:cubicBezTo>
                <a:cubicBezTo>
                  <a:pt x="604" y="375"/>
                  <a:pt x="604" y="375"/>
                  <a:pt x="604" y="375"/>
                </a:cubicBezTo>
                <a:cubicBezTo>
                  <a:pt x="600" y="371"/>
                  <a:pt x="600" y="371"/>
                  <a:pt x="600" y="371"/>
                </a:cubicBezTo>
                <a:cubicBezTo>
                  <a:pt x="594" y="371"/>
                  <a:pt x="594" y="371"/>
                  <a:pt x="594" y="371"/>
                </a:cubicBezTo>
                <a:close/>
                <a:moveTo>
                  <a:pt x="538" y="411"/>
                </a:moveTo>
                <a:cubicBezTo>
                  <a:pt x="541" y="419"/>
                  <a:pt x="541" y="419"/>
                  <a:pt x="541" y="419"/>
                </a:cubicBezTo>
                <a:cubicBezTo>
                  <a:pt x="540" y="423"/>
                  <a:pt x="540" y="423"/>
                  <a:pt x="540" y="423"/>
                </a:cubicBezTo>
                <a:cubicBezTo>
                  <a:pt x="531" y="425"/>
                  <a:pt x="531" y="425"/>
                  <a:pt x="531" y="425"/>
                </a:cubicBezTo>
                <a:cubicBezTo>
                  <a:pt x="529" y="430"/>
                  <a:pt x="529" y="430"/>
                  <a:pt x="529" y="430"/>
                </a:cubicBezTo>
                <a:cubicBezTo>
                  <a:pt x="535" y="430"/>
                  <a:pt x="535" y="430"/>
                  <a:pt x="535" y="430"/>
                </a:cubicBezTo>
                <a:cubicBezTo>
                  <a:pt x="535" y="427"/>
                  <a:pt x="535" y="427"/>
                  <a:pt x="535" y="427"/>
                </a:cubicBezTo>
                <a:cubicBezTo>
                  <a:pt x="541" y="424"/>
                  <a:pt x="541" y="424"/>
                  <a:pt x="541" y="424"/>
                </a:cubicBezTo>
                <a:cubicBezTo>
                  <a:pt x="541" y="436"/>
                  <a:pt x="541" y="436"/>
                  <a:pt x="541" y="436"/>
                </a:cubicBezTo>
                <a:cubicBezTo>
                  <a:pt x="547" y="443"/>
                  <a:pt x="547" y="443"/>
                  <a:pt x="547" y="443"/>
                </a:cubicBezTo>
                <a:cubicBezTo>
                  <a:pt x="554" y="432"/>
                  <a:pt x="554" y="432"/>
                  <a:pt x="554" y="432"/>
                </a:cubicBezTo>
                <a:cubicBezTo>
                  <a:pt x="559" y="439"/>
                  <a:pt x="559" y="439"/>
                  <a:pt x="559" y="439"/>
                </a:cubicBezTo>
                <a:cubicBezTo>
                  <a:pt x="566" y="440"/>
                  <a:pt x="566" y="440"/>
                  <a:pt x="566" y="440"/>
                </a:cubicBezTo>
                <a:cubicBezTo>
                  <a:pt x="568" y="434"/>
                  <a:pt x="568" y="434"/>
                  <a:pt x="568" y="434"/>
                </a:cubicBezTo>
                <a:cubicBezTo>
                  <a:pt x="575" y="431"/>
                  <a:pt x="575" y="431"/>
                  <a:pt x="575" y="431"/>
                </a:cubicBezTo>
                <a:cubicBezTo>
                  <a:pt x="571" y="422"/>
                  <a:pt x="571" y="422"/>
                  <a:pt x="571" y="422"/>
                </a:cubicBezTo>
                <a:cubicBezTo>
                  <a:pt x="556" y="413"/>
                  <a:pt x="556" y="413"/>
                  <a:pt x="556" y="413"/>
                </a:cubicBezTo>
                <a:cubicBezTo>
                  <a:pt x="542" y="410"/>
                  <a:pt x="542" y="410"/>
                  <a:pt x="542" y="410"/>
                </a:cubicBezTo>
                <a:cubicBezTo>
                  <a:pt x="538" y="411"/>
                  <a:pt x="538" y="411"/>
                  <a:pt x="538" y="411"/>
                </a:cubicBezTo>
                <a:close/>
                <a:moveTo>
                  <a:pt x="510" y="428"/>
                </a:moveTo>
                <a:cubicBezTo>
                  <a:pt x="508" y="435"/>
                  <a:pt x="508" y="435"/>
                  <a:pt x="508" y="435"/>
                </a:cubicBezTo>
                <a:cubicBezTo>
                  <a:pt x="514" y="431"/>
                  <a:pt x="514" y="431"/>
                  <a:pt x="514" y="431"/>
                </a:cubicBezTo>
                <a:cubicBezTo>
                  <a:pt x="510" y="428"/>
                  <a:pt x="510" y="428"/>
                  <a:pt x="510" y="428"/>
                </a:cubicBezTo>
                <a:close/>
                <a:moveTo>
                  <a:pt x="448" y="372"/>
                </a:moveTo>
                <a:cubicBezTo>
                  <a:pt x="448" y="380"/>
                  <a:pt x="448" y="380"/>
                  <a:pt x="448" y="380"/>
                </a:cubicBezTo>
                <a:cubicBezTo>
                  <a:pt x="439" y="386"/>
                  <a:pt x="439" y="386"/>
                  <a:pt x="439" y="386"/>
                </a:cubicBezTo>
                <a:cubicBezTo>
                  <a:pt x="445" y="393"/>
                  <a:pt x="445" y="393"/>
                  <a:pt x="445" y="393"/>
                </a:cubicBezTo>
                <a:cubicBezTo>
                  <a:pt x="460" y="394"/>
                  <a:pt x="460" y="394"/>
                  <a:pt x="460" y="394"/>
                </a:cubicBezTo>
                <a:cubicBezTo>
                  <a:pt x="465" y="398"/>
                  <a:pt x="465" y="398"/>
                  <a:pt x="465" y="398"/>
                </a:cubicBezTo>
                <a:cubicBezTo>
                  <a:pt x="465" y="407"/>
                  <a:pt x="465" y="407"/>
                  <a:pt x="465" y="407"/>
                </a:cubicBezTo>
                <a:cubicBezTo>
                  <a:pt x="470" y="410"/>
                  <a:pt x="470" y="410"/>
                  <a:pt x="470" y="410"/>
                </a:cubicBezTo>
                <a:cubicBezTo>
                  <a:pt x="472" y="421"/>
                  <a:pt x="472" y="421"/>
                  <a:pt x="472" y="421"/>
                </a:cubicBezTo>
                <a:cubicBezTo>
                  <a:pt x="482" y="428"/>
                  <a:pt x="482" y="428"/>
                  <a:pt x="482" y="428"/>
                </a:cubicBezTo>
                <a:cubicBezTo>
                  <a:pt x="491" y="426"/>
                  <a:pt x="491" y="426"/>
                  <a:pt x="491" y="426"/>
                </a:cubicBezTo>
                <a:cubicBezTo>
                  <a:pt x="493" y="435"/>
                  <a:pt x="493" y="435"/>
                  <a:pt x="493" y="435"/>
                </a:cubicBezTo>
                <a:cubicBezTo>
                  <a:pt x="498" y="438"/>
                  <a:pt x="498" y="438"/>
                  <a:pt x="498" y="438"/>
                </a:cubicBezTo>
                <a:cubicBezTo>
                  <a:pt x="502" y="432"/>
                  <a:pt x="502" y="432"/>
                  <a:pt x="502" y="432"/>
                </a:cubicBezTo>
                <a:cubicBezTo>
                  <a:pt x="499" y="423"/>
                  <a:pt x="499" y="423"/>
                  <a:pt x="499" y="423"/>
                </a:cubicBezTo>
                <a:cubicBezTo>
                  <a:pt x="503" y="413"/>
                  <a:pt x="503" y="413"/>
                  <a:pt x="503" y="413"/>
                </a:cubicBezTo>
                <a:cubicBezTo>
                  <a:pt x="489" y="409"/>
                  <a:pt x="489" y="409"/>
                  <a:pt x="489" y="409"/>
                </a:cubicBezTo>
                <a:cubicBezTo>
                  <a:pt x="480" y="399"/>
                  <a:pt x="480" y="399"/>
                  <a:pt x="480" y="399"/>
                </a:cubicBezTo>
                <a:cubicBezTo>
                  <a:pt x="477" y="380"/>
                  <a:pt x="477" y="380"/>
                  <a:pt x="477" y="380"/>
                </a:cubicBezTo>
                <a:cubicBezTo>
                  <a:pt x="473" y="377"/>
                  <a:pt x="473" y="377"/>
                  <a:pt x="473" y="377"/>
                </a:cubicBezTo>
                <a:cubicBezTo>
                  <a:pt x="472" y="369"/>
                  <a:pt x="472" y="369"/>
                  <a:pt x="472" y="369"/>
                </a:cubicBezTo>
                <a:cubicBezTo>
                  <a:pt x="466" y="366"/>
                  <a:pt x="466" y="366"/>
                  <a:pt x="466" y="366"/>
                </a:cubicBezTo>
                <a:cubicBezTo>
                  <a:pt x="460" y="366"/>
                  <a:pt x="460" y="366"/>
                  <a:pt x="460" y="366"/>
                </a:cubicBezTo>
                <a:cubicBezTo>
                  <a:pt x="461" y="374"/>
                  <a:pt x="461" y="374"/>
                  <a:pt x="461" y="374"/>
                </a:cubicBezTo>
                <a:cubicBezTo>
                  <a:pt x="464" y="380"/>
                  <a:pt x="464" y="380"/>
                  <a:pt x="464" y="380"/>
                </a:cubicBezTo>
                <a:cubicBezTo>
                  <a:pt x="456" y="377"/>
                  <a:pt x="456" y="377"/>
                  <a:pt x="456" y="377"/>
                </a:cubicBezTo>
                <a:cubicBezTo>
                  <a:pt x="450" y="371"/>
                  <a:pt x="450" y="371"/>
                  <a:pt x="450" y="371"/>
                </a:cubicBezTo>
                <a:cubicBezTo>
                  <a:pt x="448" y="372"/>
                  <a:pt x="448" y="372"/>
                  <a:pt x="448" y="372"/>
                </a:cubicBezTo>
                <a:close/>
                <a:moveTo>
                  <a:pt x="406" y="319"/>
                </a:moveTo>
                <a:cubicBezTo>
                  <a:pt x="402" y="325"/>
                  <a:pt x="402" y="325"/>
                  <a:pt x="402" y="325"/>
                </a:cubicBezTo>
                <a:cubicBezTo>
                  <a:pt x="409" y="332"/>
                  <a:pt x="409" y="332"/>
                  <a:pt x="409" y="332"/>
                </a:cubicBezTo>
                <a:cubicBezTo>
                  <a:pt x="416" y="328"/>
                  <a:pt x="416" y="328"/>
                  <a:pt x="416" y="328"/>
                </a:cubicBezTo>
                <a:cubicBezTo>
                  <a:pt x="413" y="319"/>
                  <a:pt x="413" y="319"/>
                  <a:pt x="413" y="319"/>
                </a:cubicBezTo>
                <a:cubicBezTo>
                  <a:pt x="406" y="319"/>
                  <a:pt x="406" y="319"/>
                  <a:pt x="406" y="319"/>
                </a:cubicBezTo>
                <a:close/>
                <a:moveTo>
                  <a:pt x="413" y="301"/>
                </a:moveTo>
                <a:cubicBezTo>
                  <a:pt x="408" y="309"/>
                  <a:pt x="408" y="309"/>
                  <a:pt x="408" y="309"/>
                </a:cubicBezTo>
                <a:cubicBezTo>
                  <a:pt x="413" y="314"/>
                  <a:pt x="413" y="314"/>
                  <a:pt x="413" y="314"/>
                </a:cubicBezTo>
                <a:cubicBezTo>
                  <a:pt x="420" y="312"/>
                  <a:pt x="420" y="312"/>
                  <a:pt x="420" y="312"/>
                </a:cubicBezTo>
                <a:cubicBezTo>
                  <a:pt x="430" y="317"/>
                  <a:pt x="430" y="317"/>
                  <a:pt x="430" y="317"/>
                </a:cubicBezTo>
                <a:cubicBezTo>
                  <a:pt x="433" y="315"/>
                  <a:pt x="433" y="315"/>
                  <a:pt x="433" y="315"/>
                </a:cubicBezTo>
                <a:cubicBezTo>
                  <a:pt x="420" y="302"/>
                  <a:pt x="420" y="302"/>
                  <a:pt x="420" y="302"/>
                </a:cubicBezTo>
                <a:cubicBezTo>
                  <a:pt x="413" y="301"/>
                  <a:pt x="413" y="301"/>
                  <a:pt x="413" y="301"/>
                </a:cubicBezTo>
                <a:close/>
                <a:moveTo>
                  <a:pt x="327" y="243"/>
                </a:moveTo>
                <a:cubicBezTo>
                  <a:pt x="320" y="254"/>
                  <a:pt x="320" y="254"/>
                  <a:pt x="320" y="254"/>
                </a:cubicBezTo>
                <a:cubicBezTo>
                  <a:pt x="322" y="262"/>
                  <a:pt x="322" y="262"/>
                  <a:pt x="322" y="262"/>
                </a:cubicBezTo>
                <a:cubicBezTo>
                  <a:pt x="337" y="264"/>
                  <a:pt x="337" y="264"/>
                  <a:pt x="337" y="264"/>
                </a:cubicBezTo>
                <a:cubicBezTo>
                  <a:pt x="347" y="269"/>
                  <a:pt x="347" y="269"/>
                  <a:pt x="347" y="269"/>
                </a:cubicBezTo>
                <a:cubicBezTo>
                  <a:pt x="350" y="266"/>
                  <a:pt x="350" y="266"/>
                  <a:pt x="350" y="266"/>
                </a:cubicBezTo>
                <a:cubicBezTo>
                  <a:pt x="347" y="253"/>
                  <a:pt x="347" y="253"/>
                  <a:pt x="347" y="253"/>
                </a:cubicBezTo>
                <a:cubicBezTo>
                  <a:pt x="338" y="245"/>
                  <a:pt x="338" y="245"/>
                  <a:pt x="338" y="245"/>
                </a:cubicBezTo>
                <a:cubicBezTo>
                  <a:pt x="327" y="243"/>
                  <a:pt x="327" y="243"/>
                  <a:pt x="327" y="243"/>
                </a:cubicBezTo>
                <a:close/>
                <a:moveTo>
                  <a:pt x="302" y="230"/>
                </a:moveTo>
                <a:cubicBezTo>
                  <a:pt x="307" y="229"/>
                  <a:pt x="307" y="229"/>
                  <a:pt x="307" y="229"/>
                </a:cubicBezTo>
                <a:cubicBezTo>
                  <a:pt x="318" y="233"/>
                  <a:pt x="318" y="233"/>
                  <a:pt x="318" y="233"/>
                </a:cubicBezTo>
                <a:cubicBezTo>
                  <a:pt x="323" y="240"/>
                  <a:pt x="323" y="240"/>
                  <a:pt x="323" y="240"/>
                </a:cubicBezTo>
                <a:cubicBezTo>
                  <a:pt x="317" y="249"/>
                  <a:pt x="317" y="249"/>
                  <a:pt x="317" y="249"/>
                </a:cubicBezTo>
                <a:cubicBezTo>
                  <a:pt x="313" y="246"/>
                  <a:pt x="313" y="246"/>
                  <a:pt x="313" y="246"/>
                </a:cubicBezTo>
                <a:cubicBezTo>
                  <a:pt x="302" y="230"/>
                  <a:pt x="302" y="230"/>
                  <a:pt x="302" y="230"/>
                </a:cubicBezTo>
                <a:close/>
                <a:moveTo>
                  <a:pt x="273" y="209"/>
                </a:moveTo>
                <a:cubicBezTo>
                  <a:pt x="277" y="222"/>
                  <a:pt x="277" y="222"/>
                  <a:pt x="277" y="222"/>
                </a:cubicBezTo>
                <a:cubicBezTo>
                  <a:pt x="285" y="220"/>
                  <a:pt x="285" y="220"/>
                  <a:pt x="285" y="220"/>
                </a:cubicBezTo>
                <a:cubicBezTo>
                  <a:pt x="293" y="211"/>
                  <a:pt x="293" y="211"/>
                  <a:pt x="293" y="211"/>
                </a:cubicBezTo>
                <a:cubicBezTo>
                  <a:pt x="285" y="203"/>
                  <a:pt x="285" y="203"/>
                  <a:pt x="285" y="203"/>
                </a:cubicBezTo>
                <a:cubicBezTo>
                  <a:pt x="280" y="207"/>
                  <a:pt x="280" y="207"/>
                  <a:pt x="280" y="207"/>
                </a:cubicBezTo>
                <a:cubicBezTo>
                  <a:pt x="273" y="209"/>
                  <a:pt x="273" y="209"/>
                  <a:pt x="273" y="209"/>
                </a:cubicBezTo>
                <a:close/>
                <a:moveTo>
                  <a:pt x="303" y="532"/>
                </a:moveTo>
                <a:cubicBezTo>
                  <a:pt x="313" y="540"/>
                  <a:pt x="313" y="540"/>
                  <a:pt x="313" y="540"/>
                </a:cubicBezTo>
                <a:cubicBezTo>
                  <a:pt x="313" y="534"/>
                  <a:pt x="313" y="534"/>
                  <a:pt x="313" y="534"/>
                </a:cubicBezTo>
                <a:cubicBezTo>
                  <a:pt x="308" y="530"/>
                  <a:pt x="308" y="530"/>
                  <a:pt x="308" y="530"/>
                </a:cubicBezTo>
                <a:cubicBezTo>
                  <a:pt x="303" y="532"/>
                  <a:pt x="303" y="532"/>
                  <a:pt x="303" y="532"/>
                </a:cubicBezTo>
                <a:close/>
                <a:moveTo>
                  <a:pt x="223" y="423"/>
                </a:moveTo>
                <a:cubicBezTo>
                  <a:pt x="217" y="431"/>
                  <a:pt x="217" y="431"/>
                  <a:pt x="217" y="431"/>
                </a:cubicBezTo>
                <a:cubicBezTo>
                  <a:pt x="233" y="446"/>
                  <a:pt x="233" y="446"/>
                  <a:pt x="233" y="446"/>
                </a:cubicBezTo>
                <a:cubicBezTo>
                  <a:pt x="231" y="437"/>
                  <a:pt x="231" y="437"/>
                  <a:pt x="231" y="437"/>
                </a:cubicBezTo>
                <a:cubicBezTo>
                  <a:pt x="232" y="430"/>
                  <a:pt x="232" y="430"/>
                  <a:pt x="232" y="430"/>
                </a:cubicBezTo>
                <a:cubicBezTo>
                  <a:pt x="223" y="423"/>
                  <a:pt x="223" y="423"/>
                  <a:pt x="223" y="423"/>
                </a:cubicBezTo>
                <a:close/>
                <a:moveTo>
                  <a:pt x="210" y="415"/>
                </a:moveTo>
                <a:cubicBezTo>
                  <a:pt x="218" y="418"/>
                  <a:pt x="218" y="418"/>
                  <a:pt x="218" y="418"/>
                </a:cubicBezTo>
                <a:cubicBezTo>
                  <a:pt x="211" y="424"/>
                  <a:pt x="211" y="424"/>
                  <a:pt x="211" y="424"/>
                </a:cubicBezTo>
                <a:cubicBezTo>
                  <a:pt x="210" y="415"/>
                  <a:pt x="210" y="415"/>
                  <a:pt x="210" y="415"/>
                </a:cubicBezTo>
                <a:close/>
                <a:moveTo>
                  <a:pt x="194" y="388"/>
                </a:moveTo>
                <a:cubicBezTo>
                  <a:pt x="190" y="393"/>
                  <a:pt x="190" y="393"/>
                  <a:pt x="190" y="393"/>
                </a:cubicBezTo>
                <a:cubicBezTo>
                  <a:pt x="195" y="399"/>
                  <a:pt x="195" y="399"/>
                  <a:pt x="195" y="399"/>
                </a:cubicBezTo>
                <a:cubicBezTo>
                  <a:pt x="204" y="402"/>
                  <a:pt x="204" y="402"/>
                  <a:pt x="204" y="402"/>
                </a:cubicBezTo>
                <a:cubicBezTo>
                  <a:pt x="194" y="388"/>
                  <a:pt x="194" y="388"/>
                  <a:pt x="194" y="388"/>
                </a:cubicBezTo>
                <a:close/>
                <a:moveTo>
                  <a:pt x="147" y="348"/>
                </a:moveTo>
                <a:cubicBezTo>
                  <a:pt x="147" y="355"/>
                  <a:pt x="147" y="355"/>
                  <a:pt x="147" y="355"/>
                </a:cubicBezTo>
                <a:cubicBezTo>
                  <a:pt x="157" y="359"/>
                  <a:pt x="157" y="359"/>
                  <a:pt x="157" y="359"/>
                </a:cubicBezTo>
                <a:cubicBezTo>
                  <a:pt x="168" y="375"/>
                  <a:pt x="168" y="375"/>
                  <a:pt x="168" y="375"/>
                </a:cubicBezTo>
                <a:cubicBezTo>
                  <a:pt x="179" y="379"/>
                  <a:pt x="179" y="379"/>
                  <a:pt x="179" y="379"/>
                </a:cubicBezTo>
                <a:cubicBezTo>
                  <a:pt x="179" y="363"/>
                  <a:pt x="179" y="363"/>
                  <a:pt x="179" y="363"/>
                </a:cubicBezTo>
                <a:cubicBezTo>
                  <a:pt x="166" y="344"/>
                  <a:pt x="166" y="344"/>
                  <a:pt x="166" y="344"/>
                </a:cubicBezTo>
                <a:cubicBezTo>
                  <a:pt x="156" y="341"/>
                  <a:pt x="156" y="341"/>
                  <a:pt x="156" y="341"/>
                </a:cubicBezTo>
                <a:cubicBezTo>
                  <a:pt x="147" y="348"/>
                  <a:pt x="147" y="348"/>
                  <a:pt x="147" y="348"/>
                </a:cubicBezTo>
                <a:close/>
                <a:moveTo>
                  <a:pt x="141" y="316"/>
                </a:moveTo>
                <a:cubicBezTo>
                  <a:pt x="137" y="326"/>
                  <a:pt x="137" y="326"/>
                  <a:pt x="137" y="326"/>
                </a:cubicBezTo>
                <a:cubicBezTo>
                  <a:pt x="142" y="332"/>
                  <a:pt x="142" y="332"/>
                  <a:pt x="142" y="332"/>
                </a:cubicBezTo>
                <a:cubicBezTo>
                  <a:pt x="148" y="326"/>
                  <a:pt x="148" y="326"/>
                  <a:pt x="148" y="326"/>
                </a:cubicBezTo>
                <a:cubicBezTo>
                  <a:pt x="148" y="319"/>
                  <a:pt x="148" y="319"/>
                  <a:pt x="148" y="319"/>
                </a:cubicBezTo>
                <a:cubicBezTo>
                  <a:pt x="141" y="316"/>
                  <a:pt x="141" y="316"/>
                  <a:pt x="141" y="316"/>
                </a:cubicBezTo>
                <a:close/>
                <a:moveTo>
                  <a:pt x="147" y="293"/>
                </a:moveTo>
                <a:cubicBezTo>
                  <a:pt x="157" y="293"/>
                  <a:pt x="157" y="293"/>
                  <a:pt x="157" y="293"/>
                </a:cubicBezTo>
                <a:cubicBezTo>
                  <a:pt x="161" y="296"/>
                  <a:pt x="161" y="296"/>
                  <a:pt x="161" y="296"/>
                </a:cubicBezTo>
                <a:cubicBezTo>
                  <a:pt x="162" y="290"/>
                  <a:pt x="162" y="290"/>
                  <a:pt x="162" y="290"/>
                </a:cubicBezTo>
                <a:cubicBezTo>
                  <a:pt x="152" y="287"/>
                  <a:pt x="152" y="287"/>
                  <a:pt x="152" y="287"/>
                </a:cubicBezTo>
                <a:cubicBezTo>
                  <a:pt x="147" y="293"/>
                  <a:pt x="147" y="293"/>
                  <a:pt x="147" y="293"/>
                </a:cubicBezTo>
                <a:close/>
                <a:moveTo>
                  <a:pt x="86" y="235"/>
                </a:moveTo>
                <a:cubicBezTo>
                  <a:pt x="94" y="234"/>
                  <a:pt x="94" y="234"/>
                  <a:pt x="94" y="234"/>
                </a:cubicBezTo>
                <a:cubicBezTo>
                  <a:pt x="98" y="230"/>
                  <a:pt x="98" y="230"/>
                  <a:pt x="98" y="230"/>
                </a:cubicBezTo>
                <a:cubicBezTo>
                  <a:pt x="104" y="232"/>
                  <a:pt x="104" y="232"/>
                  <a:pt x="104" y="232"/>
                </a:cubicBezTo>
                <a:cubicBezTo>
                  <a:pt x="110" y="244"/>
                  <a:pt x="110" y="244"/>
                  <a:pt x="110" y="244"/>
                </a:cubicBezTo>
                <a:cubicBezTo>
                  <a:pt x="120" y="252"/>
                  <a:pt x="120" y="252"/>
                  <a:pt x="120" y="252"/>
                </a:cubicBezTo>
                <a:cubicBezTo>
                  <a:pt x="117" y="258"/>
                  <a:pt x="117" y="258"/>
                  <a:pt x="117" y="258"/>
                </a:cubicBezTo>
                <a:cubicBezTo>
                  <a:pt x="116" y="269"/>
                  <a:pt x="116" y="269"/>
                  <a:pt x="116" y="269"/>
                </a:cubicBezTo>
                <a:cubicBezTo>
                  <a:pt x="112" y="271"/>
                  <a:pt x="112" y="271"/>
                  <a:pt x="112" y="271"/>
                </a:cubicBezTo>
                <a:cubicBezTo>
                  <a:pt x="104" y="256"/>
                  <a:pt x="104" y="256"/>
                  <a:pt x="104" y="256"/>
                </a:cubicBezTo>
                <a:cubicBezTo>
                  <a:pt x="98" y="254"/>
                  <a:pt x="98" y="254"/>
                  <a:pt x="98" y="254"/>
                </a:cubicBezTo>
                <a:cubicBezTo>
                  <a:pt x="95" y="245"/>
                  <a:pt x="95" y="245"/>
                  <a:pt x="95" y="245"/>
                </a:cubicBezTo>
                <a:cubicBezTo>
                  <a:pt x="86" y="235"/>
                  <a:pt x="86" y="235"/>
                  <a:pt x="86" y="235"/>
                </a:cubicBezTo>
                <a:close/>
                <a:moveTo>
                  <a:pt x="85" y="202"/>
                </a:moveTo>
                <a:cubicBezTo>
                  <a:pt x="95" y="205"/>
                  <a:pt x="95" y="205"/>
                  <a:pt x="95" y="205"/>
                </a:cubicBezTo>
                <a:cubicBezTo>
                  <a:pt x="91" y="200"/>
                  <a:pt x="91" y="200"/>
                  <a:pt x="91" y="200"/>
                </a:cubicBezTo>
                <a:cubicBezTo>
                  <a:pt x="85" y="202"/>
                  <a:pt x="85" y="202"/>
                  <a:pt x="85" y="202"/>
                </a:cubicBezTo>
                <a:close/>
                <a:moveTo>
                  <a:pt x="26" y="164"/>
                </a:moveTo>
                <a:cubicBezTo>
                  <a:pt x="23" y="168"/>
                  <a:pt x="23" y="168"/>
                  <a:pt x="23" y="168"/>
                </a:cubicBezTo>
                <a:cubicBezTo>
                  <a:pt x="20" y="173"/>
                  <a:pt x="20" y="173"/>
                  <a:pt x="20" y="173"/>
                </a:cubicBezTo>
                <a:cubicBezTo>
                  <a:pt x="29" y="178"/>
                  <a:pt x="29" y="178"/>
                  <a:pt x="29" y="178"/>
                </a:cubicBezTo>
                <a:cubicBezTo>
                  <a:pt x="39" y="177"/>
                  <a:pt x="39" y="177"/>
                  <a:pt x="39" y="177"/>
                </a:cubicBezTo>
                <a:cubicBezTo>
                  <a:pt x="33" y="169"/>
                  <a:pt x="33" y="169"/>
                  <a:pt x="33" y="169"/>
                </a:cubicBezTo>
                <a:cubicBezTo>
                  <a:pt x="26" y="164"/>
                  <a:pt x="26" y="164"/>
                  <a:pt x="26" y="164"/>
                </a:cubicBezTo>
                <a:close/>
                <a:moveTo>
                  <a:pt x="2" y="43"/>
                </a:moveTo>
                <a:cubicBezTo>
                  <a:pt x="0" y="47"/>
                  <a:pt x="0" y="47"/>
                  <a:pt x="0" y="47"/>
                </a:cubicBezTo>
                <a:cubicBezTo>
                  <a:pt x="2" y="60"/>
                  <a:pt x="2" y="60"/>
                  <a:pt x="2" y="60"/>
                </a:cubicBezTo>
                <a:cubicBezTo>
                  <a:pt x="13" y="83"/>
                  <a:pt x="13" y="83"/>
                  <a:pt x="13" y="83"/>
                </a:cubicBezTo>
                <a:cubicBezTo>
                  <a:pt x="20" y="87"/>
                  <a:pt x="20" y="87"/>
                  <a:pt x="20" y="87"/>
                </a:cubicBezTo>
                <a:cubicBezTo>
                  <a:pt x="38" y="107"/>
                  <a:pt x="38" y="107"/>
                  <a:pt x="38" y="107"/>
                </a:cubicBezTo>
                <a:cubicBezTo>
                  <a:pt x="44" y="107"/>
                  <a:pt x="44" y="107"/>
                  <a:pt x="44" y="107"/>
                </a:cubicBezTo>
                <a:cubicBezTo>
                  <a:pt x="55" y="121"/>
                  <a:pt x="55" y="121"/>
                  <a:pt x="55" y="121"/>
                </a:cubicBezTo>
                <a:cubicBezTo>
                  <a:pt x="62" y="124"/>
                  <a:pt x="62" y="124"/>
                  <a:pt x="62" y="124"/>
                </a:cubicBezTo>
                <a:cubicBezTo>
                  <a:pt x="68" y="122"/>
                  <a:pt x="68" y="122"/>
                  <a:pt x="68" y="122"/>
                </a:cubicBezTo>
                <a:cubicBezTo>
                  <a:pt x="82" y="134"/>
                  <a:pt x="82" y="134"/>
                  <a:pt x="82" y="134"/>
                </a:cubicBezTo>
                <a:cubicBezTo>
                  <a:pt x="97" y="158"/>
                  <a:pt x="97" y="158"/>
                  <a:pt x="97" y="158"/>
                </a:cubicBezTo>
                <a:cubicBezTo>
                  <a:pt x="112" y="172"/>
                  <a:pt x="112" y="172"/>
                  <a:pt x="112" y="172"/>
                </a:cubicBezTo>
                <a:cubicBezTo>
                  <a:pt x="116" y="172"/>
                  <a:pt x="116" y="172"/>
                  <a:pt x="116" y="172"/>
                </a:cubicBezTo>
                <a:cubicBezTo>
                  <a:pt x="116" y="184"/>
                  <a:pt x="116" y="184"/>
                  <a:pt x="116" y="184"/>
                </a:cubicBezTo>
                <a:cubicBezTo>
                  <a:pt x="120" y="187"/>
                  <a:pt x="120" y="187"/>
                  <a:pt x="120" y="187"/>
                </a:cubicBezTo>
                <a:cubicBezTo>
                  <a:pt x="122" y="198"/>
                  <a:pt x="122" y="198"/>
                  <a:pt x="122" y="198"/>
                </a:cubicBezTo>
                <a:cubicBezTo>
                  <a:pt x="127" y="203"/>
                  <a:pt x="127" y="203"/>
                  <a:pt x="127" y="203"/>
                </a:cubicBezTo>
                <a:cubicBezTo>
                  <a:pt x="136" y="203"/>
                  <a:pt x="136" y="203"/>
                  <a:pt x="136" y="203"/>
                </a:cubicBezTo>
                <a:cubicBezTo>
                  <a:pt x="148" y="217"/>
                  <a:pt x="148" y="217"/>
                  <a:pt x="148" y="217"/>
                </a:cubicBezTo>
                <a:cubicBezTo>
                  <a:pt x="154" y="221"/>
                  <a:pt x="154" y="221"/>
                  <a:pt x="154" y="221"/>
                </a:cubicBezTo>
                <a:cubicBezTo>
                  <a:pt x="159" y="220"/>
                  <a:pt x="159" y="220"/>
                  <a:pt x="159" y="220"/>
                </a:cubicBezTo>
                <a:cubicBezTo>
                  <a:pt x="161" y="225"/>
                  <a:pt x="161" y="225"/>
                  <a:pt x="161" y="225"/>
                </a:cubicBezTo>
                <a:cubicBezTo>
                  <a:pt x="157" y="231"/>
                  <a:pt x="157" y="231"/>
                  <a:pt x="157" y="231"/>
                </a:cubicBezTo>
                <a:cubicBezTo>
                  <a:pt x="163" y="237"/>
                  <a:pt x="163" y="237"/>
                  <a:pt x="163" y="237"/>
                </a:cubicBezTo>
                <a:cubicBezTo>
                  <a:pt x="167" y="248"/>
                  <a:pt x="167" y="248"/>
                  <a:pt x="167" y="248"/>
                </a:cubicBezTo>
                <a:cubicBezTo>
                  <a:pt x="166" y="250"/>
                  <a:pt x="166" y="250"/>
                  <a:pt x="166" y="250"/>
                </a:cubicBezTo>
                <a:cubicBezTo>
                  <a:pt x="175" y="273"/>
                  <a:pt x="175" y="273"/>
                  <a:pt x="175" y="273"/>
                </a:cubicBezTo>
                <a:cubicBezTo>
                  <a:pt x="179" y="286"/>
                  <a:pt x="179" y="286"/>
                  <a:pt x="179" y="286"/>
                </a:cubicBezTo>
                <a:cubicBezTo>
                  <a:pt x="190" y="289"/>
                  <a:pt x="190" y="289"/>
                  <a:pt x="190" y="289"/>
                </a:cubicBezTo>
                <a:cubicBezTo>
                  <a:pt x="203" y="298"/>
                  <a:pt x="203" y="298"/>
                  <a:pt x="203" y="298"/>
                </a:cubicBezTo>
                <a:cubicBezTo>
                  <a:pt x="203" y="305"/>
                  <a:pt x="203" y="305"/>
                  <a:pt x="203" y="305"/>
                </a:cubicBezTo>
                <a:cubicBezTo>
                  <a:pt x="214" y="324"/>
                  <a:pt x="214" y="324"/>
                  <a:pt x="214" y="324"/>
                </a:cubicBezTo>
                <a:cubicBezTo>
                  <a:pt x="224" y="332"/>
                  <a:pt x="224" y="332"/>
                  <a:pt x="224" y="332"/>
                </a:cubicBezTo>
                <a:cubicBezTo>
                  <a:pt x="226" y="353"/>
                  <a:pt x="226" y="353"/>
                  <a:pt x="226" y="353"/>
                </a:cubicBezTo>
                <a:cubicBezTo>
                  <a:pt x="242" y="383"/>
                  <a:pt x="242" y="383"/>
                  <a:pt x="242" y="383"/>
                </a:cubicBezTo>
                <a:cubicBezTo>
                  <a:pt x="241" y="395"/>
                  <a:pt x="241" y="395"/>
                  <a:pt x="241" y="395"/>
                </a:cubicBezTo>
                <a:cubicBezTo>
                  <a:pt x="245" y="406"/>
                  <a:pt x="245" y="406"/>
                  <a:pt x="245" y="406"/>
                </a:cubicBezTo>
                <a:cubicBezTo>
                  <a:pt x="260" y="417"/>
                  <a:pt x="260" y="417"/>
                  <a:pt x="260" y="417"/>
                </a:cubicBezTo>
                <a:cubicBezTo>
                  <a:pt x="276" y="437"/>
                  <a:pt x="276" y="437"/>
                  <a:pt x="276" y="437"/>
                </a:cubicBezTo>
                <a:cubicBezTo>
                  <a:pt x="281" y="448"/>
                  <a:pt x="281" y="448"/>
                  <a:pt x="281" y="448"/>
                </a:cubicBezTo>
                <a:cubicBezTo>
                  <a:pt x="293" y="450"/>
                  <a:pt x="293" y="450"/>
                  <a:pt x="293" y="450"/>
                </a:cubicBezTo>
                <a:cubicBezTo>
                  <a:pt x="297" y="455"/>
                  <a:pt x="297" y="455"/>
                  <a:pt x="297" y="455"/>
                </a:cubicBezTo>
                <a:cubicBezTo>
                  <a:pt x="308" y="462"/>
                  <a:pt x="308" y="462"/>
                  <a:pt x="308" y="462"/>
                </a:cubicBezTo>
                <a:cubicBezTo>
                  <a:pt x="309" y="474"/>
                  <a:pt x="309" y="474"/>
                  <a:pt x="309" y="474"/>
                </a:cubicBezTo>
                <a:cubicBezTo>
                  <a:pt x="318" y="480"/>
                  <a:pt x="318" y="480"/>
                  <a:pt x="318" y="480"/>
                </a:cubicBezTo>
                <a:cubicBezTo>
                  <a:pt x="330" y="493"/>
                  <a:pt x="330" y="493"/>
                  <a:pt x="330" y="493"/>
                </a:cubicBezTo>
                <a:cubicBezTo>
                  <a:pt x="349" y="505"/>
                  <a:pt x="349" y="505"/>
                  <a:pt x="349" y="505"/>
                </a:cubicBezTo>
                <a:cubicBezTo>
                  <a:pt x="353" y="514"/>
                  <a:pt x="353" y="514"/>
                  <a:pt x="353" y="514"/>
                </a:cubicBezTo>
                <a:cubicBezTo>
                  <a:pt x="366" y="518"/>
                  <a:pt x="366" y="518"/>
                  <a:pt x="366" y="518"/>
                </a:cubicBezTo>
                <a:cubicBezTo>
                  <a:pt x="391" y="540"/>
                  <a:pt x="391" y="540"/>
                  <a:pt x="391" y="540"/>
                </a:cubicBezTo>
                <a:cubicBezTo>
                  <a:pt x="393" y="549"/>
                  <a:pt x="393" y="549"/>
                  <a:pt x="393" y="549"/>
                </a:cubicBezTo>
                <a:cubicBezTo>
                  <a:pt x="399" y="551"/>
                  <a:pt x="399" y="551"/>
                  <a:pt x="399" y="551"/>
                </a:cubicBezTo>
                <a:cubicBezTo>
                  <a:pt x="405" y="561"/>
                  <a:pt x="405" y="561"/>
                  <a:pt x="405" y="561"/>
                </a:cubicBezTo>
                <a:cubicBezTo>
                  <a:pt x="408" y="558"/>
                  <a:pt x="408" y="558"/>
                  <a:pt x="408" y="558"/>
                </a:cubicBezTo>
                <a:cubicBezTo>
                  <a:pt x="408" y="549"/>
                  <a:pt x="408" y="549"/>
                  <a:pt x="408" y="549"/>
                </a:cubicBezTo>
                <a:cubicBezTo>
                  <a:pt x="406" y="545"/>
                  <a:pt x="406" y="545"/>
                  <a:pt x="406" y="545"/>
                </a:cubicBezTo>
                <a:cubicBezTo>
                  <a:pt x="406" y="540"/>
                  <a:pt x="406" y="540"/>
                  <a:pt x="406" y="540"/>
                </a:cubicBezTo>
                <a:cubicBezTo>
                  <a:pt x="413" y="542"/>
                  <a:pt x="413" y="542"/>
                  <a:pt x="413" y="542"/>
                </a:cubicBezTo>
                <a:cubicBezTo>
                  <a:pt x="430" y="557"/>
                  <a:pt x="430" y="557"/>
                  <a:pt x="430" y="557"/>
                </a:cubicBezTo>
                <a:cubicBezTo>
                  <a:pt x="434" y="555"/>
                  <a:pt x="434" y="555"/>
                  <a:pt x="434" y="555"/>
                </a:cubicBezTo>
                <a:cubicBezTo>
                  <a:pt x="434" y="543"/>
                  <a:pt x="434" y="543"/>
                  <a:pt x="434" y="543"/>
                </a:cubicBezTo>
                <a:cubicBezTo>
                  <a:pt x="437" y="537"/>
                  <a:pt x="437" y="537"/>
                  <a:pt x="437" y="537"/>
                </a:cubicBezTo>
                <a:cubicBezTo>
                  <a:pt x="444" y="539"/>
                  <a:pt x="444" y="539"/>
                  <a:pt x="444" y="539"/>
                </a:cubicBezTo>
                <a:cubicBezTo>
                  <a:pt x="452" y="551"/>
                  <a:pt x="452" y="551"/>
                  <a:pt x="452" y="551"/>
                </a:cubicBezTo>
                <a:cubicBezTo>
                  <a:pt x="457" y="553"/>
                  <a:pt x="457" y="553"/>
                  <a:pt x="457" y="553"/>
                </a:cubicBezTo>
                <a:cubicBezTo>
                  <a:pt x="463" y="547"/>
                  <a:pt x="463" y="547"/>
                  <a:pt x="463" y="547"/>
                </a:cubicBezTo>
                <a:cubicBezTo>
                  <a:pt x="462" y="528"/>
                  <a:pt x="462" y="528"/>
                  <a:pt x="462" y="528"/>
                </a:cubicBezTo>
                <a:cubicBezTo>
                  <a:pt x="466" y="504"/>
                  <a:pt x="466" y="504"/>
                  <a:pt x="466" y="504"/>
                </a:cubicBezTo>
                <a:cubicBezTo>
                  <a:pt x="462" y="489"/>
                  <a:pt x="462" y="489"/>
                  <a:pt x="462" y="489"/>
                </a:cubicBezTo>
                <a:cubicBezTo>
                  <a:pt x="469" y="472"/>
                  <a:pt x="469" y="472"/>
                  <a:pt x="469" y="472"/>
                </a:cubicBezTo>
                <a:cubicBezTo>
                  <a:pt x="465" y="465"/>
                  <a:pt x="465" y="465"/>
                  <a:pt x="465" y="465"/>
                </a:cubicBezTo>
                <a:cubicBezTo>
                  <a:pt x="466" y="451"/>
                  <a:pt x="466" y="451"/>
                  <a:pt x="466" y="451"/>
                </a:cubicBezTo>
                <a:cubicBezTo>
                  <a:pt x="474" y="448"/>
                  <a:pt x="474" y="448"/>
                  <a:pt x="474" y="448"/>
                </a:cubicBezTo>
                <a:cubicBezTo>
                  <a:pt x="477" y="442"/>
                  <a:pt x="477" y="442"/>
                  <a:pt x="477" y="442"/>
                </a:cubicBezTo>
                <a:cubicBezTo>
                  <a:pt x="476" y="434"/>
                  <a:pt x="476" y="434"/>
                  <a:pt x="476" y="434"/>
                </a:cubicBezTo>
                <a:cubicBezTo>
                  <a:pt x="469" y="430"/>
                  <a:pt x="469" y="430"/>
                  <a:pt x="469" y="430"/>
                </a:cubicBezTo>
                <a:cubicBezTo>
                  <a:pt x="461" y="424"/>
                  <a:pt x="461" y="424"/>
                  <a:pt x="461" y="424"/>
                </a:cubicBezTo>
                <a:cubicBezTo>
                  <a:pt x="458" y="414"/>
                  <a:pt x="458" y="414"/>
                  <a:pt x="458" y="414"/>
                </a:cubicBezTo>
                <a:cubicBezTo>
                  <a:pt x="453" y="411"/>
                  <a:pt x="453" y="411"/>
                  <a:pt x="453" y="411"/>
                </a:cubicBezTo>
                <a:cubicBezTo>
                  <a:pt x="450" y="405"/>
                  <a:pt x="450" y="405"/>
                  <a:pt x="450" y="405"/>
                </a:cubicBezTo>
                <a:cubicBezTo>
                  <a:pt x="442" y="401"/>
                  <a:pt x="442" y="401"/>
                  <a:pt x="442" y="401"/>
                </a:cubicBezTo>
                <a:cubicBezTo>
                  <a:pt x="429" y="403"/>
                  <a:pt x="429" y="403"/>
                  <a:pt x="429" y="403"/>
                </a:cubicBezTo>
                <a:cubicBezTo>
                  <a:pt x="421" y="402"/>
                  <a:pt x="421" y="402"/>
                  <a:pt x="421" y="402"/>
                </a:cubicBezTo>
                <a:cubicBezTo>
                  <a:pt x="420" y="389"/>
                  <a:pt x="420" y="389"/>
                  <a:pt x="420" y="389"/>
                </a:cubicBezTo>
                <a:cubicBezTo>
                  <a:pt x="413" y="380"/>
                  <a:pt x="413" y="380"/>
                  <a:pt x="413" y="380"/>
                </a:cubicBezTo>
                <a:cubicBezTo>
                  <a:pt x="408" y="384"/>
                  <a:pt x="408" y="384"/>
                  <a:pt x="408" y="384"/>
                </a:cubicBezTo>
                <a:cubicBezTo>
                  <a:pt x="412" y="375"/>
                  <a:pt x="412" y="375"/>
                  <a:pt x="412" y="375"/>
                </a:cubicBezTo>
                <a:cubicBezTo>
                  <a:pt x="408" y="366"/>
                  <a:pt x="408" y="366"/>
                  <a:pt x="408" y="366"/>
                </a:cubicBezTo>
                <a:cubicBezTo>
                  <a:pt x="407" y="345"/>
                  <a:pt x="407" y="345"/>
                  <a:pt x="407" y="345"/>
                </a:cubicBezTo>
                <a:cubicBezTo>
                  <a:pt x="397" y="349"/>
                  <a:pt x="397" y="349"/>
                  <a:pt x="397" y="349"/>
                </a:cubicBezTo>
                <a:cubicBezTo>
                  <a:pt x="392" y="345"/>
                  <a:pt x="392" y="345"/>
                  <a:pt x="392" y="345"/>
                </a:cubicBezTo>
                <a:cubicBezTo>
                  <a:pt x="376" y="345"/>
                  <a:pt x="376" y="345"/>
                  <a:pt x="376" y="345"/>
                </a:cubicBezTo>
                <a:cubicBezTo>
                  <a:pt x="361" y="335"/>
                  <a:pt x="361" y="335"/>
                  <a:pt x="361" y="335"/>
                </a:cubicBezTo>
                <a:cubicBezTo>
                  <a:pt x="361" y="328"/>
                  <a:pt x="361" y="328"/>
                  <a:pt x="361" y="328"/>
                </a:cubicBezTo>
                <a:cubicBezTo>
                  <a:pt x="370" y="324"/>
                  <a:pt x="370" y="324"/>
                  <a:pt x="370" y="324"/>
                </a:cubicBezTo>
                <a:cubicBezTo>
                  <a:pt x="380" y="318"/>
                  <a:pt x="380" y="318"/>
                  <a:pt x="380" y="318"/>
                </a:cubicBezTo>
                <a:cubicBezTo>
                  <a:pt x="374" y="314"/>
                  <a:pt x="374" y="314"/>
                  <a:pt x="374" y="314"/>
                </a:cubicBezTo>
                <a:cubicBezTo>
                  <a:pt x="364" y="316"/>
                  <a:pt x="364" y="316"/>
                  <a:pt x="364" y="316"/>
                </a:cubicBezTo>
                <a:cubicBezTo>
                  <a:pt x="359" y="314"/>
                  <a:pt x="359" y="314"/>
                  <a:pt x="359" y="314"/>
                </a:cubicBezTo>
                <a:cubicBezTo>
                  <a:pt x="350" y="317"/>
                  <a:pt x="350" y="317"/>
                  <a:pt x="350" y="317"/>
                </a:cubicBezTo>
                <a:cubicBezTo>
                  <a:pt x="356" y="311"/>
                  <a:pt x="356" y="311"/>
                  <a:pt x="356" y="311"/>
                </a:cubicBezTo>
                <a:cubicBezTo>
                  <a:pt x="367" y="304"/>
                  <a:pt x="367" y="304"/>
                  <a:pt x="367" y="304"/>
                </a:cubicBezTo>
                <a:cubicBezTo>
                  <a:pt x="379" y="302"/>
                  <a:pt x="379" y="302"/>
                  <a:pt x="379" y="302"/>
                </a:cubicBezTo>
                <a:cubicBezTo>
                  <a:pt x="377" y="293"/>
                  <a:pt x="377" y="293"/>
                  <a:pt x="377" y="293"/>
                </a:cubicBezTo>
                <a:cubicBezTo>
                  <a:pt x="364" y="278"/>
                  <a:pt x="364" y="278"/>
                  <a:pt x="364" y="278"/>
                </a:cubicBezTo>
                <a:cubicBezTo>
                  <a:pt x="356" y="277"/>
                  <a:pt x="356" y="277"/>
                  <a:pt x="356" y="277"/>
                </a:cubicBezTo>
                <a:cubicBezTo>
                  <a:pt x="346" y="284"/>
                  <a:pt x="346" y="284"/>
                  <a:pt x="346" y="284"/>
                </a:cubicBezTo>
                <a:cubicBezTo>
                  <a:pt x="337" y="289"/>
                  <a:pt x="337" y="289"/>
                  <a:pt x="337" y="289"/>
                </a:cubicBezTo>
                <a:cubicBezTo>
                  <a:pt x="326" y="290"/>
                  <a:pt x="326" y="290"/>
                  <a:pt x="326" y="290"/>
                </a:cubicBezTo>
                <a:cubicBezTo>
                  <a:pt x="333" y="289"/>
                  <a:pt x="333" y="289"/>
                  <a:pt x="333" y="289"/>
                </a:cubicBezTo>
                <a:cubicBezTo>
                  <a:pt x="337" y="285"/>
                  <a:pt x="337" y="285"/>
                  <a:pt x="337" y="285"/>
                </a:cubicBezTo>
                <a:cubicBezTo>
                  <a:pt x="341" y="284"/>
                  <a:pt x="341" y="284"/>
                  <a:pt x="341" y="284"/>
                </a:cubicBezTo>
                <a:cubicBezTo>
                  <a:pt x="345" y="278"/>
                  <a:pt x="345" y="278"/>
                  <a:pt x="345" y="278"/>
                </a:cubicBezTo>
                <a:cubicBezTo>
                  <a:pt x="343" y="272"/>
                  <a:pt x="343" y="272"/>
                  <a:pt x="343" y="272"/>
                </a:cubicBezTo>
                <a:cubicBezTo>
                  <a:pt x="333" y="268"/>
                  <a:pt x="333" y="268"/>
                  <a:pt x="333" y="268"/>
                </a:cubicBezTo>
                <a:cubicBezTo>
                  <a:pt x="318" y="268"/>
                  <a:pt x="318" y="268"/>
                  <a:pt x="318" y="268"/>
                </a:cubicBezTo>
                <a:cubicBezTo>
                  <a:pt x="307" y="259"/>
                  <a:pt x="307" y="259"/>
                  <a:pt x="307" y="259"/>
                </a:cubicBezTo>
                <a:cubicBezTo>
                  <a:pt x="307" y="253"/>
                  <a:pt x="307" y="253"/>
                  <a:pt x="307" y="253"/>
                </a:cubicBezTo>
                <a:cubicBezTo>
                  <a:pt x="306" y="242"/>
                  <a:pt x="306" y="242"/>
                  <a:pt x="306" y="242"/>
                </a:cubicBezTo>
                <a:cubicBezTo>
                  <a:pt x="288" y="224"/>
                  <a:pt x="288" y="224"/>
                  <a:pt x="288" y="224"/>
                </a:cubicBezTo>
                <a:cubicBezTo>
                  <a:pt x="282" y="223"/>
                  <a:pt x="282" y="223"/>
                  <a:pt x="282" y="223"/>
                </a:cubicBezTo>
                <a:cubicBezTo>
                  <a:pt x="276" y="225"/>
                  <a:pt x="276" y="225"/>
                  <a:pt x="276" y="225"/>
                </a:cubicBezTo>
                <a:cubicBezTo>
                  <a:pt x="269" y="219"/>
                  <a:pt x="269" y="219"/>
                  <a:pt x="269" y="219"/>
                </a:cubicBezTo>
                <a:cubicBezTo>
                  <a:pt x="267" y="204"/>
                  <a:pt x="267" y="204"/>
                  <a:pt x="267" y="204"/>
                </a:cubicBezTo>
                <a:cubicBezTo>
                  <a:pt x="255" y="191"/>
                  <a:pt x="255" y="191"/>
                  <a:pt x="255" y="191"/>
                </a:cubicBezTo>
                <a:cubicBezTo>
                  <a:pt x="239" y="182"/>
                  <a:pt x="239" y="182"/>
                  <a:pt x="239" y="182"/>
                </a:cubicBezTo>
                <a:cubicBezTo>
                  <a:pt x="228" y="181"/>
                  <a:pt x="228" y="181"/>
                  <a:pt x="228" y="181"/>
                </a:cubicBezTo>
                <a:cubicBezTo>
                  <a:pt x="226" y="185"/>
                  <a:pt x="226" y="185"/>
                  <a:pt x="226" y="185"/>
                </a:cubicBezTo>
                <a:cubicBezTo>
                  <a:pt x="221" y="182"/>
                  <a:pt x="221" y="182"/>
                  <a:pt x="221" y="182"/>
                </a:cubicBezTo>
                <a:cubicBezTo>
                  <a:pt x="219" y="171"/>
                  <a:pt x="219" y="171"/>
                  <a:pt x="219" y="171"/>
                </a:cubicBezTo>
                <a:cubicBezTo>
                  <a:pt x="213" y="176"/>
                  <a:pt x="213" y="176"/>
                  <a:pt x="213" y="176"/>
                </a:cubicBezTo>
                <a:cubicBezTo>
                  <a:pt x="208" y="170"/>
                  <a:pt x="208" y="170"/>
                  <a:pt x="208" y="170"/>
                </a:cubicBezTo>
                <a:cubicBezTo>
                  <a:pt x="208" y="157"/>
                  <a:pt x="208" y="157"/>
                  <a:pt x="208" y="157"/>
                </a:cubicBezTo>
                <a:cubicBezTo>
                  <a:pt x="200" y="148"/>
                  <a:pt x="200" y="148"/>
                  <a:pt x="200" y="148"/>
                </a:cubicBezTo>
                <a:cubicBezTo>
                  <a:pt x="191" y="146"/>
                  <a:pt x="191" y="146"/>
                  <a:pt x="191" y="146"/>
                </a:cubicBezTo>
                <a:cubicBezTo>
                  <a:pt x="187" y="140"/>
                  <a:pt x="187" y="140"/>
                  <a:pt x="187" y="140"/>
                </a:cubicBezTo>
                <a:cubicBezTo>
                  <a:pt x="162" y="123"/>
                  <a:pt x="162" y="123"/>
                  <a:pt x="162" y="123"/>
                </a:cubicBezTo>
                <a:cubicBezTo>
                  <a:pt x="154" y="122"/>
                  <a:pt x="154" y="122"/>
                  <a:pt x="154" y="122"/>
                </a:cubicBezTo>
                <a:cubicBezTo>
                  <a:pt x="144" y="111"/>
                  <a:pt x="144" y="111"/>
                  <a:pt x="144" y="111"/>
                </a:cubicBezTo>
                <a:cubicBezTo>
                  <a:pt x="133" y="109"/>
                  <a:pt x="133" y="109"/>
                  <a:pt x="133" y="109"/>
                </a:cubicBezTo>
                <a:cubicBezTo>
                  <a:pt x="131" y="103"/>
                  <a:pt x="131" y="103"/>
                  <a:pt x="131" y="103"/>
                </a:cubicBezTo>
                <a:cubicBezTo>
                  <a:pt x="129" y="89"/>
                  <a:pt x="129" y="89"/>
                  <a:pt x="129" y="89"/>
                </a:cubicBezTo>
                <a:cubicBezTo>
                  <a:pt x="120" y="84"/>
                  <a:pt x="120" y="84"/>
                  <a:pt x="120" y="84"/>
                </a:cubicBezTo>
                <a:cubicBezTo>
                  <a:pt x="115" y="74"/>
                  <a:pt x="115" y="74"/>
                  <a:pt x="115" y="74"/>
                </a:cubicBezTo>
                <a:cubicBezTo>
                  <a:pt x="111" y="73"/>
                  <a:pt x="111" y="73"/>
                  <a:pt x="111" y="73"/>
                </a:cubicBezTo>
                <a:cubicBezTo>
                  <a:pt x="105" y="61"/>
                  <a:pt x="105" y="61"/>
                  <a:pt x="105" y="61"/>
                </a:cubicBezTo>
                <a:cubicBezTo>
                  <a:pt x="95" y="58"/>
                  <a:pt x="95" y="58"/>
                  <a:pt x="95" y="58"/>
                </a:cubicBezTo>
                <a:cubicBezTo>
                  <a:pt x="86" y="58"/>
                  <a:pt x="86" y="58"/>
                  <a:pt x="86" y="58"/>
                </a:cubicBezTo>
                <a:cubicBezTo>
                  <a:pt x="80" y="60"/>
                  <a:pt x="80" y="60"/>
                  <a:pt x="80" y="60"/>
                </a:cubicBezTo>
                <a:cubicBezTo>
                  <a:pt x="75" y="57"/>
                  <a:pt x="75" y="57"/>
                  <a:pt x="75" y="57"/>
                </a:cubicBezTo>
                <a:cubicBezTo>
                  <a:pt x="64" y="56"/>
                  <a:pt x="64" y="56"/>
                  <a:pt x="64" y="56"/>
                </a:cubicBezTo>
                <a:cubicBezTo>
                  <a:pt x="52" y="60"/>
                  <a:pt x="52" y="60"/>
                  <a:pt x="52" y="60"/>
                </a:cubicBezTo>
                <a:cubicBezTo>
                  <a:pt x="46" y="56"/>
                  <a:pt x="46" y="56"/>
                  <a:pt x="46" y="56"/>
                </a:cubicBezTo>
                <a:cubicBezTo>
                  <a:pt x="26" y="42"/>
                  <a:pt x="26" y="42"/>
                  <a:pt x="26" y="42"/>
                </a:cubicBezTo>
                <a:cubicBezTo>
                  <a:pt x="8" y="40"/>
                  <a:pt x="8" y="40"/>
                  <a:pt x="8" y="40"/>
                </a:cubicBezTo>
                <a:lnTo>
                  <a:pt x="2" y="43"/>
                </a:lnTo>
                <a:close/>
                <a:moveTo>
                  <a:pt x="1238" y="713"/>
                </a:moveTo>
                <a:cubicBezTo>
                  <a:pt x="1245" y="721"/>
                  <a:pt x="1245" y="721"/>
                  <a:pt x="1245" y="721"/>
                </a:cubicBezTo>
                <a:cubicBezTo>
                  <a:pt x="1254" y="716"/>
                  <a:pt x="1254" y="716"/>
                  <a:pt x="1254" y="716"/>
                </a:cubicBezTo>
                <a:cubicBezTo>
                  <a:pt x="1262" y="715"/>
                  <a:pt x="1262" y="715"/>
                  <a:pt x="1262" y="715"/>
                </a:cubicBezTo>
                <a:cubicBezTo>
                  <a:pt x="1262" y="704"/>
                  <a:pt x="1262" y="704"/>
                  <a:pt x="1262" y="704"/>
                </a:cubicBezTo>
                <a:cubicBezTo>
                  <a:pt x="1257" y="705"/>
                  <a:pt x="1257" y="705"/>
                  <a:pt x="1257" y="705"/>
                </a:cubicBezTo>
                <a:cubicBezTo>
                  <a:pt x="1245" y="707"/>
                  <a:pt x="1245" y="707"/>
                  <a:pt x="1245" y="707"/>
                </a:cubicBezTo>
                <a:cubicBezTo>
                  <a:pt x="1238" y="713"/>
                  <a:pt x="1238" y="713"/>
                  <a:pt x="1238" y="713"/>
                </a:cubicBezTo>
                <a:close/>
                <a:moveTo>
                  <a:pt x="1273" y="700"/>
                </a:moveTo>
                <a:cubicBezTo>
                  <a:pt x="1282" y="710"/>
                  <a:pt x="1282" y="710"/>
                  <a:pt x="1282" y="710"/>
                </a:cubicBezTo>
                <a:cubicBezTo>
                  <a:pt x="1292" y="720"/>
                  <a:pt x="1292" y="720"/>
                  <a:pt x="1292" y="720"/>
                </a:cubicBezTo>
                <a:cubicBezTo>
                  <a:pt x="1294" y="719"/>
                  <a:pt x="1294" y="719"/>
                  <a:pt x="1294" y="719"/>
                </a:cubicBezTo>
                <a:cubicBezTo>
                  <a:pt x="1302" y="711"/>
                  <a:pt x="1302" y="711"/>
                  <a:pt x="1302" y="711"/>
                </a:cubicBezTo>
                <a:cubicBezTo>
                  <a:pt x="1309" y="709"/>
                  <a:pt x="1309" y="709"/>
                  <a:pt x="1309" y="709"/>
                </a:cubicBezTo>
                <a:cubicBezTo>
                  <a:pt x="1317" y="710"/>
                  <a:pt x="1317" y="710"/>
                  <a:pt x="1317" y="710"/>
                </a:cubicBezTo>
                <a:cubicBezTo>
                  <a:pt x="1335" y="706"/>
                  <a:pt x="1335" y="706"/>
                  <a:pt x="1335" y="706"/>
                </a:cubicBezTo>
                <a:cubicBezTo>
                  <a:pt x="1347" y="699"/>
                  <a:pt x="1347" y="699"/>
                  <a:pt x="1347" y="699"/>
                </a:cubicBezTo>
                <a:cubicBezTo>
                  <a:pt x="1359" y="695"/>
                  <a:pt x="1359" y="695"/>
                  <a:pt x="1359" y="695"/>
                </a:cubicBezTo>
                <a:cubicBezTo>
                  <a:pt x="1362" y="690"/>
                  <a:pt x="1362" y="690"/>
                  <a:pt x="1362" y="690"/>
                </a:cubicBezTo>
                <a:cubicBezTo>
                  <a:pt x="1367" y="689"/>
                  <a:pt x="1367" y="689"/>
                  <a:pt x="1367" y="689"/>
                </a:cubicBezTo>
                <a:cubicBezTo>
                  <a:pt x="1376" y="684"/>
                  <a:pt x="1376" y="684"/>
                  <a:pt x="1376" y="684"/>
                </a:cubicBezTo>
                <a:cubicBezTo>
                  <a:pt x="1376" y="680"/>
                  <a:pt x="1376" y="680"/>
                  <a:pt x="1376" y="680"/>
                </a:cubicBezTo>
                <a:cubicBezTo>
                  <a:pt x="1372" y="676"/>
                  <a:pt x="1372" y="676"/>
                  <a:pt x="1372" y="676"/>
                </a:cubicBezTo>
                <a:cubicBezTo>
                  <a:pt x="1356" y="680"/>
                  <a:pt x="1356" y="680"/>
                  <a:pt x="1356" y="680"/>
                </a:cubicBezTo>
                <a:cubicBezTo>
                  <a:pt x="1345" y="680"/>
                  <a:pt x="1345" y="680"/>
                  <a:pt x="1345" y="680"/>
                </a:cubicBezTo>
                <a:cubicBezTo>
                  <a:pt x="1336" y="682"/>
                  <a:pt x="1336" y="682"/>
                  <a:pt x="1336" y="682"/>
                </a:cubicBezTo>
                <a:cubicBezTo>
                  <a:pt x="1327" y="682"/>
                  <a:pt x="1327" y="682"/>
                  <a:pt x="1327" y="682"/>
                </a:cubicBezTo>
                <a:cubicBezTo>
                  <a:pt x="1315" y="684"/>
                  <a:pt x="1315" y="684"/>
                  <a:pt x="1315" y="684"/>
                </a:cubicBezTo>
                <a:cubicBezTo>
                  <a:pt x="1297" y="683"/>
                  <a:pt x="1297" y="683"/>
                  <a:pt x="1297" y="683"/>
                </a:cubicBezTo>
                <a:cubicBezTo>
                  <a:pt x="1283" y="695"/>
                  <a:pt x="1283" y="695"/>
                  <a:pt x="1283" y="695"/>
                </a:cubicBezTo>
                <a:lnTo>
                  <a:pt x="1273" y="700"/>
                </a:lnTo>
                <a:close/>
              </a:path>
            </a:pathLst>
          </a:custGeom>
          <a:solidFill>
            <a:srgbClr val="B27D49"/>
          </a:solidFill>
          <a:ln>
            <a:noFill/>
          </a:ln>
        </p:spPr>
        <p:txBody>
          <a:bodyPr/>
          <a:lstStyle/>
          <a:p>
            <a:endParaRPr lang="en-US"/>
          </a:p>
        </p:txBody>
      </p:sp>
      <p:sp>
        <p:nvSpPr>
          <p:cNvPr id="27" name="Freeform 48">
            <a:extLst>
              <a:ext uri="{FF2B5EF4-FFF2-40B4-BE49-F238E27FC236}">
                <a16:creationId xmlns:a16="http://schemas.microsoft.com/office/drawing/2014/main" id="{8A5A3F4D-81CD-F0EA-7602-D0FB6AFE2D16}"/>
              </a:ext>
            </a:extLst>
          </p:cNvPr>
          <p:cNvSpPr>
            <a:spLocks noEditPoints="1"/>
          </p:cNvSpPr>
          <p:nvPr/>
        </p:nvSpPr>
        <p:spPr bwMode="auto">
          <a:xfrm>
            <a:off x="3455988" y="3635375"/>
            <a:ext cx="187325" cy="150813"/>
          </a:xfrm>
          <a:custGeom>
            <a:avLst/>
            <a:gdLst>
              <a:gd name="T0" fmla="*/ 0 w 118"/>
              <a:gd name="T1" fmla="*/ 65088 h 95"/>
              <a:gd name="T2" fmla="*/ 25400 w 118"/>
              <a:gd name="T3" fmla="*/ 76200 h 95"/>
              <a:gd name="T4" fmla="*/ 41275 w 118"/>
              <a:gd name="T5" fmla="*/ 80963 h 95"/>
              <a:gd name="T6" fmla="*/ 69850 w 118"/>
              <a:gd name="T7" fmla="*/ 123825 h 95"/>
              <a:gd name="T8" fmla="*/ 100013 w 118"/>
              <a:gd name="T9" fmla="*/ 150813 h 95"/>
              <a:gd name="T10" fmla="*/ 117475 w 118"/>
              <a:gd name="T11" fmla="*/ 142875 h 95"/>
              <a:gd name="T12" fmla="*/ 106363 w 118"/>
              <a:gd name="T13" fmla="*/ 73025 h 95"/>
              <a:gd name="T14" fmla="*/ 125413 w 118"/>
              <a:gd name="T15" fmla="*/ 47625 h 95"/>
              <a:gd name="T16" fmla="*/ 136525 w 118"/>
              <a:gd name="T17" fmla="*/ 42863 h 95"/>
              <a:gd name="T18" fmla="*/ 139700 w 118"/>
              <a:gd name="T19" fmla="*/ 33338 h 95"/>
              <a:gd name="T20" fmla="*/ 136525 w 118"/>
              <a:gd name="T21" fmla="*/ 0 h 95"/>
              <a:gd name="T22" fmla="*/ 103188 w 118"/>
              <a:gd name="T23" fmla="*/ 11113 h 95"/>
              <a:gd name="T24" fmla="*/ 66675 w 118"/>
              <a:gd name="T25" fmla="*/ 39688 h 95"/>
              <a:gd name="T26" fmla="*/ 7938 w 118"/>
              <a:gd name="T27" fmla="*/ 58738 h 95"/>
              <a:gd name="T28" fmla="*/ 0 w 118"/>
              <a:gd name="T29" fmla="*/ 65088 h 95"/>
              <a:gd name="T30" fmla="*/ 0 w 118"/>
              <a:gd name="T31" fmla="*/ 65088 h 95"/>
              <a:gd name="T32" fmla="*/ 144463 w 118"/>
              <a:gd name="T33" fmla="*/ 50800 h 95"/>
              <a:gd name="T34" fmla="*/ 150813 w 118"/>
              <a:gd name="T35" fmla="*/ 76200 h 95"/>
              <a:gd name="T36" fmla="*/ 150813 w 118"/>
              <a:gd name="T37" fmla="*/ 117475 h 95"/>
              <a:gd name="T38" fmla="*/ 173038 w 118"/>
              <a:gd name="T39" fmla="*/ 128588 h 95"/>
              <a:gd name="T40" fmla="*/ 187325 w 118"/>
              <a:gd name="T41" fmla="*/ 103188 h 95"/>
              <a:gd name="T42" fmla="*/ 169863 w 118"/>
              <a:gd name="T43" fmla="*/ 47625 h 95"/>
              <a:gd name="T44" fmla="*/ 165100 w 118"/>
              <a:gd name="T45" fmla="*/ 36513 h 95"/>
              <a:gd name="T46" fmla="*/ 153988 w 118"/>
              <a:gd name="T47" fmla="*/ 47625 h 95"/>
              <a:gd name="T48" fmla="*/ 144463 w 118"/>
              <a:gd name="T49" fmla="*/ 50800 h 9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18" h="95">
                <a:moveTo>
                  <a:pt x="0" y="41"/>
                </a:moveTo>
                <a:lnTo>
                  <a:pt x="16" y="48"/>
                </a:lnTo>
                <a:lnTo>
                  <a:pt x="26" y="51"/>
                </a:lnTo>
                <a:lnTo>
                  <a:pt x="44" y="78"/>
                </a:lnTo>
                <a:lnTo>
                  <a:pt x="63" y="95"/>
                </a:lnTo>
                <a:lnTo>
                  <a:pt x="74" y="90"/>
                </a:lnTo>
                <a:lnTo>
                  <a:pt x="67" y="46"/>
                </a:lnTo>
                <a:lnTo>
                  <a:pt x="79" y="30"/>
                </a:lnTo>
                <a:lnTo>
                  <a:pt x="86" y="27"/>
                </a:lnTo>
                <a:lnTo>
                  <a:pt x="88" y="21"/>
                </a:lnTo>
                <a:lnTo>
                  <a:pt x="86" y="0"/>
                </a:lnTo>
                <a:lnTo>
                  <a:pt x="65" y="7"/>
                </a:lnTo>
                <a:lnTo>
                  <a:pt x="42" y="25"/>
                </a:lnTo>
                <a:lnTo>
                  <a:pt x="5" y="37"/>
                </a:lnTo>
                <a:lnTo>
                  <a:pt x="0" y="41"/>
                </a:lnTo>
                <a:close/>
                <a:moveTo>
                  <a:pt x="91" y="32"/>
                </a:moveTo>
                <a:lnTo>
                  <a:pt x="95" y="48"/>
                </a:lnTo>
                <a:lnTo>
                  <a:pt x="95" y="74"/>
                </a:lnTo>
                <a:lnTo>
                  <a:pt x="109" y="81"/>
                </a:lnTo>
                <a:lnTo>
                  <a:pt x="118" y="65"/>
                </a:lnTo>
                <a:lnTo>
                  <a:pt x="107" y="30"/>
                </a:lnTo>
                <a:lnTo>
                  <a:pt x="104" y="23"/>
                </a:lnTo>
                <a:lnTo>
                  <a:pt x="97" y="30"/>
                </a:lnTo>
                <a:lnTo>
                  <a:pt x="91" y="32"/>
                </a:lnTo>
                <a:close/>
              </a:path>
            </a:pathLst>
          </a:custGeom>
          <a:solidFill>
            <a:srgbClr val="C8C9C9"/>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28" name="Freeform 49">
            <a:extLst>
              <a:ext uri="{FF2B5EF4-FFF2-40B4-BE49-F238E27FC236}">
                <a16:creationId xmlns:a16="http://schemas.microsoft.com/office/drawing/2014/main" id="{D866B094-10A2-3F2E-E03A-2964A9C87CD2}"/>
              </a:ext>
            </a:extLst>
          </p:cNvPr>
          <p:cNvSpPr/>
          <p:nvPr/>
        </p:nvSpPr>
        <p:spPr bwMode="auto">
          <a:xfrm>
            <a:off x="1517650" y="2016125"/>
            <a:ext cx="839788" cy="720725"/>
          </a:xfrm>
          <a:custGeom>
            <a:avLst/>
            <a:gdLst>
              <a:gd name="T0" fmla="*/ 398463 w 529"/>
              <a:gd name="T1" fmla="*/ 684213 h 454"/>
              <a:gd name="T2" fmla="*/ 449263 w 529"/>
              <a:gd name="T3" fmla="*/ 631825 h 454"/>
              <a:gd name="T4" fmla="*/ 501650 w 529"/>
              <a:gd name="T5" fmla="*/ 642938 h 454"/>
              <a:gd name="T6" fmla="*/ 603250 w 529"/>
              <a:gd name="T7" fmla="*/ 642938 h 454"/>
              <a:gd name="T8" fmla="*/ 661988 w 529"/>
              <a:gd name="T9" fmla="*/ 661988 h 454"/>
              <a:gd name="T10" fmla="*/ 655638 w 529"/>
              <a:gd name="T11" fmla="*/ 606425 h 454"/>
              <a:gd name="T12" fmla="*/ 588963 w 529"/>
              <a:gd name="T13" fmla="*/ 566738 h 454"/>
              <a:gd name="T14" fmla="*/ 614363 w 529"/>
              <a:gd name="T15" fmla="*/ 488950 h 454"/>
              <a:gd name="T16" fmla="*/ 688975 w 529"/>
              <a:gd name="T17" fmla="*/ 460375 h 454"/>
              <a:gd name="T18" fmla="*/ 776288 w 529"/>
              <a:gd name="T19" fmla="*/ 419100 h 454"/>
              <a:gd name="T20" fmla="*/ 809625 w 529"/>
              <a:gd name="T21" fmla="*/ 385763 h 454"/>
              <a:gd name="T22" fmla="*/ 828675 w 529"/>
              <a:gd name="T23" fmla="*/ 304800 h 454"/>
              <a:gd name="T24" fmla="*/ 828675 w 529"/>
              <a:gd name="T25" fmla="*/ 231775 h 454"/>
              <a:gd name="T26" fmla="*/ 806450 w 529"/>
              <a:gd name="T27" fmla="*/ 117475 h 454"/>
              <a:gd name="T28" fmla="*/ 758825 w 529"/>
              <a:gd name="T29" fmla="*/ 50800 h 454"/>
              <a:gd name="T30" fmla="*/ 703263 w 529"/>
              <a:gd name="T31" fmla="*/ 33338 h 454"/>
              <a:gd name="T32" fmla="*/ 666750 w 529"/>
              <a:gd name="T33" fmla="*/ 0 h 454"/>
              <a:gd name="T34" fmla="*/ 581025 w 529"/>
              <a:gd name="T35" fmla="*/ 39688 h 454"/>
              <a:gd name="T36" fmla="*/ 611188 w 529"/>
              <a:gd name="T37" fmla="*/ 103188 h 454"/>
              <a:gd name="T38" fmla="*/ 619125 w 529"/>
              <a:gd name="T39" fmla="*/ 153988 h 454"/>
              <a:gd name="T40" fmla="*/ 541338 w 529"/>
              <a:gd name="T41" fmla="*/ 87313 h 454"/>
              <a:gd name="T42" fmla="*/ 482600 w 529"/>
              <a:gd name="T43" fmla="*/ 66675 h 454"/>
              <a:gd name="T44" fmla="*/ 423863 w 529"/>
              <a:gd name="T45" fmla="*/ 47625 h 454"/>
              <a:gd name="T46" fmla="*/ 354013 w 529"/>
              <a:gd name="T47" fmla="*/ 33338 h 454"/>
              <a:gd name="T48" fmla="*/ 284163 w 529"/>
              <a:gd name="T49" fmla="*/ 25400 h 454"/>
              <a:gd name="T50" fmla="*/ 225425 w 529"/>
              <a:gd name="T51" fmla="*/ 25400 h 454"/>
              <a:gd name="T52" fmla="*/ 107950 w 529"/>
              <a:gd name="T53" fmla="*/ 47625 h 454"/>
              <a:gd name="T54" fmla="*/ 41275 w 529"/>
              <a:gd name="T55" fmla="*/ 95250 h 454"/>
              <a:gd name="T56" fmla="*/ 4763 w 529"/>
              <a:gd name="T57" fmla="*/ 179388 h 454"/>
              <a:gd name="T58" fmla="*/ 15875 w 529"/>
              <a:gd name="T59" fmla="*/ 304800 h 454"/>
              <a:gd name="T60" fmla="*/ 60325 w 529"/>
              <a:gd name="T61" fmla="*/ 349250 h 454"/>
              <a:gd name="T62" fmla="*/ 49213 w 529"/>
              <a:gd name="T63" fmla="*/ 430213 h 454"/>
              <a:gd name="T64" fmla="*/ 69850 w 529"/>
              <a:gd name="T65" fmla="*/ 455613 h 454"/>
              <a:gd name="T66" fmla="*/ 92075 w 529"/>
              <a:gd name="T67" fmla="*/ 503238 h 454"/>
              <a:gd name="T68" fmla="*/ 119063 w 529"/>
              <a:gd name="T69" fmla="*/ 566738 h 454"/>
              <a:gd name="T70" fmla="*/ 139700 w 529"/>
              <a:gd name="T71" fmla="*/ 584200 h 454"/>
              <a:gd name="T72" fmla="*/ 150813 w 529"/>
              <a:gd name="T73" fmla="*/ 628650 h 454"/>
              <a:gd name="T74" fmla="*/ 180975 w 529"/>
              <a:gd name="T75" fmla="*/ 654050 h 454"/>
              <a:gd name="T76" fmla="*/ 200025 w 529"/>
              <a:gd name="T77" fmla="*/ 625475 h 454"/>
              <a:gd name="T78" fmla="*/ 231775 w 529"/>
              <a:gd name="T79" fmla="*/ 600075 h 454"/>
              <a:gd name="T80" fmla="*/ 242888 w 529"/>
              <a:gd name="T81" fmla="*/ 642938 h 454"/>
              <a:gd name="T82" fmla="*/ 220663 w 529"/>
              <a:gd name="T83" fmla="*/ 687388 h 454"/>
              <a:gd name="T84" fmla="*/ 236538 w 529"/>
              <a:gd name="T85" fmla="*/ 712788 h 454"/>
              <a:gd name="T86" fmla="*/ 276225 w 529"/>
              <a:gd name="T87" fmla="*/ 692150 h 454"/>
              <a:gd name="T88" fmla="*/ 298450 w 529"/>
              <a:gd name="T89" fmla="*/ 695325 h 454"/>
              <a:gd name="T90" fmla="*/ 339725 w 529"/>
              <a:gd name="T91" fmla="*/ 698500 h 45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29" h="454">
                <a:moveTo>
                  <a:pt x="232" y="454"/>
                </a:moveTo>
                <a:lnTo>
                  <a:pt x="251" y="431"/>
                </a:lnTo>
                <a:lnTo>
                  <a:pt x="271" y="429"/>
                </a:lnTo>
                <a:lnTo>
                  <a:pt x="283" y="398"/>
                </a:lnTo>
                <a:lnTo>
                  <a:pt x="304" y="398"/>
                </a:lnTo>
                <a:lnTo>
                  <a:pt x="316" y="405"/>
                </a:lnTo>
                <a:lnTo>
                  <a:pt x="362" y="394"/>
                </a:lnTo>
                <a:lnTo>
                  <a:pt x="380" y="405"/>
                </a:lnTo>
                <a:lnTo>
                  <a:pt x="385" y="419"/>
                </a:lnTo>
                <a:lnTo>
                  <a:pt x="417" y="417"/>
                </a:lnTo>
                <a:lnTo>
                  <a:pt x="408" y="396"/>
                </a:lnTo>
                <a:lnTo>
                  <a:pt x="413" y="382"/>
                </a:lnTo>
                <a:lnTo>
                  <a:pt x="394" y="364"/>
                </a:lnTo>
                <a:lnTo>
                  <a:pt x="371" y="357"/>
                </a:lnTo>
                <a:lnTo>
                  <a:pt x="366" y="322"/>
                </a:lnTo>
                <a:lnTo>
                  <a:pt x="387" y="308"/>
                </a:lnTo>
                <a:lnTo>
                  <a:pt x="424" y="310"/>
                </a:lnTo>
                <a:lnTo>
                  <a:pt x="434" y="290"/>
                </a:lnTo>
                <a:lnTo>
                  <a:pt x="464" y="271"/>
                </a:lnTo>
                <a:lnTo>
                  <a:pt x="489" y="264"/>
                </a:lnTo>
                <a:lnTo>
                  <a:pt x="494" y="250"/>
                </a:lnTo>
                <a:lnTo>
                  <a:pt x="510" y="243"/>
                </a:lnTo>
                <a:lnTo>
                  <a:pt x="524" y="213"/>
                </a:lnTo>
                <a:lnTo>
                  <a:pt x="522" y="192"/>
                </a:lnTo>
                <a:lnTo>
                  <a:pt x="529" y="164"/>
                </a:lnTo>
                <a:lnTo>
                  <a:pt x="522" y="146"/>
                </a:lnTo>
                <a:lnTo>
                  <a:pt x="524" y="113"/>
                </a:lnTo>
                <a:lnTo>
                  <a:pt x="508" y="74"/>
                </a:lnTo>
                <a:lnTo>
                  <a:pt x="489" y="65"/>
                </a:lnTo>
                <a:lnTo>
                  <a:pt x="478" y="32"/>
                </a:lnTo>
                <a:lnTo>
                  <a:pt x="464" y="35"/>
                </a:lnTo>
                <a:lnTo>
                  <a:pt x="443" y="21"/>
                </a:lnTo>
                <a:lnTo>
                  <a:pt x="429" y="16"/>
                </a:lnTo>
                <a:lnTo>
                  <a:pt x="420" y="0"/>
                </a:lnTo>
                <a:lnTo>
                  <a:pt x="385" y="9"/>
                </a:lnTo>
                <a:lnTo>
                  <a:pt x="366" y="25"/>
                </a:lnTo>
                <a:lnTo>
                  <a:pt x="390" y="46"/>
                </a:lnTo>
                <a:lnTo>
                  <a:pt x="385" y="65"/>
                </a:lnTo>
                <a:lnTo>
                  <a:pt x="392" y="83"/>
                </a:lnTo>
                <a:lnTo>
                  <a:pt x="390" y="97"/>
                </a:lnTo>
                <a:lnTo>
                  <a:pt x="360" y="86"/>
                </a:lnTo>
                <a:lnTo>
                  <a:pt x="341" y="55"/>
                </a:lnTo>
                <a:lnTo>
                  <a:pt x="313" y="55"/>
                </a:lnTo>
                <a:lnTo>
                  <a:pt x="304" y="42"/>
                </a:lnTo>
                <a:lnTo>
                  <a:pt x="281" y="25"/>
                </a:lnTo>
                <a:lnTo>
                  <a:pt x="267" y="30"/>
                </a:lnTo>
                <a:lnTo>
                  <a:pt x="251" y="18"/>
                </a:lnTo>
                <a:lnTo>
                  <a:pt x="223" y="21"/>
                </a:lnTo>
                <a:lnTo>
                  <a:pt x="200" y="16"/>
                </a:lnTo>
                <a:lnTo>
                  <a:pt x="179" y="16"/>
                </a:lnTo>
                <a:lnTo>
                  <a:pt x="151" y="25"/>
                </a:lnTo>
                <a:lnTo>
                  <a:pt x="142" y="16"/>
                </a:lnTo>
                <a:lnTo>
                  <a:pt x="114" y="16"/>
                </a:lnTo>
                <a:lnTo>
                  <a:pt x="68" y="30"/>
                </a:lnTo>
                <a:lnTo>
                  <a:pt x="47" y="30"/>
                </a:lnTo>
                <a:lnTo>
                  <a:pt x="26" y="60"/>
                </a:lnTo>
                <a:lnTo>
                  <a:pt x="19" y="90"/>
                </a:lnTo>
                <a:lnTo>
                  <a:pt x="3" y="113"/>
                </a:lnTo>
                <a:lnTo>
                  <a:pt x="0" y="150"/>
                </a:lnTo>
                <a:lnTo>
                  <a:pt x="10" y="192"/>
                </a:lnTo>
                <a:lnTo>
                  <a:pt x="28" y="201"/>
                </a:lnTo>
                <a:lnTo>
                  <a:pt x="38" y="220"/>
                </a:lnTo>
                <a:lnTo>
                  <a:pt x="35" y="257"/>
                </a:lnTo>
                <a:lnTo>
                  <a:pt x="31" y="271"/>
                </a:lnTo>
                <a:lnTo>
                  <a:pt x="33" y="271"/>
                </a:lnTo>
                <a:lnTo>
                  <a:pt x="44" y="287"/>
                </a:lnTo>
                <a:lnTo>
                  <a:pt x="47" y="306"/>
                </a:lnTo>
                <a:lnTo>
                  <a:pt x="58" y="317"/>
                </a:lnTo>
                <a:lnTo>
                  <a:pt x="61" y="338"/>
                </a:lnTo>
                <a:lnTo>
                  <a:pt x="75" y="357"/>
                </a:lnTo>
                <a:lnTo>
                  <a:pt x="82" y="354"/>
                </a:lnTo>
                <a:lnTo>
                  <a:pt x="88" y="368"/>
                </a:lnTo>
                <a:lnTo>
                  <a:pt x="88" y="385"/>
                </a:lnTo>
                <a:lnTo>
                  <a:pt x="95" y="396"/>
                </a:lnTo>
                <a:lnTo>
                  <a:pt x="98" y="412"/>
                </a:lnTo>
                <a:lnTo>
                  <a:pt x="114" y="412"/>
                </a:lnTo>
                <a:lnTo>
                  <a:pt x="126" y="412"/>
                </a:lnTo>
                <a:lnTo>
                  <a:pt x="126" y="394"/>
                </a:lnTo>
                <a:lnTo>
                  <a:pt x="137" y="385"/>
                </a:lnTo>
                <a:lnTo>
                  <a:pt x="146" y="378"/>
                </a:lnTo>
                <a:lnTo>
                  <a:pt x="146" y="392"/>
                </a:lnTo>
                <a:lnTo>
                  <a:pt x="153" y="405"/>
                </a:lnTo>
                <a:lnTo>
                  <a:pt x="151" y="419"/>
                </a:lnTo>
                <a:lnTo>
                  <a:pt x="139" y="433"/>
                </a:lnTo>
                <a:lnTo>
                  <a:pt x="146" y="443"/>
                </a:lnTo>
                <a:lnTo>
                  <a:pt x="149" y="449"/>
                </a:lnTo>
                <a:lnTo>
                  <a:pt x="158" y="452"/>
                </a:lnTo>
                <a:lnTo>
                  <a:pt x="174" y="436"/>
                </a:lnTo>
                <a:lnTo>
                  <a:pt x="177" y="431"/>
                </a:lnTo>
                <a:lnTo>
                  <a:pt x="188" y="438"/>
                </a:lnTo>
                <a:lnTo>
                  <a:pt x="207" y="445"/>
                </a:lnTo>
                <a:lnTo>
                  <a:pt x="214" y="440"/>
                </a:lnTo>
                <a:lnTo>
                  <a:pt x="232" y="454"/>
                </a:lnTo>
                <a:close/>
              </a:path>
            </a:pathLst>
          </a:custGeom>
          <a:solidFill>
            <a:srgbClr val="CFCFCF"/>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29" name="Freeform 50">
            <a:extLst>
              <a:ext uri="{FF2B5EF4-FFF2-40B4-BE49-F238E27FC236}">
                <a16:creationId xmlns:a16="http://schemas.microsoft.com/office/drawing/2014/main" id="{E96E0DF9-E5B5-E2BF-DEB2-292CE034FB2E}"/>
              </a:ext>
            </a:extLst>
          </p:cNvPr>
          <p:cNvSpPr>
            <a:spLocks noEditPoints="1"/>
          </p:cNvSpPr>
          <p:nvPr/>
        </p:nvSpPr>
        <p:spPr bwMode="auto">
          <a:xfrm>
            <a:off x="657225" y="1022350"/>
            <a:ext cx="1354138" cy="2501900"/>
          </a:xfrm>
          <a:custGeom>
            <a:avLst/>
            <a:gdLst>
              <a:gd name="T0" fmla="*/ 482044 w 368"/>
              <a:gd name="T1" fmla="*/ 117736 h 680"/>
              <a:gd name="T2" fmla="*/ 588756 w 368"/>
              <a:gd name="T3" fmla="*/ 161888 h 680"/>
              <a:gd name="T4" fmla="*/ 570357 w 368"/>
              <a:gd name="T5" fmla="*/ 309058 h 680"/>
              <a:gd name="T6" fmla="*/ 669710 w 368"/>
              <a:gd name="T7" fmla="*/ 452550 h 680"/>
              <a:gd name="T8" fmla="*/ 838977 w 368"/>
              <a:gd name="T9" fmla="*/ 456229 h 680"/>
              <a:gd name="T10" fmla="*/ 1085518 w 368"/>
              <a:gd name="T11" fmla="*/ 430474 h 680"/>
              <a:gd name="T12" fmla="*/ 1192230 w 368"/>
              <a:gd name="T13" fmla="*/ 592362 h 680"/>
              <a:gd name="T14" fmla="*/ 1262145 w 368"/>
              <a:gd name="T15" fmla="*/ 754249 h 680"/>
              <a:gd name="T16" fmla="*/ 1354138 w 368"/>
              <a:gd name="T17" fmla="*/ 835193 h 680"/>
              <a:gd name="T18" fmla="*/ 1343099 w 368"/>
              <a:gd name="T19" fmla="*/ 1000760 h 680"/>
              <a:gd name="T20" fmla="*/ 1177511 w 368"/>
              <a:gd name="T21" fmla="*/ 1019156 h 680"/>
              <a:gd name="T22" fmla="*/ 967767 w 368"/>
              <a:gd name="T23" fmla="*/ 1041232 h 680"/>
              <a:gd name="T24" fmla="*/ 861055 w 368"/>
              <a:gd name="T25" fmla="*/ 1232554 h 680"/>
              <a:gd name="T26" fmla="*/ 908892 w 368"/>
              <a:gd name="T27" fmla="*/ 1423875 h 680"/>
              <a:gd name="T28" fmla="*/ 850016 w 368"/>
              <a:gd name="T29" fmla="*/ 1412838 h 680"/>
              <a:gd name="T30" fmla="*/ 754343 w 368"/>
              <a:gd name="T31" fmla="*/ 1339252 h 680"/>
              <a:gd name="T32" fmla="*/ 688108 w 368"/>
              <a:gd name="T33" fmla="*/ 1350290 h 680"/>
              <a:gd name="T34" fmla="*/ 629233 w 368"/>
              <a:gd name="T35" fmla="*/ 1317177 h 680"/>
              <a:gd name="T36" fmla="*/ 592435 w 368"/>
              <a:gd name="T37" fmla="*/ 1214157 h 680"/>
              <a:gd name="T38" fmla="*/ 518841 w 368"/>
              <a:gd name="T39" fmla="*/ 1217837 h 680"/>
              <a:gd name="T40" fmla="*/ 471005 w 368"/>
              <a:gd name="T41" fmla="*/ 1221516 h 680"/>
              <a:gd name="T42" fmla="*/ 478364 w 368"/>
              <a:gd name="T43" fmla="*/ 1346611 h 680"/>
              <a:gd name="T44" fmla="*/ 452606 w 368"/>
              <a:gd name="T45" fmla="*/ 1482744 h 680"/>
              <a:gd name="T46" fmla="*/ 367972 w 368"/>
              <a:gd name="T47" fmla="*/ 1751330 h 680"/>
              <a:gd name="T48" fmla="*/ 386371 w 368"/>
              <a:gd name="T49" fmla="*/ 1828595 h 680"/>
              <a:gd name="T50" fmla="*/ 426848 w 368"/>
              <a:gd name="T51" fmla="*/ 1931614 h 680"/>
              <a:gd name="T52" fmla="*/ 493083 w 368"/>
              <a:gd name="T53" fmla="*/ 1924255 h 680"/>
              <a:gd name="T54" fmla="*/ 540919 w 368"/>
              <a:gd name="T55" fmla="*/ 2053030 h 680"/>
              <a:gd name="T56" fmla="*/ 585076 w 368"/>
              <a:gd name="T57" fmla="*/ 2071426 h 680"/>
              <a:gd name="T58" fmla="*/ 603475 w 368"/>
              <a:gd name="T59" fmla="*/ 2192842 h 680"/>
              <a:gd name="T60" fmla="*/ 618193 w 368"/>
              <a:gd name="T61" fmla="*/ 2214917 h 680"/>
              <a:gd name="T62" fmla="*/ 713866 w 368"/>
              <a:gd name="T63" fmla="*/ 2325295 h 680"/>
              <a:gd name="T64" fmla="*/ 827938 w 368"/>
              <a:gd name="T65" fmla="*/ 2398881 h 680"/>
              <a:gd name="T66" fmla="*/ 831617 w 368"/>
              <a:gd name="T67" fmla="*/ 2487183 h 680"/>
              <a:gd name="T68" fmla="*/ 702827 w 368"/>
              <a:gd name="T69" fmla="*/ 2468787 h 680"/>
              <a:gd name="T70" fmla="*/ 666030 w 368"/>
              <a:gd name="T71" fmla="*/ 2362088 h 680"/>
              <a:gd name="T72" fmla="*/ 548279 w 368"/>
              <a:gd name="T73" fmla="*/ 2365767 h 680"/>
              <a:gd name="T74" fmla="*/ 474684 w 368"/>
              <a:gd name="T75" fmla="*/ 2266427 h 680"/>
              <a:gd name="T76" fmla="*/ 375332 w 368"/>
              <a:gd name="T77" fmla="*/ 2167087 h 680"/>
              <a:gd name="T78" fmla="*/ 309097 w 368"/>
              <a:gd name="T79" fmla="*/ 2053030 h 680"/>
              <a:gd name="T80" fmla="*/ 239182 w 368"/>
              <a:gd name="T81" fmla="*/ 2016237 h 680"/>
              <a:gd name="T82" fmla="*/ 275979 w 368"/>
              <a:gd name="T83" fmla="*/ 1891142 h 680"/>
              <a:gd name="T84" fmla="*/ 305417 w 368"/>
              <a:gd name="T85" fmla="*/ 1788123 h 680"/>
              <a:gd name="T86" fmla="*/ 323816 w 368"/>
              <a:gd name="T87" fmla="*/ 1644631 h 680"/>
              <a:gd name="T88" fmla="*/ 393730 w 368"/>
              <a:gd name="T89" fmla="*/ 1416517 h 680"/>
              <a:gd name="T90" fmla="*/ 360613 w 368"/>
              <a:gd name="T91" fmla="*/ 1243591 h 680"/>
              <a:gd name="T92" fmla="*/ 253901 w 368"/>
              <a:gd name="T93" fmla="*/ 1037553 h 680"/>
              <a:gd name="T94" fmla="*/ 228143 w 368"/>
              <a:gd name="T95" fmla="*/ 860948 h 680"/>
              <a:gd name="T96" fmla="*/ 213424 w 368"/>
              <a:gd name="T97" fmla="*/ 691702 h 680"/>
              <a:gd name="T98" fmla="*/ 88313 w 368"/>
              <a:gd name="T99" fmla="*/ 496701 h 680"/>
              <a:gd name="T100" fmla="*/ 0 w 368"/>
              <a:gd name="T101" fmla="*/ 371606 h 680"/>
              <a:gd name="T102" fmla="*/ 84634 w 368"/>
              <a:gd name="T103" fmla="*/ 239152 h 680"/>
              <a:gd name="T104" fmla="*/ 231823 w 368"/>
              <a:gd name="T105" fmla="*/ 143491 h 680"/>
              <a:gd name="T106" fmla="*/ 316456 w 368"/>
              <a:gd name="T107" fmla="*/ 58868 h 680"/>
              <a:gd name="T108" fmla="*/ 382691 w 368"/>
              <a:gd name="T109" fmla="*/ 0 h 680"/>
              <a:gd name="T110" fmla="*/ 478364 w 368"/>
              <a:gd name="T111" fmla="*/ 2336333 h 680"/>
              <a:gd name="T112" fmla="*/ 379011 w 368"/>
              <a:gd name="T113" fmla="*/ 2185483 h 680"/>
              <a:gd name="T114" fmla="*/ 253901 w 368"/>
              <a:gd name="T115" fmla="*/ 2170766 h 680"/>
              <a:gd name="T116" fmla="*/ 835297 w 368"/>
              <a:gd name="T117" fmla="*/ 1449630 h 680"/>
              <a:gd name="T118" fmla="*/ 493083 w 368"/>
              <a:gd name="T119" fmla="*/ 1824915 h 680"/>
              <a:gd name="T120" fmla="*/ 507802 w 368"/>
              <a:gd name="T121" fmla="*/ 1883784 h 68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68" h="680">
                <a:moveTo>
                  <a:pt x="104" y="0"/>
                </a:moveTo>
                <a:cubicBezTo>
                  <a:pt x="109" y="10"/>
                  <a:pt x="109" y="10"/>
                  <a:pt x="109" y="10"/>
                </a:cubicBezTo>
                <a:cubicBezTo>
                  <a:pt x="120" y="7"/>
                  <a:pt x="120" y="7"/>
                  <a:pt x="120" y="7"/>
                </a:cubicBezTo>
                <a:cubicBezTo>
                  <a:pt x="129" y="17"/>
                  <a:pt x="129" y="17"/>
                  <a:pt x="129" y="17"/>
                </a:cubicBezTo>
                <a:cubicBezTo>
                  <a:pt x="131" y="32"/>
                  <a:pt x="131" y="32"/>
                  <a:pt x="131" y="32"/>
                </a:cubicBezTo>
                <a:cubicBezTo>
                  <a:pt x="124" y="37"/>
                  <a:pt x="124" y="37"/>
                  <a:pt x="124" y="37"/>
                </a:cubicBezTo>
                <a:cubicBezTo>
                  <a:pt x="130" y="48"/>
                  <a:pt x="130" y="48"/>
                  <a:pt x="130" y="48"/>
                </a:cubicBezTo>
                <a:cubicBezTo>
                  <a:pt x="137" y="50"/>
                  <a:pt x="137" y="50"/>
                  <a:pt x="137" y="50"/>
                </a:cubicBezTo>
                <a:cubicBezTo>
                  <a:pt x="144" y="44"/>
                  <a:pt x="144" y="44"/>
                  <a:pt x="144" y="44"/>
                </a:cubicBezTo>
                <a:cubicBezTo>
                  <a:pt x="160" y="44"/>
                  <a:pt x="160" y="44"/>
                  <a:pt x="160" y="44"/>
                </a:cubicBezTo>
                <a:cubicBezTo>
                  <a:pt x="161" y="52"/>
                  <a:pt x="161" y="52"/>
                  <a:pt x="161" y="52"/>
                </a:cubicBezTo>
                <a:cubicBezTo>
                  <a:pt x="156" y="62"/>
                  <a:pt x="156" y="62"/>
                  <a:pt x="156" y="62"/>
                </a:cubicBezTo>
                <a:cubicBezTo>
                  <a:pt x="161" y="70"/>
                  <a:pt x="161" y="70"/>
                  <a:pt x="161" y="70"/>
                </a:cubicBezTo>
                <a:cubicBezTo>
                  <a:pt x="160" y="77"/>
                  <a:pt x="160" y="77"/>
                  <a:pt x="160" y="77"/>
                </a:cubicBezTo>
                <a:cubicBezTo>
                  <a:pt x="155" y="84"/>
                  <a:pt x="155" y="84"/>
                  <a:pt x="155" y="84"/>
                </a:cubicBezTo>
                <a:cubicBezTo>
                  <a:pt x="159" y="94"/>
                  <a:pt x="159" y="94"/>
                  <a:pt x="159" y="94"/>
                </a:cubicBezTo>
                <a:cubicBezTo>
                  <a:pt x="159" y="109"/>
                  <a:pt x="159" y="109"/>
                  <a:pt x="159" y="109"/>
                </a:cubicBezTo>
                <a:cubicBezTo>
                  <a:pt x="160" y="132"/>
                  <a:pt x="160" y="132"/>
                  <a:pt x="160" y="132"/>
                </a:cubicBezTo>
                <a:cubicBezTo>
                  <a:pt x="172" y="125"/>
                  <a:pt x="172" y="125"/>
                  <a:pt x="172" y="125"/>
                </a:cubicBezTo>
                <a:cubicBezTo>
                  <a:pt x="182" y="123"/>
                  <a:pt x="182" y="123"/>
                  <a:pt x="182" y="123"/>
                </a:cubicBezTo>
                <a:cubicBezTo>
                  <a:pt x="183" y="114"/>
                  <a:pt x="183" y="114"/>
                  <a:pt x="183" y="114"/>
                </a:cubicBezTo>
                <a:cubicBezTo>
                  <a:pt x="197" y="108"/>
                  <a:pt x="197" y="108"/>
                  <a:pt x="197" y="108"/>
                </a:cubicBezTo>
                <a:cubicBezTo>
                  <a:pt x="212" y="115"/>
                  <a:pt x="212" y="115"/>
                  <a:pt x="212" y="115"/>
                </a:cubicBezTo>
                <a:cubicBezTo>
                  <a:pt x="220" y="115"/>
                  <a:pt x="220" y="115"/>
                  <a:pt x="220" y="115"/>
                </a:cubicBezTo>
                <a:cubicBezTo>
                  <a:pt x="228" y="124"/>
                  <a:pt x="228" y="124"/>
                  <a:pt x="228" y="124"/>
                </a:cubicBezTo>
                <a:cubicBezTo>
                  <a:pt x="246" y="122"/>
                  <a:pt x="246" y="122"/>
                  <a:pt x="246" y="122"/>
                </a:cubicBezTo>
                <a:cubicBezTo>
                  <a:pt x="255" y="103"/>
                  <a:pt x="255" y="103"/>
                  <a:pt x="255" y="103"/>
                </a:cubicBezTo>
                <a:cubicBezTo>
                  <a:pt x="269" y="100"/>
                  <a:pt x="269" y="100"/>
                  <a:pt x="269" y="100"/>
                </a:cubicBezTo>
                <a:cubicBezTo>
                  <a:pt x="289" y="105"/>
                  <a:pt x="289" y="105"/>
                  <a:pt x="289" y="105"/>
                </a:cubicBezTo>
                <a:cubicBezTo>
                  <a:pt x="295" y="117"/>
                  <a:pt x="295" y="117"/>
                  <a:pt x="295" y="117"/>
                </a:cubicBezTo>
                <a:cubicBezTo>
                  <a:pt x="314" y="131"/>
                  <a:pt x="314" y="131"/>
                  <a:pt x="314" y="131"/>
                </a:cubicBezTo>
                <a:cubicBezTo>
                  <a:pt x="324" y="139"/>
                  <a:pt x="324" y="139"/>
                  <a:pt x="324" y="139"/>
                </a:cubicBezTo>
                <a:cubicBezTo>
                  <a:pt x="329" y="148"/>
                  <a:pt x="329" y="148"/>
                  <a:pt x="329" y="148"/>
                </a:cubicBezTo>
                <a:cubicBezTo>
                  <a:pt x="327" y="155"/>
                  <a:pt x="327" y="155"/>
                  <a:pt x="327" y="155"/>
                </a:cubicBezTo>
                <a:cubicBezTo>
                  <a:pt x="324" y="161"/>
                  <a:pt x="324" y="161"/>
                  <a:pt x="324" y="161"/>
                </a:cubicBezTo>
                <a:cubicBezTo>
                  <a:pt x="329" y="171"/>
                  <a:pt x="329" y="171"/>
                  <a:pt x="329" y="171"/>
                </a:cubicBezTo>
                <a:cubicBezTo>
                  <a:pt x="328" y="183"/>
                  <a:pt x="328" y="183"/>
                  <a:pt x="328" y="183"/>
                </a:cubicBezTo>
                <a:cubicBezTo>
                  <a:pt x="326" y="190"/>
                  <a:pt x="326" y="190"/>
                  <a:pt x="326" y="190"/>
                </a:cubicBezTo>
                <a:cubicBezTo>
                  <a:pt x="334" y="195"/>
                  <a:pt x="334" y="195"/>
                  <a:pt x="334" y="195"/>
                </a:cubicBezTo>
                <a:cubicBezTo>
                  <a:pt x="343" y="205"/>
                  <a:pt x="343" y="205"/>
                  <a:pt x="343" y="205"/>
                </a:cubicBezTo>
                <a:cubicBezTo>
                  <a:pt x="351" y="206"/>
                  <a:pt x="351" y="206"/>
                  <a:pt x="351" y="206"/>
                </a:cubicBezTo>
                <a:cubicBezTo>
                  <a:pt x="358" y="209"/>
                  <a:pt x="358" y="209"/>
                  <a:pt x="358" y="209"/>
                </a:cubicBezTo>
                <a:cubicBezTo>
                  <a:pt x="355" y="214"/>
                  <a:pt x="355" y="214"/>
                  <a:pt x="355" y="214"/>
                </a:cubicBezTo>
                <a:cubicBezTo>
                  <a:pt x="366" y="221"/>
                  <a:pt x="366" y="221"/>
                  <a:pt x="366" y="221"/>
                </a:cubicBezTo>
                <a:cubicBezTo>
                  <a:pt x="368" y="227"/>
                  <a:pt x="368" y="227"/>
                  <a:pt x="368" y="227"/>
                </a:cubicBezTo>
                <a:cubicBezTo>
                  <a:pt x="365" y="236"/>
                  <a:pt x="365" y="236"/>
                  <a:pt x="365" y="236"/>
                </a:cubicBezTo>
                <a:cubicBezTo>
                  <a:pt x="366" y="242"/>
                  <a:pt x="366" y="242"/>
                  <a:pt x="366" y="242"/>
                </a:cubicBezTo>
                <a:cubicBezTo>
                  <a:pt x="363" y="250"/>
                  <a:pt x="363" y="250"/>
                  <a:pt x="363" y="250"/>
                </a:cubicBezTo>
                <a:cubicBezTo>
                  <a:pt x="366" y="257"/>
                  <a:pt x="366" y="257"/>
                  <a:pt x="366" y="257"/>
                </a:cubicBezTo>
                <a:cubicBezTo>
                  <a:pt x="365" y="272"/>
                  <a:pt x="365" y="272"/>
                  <a:pt x="365" y="272"/>
                </a:cubicBezTo>
                <a:cubicBezTo>
                  <a:pt x="360" y="279"/>
                  <a:pt x="360" y="279"/>
                  <a:pt x="360" y="279"/>
                </a:cubicBezTo>
                <a:cubicBezTo>
                  <a:pt x="349" y="283"/>
                  <a:pt x="349" y="283"/>
                  <a:pt x="349" y="283"/>
                </a:cubicBezTo>
                <a:cubicBezTo>
                  <a:pt x="342" y="278"/>
                  <a:pt x="342" y="278"/>
                  <a:pt x="342" y="278"/>
                </a:cubicBezTo>
                <a:cubicBezTo>
                  <a:pt x="330" y="279"/>
                  <a:pt x="330" y="279"/>
                  <a:pt x="330" y="279"/>
                </a:cubicBezTo>
                <a:cubicBezTo>
                  <a:pt x="320" y="277"/>
                  <a:pt x="320" y="277"/>
                  <a:pt x="320" y="277"/>
                </a:cubicBezTo>
                <a:cubicBezTo>
                  <a:pt x="311" y="277"/>
                  <a:pt x="311" y="277"/>
                  <a:pt x="311" y="277"/>
                </a:cubicBezTo>
                <a:cubicBezTo>
                  <a:pt x="299" y="281"/>
                  <a:pt x="299" y="281"/>
                  <a:pt x="299" y="281"/>
                </a:cubicBezTo>
                <a:cubicBezTo>
                  <a:pt x="295" y="277"/>
                  <a:pt x="295" y="277"/>
                  <a:pt x="295" y="277"/>
                </a:cubicBezTo>
                <a:cubicBezTo>
                  <a:pt x="283" y="277"/>
                  <a:pt x="283" y="277"/>
                  <a:pt x="283" y="277"/>
                </a:cubicBezTo>
                <a:cubicBezTo>
                  <a:pt x="263" y="283"/>
                  <a:pt x="263" y="283"/>
                  <a:pt x="263" y="283"/>
                </a:cubicBezTo>
                <a:cubicBezTo>
                  <a:pt x="254" y="283"/>
                  <a:pt x="254" y="283"/>
                  <a:pt x="254" y="283"/>
                </a:cubicBezTo>
                <a:cubicBezTo>
                  <a:pt x="245" y="296"/>
                  <a:pt x="245" y="296"/>
                  <a:pt x="245" y="296"/>
                </a:cubicBezTo>
                <a:cubicBezTo>
                  <a:pt x="242" y="309"/>
                  <a:pt x="242" y="309"/>
                  <a:pt x="242" y="309"/>
                </a:cubicBezTo>
                <a:cubicBezTo>
                  <a:pt x="235" y="319"/>
                  <a:pt x="235" y="319"/>
                  <a:pt x="235" y="319"/>
                </a:cubicBezTo>
                <a:cubicBezTo>
                  <a:pt x="234" y="335"/>
                  <a:pt x="234" y="335"/>
                  <a:pt x="234" y="335"/>
                </a:cubicBezTo>
                <a:cubicBezTo>
                  <a:pt x="238" y="353"/>
                  <a:pt x="238" y="353"/>
                  <a:pt x="238" y="353"/>
                </a:cubicBezTo>
                <a:cubicBezTo>
                  <a:pt x="246" y="357"/>
                  <a:pt x="246" y="357"/>
                  <a:pt x="246" y="357"/>
                </a:cubicBezTo>
                <a:cubicBezTo>
                  <a:pt x="250" y="365"/>
                  <a:pt x="250" y="365"/>
                  <a:pt x="250" y="365"/>
                </a:cubicBezTo>
                <a:cubicBezTo>
                  <a:pt x="249" y="381"/>
                  <a:pt x="249" y="381"/>
                  <a:pt x="249" y="381"/>
                </a:cubicBezTo>
                <a:cubicBezTo>
                  <a:pt x="247" y="387"/>
                  <a:pt x="247" y="387"/>
                  <a:pt x="247" y="387"/>
                </a:cubicBezTo>
                <a:cubicBezTo>
                  <a:pt x="244" y="387"/>
                  <a:pt x="244" y="387"/>
                  <a:pt x="244" y="387"/>
                </a:cubicBezTo>
                <a:cubicBezTo>
                  <a:pt x="243" y="393"/>
                  <a:pt x="243" y="393"/>
                  <a:pt x="243" y="393"/>
                </a:cubicBezTo>
                <a:cubicBezTo>
                  <a:pt x="242" y="394"/>
                  <a:pt x="242" y="394"/>
                  <a:pt x="242" y="394"/>
                </a:cubicBezTo>
                <a:cubicBezTo>
                  <a:pt x="240" y="392"/>
                  <a:pt x="240" y="392"/>
                  <a:pt x="240" y="392"/>
                </a:cubicBezTo>
                <a:cubicBezTo>
                  <a:pt x="231" y="384"/>
                  <a:pt x="231" y="384"/>
                  <a:pt x="231" y="384"/>
                </a:cubicBezTo>
                <a:cubicBezTo>
                  <a:pt x="228" y="384"/>
                  <a:pt x="228" y="384"/>
                  <a:pt x="228" y="384"/>
                </a:cubicBezTo>
                <a:cubicBezTo>
                  <a:pt x="228" y="380"/>
                  <a:pt x="228" y="380"/>
                  <a:pt x="228" y="380"/>
                </a:cubicBezTo>
                <a:cubicBezTo>
                  <a:pt x="223" y="377"/>
                  <a:pt x="223" y="377"/>
                  <a:pt x="223" y="377"/>
                </a:cubicBezTo>
                <a:cubicBezTo>
                  <a:pt x="211" y="366"/>
                  <a:pt x="211" y="366"/>
                  <a:pt x="211" y="366"/>
                </a:cubicBezTo>
                <a:cubicBezTo>
                  <a:pt x="205" y="364"/>
                  <a:pt x="205" y="364"/>
                  <a:pt x="205" y="364"/>
                </a:cubicBezTo>
                <a:cubicBezTo>
                  <a:pt x="200" y="368"/>
                  <a:pt x="200" y="368"/>
                  <a:pt x="200" y="368"/>
                </a:cubicBezTo>
                <a:cubicBezTo>
                  <a:pt x="201" y="370"/>
                  <a:pt x="201" y="370"/>
                  <a:pt x="201" y="370"/>
                </a:cubicBezTo>
                <a:cubicBezTo>
                  <a:pt x="200" y="372"/>
                  <a:pt x="200" y="372"/>
                  <a:pt x="200" y="372"/>
                </a:cubicBezTo>
                <a:cubicBezTo>
                  <a:pt x="197" y="369"/>
                  <a:pt x="197" y="369"/>
                  <a:pt x="197" y="369"/>
                </a:cubicBezTo>
                <a:cubicBezTo>
                  <a:pt x="187" y="367"/>
                  <a:pt x="187" y="367"/>
                  <a:pt x="187" y="367"/>
                </a:cubicBezTo>
                <a:cubicBezTo>
                  <a:pt x="179" y="369"/>
                  <a:pt x="179" y="369"/>
                  <a:pt x="179" y="369"/>
                </a:cubicBezTo>
                <a:cubicBezTo>
                  <a:pt x="173" y="367"/>
                  <a:pt x="173" y="367"/>
                  <a:pt x="173" y="367"/>
                </a:cubicBezTo>
                <a:cubicBezTo>
                  <a:pt x="166" y="367"/>
                  <a:pt x="166" y="367"/>
                  <a:pt x="166" y="367"/>
                </a:cubicBezTo>
                <a:cubicBezTo>
                  <a:pt x="169" y="360"/>
                  <a:pt x="169" y="360"/>
                  <a:pt x="169" y="360"/>
                </a:cubicBezTo>
                <a:cubicBezTo>
                  <a:pt x="171" y="358"/>
                  <a:pt x="171" y="358"/>
                  <a:pt x="171" y="358"/>
                </a:cubicBezTo>
                <a:cubicBezTo>
                  <a:pt x="167" y="351"/>
                  <a:pt x="167" y="351"/>
                  <a:pt x="167" y="351"/>
                </a:cubicBezTo>
                <a:cubicBezTo>
                  <a:pt x="168" y="339"/>
                  <a:pt x="168" y="339"/>
                  <a:pt x="168" y="339"/>
                </a:cubicBezTo>
                <a:cubicBezTo>
                  <a:pt x="170" y="337"/>
                  <a:pt x="170" y="337"/>
                  <a:pt x="170" y="337"/>
                </a:cubicBezTo>
                <a:cubicBezTo>
                  <a:pt x="168" y="331"/>
                  <a:pt x="168" y="331"/>
                  <a:pt x="168" y="331"/>
                </a:cubicBezTo>
                <a:cubicBezTo>
                  <a:pt x="161" y="330"/>
                  <a:pt x="161" y="330"/>
                  <a:pt x="161" y="330"/>
                </a:cubicBezTo>
                <a:cubicBezTo>
                  <a:pt x="159" y="328"/>
                  <a:pt x="159" y="328"/>
                  <a:pt x="159" y="328"/>
                </a:cubicBezTo>
                <a:cubicBezTo>
                  <a:pt x="156" y="329"/>
                  <a:pt x="156" y="329"/>
                  <a:pt x="156" y="329"/>
                </a:cubicBezTo>
                <a:cubicBezTo>
                  <a:pt x="153" y="327"/>
                  <a:pt x="153" y="327"/>
                  <a:pt x="153" y="327"/>
                </a:cubicBezTo>
                <a:cubicBezTo>
                  <a:pt x="147" y="330"/>
                  <a:pt x="147" y="330"/>
                  <a:pt x="147" y="330"/>
                </a:cubicBezTo>
                <a:cubicBezTo>
                  <a:pt x="141" y="331"/>
                  <a:pt x="141" y="331"/>
                  <a:pt x="141" y="331"/>
                </a:cubicBezTo>
                <a:cubicBezTo>
                  <a:pt x="138" y="328"/>
                  <a:pt x="138" y="328"/>
                  <a:pt x="138" y="328"/>
                </a:cubicBezTo>
                <a:cubicBezTo>
                  <a:pt x="136" y="331"/>
                  <a:pt x="136" y="331"/>
                  <a:pt x="136" y="331"/>
                </a:cubicBezTo>
                <a:cubicBezTo>
                  <a:pt x="131" y="331"/>
                  <a:pt x="131" y="331"/>
                  <a:pt x="131" y="331"/>
                </a:cubicBezTo>
                <a:cubicBezTo>
                  <a:pt x="128" y="330"/>
                  <a:pt x="128" y="330"/>
                  <a:pt x="128" y="330"/>
                </a:cubicBezTo>
                <a:cubicBezTo>
                  <a:pt x="128" y="332"/>
                  <a:pt x="128" y="332"/>
                  <a:pt x="128" y="332"/>
                </a:cubicBezTo>
                <a:cubicBezTo>
                  <a:pt x="126" y="338"/>
                  <a:pt x="126" y="338"/>
                  <a:pt x="126" y="338"/>
                </a:cubicBezTo>
                <a:cubicBezTo>
                  <a:pt x="133" y="342"/>
                  <a:pt x="133" y="342"/>
                  <a:pt x="133" y="342"/>
                </a:cubicBezTo>
                <a:cubicBezTo>
                  <a:pt x="135" y="349"/>
                  <a:pt x="135" y="349"/>
                  <a:pt x="135" y="349"/>
                </a:cubicBezTo>
                <a:cubicBezTo>
                  <a:pt x="130" y="357"/>
                  <a:pt x="130" y="357"/>
                  <a:pt x="130" y="357"/>
                </a:cubicBezTo>
                <a:cubicBezTo>
                  <a:pt x="130" y="366"/>
                  <a:pt x="130" y="366"/>
                  <a:pt x="130" y="366"/>
                </a:cubicBezTo>
                <a:cubicBezTo>
                  <a:pt x="129" y="372"/>
                  <a:pt x="129" y="372"/>
                  <a:pt x="129" y="372"/>
                </a:cubicBezTo>
                <a:cubicBezTo>
                  <a:pt x="132" y="374"/>
                  <a:pt x="132" y="374"/>
                  <a:pt x="132" y="374"/>
                </a:cubicBezTo>
                <a:cubicBezTo>
                  <a:pt x="131" y="386"/>
                  <a:pt x="131" y="386"/>
                  <a:pt x="131" y="386"/>
                </a:cubicBezTo>
                <a:cubicBezTo>
                  <a:pt x="125" y="394"/>
                  <a:pt x="125" y="394"/>
                  <a:pt x="125" y="394"/>
                </a:cubicBezTo>
                <a:cubicBezTo>
                  <a:pt x="123" y="403"/>
                  <a:pt x="123" y="403"/>
                  <a:pt x="123" y="403"/>
                </a:cubicBezTo>
                <a:cubicBezTo>
                  <a:pt x="117" y="412"/>
                  <a:pt x="117" y="412"/>
                  <a:pt x="117" y="412"/>
                </a:cubicBezTo>
                <a:cubicBezTo>
                  <a:pt x="115" y="445"/>
                  <a:pt x="115" y="445"/>
                  <a:pt x="115" y="445"/>
                </a:cubicBezTo>
                <a:cubicBezTo>
                  <a:pt x="105" y="458"/>
                  <a:pt x="105" y="458"/>
                  <a:pt x="105" y="458"/>
                </a:cubicBezTo>
                <a:cubicBezTo>
                  <a:pt x="105" y="467"/>
                  <a:pt x="105" y="467"/>
                  <a:pt x="105" y="467"/>
                </a:cubicBezTo>
                <a:cubicBezTo>
                  <a:pt x="100" y="476"/>
                  <a:pt x="100" y="476"/>
                  <a:pt x="100" y="476"/>
                </a:cubicBezTo>
                <a:cubicBezTo>
                  <a:pt x="105" y="476"/>
                  <a:pt x="105" y="476"/>
                  <a:pt x="105" y="476"/>
                </a:cubicBezTo>
                <a:cubicBezTo>
                  <a:pt x="106" y="479"/>
                  <a:pt x="106" y="479"/>
                  <a:pt x="106" y="479"/>
                </a:cubicBezTo>
                <a:cubicBezTo>
                  <a:pt x="102" y="484"/>
                  <a:pt x="102" y="484"/>
                  <a:pt x="102" y="484"/>
                </a:cubicBezTo>
                <a:cubicBezTo>
                  <a:pt x="103" y="488"/>
                  <a:pt x="103" y="488"/>
                  <a:pt x="103" y="488"/>
                </a:cubicBezTo>
                <a:cubicBezTo>
                  <a:pt x="105" y="497"/>
                  <a:pt x="105" y="497"/>
                  <a:pt x="105" y="497"/>
                </a:cubicBezTo>
                <a:cubicBezTo>
                  <a:pt x="105" y="502"/>
                  <a:pt x="105" y="502"/>
                  <a:pt x="105" y="502"/>
                </a:cubicBezTo>
                <a:cubicBezTo>
                  <a:pt x="113" y="515"/>
                  <a:pt x="113" y="515"/>
                  <a:pt x="113" y="515"/>
                </a:cubicBezTo>
                <a:cubicBezTo>
                  <a:pt x="109" y="523"/>
                  <a:pt x="109" y="523"/>
                  <a:pt x="109" y="523"/>
                </a:cubicBezTo>
                <a:cubicBezTo>
                  <a:pt x="112" y="526"/>
                  <a:pt x="112" y="526"/>
                  <a:pt x="112" y="526"/>
                </a:cubicBezTo>
                <a:cubicBezTo>
                  <a:pt x="116" y="525"/>
                  <a:pt x="116" y="525"/>
                  <a:pt x="116" y="525"/>
                </a:cubicBezTo>
                <a:cubicBezTo>
                  <a:pt x="118" y="521"/>
                  <a:pt x="118" y="521"/>
                  <a:pt x="118" y="521"/>
                </a:cubicBezTo>
                <a:cubicBezTo>
                  <a:pt x="122" y="517"/>
                  <a:pt x="122" y="517"/>
                  <a:pt x="122" y="517"/>
                </a:cubicBezTo>
                <a:cubicBezTo>
                  <a:pt x="124" y="518"/>
                  <a:pt x="124" y="518"/>
                  <a:pt x="124" y="518"/>
                </a:cubicBezTo>
                <a:cubicBezTo>
                  <a:pt x="130" y="519"/>
                  <a:pt x="130" y="519"/>
                  <a:pt x="130" y="519"/>
                </a:cubicBezTo>
                <a:cubicBezTo>
                  <a:pt x="134" y="523"/>
                  <a:pt x="134" y="523"/>
                  <a:pt x="134" y="523"/>
                </a:cubicBezTo>
                <a:cubicBezTo>
                  <a:pt x="135" y="532"/>
                  <a:pt x="135" y="532"/>
                  <a:pt x="135" y="532"/>
                </a:cubicBezTo>
                <a:cubicBezTo>
                  <a:pt x="139" y="537"/>
                  <a:pt x="139" y="537"/>
                  <a:pt x="139" y="537"/>
                </a:cubicBezTo>
                <a:cubicBezTo>
                  <a:pt x="138" y="546"/>
                  <a:pt x="138" y="546"/>
                  <a:pt x="138" y="546"/>
                </a:cubicBezTo>
                <a:cubicBezTo>
                  <a:pt x="143" y="548"/>
                  <a:pt x="143" y="548"/>
                  <a:pt x="143" y="548"/>
                </a:cubicBezTo>
                <a:cubicBezTo>
                  <a:pt x="147" y="558"/>
                  <a:pt x="147" y="558"/>
                  <a:pt x="147" y="558"/>
                </a:cubicBezTo>
                <a:cubicBezTo>
                  <a:pt x="152" y="558"/>
                  <a:pt x="152" y="558"/>
                  <a:pt x="152" y="558"/>
                </a:cubicBezTo>
                <a:cubicBezTo>
                  <a:pt x="152" y="553"/>
                  <a:pt x="152" y="553"/>
                  <a:pt x="152" y="553"/>
                </a:cubicBezTo>
                <a:cubicBezTo>
                  <a:pt x="152" y="549"/>
                  <a:pt x="152" y="549"/>
                  <a:pt x="152" y="549"/>
                </a:cubicBezTo>
                <a:cubicBezTo>
                  <a:pt x="155" y="556"/>
                  <a:pt x="155" y="556"/>
                  <a:pt x="155" y="556"/>
                </a:cubicBezTo>
                <a:cubicBezTo>
                  <a:pt x="159" y="563"/>
                  <a:pt x="159" y="563"/>
                  <a:pt x="159" y="563"/>
                </a:cubicBezTo>
                <a:cubicBezTo>
                  <a:pt x="160" y="570"/>
                  <a:pt x="160" y="570"/>
                  <a:pt x="160" y="570"/>
                </a:cubicBezTo>
                <a:cubicBezTo>
                  <a:pt x="164" y="572"/>
                  <a:pt x="164" y="572"/>
                  <a:pt x="164" y="572"/>
                </a:cubicBezTo>
                <a:cubicBezTo>
                  <a:pt x="167" y="590"/>
                  <a:pt x="167" y="590"/>
                  <a:pt x="167" y="590"/>
                </a:cubicBezTo>
                <a:cubicBezTo>
                  <a:pt x="165" y="593"/>
                  <a:pt x="165" y="593"/>
                  <a:pt x="165" y="593"/>
                </a:cubicBezTo>
                <a:cubicBezTo>
                  <a:pt x="164" y="596"/>
                  <a:pt x="164" y="596"/>
                  <a:pt x="164" y="596"/>
                </a:cubicBezTo>
                <a:cubicBezTo>
                  <a:pt x="162" y="593"/>
                  <a:pt x="162" y="593"/>
                  <a:pt x="162" y="593"/>
                </a:cubicBezTo>
                <a:cubicBezTo>
                  <a:pt x="155" y="597"/>
                  <a:pt x="155" y="597"/>
                  <a:pt x="155" y="597"/>
                </a:cubicBezTo>
                <a:cubicBezTo>
                  <a:pt x="154" y="604"/>
                  <a:pt x="154" y="604"/>
                  <a:pt x="154" y="604"/>
                </a:cubicBezTo>
                <a:cubicBezTo>
                  <a:pt x="166" y="608"/>
                  <a:pt x="166" y="608"/>
                  <a:pt x="166" y="608"/>
                </a:cubicBezTo>
                <a:cubicBezTo>
                  <a:pt x="168" y="602"/>
                  <a:pt x="168" y="602"/>
                  <a:pt x="168" y="602"/>
                </a:cubicBezTo>
                <a:cubicBezTo>
                  <a:pt x="170" y="604"/>
                  <a:pt x="170" y="604"/>
                  <a:pt x="170" y="604"/>
                </a:cubicBezTo>
                <a:cubicBezTo>
                  <a:pt x="171" y="611"/>
                  <a:pt x="171" y="611"/>
                  <a:pt x="171" y="611"/>
                </a:cubicBezTo>
                <a:cubicBezTo>
                  <a:pt x="177" y="616"/>
                  <a:pt x="177" y="616"/>
                  <a:pt x="177" y="616"/>
                </a:cubicBezTo>
                <a:cubicBezTo>
                  <a:pt x="189" y="628"/>
                  <a:pt x="189" y="628"/>
                  <a:pt x="189" y="628"/>
                </a:cubicBezTo>
                <a:cubicBezTo>
                  <a:pt x="194" y="632"/>
                  <a:pt x="194" y="632"/>
                  <a:pt x="194" y="632"/>
                </a:cubicBezTo>
                <a:cubicBezTo>
                  <a:pt x="198" y="630"/>
                  <a:pt x="198" y="630"/>
                  <a:pt x="198" y="630"/>
                </a:cubicBezTo>
                <a:cubicBezTo>
                  <a:pt x="207" y="631"/>
                  <a:pt x="207" y="631"/>
                  <a:pt x="207" y="631"/>
                </a:cubicBezTo>
                <a:cubicBezTo>
                  <a:pt x="215" y="634"/>
                  <a:pt x="215" y="634"/>
                  <a:pt x="215" y="634"/>
                </a:cubicBezTo>
                <a:cubicBezTo>
                  <a:pt x="220" y="646"/>
                  <a:pt x="220" y="646"/>
                  <a:pt x="220" y="646"/>
                </a:cubicBezTo>
                <a:cubicBezTo>
                  <a:pt x="225" y="652"/>
                  <a:pt x="225" y="652"/>
                  <a:pt x="225" y="652"/>
                </a:cubicBezTo>
                <a:cubicBezTo>
                  <a:pt x="233" y="657"/>
                  <a:pt x="233" y="657"/>
                  <a:pt x="233" y="657"/>
                </a:cubicBezTo>
                <a:cubicBezTo>
                  <a:pt x="234" y="662"/>
                  <a:pt x="234" y="662"/>
                  <a:pt x="234" y="662"/>
                </a:cubicBezTo>
                <a:cubicBezTo>
                  <a:pt x="232" y="664"/>
                  <a:pt x="232" y="664"/>
                  <a:pt x="232" y="664"/>
                </a:cubicBezTo>
                <a:cubicBezTo>
                  <a:pt x="232" y="672"/>
                  <a:pt x="232" y="672"/>
                  <a:pt x="232" y="672"/>
                </a:cubicBezTo>
                <a:cubicBezTo>
                  <a:pt x="226" y="676"/>
                  <a:pt x="226" y="676"/>
                  <a:pt x="226" y="676"/>
                </a:cubicBezTo>
                <a:cubicBezTo>
                  <a:pt x="220" y="671"/>
                  <a:pt x="220" y="671"/>
                  <a:pt x="220" y="671"/>
                </a:cubicBezTo>
                <a:cubicBezTo>
                  <a:pt x="212" y="672"/>
                  <a:pt x="212" y="672"/>
                  <a:pt x="212" y="672"/>
                </a:cubicBezTo>
                <a:cubicBezTo>
                  <a:pt x="203" y="680"/>
                  <a:pt x="203" y="680"/>
                  <a:pt x="203" y="680"/>
                </a:cubicBezTo>
                <a:cubicBezTo>
                  <a:pt x="191" y="677"/>
                  <a:pt x="191" y="677"/>
                  <a:pt x="191" y="677"/>
                </a:cubicBezTo>
                <a:cubicBezTo>
                  <a:pt x="191" y="671"/>
                  <a:pt x="191" y="671"/>
                  <a:pt x="191" y="671"/>
                </a:cubicBezTo>
                <a:cubicBezTo>
                  <a:pt x="196" y="665"/>
                  <a:pt x="196" y="665"/>
                  <a:pt x="196" y="665"/>
                </a:cubicBezTo>
                <a:cubicBezTo>
                  <a:pt x="198" y="653"/>
                  <a:pt x="198" y="653"/>
                  <a:pt x="198" y="653"/>
                </a:cubicBezTo>
                <a:cubicBezTo>
                  <a:pt x="192" y="647"/>
                  <a:pt x="192" y="647"/>
                  <a:pt x="192" y="647"/>
                </a:cubicBezTo>
                <a:cubicBezTo>
                  <a:pt x="183" y="647"/>
                  <a:pt x="183" y="647"/>
                  <a:pt x="183" y="647"/>
                </a:cubicBezTo>
                <a:cubicBezTo>
                  <a:pt x="181" y="642"/>
                  <a:pt x="181" y="642"/>
                  <a:pt x="181" y="642"/>
                </a:cubicBezTo>
                <a:cubicBezTo>
                  <a:pt x="169" y="639"/>
                  <a:pt x="169" y="639"/>
                  <a:pt x="169" y="639"/>
                </a:cubicBezTo>
                <a:cubicBezTo>
                  <a:pt x="161" y="631"/>
                  <a:pt x="161" y="631"/>
                  <a:pt x="161" y="631"/>
                </a:cubicBezTo>
                <a:cubicBezTo>
                  <a:pt x="155" y="639"/>
                  <a:pt x="155" y="639"/>
                  <a:pt x="155" y="639"/>
                </a:cubicBezTo>
                <a:cubicBezTo>
                  <a:pt x="153" y="648"/>
                  <a:pt x="153" y="648"/>
                  <a:pt x="153" y="648"/>
                </a:cubicBezTo>
                <a:cubicBezTo>
                  <a:pt x="149" y="643"/>
                  <a:pt x="149" y="643"/>
                  <a:pt x="149" y="643"/>
                </a:cubicBezTo>
                <a:cubicBezTo>
                  <a:pt x="130" y="629"/>
                  <a:pt x="130" y="629"/>
                  <a:pt x="130" y="629"/>
                </a:cubicBezTo>
                <a:cubicBezTo>
                  <a:pt x="130" y="626"/>
                  <a:pt x="130" y="626"/>
                  <a:pt x="130" y="626"/>
                </a:cubicBezTo>
                <a:cubicBezTo>
                  <a:pt x="133" y="622"/>
                  <a:pt x="133" y="622"/>
                  <a:pt x="133" y="622"/>
                </a:cubicBezTo>
                <a:cubicBezTo>
                  <a:pt x="134" y="617"/>
                  <a:pt x="134" y="617"/>
                  <a:pt x="134" y="617"/>
                </a:cubicBezTo>
                <a:cubicBezTo>
                  <a:pt x="129" y="616"/>
                  <a:pt x="129" y="616"/>
                  <a:pt x="129" y="616"/>
                </a:cubicBezTo>
                <a:cubicBezTo>
                  <a:pt x="126" y="609"/>
                  <a:pt x="126" y="609"/>
                  <a:pt x="126" y="609"/>
                </a:cubicBezTo>
                <a:cubicBezTo>
                  <a:pt x="118" y="608"/>
                  <a:pt x="118" y="608"/>
                  <a:pt x="118" y="608"/>
                </a:cubicBezTo>
                <a:cubicBezTo>
                  <a:pt x="118" y="602"/>
                  <a:pt x="118" y="602"/>
                  <a:pt x="118" y="602"/>
                </a:cubicBezTo>
                <a:cubicBezTo>
                  <a:pt x="108" y="589"/>
                  <a:pt x="108" y="589"/>
                  <a:pt x="108" y="589"/>
                </a:cubicBezTo>
                <a:cubicBezTo>
                  <a:pt x="102" y="589"/>
                  <a:pt x="102" y="589"/>
                  <a:pt x="102" y="589"/>
                </a:cubicBezTo>
                <a:cubicBezTo>
                  <a:pt x="97" y="573"/>
                  <a:pt x="97" y="573"/>
                  <a:pt x="97" y="573"/>
                </a:cubicBezTo>
                <a:cubicBezTo>
                  <a:pt x="89" y="572"/>
                  <a:pt x="89" y="572"/>
                  <a:pt x="89" y="572"/>
                </a:cubicBezTo>
                <a:cubicBezTo>
                  <a:pt x="89" y="565"/>
                  <a:pt x="89" y="565"/>
                  <a:pt x="89" y="565"/>
                </a:cubicBezTo>
                <a:cubicBezTo>
                  <a:pt x="84" y="562"/>
                  <a:pt x="84" y="562"/>
                  <a:pt x="84" y="562"/>
                </a:cubicBezTo>
                <a:cubicBezTo>
                  <a:pt x="84" y="558"/>
                  <a:pt x="84" y="558"/>
                  <a:pt x="84" y="558"/>
                </a:cubicBezTo>
                <a:cubicBezTo>
                  <a:pt x="76" y="561"/>
                  <a:pt x="76" y="561"/>
                  <a:pt x="76" y="561"/>
                </a:cubicBezTo>
                <a:cubicBezTo>
                  <a:pt x="77" y="570"/>
                  <a:pt x="77" y="570"/>
                  <a:pt x="77" y="570"/>
                </a:cubicBezTo>
                <a:cubicBezTo>
                  <a:pt x="71" y="569"/>
                  <a:pt x="71" y="569"/>
                  <a:pt x="71" y="569"/>
                </a:cubicBezTo>
                <a:cubicBezTo>
                  <a:pt x="67" y="563"/>
                  <a:pt x="67" y="563"/>
                  <a:pt x="67" y="563"/>
                </a:cubicBezTo>
                <a:cubicBezTo>
                  <a:pt x="65" y="548"/>
                  <a:pt x="65" y="548"/>
                  <a:pt x="65" y="548"/>
                </a:cubicBezTo>
                <a:cubicBezTo>
                  <a:pt x="67" y="545"/>
                  <a:pt x="67" y="545"/>
                  <a:pt x="67" y="545"/>
                </a:cubicBezTo>
                <a:cubicBezTo>
                  <a:pt x="66" y="532"/>
                  <a:pt x="66" y="532"/>
                  <a:pt x="66" y="532"/>
                </a:cubicBezTo>
                <a:cubicBezTo>
                  <a:pt x="71" y="529"/>
                  <a:pt x="71" y="529"/>
                  <a:pt x="71" y="529"/>
                </a:cubicBezTo>
                <a:cubicBezTo>
                  <a:pt x="71" y="513"/>
                  <a:pt x="71" y="513"/>
                  <a:pt x="71" y="513"/>
                </a:cubicBezTo>
                <a:cubicBezTo>
                  <a:pt x="75" y="514"/>
                  <a:pt x="75" y="514"/>
                  <a:pt x="75" y="514"/>
                </a:cubicBezTo>
                <a:cubicBezTo>
                  <a:pt x="79" y="507"/>
                  <a:pt x="79" y="507"/>
                  <a:pt x="79" y="507"/>
                </a:cubicBezTo>
                <a:cubicBezTo>
                  <a:pt x="74" y="506"/>
                  <a:pt x="74" y="506"/>
                  <a:pt x="74" y="506"/>
                </a:cubicBezTo>
                <a:cubicBezTo>
                  <a:pt x="80" y="498"/>
                  <a:pt x="80" y="498"/>
                  <a:pt x="80" y="498"/>
                </a:cubicBezTo>
                <a:cubicBezTo>
                  <a:pt x="78" y="494"/>
                  <a:pt x="78" y="494"/>
                  <a:pt x="78" y="494"/>
                </a:cubicBezTo>
                <a:cubicBezTo>
                  <a:pt x="83" y="486"/>
                  <a:pt x="83" y="486"/>
                  <a:pt x="83" y="486"/>
                </a:cubicBezTo>
                <a:cubicBezTo>
                  <a:pt x="79" y="485"/>
                  <a:pt x="79" y="485"/>
                  <a:pt x="79" y="485"/>
                </a:cubicBezTo>
                <a:cubicBezTo>
                  <a:pt x="80" y="471"/>
                  <a:pt x="80" y="471"/>
                  <a:pt x="80" y="471"/>
                </a:cubicBezTo>
                <a:cubicBezTo>
                  <a:pt x="83" y="464"/>
                  <a:pt x="83" y="464"/>
                  <a:pt x="83" y="464"/>
                </a:cubicBezTo>
                <a:cubicBezTo>
                  <a:pt x="87" y="458"/>
                  <a:pt x="87" y="458"/>
                  <a:pt x="87" y="458"/>
                </a:cubicBezTo>
                <a:cubicBezTo>
                  <a:pt x="88" y="447"/>
                  <a:pt x="88" y="447"/>
                  <a:pt x="88" y="447"/>
                </a:cubicBezTo>
                <a:cubicBezTo>
                  <a:pt x="97" y="440"/>
                  <a:pt x="97" y="440"/>
                  <a:pt x="97" y="440"/>
                </a:cubicBezTo>
                <a:cubicBezTo>
                  <a:pt x="107" y="413"/>
                  <a:pt x="107" y="413"/>
                  <a:pt x="107" y="413"/>
                </a:cubicBezTo>
                <a:cubicBezTo>
                  <a:pt x="112" y="409"/>
                  <a:pt x="112" y="409"/>
                  <a:pt x="112" y="409"/>
                </a:cubicBezTo>
                <a:cubicBezTo>
                  <a:pt x="113" y="395"/>
                  <a:pt x="113" y="395"/>
                  <a:pt x="113" y="395"/>
                </a:cubicBezTo>
                <a:cubicBezTo>
                  <a:pt x="107" y="385"/>
                  <a:pt x="107" y="385"/>
                  <a:pt x="107" y="385"/>
                </a:cubicBezTo>
                <a:cubicBezTo>
                  <a:pt x="108" y="373"/>
                  <a:pt x="108" y="373"/>
                  <a:pt x="108" y="373"/>
                </a:cubicBezTo>
                <a:cubicBezTo>
                  <a:pt x="104" y="365"/>
                  <a:pt x="104" y="365"/>
                  <a:pt x="104" y="365"/>
                </a:cubicBezTo>
                <a:cubicBezTo>
                  <a:pt x="103" y="353"/>
                  <a:pt x="103" y="353"/>
                  <a:pt x="103" y="353"/>
                </a:cubicBezTo>
                <a:cubicBezTo>
                  <a:pt x="98" y="347"/>
                  <a:pt x="98" y="347"/>
                  <a:pt x="98" y="347"/>
                </a:cubicBezTo>
                <a:cubicBezTo>
                  <a:pt x="98" y="338"/>
                  <a:pt x="98" y="338"/>
                  <a:pt x="98" y="338"/>
                </a:cubicBezTo>
                <a:cubicBezTo>
                  <a:pt x="97" y="329"/>
                  <a:pt x="97" y="329"/>
                  <a:pt x="97" y="329"/>
                </a:cubicBezTo>
                <a:cubicBezTo>
                  <a:pt x="100" y="322"/>
                  <a:pt x="100" y="322"/>
                  <a:pt x="100" y="322"/>
                </a:cubicBezTo>
                <a:cubicBezTo>
                  <a:pt x="94" y="304"/>
                  <a:pt x="94" y="304"/>
                  <a:pt x="94" y="304"/>
                </a:cubicBezTo>
                <a:cubicBezTo>
                  <a:pt x="82" y="292"/>
                  <a:pt x="82" y="292"/>
                  <a:pt x="82" y="292"/>
                </a:cubicBezTo>
                <a:cubicBezTo>
                  <a:pt x="69" y="282"/>
                  <a:pt x="69" y="282"/>
                  <a:pt x="69" y="282"/>
                </a:cubicBezTo>
                <a:cubicBezTo>
                  <a:pt x="58" y="268"/>
                  <a:pt x="58" y="268"/>
                  <a:pt x="58" y="268"/>
                </a:cubicBezTo>
                <a:cubicBezTo>
                  <a:pt x="58" y="260"/>
                  <a:pt x="58" y="260"/>
                  <a:pt x="58" y="260"/>
                </a:cubicBezTo>
                <a:cubicBezTo>
                  <a:pt x="52" y="246"/>
                  <a:pt x="52" y="246"/>
                  <a:pt x="52" y="246"/>
                </a:cubicBezTo>
                <a:cubicBezTo>
                  <a:pt x="61" y="240"/>
                  <a:pt x="61" y="240"/>
                  <a:pt x="61" y="240"/>
                </a:cubicBezTo>
                <a:cubicBezTo>
                  <a:pt x="62" y="234"/>
                  <a:pt x="62" y="234"/>
                  <a:pt x="62" y="234"/>
                </a:cubicBezTo>
                <a:cubicBezTo>
                  <a:pt x="57" y="212"/>
                  <a:pt x="57" y="212"/>
                  <a:pt x="57" y="212"/>
                </a:cubicBezTo>
                <a:cubicBezTo>
                  <a:pt x="60" y="205"/>
                  <a:pt x="60" y="205"/>
                  <a:pt x="60" y="205"/>
                </a:cubicBezTo>
                <a:cubicBezTo>
                  <a:pt x="68" y="201"/>
                  <a:pt x="68" y="201"/>
                  <a:pt x="68" y="201"/>
                </a:cubicBezTo>
                <a:cubicBezTo>
                  <a:pt x="67" y="192"/>
                  <a:pt x="67" y="192"/>
                  <a:pt x="67" y="192"/>
                </a:cubicBezTo>
                <a:cubicBezTo>
                  <a:pt x="58" y="188"/>
                  <a:pt x="58" y="188"/>
                  <a:pt x="58" y="188"/>
                </a:cubicBezTo>
                <a:cubicBezTo>
                  <a:pt x="57" y="179"/>
                  <a:pt x="57" y="179"/>
                  <a:pt x="57" y="179"/>
                </a:cubicBezTo>
                <a:cubicBezTo>
                  <a:pt x="52" y="168"/>
                  <a:pt x="52" y="168"/>
                  <a:pt x="52" y="168"/>
                </a:cubicBezTo>
                <a:cubicBezTo>
                  <a:pt x="45" y="165"/>
                  <a:pt x="45" y="165"/>
                  <a:pt x="45" y="165"/>
                </a:cubicBezTo>
                <a:cubicBezTo>
                  <a:pt x="35" y="143"/>
                  <a:pt x="35" y="143"/>
                  <a:pt x="35" y="143"/>
                </a:cubicBezTo>
                <a:cubicBezTo>
                  <a:pt x="24" y="135"/>
                  <a:pt x="24" y="135"/>
                  <a:pt x="24" y="135"/>
                </a:cubicBezTo>
                <a:cubicBezTo>
                  <a:pt x="21" y="128"/>
                  <a:pt x="21" y="128"/>
                  <a:pt x="21" y="128"/>
                </a:cubicBezTo>
                <a:cubicBezTo>
                  <a:pt x="15" y="122"/>
                  <a:pt x="15" y="122"/>
                  <a:pt x="15" y="122"/>
                </a:cubicBezTo>
                <a:cubicBezTo>
                  <a:pt x="8" y="110"/>
                  <a:pt x="8" y="110"/>
                  <a:pt x="8" y="110"/>
                </a:cubicBezTo>
                <a:cubicBezTo>
                  <a:pt x="1" y="108"/>
                  <a:pt x="1" y="108"/>
                  <a:pt x="1" y="108"/>
                </a:cubicBezTo>
                <a:cubicBezTo>
                  <a:pt x="0" y="101"/>
                  <a:pt x="0" y="101"/>
                  <a:pt x="0" y="101"/>
                </a:cubicBezTo>
                <a:cubicBezTo>
                  <a:pt x="11" y="97"/>
                  <a:pt x="11" y="97"/>
                  <a:pt x="11" y="97"/>
                </a:cubicBezTo>
                <a:cubicBezTo>
                  <a:pt x="19" y="91"/>
                  <a:pt x="19" y="91"/>
                  <a:pt x="19" y="91"/>
                </a:cubicBezTo>
                <a:cubicBezTo>
                  <a:pt x="16" y="84"/>
                  <a:pt x="16" y="84"/>
                  <a:pt x="16" y="84"/>
                </a:cubicBezTo>
                <a:cubicBezTo>
                  <a:pt x="16" y="71"/>
                  <a:pt x="16" y="71"/>
                  <a:pt x="16" y="71"/>
                </a:cubicBezTo>
                <a:cubicBezTo>
                  <a:pt x="23" y="65"/>
                  <a:pt x="23" y="65"/>
                  <a:pt x="23" y="65"/>
                </a:cubicBezTo>
                <a:cubicBezTo>
                  <a:pt x="20" y="50"/>
                  <a:pt x="20" y="50"/>
                  <a:pt x="20" y="50"/>
                </a:cubicBezTo>
                <a:cubicBezTo>
                  <a:pt x="27" y="41"/>
                  <a:pt x="27" y="41"/>
                  <a:pt x="27" y="41"/>
                </a:cubicBezTo>
                <a:cubicBezTo>
                  <a:pt x="43" y="47"/>
                  <a:pt x="43" y="47"/>
                  <a:pt x="43" y="47"/>
                </a:cubicBezTo>
                <a:cubicBezTo>
                  <a:pt x="53" y="39"/>
                  <a:pt x="53" y="39"/>
                  <a:pt x="53" y="39"/>
                </a:cubicBezTo>
                <a:cubicBezTo>
                  <a:pt x="63" y="39"/>
                  <a:pt x="63" y="39"/>
                  <a:pt x="63" y="39"/>
                </a:cubicBezTo>
                <a:cubicBezTo>
                  <a:pt x="66" y="35"/>
                  <a:pt x="66" y="35"/>
                  <a:pt x="66" y="35"/>
                </a:cubicBezTo>
                <a:cubicBezTo>
                  <a:pt x="66" y="24"/>
                  <a:pt x="66" y="24"/>
                  <a:pt x="66" y="24"/>
                </a:cubicBezTo>
                <a:cubicBezTo>
                  <a:pt x="71" y="19"/>
                  <a:pt x="71" y="19"/>
                  <a:pt x="71" y="19"/>
                </a:cubicBezTo>
                <a:cubicBezTo>
                  <a:pt x="82" y="21"/>
                  <a:pt x="82" y="21"/>
                  <a:pt x="82" y="21"/>
                </a:cubicBezTo>
                <a:cubicBezTo>
                  <a:pt x="86" y="16"/>
                  <a:pt x="86" y="16"/>
                  <a:pt x="86" y="16"/>
                </a:cubicBezTo>
                <a:cubicBezTo>
                  <a:pt x="81" y="9"/>
                  <a:pt x="81" y="9"/>
                  <a:pt x="81" y="9"/>
                </a:cubicBezTo>
                <a:cubicBezTo>
                  <a:pt x="81" y="5"/>
                  <a:pt x="81" y="5"/>
                  <a:pt x="81" y="5"/>
                </a:cubicBezTo>
                <a:cubicBezTo>
                  <a:pt x="91" y="1"/>
                  <a:pt x="91" y="1"/>
                  <a:pt x="91" y="1"/>
                </a:cubicBezTo>
                <a:cubicBezTo>
                  <a:pt x="103" y="1"/>
                  <a:pt x="103" y="1"/>
                  <a:pt x="103" y="1"/>
                </a:cubicBezTo>
                <a:cubicBezTo>
                  <a:pt x="104" y="0"/>
                  <a:pt x="104" y="0"/>
                  <a:pt x="104" y="0"/>
                </a:cubicBezTo>
                <a:close/>
                <a:moveTo>
                  <a:pt x="128" y="636"/>
                </a:moveTo>
                <a:cubicBezTo>
                  <a:pt x="131" y="643"/>
                  <a:pt x="131" y="643"/>
                  <a:pt x="131" y="643"/>
                </a:cubicBezTo>
                <a:cubicBezTo>
                  <a:pt x="134" y="642"/>
                  <a:pt x="134" y="642"/>
                  <a:pt x="134" y="642"/>
                </a:cubicBezTo>
                <a:cubicBezTo>
                  <a:pt x="133" y="636"/>
                  <a:pt x="133" y="636"/>
                  <a:pt x="133" y="636"/>
                </a:cubicBezTo>
                <a:cubicBezTo>
                  <a:pt x="130" y="635"/>
                  <a:pt x="130" y="635"/>
                  <a:pt x="130" y="635"/>
                </a:cubicBezTo>
                <a:cubicBezTo>
                  <a:pt x="128" y="636"/>
                  <a:pt x="128" y="636"/>
                  <a:pt x="128" y="636"/>
                </a:cubicBezTo>
                <a:close/>
                <a:moveTo>
                  <a:pt x="100" y="594"/>
                </a:moveTo>
                <a:cubicBezTo>
                  <a:pt x="102" y="603"/>
                  <a:pt x="102" y="603"/>
                  <a:pt x="102" y="603"/>
                </a:cubicBezTo>
                <a:cubicBezTo>
                  <a:pt x="103" y="598"/>
                  <a:pt x="103" y="598"/>
                  <a:pt x="103" y="598"/>
                </a:cubicBezTo>
                <a:cubicBezTo>
                  <a:pt x="103" y="594"/>
                  <a:pt x="103" y="594"/>
                  <a:pt x="103" y="594"/>
                </a:cubicBezTo>
                <a:cubicBezTo>
                  <a:pt x="100" y="594"/>
                  <a:pt x="100" y="594"/>
                  <a:pt x="100" y="594"/>
                </a:cubicBezTo>
                <a:close/>
                <a:moveTo>
                  <a:pt x="70" y="572"/>
                </a:moveTo>
                <a:cubicBezTo>
                  <a:pt x="68" y="578"/>
                  <a:pt x="68" y="578"/>
                  <a:pt x="68" y="578"/>
                </a:cubicBezTo>
                <a:cubicBezTo>
                  <a:pt x="70" y="581"/>
                  <a:pt x="70" y="581"/>
                  <a:pt x="70" y="581"/>
                </a:cubicBezTo>
                <a:cubicBezTo>
                  <a:pt x="69" y="590"/>
                  <a:pt x="69" y="590"/>
                  <a:pt x="69" y="590"/>
                </a:cubicBezTo>
                <a:cubicBezTo>
                  <a:pt x="75" y="583"/>
                  <a:pt x="75" y="583"/>
                  <a:pt x="75" y="583"/>
                </a:cubicBezTo>
                <a:cubicBezTo>
                  <a:pt x="75" y="572"/>
                  <a:pt x="75" y="572"/>
                  <a:pt x="75" y="572"/>
                </a:cubicBezTo>
                <a:cubicBezTo>
                  <a:pt x="75" y="572"/>
                  <a:pt x="70" y="572"/>
                  <a:pt x="70" y="572"/>
                </a:cubicBezTo>
                <a:close/>
                <a:moveTo>
                  <a:pt x="227" y="386"/>
                </a:moveTo>
                <a:cubicBezTo>
                  <a:pt x="227" y="394"/>
                  <a:pt x="227" y="394"/>
                  <a:pt x="227" y="394"/>
                </a:cubicBezTo>
                <a:cubicBezTo>
                  <a:pt x="233" y="399"/>
                  <a:pt x="233" y="399"/>
                  <a:pt x="233" y="399"/>
                </a:cubicBezTo>
                <a:cubicBezTo>
                  <a:pt x="238" y="398"/>
                  <a:pt x="238" y="398"/>
                  <a:pt x="238" y="398"/>
                </a:cubicBezTo>
                <a:cubicBezTo>
                  <a:pt x="227" y="386"/>
                  <a:pt x="227" y="386"/>
                  <a:pt x="227" y="386"/>
                </a:cubicBezTo>
                <a:close/>
                <a:moveTo>
                  <a:pt x="142" y="493"/>
                </a:moveTo>
                <a:cubicBezTo>
                  <a:pt x="134" y="496"/>
                  <a:pt x="134" y="496"/>
                  <a:pt x="134" y="496"/>
                </a:cubicBezTo>
                <a:cubicBezTo>
                  <a:pt x="140" y="498"/>
                  <a:pt x="140" y="498"/>
                  <a:pt x="140" y="498"/>
                </a:cubicBezTo>
                <a:cubicBezTo>
                  <a:pt x="142" y="493"/>
                  <a:pt x="142" y="493"/>
                  <a:pt x="142" y="493"/>
                </a:cubicBezTo>
                <a:close/>
                <a:moveTo>
                  <a:pt x="144" y="502"/>
                </a:moveTo>
                <a:cubicBezTo>
                  <a:pt x="138" y="506"/>
                  <a:pt x="138" y="506"/>
                  <a:pt x="138" y="506"/>
                </a:cubicBezTo>
                <a:cubicBezTo>
                  <a:pt x="138" y="512"/>
                  <a:pt x="138" y="512"/>
                  <a:pt x="138" y="512"/>
                </a:cubicBezTo>
                <a:cubicBezTo>
                  <a:pt x="144" y="517"/>
                  <a:pt x="144" y="517"/>
                  <a:pt x="144" y="517"/>
                </a:cubicBezTo>
                <a:cubicBezTo>
                  <a:pt x="146" y="508"/>
                  <a:pt x="146" y="508"/>
                  <a:pt x="146" y="508"/>
                </a:cubicBezTo>
                <a:lnTo>
                  <a:pt x="144" y="502"/>
                </a:lnTo>
                <a:close/>
              </a:path>
            </a:pathLst>
          </a:custGeom>
          <a:solidFill>
            <a:srgbClr val="C52233"/>
          </a:solidFill>
          <a:ln>
            <a:noFill/>
          </a:ln>
        </p:spPr>
        <p:txBody>
          <a:bodyPr/>
          <a:lstStyle/>
          <a:p>
            <a:endParaRPr lang="en-US"/>
          </a:p>
        </p:txBody>
      </p:sp>
      <p:sp>
        <p:nvSpPr>
          <p:cNvPr id="30" name="Freeform 51">
            <a:extLst>
              <a:ext uri="{FF2B5EF4-FFF2-40B4-BE49-F238E27FC236}">
                <a16:creationId xmlns:a16="http://schemas.microsoft.com/office/drawing/2014/main" id="{9B5D985F-4052-6B49-B5E0-505B68AD37E6}"/>
              </a:ext>
            </a:extLst>
          </p:cNvPr>
          <p:cNvSpPr>
            <a:spLocks noEditPoints="1"/>
          </p:cNvSpPr>
          <p:nvPr/>
        </p:nvSpPr>
        <p:spPr bwMode="auto">
          <a:xfrm>
            <a:off x="1212850" y="3255963"/>
            <a:ext cx="3048000" cy="1077912"/>
          </a:xfrm>
          <a:custGeom>
            <a:avLst/>
            <a:gdLst>
              <a:gd name="T0" fmla="*/ 2879725 w 1920"/>
              <a:gd name="T1" fmla="*/ 407988 h 679"/>
              <a:gd name="T2" fmla="*/ 2849563 w 1920"/>
              <a:gd name="T3" fmla="*/ 530225 h 679"/>
              <a:gd name="T4" fmla="*/ 2703513 w 1920"/>
              <a:gd name="T5" fmla="*/ 500063 h 679"/>
              <a:gd name="T6" fmla="*/ 2508250 w 1920"/>
              <a:gd name="T7" fmla="*/ 522288 h 679"/>
              <a:gd name="T8" fmla="*/ 2408238 w 1920"/>
              <a:gd name="T9" fmla="*/ 787400 h 679"/>
              <a:gd name="T10" fmla="*/ 2184400 w 1920"/>
              <a:gd name="T11" fmla="*/ 1019175 h 679"/>
              <a:gd name="T12" fmla="*/ 1997075 w 1920"/>
              <a:gd name="T13" fmla="*/ 1004888 h 679"/>
              <a:gd name="T14" fmla="*/ 1754188 w 1920"/>
              <a:gd name="T15" fmla="*/ 1063625 h 679"/>
              <a:gd name="T16" fmla="*/ 1628775 w 1920"/>
              <a:gd name="T17" fmla="*/ 1000125 h 679"/>
              <a:gd name="T18" fmla="*/ 1603375 w 1920"/>
              <a:gd name="T19" fmla="*/ 960438 h 679"/>
              <a:gd name="T20" fmla="*/ 1801813 w 1920"/>
              <a:gd name="T21" fmla="*/ 938213 h 679"/>
              <a:gd name="T22" fmla="*/ 1890713 w 1920"/>
              <a:gd name="T23" fmla="*/ 823913 h 679"/>
              <a:gd name="T24" fmla="*/ 2030413 w 1920"/>
              <a:gd name="T25" fmla="*/ 735013 h 679"/>
              <a:gd name="T26" fmla="*/ 2181225 w 1920"/>
              <a:gd name="T27" fmla="*/ 547688 h 679"/>
              <a:gd name="T28" fmla="*/ 2284413 w 1920"/>
              <a:gd name="T29" fmla="*/ 460375 h 679"/>
              <a:gd name="T30" fmla="*/ 2368550 w 1920"/>
              <a:gd name="T31" fmla="*/ 427038 h 679"/>
              <a:gd name="T32" fmla="*/ 2393950 w 1920"/>
              <a:gd name="T33" fmla="*/ 496888 h 679"/>
              <a:gd name="T34" fmla="*/ 2413000 w 1920"/>
              <a:gd name="T35" fmla="*/ 407988 h 679"/>
              <a:gd name="T36" fmla="*/ 2413000 w 1920"/>
              <a:gd name="T37" fmla="*/ 360363 h 679"/>
              <a:gd name="T38" fmla="*/ 2541588 w 1920"/>
              <a:gd name="T39" fmla="*/ 265113 h 679"/>
              <a:gd name="T40" fmla="*/ 2644775 w 1920"/>
              <a:gd name="T41" fmla="*/ 69850 h 679"/>
              <a:gd name="T42" fmla="*/ 2681288 w 1920"/>
              <a:gd name="T43" fmla="*/ 66675 h 679"/>
              <a:gd name="T44" fmla="*/ 2773363 w 1920"/>
              <a:gd name="T45" fmla="*/ 139700 h 679"/>
              <a:gd name="T46" fmla="*/ 2795588 w 1920"/>
              <a:gd name="T47" fmla="*/ 246063 h 679"/>
              <a:gd name="T48" fmla="*/ 2824163 w 1920"/>
              <a:gd name="T49" fmla="*/ 279400 h 679"/>
              <a:gd name="T50" fmla="*/ 2952750 w 1920"/>
              <a:gd name="T51" fmla="*/ 304800 h 679"/>
              <a:gd name="T52" fmla="*/ 1890713 w 1920"/>
              <a:gd name="T53" fmla="*/ 809625 h 679"/>
              <a:gd name="T54" fmla="*/ 1846263 w 1920"/>
              <a:gd name="T55" fmla="*/ 798513 h 679"/>
              <a:gd name="T56" fmla="*/ 1843088 w 1920"/>
              <a:gd name="T57" fmla="*/ 779463 h 679"/>
              <a:gd name="T58" fmla="*/ 2678113 w 1920"/>
              <a:gd name="T59" fmla="*/ 0 h 679"/>
              <a:gd name="T60" fmla="*/ 2732088 w 1920"/>
              <a:gd name="T61" fmla="*/ 3175 h 679"/>
              <a:gd name="T62" fmla="*/ 1831975 w 1920"/>
              <a:gd name="T63" fmla="*/ 815975 h 679"/>
              <a:gd name="T64" fmla="*/ 1860550 w 1920"/>
              <a:gd name="T65" fmla="*/ 823913 h 679"/>
              <a:gd name="T66" fmla="*/ 647700 w 1920"/>
              <a:gd name="T67" fmla="*/ 876300 h 679"/>
              <a:gd name="T68" fmla="*/ 628650 w 1920"/>
              <a:gd name="T69" fmla="*/ 787400 h 679"/>
              <a:gd name="T70" fmla="*/ 541338 w 1920"/>
              <a:gd name="T71" fmla="*/ 617538 h 679"/>
              <a:gd name="T72" fmla="*/ 544513 w 1920"/>
              <a:gd name="T73" fmla="*/ 460375 h 679"/>
              <a:gd name="T74" fmla="*/ 342900 w 1920"/>
              <a:gd name="T75" fmla="*/ 184150 h 679"/>
              <a:gd name="T76" fmla="*/ 298450 w 1920"/>
              <a:gd name="T77" fmla="*/ 239713 h 679"/>
              <a:gd name="T78" fmla="*/ 147638 w 1920"/>
              <a:gd name="T79" fmla="*/ 257175 h 679"/>
              <a:gd name="T80" fmla="*/ 117475 w 1920"/>
              <a:gd name="T81" fmla="*/ 147638 h 679"/>
              <a:gd name="T82" fmla="*/ 7938 w 1920"/>
              <a:gd name="T83" fmla="*/ 150813 h 679"/>
              <a:gd name="T84" fmla="*/ 88900 w 1920"/>
              <a:gd name="T85" fmla="*/ 471488 h 679"/>
              <a:gd name="T86" fmla="*/ 114300 w 1920"/>
              <a:gd name="T87" fmla="*/ 577850 h 679"/>
              <a:gd name="T88" fmla="*/ 209550 w 1920"/>
              <a:gd name="T89" fmla="*/ 717550 h 679"/>
              <a:gd name="T90" fmla="*/ 327025 w 1920"/>
              <a:gd name="T91" fmla="*/ 846138 h 679"/>
              <a:gd name="T92" fmla="*/ 452438 w 1920"/>
              <a:gd name="T93" fmla="*/ 923925 h 679"/>
              <a:gd name="T94" fmla="*/ 614363 w 1920"/>
              <a:gd name="T95" fmla="*/ 985838 h 679"/>
              <a:gd name="T96" fmla="*/ 661988 w 1920"/>
              <a:gd name="T97" fmla="*/ 952500 h 679"/>
              <a:gd name="T98" fmla="*/ 658813 w 1920"/>
              <a:gd name="T99" fmla="*/ 882650 h 679"/>
              <a:gd name="T100" fmla="*/ 36513 w 1920"/>
              <a:gd name="T101" fmla="*/ 338138 h 67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920" h="679">
                <a:moveTo>
                  <a:pt x="1920" y="229"/>
                </a:moveTo>
                <a:lnTo>
                  <a:pt x="1900" y="243"/>
                </a:lnTo>
                <a:lnTo>
                  <a:pt x="1867" y="253"/>
                </a:lnTo>
                <a:lnTo>
                  <a:pt x="1828" y="248"/>
                </a:lnTo>
                <a:lnTo>
                  <a:pt x="1814" y="257"/>
                </a:lnTo>
                <a:lnTo>
                  <a:pt x="1814" y="283"/>
                </a:lnTo>
                <a:lnTo>
                  <a:pt x="1842" y="306"/>
                </a:lnTo>
                <a:lnTo>
                  <a:pt x="1842" y="317"/>
                </a:lnTo>
                <a:lnTo>
                  <a:pt x="1816" y="322"/>
                </a:lnTo>
                <a:lnTo>
                  <a:pt x="1795" y="334"/>
                </a:lnTo>
                <a:lnTo>
                  <a:pt x="1779" y="329"/>
                </a:lnTo>
                <a:lnTo>
                  <a:pt x="1754" y="313"/>
                </a:lnTo>
                <a:lnTo>
                  <a:pt x="1751" y="322"/>
                </a:lnTo>
                <a:lnTo>
                  <a:pt x="1731" y="315"/>
                </a:lnTo>
                <a:lnTo>
                  <a:pt x="1703" y="315"/>
                </a:lnTo>
                <a:lnTo>
                  <a:pt x="1691" y="308"/>
                </a:lnTo>
                <a:lnTo>
                  <a:pt x="1647" y="308"/>
                </a:lnTo>
                <a:lnTo>
                  <a:pt x="1617" y="310"/>
                </a:lnTo>
                <a:lnTo>
                  <a:pt x="1601" y="304"/>
                </a:lnTo>
                <a:lnTo>
                  <a:pt x="1580" y="329"/>
                </a:lnTo>
                <a:lnTo>
                  <a:pt x="1580" y="341"/>
                </a:lnTo>
                <a:lnTo>
                  <a:pt x="1571" y="359"/>
                </a:lnTo>
                <a:lnTo>
                  <a:pt x="1571" y="373"/>
                </a:lnTo>
                <a:lnTo>
                  <a:pt x="1548" y="450"/>
                </a:lnTo>
                <a:lnTo>
                  <a:pt x="1517" y="496"/>
                </a:lnTo>
                <a:lnTo>
                  <a:pt x="1504" y="538"/>
                </a:lnTo>
                <a:lnTo>
                  <a:pt x="1462" y="598"/>
                </a:lnTo>
                <a:lnTo>
                  <a:pt x="1466" y="614"/>
                </a:lnTo>
                <a:lnTo>
                  <a:pt x="1418" y="621"/>
                </a:lnTo>
                <a:lnTo>
                  <a:pt x="1376" y="642"/>
                </a:lnTo>
                <a:lnTo>
                  <a:pt x="1353" y="644"/>
                </a:lnTo>
                <a:lnTo>
                  <a:pt x="1346" y="633"/>
                </a:lnTo>
                <a:lnTo>
                  <a:pt x="1321" y="619"/>
                </a:lnTo>
                <a:lnTo>
                  <a:pt x="1272" y="621"/>
                </a:lnTo>
                <a:lnTo>
                  <a:pt x="1258" y="633"/>
                </a:lnTo>
                <a:lnTo>
                  <a:pt x="1202" y="656"/>
                </a:lnTo>
                <a:lnTo>
                  <a:pt x="1147" y="654"/>
                </a:lnTo>
                <a:lnTo>
                  <a:pt x="1133" y="660"/>
                </a:lnTo>
                <a:lnTo>
                  <a:pt x="1107" y="658"/>
                </a:lnTo>
                <a:lnTo>
                  <a:pt x="1105" y="670"/>
                </a:lnTo>
                <a:lnTo>
                  <a:pt x="1075" y="679"/>
                </a:lnTo>
                <a:lnTo>
                  <a:pt x="1061" y="677"/>
                </a:lnTo>
                <a:lnTo>
                  <a:pt x="1052" y="660"/>
                </a:lnTo>
                <a:lnTo>
                  <a:pt x="1029" y="640"/>
                </a:lnTo>
                <a:lnTo>
                  <a:pt x="1026" y="630"/>
                </a:lnTo>
                <a:lnTo>
                  <a:pt x="994" y="607"/>
                </a:lnTo>
                <a:lnTo>
                  <a:pt x="973" y="570"/>
                </a:lnTo>
                <a:lnTo>
                  <a:pt x="982" y="568"/>
                </a:lnTo>
                <a:lnTo>
                  <a:pt x="999" y="589"/>
                </a:lnTo>
                <a:lnTo>
                  <a:pt x="1010" y="605"/>
                </a:lnTo>
                <a:lnTo>
                  <a:pt x="1038" y="603"/>
                </a:lnTo>
                <a:lnTo>
                  <a:pt x="1080" y="619"/>
                </a:lnTo>
                <a:lnTo>
                  <a:pt x="1119" y="623"/>
                </a:lnTo>
                <a:lnTo>
                  <a:pt x="1119" y="616"/>
                </a:lnTo>
                <a:lnTo>
                  <a:pt x="1135" y="591"/>
                </a:lnTo>
                <a:lnTo>
                  <a:pt x="1135" y="563"/>
                </a:lnTo>
                <a:lnTo>
                  <a:pt x="1142" y="542"/>
                </a:lnTo>
                <a:lnTo>
                  <a:pt x="1154" y="528"/>
                </a:lnTo>
                <a:lnTo>
                  <a:pt x="1177" y="526"/>
                </a:lnTo>
                <a:lnTo>
                  <a:pt x="1191" y="519"/>
                </a:lnTo>
                <a:lnTo>
                  <a:pt x="1205" y="524"/>
                </a:lnTo>
                <a:lnTo>
                  <a:pt x="1193" y="512"/>
                </a:lnTo>
                <a:lnTo>
                  <a:pt x="1189" y="487"/>
                </a:lnTo>
                <a:lnTo>
                  <a:pt x="1198" y="482"/>
                </a:lnTo>
                <a:lnTo>
                  <a:pt x="1279" y="463"/>
                </a:lnTo>
                <a:lnTo>
                  <a:pt x="1307" y="440"/>
                </a:lnTo>
                <a:lnTo>
                  <a:pt x="1330" y="410"/>
                </a:lnTo>
                <a:lnTo>
                  <a:pt x="1337" y="392"/>
                </a:lnTo>
                <a:lnTo>
                  <a:pt x="1365" y="364"/>
                </a:lnTo>
                <a:lnTo>
                  <a:pt x="1374" y="345"/>
                </a:lnTo>
                <a:lnTo>
                  <a:pt x="1399" y="322"/>
                </a:lnTo>
                <a:lnTo>
                  <a:pt x="1402" y="299"/>
                </a:lnTo>
                <a:lnTo>
                  <a:pt x="1413" y="280"/>
                </a:lnTo>
                <a:lnTo>
                  <a:pt x="1429" y="287"/>
                </a:lnTo>
                <a:lnTo>
                  <a:pt x="1439" y="290"/>
                </a:lnTo>
                <a:lnTo>
                  <a:pt x="1457" y="317"/>
                </a:lnTo>
                <a:lnTo>
                  <a:pt x="1476" y="334"/>
                </a:lnTo>
                <a:lnTo>
                  <a:pt x="1487" y="329"/>
                </a:lnTo>
                <a:lnTo>
                  <a:pt x="1480" y="285"/>
                </a:lnTo>
                <a:lnTo>
                  <a:pt x="1492" y="269"/>
                </a:lnTo>
                <a:lnTo>
                  <a:pt x="1499" y="266"/>
                </a:lnTo>
                <a:lnTo>
                  <a:pt x="1499" y="271"/>
                </a:lnTo>
                <a:lnTo>
                  <a:pt x="1504" y="271"/>
                </a:lnTo>
                <a:lnTo>
                  <a:pt x="1508" y="287"/>
                </a:lnTo>
                <a:lnTo>
                  <a:pt x="1508" y="313"/>
                </a:lnTo>
                <a:lnTo>
                  <a:pt x="1522" y="320"/>
                </a:lnTo>
                <a:lnTo>
                  <a:pt x="1531" y="304"/>
                </a:lnTo>
                <a:lnTo>
                  <a:pt x="1520" y="269"/>
                </a:lnTo>
                <a:lnTo>
                  <a:pt x="1517" y="262"/>
                </a:lnTo>
                <a:lnTo>
                  <a:pt x="1520" y="257"/>
                </a:lnTo>
                <a:lnTo>
                  <a:pt x="1536" y="250"/>
                </a:lnTo>
                <a:lnTo>
                  <a:pt x="1545" y="234"/>
                </a:lnTo>
                <a:lnTo>
                  <a:pt x="1522" y="241"/>
                </a:lnTo>
                <a:lnTo>
                  <a:pt x="1513" y="239"/>
                </a:lnTo>
                <a:lnTo>
                  <a:pt x="1520" y="227"/>
                </a:lnTo>
                <a:lnTo>
                  <a:pt x="1508" y="227"/>
                </a:lnTo>
                <a:lnTo>
                  <a:pt x="1520" y="215"/>
                </a:lnTo>
                <a:lnTo>
                  <a:pt x="1548" y="204"/>
                </a:lnTo>
                <a:lnTo>
                  <a:pt x="1564" y="204"/>
                </a:lnTo>
                <a:lnTo>
                  <a:pt x="1601" y="167"/>
                </a:lnTo>
                <a:lnTo>
                  <a:pt x="1605" y="139"/>
                </a:lnTo>
                <a:lnTo>
                  <a:pt x="1626" y="93"/>
                </a:lnTo>
                <a:lnTo>
                  <a:pt x="1640" y="88"/>
                </a:lnTo>
                <a:lnTo>
                  <a:pt x="1654" y="44"/>
                </a:lnTo>
                <a:lnTo>
                  <a:pt x="1666" y="44"/>
                </a:lnTo>
                <a:lnTo>
                  <a:pt x="1670" y="60"/>
                </a:lnTo>
                <a:lnTo>
                  <a:pt x="1663" y="79"/>
                </a:lnTo>
                <a:lnTo>
                  <a:pt x="1673" y="81"/>
                </a:lnTo>
                <a:lnTo>
                  <a:pt x="1693" y="60"/>
                </a:lnTo>
                <a:lnTo>
                  <a:pt x="1689" y="42"/>
                </a:lnTo>
                <a:lnTo>
                  <a:pt x="1698" y="35"/>
                </a:lnTo>
                <a:lnTo>
                  <a:pt x="1717" y="49"/>
                </a:lnTo>
                <a:lnTo>
                  <a:pt x="1719" y="76"/>
                </a:lnTo>
                <a:lnTo>
                  <a:pt x="1738" y="93"/>
                </a:lnTo>
                <a:lnTo>
                  <a:pt x="1747" y="88"/>
                </a:lnTo>
                <a:lnTo>
                  <a:pt x="1770" y="102"/>
                </a:lnTo>
                <a:lnTo>
                  <a:pt x="1770" y="116"/>
                </a:lnTo>
                <a:lnTo>
                  <a:pt x="1754" y="123"/>
                </a:lnTo>
                <a:lnTo>
                  <a:pt x="1751" y="153"/>
                </a:lnTo>
                <a:lnTo>
                  <a:pt x="1761" y="155"/>
                </a:lnTo>
                <a:lnTo>
                  <a:pt x="1768" y="167"/>
                </a:lnTo>
                <a:lnTo>
                  <a:pt x="1782" y="148"/>
                </a:lnTo>
                <a:lnTo>
                  <a:pt x="1791" y="146"/>
                </a:lnTo>
                <a:lnTo>
                  <a:pt x="1802" y="158"/>
                </a:lnTo>
                <a:lnTo>
                  <a:pt x="1779" y="176"/>
                </a:lnTo>
                <a:lnTo>
                  <a:pt x="1788" y="185"/>
                </a:lnTo>
                <a:lnTo>
                  <a:pt x="1805" y="169"/>
                </a:lnTo>
                <a:lnTo>
                  <a:pt x="1819" y="169"/>
                </a:lnTo>
                <a:lnTo>
                  <a:pt x="1844" y="195"/>
                </a:lnTo>
                <a:lnTo>
                  <a:pt x="1860" y="192"/>
                </a:lnTo>
                <a:lnTo>
                  <a:pt x="1879" y="209"/>
                </a:lnTo>
                <a:lnTo>
                  <a:pt x="1902" y="213"/>
                </a:lnTo>
                <a:lnTo>
                  <a:pt x="1918" y="213"/>
                </a:lnTo>
                <a:lnTo>
                  <a:pt x="1920" y="229"/>
                </a:lnTo>
                <a:close/>
                <a:moveTo>
                  <a:pt x="1191" y="510"/>
                </a:moveTo>
                <a:lnTo>
                  <a:pt x="1184" y="487"/>
                </a:lnTo>
                <a:lnTo>
                  <a:pt x="1170" y="491"/>
                </a:lnTo>
                <a:lnTo>
                  <a:pt x="1163" y="494"/>
                </a:lnTo>
                <a:lnTo>
                  <a:pt x="1163" y="503"/>
                </a:lnTo>
                <a:lnTo>
                  <a:pt x="1177" y="517"/>
                </a:lnTo>
                <a:lnTo>
                  <a:pt x="1191" y="510"/>
                </a:lnTo>
                <a:close/>
                <a:moveTo>
                  <a:pt x="1158" y="508"/>
                </a:moveTo>
                <a:lnTo>
                  <a:pt x="1161" y="491"/>
                </a:lnTo>
                <a:lnTo>
                  <a:pt x="1154" y="503"/>
                </a:lnTo>
                <a:lnTo>
                  <a:pt x="1156" y="510"/>
                </a:lnTo>
                <a:lnTo>
                  <a:pt x="1158" y="508"/>
                </a:lnTo>
                <a:close/>
                <a:moveTo>
                  <a:pt x="1687" y="7"/>
                </a:moveTo>
                <a:lnTo>
                  <a:pt x="1687" y="0"/>
                </a:lnTo>
                <a:lnTo>
                  <a:pt x="1661" y="14"/>
                </a:lnTo>
                <a:lnTo>
                  <a:pt x="1673" y="14"/>
                </a:lnTo>
                <a:lnTo>
                  <a:pt x="1687" y="7"/>
                </a:lnTo>
                <a:close/>
                <a:moveTo>
                  <a:pt x="1721" y="16"/>
                </a:moveTo>
                <a:lnTo>
                  <a:pt x="1721" y="2"/>
                </a:lnTo>
                <a:lnTo>
                  <a:pt x="1712" y="0"/>
                </a:lnTo>
                <a:lnTo>
                  <a:pt x="1693" y="16"/>
                </a:lnTo>
                <a:lnTo>
                  <a:pt x="1698" y="23"/>
                </a:lnTo>
                <a:lnTo>
                  <a:pt x="1721" y="16"/>
                </a:lnTo>
                <a:close/>
                <a:moveTo>
                  <a:pt x="1154" y="514"/>
                </a:moveTo>
                <a:lnTo>
                  <a:pt x="1142" y="531"/>
                </a:lnTo>
                <a:lnTo>
                  <a:pt x="1158" y="524"/>
                </a:lnTo>
                <a:lnTo>
                  <a:pt x="1154" y="514"/>
                </a:lnTo>
                <a:close/>
                <a:moveTo>
                  <a:pt x="1161" y="524"/>
                </a:moveTo>
                <a:lnTo>
                  <a:pt x="1172" y="519"/>
                </a:lnTo>
                <a:lnTo>
                  <a:pt x="1161" y="510"/>
                </a:lnTo>
                <a:lnTo>
                  <a:pt x="1158" y="514"/>
                </a:lnTo>
                <a:lnTo>
                  <a:pt x="1161" y="524"/>
                </a:lnTo>
                <a:close/>
                <a:moveTo>
                  <a:pt x="415" y="556"/>
                </a:moveTo>
                <a:lnTo>
                  <a:pt x="408" y="552"/>
                </a:lnTo>
                <a:lnTo>
                  <a:pt x="408" y="547"/>
                </a:lnTo>
                <a:lnTo>
                  <a:pt x="406" y="540"/>
                </a:lnTo>
                <a:lnTo>
                  <a:pt x="399" y="533"/>
                </a:lnTo>
                <a:lnTo>
                  <a:pt x="394" y="503"/>
                </a:lnTo>
                <a:lnTo>
                  <a:pt x="396" y="496"/>
                </a:lnTo>
                <a:lnTo>
                  <a:pt x="392" y="487"/>
                </a:lnTo>
                <a:lnTo>
                  <a:pt x="375" y="487"/>
                </a:lnTo>
                <a:lnTo>
                  <a:pt x="352" y="466"/>
                </a:lnTo>
                <a:lnTo>
                  <a:pt x="341" y="440"/>
                </a:lnTo>
                <a:lnTo>
                  <a:pt x="341" y="389"/>
                </a:lnTo>
                <a:lnTo>
                  <a:pt x="334" y="378"/>
                </a:lnTo>
                <a:lnTo>
                  <a:pt x="334" y="359"/>
                </a:lnTo>
                <a:lnTo>
                  <a:pt x="338" y="350"/>
                </a:lnTo>
                <a:lnTo>
                  <a:pt x="336" y="301"/>
                </a:lnTo>
                <a:lnTo>
                  <a:pt x="343" y="290"/>
                </a:lnTo>
                <a:lnTo>
                  <a:pt x="334" y="250"/>
                </a:lnTo>
                <a:lnTo>
                  <a:pt x="311" y="215"/>
                </a:lnTo>
                <a:lnTo>
                  <a:pt x="239" y="141"/>
                </a:lnTo>
                <a:lnTo>
                  <a:pt x="225" y="113"/>
                </a:lnTo>
                <a:lnTo>
                  <a:pt x="216" y="116"/>
                </a:lnTo>
                <a:lnTo>
                  <a:pt x="206" y="125"/>
                </a:lnTo>
                <a:lnTo>
                  <a:pt x="192" y="127"/>
                </a:lnTo>
                <a:lnTo>
                  <a:pt x="188" y="132"/>
                </a:lnTo>
                <a:lnTo>
                  <a:pt x="188" y="151"/>
                </a:lnTo>
                <a:lnTo>
                  <a:pt x="174" y="160"/>
                </a:lnTo>
                <a:lnTo>
                  <a:pt x="160" y="148"/>
                </a:lnTo>
                <a:lnTo>
                  <a:pt x="142" y="151"/>
                </a:lnTo>
                <a:lnTo>
                  <a:pt x="121" y="169"/>
                </a:lnTo>
                <a:lnTo>
                  <a:pt x="93" y="162"/>
                </a:lnTo>
                <a:lnTo>
                  <a:pt x="93" y="148"/>
                </a:lnTo>
                <a:lnTo>
                  <a:pt x="104" y="134"/>
                </a:lnTo>
                <a:lnTo>
                  <a:pt x="109" y="107"/>
                </a:lnTo>
                <a:lnTo>
                  <a:pt x="95" y="93"/>
                </a:lnTo>
                <a:lnTo>
                  <a:pt x="74" y="93"/>
                </a:lnTo>
                <a:lnTo>
                  <a:pt x="70" y="81"/>
                </a:lnTo>
                <a:lnTo>
                  <a:pt x="42" y="74"/>
                </a:lnTo>
                <a:lnTo>
                  <a:pt x="23" y="56"/>
                </a:lnTo>
                <a:lnTo>
                  <a:pt x="9" y="74"/>
                </a:lnTo>
                <a:lnTo>
                  <a:pt x="5" y="95"/>
                </a:lnTo>
                <a:lnTo>
                  <a:pt x="23" y="130"/>
                </a:lnTo>
                <a:lnTo>
                  <a:pt x="35" y="213"/>
                </a:lnTo>
                <a:lnTo>
                  <a:pt x="47" y="239"/>
                </a:lnTo>
                <a:lnTo>
                  <a:pt x="58" y="264"/>
                </a:lnTo>
                <a:lnTo>
                  <a:pt x="56" y="297"/>
                </a:lnTo>
                <a:lnTo>
                  <a:pt x="49" y="301"/>
                </a:lnTo>
                <a:lnTo>
                  <a:pt x="51" y="324"/>
                </a:lnTo>
                <a:lnTo>
                  <a:pt x="65" y="338"/>
                </a:lnTo>
                <a:lnTo>
                  <a:pt x="60" y="348"/>
                </a:lnTo>
                <a:lnTo>
                  <a:pt x="72" y="364"/>
                </a:lnTo>
                <a:lnTo>
                  <a:pt x="100" y="380"/>
                </a:lnTo>
                <a:lnTo>
                  <a:pt x="118" y="408"/>
                </a:lnTo>
                <a:lnTo>
                  <a:pt x="135" y="419"/>
                </a:lnTo>
                <a:lnTo>
                  <a:pt x="148" y="438"/>
                </a:lnTo>
                <a:lnTo>
                  <a:pt x="132" y="452"/>
                </a:lnTo>
                <a:lnTo>
                  <a:pt x="130" y="466"/>
                </a:lnTo>
                <a:lnTo>
                  <a:pt x="142" y="475"/>
                </a:lnTo>
                <a:lnTo>
                  <a:pt x="179" y="491"/>
                </a:lnTo>
                <a:lnTo>
                  <a:pt x="209" y="514"/>
                </a:lnTo>
                <a:lnTo>
                  <a:pt x="206" y="533"/>
                </a:lnTo>
                <a:lnTo>
                  <a:pt x="232" y="558"/>
                </a:lnTo>
                <a:lnTo>
                  <a:pt x="246" y="558"/>
                </a:lnTo>
                <a:lnTo>
                  <a:pt x="260" y="556"/>
                </a:lnTo>
                <a:lnTo>
                  <a:pt x="271" y="565"/>
                </a:lnTo>
                <a:lnTo>
                  <a:pt x="285" y="582"/>
                </a:lnTo>
                <a:lnTo>
                  <a:pt x="315" y="598"/>
                </a:lnTo>
                <a:lnTo>
                  <a:pt x="348" y="603"/>
                </a:lnTo>
                <a:lnTo>
                  <a:pt x="362" y="619"/>
                </a:lnTo>
                <a:lnTo>
                  <a:pt x="380" y="628"/>
                </a:lnTo>
                <a:lnTo>
                  <a:pt x="387" y="621"/>
                </a:lnTo>
                <a:lnTo>
                  <a:pt x="406" y="614"/>
                </a:lnTo>
                <a:lnTo>
                  <a:pt x="410" y="612"/>
                </a:lnTo>
                <a:lnTo>
                  <a:pt x="413" y="600"/>
                </a:lnTo>
                <a:lnTo>
                  <a:pt x="408" y="593"/>
                </a:lnTo>
                <a:lnTo>
                  <a:pt x="417" y="600"/>
                </a:lnTo>
                <a:lnTo>
                  <a:pt x="417" y="612"/>
                </a:lnTo>
                <a:lnTo>
                  <a:pt x="422" y="619"/>
                </a:lnTo>
                <a:lnTo>
                  <a:pt x="436" y="621"/>
                </a:lnTo>
                <a:lnTo>
                  <a:pt x="436" y="598"/>
                </a:lnTo>
                <a:lnTo>
                  <a:pt x="415" y="556"/>
                </a:lnTo>
                <a:close/>
                <a:moveTo>
                  <a:pt x="9" y="185"/>
                </a:moveTo>
                <a:lnTo>
                  <a:pt x="0" y="183"/>
                </a:lnTo>
                <a:lnTo>
                  <a:pt x="5" y="204"/>
                </a:lnTo>
                <a:lnTo>
                  <a:pt x="14" y="218"/>
                </a:lnTo>
                <a:lnTo>
                  <a:pt x="23" y="213"/>
                </a:lnTo>
                <a:lnTo>
                  <a:pt x="19" y="199"/>
                </a:lnTo>
                <a:lnTo>
                  <a:pt x="9" y="185"/>
                </a:lnTo>
                <a:close/>
              </a:path>
            </a:pathLst>
          </a:custGeom>
          <a:solidFill>
            <a:srgbClr val="E3E3E3"/>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31" name="Freeform 52">
            <a:extLst>
              <a:ext uri="{FF2B5EF4-FFF2-40B4-BE49-F238E27FC236}">
                <a16:creationId xmlns:a16="http://schemas.microsoft.com/office/drawing/2014/main" id="{276CA056-58A9-E349-A1D8-324D2D22F09B}"/>
              </a:ext>
            </a:extLst>
          </p:cNvPr>
          <p:cNvSpPr/>
          <p:nvPr/>
        </p:nvSpPr>
        <p:spPr bwMode="auto">
          <a:xfrm>
            <a:off x="1827213" y="4230688"/>
            <a:ext cx="44450" cy="30162"/>
          </a:xfrm>
          <a:custGeom>
            <a:avLst/>
            <a:gdLst>
              <a:gd name="T0" fmla="*/ 36513 w 28"/>
              <a:gd name="T1" fmla="*/ 0 h 19"/>
              <a:gd name="T2" fmla="*/ 30163 w 28"/>
              <a:gd name="T3" fmla="*/ 0 h 19"/>
              <a:gd name="T4" fmla="*/ 0 w 28"/>
              <a:gd name="T5" fmla="*/ 11113 h 19"/>
              <a:gd name="T6" fmla="*/ 7938 w 28"/>
              <a:gd name="T7" fmla="*/ 22225 h 19"/>
              <a:gd name="T8" fmla="*/ 11113 w 28"/>
              <a:gd name="T9" fmla="*/ 30163 h 19"/>
              <a:gd name="T10" fmla="*/ 44450 w 28"/>
              <a:gd name="T11" fmla="*/ 7938 h 19"/>
              <a:gd name="T12" fmla="*/ 44450 w 28"/>
              <a:gd name="T13" fmla="*/ 0 h 19"/>
              <a:gd name="T14" fmla="*/ 36513 w 28"/>
              <a:gd name="T15" fmla="*/ 0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19">
                <a:moveTo>
                  <a:pt x="23" y="0"/>
                </a:moveTo>
                <a:lnTo>
                  <a:pt x="19" y="0"/>
                </a:lnTo>
                <a:lnTo>
                  <a:pt x="0" y="7"/>
                </a:lnTo>
                <a:lnTo>
                  <a:pt x="5" y="14"/>
                </a:lnTo>
                <a:lnTo>
                  <a:pt x="7" y="19"/>
                </a:lnTo>
                <a:lnTo>
                  <a:pt x="28" y="5"/>
                </a:lnTo>
                <a:lnTo>
                  <a:pt x="28" y="0"/>
                </a:lnTo>
                <a:lnTo>
                  <a:pt x="23" y="0"/>
                </a:lnTo>
                <a:close/>
              </a:path>
            </a:pathLst>
          </a:custGeom>
          <a:solidFill>
            <a:srgbClr val="C6C6C6"/>
          </a:solidFill>
          <a:ln>
            <a:noFill/>
          </a:ln>
          <a:extLst>
            <a:ext uri="{91240B29-F687-4F45-9708-019B960494DF}">
              <a14:hiddenLine xmlns:a14="http://schemas.microsoft.com/office/drawing/2010/main" w="9525">
                <a:solidFill>
                  <a:srgbClr val="000000"/>
                </a:solidFill>
                <a:round/>
              </a14:hiddenLine>
            </a:ext>
          </a:extLst>
        </p:spPr>
        <p:txBody>
          <a:bodyPr/>
          <a:lstStyle/>
          <a:p>
            <a:endParaRPr lang="en-US"/>
          </a:p>
        </p:txBody>
      </p:sp>
      <p:sp>
        <p:nvSpPr>
          <p:cNvPr id="32" name="Rectangle 53">
            <a:extLst>
              <a:ext uri="{FF2B5EF4-FFF2-40B4-BE49-F238E27FC236}">
                <a16:creationId xmlns:a16="http://schemas.microsoft.com/office/drawing/2014/main" id="{553A5D81-CA79-8A60-D393-DB277E439F28}"/>
              </a:ext>
            </a:extLst>
          </p:cNvPr>
          <p:cNvSpPr>
            <a:spLocks noChangeArrowheads="1"/>
          </p:cNvSpPr>
          <p:nvPr/>
        </p:nvSpPr>
        <p:spPr bwMode="auto">
          <a:xfrm>
            <a:off x="971247" y="1733550"/>
            <a:ext cx="989013"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400" b="1" dirty="0">
                <a:solidFill>
                  <a:srgbClr val="FFFFFF"/>
                </a:solidFill>
                <a:latin typeface="Open Sans Semibold" panose="020B0706030804020204" pitchFamily="34" charset="0"/>
              </a:rPr>
              <a:t>THAILAND</a:t>
            </a:r>
            <a:endParaRPr lang="en-US" altLang="en-US" dirty="0"/>
          </a:p>
        </p:txBody>
      </p:sp>
      <p:sp>
        <p:nvSpPr>
          <p:cNvPr id="33" name="Rectangle 54">
            <a:extLst>
              <a:ext uri="{FF2B5EF4-FFF2-40B4-BE49-F238E27FC236}">
                <a16:creationId xmlns:a16="http://schemas.microsoft.com/office/drawing/2014/main" id="{257A9F22-A597-A1D6-0E5B-F4308F5E7B49}"/>
              </a:ext>
            </a:extLst>
          </p:cNvPr>
          <p:cNvSpPr>
            <a:spLocks noChangeArrowheads="1"/>
          </p:cNvSpPr>
          <p:nvPr/>
        </p:nvSpPr>
        <p:spPr bwMode="auto">
          <a:xfrm>
            <a:off x="1643063" y="2228850"/>
            <a:ext cx="76835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900" b="1">
                <a:solidFill>
                  <a:srgbClr val="000000"/>
                </a:solidFill>
                <a:latin typeface="Open Sans Semibold" panose="020B0706030804020204" pitchFamily="34" charset="0"/>
              </a:rPr>
              <a:t>CAMBODIA</a:t>
            </a:r>
            <a:endParaRPr lang="en-US" altLang="en-US"/>
          </a:p>
        </p:txBody>
      </p:sp>
      <p:sp>
        <p:nvSpPr>
          <p:cNvPr id="34" name="Rectangle 55">
            <a:extLst>
              <a:ext uri="{FF2B5EF4-FFF2-40B4-BE49-F238E27FC236}">
                <a16:creationId xmlns:a16="http://schemas.microsoft.com/office/drawing/2014/main" id="{DBAC148B-F5AA-FCD8-31D2-6DBC52CD4A16}"/>
              </a:ext>
            </a:extLst>
          </p:cNvPr>
          <p:cNvSpPr>
            <a:spLocks noChangeArrowheads="1"/>
          </p:cNvSpPr>
          <p:nvPr/>
        </p:nvSpPr>
        <p:spPr bwMode="auto">
          <a:xfrm>
            <a:off x="1760538" y="3502025"/>
            <a:ext cx="830262"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200" b="1">
                <a:solidFill>
                  <a:srgbClr val="000000"/>
                </a:solidFill>
                <a:latin typeface="Open Sans Semibold" panose="020B0706030804020204" pitchFamily="34" charset="0"/>
              </a:rPr>
              <a:t>MALAYSIA</a:t>
            </a:r>
            <a:endParaRPr lang="en-US" altLang="en-US"/>
          </a:p>
        </p:txBody>
      </p:sp>
      <p:sp>
        <p:nvSpPr>
          <p:cNvPr id="35" name="Rectangle 56">
            <a:extLst>
              <a:ext uri="{FF2B5EF4-FFF2-40B4-BE49-F238E27FC236}">
                <a16:creationId xmlns:a16="http://schemas.microsoft.com/office/drawing/2014/main" id="{8108437E-EDD0-31E8-B05B-F7AC1E836D6E}"/>
              </a:ext>
            </a:extLst>
          </p:cNvPr>
          <p:cNvSpPr>
            <a:spLocks noChangeArrowheads="1"/>
          </p:cNvSpPr>
          <p:nvPr/>
        </p:nvSpPr>
        <p:spPr bwMode="auto">
          <a:xfrm>
            <a:off x="1882775" y="4168775"/>
            <a:ext cx="481013" cy="12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600" b="1">
                <a:solidFill>
                  <a:srgbClr val="000000"/>
                </a:solidFill>
                <a:latin typeface="Open Sans Semibold" panose="020B0706030804020204" pitchFamily="34" charset="0"/>
              </a:rPr>
              <a:t>SINGAPORE</a:t>
            </a:r>
            <a:endParaRPr lang="en-US" altLang="en-US"/>
          </a:p>
        </p:txBody>
      </p:sp>
      <p:sp>
        <p:nvSpPr>
          <p:cNvPr id="36" name="Rectangle 57">
            <a:extLst>
              <a:ext uri="{FF2B5EF4-FFF2-40B4-BE49-F238E27FC236}">
                <a16:creationId xmlns:a16="http://schemas.microsoft.com/office/drawing/2014/main" id="{49A28407-E69F-D399-B96E-C5249EFDDCDA}"/>
              </a:ext>
            </a:extLst>
          </p:cNvPr>
          <p:cNvSpPr>
            <a:spLocks noChangeArrowheads="1"/>
          </p:cNvSpPr>
          <p:nvPr/>
        </p:nvSpPr>
        <p:spPr bwMode="auto">
          <a:xfrm>
            <a:off x="2257425" y="1346200"/>
            <a:ext cx="101758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500" b="1" dirty="0">
                <a:solidFill>
                  <a:srgbClr val="000000"/>
                </a:solidFill>
                <a:latin typeface="Open Sans Semibold" panose="020B0706030804020204" pitchFamily="34" charset="0"/>
              </a:rPr>
              <a:t>VIETNAM</a:t>
            </a:r>
            <a:endParaRPr lang="en-US" altLang="en-US" dirty="0"/>
          </a:p>
        </p:txBody>
      </p:sp>
      <p:sp>
        <p:nvSpPr>
          <p:cNvPr id="37" name="Rectangle 58">
            <a:extLst>
              <a:ext uri="{FF2B5EF4-FFF2-40B4-BE49-F238E27FC236}">
                <a16:creationId xmlns:a16="http://schemas.microsoft.com/office/drawing/2014/main" id="{468FD50B-8B1A-6863-1AD1-59605F1DEEB0}"/>
              </a:ext>
            </a:extLst>
          </p:cNvPr>
          <p:cNvSpPr>
            <a:spLocks noChangeArrowheads="1"/>
          </p:cNvSpPr>
          <p:nvPr/>
        </p:nvSpPr>
        <p:spPr bwMode="auto">
          <a:xfrm>
            <a:off x="3095625" y="3465513"/>
            <a:ext cx="59848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100" b="1">
                <a:solidFill>
                  <a:srgbClr val="000000"/>
                </a:solidFill>
                <a:latin typeface="Open Sans Semibold" panose="020B0706030804020204" pitchFamily="34" charset="0"/>
              </a:rPr>
              <a:t>BRUNEI</a:t>
            </a:r>
            <a:endParaRPr lang="en-US" altLang="en-US"/>
          </a:p>
        </p:txBody>
      </p:sp>
      <p:sp>
        <p:nvSpPr>
          <p:cNvPr id="38" name="Rectangle 59">
            <a:extLst>
              <a:ext uri="{FF2B5EF4-FFF2-40B4-BE49-F238E27FC236}">
                <a16:creationId xmlns:a16="http://schemas.microsoft.com/office/drawing/2014/main" id="{B315C458-C403-CA1A-80A6-CA1F263B087A}"/>
              </a:ext>
            </a:extLst>
          </p:cNvPr>
          <p:cNvSpPr>
            <a:spLocks noChangeArrowheads="1"/>
          </p:cNvSpPr>
          <p:nvPr/>
        </p:nvSpPr>
        <p:spPr bwMode="auto">
          <a:xfrm>
            <a:off x="3709988" y="2460625"/>
            <a:ext cx="9842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200" b="1">
                <a:solidFill>
                  <a:srgbClr val="000000"/>
                </a:solidFill>
                <a:latin typeface="Open Sans Semibold" panose="020B0706030804020204" pitchFamily="34" charset="0"/>
              </a:rPr>
              <a:t>PHILIPPINES</a:t>
            </a:r>
            <a:endParaRPr lang="en-US" altLang="en-US"/>
          </a:p>
        </p:txBody>
      </p:sp>
      <p:sp>
        <p:nvSpPr>
          <p:cNvPr id="39" name="Rectangle 60">
            <a:extLst>
              <a:ext uri="{FF2B5EF4-FFF2-40B4-BE49-F238E27FC236}">
                <a16:creationId xmlns:a16="http://schemas.microsoft.com/office/drawing/2014/main" id="{7CE390CE-3450-56F0-FD00-7F51CF6E910E}"/>
              </a:ext>
            </a:extLst>
          </p:cNvPr>
          <p:cNvSpPr>
            <a:spLocks noChangeArrowheads="1"/>
          </p:cNvSpPr>
          <p:nvPr/>
        </p:nvSpPr>
        <p:spPr bwMode="auto">
          <a:xfrm>
            <a:off x="7850188" y="5151438"/>
            <a:ext cx="5429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100" b="1">
                <a:solidFill>
                  <a:srgbClr val="000000"/>
                </a:solidFill>
                <a:latin typeface="Open Sans Semibold" panose="020B0706030804020204" pitchFamily="34" charset="0"/>
              </a:rPr>
              <a:t>PAPUA</a:t>
            </a:r>
            <a:endParaRPr lang="en-US" altLang="en-US"/>
          </a:p>
        </p:txBody>
      </p:sp>
      <p:sp>
        <p:nvSpPr>
          <p:cNvPr id="40" name="Rectangle 61">
            <a:extLst>
              <a:ext uri="{FF2B5EF4-FFF2-40B4-BE49-F238E27FC236}">
                <a16:creationId xmlns:a16="http://schemas.microsoft.com/office/drawing/2014/main" id="{D92BC024-1B6A-8802-DC7A-521B29AEFE86}"/>
              </a:ext>
            </a:extLst>
          </p:cNvPr>
          <p:cNvSpPr>
            <a:spLocks noChangeArrowheads="1"/>
          </p:cNvSpPr>
          <p:nvPr/>
        </p:nvSpPr>
        <p:spPr bwMode="auto">
          <a:xfrm>
            <a:off x="7916863" y="5302250"/>
            <a:ext cx="403225"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100" b="1">
                <a:solidFill>
                  <a:srgbClr val="000000"/>
                </a:solidFill>
                <a:latin typeface="Open Sans Semibold" panose="020B0706030804020204" pitchFamily="34" charset="0"/>
              </a:rPr>
              <a:t>NEW</a:t>
            </a:r>
            <a:endParaRPr lang="en-US" altLang="en-US"/>
          </a:p>
        </p:txBody>
      </p:sp>
      <p:sp>
        <p:nvSpPr>
          <p:cNvPr id="41" name="Rectangle 62">
            <a:extLst>
              <a:ext uri="{FF2B5EF4-FFF2-40B4-BE49-F238E27FC236}">
                <a16:creationId xmlns:a16="http://schemas.microsoft.com/office/drawing/2014/main" id="{A9E181C6-6C84-AD16-F2B0-74BD44CF767D}"/>
              </a:ext>
            </a:extLst>
          </p:cNvPr>
          <p:cNvSpPr>
            <a:spLocks noChangeArrowheads="1"/>
          </p:cNvSpPr>
          <p:nvPr/>
        </p:nvSpPr>
        <p:spPr bwMode="auto">
          <a:xfrm>
            <a:off x="7821613" y="5456238"/>
            <a:ext cx="6096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100" b="1">
                <a:solidFill>
                  <a:srgbClr val="000000"/>
                </a:solidFill>
                <a:latin typeface="Open Sans Semibold" panose="020B0706030804020204" pitchFamily="34" charset="0"/>
              </a:rPr>
              <a:t>GUINEA</a:t>
            </a:r>
            <a:endParaRPr lang="en-US" altLang="en-US"/>
          </a:p>
        </p:txBody>
      </p:sp>
      <p:sp>
        <p:nvSpPr>
          <p:cNvPr id="42" name="Rectangle 63">
            <a:extLst>
              <a:ext uri="{FF2B5EF4-FFF2-40B4-BE49-F238E27FC236}">
                <a16:creationId xmlns:a16="http://schemas.microsoft.com/office/drawing/2014/main" id="{62091434-C376-B20C-22B3-FD7214579079}"/>
              </a:ext>
            </a:extLst>
          </p:cNvPr>
          <p:cNvSpPr>
            <a:spLocks noChangeArrowheads="1"/>
          </p:cNvSpPr>
          <p:nvPr/>
        </p:nvSpPr>
        <p:spPr bwMode="auto">
          <a:xfrm>
            <a:off x="3860800" y="5397500"/>
            <a:ext cx="228282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200" b="1">
                <a:solidFill>
                  <a:srgbClr val="000000"/>
                </a:solidFill>
                <a:latin typeface="Open Sans Semibold" panose="020B0706030804020204" pitchFamily="34" charset="0"/>
              </a:rPr>
              <a:t>I N D O N E S I A</a:t>
            </a:r>
            <a:endParaRPr lang="en-US" altLang="en-US"/>
          </a:p>
        </p:txBody>
      </p:sp>
      <p:sp>
        <p:nvSpPr>
          <p:cNvPr id="43" name="Rectangle 64">
            <a:extLst>
              <a:ext uri="{FF2B5EF4-FFF2-40B4-BE49-F238E27FC236}">
                <a16:creationId xmlns:a16="http://schemas.microsoft.com/office/drawing/2014/main" id="{4F8A0C07-3508-2C5C-32C6-9E178694ECD9}"/>
              </a:ext>
            </a:extLst>
          </p:cNvPr>
          <p:cNvSpPr>
            <a:spLocks noChangeArrowheads="1"/>
          </p:cNvSpPr>
          <p:nvPr/>
        </p:nvSpPr>
        <p:spPr bwMode="auto">
          <a:xfrm>
            <a:off x="1243013" y="963613"/>
            <a:ext cx="51752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300" b="1">
                <a:solidFill>
                  <a:srgbClr val="000000"/>
                </a:solidFill>
                <a:latin typeface="Open Sans Semibold" panose="020B0706030804020204" pitchFamily="34" charset="0"/>
              </a:rPr>
              <a:t>LAOS</a:t>
            </a:r>
            <a:endParaRPr lang="en-US" altLang="en-US"/>
          </a:p>
        </p:txBody>
      </p:sp>
      <p:sp>
        <p:nvSpPr>
          <p:cNvPr id="44" name="TextBox 43">
            <a:extLst>
              <a:ext uri="{FF2B5EF4-FFF2-40B4-BE49-F238E27FC236}">
                <a16:creationId xmlns:a16="http://schemas.microsoft.com/office/drawing/2014/main" id="{BC538C01-B542-4709-039A-901712454A9B}"/>
              </a:ext>
            </a:extLst>
          </p:cNvPr>
          <p:cNvSpPr txBox="1"/>
          <p:nvPr/>
        </p:nvSpPr>
        <p:spPr>
          <a:xfrm>
            <a:off x="4620949" y="892674"/>
            <a:ext cx="7162845" cy="769441"/>
          </a:xfrm>
          <a:prstGeom prst="rect">
            <a:avLst/>
          </a:prstGeom>
          <a:noFill/>
        </p:spPr>
        <p:txBody>
          <a:bodyPr wrap="square" rtlCol="0">
            <a:spAutoFit/>
          </a:bodyPr>
          <a:lstStyle/>
          <a:p>
            <a:pPr algn="r"/>
            <a:r>
              <a:rPr lang="en-US" sz="4400" dirty="0">
                <a:solidFill>
                  <a:schemeClr val="tx1">
                    <a:lumMod val="75000"/>
                    <a:lumOff val="25000"/>
                  </a:schemeClr>
                </a:solidFill>
                <a:latin typeface="+mj-lt"/>
              </a:rPr>
              <a:t>SOUTHEAST ASIA MAP</a:t>
            </a:r>
          </a:p>
        </p:txBody>
      </p:sp>
      <p:sp>
        <p:nvSpPr>
          <p:cNvPr id="45" name="Freeform 44">
            <a:extLst>
              <a:ext uri="{FF2B5EF4-FFF2-40B4-BE49-F238E27FC236}">
                <a16:creationId xmlns:a16="http://schemas.microsoft.com/office/drawing/2014/main" id="{9546515E-A989-0286-3389-23BE946FB1E0}"/>
              </a:ext>
            </a:extLst>
          </p:cNvPr>
          <p:cNvSpPr>
            <a:spLocks noEditPoints="1"/>
          </p:cNvSpPr>
          <p:nvPr/>
        </p:nvSpPr>
        <p:spPr bwMode="auto">
          <a:xfrm>
            <a:off x="1373910" y="472350"/>
            <a:ext cx="1308100" cy="2549525"/>
          </a:xfrm>
          <a:custGeom>
            <a:avLst/>
            <a:gdLst>
              <a:gd name="T0" fmla="*/ 50800 w 824"/>
              <a:gd name="T1" fmla="*/ 131763 h 1606"/>
              <a:gd name="T2" fmla="*/ 139700 w 824"/>
              <a:gd name="T3" fmla="*/ 158750 h 1606"/>
              <a:gd name="T4" fmla="*/ 234950 w 824"/>
              <a:gd name="T5" fmla="*/ 120650 h 1606"/>
              <a:gd name="T6" fmla="*/ 352425 w 824"/>
              <a:gd name="T7" fmla="*/ 106363 h 1606"/>
              <a:gd name="T8" fmla="*/ 500063 w 824"/>
              <a:gd name="T9" fmla="*/ 0 h 1606"/>
              <a:gd name="T10" fmla="*/ 654050 w 824"/>
              <a:gd name="T11" fmla="*/ 73025 h 1606"/>
              <a:gd name="T12" fmla="*/ 709613 w 824"/>
              <a:gd name="T13" fmla="*/ 128588 h 1606"/>
              <a:gd name="T14" fmla="*/ 793750 w 824"/>
              <a:gd name="T15" fmla="*/ 271463 h 1606"/>
              <a:gd name="T16" fmla="*/ 922338 w 824"/>
              <a:gd name="T17" fmla="*/ 298450 h 1606"/>
              <a:gd name="T18" fmla="*/ 925513 w 824"/>
              <a:gd name="T19" fmla="*/ 349250 h 1606"/>
              <a:gd name="T20" fmla="*/ 819150 w 824"/>
              <a:gd name="T21" fmla="*/ 385763 h 1606"/>
              <a:gd name="T22" fmla="*/ 768350 w 824"/>
              <a:gd name="T23" fmla="*/ 427038 h 1606"/>
              <a:gd name="T24" fmla="*/ 715963 w 824"/>
              <a:gd name="T25" fmla="*/ 449263 h 1606"/>
              <a:gd name="T26" fmla="*/ 704850 w 824"/>
              <a:gd name="T27" fmla="*/ 530225 h 1606"/>
              <a:gd name="T28" fmla="*/ 650875 w 824"/>
              <a:gd name="T29" fmla="*/ 603250 h 1606"/>
              <a:gd name="T30" fmla="*/ 606425 w 824"/>
              <a:gd name="T31" fmla="*/ 654050 h 1606"/>
              <a:gd name="T32" fmla="*/ 595313 w 824"/>
              <a:gd name="T33" fmla="*/ 784225 h 1606"/>
              <a:gd name="T34" fmla="*/ 673100 w 824"/>
              <a:gd name="T35" fmla="*/ 871538 h 1606"/>
              <a:gd name="T36" fmla="*/ 746125 w 824"/>
              <a:gd name="T37" fmla="*/ 974725 h 1606"/>
              <a:gd name="T38" fmla="*/ 866775 w 824"/>
              <a:gd name="T39" fmla="*/ 1111250 h 1606"/>
              <a:gd name="T40" fmla="*/ 1139825 w 824"/>
              <a:gd name="T41" fmla="*/ 1339850 h 1606"/>
              <a:gd name="T42" fmla="*/ 1187450 w 824"/>
              <a:gd name="T43" fmla="*/ 1438275 h 1606"/>
              <a:gd name="T44" fmla="*/ 1235075 w 824"/>
              <a:gd name="T45" fmla="*/ 1566863 h 1606"/>
              <a:gd name="T46" fmla="*/ 1263650 w 824"/>
              <a:gd name="T47" fmla="*/ 1703388 h 1606"/>
              <a:gd name="T48" fmla="*/ 1290638 w 824"/>
              <a:gd name="T49" fmla="*/ 1795463 h 1606"/>
              <a:gd name="T50" fmla="*/ 1285875 w 824"/>
              <a:gd name="T51" fmla="*/ 1831975 h 1606"/>
              <a:gd name="T52" fmla="*/ 1271588 w 824"/>
              <a:gd name="T53" fmla="*/ 1909763 h 1606"/>
              <a:gd name="T54" fmla="*/ 1268413 w 824"/>
              <a:gd name="T55" fmla="*/ 2019300 h 1606"/>
              <a:gd name="T56" fmla="*/ 1173163 w 824"/>
              <a:gd name="T57" fmla="*/ 2127250 h 1606"/>
              <a:gd name="T58" fmla="*/ 1065213 w 824"/>
              <a:gd name="T59" fmla="*/ 2211388 h 1606"/>
              <a:gd name="T60" fmla="*/ 900113 w 824"/>
              <a:gd name="T61" fmla="*/ 2247900 h 1606"/>
              <a:gd name="T62" fmla="*/ 863600 w 824"/>
              <a:gd name="T63" fmla="*/ 2228850 h 1606"/>
              <a:gd name="T64" fmla="*/ 892175 w 824"/>
              <a:gd name="T65" fmla="*/ 2273300 h 1606"/>
              <a:gd name="T66" fmla="*/ 863600 w 824"/>
              <a:gd name="T67" fmla="*/ 2332038 h 1606"/>
              <a:gd name="T68" fmla="*/ 804863 w 824"/>
              <a:gd name="T69" fmla="*/ 2347913 h 1606"/>
              <a:gd name="T70" fmla="*/ 796925 w 824"/>
              <a:gd name="T71" fmla="*/ 2406650 h 1606"/>
              <a:gd name="T72" fmla="*/ 709613 w 824"/>
              <a:gd name="T73" fmla="*/ 2457450 h 1606"/>
              <a:gd name="T74" fmla="*/ 609600 w 824"/>
              <a:gd name="T75" fmla="*/ 2549525 h 1606"/>
              <a:gd name="T76" fmla="*/ 623888 w 824"/>
              <a:gd name="T77" fmla="*/ 2505075 h 1606"/>
              <a:gd name="T78" fmla="*/ 606425 w 824"/>
              <a:gd name="T79" fmla="*/ 2417763 h 1606"/>
              <a:gd name="T80" fmla="*/ 661988 w 824"/>
              <a:gd name="T81" fmla="*/ 2284413 h 1606"/>
              <a:gd name="T82" fmla="*/ 542925 w 824"/>
              <a:gd name="T83" fmla="*/ 2278063 h 1606"/>
              <a:gd name="T84" fmla="*/ 601663 w 824"/>
              <a:gd name="T85" fmla="*/ 2197100 h 1606"/>
              <a:gd name="T86" fmla="*/ 774700 w 824"/>
              <a:gd name="T87" fmla="*/ 2159000 h 1606"/>
              <a:gd name="T88" fmla="*/ 796925 w 824"/>
              <a:gd name="T89" fmla="*/ 2093913 h 1606"/>
              <a:gd name="T90" fmla="*/ 860425 w 824"/>
              <a:gd name="T91" fmla="*/ 1976438 h 1606"/>
              <a:gd name="T92" fmla="*/ 1003300 w 824"/>
              <a:gd name="T93" fmla="*/ 1854200 h 1606"/>
              <a:gd name="T94" fmla="*/ 977900 w 824"/>
              <a:gd name="T95" fmla="*/ 1633538 h 1606"/>
              <a:gd name="T96" fmla="*/ 958850 w 824"/>
              <a:gd name="T97" fmla="*/ 1504950 h 1606"/>
              <a:gd name="T98" fmla="*/ 962025 w 824"/>
              <a:gd name="T99" fmla="*/ 1365250 h 1606"/>
              <a:gd name="T100" fmla="*/ 936625 w 824"/>
              <a:gd name="T101" fmla="*/ 1270000 h 1606"/>
              <a:gd name="T102" fmla="*/ 860425 w 824"/>
              <a:gd name="T103" fmla="*/ 1192213 h 1606"/>
              <a:gd name="T104" fmla="*/ 779463 w 824"/>
              <a:gd name="T105" fmla="*/ 1111250 h 1606"/>
              <a:gd name="T106" fmla="*/ 657225 w 824"/>
              <a:gd name="T107" fmla="*/ 982663 h 1606"/>
              <a:gd name="T108" fmla="*/ 461963 w 824"/>
              <a:gd name="T109" fmla="*/ 831850 h 1606"/>
              <a:gd name="T110" fmla="*/ 382588 w 824"/>
              <a:gd name="T111" fmla="*/ 742950 h 1606"/>
              <a:gd name="T112" fmla="*/ 444500 w 824"/>
              <a:gd name="T113" fmla="*/ 654050 h 1606"/>
              <a:gd name="T114" fmla="*/ 455613 w 824"/>
              <a:gd name="T115" fmla="*/ 536575 h 1606"/>
              <a:gd name="T116" fmla="*/ 341313 w 824"/>
              <a:gd name="T117" fmla="*/ 441325 h 1606"/>
              <a:gd name="T118" fmla="*/ 112713 w 824"/>
              <a:gd name="T119" fmla="*/ 341313 h 1606"/>
              <a:gd name="T120" fmla="*/ 11113 w 824"/>
              <a:gd name="T121" fmla="*/ 195263 h 1606"/>
              <a:gd name="T122" fmla="*/ 452438 w 824"/>
              <a:gd name="T123" fmla="*/ 2289175 h 1606"/>
              <a:gd name="T124" fmla="*/ 469900 w 824"/>
              <a:gd name="T125" fmla="*/ 2233613 h 160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824" h="1606">
                <a:moveTo>
                  <a:pt x="0" y="111"/>
                </a:moveTo>
                <a:lnTo>
                  <a:pt x="7" y="104"/>
                </a:lnTo>
                <a:lnTo>
                  <a:pt x="16" y="104"/>
                </a:lnTo>
                <a:lnTo>
                  <a:pt x="20" y="93"/>
                </a:lnTo>
                <a:lnTo>
                  <a:pt x="32" y="83"/>
                </a:lnTo>
                <a:lnTo>
                  <a:pt x="53" y="76"/>
                </a:lnTo>
                <a:lnTo>
                  <a:pt x="67" y="76"/>
                </a:lnTo>
                <a:lnTo>
                  <a:pt x="64" y="93"/>
                </a:lnTo>
                <a:lnTo>
                  <a:pt x="74" y="100"/>
                </a:lnTo>
                <a:lnTo>
                  <a:pt x="88" y="100"/>
                </a:lnTo>
                <a:lnTo>
                  <a:pt x="90" y="81"/>
                </a:lnTo>
                <a:lnTo>
                  <a:pt x="106" y="69"/>
                </a:lnTo>
                <a:lnTo>
                  <a:pt x="127" y="88"/>
                </a:lnTo>
                <a:lnTo>
                  <a:pt x="136" y="74"/>
                </a:lnTo>
                <a:lnTo>
                  <a:pt x="148" y="76"/>
                </a:lnTo>
                <a:lnTo>
                  <a:pt x="152" y="90"/>
                </a:lnTo>
                <a:lnTo>
                  <a:pt x="176" y="79"/>
                </a:lnTo>
                <a:lnTo>
                  <a:pt x="178" y="65"/>
                </a:lnTo>
                <a:lnTo>
                  <a:pt x="203" y="58"/>
                </a:lnTo>
                <a:lnTo>
                  <a:pt x="222" y="67"/>
                </a:lnTo>
                <a:lnTo>
                  <a:pt x="257" y="58"/>
                </a:lnTo>
                <a:lnTo>
                  <a:pt x="254" y="25"/>
                </a:lnTo>
                <a:lnTo>
                  <a:pt x="275" y="14"/>
                </a:lnTo>
                <a:lnTo>
                  <a:pt x="301" y="14"/>
                </a:lnTo>
                <a:lnTo>
                  <a:pt x="315" y="0"/>
                </a:lnTo>
                <a:lnTo>
                  <a:pt x="335" y="18"/>
                </a:lnTo>
                <a:lnTo>
                  <a:pt x="335" y="30"/>
                </a:lnTo>
                <a:lnTo>
                  <a:pt x="359" y="35"/>
                </a:lnTo>
                <a:lnTo>
                  <a:pt x="368" y="49"/>
                </a:lnTo>
                <a:lnTo>
                  <a:pt x="412" y="46"/>
                </a:lnTo>
                <a:lnTo>
                  <a:pt x="421" y="58"/>
                </a:lnTo>
                <a:lnTo>
                  <a:pt x="447" y="46"/>
                </a:lnTo>
                <a:lnTo>
                  <a:pt x="465" y="60"/>
                </a:lnTo>
                <a:lnTo>
                  <a:pt x="461" y="79"/>
                </a:lnTo>
                <a:lnTo>
                  <a:pt x="447" y="81"/>
                </a:lnTo>
                <a:lnTo>
                  <a:pt x="435" y="118"/>
                </a:lnTo>
                <a:lnTo>
                  <a:pt x="447" y="123"/>
                </a:lnTo>
                <a:lnTo>
                  <a:pt x="454" y="144"/>
                </a:lnTo>
                <a:lnTo>
                  <a:pt x="493" y="157"/>
                </a:lnTo>
                <a:lnTo>
                  <a:pt x="500" y="171"/>
                </a:lnTo>
                <a:lnTo>
                  <a:pt x="518" y="181"/>
                </a:lnTo>
                <a:lnTo>
                  <a:pt x="539" y="192"/>
                </a:lnTo>
                <a:lnTo>
                  <a:pt x="560" y="185"/>
                </a:lnTo>
                <a:lnTo>
                  <a:pt x="569" y="192"/>
                </a:lnTo>
                <a:lnTo>
                  <a:pt x="581" y="188"/>
                </a:lnTo>
                <a:lnTo>
                  <a:pt x="597" y="197"/>
                </a:lnTo>
                <a:lnTo>
                  <a:pt x="600" y="206"/>
                </a:lnTo>
                <a:lnTo>
                  <a:pt x="595" y="218"/>
                </a:lnTo>
                <a:lnTo>
                  <a:pt x="583" y="220"/>
                </a:lnTo>
                <a:lnTo>
                  <a:pt x="574" y="220"/>
                </a:lnTo>
                <a:lnTo>
                  <a:pt x="558" y="232"/>
                </a:lnTo>
                <a:lnTo>
                  <a:pt x="539" y="232"/>
                </a:lnTo>
                <a:lnTo>
                  <a:pt x="523" y="234"/>
                </a:lnTo>
                <a:lnTo>
                  <a:pt x="516" y="243"/>
                </a:lnTo>
                <a:lnTo>
                  <a:pt x="521" y="257"/>
                </a:lnTo>
                <a:lnTo>
                  <a:pt x="512" y="264"/>
                </a:lnTo>
                <a:lnTo>
                  <a:pt x="507" y="271"/>
                </a:lnTo>
                <a:lnTo>
                  <a:pt x="498" y="266"/>
                </a:lnTo>
                <a:lnTo>
                  <a:pt x="484" y="269"/>
                </a:lnTo>
                <a:lnTo>
                  <a:pt x="474" y="278"/>
                </a:lnTo>
                <a:lnTo>
                  <a:pt x="468" y="280"/>
                </a:lnTo>
                <a:lnTo>
                  <a:pt x="461" y="271"/>
                </a:lnTo>
                <a:lnTo>
                  <a:pt x="454" y="269"/>
                </a:lnTo>
                <a:lnTo>
                  <a:pt x="451" y="283"/>
                </a:lnTo>
                <a:lnTo>
                  <a:pt x="444" y="294"/>
                </a:lnTo>
                <a:lnTo>
                  <a:pt x="449" y="299"/>
                </a:lnTo>
                <a:lnTo>
                  <a:pt x="447" y="315"/>
                </a:lnTo>
                <a:lnTo>
                  <a:pt x="449" y="331"/>
                </a:lnTo>
                <a:lnTo>
                  <a:pt x="444" y="334"/>
                </a:lnTo>
                <a:lnTo>
                  <a:pt x="451" y="345"/>
                </a:lnTo>
                <a:lnTo>
                  <a:pt x="447" y="355"/>
                </a:lnTo>
                <a:lnTo>
                  <a:pt x="437" y="357"/>
                </a:lnTo>
                <a:lnTo>
                  <a:pt x="424" y="380"/>
                </a:lnTo>
                <a:lnTo>
                  <a:pt x="410" y="380"/>
                </a:lnTo>
                <a:lnTo>
                  <a:pt x="405" y="373"/>
                </a:lnTo>
                <a:lnTo>
                  <a:pt x="405" y="382"/>
                </a:lnTo>
                <a:lnTo>
                  <a:pt x="396" y="389"/>
                </a:lnTo>
                <a:lnTo>
                  <a:pt x="391" y="405"/>
                </a:lnTo>
                <a:lnTo>
                  <a:pt x="382" y="412"/>
                </a:lnTo>
                <a:lnTo>
                  <a:pt x="382" y="431"/>
                </a:lnTo>
                <a:lnTo>
                  <a:pt x="389" y="433"/>
                </a:lnTo>
                <a:lnTo>
                  <a:pt x="396" y="443"/>
                </a:lnTo>
                <a:lnTo>
                  <a:pt x="386" y="475"/>
                </a:lnTo>
                <a:lnTo>
                  <a:pt x="375" y="494"/>
                </a:lnTo>
                <a:lnTo>
                  <a:pt x="396" y="510"/>
                </a:lnTo>
                <a:lnTo>
                  <a:pt x="393" y="521"/>
                </a:lnTo>
                <a:lnTo>
                  <a:pt x="377" y="526"/>
                </a:lnTo>
                <a:lnTo>
                  <a:pt x="396" y="531"/>
                </a:lnTo>
                <a:lnTo>
                  <a:pt x="424" y="549"/>
                </a:lnTo>
                <a:lnTo>
                  <a:pt x="451" y="575"/>
                </a:lnTo>
                <a:lnTo>
                  <a:pt x="461" y="575"/>
                </a:lnTo>
                <a:lnTo>
                  <a:pt x="474" y="596"/>
                </a:lnTo>
                <a:lnTo>
                  <a:pt x="474" y="607"/>
                </a:lnTo>
                <a:lnTo>
                  <a:pt x="470" y="614"/>
                </a:lnTo>
                <a:lnTo>
                  <a:pt x="477" y="637"/>
                </a:lnTo>
                <a:lnTo>
                  <a:pt x="481" y="649"/>
                </a:lnTo>
                <a:lnTo>
                  <a:pt x="521" y="681"/>
                </a:lnTo>
                <a:lnTo>
                  <a:pt x="544" y="693"/>
                </a:lnTo>
                <a:lnTo>
                  <a:pt x="546" y="700"/>
                </a:lnTo>
                <a:lnTo>
                  <a:pt x="600" y="730"/>
                </a:lnTo>
                <a:lnTo>
                  <a:pt x="648" y="765"/>
                </a:lnTo>
                <a:lnTo>
                  <a:pt x="657" y="786"/>
                </a:lnTo>
                <a:lnTo>
                  <a:pt x="701" y="818"/>
                </a:lnTo>
                <a:lnTo>
                  <a:pt x="718" y="844"/>
                </a:lnTo>
                <a:lnTo>
                  <a:pt x="720" y="860"/>
                </a:lnTo>
                <a:lnTo>
                  <a:pt x="727" y="860"/>
                </a:lnTo>
                <a:lnTo>
                  <a:pt x="725" y="874"/>
                </a:lnTo>
                <a:lnTo>
                  <a:pt x="748" y="897"/>
                </a:lnTo>
                <a:lnTo>
                  <a:pt x="748" y="906"/>
                </a:lnTo>
                <a:lnTo>
                  <a:pt x="752" y="915"/>
                </a:lnTo>
                <a:lnTo>
                  <a:pt x="748" y="925"/>
                </a:lnTo>
                <a:lnTo>
                  <a:pt x="766" y="946"/>
                </a:lnTo>
                <a:lnTo>
                  <a:pt x="771" y="983"/>
                </a:lnTo>
                <a:lnTo>
                  <a:pt x="778" y="987"/>
                </a:lnTo>
                <a:lnTo>
                  <a:pt x="785" y="1020"/>
                </a:lnTo>
                <a:lnTo>
                  <a:pt x="792" y="1027"/>
                </a:lnTo>
                <a:lnTo>
                  <a:pt x="794" y="1043"/>
                </a:lnTo>
                <a:lnTo>
                  <a:pt x="789" y="1054"/>
                </a:lnTo>
                <a:lnTo>
                  <a:pt x="796" y="1073"/>
                </a:lnTo>
                <a:lnTo>
                  <a:pt x="792" y="1080"/>
                </a:lnTo>
                <a:lnTo>
                  <a:pt x="799" y="1105"/>
                </a:lnTo>
                <a:lnTo>
                  <a:pt x="799" y="1115"/>
                </a:lnTo>
                <a:lnTo>
                  <a:pt x="808" y="1117"/>
                </a:lnTo>
                <a:lnTo>
                  <a:pt x="813" y="1131"/>
                </a:lnTo>
                <a:lnTo>
                  <a:pt x="824" y="1154"/>
                </a:lnTo>
                <a:lnTo>
                  <a:pt x="822" y="1170"/>
                </a:lnTo>
                <a:lnTo>
                  <a:pt x="817" y="1170"/>
                </a:lnTo>
                <a:lnTo>
                  <a:pt x="817" y="1161"/>
                </a:lnTo>
                <a:lnTo>
                  <a:pt x="810" y="1154"/>
                </a:lnTo>
                <a:lnTo>
                  <a:pt x="803" y="1159"/>
                </a:lnTo>
                <a:lnTo>
                  <a:pt x="803" y="1175"/>
                </a:lnTo>
                <a:lnTo>
                  <a:pt x="813" y="1184"/>
                </a:lnTo>
                <a:lnTo>
                  <a:pt x="813" y="1194"/>
                </a:lnTo>
                <a:lnTo>
                  <a:pt x="801" y="1203"/>
                </a:lnTo>
                <a:lnTo>
                  <a:pt x="801" y="1212"/>
                </a:lnTo>
                <a:lnTo>
                  <a:pt x="785" y="1226"/>
                </a:lnTo>
                <a:lnTo>
                  <a:pt x="799" y="1247"/>
                </a:lnTo>
                <a:lnTo>
                  <a:pt x="792" y="1263"/>
                </a:lnTo>
                <a:lnTo>
                  <a:pt x="799" y="1272"/>
                </a:lnTo>
                <a:lnTo>
                  <a:pt x="785" y="1284"/>
                </a:lnTo>
                <a:lnTo>
                  <a:pt x="773" y="1289"/>
                </a:lnTo>
                <a:lnTo>
                  <a:pt x="771" y="1314"/>
                </a:lnTo>
                <a:lnTo>
                  <a:pt x="759" y="1319"/>
                </a:lnTo>
                <a:lnTo>
                  <a:pt x="739" y="1340"/>
                </a:lnTo>
                <a:lnTo>
                  <a:pt x="722" y="1349"/>
                </a:lnTo>
                <a:lnTo>
                  <a:pt x="704" y="1363"/>
                </a:lnTo>
                <a:lnTo>
                  <a:pt x="701" y="1379"/>
                </a:lnTo>
                <a:lnTo>
                  <a:pt x="683" y="1379"/>
                </a:lnTo>
                <a:lnTo>
                  <a:pt x="671" y="1393"/>
                </a:lnTo>
                <a:lnTo>
                  <a:pt x="627" y="1418"/>
                </a:lnTo>
                <a:lnTo>
                  <a:pt x="602" y="1421"/>
                </a:lnTo>
                <a:lnTo>
                  <a:pt x="590" y="1416"/>
                </a:lnTo>
                <a:lnTo>
                  <a:pt x="572" y="1421"/>
                </a:lnTo>
                <a:lnTo>
                  <a:pt x="567" y="1416"/>
                </a:lnTo>
                <a:lnTo>
                  <a:pt x="569" y="1404"/>
                </a:lnTo>
                <a:lnTo>
                  <a:pt x="569" y="1391"/>
                </a:lnTo>
                <a:lnTo>
                  <a:pt x="565" y="1402"/>
                </a:lnTo>
                <a:lnTo>
                  <a:pt x="562" y="1409"/>
                </a:lnTo>
                <a:lnTo>
                  <a:pt x="544" y="1404"/>
                </a:lnTo>
                <a:lnTo>
                  <a:pt x="556" y="1414"/>
                </a:lnTo>
                <a:lnTo>
                  <a:pt x="556" y="1421"/>
                </a:lnTo>
                <a:lnTo>
                  <a:pt x="551" y="1423"/>
                </a:lnTo>
                <a:lnTo>
                  <a:pt x="535" y="1421"/>
                </a:lnTo>
                <a:lnTo>
                  <a:pt x="562" y="1432"/>
                </a:lnTo>
                <a:lnTo>
                  <a:pt x="556" y="1442"/>
                </a:lnTo>
                <a:lnTo>
                  <a:pt x="562" y="1458"/>
                </a:lnTo>
                <a:lnTo>
                  <a:pt x="549" y="1465"/>
                </a:lnTo>
                <a:lnTo>
                  <a:pt x="525" y="1451"/>
                </a:lnTo>
                <a:lnTo>
                  <a:pt x="544" y="1469"/>
                </a:lnTo>
                <a:lnTo>
                  <a:pt x="544" y="1479"/>
                </a:lnTo>
                <a:lnTo>
                  <a:pt x="535" y="1490"/>
                </a:lnTo>
                <a:lnTo>
                  <a:pt x="525" y="1488"/>
                </a:lnTo>
                <a:lnTo>
                  <a:pt x="518" y="1476"/>
                </a:lnTo>
                <a:lnTo>
                  <a:pt x="507" y="1479"/>
                </a:lnTo>
                <a:lnTo>
                  <a:pt x="512" y="1493"/>
                </a:lnTo>
                <a:lnTo>
                  <a:pt x="512" y="1497"/>
                </a:lnTo>
                <a:lnTo>
                  <a:pt x="516" y="1502"/>
                </a:lnTo>
                <a:lnTo>
                  <a:pt x="507" y="1509"/>
                </a:lnTo>
                <a:lnTo>
                  <a:pt x="502" y="1516"/>
                </a:lnTo>
                <a:lnTo>
                  <a:pt x="493" y="1516"/>
                </a:lnTo>
                <a:lnTo>
                  <a:pt x="472" y="1534"/>
                </a:lnTo>
                <a:lnTo>
                  <a:pt x="465" y="1539"/>
                </a:lnTo>
                <a:lnTo>
                  <a:pt x="451" y="1539"/>
                </a:lnTo>
                <a:lnTo>
                  <a:pt x="447" y="1548"/>
                </a:lnTo>
                <a:lnTo>
                  <a:pt x="444" y="1569"/>
                </a:lnTo>
                <a:lnTo>
                  <a:pt x="433" y="1581"/>
                </a:lnTo>
                <a:lnTo>
                  <a:pt x="426" y="1581"/>
                </a:lnTo>
                <a:lnTo>
                  <a:pt x="428" y="1585"/>
                </a:lnTo>
                <a:lnTo>
                  <a:pt x="384" y="1606"/>
                </a:lnTo>
                <a:lnTo>
                  <a:pt x="361" y="1601"/>
                </a:lnTo>
                <a:lnTo>
                  <a:pt x="375" y="1592"/>
                </a:lnTo>
                <a:lnTo>
                  <a:pt x="393" y="1585"/>
                </a:lnTo>
                <a:lnTo>
                  <a:pt x="403" y="1574"/>
                </a:lnTo>
                <a:lnTo>
                  <a:pt x="393" y="1578"/>
                </a:lnTo>
                <a:lnTo>
                  <a:pt x="379" y="1569"/>
                </a:lnTo>
                <a:lnTo>
                  <a:pt x="382" y="1539"/>
                </a:lnTo>
                <a:lnTo>
                  <a:pt x="384" y="1537"/>
                </a:lnTo>
                <a:lnTo>
                  <a:pt x="377" y="1534"/>
                </a:lnTo>
                <a:lnTo>
                  <a:pt x="382" y="1523"/>
                </a:lnTo>
                <a:lnTo>
                  <a:pt x="379" y="1490"/>
                </a:lnTo>
                <a:lnTo>
                  <a:pt x="393" y="1465"/>
                </a:lnTo>
                <a:lnTo>
                  <a:pt x="421" y="1444"/>
                </a:lnTo>
                <a:lnTo>
                  <a:pt x="430" y="1435"/>
                </a:lnTo>
                <a:lnTo>
                  <a:pt x="417" y="1439"/>
                </a:lnTo>
                <a:lnTo>
                  <a:pt x="396" y="1437"/>
                </a:lnTo>
                <a:lnTo>
                  <a:pt x="379" y="1442"/>
                </a:lnTo>
                <a:lnTo>
                  <a:pt x="370" y="1437"/>
                </a:lnTo>
                <a:lnTo>
                  <a:pt x="361" y="1439"/>
                </a:lnTo>
                <a:lnTo>
                  <a:pt x="342" y="1435"/>
                </a:lnTo>
                <a:lnTo>
                  <a:pt x="345" y="1430"/>
                </a:lnTo>
                <a:lnTo>
                  <a:pt x="345" y="1414"/>
                </a:lnTo>
                <a:lnTo>
                  <a:pt x="340" y="1409"/>
                </a:lnTo>
                <a:lnTo>
                  <a:pt x="359" y="1386"/>
                </a:lnTo>
                <a:lnTo>
                  <a:pt x="379" y="1384"/>
                </a:lnTo>
                <a:lnTo>
                  <a:pt x="391" y="1353"/>
                </a:lnTo>
                <a:lnTo>
                  <a:pt x="412" y="1353"/>
                </a:lnTo>
                <a:lnTo>
                  <a:pt x="424" y="1360"/>
                </a:lnTo>
                <a:lnTo>
                  <a:pt x="470" y="1349"/>
                </a:lnTo>
                <a:lnTo>
                  <a:pt x="488" y="1360"/>
                </a:lnTo>
                <a:lnTo>
                  <a:pt x="493" y="1374"/>
                </a:lnTo>
                <a:lnTo>
                  <a:pt x="525" y="1372"/>
                </a:lnTo>
                <a:lnTo>
                  <a:pt x="516" y="1351"/>
                </a:lnTo>
                <a:lnTo>
                  <a:pt x="521" y="1337"/>
                </a:lnTo>
                <a:lnTo>
                  <a:pt x="502" y="1319"/>
                </a:lnTo>
                <a:lnTo>
                  <a:pt x="479" y="1312"/>
                </a:lnTo>
                <a:lnTo>
                  <a:pt x="474" y="1277"/>
                </a:lnTo>
                <a:lnTo>
                  <a:pt x="495" y="1263"/>
                </a:lnTo>
                <a:lnTo>
                  <a:pt x="532" y="1265"/>
                </a:lnTo>
                <a:lnTo>
                  <a:pt x="542" y="1245"/>
                </a:lnTo>
                <a:lnTo>
                  <a:pt x="572" y="1226"/>
                </a:lnTo>
                <a:lnTo>
                  <a:pt x="597" y="1219"/>
                </a:lnTo>
                <a:lnTo>
                  <a:pt x="602" y="1205"/>
                </a:lnTo>
                <a:lnTo>
                  <a:pt x="618" y="1198"/>
                </a:lnTo>
                <a:lnTo>
                  <a:pt x="632" y="1168"/>
                </a:lnTo>
                <a:lnTo>
                  <a:pt x="630" y="1147"/>
                </a:lnTo>
                <a:lnTo>
                  <a:pt x="637" y="1119"/>
                </a:lnTo>
                <a:lnTo>
                  <a:pt x="630" y="1101"/>
                </a:lnTo>
                <a:lnTo>
                  <a:pt x="632" y="1068"/>
                </a:lnTo>
                <a:lnTo>
                  <a:pt x="616" y="1029"/>
                </a:lnTo>
                <a:lnTo>
                  <a:pt x="597" y="1020"/>
                </a:lnTo>
                <a:lnTo>
                  <a:pt x="586" y="987"/>
                </a:lnTo>
                <a:lnTo>
                  <a:pt x="588" y="987"/>
                </a:lnTo>
                <a:lnTo>
                  <a:pt x="606" y="976"/>
                </a:lnTo>
                <a:lnTo>
                  <a:pt x="604" y="948"/>
                </a:lnTo>
                <a:lnTo>
                  <a:pt x="597" y="934"/>
                </a:lnTo>
                <a:lnTo>
                  <a:pt x="593" y="908"/>
                </a:lnTo>
                <a:lnTo>
                  <a:pt x="620" y="885"/>
                </a:lnTo>
                <a:lnTo>
                  <a:pt x="620" y="862"/>
                </a:lnTo>
                <a:lnTo>
                  <a:pt x="606" y="860"/>
                </a:lnTo>
                <a:lnTo>
                  <a:pt x="597" y="848"/>
                </a:lnTo>
                <a:lnTo>
                  <a:pt x="602" y="820"/>
                </a:lnTo>
                <a:lnTo>
                  <a:pt x="616" y="806"/>
                </a:lnTo>
                <a:lnTo>
                  <a:pt x="609" y="793"/>
                </a:lnTo>
                <a:lnTo>
                  <a:pt x="590" y="800"/>
                </a:lnTo>
                <a:lnTo>
                  <a:pt x="579" y="797"/>
                </a:lnTo>
                <a:lnTo>
                  <a:pt x="567" y="781"/>
                </a:lnTo>
                <a:lnTo>
                  <a:pt x="544" y="779"/>
                </a:lnTo>
                <a:lnTo>
                  <a:pt x="537" y="769"/>
                </a:lnTo>
                <a:lnTo>
                  <a:pt x="542" y="751"/>
                </a:lnTo>
                <a:lnTo>
                  <a:pt x="525" y="746"/>
                </a:lnTo>
                <a:lnTo>
                  <a:pt x="516" y="749"/>
                </a:lnTo>
                <a:lnTo>
                  <a:pt x="505" y="735"/>
                </a:lnTo>
                <a:lnTo>
                  <a:pt x="500" y="718"/>
                </a:lnTo>
                <a:lnTo>
                  <a:pt x="491" y="700"/>
                </a:lnTo>
                <a:lnTo>
                  <a:pt x="465" y="700"/>
                </a:lnTo>
                <a:lnTo>
                  <a:pt x="454" y="693"/>
                </a:lnTo>
                <a:lnTo>
                  <a:pt x="444" y="670"/>
                </a:lnTo>
                <a:lnTo>
                  <a:pt x="414" y="635"/>
                </a:lnTo>
                <a:lnTo>
                  <a:pt x="414" y="619"/>
                </a:lnTo>
                <a:lnTo>
                  <a:pt x="393" y="591"/>
                </a:lnTo>
                <a:lnTo>
                  <a:pt x="366" y="577"/>
                </a:lnTo>
                <a:lnTo>
                  <a:pt x="340" y="542"/>
                </a:lnTo>
                <a:lnTo>
                  <a:pt x="319" y="540"/>
                </a:lnTo>
                <a:lnTo>
                  <a:pt x="291" y="524"/>
                </a:lnTo>
                <a:lnTo>
                  <a:pt x="259" y="524"/>
                </a:lnTo>
                <a:lnTo>
                  <a:pt x="245" y="496"/>
                </a:lnTo>
                <a:lnTo>
                  <a:pt x="229" y="496"/>
                </a:lnTo>
                <a:lnTo>
                  <a:pt x="224" y="484"/>
                </a:lnTo>
                <a:lnTo>
                  <a:pt x="241" y="468"/>
                </a:lnTo>
                <a:lnTo>
                  <a:pt x="220" y="445"/>
                </a:lnTo>
                <a:lnTo>
                  <a:pt x="215" y="429"/>
                </a:lnTo>
                <a:lnTo>
                  <a:pt x="231" y="426"/>
                </a:lnTo>
                <a:lnTo>
                  <a:pt x="259" y="417"/>
                </a:lnTo>
                <a:lnTo>
                  <a:pt x="280" y="412"/>
                </a:lnTo>
                <a:lnTo>
                  <a:pt x="289" y="403"/>
                </a:lnTo>
                <a:lnTo>
                  <a:pt x="301" y="364"/>
                </a:lnTo>
                <a:lnTo>
                  <a:pt x="315" y="359"/>
                </a:lnTo>
                <a:lnTo>
                  <a:pt x="315" y="345"/>
                </a:lnTo>
                <a:lnTo>
                  <a:pt x="287" y="338"/>
                </a:lnTo>
                <a:lnTo>
                  <a:pt x="287" y="320"/>
                </a:lnTo>
                <a:lnTo>
                  <a:pt x="285" y="299"/>
                </a:lnTo>
                <a:lnTo>
                  <a:pt x="259" y="294"/>
                </a:lnTo>
                <a:lnTo>
                  <a:pt x="243" y="278"/>
                </a:lnTo>
                <a:lnTo>
                  <a:pt x="215" y="278"/>
                </a:lnTo>
                <a:lnTo>
                  <a:pt x="194" y="290"/>
                </a:lnTo>
                <a:lnTo>
                  <a:pt x="169" y="283"/>
                </a:lnTo>
                <a:lnTo>
                  <a:pt x="127" y="283"/>
                </a:lnTo>
                <a:lnTo>
                  <a:pt x="106" y="248"/>
                </a:lnTo>
                <a:lnTo>
                  <a:pt x="71" y="215"/>
                </a:lnTo>
                <a:lnTo>
                  <a:pt x="81" y="199"/>
                </a:lnTo>
                <a:lnTo>
                  <a:pt x="76" y="178"/>
                </a:lnTo>
                <a:lnTo>
                  <a:pt x="58" y="162"/>
                </a:lnTo>
                <a:lnTo>
                  <a:pt x="41" y="139"/>
                </a:lnTo>
                <a:lnTo>
                  <a:pt x="7" y="123"/>
                </a:lnTo>
                <a:lnTo>
                  <a:pt x="0" y="111"/>
                </a:lnTo>
                <a:close/>
                <a:moveTo>
                  <a:pt x="278" y="1418"/>
                </a:moveTo>
                <a:lnTo>
                  <a:pt x="287" y="1430"/>
                </a:lnTo>
                <a:lnTo>
                  <a:pt x="285" y="1442"/>
                </a:lnTo>
                <a:lnTo>
                  <a:pt x="291" y="1458"/>
                </a:lnTo>
                <a:lnTo>
                  <a:pt x="303" y="1453"/>
                </a:lnTo>
                <a:lnTo>
                  <a:pt x="308" y="1423"/>
                </a:lnTo>
                <a:lnTo>
                  <a:pt x="301" y="1421"/>
                </a:lnTo>
                <a:lnTo>
                  <a:pt x="296" y="1407"/>
                </a:lnTo>
                <a:lnTo>
                  <a:pt x="278" y="1418"/>
                </a:lnTo>
                <a:close/>
              </a:path>
            </a:pathLst>
          </a:custGeom>
          <a:solidFill>
            <a:srgbClr val="580C1F"/>
          </a:solidFill>
          <a:ln>
            <a:noFill/>
          </a:ln>
        </p:spPr>
        <p:txBody>
          <a:bodyPr/>
          <a:lstStyle/>
          <a:p>
            <a:endParaRPr lang="en-US"/>
          </a:p>
        </p:txBody>
      </p:sp>
      <p:sp>
        <p:nvSpPr>
          <p:cNvPr id="2" name="Slide Number Placeholder 1">
            <a:extLst>
              <a:ext uri="{FF2B5EF4-FFF2-40B4-BE49-F238E27FC236}">
                <a16:creationId xmlns:a16="http://schemas.microsoft.com/office/drawing/2014/main" id="{1709BEB6-5116-E96A-9BBC-333B96B7C1FA}"/>
              </a:ext>
            </a:extLst>
          </p:cNvPr>
          <p:cNvSpPr>
            <a:spLocks noGrp="1"/>
          </p:cNvSpPr>
          <p:nvPr>
            <p:ph type="sldNum" sz="quarter" idx="11"/>
          </p:nvPr>
        </p:nvSpPr>
        <p:spPr/>
        <p:txBody>
          <a:bodyPr/>
          <a:lstStyle/>
          <a:p>
            <a:fld id="{7737D3DD-0AB3-4F16-99FA-6262B2B4036D}" type="slidenum">
              <a:rPr lang="en-MY" smtClean="0"/>
              <a:t>38</a:t>
            </a:fld>
            <a:endParaRPr lang="en-MY" dirty="0"/>
          </a:p>
        </p:txBody>
      </p:sp>
    </p:spTree>
    <p:extLst>
      <p:ext uri="{BB962C8B-B14F-4D97-AF65-F5344CB8AC3E}">
        <p14:creationId xmlns:p14="http://schemas.microsoft.com/office/powerpoint/2010/main" val="23892578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TextBox 253">
            <a:extLst>
              <a:ext uri="{FF2B5EF4-FFF2-40B4-BE49-F238E27FC236}">
                <a16:creationId xmlns:a16="http://schemas.microsoft.com/office/drawing/2014/main" id="{9D945DFC-3E39-91EB-63AB-A9EE5D218880}"/>
              </a:ext>
            </a:extLst>
          </p:cNvPr>
          <p:cNvSpPr txBox="1"/>
          <p:nvPr/>
        </p:nvSpPr>
        <p:spPr>
          <a:xfrm>
            <a:off x="2684901" y="729794"/>
            <a:ext cx="7162845"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WORLD MAP</a:t>
            </a:r>
          </a:p>
        </p:txBody>
      </p:sp>
      <p:grpSp>
        <p:nvGrpSpPr>
          <p:cNvPr id="279" name="Group 278">
            <a:extLst>
              <a:ext uri="{FF2B5EF4-FFF2-40B4-BE49-F238E27FC236}">
                <a16:creationId xmlns:a16="http://schemas.microsoft.com/office/drawing/2014/main" id="{CB894355-478A-40D0-8D46-CCD1BB7DCB4D}"/>
              </a:ext>
            </a:extLst>
          </p:cNvPr>
          <p:cNvGrpSpPr/>
          <p:nvPr/>
        </p:nvGrpSpPr>
        <p:grpSpPr>
          <a:xfrm>
            <a:off x="776967" y="2601249"/>
            <a:ext cx="6605843" cy="3757019"/>
            <a:chOff x="3382965" y="2337532"/>
            <a:chExt cx="5426579" cy="3086320"/>
          </a:xfrm>
        </p:grpSpPr>
        <p:grpSp>
          <p:nvGrpSpPr>
            <p:cNvPr id="289" name="Group 288">
              <a:extLst>
                <a:ext uri="{FF2B5EF4-FFF2-40B4-BE49-F238E27FC236}">
                  <a16:creationId xmlns:a16="http://schemas.microsoft.com/office/drawing/2014/main" id="{60AEA619-E0C2-41D4-BC01-92190D89116B}"/>
                </a:ext>
              </a:extLst>
            </p:cNvPr>
            <p:cNvGrpSpPr/>
            <p:nvPr/>
          </p:nvGrpSpPr>
          <p:grpSpPr>
            <a:xfrm>
              <a:off x="4584697" y="4070155"/>
              <a:ext cx="782446" cy="1353697"/>
              <a:chOff x="3797029" y="3930629"/>
              <a:chExt cx="1190370" cy="2096747"/>
            </a:xfrm>
            <a:solidFill>
              <a:schemeClr val="accent2"/>
            </a:solidFill>
          </p:grpSpPr>
          <p:sp>
            <p:nvSpPr>
              <p:cNvPr id="516" name="Freeform 43">
                <a:extLst>
                  <a:ext uri="{FF2B5EF4-FFF2-40B4-BE49-F238E27FC236}">
                    <a16:creationId xmlns:a16="http://schemas.microsoft.com/office/drawing/2014/main" id="{ACE922DB-2D1C-4DE7-AAE6-B2E865956B31}"/>
                  </a:ext>
                </a:extLst>
              </p:cNvPr>
              <p:cNvSpPr>
                <a:spLocks/>
              </p:cNvSpPr>
              <p:nvPr/>
            </p:nvSpPr>
            <p:spPr bwMode="auto">
              <a:xfrm>
                <a:off x="4254621" y="5959739"/>
                <a:ext cx="70762" cy="67637"/>
              </a:xfrm>
              <a:custGeom>
                <a:avLst/>
                <a:gdLst>
                  <a:gd name="T0" fmla="*/ 0 w 41"/>
                  <a:gd name="T1" fmla="*/ 30 h 38"/>
                  <a:gd name="T2" fmla="*/ 10 w 41"/>
                  <a:gd name="T3" fmla="*/ 0 h 38"/>
                  <a:gd name="T4" fmla="*/ 13 w 41"/>
                  <a:gd name="T5" fmla="*/ 0 h 38"/>
                  <a:gd name="T6" fmla="*/ 22 w 41"/>
                  <a:gd name="T7" fmla="*/ 12 h 38"/>
                  <a:gd name="T8" fmla="*/ 40 w 41"/>
                  <a:gd name="T9" fmla="*/ 25 h 38"/>
                  <a:gd name="T10" fmla="*/ 19 w 41"/>
                  <a:gd name="T11" fmla="*/ 25 h 38"/>
                  <a:gd name="T12" fmla="*/ 15 w 41"/>
                  <a:gd name="T13" fmla="*/ 37 h 38"/>
                  <a:gd name="T14" fmla="*/ 0 w 41"/>
                  <a:gd name="T15" fmla="*/ 3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38">
                    <a:moveTo>
                      <a:pt x="0" y="30"/>
                    </a:moveTo>
                    <a:lnTo>
                      <a:pt x="10" y="0"/>
                    </a:lnTo>
                    <a:lnTo>
                      <a:pt x="13" y="0"/>
                    </a:lnTo>
                    <a:lnTo>
                      <a:pt x="22" y="12"/>
                    </a:lnTo>
                    <a:lnTo>
                      <a:pt x="40" y="25"/>
                    </a:lnTo>
                    <a:lnTo>
                      <a:pt x="19" y="25"/>
                    </a:lnTo>
                    <a:lnTo>
                      <a:pt x="15" y="37"/>
                    </a:lnTo>
                    <a:lnTo>
                      <a:pt x="0" y="3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17" name="Freeform 44">
                <a:extLst>
                  <a:ext uri="{FF2B5EF4-FFF2-40B4-BE49-F238E27FC236}">
                    <a16:creationId xmlns:a16="http://schemas.microsoft.com/office/drawing/2014/main" id="{29164753-5296-4137-A52B-C9AE90E9A6B9}"/>
                  </a:ext>
                </a:extLst>
              </p:cNvPr>
              <p:cNvSpPr>
                <a:spLocks/>
              </p:cNvSpPr>
              <p:nvPr/>
            </p:nvSpPr>
            <p:spPr bwMode="auto">
              <a:xfrm>
                <a:off x="4215309" y="5950301"/>
                <a:ext cx="62899" cy="66064"/>
              </a:xfrm>
              <a:custGeom>
                <a:avLst/>
                <a:gdLst>
                  <a:gd name="T0" fmla="*/ 31 w 35"/>
                  <a:gd name="T1" fmla="*/ 5 h 38"/>
                  <a:gd name="T2" fmla="*/ 21 w 35"/>
                  <a:gd name="T3" fmla="*/ 37 h 38"/>
                  <a:gd name="T4" fmla="*/ 0 w 35"/>
                  <a:gd name="T5" fmla="*/ 25 h 38"/>
                  <a:gd name="T6" fmla="*/ 5 w 35"/>
                  <a:gd name="T7" fmla="*/ 7 h 38"/>
                  <a:gd name="T8" fmla="*/ 14 w 35"/>
                  <a:gd name="T9" fmla="*/ 0 h 38"/>
                  <a:gd name="T10" fmla="*/ 34 w 35"/>
                  <a:gd name="T11" fmla="*/ 5 h 38"/>
                  <a:gd name="T12" fmla="*/ 31 w 35"/>
                  <a:gd name="T13" fmla="*/ 5 h 38"/>
                </a:gdLst>
                <a:ahLst/>
                <a:cxnLst>
                  <a:cxn ang="0">
                    <a:pos x="T0" y="T1"/>
                  </a:cxn>
                  <a:cxn ang="0">
                    <a:pos x="T2" y="T3"/>
                  </a:cxn>
                  <a:cxn ang="0">
                    <a:pos x="T4" y="T5"/>
                  </a:cxn>
                  <a:cxn ang="0">
                    <a:pos x="T6" y="T7"/>
                  </a:cxn>
                  <a:cxn ang="0">
                    <a:pos x="T8" y="T9"/>
                  </a:cxn>
                  <a:cxn ang="0">
                    <a:pos x="T10" y="T11"/>
                  </a:cxn>
                  <a:cxn ang="0">
                    <a:pos x="T12" y="T13"/>
                  </a:cxn>
                </a:cxnLst>
                <a:rect l="0" t="0" r="r" b="b"/>
                <a:pathLst>
                  <a:path w="35" h="38">
                    <a:moveTo>
                      <a:pt x="31" y="5"/>
                    </a:moveTo>
                    <a:lnTo>
                      <a:pt x="21" y="37"/>
                    </a:lnTo>
                    <a:lnTo>
                      <a:pt x="0" y="25"/>
                    </a:lnTo>
                    <a:lnTo>
                      <a:pt x="5" y="7"/>
                    </a:lnTo>
                    <a:lnTo>
                      <a:pt x="14" y="0"/>
                    </a:lnTo>
                    <a:lnTo>
                      <a:pt x="34" y="5"/>
                    </a:lnTo>
                    <a:lnTo>
                      <a:pt x="31" y="5"/>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18" name="Freeform 45">
                <a:extLst>
                  <a:ext uri="{FF2B5EF4-FFF2-40B4-BE49-F238E27FC236}">
                    <a16:creationId xmlns:a16="http://schemas.microsoft.com/office/drawing/2014/main" id="{CDB405E3-0C79-4639-8A88-AC277F22C729}"/>
                  </a:ext>
                </a:extLst>
              </p:cNvPr>
              <p:cNvSpPr>
                <a:spLocks/>
              </p:cNvSpPr>
              <p:nvPr/>
            </p:nvSpPr>
            <p:spPr bwMode="auto">
              <a:xfrm>
                <a:off x="4040764" y="4803618"/>
                <a:ext cx="182408" cy="1189153"/>
              </a:xfrm>
              <a:custGeom>
                <a:avLst/>
                <a:gdLst>
                  <a:gd name="T0" fmla="*/ 56 w 103"/>
                  <a:gd name="T1" fmla="*/ 625 h 674"/>
                  <a:gd name="T2" fmla="*/ 40 w 103"/>
                  <a:gd name="T3" fmla="*/ 597 h 674"/>
                  <a:gd name="T4" fmla="*/ 46 w 103"/>
                  <a:gd name="T5" fmla="*/ 551 h 674"/>
                  <a:gd name="T6" fmla="*/ 49 w 103"/>
                  <a:gd name="T7" fmla="*/ 478 h 674"/>
                  <a:gd name="T8" fmla="*/ 43 w 103"/>
                  <a:gd name="T9" fmla="*/ 438 h 674"/>
                  <a:gd name="T10" fmla="*/ 33 w 103"/>
                  <a:gd name="T11" fmla="*/ 397 h 674"/>
                  <a:gd name="T12" fmla="*/ 44 w 103"/>
                  <a:gd name="T13" fmla="*/ 372 h 674"/>
                  <a:gd name="T14" fmla="*/ 41 w 103"/>
                  <a:gd name="T15" fmla="*/ 326 h 674"/>
                  <a:gd name="T16" fmla="*/ 41 w 103"/>
                  <a:gd name="T17" fmla="*/ 309 h 674"/>
                  <a:gd name="T18" fmla="*/ 49 w 103"/>
                  <a:gd name="T19" fmla="*/ 284 h 674"/>
                  <a:gd name="T20" fmla="*/ 41 w 103"/>
                  <a:gd name="T21" fmla="*/ 265 h 674"/>
                  <a:gd name="T22" fmla="*/ 47 w 103"/>
                  <a:gd name="T23" fmla="*/ 235 h 674"/>
                  <a:gd name="T24" fmla="*/ 42 w 103"/>
                  <a:gd name="T25" fmla="*/ 198 h 674"/>
                  <a:gd name="T26" fmla="*/ 49 w 103"/>
                  <a:gd name="T27" fmla="*/ 175 h 674"/>
                  <a:gd name="T28" fmla="*/ 63 w 103"/>
                  <a:gd name="T29" fmla="*/ 155 h 674"/>
                  <a:gd name="T30" fmla="*/ 64 w 103"/>
                  <a:gd name="T31" fmla="*/ 134 h 674"/>
                  <a:gd name="T32" fmla="*/ 73 w 103"/>
                  <a:gd name="T33" fmla="*/ 112 h 674"/>
                  <a:gd name="T34" fmla="*/ 64 w 103"/>
                  <a:gd name="T35" fmla="*/ 87 h 674"/>
                  <a:gd name="T36" fmla="*/ 54 w 103"/>
                  <a:gd name="T37" fmla="*/ 36 h 674"/>
                  <a:gd name="T38" fmla="*/ 38 w 103"/>
                  <a:gd name="T39" fmla="*/ 8 h 674"/>
                  <a:gd name="T40" fmla="*/ 21 w 103"/>
                  <a:gd name="T41" fmla="*/ 10 h 674"/>
                  <a:gd name="T42" fmla="*/ 28 w 103"/>
                  <a:gd name="T43" fmla="*/ 39 h 674"/>
                  <a:gd name="T44" fmla="*/ 23 w 103"/>
                  <a:gd name="T45" fmla="*/ 104 h 674"/>
                  <a:gd name="T46" fmla="*/ 28 w 103"/>
                  <a:gd name="T47" fmla="*/ 112 h 674"/>
                  <a:gd name="T48" fmla="*/ 24 w 103"/>
                  <a:gd name="T49" fmla="*/ 147 h 674"/>
                  <a:gd name="T50" fmla="*/ 13 w 103"/>
                  <a:gd name="T51" fmla="*/ 187 h 674"/>
                  <a:gd name="T52" fmla="*/ 14 w 103"/>
                  <a:gd name="T53" fmla="*/ 216 h 674"/>
                  <a:gd name="T54" fmla="*/ 15 w 103"/>
                  <a:gd name="T55" fmla="*/ 268 h 674"/>
                  <a:gd name="T56" fmla="*/ 4 w 103"/>
                  <a:gd name="T57" fmla="*/ 340 h 674"/>
                  <a:gd name="T58" fmla="*/ 11 w 103"/>
                  <a:gd name="T59" fmla="*/ 437 h 674"/>
                  <a:gd name="T60" fmla="*/ 15 w 103"/>
                  <a:gd name="T61" fmla="*/ 451 h 674"/>
                  <a:gd name="T62" fmla="*/ 20 w 103"/>
                  <a:gd name="T63" fmla="*/ 499 h 674"/>
                  <a:gd name="T64" fmla="*/ 13 w 103"/>
                  <a:gd name="T65" fmla="*/ 535 h 674"/>
                  <a:gd name="T66" fmla="*/ 13 w 103"/>
                  <a:gd name="T67" fmla="*/ 566 h 674"/>
                  <a:gd name="T68" fmla="*/ 28 w 103"/>
                  <a:gd name="T69" fmla="*/ 605 h 674"/>
                  <a:gd name="T70" fmla="*/ 40 w 103"/>
                  <a:gd name="T71" fmla="*/ 625 h 674"/>
                  <a:gd name="T72" fmla="*/ 54 w 103"/>
                  <a:gd name="T73" fmla="*/ 637 h 674"/>
                  <a:gd name="T74" fmla="*/ 72 w 103"/>
                  <a:gd name="T75" fmla="*/ 654 h 674"/>
                  <a:gd name="T76" fmla="*/ 87 w 103"/>
                  <a:gd name="T77" fmla="*/ 673 h 674"/>
                  <a:gd name="T78" fmla="*/ 102 w 103"/>
                  <a:gd name="T79" fmla="*/ 650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3" h="674">
                    <a:moveTo>
                      <a:pt x="99" y="623"/>
                    </a:moveTo>
                    <a:lnTo>
                      <a:pt x="56" y="625"/>
                    </a:lnTo>
                    <a:lnTo>
                      <a:pt x="53" y="604"/>
                    </a:lnTo>
                    <a:lnTo>
                      <a:pt x="40" y="597"/>
                    </a:lnTo>
                    <a:lnTo>
                      <a:pt x="38" y="552"/>
                    </a:lnTo>
                    <a:lnTo>
                      <a:pt x="46" y="551"/>
                    </a:lnTo>
                    <a:lnTo>
                      <a:pt x="48" y="538"/>
                    </a:lnTo>
                    <a:lnTo>
                      <a:pt x="49" y="478"/>
                    </a:lnTo>
                    <a:lnTo>
                      <a:pt x="43" y="462"/>
                    </a:lnTo>
                    <a:lnTo>
                      <a:pt x="43" y="438"/>
                    </a:lnTo>
                    <a:lnTo>
                      <a:pt x="38" y="411"/>
                    </a:lnTo>
                    <a:lnTo>
                      <a:pt x="33" y="397"/>
                    </a:lnTo>
                    <a:lnTo>
                      <a:pt x="33" y="385"/>
                    </a:lnTo>
                    <a:lnTo>
                      <a:pt x="44" y="372"/>
                    </a:lnTo>
                    <a:lnTo>
                      <a:pt x="31" y="343"/>
                    </a:lnTo>
                    <a:lnTo>
                      <a:pt x="41" y="326"/>
                    </a:lnTo>
                    <a:lnTo>
                      <a:pt x="48" y="317"/>
                    </a:lnTo>
                    <a:lnTo>
                      <a:pt x="41" y="309"/>
                    </a:lnTo>
                    <a:lnTo>
                      <a:pt x="41" y="287"/>
                    </a:lnTo>
                    <a:lnTo>
                      <a:pt x="49" y="284"/>
                    </a:lnTo>
                    <a:lnTo>
                      <a:pt x="48" y="267"/>
                    </a:lnTo>
                    <a:lnTo>
                      <a:pt x="41" y="265"/>
                    </a:lnTo>
                    <a:lnTo>
                      <a:pt x="40" y="240"/>
                    </a:lnTo>
                    <a:lnTo>
                      <a:pt x="47" y="235"/>
                    </a:lnTo>
                    <a:lnTo>
                      <a:pt x="45" y="222"/>
                    </a:lnTo>
                    <a:lnTo>
                      <a:pt x="42" y="198"/>
                    </a:lnTo>
                    <a:lnTo>
                      <a:pt x="48" y="189"/>
                    </a:lnTo>
                    <a:lnTo>
                      <a:pt x="49" y="175"/>
                    </a:lnTo>
                    <a:lnTo>
                      <a:pt x="59" y="168"/>
                    </a:lnTo>
                    <a:lnTo>
                      <a:pt x="63" y="155"/>
                    </a:lnTo>
                    <a:lnTo>
                      <a:pt x="55" y="144"/>
                    </a:lnTo>
                    <a:lnTo>
                      <a:pt x="64" y="134"/>
                    </a:lnTo>
                    <a:lnTo>
                      <a:pt x="64" y="115"/>
                    </a:lnTo>
                    <a:lnTo>
                      <a:pt x="73" y="112"/>
                    </a:lnTo>
                    <a:lnTo>
                      <a:pt x="74" y="93"/>
                    </a:lnTo>
                    <a:lnTo>
                      <a:pt x="64" y="87"/>
                    </a:lnTo>
                    <a:lnTo>
                      <a:pt x="54" y="67"/>
                    </a:lnTo>
                    <a:lnTo>
                      <a:pt x="54" y="36"/>
                    </a:lnTo>
                    <a:lnTo>
                      <a:pt x="40" y="23"/>
                    </a:lnTo>
                    <a:lnTo>
                      <a:pt x="38" y="8"/>
                    </a:lnTo>
                    <a:lnTo>
                      <a:pt x="31" y="0"/>
                    </a:lnTo>
                    <a:lnTo>
                      <a:pt x="21" y="10"/>
                    </a:lnTo>
                    <a:lnTo>
                      <a:pt x="24" y="31"/>
                    </a:lnTo>
                    <a:lnTo>
                      <a:pt x="28" y="39"/>
                    </a:lnTo>
                    <a:lnTo>
                      <a:pt x="29" y="97"/>
                    </a:lnTo>
                    <a:lnTo>
                      <a:pt x="23" y="104"/>
                    </a:lnTo>
                    <a:lnTo>
                      <a:pt x="23" y="112"/>
                    </a:lnTo>
                    <a:lnTo>
                      <a:pt x="28" y="112"/>
                    </a:lnTo>
                    <a:lnTo>
                      <a:pt x="28" y="147"/>
                    </a:lnTo>
                    <a:lnTo>
                      <a:pt x="24" y="147"/>
                    </a:lnTo>
                    <a:lnTo>
                      <a:pt x="23" y="187"/>
                    </a:lnTo>
                    <a:lnTo>
                      <a:pt x="13" y="187"/>
                    </a:lnTo>
                    <a:lnTo>
                      <a:pt x="18" y="196"/>
                    </a:lnTo>
                    <a:lnTo>
                      <a:pt x="14" y="216"/>
                    </a:lnTo>
                    <a:lnTo>
                      <a:pt x="11" y="266"/>
                    </a:lnTo>
                    <a:lnTo>
                      <a:pt x="15" y="268"/>
                    </a:lnTo>
                    <a:lnTo>
                      <a:pt x="9" y="330"/>
                    </a:lnTo>
                    <a:lnTo>
                      <a:pt x="4" y="340"/>
                    </a:lnTo>
                    <a:lnTo>
                      <a:pt x="0" y="346"/>
                    </a:lnTo>
                    <a:lnTo>
                      <a:pt x="11" y="437"/>
                    </a:lnTo>
                    <a:lnTo>
                      <a:pt x="5" y="451"/>
                    </a:lnTo>
                    <a:lnTo>
                      <a:pt x="15" y="451"/>
                    </a:lnTo>
                    <a:lnTo>
                      <a:pt x="18" y="454"/>
                    </a:lnTo>
                    <a:lnTo>
                      <a:pt x="20" y="499"/>
                    </a:lnTo>
                    <a:lnTo>
                      <a:pt x="14" y="512"/>
                    </a:lnTo>
                    <a:lnTo>
                      <a:pt x="13" y="535"/>
                    </a:lnTo>
                    <a:lnTo>
                      <a:pt x="23" y="540"/>
                    </a:lnTo>
                    <a:lnTo>
                      <a:pt x="13" y="566"/>
                    </a:lnTo>
                    <a:lnTo>
                      <a:pt x="20" y="592"/>
                    </a:lnTo>
                    <a:lnTo>
                      <a:pt x="28" y="605"/>
                    </a:lnTo>
                    <a:lnTo>
                      <a:pt x="38" y="610"/>
                    </a:lnTo>
                    <a:lnTo>
                      <a:pt x="40" y="625"/>
                    </a:lnTo>
                    <a:lnTo>
                      <a:pt x="44" y="632"/>
                    </a:lnTo>
                    <a:lnTo>
                      <a:pt x="54" y="637"/>
                    </a:lnTo>
                    <a:lnTo>
                      <a:pt x="59" y="647"/>
                    </a:lnTo>
                    <a:lnTo>
                      <a:pt x="72" y="654"/>
                    </a:lnTo>
                    <a:lnTo>
                      <a:pt x="80" y="662"/>
                    </a:lnTo>
                    <a:lnTo>
                      <a:pt x="87" y="673"/>
                    </a:lnTo>
                    <a:lnTo>
                      <a:pt x="91" y="656"/>
                    </a:lnTo>
                    <a:lnTo>
                      <a:pt x="102" y="650"/>
                    </a:lnTo>
                    <a:lnTo>
                      <a:pt x="99" y="623"/>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19" name="Freeform 50">
                <a:extLst>
                  <a:ext uri="{FF2B5EF4-FFF2-40B4-BE49-F238E27FC236}">
                    <a16:creationId xmlns:a16="http://schemas.microsoft.com/office/drawing/2014/main" id="{D8D391C0-734D-4AD3-9013-4A2E5561EA4F}"/>
                  </a:ext>
                </a:extLst>
              </p:cNvPr>
              <p:cNvSpPr>
                <a:spLocks/>
              </p:cNvSpPr>
              <p:nvPr/>
            </p:nvSpPr>
            <p:spPr bwMode="auto">
              <a:xfrm>
                <a:off x="4095801" y="4937319"/>
                <a:ext cx="427716" cy="968939"/>
              </a:xfrm>
              <a:custGeom>
                <a:avLst/>
                <a:gdLst>
                  <a:gd name="T0" fmla="*/ 53 w 243"/>
                  <a:gd name="T1" fmla="*/ 0 h 550"/>
                  <a:gd name="T2" fmla="*/ 84 w 243"/>
                  <a:gd name="T3" fmla="*/ 17 h 550"/>
                  <a:gd name="T4" fmla="*/ 110 w 243"/>
                  <a:gd name="T5" fmla="*/ 13 h 550"/>
                  <a:gd name="T6" fmla="*/ 128 w 243"/>
                  <a:gd name="T7" fmla="*/ 26 h 550"/>
                  <a:gd name="T8" fmla="*/ 145 w 243"/>
                  <a:gd name="T9" fmla="*/ 37 h 550"/>
                  <a:gd name="T10" fmla="*/ 170 w 243"/>
                  <a:gd name="T11" fmla="*/ 49 h 550"/>
                  <a:gd name="T12" fmla="*/ 179 w 243"/>
                  <a:gd name="T13" fmla="*/ 57 h 550"/>
                  <a:gd name="T14" fmla="*/ 170 w 243"/>
                  <a:gd name="T15" fmla="*/ 92 h 550"/>
                  <a:gd name="T16" fmla="*/ 216 w 243"/>
                  <a:gd name="T17" fmla="*/ 85 h 550"/>
                  <a:gd name="T18" fmla="*/ 232 w 243"/>
                  <a:gd name="T19" fmla="*/ 67 h 550"/>
                  <a:gd name="T20" fmla="*/ 241 w 243"/>
                  <a:gd name="T21" fmla="*/ 82 h 550"/>
                  <a:gd name="T22" fmla="*/ 231 w 243"/>
                  <a:gd name="T23" fmla="*/ 96 h 550"/>
                  <a:gd name="T24" fmla="*/ 217 w 243"/>
                  <a:gd name="T25" fmla="*/ 108 h 550"/>
                  <a:gd name="T26" fmla="*/ 201 w 243"/>
                  <a:gd name="T27" fmla="*/ 128 h 550"/>
                  <a:gd name="T28" fmla="*/ 188 w 243"/>
                  <a:gd name="T29" fmla="*/ 149 h 550"/>
                  <a:gd name="T30" fmla="*/ 177 w 243"/>
                  <a:gd name="T31" fmla="*/ 179 h 550"/>
                  <a:gd name="T32" fmla="*/ 183 w 243"/>
                  <a:gd name="T33" fmla="*/ 219 h 550"/>
                  <a:gd name="T34" fmla="*/ 189 w 243"/>
                  <a:gd name="T35" fmla="*/ 224 h 550"/>
                  <a:gd name="T36" fmla="*/ 204 w 243"/>
                  <a:gd name="T37" fmla="*/ 228 h 550"/>
                  <a:gd name="T38" fmla="*/ 212 w 243"/>
                  <a:gd name="T39" fmla="*/ 252 h 550"/>
                  <a:gd name="T40" fmla="*/ 201 w 243"/>
                  <a:gd name="T41" fmla="*/ 277 h 550"/>
                  <a:gd name="T42" fmla="*/ 185 w 243"/>
                  <a:gd name="T43" fmla="*/ 289 h 550"/>
                  <a:gd name="T44" fmla="*/ 151 w 243"/>
                  <a:gd name="T45" fmla="*/ 295 h 550"/>
                  <a:gd name="T46" fmla="*/ 138 w 243"/>
                  <a:gd name="T47" fmla="*/ 301 h 550"/>
                  <a:gd name="T48" fmla="*/ 141 w 243"/>
                  <a:gd name="T49" fmla="*/ 336 h 550"/>
                  <a:gd name="T50" fmla="*/ 104 w 243"/>
                  <a:gd name="T51" fmla="*/ 329 h 550"/>
                  <a:gd name="T52" fmla="*/ 112 w 243"/>
                  <a:gd name="T53" fmla="*/ 352 h 550"/>
                  <a:gd name="T54" fmla="*/ 119 w 243"/>
                  <a:gd name="T55" fmla="*/ 374 h 550"/>
                  <a:gd name="T56" fmla="*/ 107 w 243"/>
                  <a:gd name="T57" fmla="*/ 388 h 550"/>
                  <a:gd name="T58" fmla="*/ 93 w 243"/>
                  <a:gd name="T59" fmla="*/ 410 h 550"/>
                  <a:gd name="T60" fmla="*/ 81 w 243"/>
                  <a:gd name="T61" fmla="*/ 421 h 550"/>
                  <a:gd name="T62" fmla="*/ 101 w 243"/>
                  <a:gd name="T63" fmla="*/ 450 h 550"/>
                  <a:gd name="T64" fmla="*/ 101 w 243"/>
                  <a:gd name="T65" fmla="*/ 469 h 550"/>
                  <a:gd name="T66" fmla="*/ 87 w 243"/>
                  <a:gd name="T67" fmla="*/ 483 h 550"/>
                  <a:gd name="T68" fmla="*/ 77 w 243"/>
                  <a:gd name="T69" fmla="*/ 510 h 550"/>
                  <a:gd name="T70" fmla="*/ 70 w 243"/>
                  <a:gd name="T71" fmla="*/ 529 h 550"/>
                  <a:gd name="T72" fmla="*/ 25 w 243"/>
                  <a:gd name="T73" fmla="*/ 549 h 550"/>
                  <a:gd name="T74" fmla="*/ 9 w 243"/>
                  <a:gd name="T75" fmla="*/ 522 h 550"/>
                  <a:gd name="T76" fmla="*/ 15 w 243"/>
                  <a:gd name="T77" fmla="*/ 475 h 550"/>
                  <a:gd name="T78" fmla="*/ 19 w 243"/>
                  <a:gd name="T79" fmla="*/ 402 h 550"/>
                  <a:gd name="T80" fmla="*/ 12 w 243"/>
                  <a:gd name="T81" fmla="*/ 363 h 550"/>
                  <a:gd name="T82" fmla="*/ 2 w 243"/>
                  <a:gd name="T83" fmla="*/ 322 h 550"/>
                  <a:gd name="T84" fmla="*/ 14 w 243"/>
                  <a:gd name="T85" fmla="*/ 297 h 550"/>
                  <a:gd name="T86" fmla="*/ 10 w 243"/>
                  <a:gd name="T87" fmla="*/ 251 h 550"/>
                  <a:gd name="T88" fmla="*/ 10 w 243"/>
                  <a:gd name="T89" fmla="*/ 234 h 550"/>
                  <a:gd name="T90" fmla="*/ 19 w 243"/>
                  <a:gd name="T91" fmla="*/ 209 h 550"/>
                  <a:gd name="T92" fmla="*/ 10 w 243"/>
                  <a:gd name="T93" fmla="*/ 190 h 550"/>
                  <a:gd name="T94" fmla="*/ 16 w 243"/>
                  <a:gd name="T95" fmla="*/ 160 h 550"/>
                  <a:gd name="T96" fmla="*/ 11 w 243"/>
                  <a:gd name="T97" fmla="*/ 123 h 550"/>
                  <a:gd name="T98" fmla="*/ 19 w 243"/>
                  <a:gd name="T99" fmla="*/ 100 h 550"/>
                  <a:gd name="T100" fmla="*/ 32 w 243"/>
                  <a:gd name="T101" fmla="*/ 80 h 550"/>
                  <a:gd name="T102" fmla="*/ 33 w 243"/>
                  <a:gd name="T103" fmla="*/ 59 h 550"/>
                  <a:gd name="T104" fmla="*/ 42 w 243"/>
                  <a:gd name="T105" fmla="*/ 37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3" h="550">
                    <a:moveTo>
                      <a:pt x="44" y="19"/>
                    </a:moveTo>
                    <a:lnTo>
                      <a:pt x="53" y="0"/>
                    </a:lnTo>
                    <a:lnTo>
                      <a:pt x="67" y="11"/>
                    </a:lnTo>
                    <a:lnTo>
                      <a:pt x="84" y="17"/>
                    </a:lnTo>
                    <a:lnTo>
                      <a:pt x="101" y="3"/>
                    </a:lnTo>
                    <a:lnTo>
                      <a:pt x="110" y="13"/>
                    </a:lnTo>
                    <a:lnTo>
                      <a:pt x="124" y="19"/>
                    </a:lnTo>
                    <a:lnTo>
                      <a:pt x="128" y="26"/>
                    </a:lnTo>
                    <a:lnTo>
                      <a:pt x="137" y="30"/>
                    </a:lnTo>
                    <a:lnTo>
                      <a:pt x="145" y="37"/>
                    </a:lnTo>
                    <a:lnTo>
                      <a:pt x="149" y="47"/>
                    </a:lnTo>
                    <a:lnTo>
                      <a:pt x="170" y="49"/>
                    </a:lnTo>
                    <a:lnTo>
                      <a:pt x="174" y="52"/>
                    </a:lnTo>
                    <a:lnTo>
                      <a:pt x="179" y="57"/>
                    </a:lnTo>
                    <a:lnTo>
                      <a:pt x="173" y="78"/>
                    </a:lnTo>
                    <a:lnTo>
                      <a:pt x="170" y="92"/>
                    </a:lnTo>
                    <a:lnTo>
                      <a:pt x="215" y="92"/>
                    </a:lnTo>
                    <a:lnTo>
                      <a:pt x="216" y="85"/>
                    </a:lnTo>
                    <a:lnTo>
                      <a:pt x="225" y="79"/>
                    </a:lnTo>
                    <a:lnTo>
                      <a:pt x="232" y="67"/>
                    </a:lnTo>
                    <a:lnTo>
                      <a:pt x="234" y="82"/>
                    </a:lnTo>
                    <a:lnTo>
                      <a:pt x="241" y="82"/>
                    </a:lnTo>
                    <a:lnTo>
                      <a:pt x="242" y="94"/>
                    </a:lnTo>
                    <a:lnTo>
                      <a:pt x="231" y="96"/>
                    </a:lnTo>
                    <a:lnTo>
                      <a:pt x="223" y="106"/>
                    </a:lnTo>
                    <a:lnTo>
                      <a:pt x="217" y="108"/>
                    </a:lnTo>
                    <a:lnTo>
                      <a:pt x="209" y="119"/>
                    </a:lnTo>
                    <a:lnTo>
                      <a:pt x="201" y="128"/>
                    </a:lnTo>
                    <a:lnTo>
                      <a:pt x="195" y="139"/>
                    </a:lnTo>
                    <a:lnTo>
                      <a:pt x="188" y="149"/>
                    </a:lnTo>
                    <a:lnTo>
                      <a:pt x="179" y="163"/>
                    </a:lnTo>
                    <a:lnTo>
                      <a:pt x="177" y="179"/>
                    </a:lnTo>
                    <a:lnTo>
                      <a:pt x="179" y="202"/>
                    </a:lnTo>
                    <a:lnTo>
                      <a:pt x="183" y="219"/>
                    </a:lnTo>
                    <a:lnTo>
                      <a:pt x="189" y="216"/>
                    </a:lnTo>
                    <a:lnTo>
                      <a:pt x="189" y="224"/>
                    </a:lnTo>
                    <a:lnTo>
                      <a:pt x="195" y="227"/>
                    </a:lnTo>
                    <a:lnTo>
                      <a:pt x="204" y="228"/>
                    </a:lnTo>
                    <a:lnTo>
                      <a:pt x="204" y="249"/>
                    </a:lnTo>
                    <a:lnTo>
                      <a:pt x="212" y="252"/>
                    </a:lnTo>
                    <a:lnTo>
                      <a:pt x="210" y="271"/>
                    </a:lnTo>
                    <a:lnTo>
                      <a:pt x="201" y="277"/>
                    </a:lnTo>
                    <a:lnTo>
                      <a:pt x="189" y="279"/>
                    </a:lnTo>
                    <a:lnTo>
                      <a:pt x="185" y="289"/>
                    </a:lnTo>
                    <a:lnTo>
                      <a:pt x="178" y="290"/>
                    </a:lnTo>
                    <a:lnTo>
                      <a:pt x="151" y="295"/>
                    </a:lnTo>
                    <a:lnTo>
                      <a:pt x="141" y="296"/>
                    </a:lnTo>
                    <a:lnTo>
                      <a:pt x="138" y="301"/>
                    </a:lnTo>
                    <a:lnTo>
                      <a:pt x="141" y="316"/>
                    </a:lnTo>
                    <a:lnTo>
                      <a:pt x="141" y="336"/>
                    </a:lnTo>
                    <a:lnTo>
                      <a:pt x="127" y="341"/>
                    </a:lnTo>
                    <a:lnTo>
                      <a:pt x="104" y="329"/>
                    </a:lnTo>
                    <a:lnTo>
                      <a:pt x="101" y="344"/>
                    </a:lnTo>
                    <a:lnTo>
                      <a:pt x="112" y="352"/>
                    </a:lnTo>
                    <a:lnTo>
                      <a:pt x="116" y="362"/>
                    </a:lnTo>
                    <a:lnTo>
                      <a:pt x="119" y="374"/>
                    </a:lnTo>
                    <a:lnTo>
                      <a:pt x="113" y="380"/>
                    </a:lnTo>
                    <a:lnTo>
                      <a:pt x="107" y="388"/>
                    </a:lnTo>
                    <a:lnTo>
                      <a:pt x="101" y="407"/>
                    </a:lnTo>
                    <a:lnTo>
                      <a:pt x="93" y="410"/>
                    </a:lnTo>
                    <a:lnTo>
                      <a:pt x="91" y="418"/>
                    </a:lnTo>
                    <a:lnTo>
                      <a:pt x="81" y="421"/>
                    </a:lnTo>
                    <a:lnTo>
                      <a:pt x="79" y="441"/>
                    </a:lnTo>
                    <a:lnTo>
                      <a:pt x="101" y="450"/>
                    </a:lnTo>
                    <a:lnTo>
                      <a:pt x="101" y="460"/>
                    </a:lnTo>
                    <a:lnTo>
                      <a:pt x="101" y="469"/>
                    </a:lnTo>
                    <a:lnTo>
                      <a:pt x="93" y="475"/>
                    </a:lnTo>
                    <a:lnTo>
                      <a:pt x="87" y="483"/>
                    </a:lnTo>
                    <a:lnTo>
                      <a:pt x="88" y="507"/>
                    </a:lnTo>
                    <a:lnTo>
                      <a:pt x="77" y="510"/>
                    </a:lnTo>
                    <a:lnTo>
                      <a:pt x="69" y="516"/>
                    </a:lnTo>
                    <a:lnTo>
                      <a:pt x="70" y="529"/>
                    </a:lnTo>
                    <a:lnTo>
                      <a:pt x="69" y="547"/>
                    </a:lnTo>
                    <a:lnTo>
                      <a:pt x="25" y="549"/>
                    </a:lnTo>
                    <a:lnTo>
                      <a:pt x="22" y="529"/>
                    </a:lnTo>
                    <a:lnTo>
                      <a:pt x="9" y="522"/>
                    </a:lnTo>
                    <a:lnTo>
                      <a:pt x="7" y="477"/>
                    </a:lnTo>
                    <a:lnTo>
                      <a:pt x="15" y="475"/>
                    </a:lnTo>
                    <a:lnTo>
                      <a:pt x="18" y="463"/>
                    </a:lnTo>
                    <a:lnTo>
                      <a:pt x="19" y="402"/>
                    </a:lnTo>
                    <a:lnTo>
                      <a:pt x="13" y="386"/>
                    </a:lnTo>
                    <a:lnTo>
                      <a:pt x="12" y="363"/>
                    </a:lnTo>
                    <a:lnTo>
                      <a:pt x="8" y="336"/>
                    </a:lnTo>
                    <a:lnTo>
                      <a:pt x="2" y="322"/>
                    </a:lnTo>
                    <a:lnTo>
                      <a:pt x="3" y="310"/>
                    </a:lnTo>
                    <a:lnTo>
                      <a:pt x="14" y="297"/>
                    </a:lnTo>
                    <a:lnTo>
                      <a:pt x="0" y="268"/>
                    </a:lnTo>
                    <a:lnTo>
                      <a:pt x="10" y="251"/>
                    </a:lnTo>
                    <a:lnTo>
                      <a:pt x="17" y="241"/>
                    </a:lnTo>
                    <a:lnTo>
                      <a:pt x="10" y="234"/>
                    </a:lnTo>
                    <a:lnTo>
                      <a:pt x="10" y="212"/>
                    </a:lnTo>
                    <a:lnTo>
                      <a:pt x="19" y="209"/>
                    </a:lnTo>
                    <a:lnTo>
                      <a:pt x="17" y="192"/>
                    </a:lnTo>
                    <a:lnTo>
                      <a:pt x="10" y="190"/>
                    </a:lnTo>
                    <a:lnTo>
                      <a:pt x="9" y="165"/>
                    </a:lnTo>
                    <a:lnTo>
                      <a:pt x="16" y="160"/>
                    </a:lnTo>
                    <a:lnTo>
                      <a:pt x="14" y="147"/>
                    </a:lnTo>
                    <a:lnTo>
                      <a:pt x="11" y="123"/>
                    </a:lnTo>
                    <a:lnTo>
                      <a:pt x="17" y="114"/>
                    </a:lnTo>
                    <a:lnTo>
                      <a:pt x="19" y="100"/>
                    </a:lnTo>
                    <a:lnTo>
                      <a:pt x="28" y="93"/>
                    </a:lnTo>
                    <a:lnTo>
                      <a:pt x="32" y="80"/>
                    </a:lnTo>
                    <a:lnTo>
                      <a:pt x="25" y="69"/>
                    </a:lnTo>
                    <a:lnTo>
                      <a:pt x="33" y="59"/>
                    </a:lnTo>
                    <a:lnTo>
                      <a:pt x="34" y="40"/>
                    </a:lnTo>
                    <a:lnTo>
                      <a:pt x="42" y="37"/>
                    </a:lnTo>
                    <a:lnTo>
                      <a:pt x="44" y="19"/>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20" name="Freeform 51">
                <a:extLst>
                  <a:ext uri="{FF2B5EF4-FFF2-40B4-BE49-F238E27FC236}">
                    <a16:creationId xmlns:a16="http://schemas.microsoft.com/office/drawing/2014/main" id="{414EEFFE-EC0A-462E-90BE-D1757C39FE49}"/>
                  </a:ext>
                </a:extLst>
              </p:cNvPr>
              <p:cNvSpPr>
                <a:spLocks/>
              </p:cNvSpPr>
              <p:nvPr/>
            </p:nvSpPr>
            <p:spPr bwMode="auto">
              <a:xfrm>
                <a:off x="4273491" y="4849234"/>
                <a:ext cx="231155" cy="253246"/>
              </a:xfrm>
              <a:custGeom>
                <a:avLst/>
                <a:gdLst>
                  <a:gd name="T0" fmla="*/ 23 w 132"/>
                  <a:gd name="T1" fmla="*/ 68 h 142"/>
                  <a:gd name="T2" fmla="*/ 27 w 132"/>
                  <a:gd name="T3" fmla="*/ 75 h 142"/>
                  <a:gd name="T4" fmla="*/ 36 w 132"/>
                  <a:gd name="T5" fmla="*/ 79 h 142"/>
                  <a:gd name="T6" fmla="*/ 44 w 132"/>
                  <a:gd name="T7" fmla="*/ 86 h 142"/>
                  <a:gd name="T8" fmla="*/ 48 w 132"/>
                  <a:gd name="T9" fmla="*/ 95 h 142"/>
                  <a:gd name="T10" fmla="*/ 69 w 132"/>
                  <a:gd name="T11" fmla="*/ 98 h 142"/>
                  <a:gd name="T12" fmla="*/ 74 w 132"/>
                  <a:gd name="T13" fmla="*/ 100 h 142"/>
                  <a:gd name="T14" fmla="*/ 78 w 132"/>
                  <a:gd name="T15" fmla="*/ 106 h 142"/>
                  <a:gd name="T16" fmla="*/ 73 w 132"/>
                  <a:gd name="T17" fmla="*/ 127 h 142"/>
                  <a:gd name="T18" fmla="*/ 69 w 132"/>
                  <a:gd name="T19" fmla="*/ 140 h 142"/>
                  <a:gd name="T20" fmla="*/ 114 w 132"/>
                  <a:gd name="T21" fmla="*/ 141 h 142"/>
                  <a:gd name="T22" fmla="*/ 115 w 132"/>
                  <a:gd name="T23" fmla="*/ 133 h 142"/>
                  <a:gd name="T24" fmla="*/ 124 w 132"/>
                  <a:gd name="T25" fmla="*/ 127 h 142"/>
                  <a:gd name="T26" fmla="*/ 131 w 132"/>
                  <a:gd name="T27" fmla="*/ 116 h 142"/>
                  <a:gd name="T28" fmla="*/ 128 w 132"/>
                  <a:gd name="T29" fmla="*/ 112 h 142"/>
                  <a:gd name="T30" fmla="*/ 126 w 132"/>
                  <a:gd name="T31" fmla="*/ 75 h 142"/>
                  <a:gd name="T32" fmla="*/ 114 w 132"/>
                  <a:gd name="T33" fmla="*/ 74 h 142"/>
                  <a:gd name="T34" fmla="*/ 112 w 132"/>
                  <a:gd name="T35" fmla="*/ 57 h 142"/>
                  <a:gd name="T36" fmla="*/ 99 w 132"/>
                  <a:gd name="T37" fmla="*/ 57 h 142"/>
                  <a:gd name="T38" fmla="*/ 91 w 132"/>
                  <a:gd name="T39" fmla="*/ 53 h 142"/>
                  <a:gd name="T40" fmla="*/ 88 w 132"/>
                  <a:gd name="T41" fmla="*/ 46 h 142"/>
                  <a:gd name="T42" fmla="*/ 74 w 132"/>
                  <a:gd name="T43" fmla="*/ 43 h 142"/>
                  <a:gd name="T44" fmla="*/ 74 w 132"/>
                  <a:gd name="T45" fmla="*/ 31 h 142"/>
                  <a:gd name="T46" fmla="*/ 63 w 132"/>
                  <a:gd name="T47" fmla="*/ 28 h 142"/>
                  <a:gd name="T48" fmla="*/ 62 w 132"/>
                  <a:gd name="T49" fmla="*/ 17 h 142"/>
                  <a:gd name="T50" fmla="*/ 55 w 132"/>
                  <a:gd name="T51" fmla="*/ 6 h 142"/>
                  <a:gd name="T52" fmla="*/ 38 w 132"/>
                  <a:gd name="T53" fmla="*/ 0 h 142"/>
                  <a:gd name="T54" fmla="*/ 27 w 132"/>
                  <a:gd name="T55" fmla="*/ 8 h 142"/>
                  <a:gd name="T56" fmla="*/ 11 w 132"/>
                  <a:gd name="T57" fmla="*/ 15 h 142"/>
                  <a:gd name="T58" fmla="*/ 6 w 132"/>
                  <a:gd name="T59" fmla="*/ 28 h 142"/>
                  <a:gd name="T60" fmla="*/ 0 w 132"/>
                  <a:gd name="T61" fmla="*/ 52 h 142"/>
                  <a:gd name="T62" fmla="*/ 9 w 132"/>
                  <a:gd name="T63" fmla="*/ 62 h 142"/>
                  <a:gd name="T64" fmla="*/ 23 w 132"/>
                  <a:gd name="T65" fmla="*/ 68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2" h="142">
                    <a:moveTo>
                      <a:pt x="23" y="68"/>
                    </a:moveTo>
                    <a:lnTo>
                      <a:pt x="27" y="75"/>
                    </a:lnTo>
                    <a:lnTo>
                      <a:pt x="36" y="79"/>
                    </a:lnTo>
                    <a:lnTo>
                      <a:pt x="44" y="86"/>
                    </a:lnTo>
                    <a:lnTo>
                      <a:pt x="48" y="95"/>
                    </a:lnTo>
                    <a:lnTo>
                      <a:pt x="69" y="98"/>
                    </a:lnTo>
                    <a:lnTo>
                      <a:pt x="74" y="100"/>
                    </a:lnTo>
                    <a:lnTo>
                      <a:pt x="78" y="106"/>
                    </a:lnTo>
                    <a:lnTo>
                      <a:pt x="73" y="127"/>
                    </a:lnTo>
                    <a:lnTo>
                      <a:pt x="69" y="140"/>
                    </a:lnTo>
                    <a:lnTo>
                      <a:pt x="114" y="141"/>
                    </a:lnTo>
                    <a:lnTo>
                      <a:pt x="115" y="133"/>
                    </a:lnTo>
                    <a:lnTo>
                      <a:pt x="124" y="127"/>
                    </a:lnTo>
                    <a:lnTo>
                      <a:pt x="131" y="116"/>
                    </a:lnTo>
                    <a:lnTo>
                      <a:pt x="128" y="112"/>
                    </a:lnTo>
                    <a:lnTo>
                      <a:pt x="126" y="75"/>
                    </a:lnTo>
                    <a:lnTo>
                      <a:pt x="114" y="74"/>
                    </a:lnTo>
                    <a:lnTo>
                      <a:pt x="112" y="57"/>
                    </a:lnTo>
                    <a:lnTo>
                      <a:pt x="99" y="57"/>
                    </a:lnTo>
                    <a:lnTo>
                      <a:pt x="91" y="53"/>
                    </a:lnTo>
                    <a:lnTo>
                      <a:pt x="88" y="46"/>
                    </a:lnTo>
                    <a:lnTo>
                      <a:pt x="74" y="43"/>
                    </a:lnTo>
                    <a:lnTo>
                      <a:pt x="74" y="31"/>
                    </a:lnTo>
                    <a:lnTo>
                      <a:pt x="63" y="28"/>
                    </a:lnTo>
                    <a:lnTo>
                      <a:pt x="62" y="17"/>
                    </a:lnTo>
                    <a:lnTo>
                      <a:pt x="55" y="6"/>
                    </a:lnTo>
                    <a:lnTo>
                      <a:pt x="38" y="0"/>
                    </a:lnTo>
                    <a:lnTo>
                      <a:pt x="27" y="8"/>
                    </a:lnTo>
                    <a:lnTo>
                      <a:pt x="11" y="15"/>
                    </a:lnTo>
                    <a:lnTo>
                      <a:pt x="6" y="28"/>
                    </a:lnTo>
                    <a:lnTo>
                      <a:pt x="0" y="52"/>
                    </a:lnTo>
                    <a:lnTo>
                      <a:pt x="9" y="62"/>
                    </a:lnTo>
                    <a:lnTo>
                      <a:pt x="23" y="68"/>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21" name="Freeform 56">
                <a:extLst>
                  <a:ext uri="{FF2B5EF4-FFF2-40B4-BE49-F238E27FC236}">
                    <a16:creationId xmlns:a16="http://schemas.microsoft.com/office/drawing/2014/main" id="{15D24C03-4A45-4947-985C-44297F05B8B7}"/>
                  </a:ext>
                </a:extLst>
              </p:cNvPr>
              <p:cNvSpPr>
                <a:spLocks/>
              </p:cNvSpPr>
              <p:nvPr/>
            </p:nvSpPr>
            <p:spPr bwMode="auto">
              <a:xfrm>
                <a:off x="3797029" y="4342743"/>
                <a:ext cx="325504" cy="482897"/>
              </a:xfrm>
              <a:custGeom>
                <a:avLst/>
                <a:gdLst>
                  <a:gd name="T0" fmla="*/ 149 w 185"/>
                  <a:gd name="T1" fmla="*/ 12 h 274"/>
                  <a:gd name="T2" fmla="*/ 136 w 185"/>
                  <a:gd name="T3" fmla="*/ 3 h 274"/>
                  <a:gd name="T4" fmla="*/ 111 w 185"/>
                  <a:gd name="T5" fmla="*/ 0 h 274"/>
                  <a:gd name="T6" fmla="*/ 103 w 185"/>
                  <a:gd name="T7" fmla="*/ 10 h 274"/>
                  <a:gd name="T8" fmla="*/ 62 w 185"/>
                  <a:gd name="T9" fmla="*/ 29 h 274"/>
                  <a:gd name="T10" fmla="*/ 42 w 185"/>
                  <a:gd name="T11" fmla="*/ 43 h 274"/>
                  <a:gd name="T12" fmla="*/ 28 w 185"/>
                  <a:gd name="T13" fmla="*/ 54 h 274"/>
                  <a:gd name="T14" fmla="*/ 17 w 185"/>
                  <a:gd name="T15" fmla="*/ 43 h 274"/>
                  <a:gd name="T16" fmla="*/ 14 w 185"/>
                  <a:gd name="T17" fmla="*/ 31 h 274"/>
                  <a:gd name="T18" fmla="*/ 6 w 185"/>
                  <a:gd name="T19" fmla="*/ 31 h 274"/>
                  <a:gd name="T20" fmla="*/ 0 w 185"/>
                  <a:gd name="T21" fmla="*/ 37 h 274"/>
                  <a:gd name="T22" fmla="*/ 0 w 185"/>
                  <a:gd name="T23" fmla="*/ 71 h 274"/>
                  <a:gd name="T24" fmla="*/ 15 w 185"/>
                  <a:gd name="T25" fmla="*/ 71 h 274"/>
                  <a:gd name="T26" fmla="*/ 21 w 185"/>
                  <a:gd name="T27" fmla="*/ 94 h 274"/>
                  <a:gd name="T28" fmla="*/ 29 w 185"/>
                  <a:gd name="T29" fmla="*/ 100 h 274"/>
                  <a:gd name="T30" fmla="*/ 31 w 185"/>
                  <a:gd name="T31" fmla="*/ 114 h 274"/>
                  <a:gd name="T32" fmla="*/ 36 w 185"/>
                  <a:gd name="T33" fmla="*/ 127 h 274"/>
                  <a:gd name="T34" fmla="*/ 45 w 185"/>
                  <a:gd name="T35" fmla="*/ 132 h 274"/>
                  <a:gd name="T36" fmla="*/ 47 w 185"/>
                  <a:gd name="T37" fmla="*/ 147 h 274"/>
                  <a:gd name="T38" fmla="*/ 51 w 185"/>
                  <a:gd name="T39" fmla="*/ 151 h 274"/>
                  <a:gd name="T40" fmla="*/ 57 w 185"/>
                  <a:gd name="T41" fmla="*/ 159 h 274"/>
                  <a:gd name="T42" fmla="*/ 61 w 185"/>
                  <a:gd name="T43" fmla="*/ 173 h 274"/>
                  <a:gd name="T44" fmla="*/ 68 w 185"/>
                  <a:gd name="T45" fmla="*/ 187 h 274"/>
                  <a:gd name="T46" fmla="*/ 75 w 185"/>
                  <a:gd name="T47" fmla="*/ 193 h 274"/>
                  <a:gd name="T48" fmla="*/ 71 w 185"/>
                  <a:gd name="T49" fmla="*/ 199 h 274"/>
                  <a:gd name="T50" fmla="*/ 76 w 185"/>
                  <a:gd name="T51" fmla="*/ 212 h 274"/>
                  <a:gd name="T52" fmla="*/ 91 w 185"/>
                  <a:gd name="T53" fmla="*/ 221 h 274"/>
                  <a:gd name="T54" fmla="*/ 105 w 185"/>
                  <a:gd name="T55" fmla="*/ 239 h 274"/>
                  <a:gd name="T56" fmla="*/ 127 w 185"/>
                  <a:gd name="T57" fmla="*/ 247 h 274"/>
                  <a:gd name="T58" fmla="*/ 147 w 185"/>
                  <a:gd name="T59" fmla="*/ 263 h 274"/>
                  <a:gd name="T60" fmla="*/ 159 w 185"/>
                  <a:gd name="T61" fmla="*/ 273 h 274"/>
                  <a:gd name="T62" fmla="*/ 170 w 185"/>
                  <a:gd name="T63" fmla="*/ 263 h 274"/>
                  <a:gd name="T64" fmla="*/ 174 w 185"/>
                  <a:gd name="T65" fmla="*/ 251 h 274"/>
                  <a:gd name="T66" fmla="*/ 179 w 185"/>
                  <a:gd name="T67" fmla="*/ 249 h 274"/>
                  <a:gd name="T68" fmla="*/ 174 w 185"/>
                  <a:gd name="T69" fmla="*/ 241 h 274"/>
                  <a:gd name="T70" fmla="*/ 176 w 185"/>
                  <a:gd name="T71" fmla="*/ 215 h 274"/>
                  <a:gd name="T72" fmla="*/ 176 w 185"/>
                  <a:gd name="T73" fmla="*/ 196 h 274"/>
                  <a:gd name="T74" fmla="*/ 182 w 185"/>
                  <a:gd name="T75" fmla="*/ 190 h 274"/>
                  <a:gd name="T76" fmla="*/ 184 w 185"/>
                  <a:gd name="T77" fmla="*/ 175 h 274"/>
                  <a:gd name="T78" fmla="*/ 173 w 185"/>
                  <a:gd name="T79" fmla="*/ 158 h 274"/>
                  <a:gd name="T80" fmla="*/ 160 w 185"/>
                  <a:gd name="T81" fmla="*/ 151 h 274"/>
                  <a:gd name="T82" fmla="*/ 155 w 185"/>
                  <a:gd name="T83" fmla="*/ 134 h 274"/>
                  <a:gd name="T84" fmla="*/ 143 w 185"/>
                  <a:gd name="T85" fmla="*/ 140 h 274"/>
                  <a:gd name="T86" fmla="*/ 131 w 185"/>
                  <a:gd name="T87" fmla="*/ 138 h 274"/>
                  <a:gd name="T88" fmla="*/ 129 w 185"/>
                  <a:gd name="T89" fmla="*/ 129 h 274"/>
                  <a:gd name="T90" fmla="*/ 119 w 185"/>
                  <a:gd name="T91" fmla="*/ 128 h 274"/>
                  <a:gd name="T92" fmla="*/ 115 w 185"/>
                  <a:gd name="T93" fmla="*/ 118 h 274"/>
                  <a:gd name="T94" fmla="*/ 105 w 185"/>
                  <a:gd name="T95" fmla="*/ 110 h 274"/>
                  <a:gd name="T96" fmla="*/ 102 w 185"/>
                  <a:gd name="T97" fmla="*/ 100 h 274"/>
                  <a:gd name="T98" fmla="*/ 104 w 185"/>
                  <a:gd name="T99" fmla="*/ 87 h 274"/>
                  <a:gd name="T100" fmla="*/ 113 w 185"/>
                  <a:gd name="T101" fmla="*/ 82 h 274"/>
                  <a:gd name="T102" fmla="*/ 120 w 185"/>
                  <a:gd name="T103" fmla="*/ 77 h 274"/>
                  <a:gd name="T104" fmla="*/ 116 w 185"/>
                  <a:gd name="T105" fmla="*/ 67 h 274"/>
                  <a:gd name="T106" fmla="*/ 120 w 185"/>
                  <a:gd name="T107" fmla="*/ 54 h 274"/>
                  <a:gd name="T108" fmla="*/ 131 w 185"/>
                  <a:gd name="T109" fmla="*/ 47 h 274"/>
                  <a:gd name="T110" fmla="*/ 143 w 185"/>
                  <a:gd name="T111" fmla="*/ 50 h 274"/>
                  <a:gd name="T112" fmla="*/ 155 w 185"/>
                  <a:gd name="T113" fmla="*/ 44 h 274"/>
                  <a:gd name="T114" fmla="*/ 159 w 185"/>
                  <a:gd name="T115" fmla="*/ 31 h 274"/>
                  <a:gd name="T116" fmla="*/ 149 w 185"/>
                  <a:gd name="T117" fmla="*/ 12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85" h="274">
                    <a:moveTo>
                      <a:pt x="149" y="12"/>
                    </a:moveTo>
                    <a:lnTo>
                      <a:pt x="136" y="3"/>
                    </a:lnTo>
                    <a:lnTo>
                      <a:pt x="111" y="0"/>
                    </a:lnTo>
                    <a:lnTo>
                      <a:pt x="103" y="10"/>
                    </a:lnTo>
                    <a:lnTo>
                      <a:pt x="62" y="29"/>
                    </a:lnTo>
                    <a:lnTo>
                      <a:pt x="42" y="43"/>
                    </a:lnTo>
                    <a:lnTo>
                      <a:pt x="28" y="54"/>
                    </a:lnTo>
                    <a:lnTo>
                      <a:pt x="17" y="43"/>
                    </a:lnTo>
                    <a:lnTo>
                      <a:pt x="14" y="31"/>
                    </a:lnTo>
                    <a:lnTo>
                      <a:pt x="6" y="31"/>
                    </a:lnTo>
                    <a:lnTo>
                      <a:pt x="0" y="37"/>
                    </a:lnTo>
                    <a:lnTo>
                      <a:pt x="0" y="71"/>
                    </a:lnTo>
                    <a:lnTo>
                      <a:pt x="15" y="71"/>
                    </a:lnTo>
                    <a:lnTo>
                      <a:pt x="21" y="94"/>
                    </a:lnTo>
                    <a:lnTo>
                      <a:pt x="29" y="100"/>
                    </a:lnTo>
                    <a:lnTo>
                      <a:pt x="31" y="114"/>
                    </a:lnTo>
                    <a:lnTo>
                      <a:pt x="36" y="127"/>
                    </a:lnTo>
                    <a:lnTo>
                      <a:pt x="45" y="132"/>
                    </a:lnTo>
                    <a:lnTo>
                      <a:pt x="47" y="147"/>
                    </a:lnTo>
                    <a:lnTo>
                      <a:pt x="51" y="151"/>
                    </a:lnTo>
                    <a:lnTo>
                      <a:pt x="57" y="159"/>
                    </a:lnTo>
                    <a:lnTo>
                      <a:pt x="61" y="173"/>
                    </a:lnTo>
                    <a:lnTo>
                      <a:pt x="68" y="187"/>
                    </a:lnTo>
                    <a:lnTo>
                      <a:pt x="75" y="193"/>
                    </a:lnTo>
                    <a:lnTo>
                      <a:pt x="71" y="199"/>
                    </a:lnTo>
                    <a:lnTo>
                      <a:pt x="76" y="212"/>
                    </a:lnTo>
                    <a:lnTo>
                      <a:pt x="91" y="221"/>
                    </a:lnTo>
                    <a:lnTo>
                      <a:pt x="105" y="239"/>
                    </a:lnTo>
                    <a:lnTo>
                      <a:pt x="127" y="247"/>
                    </a:lnTo>
                    <a:lnTo>
                      <a:pt x="147" y="263"/>
                    </a:lnTo>
                    <a:lnTo>
                      <a:pt x="159" y="273"/>
                    </a:lnTo>
                    <a:lnTo>
                      <a:pt x="170" y="263"/>
                    </a:lnTo>
                    <a:lnTo>
                      <a:pt x="174" y="251"/>
                    </a:lnTo>
                    <a:lnTo>
                      <a:pt x="179" y="249"/>
                    </a:lnTo>
                    <a:lnTo>
                      <a:pt x="174" y="241"/>
                    </a:lnTo>
                    <a:lnTo>
                      <a:pt x="176" y="215"/>
                    </a:lnTo>
                    <a:lnTo>
                      <a:pt x="176" y="196"/>
                    </a:lnTo>
                    <a:lnTo>
                      <a:pt x="182" y="190"/>
                    </a:lnTo>
                    <a:lnTo>
                      <a:pt x="184" y="175"/>
                    </a:lnTo>
                    <a:lnTo>
                      <a:pt x="173" y="158"/>
                    </a:lnTo>
                    <a:lnTo>
                      <a:pt x="160" y="151"/>
                    </a:lnTo>
                    <a:lnTo>
                      <a:pt x="155" y="134"/>
                    </a:lnTo>
                    <a:lnTo>
                      <a:pt x="143" y="140"/>
                    </a:lnTo>
                    <a:lnTo>
                      <a:pt x="131" y="138"/>
                    </a:lnTo>
                    <a:lnTo>
                      <a:pt x="129" y="129"/>
                    </a:lnTo>
                    <a:lnTo>
                      <a:pt x="119" y="128"/>
                    </a:lnTo>
                    <a:lnTo>
                      <a:pt x="115" y="118"/>
                    </a:lnTo>
                    <a:lnTo>
                      <a:pt x="105" y="110"/>
                    </a:lnTo>
                    <a:lnTo>
                      <a:pt x="102" y="100"/>
                    </a:lnTo>
                    <a:lnTo>
                      <a:pt x="104" y="87"/>
                    </a:lnTo>
                    <a:lnTo>
                      <a:pt x="113" y="82"/>
                    </a:lnTo>
                    <a:lnTo>
                      <a:pt x="120" y="77"/>
                    </a:lnTo>
                    <a:lnTo>
                      <a:pt x="116" y="67"/>
                    </a:lnTo>
                    <a:lnTo>
                      <a:pt x="120" y="54"/>
                    </a:lnTo>
                    <a:lnTo>
                      <a:pt x="131" y="47"/>
                    </a:lnTo>
                    <a:lnTo>
                      <a:pt x="143" y="50"/>
                    </a:lnTo>
                    <a:lnTo>
                      <a:pt x="155" y="44"/>
                    </a:lnTo>
                    <a:lnTo>
                      <a:pt x="159" y="31"/>
                    </a:lnTo>
                    <a:lnTo>
                      <a:pt x="149" y="12"/>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22" name="Freeform 57">
                <a:extLst>
                  <a:ext uri="{FF2B5EF4-FFF2-40B4-BE49-F238E27FC236}">
                    <a16:creationId xmlns:a16="http://schemas.microsoft.com/office/drawing/2014/main" id="{6B5FAFE8-FA8C-4E29-9B17-EBCA81F8EA54}"/>
                  </a:ext>
                </a:extLst>
              </p:cNvPr>
              <p:cNvSpPr>
                <a:spLocks/>
              </p:cNvSpPr>
              <p:nvPr/>
            </p:nvSpPr>
            <p:spPr bwMode="auto">
              <a:xfrm>
                <a:off x="3845776" y="3930629"/>
                <a:ext cx="290910" cy="435708"/>
              </a:xfrm>
              <a:custGeom>
                <a:avLst/>
                <a:gdLst>
                  <a:gd name="T0" fmla="*/ 23 w 166"/>
                  <a:gd name="T1" fmla="*/ 95 h 248"/>
                  <a:gd name="T2" fmla="*/ 26 w 166"/>
                  <a:gd name="T3" fmla="*/ 63 h 248"/>
                  <a:gd name="T4" fmla="*/ 40 w 166"/>
                  <a:gd name="T5" fmla="*/ 76 h 248"/>
                  <a:gd name="T6" fmla="*/ 41 w 166"/>
                  <a:gd name="T7" fmla="*/ 53 h 248"/>
                  <a:gd name="T8" fmla="*/ 57 w 166"/>
                  <a:gd name="T9" fmla="*/ 48 h 248"/>
                  <a:gd name="T10" fmla="*/ 58 w 166"/>
                  <a:gd name="T11" fmla="*/ 31 h 248"/>
                  <a:gd name="T12" fmla="*/ 74 w 166"/>
                  <a:gd name="T13" fmla="*/ 20 h 248"/>
                  <a:gd name="T14" fmla="*/ 91 w 166"/>
                  <a:gd name="T15" fmla="*/ 18 h 248"/>
                  <a:gd name="T16" fmla="*/ 96 w 166"/>
                  <a:gd name="T17" fmla="*/ 6 h 248"/>
                  <a:gd name="T18" fmla="*/ 106 w 166"/>
                  <a:gd name="T19" fmla="*/ 0 h 248"/>
                  <a:gd name="T20" fmla="*/ 113 w 166"/>
                  <a:gd name="T21" fmla="*/ 6 h 248"/>
                  <a:gd name="T22" fmla="*/ 102 w 166"/>
                  <a:gd name="T23" fmla="*/ 20 h 248"/>
                  <a:gd name="T24" fmla="*/ 96 w 166"/>
                  <a:gd name="T25" fmla="*/ 42 h 248"/>
                  <a:gd name="T26" fmla="*/ 85 w 166"/>
                  <a:gd name="T27" fmla="*/ 49 h 248"/>
                  <a:gd name="T28" fmla="*/ 98 w 166"/>
                  <a:gd name="T29" fmla="*/ 67 h 248"/>
                  <a:gd name="T30" fmla="*/ 95 w 166"/>
                  <a:gd name="T31" fmla="*/ 84 h 248"/>
                  <a:gd name="T32" fmla="*/ 121 w 166"/>
                  <a:gd name="T33" fmla="*/ 86 h 248"/>
                  <a:gd name="T34" fmla="*/ 121 w 166"/>
                  <a:gd name="T35" fmla="*/ 95 h 248"/>
                  <a:gd name="T36" fmla="*/ 143 w 166"/>
                  <a:gd name="T37" fmla="*/ 105 h 248"/>
                  <a:gd name="T38" fmla="*/ 165 w 166"/>
                  <a:gd name="T39" fmla="*/ 113 h 248"/>
                  <a:gd name="T40" fmla="*/ 165 w 166"/>
                  <a:gd name="T41" fmla="*/ 141 h 248"/>
                  <a:gd name="T42" fmla="*/ 161 w 166"/>
                  <a:gd name="T43" fmla="*/ 160 h 248"/>
                  <a:gd name="T44" fmla="*/ 162 w 166"/>
                  <a:gd name="T45" fmla="*/ 173 h 248"/>
                  <a:gd name="T46" fmla="*/ 138 w 166"/>
                  <a:gd name="T47" fmla="*/ 182 h 248"/>
                  <a:gd name="T48" fmla="*/ 132 w 166"/>
                  <a:gd name="T49" fmla="*/ 192 h 248"/>
                  <a:gd name="T50" fmla="*/ 140 w 166"/>
                  <a:gd name="T51" fmla="*/ 199 h 248"/>
                  <a:gd name="T52" fmla="*/ 132 w 166"/>
                  <a:gd name="T53" fmla="*/ 204 h 248"/>
                  <a:gd name="T54" fmla="*/ 135 w 166"/>
                  <a:gd name="T55" fmla="*/ 233 h 248"/>
                  <a:gd name="T56" fmla="*/ 135 w 166"/>
                  <a:gd name="T57" fmla="*/ 245 h 248"/>
                  <a:gd name="T58" fmla="*/ 121 w 166"/>
                  <a:gd name="T59" fmla="*/ 247 h 248"/>
                  <a:gd name="T60" fmla="*/ 107 w 166"/>
                  <a:gd name="T61" fmla="*/ 238 h 248"/>
                  <a:gd name="T62" fmla="*/ 83 w 166"/>
                  <a:gd name="T63" fmla="*/ 235 h 248"/>
                  <a:gd name="T64" fmla="*/ 70 w 166"/>
                  <a:gd name="T65" fmla="*/ 219 h 248"/>
                  <a:gd name="T66" fmla="*/ 55 w 166"/>
                  <a:gd name="T67" fmla="*/ 209 h 248"/>
                  <a:gd name="T68" fmla="*/ 44 w 166"/>
                  <a:gd name="T69" fmla="*/ 199 h 248"/>
                  <a:gd name="T70" fmla="*/ 21 w 166"/>
                  <a:gd name="T71" fmla="*/ 200 h 248"/>
                  <a:gd name="T72" fmla="*/ 0 w 166"/>
                  <a:gd name="T73" fmla="*/ 188 h 248"/>
                  <a:gd name="T74" fmla="*/ 11 w 166"/>
                  <a:gd name="T75" fmla="*/ 171 h 248"/>
                  <a:gd name="T76" fmla="*/ 14 w 166"/>
                  <a:gd name="T77" fmla="*/ 163 h 248"/>
                  <a:gd name="T78" fmla="*/ 27 w 166"/>
                  <a:gd name="T79" fmla="*/ 161 h 248"/>
                  <a:gd name="T80" fmla="*/ 23 w 166"/>
                  <a:gd name="T81" fmla="*/ 95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6" h="248">
                    <a:moveTo>
                      <a:pt x="23" y="95"/>
                    </a:moveTo>
                    <a:lnTo>
                      <a:pt x="26" y="63"/>
                    </a:lnTo>
                    <a:lnTo>
                      <a:pt x="40" y="76"/>
                    </a:lnTo>
                    <a:lnTo>
                      <a:pt x="41" y="53"/>
                    </a:lnTo>
                    <a:lnTo>
                      <a:pt x="57" y="48"/>
                    </a:lnTo>
                    <a:lnTo>
                      <a:pt x="58" y="31"/>
                    </a:lnTo>
                    <a:lnTo>
                      <a:pt x="74" y="20"/>
                    </a:lnTo>
                    <a:lnTo>
                      <a:pt x="91" y="18"/>
                    </a:lnTo>
                    <a:lnTo>
                      <a:pt x="96" y="6"/>
                    </a:lnTo>
                    <a:lnTo>
                      <a:pt x="106" y="0"/>
                    </a:lnTo>
                    <a:lnTo>
                      <a:pt x="113" y="6"/>
                    </a:lnTo>
                    <a:lnTo>
                      <a:pt x="102" y="20"/>
                    </a:lnTo>
                    <a:lnTo>
                      <a:pt x="96" y="42"/>
                    </a:lnTo>
                    <a:lnTo>
                      <a:pt x="85" y="49"/>
                    </a:lnTo>
                    <a:lnTo>
                      <a:pt x="98" y="67"/>
                    </a:lnTo>
                    <a:lnTo>
                      <a:pt x="95" y="84"/>
                    </a:lnTo>
                    <a:lnTo>
                      <a:pt x="121" y="86"/>
                    </a:lnTo>
                    <a:lnTo>
                      <a:pt x="121" y="95"/>
                    </a:lnTo>
                    <a:lnTo>
                      <a:pt x="143" y="105"/>
                    </a:lnTo>
                    <a:lnTo>
                      <a:pt x="165" y="113"/>
                    </a:lnTo>
                    <a:lnTo>
                      <a:pt x="165" y="141"/>
                    </a:lnTo>
                    <a:lnTo>
                      <a:pt x="161" y="160"/>
                    </a:lnTo>
                    <a:lnTo>
                      <a:pt x="162" y="173"/>
                    </a:lnTo>
                    <a:lnTo>
                      <a:pt x="138" y="182"/>
                    </a:lnTo>
                    <a:lnTo>
                      <a:pt x="132" y="192"/>
                    </a:lnTo>
                    <a:lnTo>
                      <a:pt x="140" y="199"/>
                    </a:lnTo>
                    <a:lnTo>
                      <a:pt x="132" y="204"/>
                    </a:lnTo>
                    <a:lnTo>
                      <a:pt x="135" y="233"/>
                    </a:lnTo>
                    <a:lnTo>
                      <a:pt x="135" y="245"/>
                    </a:lnTo>
                    <a:lnTo>
                      <a:pt x="121" y="247"/>
                    </a:lnTo>
                    <a:lnTo>
                      <a:pt x="107" y="238"/>
                    </a:lnTo>
                    <a:lnTo>
                      <a:pt x="83" y="235"/>
                    </a:lnTo>
                    <a:lnTo>
                      <a:pt x="70" y="219"/>
                    </a:lnTo>
                    <a:lnTo>
                      <a:pt x="55" y="209"/>
                    </a:lnTo>
                    <a:lnTo>
                      <a:pt x="44" y="199"/>
                    </a:lnTo>
                    <a:lnTo>
                      <a:pt x="21" y="200"/>
                    </a:lnTo>
                    <a:lnTo>
                      <a:pt x="0" y="188"/>
                    </a:lnTo>
                    <a:lnTo>
                      <a:pt x="11" y="171"/>
                    </a:lnTo>
                    <a:lnTo>
                      <a:pt x="14" y="163"/>
                    </a:lnTo>
                    <a:lnTo>
                      <a:pt x="27" y="161"/>
                    </a:lnTo>
                    <a:lnTo>
                      <a:pt x="23" y="95"/>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23" name="Freeform 62">
                <a:extLst>
                  <a:ext uri="{FF2B5EF4-FFF2-40B4-BE49-F238E27FC236}">
                    <a16:creationId xmlns:a16="http://schemas.microsoft.com/office/drawing/2014/main" id="{2B1B9AE7-4E20-4EE7-AC83-04871C63AC79}"/>
                  </a:ext>
                </a:extLst>
              </p:cNvPr>
              <p:cNvSpPr>
                <a:spLocks/>
              </p:cNvSpPr>
              <p:nvPr/>
            </p:nvSpPr>
            <p:spPr bwMode="auto">
              <a:xfrm>
                <a:off x="3995162" y="3930629"/>
                <a:ext cx="336512" cy="338185"/>
              </a:xfrm>
              <a:custGeom>
                <a:avLst/>
                <a:gdLst>
                  <a:gd name="T0" fmla="*/ 28 w 191"/>
                  <a:gd name="T1" fmla="*/ 6 h 193"/>
                  <a:gd name="T2" fmla="*/ 16 w 191"/>
                  <a:gd name="T3" fmla="*/ 19 h 193"/>
                  <a:gd name="T4" fmla="*/ 10 w 191"/>
                  <a:gd name="T5" fmla="*/ 42 h 193"/>
                  <a:gd name="T6" fmla="*/ 0 w 191"/>
                  <a:gd name="T7" fmla="*/ 49 h 193"/>
                  <a:gd name="T8" fmla="*/ 13 w 191"/>
                  <a:gd name="T9" fmla="*/ 67 h 193"/>
                  <a:gd name="T10" fmla="*/ 9 w 191"/>
                  <a:gd name="T11" fmla="*/ 84 h 193"/>
                  <a:gd name="T12" fmla="*/ 36 w 191"/>
                  <a:gd name="T13" fmla="*/ 85 h 193"/>
                  <a:gd name="T14" fmla="*/ 36 w 191"/>
                  <a:gd name="T15" fmla="*/ 95 h 193"/>
                  <a:gd name="T16" fmla="*/ 58 w 191"/>
                  <a:gd name="T17" fmla="*/ 105 h 193"/>
                  <a:gd name="T18" fmla="*/ 80 w 191"/>
                  <a:gd name="T19" fmla="*/ 112 h 193"/>
                  <a:gd name="T20" fmla="*/ 80 w 191"/>
                  <a:gd name="T21" fmla="*/ 140 h 193"/>
                  <a:gd name="T22" fmla="*/ 75 w 191"/>
                  <a:gd name="T23" fmla="*/ 159 h 193"/>
                  <a:gd name="T24" fmla="*/ 77 w 191"/>
                  <a:gd name="T25" fmla="*/ 173 h 193"/>
                  <a:gd name="T26" fmla="*/ 87 w 191"/>
                  <a:gd name="T27" fmla="*/ 176 h 193"/>
                  <a:gd name="T28" fmla="*/ 94 w 191"/>
                  <a:gd name="T29" fmla="*/ 186 h 193"/>
                  <a:gd name="T30" fmla="*/ 105 w 191"/>
                  <a:gd name="T31" fmla="*/ 192 h 193"/>
                  <a:gd name="T32" fmla="*/ 120 w 191"/>
                  <a:gd name="T33" fmla="*/ 189 h 193"/>
                  <a:gd name="T34" fmla="*/ 132 w 191"/>
                  <a:gd name="T35" fmla="*/ 180 h 193"/>
                  <a:gd name="T36" fmla="*/ 131 w 191"/>
                  <a:gd name="T37" fmla="*/ 169 h 193"/>
                  <a:gd name="T38" fmla="*/ 122 w 191"/>
                  <a:gd name="T39" fmla="*/ 162 h 193"/>
                  <a:gd name="T40" fmla="*/ 120 w 191"/>
                  <a:gd name="T41" fmla="*/ 154 h 193"/>
                  <a:gd name="T42" fmla="*/ 124 w 191"/>
                  <a:gd name="T43" fmla="*/ 140 h 193"/>
                  <a:gd name="T44" fmla="*/ 130 w 191"/>
                  <a:gd name="T45" fmla="*/ 139 h 193"/>
                  <a:gd name="T46" fmla="*/ 143 w 191"/>
                  <a:gd name="T47" fmla="*/ 150 h 193"/>
                  <a:gd name="T48" fmla="*/ 150 w 191"/>
                  <a:gd name="T49" fmla="*/ 145 h 193"/>
                  <a:gd name="T50" fmla="*/ 176 w 191"/>
                  <a:gd name="T51" fmla="*/ 143 h 193"/>
                  <a:gd name="T52" fmla="*/ 179 w 191"/>
                  <a:gd name="T53" fmla="*/ 134 h 193"/>
                  <a:gd name="T54" fmla="*/ 179 w 191"/>
                  <a:gd name="T55" fmla="*/ 123 h 193"/>
                  <a:gd name="T56" fmla="*/ 172 w 191"/>
                  <a:gd name="T57" fmla="*/ 114 h 193"/>
                  <a:gd name="T58" fmla="*/ 173 w 191"/>
                  <a:gd name="T59" fmla="*/ 100 h 193"/>
                  <a:gd name="T60" fmla="*/ 182 w 191"/>
                  <a:gd name="T61" fmla="*/ 92 h 193"/>
                  <a:gd name="T62" fmla="*/ 184 w 191"/>
                  <a:gd name="T63" fmla="*/ 85 h 193"/>
                  <a:gd name="T64" fmla="*/ 190 w 191"/>
                  <a:gd name="T65" fmla="*/ 79 h 193"/>
                  <a:gd name="T66" fmla="*/ 190 w 191"/>
                  <a:gd name="T67" fmla="*/ 64 h 193"/>
                  <a:gd name="T68" fmla="*/ 184 w 191"/>
                  <a:gd name="T69" fmla="*/ 61 h 193"/>
                  <a:gd name="T70" fmla="*/ 179 w 191"/>
                  <a:gd name="T71" fmla="*/ 47 h 193"/>
                  <a:gd name="T72" fmla="*/ 172 w 191"/>
                  <a:gd name="T73" fmla="*/ 39 h 193"/>
                  <a:gd name="T74" fmla="*/ 176 w 191"/>
                  <a:gd name="T75" fmla="*/ 35 h 193"/>
                  <a:gd name="T76" fmla="*/ 176 w 191"/>
                  <a:gd name="T77" fmla="*/ 28 h 193"/>
                  <a:gd name="T78" fmla="*/ 154 w 191"/>
                  <a:gd name="T79" fmla="*/ 27 h 193"/>
                  <a:gd name="T80" fmla="*/ 137 w 191"/>
                  <a:gd name="T81" fmla="*/ 30 h 193"/>
                  <a:gd name="T82" fmla="*/ 128 w 191"/>
                  <a:gd name="T83" fmla="*/ 37 h 193"/>
                  <a:gd name="T84" fmla="*/ 117 w 191"/>
                  <a:gd name="T85" fmla="*/ 35 h 193"/>
                  <a:gd name="T86" fmla="*/ 86 w 191"/>
                  <a:gd name="T87" fmla="*/ 33 h 193"/>
                  <a:gd name="T88" fmla="*/ 83 w 191"/>
                  <a:gd name="T89" fmla="*/ 25 h 193"/>
                  <a:gd name="T90" fmla="*/ 75 w 191"/>
                  <a:gd name="T91" fmla="*/ 22 h 193"/>
                  <a:gd name="T92" fmla="*/ 62 w 191"/>
                  <a:gd name="T93" fmla="*/ 18 h 193"/>
                  <a:gd name="T94" fmla="*/ 59 w 191"/>
                  <a:gd name="T95" fmla="*/ 9 h 193"/>
                  <a:gd name="T96" fmla="*/ 48 w 191"/>
                  <a:gd name="T97" fmla="*/ 6 h 193"/>
                  <a:gd name="T98" fmla="*/ 48 w 191"/>
                  <a:gd name="T99" fmla="*/ 0 h 193"/>
                  <a:gd name="T100" fmla="*/ 43 w 191"/>
                  <a:gd name="T101" fmla="*/ 6 h 193"/>
                  <a:gd name="T102" fmla="*/ 28 w 191"/>
                  <a:gd name="T103" fmla="*/ 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1" h="193">
                    <a:moveTo>
                      <a:pt x="28" y="6"/>
                    </a:moveTo>
                    <a:lnTo>
                      <a:pt x="16" y="19"/>
                    </a:lnTo>
                    <a:lnTo>
                      <a:pt x="10" y="42"/>
                    </a:lnTo>
                    <a:lnTo>
                      <a:pt x="0" y="49"/>
                    </a:lnTo>
                    <a:lnTo>
                      <a:pt x="13" y="67"/>
                    </a:lnTo>
                    <a:lnTo>
                      <a:pt x="9" y="84"/>
                    </a:lnTo>
                    <a:lnTo>
                      <a:pt x="36" y="85"/>
                    </a:lnTo>
                    <a:lnTo>
                      <a:pt x="36" y="95"/>
                    </a:lnTo>
                    <a:lnTo>
                      <a:pt x="58" y="105"/>
                    </a:lnTo>
                    <a:lnTo>
                      <a:pt x="80" y="112"/>
                    </a:lnTo>
                    <a:lnTo>
                      <a:pt x="80" y="140"/>
                    </a:lnTo>
                    <a:lnTo>
                      <a:pt x="75" y="159"/>
                    </a:lnTo>
                    <a:lnTo>
                      <a:pt x="77" y="173"/>
                    </a:lnTo>
                    <a:lnTo>
                      <a:pt x="87" y="176"/>
                    </a:lnTo>
                    <a:lnTo>
                      <a:pt x="94" y="186"/>
                    </a:lnTo>
                    <a:lnTo>
                      <a:pt x="105" y="192"/>
                    </a:lnTo>
                    <a:lnTo>
                      <a:pt x="120" y="189"/>
                    </a:lnTo>
                    <a:lnTo>
                      <a:pt x="132" y="180"/>
                    </a:lnTo>
                    <a:lnTo>
                      <a:pt x="131" y="169"/>
                    </a:lnTo>
                    <a:lnTo>
                      <a:pt x="122" y="162"/>
                    </a:lnTo>
                    <a:lnTo>
                      <a:pt x="120" y="154"/>
                    </a:lnTo>
                    <a:lnTo>
                      <a:pt x="124" y="140"/>
                    </a:lnTo>
                    <a:lnTo>
                      <a:pt x="130" y="139"/>
                    </a:lnTo>
                    <a:lnTo>
                      <a:pt x="143" y="150"/>
                    </a:lnTo>
                    <a:lnTo>
                      <a:pt x="150" y="145"/>
                    </a:lnTo>
                    <a:lnTo>
                      <a:pt x="176" y="143"/>
                    </a:lnTo>
                    <a:lnTo>
                      <a:pt x="179" y="134"/>
                    </a:lnTo>
                    <a:lnTo>
                      <a:pt x="179" y="123"/>
                    </a:lnTo>
                    <a:lnTo>
                      <a:pt x="172" y="114"/>
                    </a:lnTo>
                    <a:lnTo>
                      <a:pt x="173" y="100"/>
                    </a:lnTo>
                    <a:lnTo>
                      <a:pt x="182" y="92"/>
                    </a:lnTo>
                    <a:lnTo>
                      <a:pt x="184" y="85"/>
                    </a:lnTo>
                    <a:lnTo>
                      <a:pt x="190" y="79"/>
                    </a:lnTo>
                    <a:lnTo>
                      <a:pt x="190" y="64"/>
                    </a:lnTo>
                    <a:lnTo>
                      <a:pt x="184" y="61"/>
                    </a:lnTo>
                    <a:lnTo>
                      <a:pt x="179" y="47"/>
                    </a:lnTo>
                    <a:lnTo>
                      <a:pt x="172" y="39"/>
                    </a:lnTo>
                    <a:lnTo>
                      <a:pt x="176" y="35"/>
                    </a:lnTo>
                    <a:lnTo>
                      <a:pt x="176" y="28"/>
                    </a:lnTo>
                    <a:lnTo>
                      <a:pt x="154" y="27"/>
                    </a:lnTo>
                    <a:lnTo>
                      <a:pt x="137" y="30"/>
                    </a:lnTo>
                    <a:lnTo>
                      <a:pt x="128" y="37"/>
                    </a:lnTo>
                    <a:lnTo>
                      <a:pt x="117" y="35"/>
                    </a:lnTo>
                    <a:lnTo>
                      <a:pt x="86" y="33"/>
                    </a:lnTo>
                    <a:lnTo>
                      <a:pt x="83" y="25"/>
                    </a:lnTo>
                    <a:lnTo>
                      <a:pt x="75" y="22"/>
                    </a:lnTo>
                    <a:lnTo>
                      <a:pt x="62" y="18"/>
                    </a:lnTo>
                    <a:lnTo>
                      <a:pt x="59" y="9"/>
                    </a:lnTo>
                    <a:lnTo>
                      <a:pt x="48" y="6"/>
                    </a:lnTo>
                    <a:lnTo>
                      <a:pt x="48" y="0"/>
                    </a:lnTo>
                    <a:lnTo>
                      <a:pt x="43" y="6"/>
                    </a:lnTo>
                    <a:lnTo>
                      <a:pt x="28" y="6"/>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24" name="Freeform 63">
                <a:extLst>
                  <a:ext uri="{FF2B5EF4-FFF2-40B4-BE49-F238E27FC236}">
                    <a16:creationId xmlns:a16="http://schemas.microsoft.com/office/drawing/2014/main" id="{B0D1BB67-4937-421E-ABB8-DD8813057FE2}"/>
                  </a:ext>
                </a:extLst>
              </p:cNvPr>
              <p:cNvSpPr>
                <a:spLocks/>
              </p:cNvSpPr>
              <p:nvPr/>
            </p:nvSpPr>
            <p:spPr bwMode="auto">
              <a:xfrm>
                <a:off x="4407152" y="5179554"/>
                <a:ext cx="139951" cy="157295"/>
              </a:xfrm>
              <a:custGeom>
                <a:avLst/>
                <a:gdLst>
                  <a:gd name="T0" fmla="*/ 19 w 80"/>
                  <a:gd name="T1" fmla="*/ 0 h 88"/>
                  <a:gd name="T2" fmla="*/ 25 w 80"/>
                  <a:gd name="T3" fmla="*/ 8 h 88"/>
                  <a:gd name="T4" fmla="*/ 39 w 80"/>
                  <a:gd name="T5" fmla="*/ 13 h 88"/>
                  <a:gd name="T6" fmla="*/ 70 w 80"/>
                  <a:gd name="T7" fmla="*/ 42 h 88"/>
                  <a:gd name="T8" fmla="*/ 76 w 80"/>
                  <a:gd name="T9" fmla="*/ 53 h 88"/>
                  <a:gd name="T10" fmla="*/ 79 w 80"/>
                  <a:gd name="T11" fmla="*/ 65 h 88"/>
                  <a:gd name="T12" fmla="*/ 70 w 80"/>
                  <a:gd name="T13" fmla="*/ 71 h 88"/>
                  <a:gd name="T14" fmla="*/ 66 w 80"/>
                  <a:gd name="T15" fmla="*/ 75 h 88"/>
                  <a:gd name="T16" fmla="*/ 64 w 80"/>
                  <a:gd name="T17" fmla="*/ 81 h 88"/>
                  <a:gd name="T18" fmla="*/ 53 w 80"/>
                  <a:gd name="T19" fmla="*/ 83 h 88"/>
                  <a:gd name="T20" fmla="*/ 50 w 80"/>
                  <a:gd name="T21" fmla="*/ 87 h 88"/>
                  <a:gd name="T22" fmla="*/ 44 w 80"/>
                  <a:gd name="T23" fmla="*/ 84 h 88"/>
                  <a:gd name="T24" fmla="*/ 29 w 80"/>
                  <a:gd name="T25" fmla="*/ 78 h 88"/>
                  <a:gd name="T26" fmla="*/ 18 w 80"/>
                  <a:gd name="T27" fmla="*/ 72 h 88"/>
                  <a:gd name="T28" fmla="*/ 12 w 80"/>
                  <a:gd name="T29" fmla="*/ 78 h 88"/>
                  <a:gd name="T30" fmla="*/ 6 w 80"/>
                  <a:gd name="T31" fmla="*/ 81 h 88"/>
                  <a:gd name="T32" fmla="*/ 2 w 80"/>
                  <a:gd name="T33" fmla="*/ 64 h 88"/>
                  <a:gd name="T34" fmla="*/ 0 w 80"/>
                  <a:gd name="T35" fmla="*/ 40 h 88"/>
                  <a:gd name="T36" fmla="*/ 3 w 80"/>
                  <a:gd name="T37" fmla="*/ 24 h 88"/>
                  <a:gd name="T38" fmla="*/ 11 w 80"/>
                  <a:gd name="T39" fmla="*/ 10 h 88"/>
                  <a:gd name="T40" fmla="*/ 19 w 80"/>
                  <a:gd name="T41"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0" h="88">
                    <a:moveTo>
                      <a:pt x="19" y="0"/>
                    </a:moveTo>
                    <a:lnTo>
                      <a:pt x="25" y="8"/>
                    </a:lnTo>
                    <a:lnTo>
                      <a:pt x="39" y="13"/>
                    </a:lnTo>
                    <a:lnTo>
                      <a:pt x="70" y="42"/>
                    </a:lnTo>
                    <a:lnTo>
                      <a:pt x="76" y="53"/>
                    </a:lnTo>
                    <a:lnTo>
                      <a:pt x="79" y="65"/>
                    </a:lnTo>
                    <a:lnTo>
                      <a:pt x="70" y="71"/>
                    </a:lnTo>
                    <a:lnTo>
                      <a:pt x="66" y="75"/>
                    </a:lnTo>
                    <a:lnTo>
                      <a:pt x="64" y="81"/>
                    </a:lnTo>
                    <a:lnTo>
                      <a:pt x="53" y="83"/>
                    </a:lnTo>
                    <a:lnTo>
                      <a:pt x="50" y="87"/>
                    </a:lnTo>
                    <a:lnTo>
                      <a:pt x="44" y="84"/>
                    </a:lnTo>
                    <a:lnTo>
                      <a:pt x="29" y="78"/>
                    </a:lnTo>
                    <a:lnTo>
                      <a:pt x="18" y="72"/>
                    </a:lnTo>
                    <a:lnTo>
                      <a:pt x="12" y="78"/>
                    </a:lnTo>
                    <a:lnTo>
                      <a:pt x="6" y="81"/>
                    </a:lnTo>
                    <a:lnTo>
                      <a:pt x="2" y="64"/>
                    </a:lnTo>
                    <a:lnTo>
                      <a:pt x="0" y="40"/>
                    </a:lnTo>
                    <a:lnTo>
                      <a:pt x="3" y="24"/>
                    </a:lnTo>
                    <a:lnTo>
                      <a:pt x="11" y="10"/>
                    </a:lnTo>
                    <a:lnTo>
                      <a:pt x="19"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25" name="Freeform 64">
                <a:extLst>
                  <a:ext uri="{FF2B5EF4-FFF2-40B4-BE49-F238E27FC236}">
                    <a16:creationId xmlns:a16="http://schemas.microsoft.com/office/drawing/2014/main" id="{2CDBB4DF-6ECC-4E85-9CF0-D4A3499963A1}"/>
                  </a:ext>
                </a:extLst>
              </p:cNvPr>
              <p:cNvSpPr>
                <a:spLocks/>
              </p:cNvSpPr>
              <p:nvPr/>
            </p:nvSpPr>
            <p:spPr bwMode="auto">
              <a:xfrm>
                <a:off x="4095801" y="4580259"/>
                <a:ext cx="312924" cy="391665"/>
              </a:xfrm>
              <a:custGeom>
                <a:avLst/>
                <a:gdLst>
                  <a:gd name="T0" fmla="*/ 162 w 177"/>
                  <a:gd name="T1" fmla="*/ 170 h 222"/>
                  <a:gd name="T2" fmla="*/ 169 w 177"/>
                  <a:gd name="T3" fmla="*/ 169 h 222"/>
                  <a:gd name="T4" fmla="*/ 174 w 177"/>
                  <a:gd name="T5" fmla="*/ 159 h 222"/>
                  <a:gd name="T6" fmla="*/ 176 w 177"/>
                  <a:gd name="T7" fmla="*/ 141 h 222"/>
                  <a:gd name="T8" fmla="*/ 171 w 177"/>
                  <a:gd name="T9" fmla="*/ 137 h 222"/>
                  <a:gd name="T10" fmla="*/ 169 w 177"/>
                  <a:gd name="T11" fmla="*/ 126 h 222"/>
                  <a:gd name="T12" fmla="*/ 161 w 177"/>
                  <a:gd name="T13" fmla="*/ 124 h 222"/>
                  <a:gd name="T14" fmla="*/ 160 w 177"/>
                  <a:gd name="T15" fmla="*/ 113 h 222"/>
                  <a:gd name="T16" fmla="*/ 141 w 177"/>
                  <a:gd name="T17" fmla="*/ 114 h 222"/>
                  <a:gd name="T18" fmla="*/ 136 w 177"/>
                  <a:gd name="T19" fmla="*/ 108 h 222"/>
                  <a:gd name="T20" fmla="*/ 131 w 177"/>
                  <a:gd name="T21" fmla="*/ 108 h 222"/>
                  <a:gd name="T22" fmla="*/ 131 w 177"/>
                  <a:gd name="T23" fmla="*/ 87 h 222"/>
                  <a:gd name="T24" fmla="*/ 138 w 177"/>
                  <a:gd name="T25" fmla="*/ 81 h 222"/>
                  <a:gd name="T26" fmla="*/ 131 w 177"/>
                  <a:gd name="T27" fmla="*/ 80 h 222"/>
                  <a:gd name="T28" fmla="*/ 129 w 177"/>
                  <a:gd name="T29" fmla="*/ 66 h 222"/>
                  <a:gd name="T30" fmla="*/ 121 w 177"/>
                  <a:gd name="T31" fmla="*/ 64 h 222"/>
                  <a:gd name="T32" fmla="*/ 107 w 177"/>
                  <a:gd name="T33" fmla="*/ 62 h 222"/>
                  <a:gd name="T34" fmla="*/ 104 w 177"/>
                  <a:gd name="T35" fmla="*/ 53 h 222"/>
                  <a:gd name="T36" fmla="*/ 94 w 177"/>
                  <a:gd name="T37" fmla="*/ 51 h 222"/>
                  <a:gd name="T38" fmla="*/ 93 w 177"/>
                  <a:gd name="T39" fmla="*/ 47 h 222"/>
                  <a:gd name="T40" fmla="*/ 70 w 177"/>
                  <a:gd name="T41" fmla="*/ 47 h 222"/>
                  <a:gd name="T42" fmla="*/ 67 w 177"/>
                  <a:gd name="T43" fmla="*/ 42 h 222"/>
                  <a:gd name="T44" fmla="*/ 61 w 177"/>
                  <a:gd name="T45" fmla="*/ 32 h 222"/>
                  <a:gd name="T46" fmla="*/ 60 w 177"/>
                  <a:gd name="T47" fmla="*/ 3 h 222"/>
                  <a:gd name="T48" fmla="*/ 40 w 177"/>
                  <a:gd name="T49" fmla="*/ 0 h 222"/>
                  <a:gd name="T50" fmla="*/ 39 w 177"/>
                  <a:gd name="T51" fmla="*/ 11 h 222"/>
                  <a:gd name="T52" fmla="*/ 31 w 177"/>
                  <a:gd name="T53" fmla="*/ 10 h 222"/>
                  <a:gd name="T54" fmla="*/ 28 w 177"/>
                  <a:gd name="T55" fmla="*/ 17 h 222"/>
                  <a:gd name="T56" fmla="*/ 23 w 177"/>
                  <a:gd name="T57" fmla="*/ 21 h 222"/>
                  <a:gd name="T58" fmla="*/ 13 w 177"/>
                  <a:gd name="T59" fmla="*/ 25 h 222"/>
                  <a:gd name="T60" fmla="*/ 3 w 177"/>
                  <a:gd name="T61" fmla="*/ 24 h 222"/>
                  <a:gd name="T62" fmla="*/ 14 w 177"/>
                  <a:gd name="T63" fmla="*/ 41 h 222"/>
                  <a:gd name="T64" fmla="*/ 13 w 177"/>
                  <a:gd name="T65" fmla="*/ 55 h 222"/>
                  <a:gd name="T66" fmla="*/ 6 w 177"/>
                  <a:gd name="T67" fmla="*/ 61 h 222"/>
                  <a:gd name="T68" fmla="*/ 6 w 177"/>
                  <a:gd name="T69" fmla="*/ 80 h 222"/>
                  <a:gd name="T70" fmla="*/ 4 w 177"/>
                  <a:gd name="T71" fmla="*/ 106 h 222"/>
                  <a:gd name="T72" fmla="*/ 9 w 177"/>
                  <a:gd name="T73" fmla="*/ 114 h 222"/>
                  <a:gd name="T74" fmla="*/ 4 w 177"/>
                  <a:gd name="T75" fmla="*/ 116 h 222"/>
                  <a:gd name="T76" fmla="*/ 0 w 177"/>
                  <a:gd name="T77" fmla="*/ 128 h 222"/>
                  <a:gd name="T78" fmla="*/ 8 w 177"/>
                  <a:gd name="T79" fmla="*/ 135 h 222"/>
                  <a:gd name="T80" fmla="*/ 9 w 177"/>
                  <a:gd name="T81" fmla="*/ 151 h 222"/>
                  <a:gd name="T82" fmla="*/ 23 w 177"/>
                  <a:gd name="T83" fmla="*/ 163 h 222"/>
                  <a:gd name="T84" fmla="*/ 23 w 177"/>
                  <a:gd name="T85" fmla="*/ 195 h 222"/>
                  <a:gd name="T86" fmla="*/ 34 w 177"/>
                  <a:gd name="T87" fmla="*/ 214 h 222"/>
                  <a:gd name="T88" fmla="*/ 44 w 177"/>
                  <a:gd name="T89" fmla="*/ 221 h 222"/>
                  <a:gd name="T90" fmla="*/ 53 w 177"/>
                  <a:gd name="T91" fmla="*/ 202 h 222"/>
                  <a:gd name="T92" fmla="*/ 67 w 177"/>
                  <a:gd name="T93" fmla="*/ 213 h 222"/>
                  <a:gd name="T94" fmla="*/ 83 w 177"/>
                  <a:gd name="T95" fmla="*/ 219 h 222"/>
                  <a:gd name="T96" fmla="*/ 100 w 177"/>
                  <a:gd name="T97" fmla="*/ 206 h 222"/>
                  <a:gd name="T98" fmla="*/ 106 w 177"/>
                  <a:gd name="T99" fmla="*/ 181 h 222"/>
                  <a:gd name="T100" fmla="*/ 111 w 177"/>
                  <a:gd name="T101" fmla="*/ 169 h 222"/>
                  <a:gd name="T102" fmla="*/ 127 w 177"/>
                  <a:gd name="T103" fmla="*/ 162 h 222"/>
                  <a:gd name="T104" fmla="*/ 138 w 177"/>
                  <a:gd name="T105" fmla="*/ 153 h 222"/>
                  <a:gd name="T106" fmla="*/ 155 w 177"/>
                  <a:gd name="T107" fmla="*/ 159 h 222"/>
                  <a:gd name="T108" fmla="*/ 162 w 177"/>
                  <a:gd name="T109" fmla="*/ 17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77" h="222">
                    <a:moveTo>
                      <a:pt x="162" y="170"/>
                    </a:moveTo>
                    <a:lnTo>
                      <a:pt x="169" y="169"/>
                    </a:lnTo>
                    <a:lnTo>
                      <a:pt x="174" y="159"/>
                    </a:lnTo>
                    <a:lnTo>
                      <a:pt x="176" y="141"/>
                    </a:lnTo>
                    <a:lnTo>
                      <a:pt x="171" y="137"/>
                    </a:lnTo>
                    <a:lnTo>
                      <a:pt x="169" y="126"/>
                    </a:lnTo>
                    <a:lnTo>
                      <a:pt x="161" y="124"/>
                    </a:lnTo>
                    <a:lnTo>
                      <a:pt x="160" y="113"/>
                    </a:lnTo>
                    <a:lnTo>
                      <a:pt x="141" y="114"/>
                    </a:lnTo>
                    <a:lnTo>
                      <a:pt x="136" y="108"/>
                    </a:lnTo>
                    <a:lnTo>
                      <a:pt x="131" y="108"/>
                    </a:lnTo>
                    <a:lnTo>
                      <a:pt x="131" y="87"/>
                    </a:lnTo>
                    <a:lnTo>
                      <a:pt x="138" y="81"/>
                    </a:lnTo>
                    <a:lnTo>
                      <a:pt x="131" y="80"/>
                    </a:lnTo>
                    <a:lnTo>
                      <a:pt x="129" y="66"/>
                    </a:lnTo>
                    <a:lnTo>
                      <a:pt x="121" y="64"/>
                    </a:lnTo>
                    <a:lnTo>
                      <a:pt x="107" y="62"/>
                    </a:lnTo>
                    <a:lnTo>
                      <a:pt x="104" y="53"/>
                    </a:lnTo>
                    <a:lnTo>
                      <a:pt x="94" y="51"/>
                    </a:lnTo>
                    <a:lnTo>
                      <a:pt x="93" y="47"/>
                    </a:lnTo>
                    <a:lnTo>
                      <a:pt x="70" y="47"/>
                    </a:lnTo>
                    <a:lnTo>
                      <a:pt x="67" y="42"/>
                    </a:lnTo>
                    <a:lnTo>
                      <a:pt x="61" y="32"/>
                    </a:lnTo>
                    <a:lnTo>
                      <a:pt x="60" y="3"/>
                    </a:lnTo>
                    <a:lnTo>
                      <a:pt x="40" y="0"/>
                    </a:lnTo>
                    <a:lnTo>
                      <a:pt x="39" y="11"/>
                    </a:lnTo>
                    <a:lnTo>
                      <a:pt x="31" y="10"/>
                    </a:lnTo>
                    <a:lnTo>
                      <a:pt x="28" y="17"/>
                    </a:lnTo>
                    <a:lnTo>
                      <a:pt x="23" y="21"/>
                    </a:lnTo>
                    <a:lnTo>
                      <a:pt x="13" y="25"/>
                    </a:lnTo>
                    <a:lnTo>
                      <a:pt x="3" y="24"/>
                    </a:lnTo>
                    <a:lnTo>
                      <a:pt x="14" y="41"/>
                    </a:lnTo>
                    <a:lnTo>
                      <a:pt x="13" y="55"/>
                    </a:lnTo>
                    <a:lnTo>
                      <a:pt x="6" y="61"/>
                    </a:lnTo>
                    <a:lnTo>
                      <a:pt x="6" y="80"/>
                    </a:lnTo>
                    <a:lnTo>
                      <a:pt x="4" y="106"/>
                    </a:lnTo>
                    <a:lnTo>
                      <a:pt x="9" y="114"/>
                    </a:lnTo>
                    <a:lnTo>
                      <a:pt x="4" y="116"/>
                    </a:lnTo>
                    <a:lnTo>
                      <a:pt x="0" y="128"/>
                    </a:lnTo>
                    <a:lnTo>
                      <a:pt x="8" y="135"/>
                    </a:lnTo>
                    <a:lnTo>
                      <a:pt x="9" y="151"/>
                    </a:lnTo>
                    <a:lnTo>
                      <a:pt x="23" y="163"/>
                    </a:lnTo>
                    <a:lnTo>
                      <a:pt x="23" y="195"/>
                    </a:lnTo>
                    <a:lnTo>
                      <a:pt x="34" y="214"/>
                    </a:lnTo>
                    <a:lnTo>
                      <a:pt x="44" y="221"/>
                    </a:lnTo>
                    <a:lnTo>
                      <a:pt x="53" y="202"/>
                    </a:lnTo>
                    <a:lnTo>
                      <a:pt x="67" y="213"/>
                    </a:lnTo>
                    <a:lnTo>
                      <a:pt x="83" y="219"/>
                    </a:lnTo>
                    <a:lnTo>
                      <a:pt x="100" y="206"/>
                    </a:lnTo>
                    <a:lnTo>
                      <a:pt x="106" y="181"/>
                    </a:lnTo>
                    <a:lnTo>
                      <a:pt x="111" y="169"/>
                    </a:lnTo>
                    <a:lnTo>
                      <a:pt x="127" y="162"/>
                    </a:lnTo>
                    <a:lnTo>
                      <a:pt x="138" y="153"/>
                    </a:lnTo>
                    <a:lnTo>
                      <a:pt x="155" y="159"/>
                    </a:lnTo>
                    <a:lnTo>
                      <a:pt x="162" y="17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26" name="Freeform 65">
                <a:extLst>
                  <a:ext uri="{FF2B5EF4-FFF2-40B4-BE49-F238E27FC236}">
                    <a16:creationId xmlns:a16="http://schemas.microsoft.com/office/drawing/2014/main" id="{9BC12704-E4DE-43E9-B0C9-CB0453DE7A63}"/>
                  </a:ext>
                </a:extLst>
              </p:cNvPr>
              <p:cNvSpPr>
                <a:spLocks/>
              </p:cNvSpPr>
              <p:nvPr/>
            </p:nvSpPr>
            <p:spPr bwMode="auto">
              <a:xfrm>
                <a:off x="4470052" y="4124102"/>
                <a:ext cx="89632" cy="113253"/>
              </a:xfrm>
              <a:custGeom>
                <a:avLst/>
                <a:gdLst>
                  <a:gd name="T0" fmla="*/ 9 w 51"/>
                  <a:gd name="T1" fmla="*/ 2 h 64"/>
                  <a:gd name="T2" fmla="*/ 4 w 51"/>
                  <a:gd name="T3" fmla="*/ 10 h 64"/>
                  <a:gd name="T4" fmla="*/ 4 w 51"/>
                  <a:gd name="T5" fmla="*/ 51 h 64"/>
                  <a:gd name="T6" fmla="*/ 0 w 51"/>
                  <a:gd name="T7" fmla="*/ 55 h 64"/>
                  <a:gd name="T8" fmla="*/ 6 w 51"/>
                  <a:gd name="T9" fmla="*/ 61 h 64"/>
                  <a:gd name="T10" fmla="*/ 22 w 51"/>
                  <a:gd name="T11" fmla="*/ 63 h 64"/>
                  <a:gd name="T12" fmla="*/ 25 w 51"/>
                  <a:gd name="T13" fmla="*/ 54 h 64"/>
                  <a:gd name="T14" fmla="*/ 30 w 51"/>
                  <a:gd name="T15" fmla="*/ 46 h 64"/>
                  <a:gd name="T16" fmla="*/ 38 w 51"/>
                  <a:gd name="T17" fmla="*/ 38 h 64"/>
                  <a:gd name="T18" fmla="*/ 50 w 51"/>
                  <a:gd name="T19" fmla="*/ 38 h 64"/>
                  <a:gd name="T20" fmla="*/ 47 w 51"/>
                  <a:gd name="T21" fmla="*/ 28 h 64"/>
                  <a:gd name="T22" fmla="*/ 37 w 51"/>
                  <a:gd name="T23" fmla="*/ 22 h 64"/>
                  <a:gd name="T24" fmla="*/ 35 w 51"/>
                  <a:gd name="T25" fmla="*/ 13 h 64"/>
                  <a:gd name="T26" fmla="*/ 28 w 51"/>
                  <a:gd name="T27" fmla="*/ 10 h 64"/>
                  <a:gd name="T28" fmla="*/ 18 w 51"/>
                  <a:gd name="T29" fmla="*/ 8 h 64"/>
                  <a:gd name="T30" fmla="*/ 16 w 51"/>
                  <a:gd name="T31" fmla="*/ 0 h 64"/>
                  <a:gd name="T32" fmla="*/ 9 w 51"/>
                  <a:gd name="T33" fmla="*/ 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64">
                    <a:moveTo>
                      <a:pt x="9" y="2"/>
                    </a:moveTo>
                    <a:lnTo>
                      <a:pt x="4" y="10"/>
                    </a:lnTo>
                    <a:lnTo>
                      <a:pt x="4" y="51"/>
                    </a:lnTo>
                    <a:lnTo>
                      <a:pt x="0" y="55"/>
                    </a:lnTo>
                    <a:lnTo>
                      <a:pt x="6" y="61"/>
                    </a:lnTo>
                    <a:lnTo>
                      <a:pt x="22" y="63"/>
                    </a:lnTo>
                    <a:lnTo>
                      <a:pt x="25" y="54"/>
                    </a:lnTo>
                    <a:lnTo>
                      <a:pt x="30" y="46"/>
                    </a:lnTo>
                    <a:lnTo>
                      <a:pt x="38" y="38"/>
                    </a:lnTo>
                    <a:lnTo>
                      <a:pt x="50" y="38"/>
                    </a:lnTo>
                    <a:lnTo>
                      <a:pt x="47" y="28"/>
                    </a:lnTo>
                    <a:lnTo>
                      <a:pt x="37" y="22"/>
                    </a:lnTo>
                    <a:lnTo>
                      <a:pt x="35" y="13"/>
                    </a:lnTo>
                    <a:lnTo>
                      <a:pt x="28" y="10"/>
                    </a:lnTo>
                    <a:lnTo>
                      <a:pt x="18" y="8"/>
                    </a:lnTo>
                    <a:lnTo>
                      <a:pt x="16" y="0"/>
                    </a:lnTo>
                    <a:lnTo>
                      <a:pt x="9" y="2"/>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27" name="Freeform 66">
                <a:extLst>
                  <a:ext uri="{FF2B5EF4-FFF2-40B4-BE49-F238E27FC236}">
                    <a16:creationId xmlns:a16="http://schemas.microsoft.com/office/drawing/2014/main" id="{98D079BC-4560-475A-A967-E0342D387706}"/>
                  </a:ext>
                </a:extLst>
              </p:cNvPr>
              <p:cNvSpPr>
                <a:spLocks/>
              </p:cNvSpPr>
              <p:nvPr/>
            </p:nvSpPr>
            <p:spPr bwMode="auto">
              <a:xfrm>
                <a:off x="4405580" y="5860643"/>
                <a:ext cx="95922" cy="66064"/>
              </a:xfrm>
              <a:custGeom>
                <a:avLst/>
                <a:gdLst>
                  <a:gd name="T0" fmla="*/ 17 w 55"/>
                  <a:gd name="T1" fmla="*/ 9 h 37"/>
                  <a:gd name="T2" fmla="*/ 2 w 55"/>
                  <a:gd name="T3" fmla="*/ 12 h 37"/>
                  <a:gd name="T4" fmla="*/ 0 w 55"/>
                  <a:gd name="T5" fmla="*/ 25 h 37"/>
                  <a:gd name="T6" fmla="*/ 3 w 55"/>
                  <a:gd name="T7" fmla="*/ 36 h 37"/>
                  <a:gd name="T8" fmla="*/ 14 w 55"/>
                  <a:gd name="T9" fmla="*/ 25 h 37"/>
                  <a:gd name="T10" fmla="*/ 21 w 55"/>
                  <a:gd name="T11" fmla="*/ 30 h 37"/>
                  <a:gd name="T12" fmla="*/ 42 w 55"/>
                  <a:gd name="T13" fmla="*/ 24 h 37"/>
                  <a:gd name="T14" fmla="*/ 54 w 55"/>
                  <a:gd name="T15" fmla="*/ 18 h 37"/>
                  <a:gd name="T16" fmla="*/ 39 w 55"/>
                  <a:gd name="T17" fmla="*/ 9 h 37"/>
                  <a:gd name="T18" fmla="*/ 31 w 55"/>
                  <a:gd name="T19" fmla="*/ 0 h 37"/>
                  <a:gd name="T20" fmla="*/ 29 w 55"/>
                  <a:gd name="T21" fmla="*/ 11 h 37"/>
                  <a:gd name="T22" fmla="*/ 17 w 55"/>
                  <a:gd name="T23" fmla="*/ 9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5" h="37">
                    <a:moveTo>
                      <a:pt x="17" y="9"/>
                    </a:moveTo>
                    <a:lnTo>
                      <a:pt x="2" y="12"/>
                    </a:lnTo>
                    <a:lnTo>
                      <a:pt x="0" y="25"/>
                    </a:lnTo>
                    <a:lnTo>
                      <a:pt x="3" y="36"/>
                    </a:lnTo>
                    <a:lnTo>
                      <a:pt x="14" y="25"/>
                    </a:lnTo>
                    <a:lnTo>
                      <a:pt x="21" y="30"/>
                    </a:lnTo>
                    <a:lnTo>
                      <a:pt x="42" y="24"/>
                    </a:lnTo>
                    <a:lnTo>
                      <a:pt x="54" y="18"/>
                    </a:lnTo>
                    <a:lnTo>
                      <a:pt x="39" y="9"/>
                    </a:lnTo>
                    <a:lnTo>
                      <a:pt x="31" y="0"/>
                    </a:lnTo>
                    <a:lnTo>
                      <a:pt x="29" y="11"/>
                    </a:lnTo>
                    <a:lnTo>
                      <a:pt x="17" y="9"/>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28" name="Freeform 99">
                <a:extLst>
                  <a:ext uri="{FF2B5EF4-FFF2-40B4-BE49-F238E27FC236}">
                    <a16:creationId xmlns:a16="http://schemas.microsoft.com/office/drawing/2014/main" id="{B40E6952-B8F5-460F-8109-C626E97E4A26}"/>
                  </a:ext>
                </a:extLst>
              </p:cNvPr>
              <p:cNvSpPr>
                <a:spLocks/>
              </p:cNvSpPr>
              <p:nvPr/>
            </p:nvSpPr>
            <p:spPr bwMode="auto">
              <a:xfrm>
                <a:off x="3798601" y="4260949"/>
                <a:ext cx="193416" cy="179317"/>
              </a:xfrm>
              <a:custGeom>
                <a:avLst/>
                <a:gdLst>
                  <a:gd name="T0" fmla="*/ 109 w 110"/>
                  <a:gd name="T1" fmla="*/ 47 h 101"/>
                  <a:gd name="T2" fmla="*/ 96 w 110"/>
                  <a:gd name="T3" fmla="*/ 31 h 101"/>
                  <a:gd name="T4" fmla="*/ 81 w 110"/>
                  <a:gd name="T5" fmla="*/ 20 h 101"/>
                  <a:gd name="T6" fmla="*/ 70 w 110"/>
                  <a:gd name="T7" fmla="*/ 11 h 101"/>
                  <a:gd name="T8" fmla="*/ 47 w 110"/>
                  <a:gd name="T9" fmla="*/ 12 h 101"/>
                  <a:gd name="T10" fmla="*/ 26 w 110"/>
                  <a:gd name="T11" fmla="*/ 0 h 101"/>
                  <a:gd name="T12" fmla="*/ 14 w 110"/>
                  <a:gd name="T13" fmla="*/ 6 h 101"/>
                  <a:gd name="T14" fmla="*/ 11 w 110"/>
                  <a:gd name="T15" fmla="*/ 23 h 101"/>
                  <a:gd name="T16" fmla="*/ 4 w 110"/>
                  <a:gd name="T17" fmla="*/ 32 h 101"/>
                  <a:gd name="T18" fmla="*/ 0 w 110"/>
                  <a:gd name="T19" fmla="*/ 43 h 101"/>
                  <a:gd name="T20" fmla="*/ 4 w 110"/>
                  <a:gd name="T21" fmla="*/ 54 h 101"/>
                  <a:gd name="T22" fmla="*/ 14 w 110"/>
                  <a:gd name="T23" fmla="*/ 63 h 101"/>
                  <a:gd name="T24" fmla="*/ 15 w 110"/>
                  <a:gd name="T25" fmla="*/ 74 h 101"/>
                  <a:gd name="T26" fmla="*/ 15 w 110"/>
                  <a:gd name="T27" fmla="*/ 89 h 101"/>
                  <a:gd name="T28" fmla="*/ 26 w 110"/>
                  <a:gd name="T29" fmla="*/ 100 h 101"/>
                  <a:gd name="T30" fmla="*/ 41 w 110"/>
                  <a:gd name="T31" fmla="*/ 89 h 101"/>
                  <a:gd name="T32" fmla="*/ 60 w 110"/>
                  <a:gd name="T33" fmla="*/ 75 h 101"/>
                  <a:gd name="T34" fmla="*/ 101 w 110"/>
                  <a:gd name="T35" fmla="*/ 57 h 101"/>
                  <a:gd name="T36" fmla="*/ 109 w 110"/>
                  <a:gd name="T3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101">
                    <a:moveTo>
                      <a:pt x="109" y="47"/>
                    </a:moveTo>
                    <a:lnTo>
                      <a:pt x="96" y="31"/>
                    </a:lnTo>
                    <a:lnTo>
                      <a:pt x="81" y="20"/>
                    </a:lnTo>
                    <a:lnTo>
                      <a:pt x="70" y="11"/>
                    </a:lnTo>
                    <a:lnTo>
                      <a:pt x="47" y="12"/>
                    </a:lnTo>
                    <a:lnTo>
                      <a:pt x="26" y="0"/>
                    </a:lnTo>
                    <a:lnTo>
                      <a:pt x="14" y="6"/>
                    </a:lnTo>
                    <a:lnTo>
                      <a:pt x="11" y="23"/>
                    </a:lnTo>
                    <a:lnTo>
                      <a:pt x="4" y="32"/>
                    </a:lnTo>
                    <a:lnTo>
                      <a:pt x="0" y="43"/>
                    </a:lnTo>
                    <a:lnTo>
                      <a:pt x="4" y="54"/>
                    </a:lnTo>
                    <a:lnTo>
                      <a:pt x="14" y="63"/>
                    </a:lnTo>
                    <a:lnTo>
                      <a:pt x="15" y="74"/>
                    </a:lnTo>
                    <a:lnTo>
                      <a:pt x="15" y="89"/>
                    </a:lnTo>
                    <a:lnTo>
                      <a:pt x="26" y="100"/>
                    </a:lnTo>
                    <a:lnTo>
                      <a:pt x="41" y="89"/>
                    </a:lnTo>
                    <a:lnTo>
                      <a:pt x="60" y="75"/>
                    </a:lnTo>
                    <a:lnTo>
                      <a:pt x="101" y="57"/>
                    </a:lnTo>
                    <a:lnTo>
                      <a:pt x="109" y="47"/>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29" name="Freeform 100">
                <a:extLst>
                  <a:ext uri="{FF2B5EF4-FFF2-40B4-BE49-F238E27FC236}">
                    <a16:creationId xmlns:a16="http://schemas.microsoft.com/office/drawing/2014/main" id="{C2B582AE-8044-4DFF-BABA-8C58CC0FE235}"/>
                  </a:ext>
                </a:extLst>
              </p:cNvPr>
              <p:cNvSpPr>
                <a:spLocks/>
              </p:cNvSpPr>
              <p:nvPr/>
            </p:nvSpPr>
            <p:spPr bwMode="auto">
              <a:xfrm>
                <a:off x="4301796" y="4042309"/>
                <a:ext cx="111646" cy="220213"/>
              </a:xfrm>
              <a:custGeom>
                <a:avLst/>
                <a:gdLst>
                  <a:gd name="T0" fmla="*/ 18 w 64"/>
                  <a:gd name="T1" fmla="*/ 0 h 125"/>
                  <a:gd name="T2" fmla="*/ 18 w 64"/>
                  <a:gd name="T3" fmla="*/ 14 h 125"/>
                  <a:gd name="T4" fmla="*/ 12 w 64"/>
                  <a:gd name="T5" fmla="*/ 20 h 125"/>
                  <a:gd name="T6" fmla="*/ 9 w 64"/>
                  <a:gd name="T7" fmla="*/ 28 h 125"/>
                  <a:gd name="T8" fmla="*/ 1 w 64"/>
                  <a:gd name="T9" fmla="*/ 36 h 125"/>
                  <a:gd name="T10" fmla="*/ 0 w 64"/>
                  <a:gd name="T11" fmla="*/ 50 h 125"/>
                  <a:gd name="T12" fmla="*/ 7 w 64"/>
                  <a:gd name="T13" fmla="*/ 59 h 125"/>
                  <a:gd name="T14" fmla="*/ 7 w 64"/>
                  <a:gd name="T15" fmla="*/ 70 h 125"/>
                  <a:gd name="T16" fmla="*/ 18 w 64"/>
                  <a:gd name="T17" fmla="*/ 73 h 125"/>
                  <a:gd name="T18" fmla="*/ 22 w 64"/>
                  <a:gd name="T19" fmla="*/ 90 h 125"/>
                  <a:gd name="T20" fmla="*/ 18 w 64"/>
                  <a:gd name="T21" fmla="*/ 101 h 125"/>
                  <a:gd name="T22" fmla="*/ 25 w 64"/>
                  <a:gd name="T23" fmla="*/ 116 h 125"/>
                  <a:gd name="T24" fmla="*/ 32 w 64"/>
                  <a:gd name="T25" fmla="*/ 124 h 125"/>
                  <a:gd name="T26" fmla="*/ 41 w 64"/>
                  <a:gd name="T27" fmla="*/ 123 h 125"/>
                  <a:gd name="T28" fmla="*/ 45 w 64"/>
                  <a:gd name="T29" fmla="*/ 117 h 125"/>
                  <a:gd name="T30" fmla="*/ 57 w 64"/>
                  <a:gd name="T31" fmla="*/ 116 h 125"/>
                  <a:gd name="T32" fmla="*/ 60 w 64"/>
                  <a:gd name="T33" fmla="*/ 109 h 125"/>
                  <a:gd name="T34" fmla="*/ 59 w 64"/>
                  <a:gd name="T35" fmla="*/ 94 h 125"/>
                  <a:gd name="T36" fmla="*/ 50 w 64"/>
                  <a:gd name="T37" fmla="*/ 89 h 125"/>
                  <a:gd name="T38" fmla="*/ 45 w 64"/>
                  <a:gd name="T39" fmla="*/ 83 h 125"/>
                  <a:gd name="T40" fmla="*/ 45 w 64"/>
                  <a:gd name="T41" fmla="*/ 70 h 125"/>
                  <a:gd name="T42" fmla="*/ 51 w 64"/>
                  <a:gd name="T43" fmla="*/ 65 h 125"/>
                  <a:gd name="T44" fmla="*/ 61 w 64"/>
                  <a:gd name="T45" fmla="*/ 66 h 125"/>
                  <a:gd name="T46" fmla="*/ 63 w 64"/>
                  <a:gd name="T47" fmla="*/ 51 h 125"/>
                  <a:gd name="T48" fmla="*/ 61 w 64"/>
                  <a:gd name="T49" fmla="*/ 36 h 125"/>
                  <a:gd name="T50" fmla="*/ 55 w 64"/>
                  <a:gd name="T51" fmla="*/ 30 h 125"/>
                  <a:gd name="T52" fmla="*/ 44 w 64"/>
                  <a:gd name="T53" fmla="*/ 29 h 125"/>
                  <a:gd name="T54" fmla="*/ 41 w 64"/>
                  <a:gd name="T55" fmla="*/ 15 h 125"/>
                  <a:gd name="T56" fmla="*/ 33 w 64"/>
                  <a:gd name="T57" fmla="*/ 14 h 125"/>
                  <a:gd name="T58" fmla="*/ 29 w 64"/>
                  <a:gd name="T59" fmla="*/ 2 h 125"/>
                  <a:gd name="T60" fmla="*/ 18 w 64"/>
                  <a:gd name="T61"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 h="125">
                    <a:moveTo>
                      <a:pt x="18" y="0"/>
                    </a:moveTo>
                    <a:lnTo>
                      <a:pt x="18" y="14"/>
                    </a:lnTo>
                    <a:lnTo>
                      <a:pt x="12" y="20"/>
                    </a:lnTo>
                    <a:lnTo>
                      <a:pt x="9" y="28"/>
                    </a:lnTo>
                    <a:lnTo>
                      <a:pt x="1" y="36"/>
                    </a:lnTo>
                    <a:lnTo>
                      <a:pt x="0" y="50"/>
                    </a:lnTo>
                    <a:lnTo>
                      <a:pt x="7" y="59"/>
                    </a:lnTo>
                    <a:lnTo>
                      <a:pt x="7" y="70"/>
                    </a:lnTo>
                    <a:lnTo>
                      <a:pt x="18" y="73"/>
                    </a:lnTo>
                    <a:lnTo>
                      <a:pt x="22" y="90"/>
                    </a:lnTo>
                    <a:lnTo>
                      <a:pt x="18" y="101"/>
                    </a:lnTo>
                    <a:lnTo>
                      <a:pt x="25" y="116"/>
                    </a:lnTo>
                    <a:lnTo>
                      <a:pt x="32" y="124"/>
                    </a:lnTo>
                    <a:lnTo>
                      <a:pt x="41" y="123"/>
                    </a:lnTo>
                    <a:lnTo>
                      <a:pt x="45" y="117"/>
                    </a:lnTo>
                    <a:lnTo>
                      <a:pt x="57" y="116"/>
                    </a:lnTo>
                    <a:lnTo>
                      <a:pt x="60" y="109"/>
                    </a:lnTo>
                    <a:lnTo>
                      <a:pt x="59" y="94"/>
                    </a:lnTo>
                    <a:lnTo>
                      <a:pt x="50" y="89"/>
                    </a:lnTo>
                    <a:lnTo>
                      <a:pt x="45" y="83"/>
                    </a:lnTo>
                    <a:lnTo>
                      <a:pt x="45" y="70"/>
                    </a:lnTo>
                    <a:lnTo>
                      <a:pt x="51" y="65"/>
                    </a:lnTo>
                    <a:lnTo>
                      <a:pt x="61" y="66"/>
                    </a:lnTo>
                    <a:lnTo>
                      <a:pt x="63" y="51"/>
                    </a:lnTo>
                    <a:lnTo>
                      <a:pt x="61" y="36"/>
                    </a:lnTo>
                    <a:lnTo>
                      <a:pt x="55" y="30"/>
                    </a:lnTo>
                    <a:lnTo>
                      <a:pt x="44" y="29"/>
                    </a:lnTo>
                    <a:lnTo>
                      <a:pt x="41" y="15"/>
                    </a:lnTo>
                    <a:lnTo>
                      <a:pt x="33" y="14"/>
                    </a:lnTo>
                    <a:lnTo>
                      <a:pt x="29" y="2"/>
                    </a:lnTo>
                    <a:lnTo>
                      <a:pt x="18"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30" name="Freeform 101">
                <a:extLst>
                  <a:ext uri="{FF2B5EF4-FFF2-40B4-BE49-F238E27FC236}">
                    <a16:creationId xmlns:a16="http://schemas.microsoft.com/office/drawing/2014/main" id="{AD899A58-D797-43CE-A8E6-545C33E03E86}"/>
                  </a:ext>
                </a:extLst>
              </p:cNvPr>
              <p:cNvSpPr>
                <a:spLocks/>
              </p:cNvSpPr>
              <p:nvPr/>
            </p:nvSpPr>
            <p:spPr bwMode="auto">
              <a:xfrm>
                <a:off x="4378848" y="4105227"/>
                <a:ext cx="105356" cy="144712"/>
              </a:xfrm>
              <a:custGeom>
                <a:avLst/>
                <a:gdLst>
                  <a:gd name="T0" fmla="*/ 19 w 61"/>
                  <a:gd name="T1" fmla="*/ 15 h 82"/>
                  <a:gd name="T2" fmla="*/ 17 w 61"/>
                  <a:gd name="T3" fmla="*/ 30 h 82"/>
                  <a:gd name="T4" fmla="*/ 7 w 61"/>
                  <a:gd name="T5" fmla="*/ 29 h 82"/>
                  <a:gd name="T6" fmla="*/ 0 w 61"/>
                  <a:gd name="T7" fmla="*/ 34 h 82"/>
                  <a:gd name="T8" fmla="*/ 1 w 61"/>
                  <a:gd name="T9" fmla="*/ 47 h 82"/>
                  <a:gd name="T10" fmla="*/ 6 w 61"/>
                  <a:gd name="T11" fmla="*/ 53 h 82"/>
                  <a:gd name="T12" fmla="*/ 14 w 61"/>
                  <a:gd name="T13" fmla="*/ 59 h 82"/>
                  <a:gd name="T14" fmla="*/ 15 w 61"/>
                  <a:gd name="T15" fmla="*/ 73 h 82"/>
                  <a:gd name="T16" fmla="*/ 13 w 61"/>
                  <a:gd name="T17" fmla="*/ 81 h 82"/>
                  <a:gd name="T18" fmla="*/ 30 w 61"/>
                  <a:gd name="T19" fmla="*/ 80 h 82"/>
                  <a:gd name="T20" fmla="*/ 30 w 61"/>
                  <a:gd name="T21" fmla="*/ 67 h 82"/>
                  <a:gd name="T22" fmla="*/ 52 w 61"/>
                  <a:gd name="T23" fmla="*/ 65 h 82"/>
                  <a:gd name="T24" fmla="*/ 56 w 61"/>
                  <a:gd name="T25" fmla="*/ 61 h 82"/>
                  <a:gd name="T26" fmla="*/ 56 w 61"/>
                  <a:gd name="T27" fmla="*/ 19 h 82"/>
                  <a:gd name="T28" fmla="*/ 60 w 61"/>
                  <a:gd name="T29" fmla="*/ 10 h 82"/>
                  <a:gd name="T30" fmla="*/ 54 w 61"/>
                  <a:gd name="T31" fmla="*/ 0 h 82"/>
                  <a:gd name="T32" fmla="*/ 37 w 61"/>
                  <a:gd name="T33" fmla="*/ 0 h 82"/>
                  <a:gd name="T34" fmla="*/ 32 w 61"/>
                  <a:gd name="T35" fmla="*/ 8 h 82"/>
                  <a:gd name="T36" fmla="*/ 19 w 61"/>
                  <a:gd name="T37" fmla="*/ 15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1" h="82">
                    <a:moveTo>
                      <a:pt x="19" y="15"/>
                    </a:moveTo>
                    <a:lnTo>
                      <a:pt x="17" y="30"/>
                    </a:lnTo>
                    <a:lnTo>
                      <a:pt x="7" y="29"/>
                    </a:lnTo>
                    <a:lnTo>
                      <a:pt x="0" y="34"/>
                    </a:lnTo>
                    <a:lnTo>
                      <a:pt x="1" y="47"/>
                    </a:lnTo>
                    <a:lnTo>
                      <a:pt x="6" y="53"/>
                    </a:lnTo>
                    <a:lnTo>
                      <a:pt x="14" y="59"/>
                    </a:lnTo>
                    <a:lnTo>
                      <a:pt x="15" y="73"/>
                    </a:lnTo>
                    <a:lnTo>
                      <a:pt x="13" y="81"/>
                    </a:lnTo>
                    <a:lnTo>
                      <a:pt x="30" y="80"/>
                    </a:lnTo>
                    <a:lnTo>
                      <a:pt x="30" y="67"/>
                    </a:lnTo>
                    <a:lnTo>
                      <a:pt x="52" y="65"/>
                    </a:lnTo>
                    <a:lnTo>
                      <a:pt x="56" y="61"/>
                    </a:lnTo>
                    <a:lnTo>
                      <a:pt x="56" y="19"/>
                    </a:lnTo>
                    <a:lnTo>
                      <a:pt x="60" y="10"/>
                    </a:lnTo>
                    <a:lnTo>
                      <a:pt x="54" y="0"/>
                    </a:lnTo>
                    <a:lnTo>
                      <a:pt x="37" y="0"/>
                    </a:lnTo>
                    <a:lnTo>
                      <a:pt x="32" y="8"/>
                    </a:lnTo>
                    <a:lnTo>
                      <a:pt x="19" y="15"/>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31" name="Freeform 102">
                <a:extLst>
                  <a:ext uri="{FF2B5EF4-FFF2-40B4-BE49-F238E27FC236}">
                    <a16:creationId xmlns:a16="http://schemas.microsoft.com/office/drawing/2014/main" id="{AE5AF1D4-42FA-4D4D-94DC-353804FF9C86}"/>
                  </a:ext>
                </a:extLst>
              </p:cNvPr>
              <p:cNvSpPr>
                <a:spLocks/>
              </p:cNvSpPr>
              <p:nvPr/>
            </p:nvSpPr>
            <p:spPr bwMode="auto">
              <a:xfrm>
                <a:off x="3974719" y="4164999"/>
                <a:ext cx="1012680" cy="1132527"/>
              </a:xfrm>
              <a:custGeom>
                <a:avLst/>
                <a:gdLst>
                  <a:gd name="T0" fmla="*/ 58 w 573"/>
                  <a:gd name="T1" fmla="*/ 58 h 641"/>
                  <a:gd name="T2" fmla="*/ 62 w 573"/>
                  <a:gd name="T3" fmla="*/ 98 h 641"/>
                  <a:gd name="T4" fmla="*/ 57 w 573"/>
                  <a:gd name="T5" fmla="*/ 131 h 641"/>
                  <a:gd name="T6" fmla="*/ 29 w 573"/>
                  <a:gd name="T7" fmla="*/ 147 h 641"/>
                  <a:gd name="T8" fmla="*/ 18 w 573"/>
                  <a:gd name="T9" fmla="*/ 178 h 641"/>
                  <a:gd name="T10" fmla="*/ 0 w 573"/>
                  <a:gd name="T11" fmla="*/ 201 h 641"/>
                  <a:gd name="T12" fmla="*/ 17 w 573"/>
                  <a:gd name="T13" fmla="*/ 228 h 641"/>
                  <a:gd name="T14" fmla="*/ 42 w 573"/>
                  <a:gd name="T15" fmla="*/ 241 h 641"/>
                  <a:gd name="T16" fmla="*/ 71 w 573"/>
                  <a:gd name="T17" fmla="*/ 259 h 641"/>
                  <a:gd name="T18" fmla="*/ 96 w 573"/>
                  <a:gd name="T19" fmla="*/ 252 h 641"/>
                  <a:gd name="T20" fmla="*/ 108 w 573"/>
                  <a:gd name="T21" fmla="*/ 235 h 641"/>
                  <a:gd name="T22" fmla="*/ 136 w 573"/>
                  <a:gd name="T23" fmla="*/ 277 h 641"/>
                  <a:gd name="T24" fmla="*/ 163 w 573"/>
                  <a:gd name="T25" fmla="*/ 286 h 641"/>
                  <a:gd name="T26" fmla="*/ 190 w 573"/>
                  <a:gd name="T27" fmla="*/ 299 h 641"/>
                  <a:gd name="T28" fmla="*/ 207 w 573"/>
                  <a:gd name="T29" fmla="*/ 316 h 641"/>
                  <a:gd name="T30" fmla="*/ 204 w 573"/>
                  <a:gd name="T31" fmla="*/ 343 h 641"/>
                  <a:gd name="T32" fmla="*/ 230 w 573"/>
                  <a:gd name="T33" fmla="*/ 359 h 641"/>
                  <a:gd name="T34" fmla="*/ 245 w 573"/>
                  <a:gd name="T35" fmla="*/ 376 h 641"/>
                  <a:gd name="T36" fmla="*/ 230 w 573"/>
                  <a:gd name="T37" fmla="*/ 405 h 641"/>
                  <a:gd name="T38" fmla="*/ 243 w 573"/>
                  <a:gd name="T39" fmla="*/ 431 h 641"/>
                  <a:gd name="T40" fmla="*/ 268 w 573"/>
                  <a:gd name="T41" fmla="*/ 445 h 641"/>
                  <a:gd name="T42" fmla="*/ 295 w 573"/>
                  <a:gd name="T43" fmla="*/ 464 h 641"/>
                  <a:gd name="T44" fmla="*/ 302 w 573"/>
                  <a:gd name="T45" fmla="*/ 520 h 641"/>
                  <a:gd name="T46" fmla="*/ 299 w 573"/>
                  <a:gd name="T47" fmla="*/ 533 h 641"/>
                  <a:gd name="T48" fmla="*/ 277 w 573"/>
                  <a:gd name="T49" fmla="*/ 557 h 641"/>
                  <a:gd name="T50" fmla="*/ 269 w 573"/>
                  <a:gd name="T51" fmla="*/ 584 h 641"/>
                  <a:gd name="T52" fmla="*/ 320 w 573"/>
                  <a:gd name="T53" fmla="*/ 629 h 641"/>
                  <a:gd name="T54" fmla="*/ 331 w 573"/>
                  <a:gd name="T55" fmla="*/ 611 h 641"/>
                  <a:gd name="T56" fmla="*/ 342 w 573"/>
                  <a:gd name="T57" fmla="*/ 581 h 641"/>
                  <a:gd name="T58" fmla="*/ 339 w 573"/>
                  <a:gd name="T59" fmla="*/ 603 h 641"/>
                  <a:gd name="T60" fmla="*/ 364 w 573"/>
                  <a:gd name="T61" fmla="*/ 578 h 641"/>
                  <a:gd name="T62" fmla="*/ 383 w 573"/>
                  <a:gd name="T63" fmla="*/ 500 h 641"/>
                  <a:gd name="T64" fmla="*/ 403 w 573"/>
                  <a:gd name="T65" fmla="*/ 476 h 641"/>
                  <a:gd name="T66" fmla="*/ 456 w 573"/>
                  <a:gd name="T67" fmla="*/ 455 h 641"/>
                  <a:gd name="T68" fmla="*/ 486 w 573"/>
                  <a:gd name="T69" fmla="*/ 420 h 641"/>
                  <a:gd name="T70" fmla="*/ 501 w 573"/>
                  <a:gd name="T71" fmla="*/ 365 h 641"/>
                  <a:gd name="T72" fmla="*/ 525 w 573"/>
                  <a:gd name="T73" fmla="*/ 280 h 641"/>
                  <a:gd name="T74" fmla="*/ 536 w 573"/>
                  <a:gd name="T75" fmla="*/ 247 h 641"/>
                  <a:gd name="T76" fmla="*/ 558 w 573"/>
                  <a:gd name="T77" fmla="*/ 226 h 641"/>
                  <a:gd name="T78" fmla="*/ 563 w 573"/>
                  <a:gd name="T79" fmla="*/ 198 h 641"/>
                  <a:gd name="T80" fmla="*/ 562 w 573"/>
                  <a:gd name="T81" fmla="*/ 184 h 641"/>
                  <a:gd name="T82" fmla="*/ 542 w 573"/>
                  <a:gd name="T83" fmla="*/ 148 h 641"/>
                  <a:gd name="T84" fmla="*/ 513 w 573"/>
                  <a:gd name="T85" fmla="*/ 130 h 641"/>
                  <a:gd name="T86" fmla="*/ 486 w 573"/>
                  <a:gd name="T87" fmla="*/ 114 h 641"/>
                  <a:gd name="T88" fmla="*/ 456 w 573"/>
                  <a:gd name="T89" fmla="*/ 109 h 641"/>
                  <a:gd name="T90" fmla="*/ 426 w 573"/>
                  <a:gd name="T91" fmla="*/ 92 h 641"/>
                  <a:gd name="T92" fmla="*/ 385 w 573"/>
                  <a:gd name="T93" fmla="*/ 84 h 641"/>
                  <a:gd name="T94" fmla="*/ 358 w 573"/>
                  <a:gd name="T95" fmla="*/ 102 h 641"/>
                  <a:gd name="T96" fmla="*/ 362 w 573"/>
                  <a:gd name="T97" fmla="*/ 74 h 641"/>
                  <a:gd name="T98" fmla="*/ 334 w 573"/>
                  <a:gd name="T99" fmla="*/ 90 h 641"/>
                  <a:gd name="T100" fmla="*/ 330 w 573"/>
                  <a:gd name="T101" fmla="*/ 81 h 641"/>
                  <a:gd name="T102" fmla="*/ 349 w 573"/>
                  <a:gd name="T103" fmla="*/ 48 h 641"/>
                  <a:gd name="T104" fmla="*/ 318 w 573"/>
                  <a:gd name="T105" fmla="*/ 14 h 641"/>
                  <a:gd name="T106" fmla="*/ 302 w 573"/>
                  <a:gd name="T107" fmla="*/ 40 h 641"/>
                  <a:gd name="T108" fmla="*/ 259 w 573"/>
                  <a:gd name="T109" fmla="*/ 33 h 641"/>
                  <a:gd name="T110" fmla="*/ 230 w 573"/>
                  <a:gd name="T111" fmla="*/ 47 h 641"/>
                  <a:gd name="T112" fmla="*/ 209 w 573"/>
                  <a:gd name="T113" fmla="*/ 46 h 641"/>
                  <a:gd name="T114" fmla="*/ 203 w 573"/>
                  <a:gd name="T115" fmla="*/ 3 h 641"/>
                  <a:gd name="T116" fmla="*/ 162 w 573"/>
                  <a:gd name="T117" fmla="*/ 11 h 641"/>
                  <a:gd name="T118" fmla="*/ 136 w 573"/>
                  <a:gd name="T119" fmla="*/ 7 h 641"/>
                  <a:gd name="T120" fmla="*/ 143 w 573"/>
                  <a:gd name="T121" fmla="*/ 36 h 641"/>
                  <a:gd name="T122" fmla="*/ 117 w 573"/>
                  <a:gd name="T123" fmla="*/ 58 h 641"/>
                  <a:gd name="T124" fmla="*/ 89 w 573"/>
                  <a:gd name="T125" fmla="*/ 39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73" h="641">
                    <a:moveTo>
                      <a:pt x="89" y="39"/>
                    </a:moveTo>
                    <a:lnTo>
                      <a:pt x="64" y="47"/>
                    </a:lnTo>
                    <a:lnTo>
                      <a:pt x="58" y="58"/>
                    </a:lnTo>
                    <a:lnTo>
                      <a:pt x="66" y="65"/>
                    </a:lnTo>
                    <a:lnTo>
                      <a:pt x="58" y="70"/>
                    </a:lnTo>
                    <a:lnTo>
                      <a:pt x="62" y="98"/>
                    </a:lnTo>
                    <a:lnTo>
                      <a:pt x="62" y="111"/>
                    </a:lnTo>
                    <a:lnTo>
                      <a:pt x="47" y="113"/>
                    </a:lnTo>
                    <a:lnTo>
                      <a:pt x="57" y="131"/>
                    </a:lnTo>
                    <a:lnTo>
                      <a:pt x="53" y="145"/>
                    </a:lnTo>
                    <a:lnTo>
                      <a:pt x="42" y="151"/>
                    </a:lnTo>
                    <a:lnTo>
                      <a:pt x="29" y="147"/>
                    </a:lnTo>
                    <a:lnTo>
                      <a:pt x="19" y="154"/>
                    </a:lnTo>
                    <a:lnTo>
                      <a:pt x="14" y="168"/>
                    </a:lnTo>
                    <a:lnTo>
                      <a:pt x="18" y="178"/>
                    </a:lnTo>
                    <a:lnTo>
                      <a:pt x="11" y="183"/>
                    </a:lnTo>
                    <a:lnTo>
                      <a:pt x="3" y="187"/>
                    </a:lnTo>
                    <a:lnTo>
                      <a:pt x="0" y="201"/>
                    </a:lnTo>
                    <a:lnTo>
                      <a:pt x="3" y="210"/>
                    </a:lnTo>
                    <a:lnTo>
                      <a:pt x="14" y="219"/>
                    </a:lnTo>
                    <a:lnTo>
                      <a:pt x="17" y="228"/>
                    </a:lnTo>
                    <a:lnTo>
                      <a:pt x="27" y="230"/>
                    </a:lnTo>
                    <a:lnTo>
                      <a:pt x="29" y="238"/>
                    </a:lnTo>
                    <a:lnTo>
                      <a:pt x="42" y="241"/>
                    </a:lnTo>
                    <a:lnTo>
                      <a:pt x="53" y="234"/>
                    </a:lnTo>
                    <a:lnTo>
                      <a:pt x="58" y="252"/>
                    </a:lnTo>
                    <a:lnTo>
                      <a:pt x="71" y="259"/>
                    </a:lnTo>
                    <a:lnTo>
                      <a:pt x="81" y="259"/>
                    </a:lnTo>
                    <a:lnTo>
                      <a:pt x="91" y="256"/>
                    </a:lnTo>
                    <a:lnTo>
                      <a:pt x="96" y="252"/>
                    </a:lnTo>
                    <a:lnTo>
                      <a:pt x="99" y="245"/>
                    </a:lnTo>
                    <a:lnTo>
                      <a:pt x="107" y="246"/>
                    </a:lnTo>
                    <a:lnTo>
                      <a:pt x="108" y="235"/>
                    </a:lnTo>
                    <a:lnTo>
                      <a:pt x="128" y="237"/>
                    </a:lnTo>
                    <a:lnTo>
                      <a:pt x="130" y="267"/>
                    </a:lnTo>
                    <a:lnTo>
                      <a:pt x="136" y="277"/>
                    </a:lnTo>
                    <a:lnTo>
                      <a:pt x="138" y="282"/>
                    </a:lnTo>
                    <a:lnTo>
                      <a:pt x="161" y="282"/>
                    </a:lnTo>
                    <a:lnTo>
                      <a:pt x="163" y="286"/>
                    </a:lnTo>
                    <a:lnTo>
                      <a:pt x="173" y="288"/>
                    </a:lnTo>
                    <a:lnTo>
                      <a:pt x="175" y="297"/>
                    </a:lnTo>
                    <a:lnTo>
                      <a:pt x="190" y="299"/>
                    </a:lnTo>
                    <a:lnTo>
                      <a:pt x="197" y="301"/>
                    </a:lnTo>
                    <a:lnTo>
                      <a:pt x="199" y="315"/>
                    </a:lnTo>
                    <a:lnTo>
                      <a:pt x="207" y="316"/>
                    </a:lnTo>
                    <a:lnTo>
                      <a:pt x="199" y="322"/>
                    </a:lnTo>
                    <a:lnTo>
                      <a:pt x="200" y="342"/>
                    </a:lnTo>
                    <a:lnTo>
                      <a:pt x="204" y="343"/>
                    </a:lnTo>
                    <a:lnTo>
                      <a:pt x="209" y="349"/>
                    </a:lnTo>
                    <a:lnTo>
                      <a:pt x="229" y="348"/>
                    </a:lnTo>
                    <a:lnTo>
                      <a:pt x="230" y="359"/>
                    </a:lnTo>
                    <a:lnTo>
                      <a:pt x="238" y="361"/>
                    </a:lnTo>
                    <a:lnTo>
                      <a:pt x="240" y="372"/>
                    </a:lnTo>
                    <a:lnTo>
                      <a:pt x="245" y="376"/>
                    </a:lnTo>
                    <a:lnTo>
                      <a:pt x="243" y="394"/>
                    </a:lnTo>
                    <a:lnTo>
                      <a:pt x="238" y="403"/>
                    </a:lnTo>
                    <a:lnTo>
                      <a:pt x="230" y="405"/>
                    </a:lnTo>
                    <a:lnTo>
                      <a:pt x="231" y="416"/>
                    </a:lnTo>
                    <a:lnTo>
                      <a:pt x="242" y="420"/>
                    </a:lnTo>
                    <a:lnTo>
                      <a:pt x="243" y="431"/>
                    </a:lnTo>
                    <a:lnTo>
                      <a:pt x="257" y="435"/>
                    </a:lnTo>
                    <a:lnTo>
                      <a:pt x="260" y="442"/>
                    </a:lnTo>
                    <a:lnTo>
                      <a:pt x="268" y="445"/>
                    </a:lnTo>
                    <a:lnTo>
                      <a:pt x="281" y="446"/>
                    </a:lnTo>
                    <a:lnTo>
                      <a:pt x="283" y="463"/>
                    </a:lnTo>
                    <a:lnTo>
                      <a:pt x="295" y="464"/>
                    </a:lnTo>
                    <a:lnTo>
                      <a:pt x="297" y="501"/>
                    </a:lnTo>
                    <a:lnTo>
                      <a:pt x="300" y="504"/>
                    </a:lnTo>
                    <a:lnTo>
                      <a:pt x="302" y="520"/>
                    </a:lnTo>
                    <a:lnTo>
                      <a:pt x="309" y="520"/>
                    </a:lnTo>
                    <a:lnTo>
                      <a:pt x="310" y="531"/>
                    </a:lnTo>
                    <a:lnTo>
                      <a:pt x="299" y="533"/>
                    </a:lnTo>
                    <a:lnTo>
                      <a:pt x="292" y="543"/>
                    </a:lnTo>
                    <a:lnTo>
                      <a:pt x="285" y="546"/>
                    </a:lnTo>
                    <a:lnTo>
                      <a:pt x="277" y="557"/>
                    </a:lnTo>
                    <a:lnTo>
                      <a:pt x="269" y="565"/>
                    </a:lnTo>
                    <a:lnTo>
                      <a:pt x="264" y="576"/>
                    </a:lnTo>
                    <a:lnTo>
                      <a:pt x="269" y="584"/>
                    </a:lnTo>
                    <a:lnTo>
                      <a:pt x="283" y="589"/>
                    </a:lnTo>
                    <a:lnTo>
                      <a:pt x="314" y="618"/>
                    </a:lnTo>
                    <a:lnTo>
                      <a:pt x="320" y="629"/>
                    </a:lnTo>
                    <a:lnTo>
                      <a:pt x="323" y="640"/>
                    </a:lnTo>
                    <a:lnTo>
                      <a:pt x="330" y="628"/>
                    </a:lnTo>
                    <a:lnTo>
                      <a:pt x="331" y="611"/>
                    </a:lnTo>
                    <a:lnTo>
                      <a:pt x="335" y="599"/>
                    </a:lnTo>
                    <a:lnTo>
                      <a:pt x="336" y="580"/>
                    </a:lnTo>
                    <a:lnTo>
                      <a:pt x="342" y="581"/>
                    </a:lnTo>
                    <a:lnTo>
                      <a:pt x="345" y="585"/>
                    </a:lnTo>
                    <a:lnTo>
                      <a:pt x="343" y="595"/>
                    </a:lnTo>
                    <a:lnTo>
                      <a:pt x="339" y="603"/>
                    </a:lnTo>
                    <a:lnTo>
                      <a:pt x="353" y="598"/>
                    </a:lnTo>
                    <a:lnTo>
                      <a:pt x="356" y="585"/>
                    </a:lnTo>
                    <a:lnTo>
                      <a:pt x="364" y="578"/>
                    </a:lnTo>
                    <a:lnTo>
                      <a:pt x="362" y="558"/>
                    </a:lnTo>
                    <a:lnTo>
                      <a:pt x="378" y="548"/>
                    </a:lnTo>
                    <a:lnTo>
                      <a:pt x="383" y="500"/>
                    </a:lnTo>
                    <a:lnTo>
                      <a:pt x="386" y="489"/>
                    </a:lnTo>
                    <a:lnTo>
                      <a:pt x="398" y="484"/>
                    </a:lnTo>
                    <a:lnTo>
                      <a:pt x="403" y="476"/>
                    </a:lnTo>
                    <a:lnTo>
                      <a:pt x="411" y="470"/>
                    </a:lnTo>
                    <a:lnTo>
                      <a:pt x="426" y="459"/>
                    </a:lnTo>
                    <a:lnTo>
                      <a:pt x="456" y="455"/>
                    </a:lnTo>
                    <a:lnTo>
                      <a:pt x="459" y="447"/>
                    </a:lnTo>
                    <a:lnTo>
                      <a:pt x="482" y="446"/>
                    </a:lnTo>
                    <a:lnTo>
                      <a:pt x="486" y="420"/>
                    </a:lnTo>
                    <a:lnTo>
                      <a:pt x="493" y="408"/>
                    </a:lnTo>
                    <a:lnTo>
                      <a:pt x="499" y="392"/>
                    </a:lnTo>
                    <a:lnTo>
                      <a:pt x="501" y="365"/>
                    </a:lnTo>
                    <a:lnTo>
                      <a:pt x="508" y="361"/>
                    </a:lnTo>
                    <a:lnTo>
                      <a:pt x="512" y="285"/>
                    </a:lnTo>
                    <a:lnTo>
                      <a:pt x="525" y="280"/>
                    </a:lnTo>
                    <a:lnTo>
                      <a:pt x="525" y="265"/>
                    </a:lnTo>
                    <a:lnTo>
                      <a:pt x="532" y="261"/>
                    </a:lnTo>
                    <a:lnTo>
                      <a:pt x="536" y="247"/>
                    </a:lnTo>
                    <a:lnTo>
                      <a:pt x="543" y="244"/>
                    </a:lnTo>
                    <a:lnTo>
                      <a:pt x="547" y="230"/>
                    </a:lnTo>
                    <a:lnTo>
                      <a:pt x="558" y="226"/>
                    </a:lnTo>
                    <a:lnTo>
                      <a:pt x="558" y="214"/>
                    </a:lnTo>
                    <a:lnTo>
                      <a:pt x="564" y="212"/>
                    </a:lnTo>
                    <a:lnTo>
                      <a:pt x="563" y="198"/>
                    </a:lnTo>
                    <a:lnTo>
                      <a:pt x="569" y="198"/>
                    </a:lnTo>
                    <a:lnTo>
                      <a:pt x="572" y="185"/>
                    </a:lnTo>
                    <a:lnTo>
                      <a:pt x="562" y="184"/>
                    </a:lnTo>
                    <a:lnTo>
                      <a:pt x="559" y="156"/>
                    </a:lnTo>
                    <a:lnTo>
                      <a:pt x="553" y="150"/>
                    </a:lnTo>
                    <a:lnTo>
                      <a:pt x="542" y="148"/>
                    </a:lnTo>
                    <a:lnTo>
                      <a:pt x="533" y="142"/>
                    </a:lnTo>
                    <a:lnTo>
                      <a:pt x="525" y="130"/>
                    </a:lnTo>
                    <a:lnTo>
                      <a:pt x="513" y="130"/>
                    </a:lnTo>
                    <a:lnTo>
                      <a:pt x="510" y="119"/>
                    </a:lnTo>
                    <a:lnTo>
                      <a:pt x="500" y="114"/>
                    </a:lnTo>
                    <a:lnTo>
                      <a:pt x="486" y="114"/>
                    </a:lnTo>
                    <a:lnTo>
                      <a:pt x="472" y="111"/>
                    </a:lnTo>
                    <a:lnTo>
                      <a:pt x="465" y="104"/>
                    </a:lnTo>
                    <a:lnTo>
                      <a:pt x="456" y="109"/>
                    </a:lnTo>
                    <a:lnTo>
                      <a:pt x="447" y="110"/>
                    </a:lnTo>
                    <a:lnTo>
                      <a:pt x="435" y="103"/>
                    </a:lnTo>
                    <a:lnTo>
                      <a:pt x="426" y="92"/>
                    </a:lnTo>
                    <a:lnTo>
                      <a:pt x="414" y="84"/>
                    </a:lnTo>
                    <a:lnTo>
                      <a:pt x="401" y="82"/>
                    </a:lnTo>
                    <a:lnTo>
                      <a:pt x="385" y="84"/>
                    </a:lnTo>
                    <a:lnTo>
                      <a:pt x="375" y="87"/>
                    </a:lnTo>
                    <a:lnTo>
                      <a:pt x="371" y="95"/>
                    </a:lnTo>
                    <a:lnTo>
                      <a:pt x="358" y="102"/>
                    </a:lnTo>
                    <a:lnTo>
                      <a:pt x="364" y="92"/>
                    </a:lnTo>
                    <a:lnTo>
                      <a:pt x="370" y="80"/>
                    </a:lnTo>
                    <a:lnTo>
                      <a:pt x="362" y="74"/>
                    </a:lnTo>
                    <a:lnTo>
                      <a:pt x="351" y="74"/>
                    </a:lnTo>
                    <a:lnTo>
                      <a:pt x="342" y="81"/>
                    </a:lnTo>
                    <a:lnTo>
                      <a:pt x="334" y="90"/>
                    </a:lnTo>
                    <a:lnTo>
                      <a:pt x="327" y="99"/>
                    </a:lnTo>
                    <a:lnTo>
                      <a:pt x="317" y="103"/>
                    </a:lnTo>
                    <a:lnTo>
                      <a:pt x="330" y="81"/>
                    </a:lnTo>
                    <a:lnTo>
                      <a:pt x="338" y="70"/>
                    </a:lnTo>
                    <a:lnTo>
                      <a:pt x="345" y="56"/>
                    </a:lnTo>
                    <a:lnTo>
                      <a:pt x="349" y="48"/>
                    </a:lnTo>
                    <a:lnTo>
                      <a:pt x="338" y="23"/>
                    </a:lnTo>
                    <a:lnTo>
                      <a:pt x="330" y="14"/>
                    </a:lnTo>
                    <a:lnTo>
                      <a:pt x="318" y="14"/>
                    </a:lnTo>
                    <a:lnTo>
                      <a:pt x="310" y="22"/>
                    </a:lnTo>
                    <a:lnTo>
                      <a:pt x="305" y="31"/>
                    </a:lnTo>
                    <a:lnTo>
                      <a:pt x="302" y="40"/>
                    </a:lnTo>
                    <a:lnTo>
                      <a:pt x="286" y="38"/>
                    </a:lnTo>
                    <a:lnTo>
                      <a:pt x="280" y="31"/>
                    </a:lnTo>
                    <a:lnTo>
                      <a:pt x="259" y="33"/>
                    </a:lnTo>
                    <a:lnTo>
                      <a:pt x="258" y="46"/>
                    </a:lnTo>
                    <a:lnTo>
                      <a:pt x="242" y="47"/>
                    </a:lnTo>
                    <a:lnTo>
                      <a:pt x="230" y="47"/>
                    </a:lnTo>
                    <a:lnTo>
                      <a:pt x="225" y="53"/>
                    </a:lnTo>
                    <a:lnTo>
                      <a:pt x="216" y="54"/>
                    </a:lnTo>
                    <a:lnTo>
                      <a:pt x="209" y="46"/>
                    </a:lnTo>
                    <a:lnTo>
                      <a:pt x="202" y="31"/>
                    </a:lnTo>
                    <a:lnTo>
                      <a:pt x="206" y="20"/>
                    </a:lnTo>
                    <a:lnTo>
                      <a:pt x="203" y="3"/>
                    </a:lnTo>
                    <a:lnTo>
                      <a:pt x="191" y="0"/>
                    </a:lnTo>
                    <a:lnTo>
                      <a:pt x="187" y="9"/>
                    </a:lnTo>
                    <a:lnTo>
                      <a:pt x="162" y="11"/>
                    </a:lnTo>
                    <a:lnTo>
                      <a:pt x="154" y="16"/>
                    </a:lnTo>
                    <a:lnTo>
                      <a:pt x="142" y="5"/>
                    </a:lnTo>
                    <a:lnTo>
                      <a:pt x="136" y="7"/>
                    </a:lnTo>
                    <a:lnTo>
                      <a:pt x="132" y="20"/>
                    </a:lnTo>
                    <a:lnTo>
                      <a:pt x="134" y="29"/>
                    </a:lnTo>
                    <a:lnTo>
                      <a:pt x="143" y="36"/>
                    </a:lnTo>
                    <a:lnTo>
                      <a:pt x="144" y="47"/>
                    </a:lnTo>
                    <a:lnTo>
                      <a:pt x="132" y="56"/>
                    </a:lnTo>
                    <a:lnTo>
                      <a:pt x="117" y="58"/>
                    </a:lnTo>
                    <a:lnTo>
                      <a:pt x="106" y="53"/>
                    </a:lnTo>
                    <a:lnTo>
                      <a:pt x="98" y="42"/>
                    </a:lnTo>
                    <a:lnTo>
                      <a:pt x="89" y="39"/>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dirty="0">
                  <a:solidFill>
                    <a:schemeClr val="bg1"/>
                  </a:solidFill>
                  <a:latin typeface="Lato"/>
                  <a:ea typeface="PT Sans" panose="020B0503020203020204" pitchFamily="34" charset="0"/>
                </a:endParaRPr>
              </a:p>
            </p:txBody>
          </p:sp>
        </p:grpSp>
        <p:grpSp>
          <p:nvGrpSpPr>
            <p:cNvPr id="290" name="Group 289">
              <a:extLst>
                <a:ext uri="{FF2B5EF4-FFF2-40B4-BE49-F238E27FC236}">
                  <a16:creationId xmlns:a16="http://schemas.microsoft.com/office/drawing/2014/main" id="{2DF96A63-4401-446D-B074-0062B32C2D65}"/>
                </a:ext>
              </a:extLst>
            </p:cNvPr>
            <p:cNvGrpSpPr/>
            <p:nvPr/>
          </p:nvGrpSpPr>
          <p:grpSpPr>
            <a:xfrm>
              <a:off x="7777989" y="4279256"/>
              <a:ext cx="1031555" cy="906881"/>
              <a:chOff x="8654431" y="4297127"/>
              <a:chExt cx="1569339" cy="1404647"/>
            </a:xfrm>
            <a:solidFill>
              <a:schemeClr val="accent4"/>
            </a:solidFill>
          </p:grpSpPr>
          <p:sp>
            <p:nvSpPr>
              <p:cNvPr id="507" name="Freeform 119">
                <a:extLst>
                  <a:ext uri="{FF2B5EF4-FFF2-40B4-BE49-F238E27FC236}">
                    <a16:creationId xmlns:a16="http://schemas.microsoft.com/office/drawing/2014/main" id="{F5DC0EC0-19E5-45F0-B460-B79A8C347099}"/>
                  </a:ext>
                </a:extLst>
              </p:cNvPr>
              <p:cNvSpPr>
                <a:spLocks/>
              </p:cNvSpPr>
              <p:nvPr/>
            </p:nvSpPr>
            <p:spPr bwMode="auto">
              <a:xfrm>
                <a:off x="10107406" y="5289661"/>
                <a:ext cx="116364" cy="231224"/>
              </a:xfrm>
              <a:custGeom>
                <a:avLst/>
                <a:gdLst>
                  <a:gd name="T0" fmla="*/ 5 w 66"/>
                  <a:gd name="T1" fmla="*/ 0 h 132"/>
                  <a:gd name="T2" fmla="*/ 5 w 66"/>
                  <a:gd name="T3" fmla="*/ 16 h 132"/>
                  <a:gd name="T4" fmla="*/ 13 w 66"/>
                  <a:gd name="T5" fmla="*/ 34 h 132"/>
                  <a:gd name="T6" fmla="*/ 20 w 66"/>
                  <a:gd name="T7" fmla="*/ 48 h 132"/>
                  <a:gd name="T8" fmla="*/ 14 w 66"/>
                  <a:gd name="T9" fmla="*/ 66 h 132"/>
                  <a:gd name="T10" fmla="*/ 0 w 66"/>
                  <a:gd name="T11" fmla="*/ 83 h 132"/>
                  <a:gd name="T12" fmla="*/ 2 w 66"/>
                  <a:gd name="T13" fmla="*/ 94 h 132"/>
                  <a:gd name="T14" fmla="*/ 7 w 66"/>
                  <a:gd name="T15" fmla="*/ 125 h 132"/>
                  <a:gd name="T16" fmla="*/ 20 w 66"/>
                  <a:gd name="T17" fmla="*/ 131 h 132"/>
                  <a:gd name="T18" fmla="*/ 24 w 66"/>
                  <a:gd name="T19" fmla="*/ 110 h 132"/>
                  <a:gd name="T20" fmla="*/ 38 w 66"/>
                  <a:gd name="T21" fmla="*/ 96 h 132"/>
                  <a:gd name="T22" fmla="*/ 60 w 66"/>
                  <a:gd name="T23" fmla="*/ 83 h 132"/>
                  <a:gd name="T24" fmla="*/ 65 w 66"/>
                  <a:gd name="T25" fmla="*/ 67 h 132"/>
                  <a:gd name="T26" fmla="*/ 64 w 66"/>
                  <a:gd name="T27" fmla="*/ 55 h 132"/>
                  <a:gd name="T28" fmla="*/ 40 w 66"/>
                  <a:gd name="T29" fmla="*/ 55 h 132"/>
                  <a:gd name="T30" fmla="*/ 39 w 66"/>
                  <a:gd name="T31" fmla="*/ 36 h 132"/>
                  <a:gd name="T32" fmla="*/ 32 w 66"/>
                  <a:gd name="T33" fmla="*/ 36 h 132"/>
                  <a:gd name="T34" fmla="*/ 23 w 66"/>
                  <a:gd name="T35" fmla="*/ 32 h 132"/>
                  <a:gd name="T36" fmla="*/ 24 w 66"/>
                  <a:gd name="T37" fmla="*/ 14 h 132"/>
                  <a:gd name="T38" fmla="*/ 19 w 66"/>
                  <a:gd name="T39" fmla="*/ 2 h 132"/>
                  <a:gd name="T40" fmla="*/ 5 w 66"/>
                  <a:gd name="T41"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132">
                    <a:moveTo>
                      <a:pt x="5" y="0"/>
                    </a:moveTo>
                    <a:lnTo>
                      <a:pt x="5" y="16"/>
                    </a:lnTo>
                    <a:lnTo>
                      <a:pt x="13" y="34"/>
                    </a:lnTo>
                    <a:lnTo>
                      <a:pt x="20" y="48"/>
                    </a:lnTo>
                    <a:lnTo>
                      <a:pt x="14" y="66"/>
                    </a:lnTo>
                    <a:lnTo>
                      <a:pt x="0" y="83"/>
                    </a:lnTo>
                    <a:lnTo>
                      <a:pt x="2" y="94"/>
                    </a:lnTo>
                    <a:lnTo>
                      <a:pt x="7" y="125"/>
                    </a:lnTo>
                    <a:lnTo>
                      <a:pt x="20" y="131"/>
                    </a:lnTo>
                    <a:lnTo>
                      <a:pt x="24" y="110"/>
                    </a:lnTo>
                    <a:lnTo>
                      <a:pt x="38" y="96"/>
                    </a:lnTo>
                    <a:lnTo>
                      <a:pt x="60" y="83"/>
                    </a:lnTo>
                    <a:lnTo>
                      <a:pt x="65" y="67"/>
                    </a:lnTo>
                    <a:lnTo>
                      <a:pt x="64" y="55"/>
                    </a:lnTo>
                    <a:lnTo>
                      <a:pt x="40" y="55"/>
                    </a:lnTo>
                    <a:lnTo>
                      <a:pt x="39" y="36"/>
                    </a:lnTo>
                    <a:lnTo>
                      <a:pt x="32" y="36"/>
                    </a:lnTo>
                    <a:lnTo>
                      <a:pt x="23" y="32"/>
                    </a:lnTo>
                    <a:lnTo>
                      <a:pt x="24" y="14"/>
                    </a:lnTo>
                    <a:lnTo>
                      <a:pt x="19" y="2"/>
                    </a:lnTo>
                    <a:lnTo>
                      <a:pt x="5"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08" name="Freeform 120">
                <a:extLst>
                  <a:ext uri="{FF2B5EF4-FFF2-40B4-BE49-F238E27FC236}">
                    <a16:creationId xmlns:a16="http://schemas.microsoft.com/office/drawing/2014/main" id="{1BA9A67E-33D5-4A69-80E4-29663075D855}"/>
                  </a:ext>
                </a:extLst>
              </p:cNvPr>
              <p:cNvSpPr>
                <a:spLocks/>
              </p:cNvSpPr>
              <p:nvPr/>
            </p:nvSpPr>
            <p:spPr bwMode="auto">
              <a:xfrm>
                <a:off x="9869961" y="5479988"/>
                <a:ext cx="221720" cy="221786"/>
              </a:xfrm>
              <a:custGeom>
                <a:avLst/>
                <a:gdLst>
                  <a:gd name="T0" fmla="*/ 98 w 126"/>
                  <a:gd name="T1" fmla="*/ 1 h 126"/>
                  <a:gd name="T2" fmla="*/ 95 w 126"/>
                  <a:gd name="T3" fmla="*/ 21 h 126"/>
                  <a:gd name="T4" fmla="*/ 75 w 126"/>
                  <a:gd name="T5" fmla="*/ 31 h 126"/>
                  <a:gd name="T6" fmla="*/ 60 w 126"/>
                  <a:gd name="T7" fmla="*/ 51 h 126"/>
                  <a:gd name="T8" fmla="*/ 24 w 126"/>
                  <a:gd name="T9" fmla="*/ 67 h 126"/>
                  <a:gd name="T10" fmla="*/ 0 w 126"/>
                  <a:gd name="T11" fmla="*/ 89 h 126"/>
                  <a:gd name="T12" fmla="*/ 4 w 126"/>
                  <a:gd name="T13" fmla="*/ 105 h 126"/>
                  <a:gd name="T14" fmla="*/ 26 w 126"/>
                  <a:gd name="T15" fmla="*/ 125 h 126"/>
                  <a:gd name="T16" fmla="*/ 54 w 126"/>
                  <a:gd name="T17" fmla="*/ 103 h 126"/>
                  <a:gd name="T18" fmla="*/ 63 w 126"/>
                  <a:gd name="T19" fmla="*/ 81 h 126"/>
                  <a:gd name="T20" fmla="*/ 82 w 126"/>
                  <a:gd name="T21" fmla="*/ 65 h 126"/>
                  <a:gd name="T22" fmla="*/ 94 w 126"/>
                  <a:gd name="T23" fmla="*/ 65 h 126"/>
                  <a:gd name="T24" fmla="*/ 99 w 126"/>
                  <a:gd name="T25" fmla="*/ 48 h 126"/>
                  <a:gd name="T26" fmla="*/ 112 w 126"/>
                  <a:gd name="T27" fmla="*/ 33 h 126"/>
                  <a:gd name="T28" fmla="*/ 125 w 126"/>
                  <a:gd name="T29" fmla="*/ 21 h 126"/>
                  <a:gd name="T30" fmla="*/ 120 w 126"/>
                  <a:gd name="T31" fmla="*/ 4 h 126"/>
                  <a:gd name="T32" fmla="*/ 112 w 126"/>
                  <a:gd name="T33" fmla="*/ 14 h 126"/>
                  <a:gd name="T34" fmla="*/ 111 w 126"/>
                  <a:gd name="T35" fmla="*/ 0 h 126"/>
                  <a:gd name="T36" fmla="*/ 98 w 126"/>
                  <a:gd name="T37" fmla="*/ 1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6">
                    <a:moveTo>
                      <a:pt x="98" y="1"/>
                    </a:moveTo>
                    <a:lnTo>
                      <a:pt x="95" y="21"/>
                    </a:lnTo>
                    <a:lnTo>
                      <a:pt x="75" y="31"/>
                    </a:lnTo>
                    <a:lnTo>
                      <a:pt x="60" y="51"/>
                    </a:lnTo>
                    <a:lnTo>
                      <a:pt x="24" y="67"/>
                    </a:lnTo>
                    <a:lnTo>
                      <a:pt x="0" y="89"/>
                    </a:lnTo>
                    <a:lnTo>
                      <a:pt x="4" y="105"/>
                    </a:lnTo>
                    <a:lnTo>
                      <a:pt x="26" y="125"/>
                    </a:lnTo>
                    <a:lnTo>
                      <a:pt x="54" y="103"/>
                    </a:lnTo>
                    <a:lnTo>
                      <a:pt x="63" y="81"/>
                    </a:lnTo>
                    <a:lnTo>
                      <a:pt x="82" y="65"/>
                    </a:lnTo>
                    <a:lnTo>
                      <a:pt x="94" y="65"/>
                    </a:lnTo>
                    <a:lnTo>
                      <a:pt x="99" y="48"/>
                    </a:lnTo>
                    <a:lnTo>
                      <a:pt x="112" y="33"/>
                    </a:lnTo>
                    <a:lnTo>
                      <a:pt x="125" y="21"/>
                    </a:lnTo>
                    <a:lnTo>
                      <a:pt x="120" y="4"/>
                    </a:lnTo>
                    <a:lnTo>
                      <a:pt x="112" y="14"/>
                    </a:lnTo>
                    <a:lnTo>
                      <a:pt x="111" y="0"/>
                    </a:lnTo>
                    <a:lnTo>
                      <a:pt x="98" y="1"/>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09" name="Freeform 135">
                <a:extLst>
                  <a:ext uri="{FF2B5EF4-FFF2-40B4-BE49-F238E27FC236}">
                    <a16:creationId xmlns:a16="http://schemas.microsoft.com/office/drawing/2014/main" id="{E4234FEE-6E42-4523-AB6D-B4C3EBF06275}"/>
                  </a:ext>
                </a:extLst>
              </p:cNvPr>
              <p:cNvSpPr>
                <a:spLocks/>
              </p:cNvSpPr>
              <p:nvPr/>
            </p:nvSpPr>
            <p:spPr bwMode="auto">
              <a:xfrm>
                <a:off x="8654431" y="4556664"/>
                <a:ext cx="1014252" cy="866697"/>
              </a:xfrm>
              <a:custGeom>
                <a:avLst/>
                <a:gdLst>
                  <a:gd name="T0" fmla="*/ 296 w 575"/>
                  <a:gd name="T1" fmla="*/ 33 h 491"/>
                  <a:gd name="T2" fmla="*/ 258 w 575"/>
                  <a:gd name="T3" fmla="*/ 51 h 491"/>
                  <a:gd name="T4" fmla="*/ 254 w 575"/>
                  <a:gd name="T5" fmla="*/ 74 h 491"/>
                  <a:gd name="T6" fmla="*/ 230 w 575"/>
                  <a:gd name="T7" fmla="*/ 66 h 491"/>
                  <a:gd name="T8" fmla="*/ 199 w 575"/>
                  <a:gd name="T9" fmla="*/ 60 h 491"/>
                  <a:gd name="T10" fmla="*/ 184 w 575"/>
                  <a:gd name="T11" fmla="*/ 85 h 491"/>
                  <a:gd name="T12" fmla="*/ 164 w 575"/>
                  <a:gd name="T13" fmla="*/ 102 h 491"/>
                  <a:gd name="T14" fmla="*/ 156 w 575"/>
                  <a:gd name="T15" fmla="*/ 113 h 491"/>
                  <a:gd name="T16" fmla="*/ 145 w 575"/>
                  <a:gd name="T17" fmla="*/ 127 h 491"/>
                  <a:gd name="T18" fmla="*/ 104 w 575"/>
                  <a:gd name="T19" fmla="*/ 161 h 491"/>
                  <a:gd name="T20" fmla="*/ 31 w 575"/>
                  <a:gd name="T21" fmla="*/ 199 h 491"/>
                  <a:gd name="T22" fmla="*/ 9 w 575"/>
                  <a:gd name="T23" fmla="*/ 248 h 491"/>
                  <a:gd name="T24" fmla="*/ 17 w 575"/>
                  <a:gd name="T25" fmla="*/ 265 h 491"/>
                  <a:gd name="T26" fmla="*/ 0 w 575"/>
                  <a:gd name="T27" fmla="*/ 270 h 491"/>
                  <a:gd name="T28" fmla="*/ 17 w 575"/>
                  <a:gd name="T29" fmla="*/ 312 h 491"/>
                  <a:gd name="T30" fmla="*/ 17 w 575"/>
                  <a:gd name="T31" fmla="*/ 344 h 491"/>
                  <a:gd name="T32" fmla="*/ 25 w 575"/>
                  <a:gd name="T33" fmla="*/ 377 h 491"/>
                  <a:gd name="T34" fmla="*/ 12 w 575"/>
                  <a:gd name="T35" fmla="*/ 389 h 491"/>
                  <a:gd name="T36" fmla="*/ 35 w 575"/>
                  <a:gd name="T37" fmla="*/ 424 h 491"/>
                  <a:gd name="T38" fmla="*/ 53 w 575"/>
                  <a:gd name="T39" fmla="*/ 420 h 491"/>
                  <a:gd name="T40" fmla="*/ 83 w 575"/>
                  <a:gd name="T41" fmla="*/ 412 h 491"/>
                  <a:gd name="T42" fmla="*/ 142 w 575"/>
                  <a:gd name="T43" fmla="*/ 391 h 491"/>
                  <a:gd name="T44" fmla="*/ 204 w 575"/>
                  <a:gd name="T45" fmla="*/ 375 h 491"/>
                  <a:gd name="T46" fmla="*/ 231 w 575"/>
                  <a:gd name="T47" fmla="*/ 365 h 491"/>
                  <a:gd name="T48" fmla="*/ 245 w 575"/>
                  <a:gd name="T49" fmla="*/ 369 h 491"/>
                  <a:gd name="T50" fmla="*/ 278 w 575"/>
                  <a:gd name="T51" fmla="*/ 383 h 491"/>
                  <a:gd name="T52" fmla="*/ 290 w 575"/>
                  <a:gd name="T53" fmla="*/ 418 h 491"/>
                  <a:gd name="T54" fmla="*/ 310 w 575"/>
                  <a:gd name="T55" fmla="*/ 409 h 491"/>
                  <a:gd name="T56" fmla="*/ 330 w 575"/>
                  <a:gd name="T57" fmla="*/ 383 h 491"/>
                  <a:gd name="T58" fmla="*/ 326 w 575"/>
                  <a:gd name="T59" fmla="*/ 409 h 491"/>
                  <a:gd name="T60" fmla="*/ 328 w 575"/>
                  <a:gd name="T61" fmla="*/ 422 h 491"/>
                  <a:gd name="T62" fmla="*/ 337 w 575"/>
                  <a:gd name="T63" fmla="*/ 405 h 491"/>
                  <a:gd name="T64" fmla="*/ 339 w 575"/>
                  <a:gd name="T65" fmla="*/ 422 h 491"/>
                  <a:gd name="T66" fmla="*/ 349 w 575"/>
                  <a:gd name="T67" fmla="*/ 442 h 491"/>
                  <a:gd name="T68" fmla="*/ 358 w 575"/>
                  <a:gd name="T69" fmla="*/ 471 h 491"/>
                  <a:gd name="T70" fmla="*/ 425 w 575"/>
                  <a:gd name="T71" fmla="*/ 490 h 491"/>
                  <a:gd name="T72" fmla="*/ 491 w 575"/>
                  <a:gd name="T73" fmla="*/ 460 h 491"/>
                  <a:gd name="T74" fmla="*/ 521 w 575"/>
                  <a:gd name="T75" fmla="*/ 415 h 491"/>
                  <a:gd name="T76" fmla="*/ 558 w 575"/>
                  <a:gd name="T77" fmla="*/ 366 h 491"/>
                  <a:gd name="T78" fmla="*/ 565 w 575"/>
                  <a:gd name="T79" fmla="*/ 316 h 491"/>
                  <a:gd name="T80" fmla="*/ 572 w 575"/>
                  <a:gd name="T81" fmla="*/ 251 h 491"/>
                  <a:gd name="T82" fmla="*/ 546 w 575"/>
                  <a:gd name="T83" fmla="*/ 201 h 491"/>
                  <a:gd name="T84" fmla="*/ 523 w 575"/>
                  <a:gd name="T85" fmla="*/ 165 h 491"/>
                  <a:gd name="T86" fmla="*/ 493 w 575"/>
                  <a:gd name="T87" fmla="*/ 117 h 491"/>
                  <a:gd name="T88" fmla="*/ 465 w 575"/>
                  <a:gd name="T89" fmla="*/ 60 h 491"/>
                  <a:gd name="T90" fmla="*/ 463 w 575"/>
                  <a:gd name="T91" fmla="*/ 19 h 491"/>
                  <a:gd name="T92" fmla="*/ 437 w 575"/>
                  <a:gd name="T93" fmla="*/ 19 h 491"/>
                  <a:gd name="T94" fmla="*/ 430 w 575"/>
                  <a:gd name="T95" fmla="*/ 89 h 491"/>
                  <a:gd name="T96" fmla="*/ 416 w 575"/>
                  <a:gd name="T97" fmla="*/ 113 h 491"/>
                  <a:gd name="T98" fmla="*/ 384 w 575"/>
                  <a:gd name="T99" fmla="*/ 100 h 491"/>
                  <a:gd name="T100" fmla="*/ 353 w 575"/>
                  <a:gd name="T101" fmla="*/ 81 h 491"/>
                  <a:gd name="T102" fmla="*/ 348 w 575"/>
                  <a:gd name="T103" fmla="*/ 62 h 491"/>
                  <a:gd name="T104" fmla="*/ 360 w 575"/>
                  <a:gd name="T105" fmla="*/ 46 h 491"/>
                  <a:gd name="T106" fmla="*/ 347 w 575"/>
                  <a:gd name="T107" fmla="*/ 25 h 491"/>
                  <a:gd name="T108" fmla="*/ 307 w 575"/>
                  <a:gd name="T109" fmla="*/ 12 h 491"/>
                  <a:gd name="T110" fmla="*/ 282 w 575"/>
                  <a:gd name="T111" fmla="*/ 15 h 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75" h="491">
                    <a:moveTo>
                      <a:pt x="293" y="20"/>
                    </a:moveTo>
                    <a:lnTo>
                      <a:pt x="296" y="33"/>
                    </a:lnTo>
                    <a:lnTo>
                      <a:pt x="269" y="37"/>
                    </a:lnTo>
                    <a:lnTo>
                      <a:pt x="258" y="51"/>
                    </a:lnTo>
                    <a:lnTo>
                      <a:pt x="256" y="59"/>
                    </a:lnTo>
                    <a:lnTo>
                      <a:pt x="254" y="74"/>
                    </a:lnTo>
                    <a:lnTo>
                      <a:pt x="237" y="78"/>
                    </a:lnTo>
                    <a:lnTo>
                      <a:pt x="230" y="66"/>
                    </a:lnTo>
                    <a:lnTo>
                      <a:pt x="221" y="55"/>
                    </a:lnTo>
                    <a:lnTo>
                      <a:pt x="199" y="60"/>
                    </a:lnTo>
                    <a:lnTo>
                      <a:pt x="195" y="74"/>
                    </a:lnTo>
                    <a:lnTo>
                      <a:pt x="184" y="85"/>
                    </a:lnTo>
                    <a:lnTo>
                      <a:pt x="171" y="91"/>
                    </a:lnTo>
                    <a:lnTo>
                      <a:pt x="164" y="102"/>
                    </a:lnTo>
                    <a:lnTo>
                      <a:pt x="164" y="113"/>
                    </a:lnTo>
                    <a:lnTo>
                      <a:pt x="156" y="113"/>
                    </a:lnTo>
                    <a:lnTo>
                      <a:pt x="149" y="102"/>
                    </a:lnTo>
                    <a:lnTo>
                      <a:pt x="145" y="127"/>
                    </a:lnTo>
                    <a:lnTo>
                      <a:pt x="124" y="153"/>
                    </a:lnTo>
                    <a:lnTo>
                      <a:pt x="104" y="161"/>
                    </a:lnTo>
                    <a:lnTo>
                      <a:pt x="53" y="176"/>
                    </a:lnTo>
                    <a:lnTo>
                      <a:pt x="31" y="199"/>
                    </a:lnTo>
                    <a:lnTo>
                      <a:pt x="6" y="201"/>
                    </a:lnTo>
                    <a:lnTo>
                      <a:pt x="9" y="248"/>
                    </a:lnTo>
                    <a:lnTo>
                      <a:pt x="20" y="255"/>
                    </a:lnTo>
                    <a:lnTo>
                      <a:pt x="17" y="265"/>
                    </a:lnTo>
                    <a:lnTo>
                      <a:pt x="2" y="255"/>
                    </a:lnTo>
                    <a:lnTo>
                      <a:pt x="0" y="270"/>
                    </a:lnTo>
                    <a:lnTo>
                      <a:pt x="8" y="296"/>
                    </a:lnTo>
                    <a:lnTo>
                      <a:pt x="17" y="312"/>
                    </a:lnTo>
                    <a:lnTo>
                      <a:pt x="17" y="331"/>
                    </a:lnTo>
                    <a:lnTo>
                      <a:pt x="17" y="344"/>
                    </a:lnTo>
                    <a:lnTo>
                      <a:pt x="24" y="349"/>
                    </a:lnTo>
                    <a:lnTo>
                      <a:pt x="25" y="377"/>
                    </a:lnTo>
                    <a:lnTo>
                      <a:pt x="17" y="378"/>
                    </a:lnTo>
                    <a:lnTo>
                      <a:pt x="12" y="389"/>
                    </a:lnTo>
                    <a:lnTo>
                      <a:pt x="6" y="398"/>
                    </a:lnTo>
                    <a:lnTo>
                      <a:pt x="35" y="424"/>
                    </a:lnTo>
                    <a:lnTo>
                      <a:pt x="47" y="427"/>
                    </a:lnTo>
                    <a:lnTo>
                      <a:pt x="53" y="420"/>
                    </a:lnTo>
                    <a:lnTo>
                      <a:pt x="59" y="409"/>
                    </a:lnTo>
                    <a:lnTo>
                      <a:pt x="83" y="412"/>
                    </a:lnTo>
                    <a:lnTo>
                      <a:pt x="133" y="405"/>
                    </a:lnTo>
                    <a:lnTo>
                      <a:pt x="142" y="391"/>
                    </a:lnTo>
                    <a:lnTo>
                      <a:pt x="158" y="380"/>
                    </a:lnTo>
                    <a:lnTo>
                      <a:pt x="204" y="375"/>
                    </a:lnTo>
                    <a:lnTo>
                      <a:pt x="213" y="366"/>
                    </a:lnTo>
                    <a:lnTo>
                      <a:pt x="231" y="365"/>
                    </a:lnTo>
                    <a:lnTo>
                      <a:pt x="244" y="361"/>
                    </a:lnTo>
                    <a:lnTo>
                      <a:pt x="245" y="369"/>
                    </a:lnTo>
                    <a:lnTo>
                      <a:pt x="267" y="371"/>
                    </a:lnTo>
                    <a:lnTo>
                      <a:pt x="278" y="383"/>
                    </a:lnTo>
                    <a:lnTo>
                      <a:pt x="289" y="399"/>
                    </a:lnTo>
                    <a:lnTo>
                      <a:pt x="290" y="418"/>
                    </a:lnTo>
                    <a:lnTo>
                      <a:pt x="299" y="416"/>
                    </a:lnTo>
                    <a:lnTo>
                      <a:pt x="310" y="409"/>
                    </a:lnTo>
                    <a:lnTo>
                      <a:pt x="322" y="397"/>
                    </a:lnTo>
                    <a:lnTo>
                      <a:pt x="330" y="383"/>
                    </a:lnTo>
                    <a:lnTo>
                      <a:pt x="332" y="394"/>
                    </a:lnTo>
                    <a:lnTo>
                      <a:pt x="326" y="409"/>
                    </a:lnTo>
                    <a:lnTo>
                      <a:pt x="318" y="420"/>
                    </a:lnTo>
                    <a:lnTo>
                      <a:pt x="328" y="422"/>
                    </a:lnTo>
                    <a:lnTo>
                      <a:pt x="332" y="412"/>
                    </a:lnTo>
                    <a:lnTo>
                      <a:pt x="337" y="405"/>
                    </a:lnTo>
                    <a:lnTo>
                      <a:pt x="337" y="412"/>
                    </a:lnTo>
                    <a:lnTo>
                      <a:pt x="339" y="422"/>
                    </a:lnTo>
                    <a:lnTo>
                      <a:pt x="348" y="431"/>
                    </a:lnTo>
                    <a:lnTo>
                      <a:pt x="349" y="442"/>
                    </a:lnTo>
                    <a:lnTo>
                      <a:pt x="344" y="456"/>
                    </a:lnTo>
                    <a:lnTo>
                      <a:pt x="358" y="471"/>
                    </a:lnTo>
                    <a:lnTo>
                      <a:pt x="389" y="482"/>
                    </a:lnTo>
                    <a:lnTo>
                      <a:pt x="425" y="490"/>
                    </a:lnTo>
                    <a:lnTo>
                      <a:pt x="450" y="481"/>
                    </a:lnTo>
                    <a:lnTo>
                      <a:pt x="491" y="460"/>
                    </a:lnTo>
                    <a:lnTo>
                      <a:pt x="503" y="429"/>
                    </a:lnTo>
                    <a:lnTo>
                      <a:pt x="521" y="415"/>
                    </a:lnTo>
                    <a:lnTo>
                      <a:pt x="534" y="388"/>
                    </a:lnTo>
                    <a:lnTo>
                      <a:pt x="558" y="366"/>
                    </a:lnTo>
                    <a:lnTo>
                      <a:pt x="565" y="355"/>
                    </a:lnTo>
                    <a:lnTo>
                      <a:pt x="565" y="316"/>
                    </a:lnTo>
                    <a:lnTo>
                      <a:pt x="574" y="263"/>
                    </a:lnTo>
                    <a:lnTo>
                      <a:pt x="572" y="251"/>
                    </a:lnTo>
                    <a:lnTo>
                      <a:pt x="555" y="228"/>
                    </a:lnTo>
                    <a:lnTo>
                      <a:pt x="546" y="201"/>
                    </a:lnTo>
                    <a:lnTo>
                      <a:pt x="527" y="191"/>
                    </a:lnTo>
                    <a:lnTo>
                      <a:pt x="523" y="165"/>
                    </a:lnTo>
                    <a:lnTo>
                      <a:pt x="494" y="150"/>
                    </a:lnTo>
                    <a:lnTo>
                      <a:pt x="493" y="117"/>
                    </a:lnTo>
                    <a:lnTo>
                      <a:pt x="483" y="80"/>
                    </a:lnTo>
                    <a:lnTo>
                      <a:pt x="465" y="60"/>
                    </a:lnTo>
                    <a:lnTo>
                      <a:pt x="455" y="33"/>
                    </a:lnTo>
                    <a:lnTo>
                      <a:pt x="463" y="19"/>
                    </a:lnTo>
                    <a:lnTo>
                      <a:pt x="448" y="0"/>
                    </a:lnTo>
                    <a:lnTo>
                      <a:pt x="437" y="19"/>
                    </a:lnTo>
                    <a:lnTo>
                      <a:pt x="429" y="30"/>
                    </a:lnTo>
                    <a:lnTo>
                      <a:pt x="430" y="89"/>
                    </a:lnTo>
                    <a:lnTo>
                      <a:pt x="421" y="104"/>
                    </a:lnTo>
                    <a:lnTo>
                      <a:pt x="416" y="113"/>
                    </a:lnTo>
                    <a:lnTo>
                      <a:pt x="399" y="113"/>
                    </a:lnTo>
                    <a:lnTo>
                      <a:pt x="384" y="100"/>
                    </a:lnTo>
                    <a:lnTo>
                      <a:pt x="365" y="93"/>
                    </a:lnTo>
                    <a:lnTo>
                      <a:pt x="353" y="81"/>
                    </a:lnTo>
                    <a:lnTo>
                      <a:pt x="342" y="77"/>
                    </a:lnTo>
                    <a:lnTo>
                      <a:pt x="348" y="62"/>
                    </a:lnTo>
                    <a:lnTo>
                      <a:pt x="351" y="49"/>
                    </a:lnTo>
                    <a:lnTo>
                      <a:pt x="360" y="46"/>
                    </a:lnTo>
                    <a:lnTo>
                      <a:pt x="366" y="28"/>
                    </a:lnTo>
                    <a:lnTo>
                      <a:pt x="347" y="25"/>
                    </a:lnTo>
                    <a:lnTo>
                      <a:pt x="328" y="23"/>
                    </a:lnTo>
                    <a:lnTo>
                      <a:pt x="307" y="12"/>
                    </a:lnTo>
                    <a:lnTo>
                      <a:pt x="284" y="9"/>
                    </a:lnTo>
                    <a:lnTo>
                      <a:pt x="282" y="15"/>
                    </a:lnTo>
                    <a:lnTo>
                      <a:pt x="293" y="2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10" name="Freeform 136">
                <a:extLst>
                  <a:ext uri="{FF2B5EF4-FFF2-40B4-BE49-F238E27FC236}">
                    <a16:creationId xmlns:a16="http://schemas.microsoft.com/office/drawing/2014/main" id="{41346955-320E-47DF-8113-30E60F44E276}"/>
                  </a:ext>
                </a:extLst>
              </p:cNvPr>
              <p:cNvSpPr>
                <a:spLocks/>
              </p:cNvSpPr>
              <p:nvPr/>
            </p:nvSpPr>
            <p:spPr bwMode="auto">
              <a:xfrm>
                <a:off x="9365194" y="5489426"/>
                <a:ext cx="89632" cy="95950"/>
              </a:xfrm>
              <a:custGeom>
                <a:avLst/>
                <a:gdLst>
                  <a:gd name="T0" fmla="*/ 3 w 52"/>
                  <a:gd name="T1" fmla="*/ 0 h 53"/>
                  <a:gd name="T2" fmla="*/ 22 w 52"/>
                  <a:gd name="T3" fmla="*/ 4 h 53"/>
                  <a:gd name="T4" fmla="*/ 51 w 52"/>
                  <a:gd name="T5" fmla="*/ 4 h 53"/>
                  <a:gd name="T6" fmla="*/ 49 w 52"/>
                  <a:gd name="T7" fmla="*/ 21 h 53"/>
                  <a:gd name="T8" fmla="*/ 40 w 52"/>
                  <a:gd name="T9" fmla="*/ 34 h 53"/>
                  <a:gd name="T10" fmla="*/ 38 w 52"/>
                  <a:gd name="T11" fmla="*/ 47 h 53"/>
                  <a:gd name="T12" fmla="*/ 22 w 52"/>
                  <a:gd name="T13" fmla="*/ 50 h 53"/>
                  <a:gd name="T14" fmla="*/ 11 w 52"/>
                  <a:gd name="T15" fmla="*/ 52 h 53"/>
                  <a:gd name="T16" fmla="*/ 0 w 52"/>
                  <a:gd name="T17" fmla="*/ 45 h 53"/>
                  <a:gd name="T18" fmla="*/ 3 w 52"/>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53">
                    <a:moveTo>
                      <a:pt x="3" y="0"/>
                    </a:moveTo>
                    <a:lnTo>
                      <a:pt x="22" y="4"/>
                    </a:lnTo>
                    <a:lnTo>
                      <a:pt x="51" y="4"/>
                    </a:lnTo>
                    <a:lnTo>
                      <a:pt x="49" y="21"/>
                    </a:lnTo>
                    <a:lnTo>
                      <a:pt x="40" y="34"/>
                    </a:lnTo>
                    <a:lnTo>
                      <a:pt x="38" y="47"/>
                    </a:lnTo>
                    <a:lnTo>
                      <a:pt x="22" y="50"/>
                    </a:lnTo>
                    <a:lnTo>
                      <a:pt x="11" y="52"/>
                    </a:lnTo>
                    <a:lnTo>
                      <a:pt x="0" y="45"/>
                    </a:lnTo>
                    <a:lnTo>
                      <a:pt x="3"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11" name="Freeform 137">
                <a:extLst>
                  <a:ext uri="{FF2B5EF4-FFF2-40B4-BE49-F238E27FC236}">
                    <a16:creationId xmlns:a16="http://schemas.microsoft.com/office/drawing/2014/main" id="{FE6D5010-5F9C-45BA-A485-2517CC497D2E}"/>
                  </a:ext>
                </a:extLst>
              </p:cNvPr>
              <p:cNvSpPr>
                <a:spLocks/>
              </p:cNvSpPr>
              <p:nvPr/>
            </p:nvSpPr>
            <p:spPr bwMode="auto">
              <a:xfrm>
                <a:off x="9964310" y="4858672"/>
                <a:ext cx="64472" cy="51907"/>
              </a:xfrm>
              <a:custGeom>
                <a:avLst/>
                <a:gdLst>
                  <a:gd name="T0" fmla="*/ 11 w 37"/>
                  <a:gd name="T1" fmla="*/ 0 h 29"/>
                  <a:gd name="T2" fmla="*/ 0 w 37"/>
                  <a:gd name="T3" fmla="*/ 5 h 29"/>
                  <a:gd name="T4" fmla="*/ 8 w 37"/>
                  <a:gd name="T5" fmla="*/ 13 h 29"/>
                  <a:gd name="T6" fmla="*/ 18 w 37"/>
                  <a:gd name="T7" fmla="*/ 22 h 29"/>
                  <a:gd name="T8" fmla="*/ 32 w 37"/>
                  <a:gd name="T9" fmla="*/ 28 h 29"/>
                  <a:gd name="T10" fmla="*/ 36 w 37"/>
                  <a:gd name="T11" fmla="*/ 20 h 29"/>
                  <a:gd name="T12" fmla="*/ 26 w 37"/>
                  <a:gd name="T13" fmla="*/ 5 h 29"/>
                  <a:gd name="T14" fmla="*/ 11 w 37"/>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9">
                    <a:moveTo>
                      <a:pt x="11" y="0"/>
                    </a:moveTo>
                    <a:lnTo>
                      <a:pt x="0" y="5"/>
                    </a:lnTo>
                    <a:lnTo>
                      <a:pt x="8" y="13"/>
                    </a:lnTo>
                    <a:lnTo>
                      <a:pt x="18" y="22"/>
                    </a:lnTo>
                    <a:lnTo>
                      <a:pt x="32" y="28"/>
                    </a:lnTo>
                    <a:lnTo>
                      <a:pt x="36" y="20"/>
                    </a:lnTo>
                    <a:lnTo>
                      <a:pt x="26" y="5"/>
                    </a:lnTo>
                    <a:lnTo>
                      <a:pt x="11"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12" name="Freeform 138">
                <a:extLst>
                  <a:ext uri="{FF2B5EF4-FFF2-40B4-BE49-F238E27FC236}">
                    <a16:creationId xmlns:a16="http://schemas.microsoft.com/office/drawing/2014/main" id="{4920C087-E911-4BC6-84DB-9C34434F25E0}"/>
                  </a:ext>
                </a:extLst>
              </p:cNvPr>
              <p:cNvSpPr>
                <a:spLocks/>
              </p:cNvSpPr>
              <p:nvPr/>
            </p:nvSpPr>
            <p:spPr bwMode="auto">
              <a:xfrm>
                <a:off x="9674973" y="4297127"/>
                <a:ext cx="50319" cy="75502"/>
              </a:xfrm>
              <a:custGeom>
                <a:avLst/>
                <a:gdLst>
                  <a:gd name="T0" fmla="*/ 0 w 28"/>
                  <a:gd name="T1" fmla="*/ 0 h 42"/>
                  <a:gd name="T2" fmla="*/ 10 w 28"/>
                  <a:gd name="T3" fmla="*/ 20 h 42"/>
                  <a:gd name="T4" fmla="*/ 23 w 28"/>
                  <a:gd name="T5" fmla="*/ 41 h 42"/>
                  <a:gd name="T6" fmla="*/ 27 w 28"/>
                  <a:gd name="T7" fmla="*/ 15 h 42"/>
                  <a:gd name="T8" fmla="*/ 0 w 28"/>
                  <a:gd name="T9" fmla="*/ 0 h 42"/>
                </a:gdLst>
                <a:ahLst/>
                <a:cxnLst>
                  <a:cxn ang="0">
                    <a:pos x="T0" y="T1"/>
                  </a:cxn>
                  <a:cxn ang="0">
                    <a:pos x="T2" y="T3"/>
                  </a:cxn>
                  <a:cxn ang="0">
                    <a:pos x="T4" y="T5"/>
                  </a:cxn>
                  <a:cxn ang="0">
                    <a:pos x="T6" y="T7"/>
                  </a:cxn>
                  <a:cxn ang="0">
                    <a:pos x="T8" y="T9"/>
                  </a:cxn>
                </a:cxnLst>
                <a:rect l="0" t="0" r="r" b="b"/>
                <a:pathLst>
                  <a:path w="28" h="42">
                    <a:moveTo>
                      <a:pt x="0" y="0"/>
                    </a:moveTo>
                    <a:lnTo>
                      <a:pt x="10" y="20"/>
                    </a:lnTo>
                    <a:lnTo>
                      <a:pt x="23" y="41"/>
                    </a:lnTo>
                    <a:lnTo>
                      <a:pt x="27" y="15"/>
                    </a:lnTo>
                    <a:lnTo>
                      <a:pt x="0"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13" name="Freeform 139">
                <a:extLst>
                  <a:ext uri="{FF2B5EF4-FFF2-40B4-BE49-F238E27FC236}">
                    <a16:creationId xmlns:a16="http://schemas.microsoft.com/office/drawing/2014/main" id="{2EFED3F7-1137-4A20-A375-6D2F2553E222}"/>
                  </a:ext>
                </a:extLst>
              </p:cNvPr>
              <p:cNvSpPr>
                <a:spLocks/>
              </p:cNvSpPr>
              <p:nvPr/>
            </p:nvSpPr>
            <p:spPr bwMode="auto">
              <a:xfrm>
                <a:off x="9442246" y="4338024"/>
                <a:ext cx="212285" cy="221786"/>
              </a:xfrm>
              <a:custGeom>
                <a:avLst/>
                <a:gdLst>
                  <a:gd name="T0" fmla="*/ 19 w 119"/>
                  <a:gd name="T1" fmla="*/ 74 h 125"/>
                  <a:gd name="T2" fmla="*/ 0 w 119"/>
                  <a:gd name="T3" fmla="*/ 0 h 125"/>
                  <a:gd name="T4" fmla="*/ 16 w 119"/>
                  <a:gd name="T5" fmla="*/ 6 h 125"/>
                  <a:gd name="T6" fmla="*/ 40 w 119"/>
                  <a:gd name="T7" fmla="*/ 5 h 125"/>
                  <a:gd name="T8" fmla="*/ 40 w 119"/>
                  <a:gd name="T9" fmla="*/ 25 h 125"/>
                  <a:gd name="T10" fmla="*/ 55 w 119"/>
                  <a:gd name="T11" fmla="*/ 30 h 125"/>
                  <a:gd name="T12" fmla="*/ 59 w 119"/>
                  <a:gd name="T13" fmla="*/ 40 h 125"/>
                  <a:gd name="T14" fmla="*/ 70 w 119"/>
                  <a:gd name="T15" fmla="*/ 51 h 125"/>
                  <a:gd name="T16" fmla="*/ 78 w 119"/>
                  <a:gd name="T17" fmla="*/ 59 h 125"/>
                  <a:gd name="T18" fmla="*/ 76 w 119"/>
                  <a:gd name="T19" fmla="*/ 76 h 125"/>
                  <a:gd name="T20" fmla="*/ 87 w 119"/>
                  <a:gd name="T21" fmla="*/ 95 h 125"/>
                  <a:gd name="T22" fmla="*/ 107 w 119"/>
                  <a:gd name="T23" fmla="*/ 101 h 125"/>
                  <a:gd name="T24" fmla="*/ 118 w 119"/>
                  <a:gd name="T25" fmla="*/ 120 h 125"/>
                  <a:gd name="T26" fmla="*/ 116 w 119"/>
                  <a:gd name="T27" fmla="*/ 120 h 125"/>
                  <a:gd name="T28" fmla="*/ 115 w 119"/>
                  <a:gd name="T29" fmla="*/ 121 h 125"/>
                  <a:gd name="T30" fmla="*/ 113 w 119"/>
                  <a:gd name="T31" fmla="*/ 121 h 125"/>
                  <a:gd name="T32" fmla="*/ 110 w 119"/>
                  <a:gd name="T33" fmla="*/ 121 h 125"/>
                  <a:gd name="T34" fmla="*/ 108 w 119"/>
                  <a:gd name="T35" fmla="*/ 122 h 125"/>
                  <a:gd name="T36" fmla="*/ 106 w 119"/>
                  <a:gd name="T37" fmla="*/ 123 h 125"/>
                  <a:gd name="T38" fmla="*/ 103 w 119"/>
                  <a:gd name="T39" fmla="*/ 123 h 125"/>
                  <a:gd name="T40" fmla="*/ 101 w 119"/>
                  <a:gd name="T41" fmla="*/ 124 h 125"/>
                  <a:gd name="T42" fmla="*/ 99 w 119"/>
                  <a:gd name="T43" fmla="*/ 124 h 125"/>
                  <a:gd name="T44" fmla="*/ 97 w 119"/>
                  <a:gd name="T45" fmla="*/ 124 h 125"/>
                  <a:gd name="T46" fmla="*/ 96 w 119"/>
                  <a:gd name="T47" fmla="*/ 124 h 125"/>
                  <a:gd name="T48" fmla="*/ 95 w 119"/>
                  <a:gd name="T49" fmla="*/ 122 h 125"/>
                  <a:gd name="T50" fmla="*/ 93 w 119"/>
                  <a:gd name="T51" fmla="*/ 121 h 125"/>
                  <a:gd name="T52" fmla="*/ 91 w 119"/>
                  <a:gd name="T53" fmla="*/ 121 h 125"/>
                  <a:gd name="T54" fmla="*/ 88 w 119"/>
                  <a:gd name="T55" fmla="*/ 121 h 125"/>
                  <a:gd name="T56" fmla="*/ 86 w 119"/>
                  <a:gd name="T57" fmla="*/ 120 h 125"/>
                  <a:gd name="T58" fmla="*/ 83 w 119"/>
                  <a:gd name="T59" fmla="*/ 119 h 125"/>
                  <a:gd name="T60" fmla="*/ 81 w 119"/>
                  <a:gd name="T61" fmla="*/ 118 h 125"/>
                  <a:gd name="T62" fmla="*/ 78 w 119"/>
                  <a:gd name="T63" fmla="*/ 117 h 125"/>
                  <a:gd name="T64" fmla="*/ 76 w 119"/>
                  <a:gd name="T65" fmla="*/ 117 h 125"/>
                  <a:gd name="T66" fmla="*/ 75 w 119"/>
                  <a:gd name="T67" fmla="*/ 117 h 125"/>
                  <a:gd name="T68" fmla="*/ 74 w 119"/>
                  <a:gd name="T69" fmla="*/ 117 h 125"/>
                  <a:gd name="T70" fmla="*/ 55 w 119"/>
                  <a:gd name="T71" fmla="*/ 97 h 125"/>
                  <a:gd name="T72" fmla="*/ 41 w 119"/>
                  <a:gd name="T73" fmla="*/ 78 h 125"/>
                  <a:gd name="T74" fmla="*/ 19 w 119"/>
                  <a:gd name="T75" fmla="*/ 74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9" h="125">
                    <a:moveTo>
                      <a:pt x="19" y="74"/>
                    </a:moveTo>
                    <a:lnTo>
                      <a:pt x="0" y="0"/>
                    </a:lnTo>
                    <a:lnTo>
                      <a:pt x="16" y="6"/>
                    </a:lnTo>
                    <a:lnTo>
                      <a:pt x="40" y="5"/>
                    </a:lnTo>
                    <a:lnTo>
                      <a:pt x="40" y="25"/>
                    </a:lnTo>
                    <a:lnTo>
                      <a:pt x="55" y="30"/>
                    </a:lnTo>
                    <a:lnTo>
                      <a:pt x="59" y="40"/>
                    </a:lnTo>
                    <a:lnTo>
                      <a:pt x="70" y="51"/>
                    </a:lnTo>
                    <a:lnTo>
                      <a:pt x="78" y="59"/>
                    </a:lnTo>
                    <a:lnTo>
                      <a:pt x="76" y="76"/>
                    </a:lnTo>
                    <a:lnTo>
                      <a:pt x="87" y="95"/>
                    </a:lnTo>
                    <a:lnTo>
                      <a:pt x="107" y="101"/>
                    </a:lnTo>
                    <a:lnTo>
                      <a:pt x="118" y="120"/>
                    </a:lnTo>
                    <a:lnTo>
                      <a:pt x="116" y="120"/>
                    </a:lnTo>
                    <a:lnTo>
                      <a:pt x="115" y="121"/>
                    </a:lnTo>
                    <a:lnTo>
                      <a:pt x="113" y="121"/>
                    </a:lnTo>
                    <a:lnTo>
                      <a:pt x="110" y="121"/>
                    </a:lnTo>
                    <a:lnTo>
                      <a:pt x="108" y="122"/>
                    </a:lnTo>
                    <a:lnTo>
                      <a:pt x="106" y="123"/>
                    </a:lnTo>
                    <a:lnTo>
                      <a:pt x="103" y="123"/>
                    </a:lnTo>
                    <a:lnTo>
                      <a:pt x="101" y="124"/>
                    </a:lnTo>
                    <a:lnTo>
                      <a:pt x="99" y="124"/>
                    </a:lnTo>
                    <a:lnTo>
                      <a:pt x="97" y="124"/>
                    </a:lnTo>
                    <a:lnTo>
                      <a:pt x="96" y="124"/>
                    </a:lnTo>
                    <a:lnTo>
                      <a:pt x="95" y="122"/>
                    </a:lnTo>
                    <a:lnTo>
                      <a:pt x="93" y="121"/>
                    </a:lnTo>
                    <a:lnTo>
                      <a:pt x="91" y="121"/>
                    </a:lnTo>
                    <a:lnTo>
                      <a:pt x="88" y="121"/>
                    </a:lnTo>
                    <a:lnTo>
                      <a:pt x="86" y="120"/>
                    </a:lnTo>
                    <a:lnTo>
                      <a:pt x="83" y="119"/>
                    </a:lnTo>
                    <a:lnTo>
                      <a:pt x="81" y="118"/>
                    </a:lnTo>
                    <a:lnTo>
                      <a:pt x="78" y="117"/>
                    </a:lnTo>
                    <a:lnTo>
                      <a:pt x="76" y="117"/>
                    </a:lnTo>
                    <a:lnTo>
                      <a:pt x="75" y="117"/>
                    </a:lnTo>
                    <a:lnTo>
                      <a:pt x="74" y="117"/>
                    </a:lnTo>
                    <a:lnTo>
                      <a:pt x="55" y="97"/>
                    </a:lnTo>
                    <a:lnTo>
                      <a:pt x="41" y="78"/>
                    </a:lnTo>
                    <a:lnTo>
                      <a:pt x="19" y="74"/>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14" name="Freeform 140">
                <a:extLst>
                  <a:ext uri="{FF2B5EF4-FFF2-40B4-BE49-F238E27FC236}">
                    <a16:creationId xmlns:a16="http://schemas.microsoft.com/office/drawing/2014/main" id="{1B7ED2B7-CF7B-49BD-BF45-21AAFD599BA0}"/>
                  </a:ext>
                </a:extLst>
              </p:cNvPr>
              <p:cNvSpPr>
                <a:spLocks/>
              </p:cNvSpPr>
              <p:nvPr/>
            </p:nvSpPr>
            <p:spPr bwMode="auto">
              <a:xfrm>
                <a:off x="9613646" y="4378921"/>
                <a:ext cx="72334" cy="58199"/>
              </a:xfrm>
              <a:custGeom>
                <a:avLst/>
                <a:gdLst>
                  <a:gd name="T0" fmla="*/ 2 w 41"/>
                  <a:gd name="T1" fmla="*/ 16 h 33"/>
                  <a:gd name="T2" fmla="*/ 0 w 41"/>
                  <a:gd name="T3" fmla="*/ 28 h 33"/>
                  <a:gd name="T4" fmla="*/ 16 w 41"/>
                  <a:gd name="T5" fmla="*/ 32 h 33"/>
                  <a:gd name="T6" fmla="*/ 32 w 41"/>
                  <a:gd name="T7" fmla="*/ 22 h 33"/>
                  <a:gd name="T8" fmla="*/ 40 w 41"/>
                  <a:gd name="T9" fmla="*/ 11 h 33"/>
                  <a:gd name="T10" fmla="*/ 38 w 41"/>
                  <a:gd name="T11" fmla="*/ 0 h 33"/>
                  <a:gd name="T12" fmla="*/ 26 w 41"/>
                  <a:gd name="T13" fmla="*/ 1 h 33"/>
                  <a:gd name="T14" fmla="*/ 24 w 41"/>
                  <a:gd name="T15" fmla="*/ 11 h 33"/>
                  <a:gd name="T16" fmla="*/ 2 w 41"/>
                  <a:gd name="T17" fmla="*/ 1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33">
                    <a:moveTo>
                      <a:pt x="2" y="16"/>
                    </a:moveTo>
                    <a:lnTo>
                      <a:pt x="0" y="28"/>
                    </a:lnTo>
                    <a:lnTo>
                      <a:pt x="16" y="32"/>
                    </a:lnTo>
                    <a:lnTo>
                      <a:pt x="32" y="22"/>
                    </a:lnTo>
                    <a:lnTo>
                      <a:pt x="40" y="11"/>
                    </a:lnTo>
                    <a:lnTo>
                      <a:pt x="38" y="0"/>
                    </a:lnTo>
                    <a:lnTo>
                      <a:pt x="26" y="1"/>
                    </a:lnTo>
                    <a:lnTo>
                      <a:pt x="24" y="11"/>
                    </a:lnTo>
                    <a:lnTo>
                      <a:pt x="2" y="16"/>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15" name="Freeform 141">
                <a:extLst>
                  <a:ext uri="{FF2B5EF4-FFF2-40B4-BE49-F238E27FC236}">
                    <a16:creationId xmlns:a16="http://schemas.microsoft.com/office/drawing/2014/main" id="{264E1597-DAF5-47C9-B9F8-BA8952B7EC72}"/>
                  </a:ext>
                </a:extLst>
              </p:cNvPr>
              <p:cNvSpPr>
                <a:spLocks/>
              </p:cNvSpPr>
              <p:nvPr/>
            </p:nvSpPr>
            <p:spPr bwMode="auto">
              <a:xfrm>
                <a:off x="9731583" y="4394650"/>
                <a:ext cx="36167" cy="28313"/>
              </a:xfrm>
              <a:custGeom>
                <a:avLst/>
                <a:gdLst>
                  <a:gd name="T0" fmla="*/ 10 w 21"/>
                  <a:gd name="T1" fmla="*/ 15 h 16"/>
                  <a:gd name="T2" fmla="*/ 11 w 21"/>
                  <a:gd name="T3" fmla="*/ 14 h 16"/>
                  <a:gd name="T4" fmla="*/ 13 w 21"/>
                  <a:gd name="T5" fmla="*/ 14 h 16"/>
                  <a:gd name="T6" fmla="*/ 15 w 21"/>
                  <a:gd name="T7" fmla="*/ 13 h 16"/>
                  <a:gd name="T8" fmla="*/ 16 w 21"/>
                  <a:gd name="T9" fmla="*/ 13 h 16"/>
                  <a:gd name="T10" fmla="*/ 17 w 21"/>
                  <a:gd name="T11" fmla="*/ 12 h 16"/>
                  <a:gd name="T12" fmla="*/ 18 w 21"/>
                  <a:gd name="T13" fmla="*/ 11 h 16"/>
                  <a:gd name="T14" fmla="*/ 19 w 21"/>
                  <a:gd name="T15" fmla="*/ 11 h 16"/>
                  <a:gd name="T16" fmla="*/ 20 w 21"/>
                  <a:gd name="T17" fmla="*/ 9 h 16"/>
                  <a:gd name="T18" fmla="*/ 20 w 21"/>
                  <a:gd name="T19" fmla="*/ 8 h 16"/>
                  <a:gd name="T20" fmla="*/ 20 w 21"/>
                  <a:gd name="T21" fmla="*/ 7 h 16"/>
                  <a:gd name="T22" fmla="*/ 20 w 21"/>
                  <a:gd name="T23" fmla="*/ 6 h 16"/>
                  <a:gd name="T24" fmla="*/ 20 w 21"/>
                  <a:gd name="T25" fmla="*/ 5 h 16"/>
                  <a:gd name="T26" fmla="*/ 19 w 21"/>
                  <a:gd name="T27" fmla="*/ 4 h 16"/>
                  <a:gd name="T28" fmla="*/ 18 w 21"/>
                  <a:gd name="T29" fmla="*/ 4 h 16"/>
                  <a:gd name="T30" fmla="*/ 18 w 21"/>
                  <a:gd name="T31" fmla="*/ 3 h 16"/>
                  <a:gd name="T32" fmla="*/ 17 w 21"/>
                  <a:gd name="T33" fmla="*/ 2 h 16"/>
                  <a:gd name="T34" fmla="*/ 16 w 21"/>
                  <a:gd name="T35" fmla="*/ 1 h 16"/>
                  <a:gd name="T36" fmla="*/ 15 w 21"/>
                  <a:gd name="T37" fmla="*/ 1 h 16"/>
                  <a:gd name="T38" fmla="*/ 13 w 21"/>
                  <a:gd name="T39" fmla="*/ 0 h 16"/>
                  <a:gd name="T40" fmla="*/ 11 w 21"/>
                  <a:gd name="T41" fmla="*/ 0 h 16"/>
                  <a:gd name="T42" fmla="*/ 10 w 21"/>
                  <a:gd name="T43" fmla="*/ 0 h 16"/>
                  <a:gd name="T44" fmla="*/ 8 w 21"/>
                  <a:gd name="T45" fmla="*/ 0 h 16"/>
                  <a:gd name="T46" fmla="*/ 7 w 21"/>
                  <a:gd name="T47" fmla="*/ 0 h 16"/>
                  <a:gd name="T48" fmla="*/ 5 w 21"/>
                  <a:gd name="T49" fmla="*/ 0 h 16"/>
                  <a:gd name="T50" fmla="*/ 5 w 21"/>
                  <a:gd name="T51" fmla="*/ 1 h 16"/>
                  <a:gd name="T52" fmla="*/ 3 w 21"/>
                  <a:gd name="T53" fmla="*/ 1 h 16"/>
                  <a:gd name="T54" fmla="*/ 3 w 21"/>
                  <a:gd name="T55" fmla="*/ 2 h 16"/>
                  <a:gd name="T56" fmla="*/ 2 w 21"/>
                  <a:gd name="T57" fmla="*/ 3 h 16"/>
                  <a:gd name="T58" fmla="*/ 1 w 21"/>
                  <a:gd name="T59" fmla="*/ 4 h 16"/>
                  <a:gd name="T60" fmla="*/ 0 w 21"/>
                  <a:gd name="T61" fmla="*/ 5 h 16"/>
                  <a:gd name="T62" fmla="*/ 0 w 21"/>
                  <a:gd name="T63" fmla="*/ 6 h 16"/>
                  <a:gd name="T64" fmla="*/ 0 w 21"/>
                  <a:gd name="T65" fmla="*/ 7 h 16"/>
                  <a:gd name="T66" fmla="*/ 0 w 21"/>
                  <a:gd name="T67" fmla="*/ 8 h 16"/>
                  <a:gd name="T68" fmla="*/ 0 w 21"/>
                  <a:gd name="T69" fmla="*/ 9 h 16"/>
                  <a:gd name="T70" fmla="*/ 1 w 21"/>
                  <a:gd name="T71" fmla="*/ 11 h 16"/>
                  <a:gd name="T72" fmla="*/ 2 w 21"/>
                  <a:gd name="T73" fmla="*/ 11 h 16"/>
                  <a:gd name="T74" fmla="*/ 3 w 21"/>
                  <a:gd name="T75" fmla="*/ 12 h 16"/>
                  <a:gd name="T76" fmla="*/ 3 w 21"/>
                  <a:gd name="T77" fmla="*/ 13 h 16"/>
                  <a:gd name="T78" fmla="*/ 5 w 21"/>
                  <a:gd name="T79" fmla="*/ 13 h 16"/>
                  <a:gd name="T80" fmla="*/ 5 w 21"/>
                  <a:gd name="T81" fmla="*/ 14 h 16"/>
                  <a:gd name="T82" fmla="*/ 7 w 21"/>
                  <a:gd name="T83" fmla="*/ 14 h 16"/>
                  <a:gd name="T84" fmla="*/ 8 w 21"/>
                  <a:gd name="T85" fmla="*/ 14 h 16"/>
                  <a:gd name="T86" fmla="*/ 10 w 21"/>
                  <a:gd name="T87"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 h="16">
                    <a:moveTo>
                      <a:pt x="10" y="15"/>
                    </a:moveTo>
                    <a:lnTo>
                      <a:pt x="11" y="14"/>
                    </a:lnTo>
                    <a:lnTo>
                      <a:pt x="13" y="14"/>
                    </a:lnTo>
                    <a:lnTo>
                      <a:pt x="15" y="13"/>
                    </a:lnTo>
                    <a:lnTo>
                      <a:pt x="16" y="13"/>
                    </a:lnTo>
                    <a:lnTo>
                      <a:pt x="17" y="12"/>
                    </a:lnTo>
                    <a:lnTo>
                      <a:pt x="18" y="11"/>
                    </a:lnTo>
                    <a:lnTo>
                      <a:pt x="19" y="11"/>
                    </a:lnTo>
                    <a:lnTo>
                      <a:pt x="20" y="9"/>
                    </a:lnTo>
                    <a:lnTo>
                      <a:pt x="20" y="8"/>
                    </a:lnTo>
                    <a:lnTo>
                      <a:pt x="20" y="7"/>
                    </a:lnTo>
                    <a:lnTo>
                      <a:pt x="20" y="6"/>
                    </a:lnTo>
                    <a:lnTo>
                      <a:pt x="20" y="5"/>
                    </a:lnTo>
                    <a:lnTo>
                      <a:pt x="19" y="4"/>
                    </a:lnTo>
                    <a:lnTo>
                      <a:pt x="18" y="4"/>
                    </a:lnTo>
                    <a:lnTo>
                      <a:pt x="18" y="3"/>
                    </a:lnTo>
                    <a:lnTo>
                      <a:pt x="17" y="2"/>
                    </a:lnTo>
                    <a:lnTo>
                      <a:pt x="16" y="1"/>
                    </a:lnTo>
                    <a:lnTo>
                      <a:pt x="15" y="1"/>
                    </a:lnTo>
                    <a:lnTo>
                      <a:pt x="13" y="0"/>
                    </a:lnTo>
                    <a:lnTo>
                      <a:pt x="11" y="0"/>
                    </a:lnTo>
                    <a:lnTo>
                      <a:pt x="10" y="0"/>
                    </a:lnTo>
                    <a:lnTo>
                      <a:pt x="8" y="0"/>
                    </a:lnTo>
                    <a:lnTo>
                      <a:pt x="7" y="0"/>
                    </a:lnTo>
                    <a:lnTo>
                      <a:pt x="5" y="0"/>
                    </a:lnTo>
                    <a:lnTo>
                      <a:pt x="5" y="1"/>
                    </a:lnTo>
                    <a:lnTo>
                      <a:pt x="3" y="1"/>
                    </a:lnTo>
                    <a:lnTo>
                      <a:pt x="3" y="2"/>
                    </a:lnTo>
                    <a:lnTo>
                      <a:pt x="2" y="3"/>
                    </a:lnTo>
                    <a:lnTo>
                      <a:pt x="1" y="4"/>
                    </a:lnTo>
                    <a:lnTo>
                      <a:pt x="0" y="5"/>
                    </a:lnTo>
                    <a:lnTo>
                      <a:pt x="0" y="6"/>
                    </a:lnTo>
                    <a:lnTo>
                      <a:pt x="0" y="7"/>
                    </a:lnTo>
                    <a:lnTo>
                      <a:pt x="0" y="8"/>
                    </a:lnTo>
                    <a:lnTo>
                      <a:pt x="0" y="9"/>
                    </a:lnTo>
                    <a:lnTo>
                      <a:pt x="1" y="11"/>
                    </a:lnTo>
                    <a:lnTo>
                      <a:pt x="2" y="11"/>
                    </a:lnTo>
                    <a:lnTo>
                      <a:pt x="3" y="12"/>
                    </a:lnTo>
                    <a:lnTo>
                      <a:pt x="3" y="13"/>
                    </a:lnTo>
                    <a:lnTo>
                      <a:pt x="5" y="13"/>
                    </a:lnTo>
                    <a:lnTo>
                      <a:pt x="5" y="14"/>
                    </a:lnTo>
                    <a:lnTo>
                      <a:pt x="7" y="14"/>
                    </a:lnTo>
                    <a:lnTo>
                      <a:pt x="8" y="14"/>
                    </a:lnTo>
                    <a:lnTo>
                      <a:pt x="10" y="15"/>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grpSp>
        <p:grpSp>
          <p:nvGrpSpPr>
            <p:cNvPr id="291" name="Group 290">
              <a:extLst>
                <a:ext uri="{FF2B5EF4-FFF2-40B4-BE49-F238E27FC236}">
                  <a16:creationId xmlns:a16="http://schemas.microsoft.com/office/drawing/2014/main" id="{C7922FD1-8765-4C26-98A2-44C2EE8D9CEC}"/>
                </a:ext>
              </a:extLst>
            </p:cNvPr>
            <p:cNvGrpSpPr/>
            <p:nvPr/>
          </p:nvGrpSpPr>
          <p:grpSpPr>
            <a:xfrm>
              <a:off x="5564100" y="2446198"/>
              <a:ext cx="973665" cy="1113037"/>
              <a:chOff x="5286171" y="1456373"/>
              <a:chExt cx="1481279" cy="1723957"/>
            </a:xfrm>
            <a:solidFill>
              <a:schemeClr val="tx1"/>
            </a:solidFill>
          </p:grpSpPr>
          <p:sp>
            <p:nvSpPr>
              <p:cNvPr id="460" name="Freeform 58">
                <a:extLst>
                  <a:ext uri="{FF2B5EF4-FFF2-40B4-BE49-F238E27FC236}">
                    <a16:creationId xmlns:a16="http://schemas.microsoft.com/office/drawing/2014/main" id="{486383D2-78D4-4A25-A9A4-0463EE22392C}"/>
                  </a:ext>
                </a:extLst>
              </p:cNvPr>
              <p:cNvSpPr>
                <a:spLocks/>
              </p:cNvSpPr>
              <p:nvPr/>
            </p:nvSpPr>
            <p:spPr bwMode="auto">
              <a:xfrm>
                <a:off x="6053543" y="1476821"/>
                <a:ext cx="294054" cy="173025"/>
              </a:xfrm>
              <a:custGeom>
                <a:avLst/>
                <a:gdLst>
                  <a:gd name="T0" fmla="*/ 65 w 167"/>
                  <a:gd name="T1" fmla="*/ 3 h 99"/>
                  <a:gd name="T2" fmla="*/ 60 w 167"/>
                  <a:gd name="T3" fmla="*/ 23 h 99"/>
                  <a:gd name="T4" fmla="*/ 42 w 167"/>
                  <a:gd name="T5" fmla="*/ 11 h 99"/>
                  <a:gd name="T6" fmla="*/ 27 w 167"/>
                  <a:gd name="T7" fmla="*/ 20 h 99"/>
                  <a:gd name="T8" fmla="*/ 20 w 167"/>
                  <a:gd name="T9" fmla="*/ 3 h 99"/>
                  <a:gd name="T10" fmla="*/ 0 w 167"/>
                  <a:gd name="T11" fmla="*/ 19 h 99"/>
                  <a:gd name="T12" fmla="*/ 4 w 167"/>
                  <a:gd name="T13" fmla="*/ 28 h 99"/>
                  <a:gd name="T14" fmla="*/ 8 w 167"/>
                  <a:gd name="T15" fmla="*/ 45 h 99"/>
                  <a:gd name="T16" fmla="*/ 30 w 167"/>
                  <a:gd name="T17" fmla="*/ 47 h 99"/>
                  <a:gd name="T18" fmla="*/ 42 w 167"/>
                  <a:gd name="T19" fmla="*/ 35 h 99"/>
                  <a:gd name="T20" fmla="*/ 53 w 167"/>
                  <a:gd name="T21" fmla="*/ 38 h 99"/>
                  <a:gd name="T22" fmla="*/ 48 w 167"/>
                  <a:gd name="T23" fmla="*/ 52 h 99"/>
                  <a:gd name="T24" fmla="*/ 45 w 167"/>
                  <a:gd name="T25" fmla="*/ 65 h 99"/>
                  <a:gd name="T26" fmla="*/ 57 w 167"/>
                  <a:gd name="T27" fmla="*/ 75 h 99"/>
                  <a:gd name="T28" fmla="*/ 68 w 167"/>
                  <a:gd name="T29" fmla="*/ 92 h 99"/>
                  <a:gd name="T30" fmla="*/ 82 w 167"/>
                  <a:gd name="T31" fmla="*/ 98 h 99"/>
                  <a:gd name="T32" fmla="*/ 88 w 167"/>
                  <a:gd name="T33" fmla="*/ 73 h 99"/>
                  <a:gd name="T34" fmla="*/ 109 w 167"/>
                  <a:gd name="T35" fmla="*/ 51 h 99"/>
                  <a:gd name="T36" fmla="*/ 121 w 167"/>
                  <a:gd name="T37" fmla="*/ 58 h 99"/>
                  <a:gd name="T38" fmla="*/ 121 w 167"/>
                  <a:gd name="T39" fmla="*/ 75 h 99"/>
                  <a:gd name="T40" fmla="*/ 145 w 167"/>
                  <a:gd name="T41" fmla="*/ 73 h 99"/>
                  <a:gd name="T42" fmla="*/ 157 w 167"/>
                  <a:gd name="T43" fmla="*/ 78 h 99"/>
                  <a:gd name="T44" fmla="*/ 166 w 167"/>
                  <a:gd name="T45" fmla="*/ 60 h 99"/>
                  <a:gd name="T46" fmla="*/ 109 w 167"/>
                  <a:gd name="T47" fmla="*/ 30 h 99"/>
                  <a:gd name="T48" fmla="*/ 90 w 167"/>
                  <a:gd name="T49" fmla="*/ 0 h 99"/>
                  <a:gd name="T50" fmla="*/ 65 w 167"/>
                  <a:gd name="T51" fmla="*/ 3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7" h="99">
                    <a:moveTo>
                      <a:pt x="65" y="3"/>
                    </a:moveTo>
                    <a:lnTo>
                      <a:pt x="60" y="23"/>
                    </a:lnTo>
                    <a:lnTo>
                      <a:pt x="42" y="11"/>
                    </a:lnTo>
                    <a:lnTo>
                      <a:pt x="27" y="20"/>
                    </a:lnTo>
                    <a:lnTo>
                      <a:pt x="20" y="3"/>
                    </a:lnTo>
                    <a:lnTo>
                      <a:pt x="0" y="19"/>
                    </a:lnTo>
                    <a:lnTo>
                      <a:pt x="4" y="28"/>
                    </a:lnTo>
                    <a:lnTo>
                      <a:pt x="8" y="45"/>
                    </a:lnTo>
                    <a:lnTo>
                      <a:pt x="30" y="47"/>
                    </a:lnTo>
                    <a:lnTo>
                      <a:pt x="42" y="35"/>
                    </a:lnTo>
                    <a:lnTo>
                      <a:pt x="53" y="38"/>
                    </a:lnTo>
                    <a:lnTo>
                      <a:pt x="48" y="52"/>
                    </a:lnTo>
                    <a:lnTo>
                      <a:pt x="45" y="65"/>
                    </a:lnTo>
                    <a:lnTo>
                      <a:pt x="57" y="75"/>
                    </a:lnTo>
                    <a:lnTo>
                      <a:pt x="68" y="92"/>
                    </a:lnTo>
                    <a:lnTo>
                      <a:pt x="82" y="98"/>
                    </a:lnTo>
                    <a:lnTo>
                      <a:pt x="88" y="73"/>
                    </a:lnTo>
                    <a:lnTo>
                      <a:pt x="109" y="51"/>
                    </a:lnTo>
                    <a:lnTo>
                      <a:pt x="121" y="58"/>
                    </a:lnTo>
                    <a:lnTo>
                      <a:pt x="121" y="75"/>
                    </a:lnTo>
                    <a:lnTo>
                      <a:pt x="145" y="73"/>
                    </a:lnTo>
                    <a:lnTo>
                      <a:pt x="157" y="78"/>
                    </a:lnTo>
                    <a:lnTo>
                      <a:pt x="166" y="60"/>
                    </a:lnTo>
                    <a:lnTo>
                      <a:pt x="109" y="30"/>
                    </a:lnTo>
                    <a:lnTo>
                      <a:pt x="90" y="0"/>
                    </a:lnTo>
                    <a:lnTo>
                      <a:pt x="65" y="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61" name="Freeform 59">
                <a:extLst>
                  <a:ext uri="{FF2B5EF4-FFF2-40B4-BE49-F238E27FC236}">
                    <a16:creationId xmlns:a16="http://schemas.microsoft.com/office/drawing/2014/main" id="{060E282E-6F6D-4815-9C7E-65F78EAECEBD}"/>
                  </a:ext>
                </a:extLst>
              </p:cNvPr>
              <p:cNvSpPr>
                <a:spLocks/>
              </p:cNvSpPr>
              <p:nvPr/>
            </p:nvSpPr>
            <p:spPr bwMode="auto">
              <a:xfrm>
                <a:off x="6245386" y="1456373"/>
                <a:ext cx="168256" cy="66064"/>
              </a:xfrm>
              <a:custGeom>
                <a:avLst/>
                <a:gdLst>
                  <a:gd name="T0" fmla="*/ 0 w 95"/>
                  <a:gd name="T1" fmla="*/ 3 h 38"/>
                  <a:gd name="T2" fmla="*/ 5 w 95"/>
                  <a:gd name="T3" fmla="*/ 27 h 38"/>
                  <a:gd name="T4" fmla="*/ 43 w 95"/>
                  <a:gd name="T5" fmla="*/ 37 h 38"/>
                  <a:gd name="T6" fmla="*/ 71 w 95"/>
                  <a:gd name="T7" fmla="*/ 27 h 38"/>
                  <a:gd name="T8" fmla="*/ 94 w 95"/>
                  <a:gd name="T9" fmla="*/ 5 h 38"/>
                  <a:gd name="T10" fmla="*/ 54 w 95"/>
                  <a:gd name="T11" fmla="*/ 5 h 38"/>
                  <a:gd name="T12" fmla="*/ 31 w 95"/>
                  <a:gd name="T13" fmla="*/ 0 h 38"/>
                  <a:gd name="T14" fmla="*/ 0 w 95"/>
                  <a:gd name="T15" fmla="*/ 3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 h="38">
                    <a:moveTo>
                      <a:pt x="0" y="3"/>
                    </a:moveTo>
                    <a:lnTo>
                      <a:pt x="5" y="27"/>
                    </a:lnTo>
                    <a:lnTo>
                      <a:pt x="43" y="37"/>
                    </a:lnTo>
                    <a:lnTo>
                      <a:pt x="71" y="27"/>
                    </a:lnTo>
                    <a:lnTo>
                      <a:pt x="94" y="5"/>
                    </a:lnTo>
                    <a:lnTo>
                      <a:pt x="54" y="5"/>
                    </a:lnTo>
                    <a:lnTo>
                      <a:pt x="31" y="0"/>
                    </a:lnTo>
                    <a:lnTo>
                      <a:pt x="0" y="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62" name="Freeform 96">
                <a:extLst>
                  <a:ext uri="{FF2B5EF4-FFF2-40B4-BE49-F238E27FC236}">
                    <a16:creationId xmlns:a16="http://schemas.microsoft.com/office/drawing/2014/main" id="{AD299E10-4A85-4582-A086-08D17BAC8B24}"/>
                  </a:ext>
                </a:extLst>
              </p:cNvPr>
              <p:cNvSpPr>
                <a:spLocks/>
              </p:cNvSpPr>
              <p:nvPr/>
            </p:nvSpPr>
            <p:spPr bwMode="auto">
              <a:xfrm>
                <a:off x="5622682" y="1895227"/>
                <a:ext cx="40885" cy="51907"/>
              </a:xfrm>
              <a:custGeom>
                <a:avLst/>
                <a:gdLst>
                  <a:gd name="T0" fmla="*/ 8 w 24"/>
                  <a:gd name="T1" fmla="*/ 0 h 29"/>
                  <a:gd name="T2" fmla="*/ 0 w 24"/>
                  <a:gd name="T3" fmla="*/ 28 h 29"/>
                  <a:gd name="T4" fmla="*/ 23 w 24"/>
                  <a:gd name="T5" fmla="*/ 10 h 29"/>
                  <a:gd name="T6" fmla="*/ 8 w 24"/>
                  <a:gd name="T7" fmla="*/ 0 h 29"/>
                </a:gdLst>
                <a:ahLst/>
                <a:cxnLst>
                  <a:cxn ang="0">
                    <a:pos x="T0" y="T1"/>
                  </a:cxn>
                  <a:cxn ang="0">
                    <a:pos x="T2" y="T3"/>
                  </a:cxn>
                  <a:cxn ang="0">
                    <a:pos x="T4" y="T5"/>
                  </a:cxn>
                  <a:cxn ang="0">
                    <a:pos x="T6" y="T7"/>
                  </a:cxn>
                </a:cxnLst>
                <a:rect l="0" t="0" r="r" b="b"/>
                <a:pathLst>
                  <a:path w="24" h="29">
                    <a:moveTo>
                      <a:pt x="8" y="0"/>
                    </a:moveTo>
                    <a:lnTo>
                      <a:pt x="0" y="28"/>
                    </a:lnTo>
                    <a:lnTo>
                      <a:pt x="23" y="10"/>
                    </a:lnTo>
                    <a:lnTo>
                      <a:pt x="8"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63" name="Freeform 103">
                <a:extLst>
                  <a:ext uri="{FF2B5EF4-FFF2-40B4-BE49-F238E27FC236}">
                    <a16:creationId xmlns:a16="http://schemas.microsoft.com/office/drawing/2014/main" id="{3AD320DC-4218-415D-96F1-95746B2AF343}"/>
                  </a:ext>
                </a:extLst>
              </p:cNvPr>
              <p:cNvSpPr>
                <a:spLocks/>
              </p:cNvSpPr>
              <p:nvPr/>
            </p:nvSpPr>
            <p:spPr bwMode="auto">
              <a:xfrm>
                <a:off x="5286171" y="2091846"/>
                <a:ext cx="232728" cy="143139"/>
              </a:xfrm>
              <a:custGeom>
                <a:avLst/>
                <a:gdLst>
                  <a:gd name="T0" fmla="*/ 40 w 133"/>
                  <a:gd name="T1" fmla="*/ 15 h 81"/>
                  <a:gd name="T2" fmla="*/ 22 w 133"/>
                  <a:gd name="T3" fmla="*/ 0 h 81"/>
                  <a:gd name="T4" fmla="*/ 0 w 133"/>
                  <a:gd name="T5" fmla="*/ 25 h 81"/>
                  <a:gd name="T6" fmla="*/ 2 w 133"/>
                  <a:gd name="T7" fmla="*/ 37 h 81"/>
                  <a:gd name="T8" fmla="*/ 27 w 133"/>
                  <a:gd name="T9" fmla="*/ 32 h 81"/>
                  <a:gd name="T10" fmla="*/ 27 w 133"/>
                  <a:gd name="T11" fmla="*/ 52 h 81"/>
                  <a:gd name="T12" fmla="*/ 19 w 133"/>
                  <a:gd name="T13" fmla="*/ 65 h 81"/>
                  <a:gd name="T14" fmla="*/ 41 w 133"/>
                  <a:gd name="T15" fmla="*/ 60 h 81"/>
                  <a:gd name="T16" fmla="*/ 64 w 133"/>
                  <a:gd name="T17" fmla="*/ 71 h 81"/>
                  <a:gd name="T18" fmla="*/ 72 w 133"/>
                  <a:gd name="T19" fmla="*/ 80 h 81"/>
                  <a:gd name="T20" fmla="*/ 91 w 133"/>
                  <a:gd name="T21" fmla="*/ 60 h 81"/>
                  <a:gd name="T22" fmla="*/ 109 w 133"/>
                  <a:gd name="T23" fmla="*/ 60 h 81"/>
                  <a:gd name="T24" fmla="*/ 127 w 133"/>
                  <a:gd name="T25" fmla="*/ 48 h 81"/>
                  <a:gd name="T26" fmla="*/ 132 w 133"/>
                  <a:gd name="T27" fmla="*/ 27 h 81"/>
                  <a:gd name="T28" fmla="*/ 127 w 133"/>
                  <a:gd name="T29" fmla="*/ 4 h 81"/>
                  <a:gd name="T30" fmla="*/ 102 w 133"/>
                  <a:gd name="T31" fmla="*/ 4 h 81"/>
                  <a:gd name="T32" fmla="*/ 77 w 133"/>
                  <a:gd name="T33" fmla="*/ 12 h 81"/>
                  <a:gd name="T34" fmla="*/ 49 w 133"/>
                  <a:gd name="T35" fmla="*/ 3 h 81"/>
                  <a:gd name="T36" fmla="*/ 40 w 133"/>
                  <a:gd name="T37" fmla="*/ 1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81">
                    <a:moveTo>
                      <a:pt x="40" y="15"/>
                    </a:moveTo>
                    <a:lnTo>
                      <a:pt x="22" y="0"/>
                    </a:lnTo>
                    <a:lnTo>
                      <a:pt x="0" y="25"/>
                    </a:lnTo>
                    <a:lnTo>
                      <a:pt x="2" y="37"/>
                    </a:lnTo>
                    <a:lnTo>
                      <a:pt x="27" y="32"/>
                    </a:lnTo>
                    <a:lnTo>
                      <a:pt x="27" y="52"/>
                    </a:lnTo>
                    <a:lnTo>
                      <a:pt x="19" y="65"/>
                    </a:lnTo>
                    <a:lnTo>
                      <a:pt x="41" y="60"/>
                    </a:lnTo>
                    <a:lnTo>
                      <a:pt x="64" y="71"/>
                    </a:lnTo>
                    <a:lnTo>
                      <a:pt x="72" y="80"/>
                    </a:lnTo>
                    <a:lnTo>
                      <a:pt x="91" y="60"/>
                    </a:lnTo>
                    <a:lnTo>
                      <a:pt x="109" y="60"/>
                    </a:lnTo>
                    <a:lnTo>
                      <a:pt x="127" y="48"/>
                    </a:lnTo>
                    <a:lnTo>
                      <a:pt x="132" y="27"/>
                    </a:lnTo>
                    <a:lnTo>
                      <a:pt x="127" y="4"/>
                    </a:lnTo>
                    <a:lnTo>
                      <a:pt x="102" y="4"/>
                    </a:lnTo>
                    <a:lnTo>
                      <a:pt x="77" y="12"/>
                    </a:lnTo>
                    <a:lnTo>
                      <a:pt x="49" y="3"/>
                    </a:lnTo>
                    <a:lnTo>
                      <a:pt x="40" y="15"/>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64" name="Freeform 104">
                <a:extLst>
                  <a:ext uri="{FF2B5EF4-FFF2-40B4-BE49-F238E27FC236}">
                    <a16:creationId xmlns:a16="http://schemas.microsoft.com/office/drawing/2014/main" id="{12331B79-8CCC-4EBC-8CEA-5C474FA1279E}"/>
                  </a:ext>
                </a:extLst>
              </p:cNvPr>
              <p:cNvSpPr>
                <a:spLocks/>
              </p:cNvSpPr>
              <p:nvPr/>
            </p:nvSpPr>
            <p:spPr bwMode="auto">
              <a:xfrm>
                <a:off x="6039391" y="2420594"/>
                <a:ext cx="36167" cy="25167"/>
              </a:xfrm>
              <a:custGeom>
                <a:avLst/>
                <a:gdLst>
                  <a:gd name="T0" fmla="*/ 0 w 20"/>
                  <a:gd name="T1" fmla="*/ 14 h 15"/>
                  <a:gd name="T2" fmla="*/ 4 w 20"/>
                  <a:gd name="T3" fmla="*/ 0 h 15"/>
                  <a:gd name="T4" fmla="*/ 13 w 20"/>
                  <a:gd name="T5" fmla="*/ 0 h 15"/>
                  <a:gd name="T6" fmla="*/ 19 w 20"/>
                  <a:gd name="T7" fmla="*/ 0 h 15"/>
                  <a:gd name="T8" fmla="*/ 0 w 20"/>
                  <a:gd name="T9" fmla="*/ 14 h 15"/>
                </a:gdLst>
                <a:ahLst/>
                <a:cxnLst>
                  <a:cxn ang="0">
                    <a:pos x="T0" y="T1"/>
                  </a:cxn>
                  <a:cxn ang="0">
                    <a:pos x="T2" y="T3"/>
                  </a:cxn>
                  <a:cxn ang="0">
                    <a:pos x="T4" y="T5"/>
                  </a:cxn>
                  <a:cxn ang="0">
                    <a:pos x="T6" y="T7"/>
                  </a:cxn>
                  <a:cxn ang="0">
                    <a:pos x="T8" y="T9"/>
                  </a:cxn>
                </a:cxnLst>
                <a:rect l="0" t="0" r="r" b="b"/>
                <a:pathLst>
                  <a:path w="20" h="15">
                    <a:moveTo>
                      <a:pt x="0" y="14"/>
                    </a:moveTo>
                    <a:lnTo>
                      <a:pt x="4" y="0"/>
                    </a:lnTo>
                    <a:lnTo>
                      <a:pt x="13" y="0"/>
                    </a:lnTo>
                    <a:lnTo>
                      <a:pt x="19" y="0"/>
                    </a:lnTo>
                    <a:lnTo>
                      <a:pt x="0" y="14"/>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65" name="Freeform 108">
                <a:extLst>
                  <a:ext uri="{FF2B5EF4-FFF2-40B4-BE49-F238E27FC236}">
                    <a16:creationId xmlns:a16="http://schemas.microsoft.com/office/drawing/2014/main" id="{DC4CD00B-37ED-4262-9016-98262A783585}"/>
                  </a:ext>
                </a:extLst>
              </p:cNvPr>
              <p:cNvSpPr>
                <a:spLocks/>
              </p:cNvSpPr>
              <p:nvPr/>
            </p:nvSpPr>
            <p:spPr bwMode="auto">
              <a:xfrm>
                <a:off x="6143175" y="1967583"/>
                <a:ext cx="31450" cy="28313"/>
              </a:xfrm>
              <a:custGeom>
                <a:avLst/>
                <a:gdLst>
                  <a:gd name="T0" fmla="*/ 6 w 18"/>
                  <a:gd name="T1" fmla="*/ 0 h 16"/>
                  <a:gd name="T2" fmla="*/ 0 w 18"/>
                  <a:gd name="T3" fmla="*/ 11 h 16"/>
                  <a:gd name="T4" fmla="*/ 12 w 18"/>
                  <a:gd name="T5" fmla="*/ 15 h 16"/>
                  <a:gd name="T6" fmla="*/ 17 w 18"/>
                  <a:gd name="T7" fmla="*/ 0 h 16"/>
                  <a:gd name="T8" fmla="*/ 6 w 18"/>
                  <a:gd name="T9" fmla="*/ 0 h 16"/>
                </a:gdLst>
                <a:ahLst/>
                <a:cxnLst>
                  <a:cxn ang="0">
                    <a:pos x="T0" y="T1"/>
                  </a:cxn>
                  <a:cxn ang="0">
                    <a:pos x="T2" y="T3"/>
                  </a:cxn>
                  <a:cxn ang="0">
                    <a:pos x="T4" y="T5"/>
                  </a:cxn>
                  <a:cxn ang="0">
                    <a:pos x="T6" y="T7"/>
                  </a:cxn>
                  <a:cxn ang="0">
                    <a:pos x="T8" y="T9"/>
                  </a:cxn>
                </a:cxnLst>
                <a:rect l="0" t="0" r="r" b="b"/>
                <a:pathLst>
                  <a:path w="18" h="16">
                    <a:moveTo>
                      <a:pt x="6" y="0"/>
                    </a:moveTo>
                    <a:lnTo>
                      <a:pt x="0" y="11"/>
                    </a:lnTo>
                    <a:lnTo>
                      <a:pt x="12" y="15"/>
                    </a:lnTo>
                    <a:lnTo>
                      <a:pt x="17" y="0"/>
                    </a:lnTo>
                    <a:lnTo>
                      <a:pt x="6"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66" name="Freeform 109">
                <a:extLst>
                  <a:ext uri="{FF2B5EF4-FFF2-40B4-BE49-F238E27FC236}">
                    <a16:creationId xmlns:a16="http://schemas.microsoft.com/office/drawing/2014/main" id="{D7C017B3-CCA8-4876-90FA-4410F07B94A9}"/>
                  </a:ext>
                </a:extLst>
              </p:cNvPr>
              <p:cNvSpPr>
                <a:spLocks/>
              </p:cNvSpPr>
              <p:nvPr/>
            </p:nvSpPr>
            <p:spPr bwMode="auto">
              <a:xfrm>
                <a:off x="6193494" y="1943989"/>
                <a:ext cx="28305" cy="58199"/>
              </a:xfrm>
              <a:custGeom>
                <a:avLst/>
                <a:gdLst>
                  <a:gd name="T0" fmla="*/ 0 w 16"/>
                  <a:gd name="T1" fmla="*/ 0 h 33"/>
                  <a:gd name="T2" fmla="*/ 2 w 16"/>
                  <a:gd name="T3" fmla="*/ 13 h 33"/>
                  <a:gd name="T4" fmla="*/ 9 w 16"/>
                  <a:gd name="T5" fmla="*/ 16 h 33"/>
                  <a:gd name="T6" fmla="*/ 12 w 16"/>
                  <a:gd name="T7" fmla="*/ 32 h 33"/>
                  <a:gd name="T8" fmla="*/ 15 w 16"/>
                  <a:gd name="T9" fmla="*/ 20 h 33"/>
                  <a:gd name="T10" fmla="*/ 15 w 16"/>
                  <a:gd name="T11" fmla="*/ 11 h 33"/>
                  <a:gd name="T12" fmla="*/ 14 w 16"/>
                  <a:gd name="T13" fmla="*/ 0 h 33"/>
                  <a:gd name="T14" fmla="*/ 0 w 16"/>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33">
                    <a:moveTo>
                      <a:pt x="0" y="0"/>
                    </a:moveTo>
                    <a:lnTo>
                      <a:pt x="2" y="13"/>
                    </a:lnTo>
                    <a:lnTo>
                      <a:pt x="9" y="16"/>
                    </a:lnTo>
                    <a:lnTo>
                      <a:pt x="12" y="32"/>
                    </a:lnTo>
                    <a:lnTo>
                      <a:pt x="15" y="20"/>
                    </a:lnTo>
                    <a:lnTo>
                      <a:pt x="15" y="11"/>
                    </a:lnTo>
                    <a:lnTo>
                      <a:pt x="14" y="0"/>
                    </a:lnTo>
                    <a:lnTo>
                      <a:pt x="0"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67" name="Freeform 110">
                <a:extLst>
                  <a:ext uri="{FF2B5EF4-FFF2-40B4-BE49-F238E27FC236}">
                    <a16:creationId xmlns:a16="http://schemas.microsoft.com/office/drawing/2014/main" id="{BD5B0E82-E786-416B-9B6E-65BE44122CD6}"/>
                  </a:ext>
                </a:extLst>
              </p:cNvPr>
              <p:cNvSpPr>
                <a:spLocks/>
              </p:cNvSpPr>
              <p:nvPr/>
            </p:nvSpPr>
            <p:spPr bwMode="auto">
              <a:xfrm>
                <a:off x="6237524" y="1947135"/>
                <a:ext cx="28305" cy="23594"/>
              </a:xfrm>
              <a:custGeom>
                <a:avLst/>
                <a:gdLst>
                  <a:gd name="T0" fmla="*/ 0 w 15"/>
                  <a:gd name="T1" fmla="*/ 4 h 14"/>
                  <a:gd name="T2" fmla="*/ 7 w 15"/>
                  <a:gd name="T3" fmla="*/ 13 h 14"/>
                  <a:gd name="T4" fmla="*/ 14 w 15"/>
                  <a:gd name="T5" fmla="*/ 0 h 14"/>
                  <a:gd name="T6" fmla="*/ 0 w 15"/>
                  <a:gd name="T7" fmla="*/ 4 h 14"/>
                </a:gdLst>
                <a:ahLst/>
                <a:cxnLst>
                  <a:cxn ang="0">
                    <a:pos x="T0" y="T1"/>
                  </a:cxn>
                  <a:cxn ang="0">
                    <a:pos x="T2" y="T3"/>
                  </a:cxn>
                  <a:cxn ang="0">
                    <a:pos x="T4" y="T5"/>
                  </a:cxn>
                  <a:cxn ang="0">
                    <a:pos x="T6" y="T7"/>
                  </a:cxn>
                </a:cxnLst>
                <a:rect l="0" t="0" r="r" b="b"/>
                <a:pathLst>
                  <a:path w="15" h="14">
                    <a:moveTo>
                      <a:pt x="0" y="4"/>
                    </a:moveTo>
                    <a:lnTo>
                      <a:pt x="7" y="13"/>
                    </a:lnTo>
                    <a:lnTo>
                      <a:pt x="14" y="0"/>
                    </a:lnTo>
                    <a:lnTo>
                      <a:pt x="0" y="4"/>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68" name="Freeform 113">
                <a:extLst>
                  <a:ext uri="{FF2B5EF4-FFF2-40B4-BE49-F238E27FC236}">
                    <a16:creationId xmlns:a16="http://schemas.microsoft.com/office/drawing/2014/main" id="{571DC250-A626-45DF-8427-780790E1A7E1}"/>
                  </a:ext>
                </a:extLst>
              </p:cNvPr>
              <p:cNvSpPr>
                <a:spLocks/>
              </p:cNvSpPr>
              <p:nvPr/>
            </p:nvSpPr>
            <p:spPr bwMode="auto">
              <a:xfrm>
                <a:off x="5762633" y="2382843"/>
                <a:ext cx="23587" cy="23594"/>
              </a:xfrm>
              <a:custGeom>
                <a:avLst/>
                <a:gdLst>
                  <a:gd name="T0" fmla="*/ 0 w 14"/>
                  <a:gd name="T1" fmla="*/ 0 h 14"/>
                  <a:gd name="T2" fmla="*/ 2 w 14"/>
                  <a:gd name="T3" fmla="*/ 13 h 14"/>
                  <a:gd name="T4" fmla="*/ 13 w 14"/>
                  <a:gd name="T5" fmla="*/ 0 h 14"/>
                  <a:gd name="T6" fmla="*/ 0 w 14"/>
                  <a:gd name="T7" fmla="*/ 0 h 14"/>
                </a:gdLst>
                <a:ahLst/>
                <a:cxnLst>
                  <a:cxn ang="0">
                    <a:pos x="T0" y="T1"/>
                  </a:cxn>
                  <a:cxn ang="0">
                    <a:pos x="T2" y="T3"/>
                  </a:cxn>
                  <a:cxn ang="0">
                    <a:pos x="T4" y="T5"/>
                  </a:cxn>
                  <a:cxn ang="0">
                    <a:pos x="T6" y="T7"/>
                  </a:cxn>
                </a:cxnLst>
                <a:rect l="0" t="0" r="r" b="b"/>
                <a:pathLst>
                  <a:path w="14" h="14">
                    <a:moveTo>
                      <a:pt x="0" y="0"/>
                    </a:moveTo>
                    <a:lnTo>
                      <a:pt x="2" y="13"/>
                    </a:lnTo>
                    <a:lnTo>
                      <a:pt x="13" y="0"/>
                    </a:lnTo>
                    <a:lnTo>
                      <a:pt x="0"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69" name="Freeform 114">
                <a:extLst>
                  <a:ext uri="{FF2B5EF4-FFF2-40B4-BE49-F238E27FC236}">
                    <a16:creationId xmlns:a16="http://schemas.microsoft.com/office/drawing/2014/main" id="{9ADD87BA-1019-485F-B6C4-1266B486B369}"/>
                  </a:ext>
                </a:extLst>
              </p:cNvPr>
              <p:cNvSpPr>
                <a:spLocks/>
              </p:cNvSpPr>
              <p:nvPr/>
            </p:nvSpPr>
            <p:spPr bwMode="auto">
              <a:xfrm>
                <a:off x="5654132" y="2411156"/>
                <a:ext cx="26732" cy="39324"/>
              </a:xfrm>
              <a:custGeom>
                <a:avLst/>
                <a:gdLst>
                  <a:gd name="T0" fmla="*/ 11 w 15"/>
                  <a:gd name="T1" fmla="*/ 0 h 23"/>
                  <a:gd name="T2" fmla="*/ 2 w 15"/>
                  <a:gd name="T3" fmla="*/ 6 h 23"/>
                  <a:gd name="T4" fmla="*/ 0 w 15"/>
                  <a:gd name="T5" fmla="*/ 17 h 23"/>
                  <a:gd name="T6" fmla="*/ 5 w 15"/>
                  <a:gd name="T7" fmla="*/ 22 h 23"/>
                  <a:gd name="T8" fmla="*/ 14 w 15"/>
                  <a:gd name="T9" fmla="*/ 11 h 23"/>
                  <a:gd name="T10" fmla="*/ 11 w 15"/>
                  <a:gd name="T11" fmla="*/ 0 h 23"/>
                </a:gdLst>
                <a:ahLst/>
                <a:cxnLst>
                  <a:cxn ang="0">
                    <a:pos x="T0" y="T1"/>
                  </a:cxn>
                  <a:cxn ang="0">
                    <a:pos x="T2" y="T3"/>
                  </a:cxn>
                  <a:cxn ang="0">
                    <a:pos x="T4" y="T5"/>
                  </a:cxn>
                  <a:cxn ang="0">
                    <a:pos x="T6" y="T7"/>
                  </a:cxn>
                  <a:cxn ang="0">
                    <a:pos x="T8" y="T9"/>
                  </a:cxn>
                  <a:cxn ang="0">
                    <a:pos x="T10" y="T11"/>
                  </a:cxn>
                </a:cxnLst>
                <a:rect l="0" t="0" r="r" b="b"/>
                <a:pathLst>
                  <a:path w="15" h="23">
                    <a:moveTo>
                      <a:pt x="11" y="0"/>
                    </a:moveTo>
                    <a:lnTo>
                      <a:pt x="2" y="6"/>
                    </a:lnTo>
                    <a:lnTo>
                      <a:pt x="0" y="17"/>
                    </a:lnTo>
                    <a:lnTo>
                      <a:pt x="5" y="22"/>
                    </a:lnTo>
                    <a:lnTo>
                      <a:pt x="14" y="11"/>
                    </a:lnTo>
                    <a:lnTo>
                      <a:pt x="11"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70" name="Freeform 115">
                <a:extLst>
                  <a:ext uri="{FF2B5EF4-FFF2-40B4-BE49-F238E27FC236}">
                    <a16:creationId xmlns:a16="http://schemas.microsoft.com/office/drawing/2014/main" id="{03EB424B-F331-4F31-B5BB-E158E87BBC1F}"/>
                  </a:ext>
                </a:extLst>
              </p:cNvPr>
              <p:cNvSpPr>
                <a:spLocks/>
              </p:cNvSpPr>
              <p:nvPr/>
            </p:nvSpPr>
            <p:spPr bwMode="auto">
              <a:xfrm>
                <a:off x="6440374" y="2996295"/>
                <a:ext cx="53464" cy="34605"/>
              </a:xfrm>
              <a:custGeom>
                <a:avLst/>
                <a:gdLst>
                  <a:gd name="T0" fmla="*/ 6 w 30"/>
                  <a:gd name="T1" fmla="*/ 19 h 20"/>
                  <a:gd name="T2" fmla="*/ 18 w 30"/>
                  <a:gd name="T3" fmla="*/ 19 h 20"/>
                  <a:gd name="T4" fmla="*/ 29 w 30"/>
                  <a:gd name="T5" fmla="*/ 10 h 20"/>
                  <a:gd name="T6" fmla="*/ 13 w 30"/>
                  <a:gd name="T7" fmla="*/ 0 h 20"/>
                  <a:gd name="T8" fmla="*/ 0 w 30"/>
                  <a:gd name="T9" fmla="*/ 2 h 20"/>
                  <a:gd name="T10" fmla="*/ 0 w 30"/>
                  <a:gd name="T11" fmla="*/ 14 h 20"/>
                  <a:gd name="T12" fmla="*/ 6 w 30"/>
                  <a:gd name="T13" fmla="*/ 19 h 20"/>
                </a:gdLst>
                <a:ahLst/>
                <a:cxnLst>
                  <a:cxn ang="0">
                    <a:pos x="T0" y="T1"/>
                  </a:cxn>
                  <a:cxn ang="0">
                    <a:pos x="T2" y="T3"/>
                  </a:cxn>
                  <a:cxn ang="0">
                    <a:pos x="T4" y="T5"/>
                  </a:cxn>
                  <a:cxn ang="0">
                    <a:pos x="T6" y="T7"/>
                  </a:cxn>
                  <a:cxn ang="0">
                    <a:pos x="T8" y="T9"/>
                  </a:cxn>
                  <a:cxn ang="0">
                    <a:pos x="T10" y="T11"/>
                  </a:cxn>
                  <a:cxn ang="0">
                    <a:pos x="T12" y="T13"/>
                  </a:cxn>
                </a:cxnLst>
                <a:rect l="0" t="0" r="r" b="b"/>
                <a:pathLst>
                  <a:path w="30" h="20">
                    <a:moveTo>
                      <a:pt x="6" y="19"/>
                    </a:moveTo>
                    <a:lnTo>
                      <a:pt x="18" y="19"/>
                    </a:lnTo>
                    <a:lnTo>
                      <a:pt x="29" y="10"/>
                    </a:lnTo>
                    <a:lnTo>
                      <a:pt x="13" y="0"/>
                    </a:lnTo>
                    <a:lnTo>
                      <a:pt x="0" y="2"/>
                    </a:lnTo>
                    <a:lnTo>
                      <a:pt x="0" y="14"/>
                    </a:lnTo>
                    <a:lnTo>
                      <a:pt x="6" y="19"/>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71" name="Freeform 156">
                <a:extLst>
                  <a:ext uri="{FF2B5EF4-FFF2-40B4-BE49-F238E27FC236}">
                    <a16:creationId xmlns:a16="http://schemas.microsoft.com/office/drawing/2014/main" id="{E5616336-8FBB-4303-ADB6-8B48F3E3AC56}"/>
                  </a:ext>
                </a:extLst>
              </p:cNvPr>
              <p:cNvSpPr>
                <a:spLocks/>
              </p:cNvSpPr>
              <p:nvPr/>
            </p:nvSpPr>
            <p:spPr bwMode="auto">
              <a:xfrm>
                <a:off x="6369612" y="2351384"/>
                <a:ext cx="122654" cy="55053"/>
              </a:xfrm>
              <a:custGeom>
                <a:avLst/>
                <a:gdLst>
                  <a:gd name="T0" fmla="*/ 69 w 70"/>
                  <a:gd name="T1" fmla="*/ 30 h 31"/>
                  <a:gd name="T2" fmla="*/ 41 w 70"/>
                  <a:gd name="T3" fmla="*/ 29 h 31"/>
                  <a:gd name="T4" fmla="*/ 27 w 70"/>
                  <a:gd name="T5" fmla="*/ 18 h 31"/>
                  <a:gd name="T6" fmla="*/ 0 w 70"/>
                  <a:gd name="T7" fmla="*/ 19 h 31"/>
                  <a:gd name="T8" fmla="*/ 11 w 70"/>
                  <a:gd name="T9" fmla="*/ 10 h 31"/>
                  <a:gd name="T10" fmla="*/ 30 w 70"/>
                  <a:gd name="T11" fmla="*/ 0 h 31"/>
                  <a:gd name="T12" fmla="*/ 53 w 70"/>
                  <a:gd name="T13" fmla="*/ 8 h 31"/>
                  <a:gd name="T14" fmla="*/ 69 w 70"/>
                  <a:gd name="T15" fmla="*/ 3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31">
                    <a:moveTo>
                      <a:pt x="69" y="30"/>
                    </a:moveTo>
                    <a:lnTo>
                      <a:pt x="41" y="29"/>
                    </a:lnTo>
                    <a:lnTo>
                      <a:pt x="27" y="18"/>
                    </a:lnTo>
                    <a:lnTo>
                      <a:pt x="0" y="19"/>
                    </a:lnTo>
                    <a:lnTo>
                      <a:pt x="11" y="10"/>
                    </a:lnTo>
                    <a:lnTo>
                      <a:pt x="30" y="0"/>
                    </a:lnTo>
                    <a:lnTo>
                      <a:pt x="53" y="8"/>
                    </a:lnTo>
                    <a:lnTo>
                      <a:pt x="69" y="3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72" name="Freeform 158">
                <a:extLst>
                  <a:ext uri="{FF2B5EF4-FFF2-40B4-BE49-F238E27FC236}">
                    <a16:creationId xmlns:a16="http://schemas.microsoft.com/office/drawing/2014/main" id="{4ED1958D-CB8E-4CB8-901E-C48B5C8A91DB}"/>
                  </a:ext>
                </a:extLst>
              </p:cNvPr>
              <p:cNvSpPr>
                <a:spLocks/>
              </p:cNvSpPr>
              <p:nvPr/>
            </p:nvSpPr>
            <p:spPr bwMode="auto">
              <a:xfrm>
                <a:off x="6325583" y="2382843"/>
                <a:ext cx="209140" cy="99096"/>
              </a:xfrm>
              <a:custGeom>
                <a:avLst/>
                <a:gdLst>
                  <a:gd name="T0" fmla="*/ 86 w 119"/>
                  <a:gd name="T1" fmla="*/ 55 h 56"/>
                  <a:gd name="T2" fmla="*/ 85 w 119"/>
                  <a:gd name="T3" fmla="*/ 45 h 56"/>
                  <a:gd name="T4" fmla="*/ 56 w 119"/>
                  <a:gd name="T5" fmla="*/ 33 h 56"/>
                  <a:gd name="T6" fmla="*/ 26 w 119"/>
                  <a:gd name="T7" fmla="*/ 51 h 56"/>
                  <a:gd name="T8" fmla="*/ 2 w 119"/>
                  <a:gd name="T9" fmla="*/ 52 h 56"/>
                  <a:gd name="T10" fmla="*/ 0 w 119"/>
                  <a:gd name="T11" fmla="*/ 27 h 56"/>
                  <a:gd name="T12" fmla="*/ 10 w 119"/>
                  <a:gd name="T13" fmla="*/ 17 h 56"/>
                  <a:gd name="T14" fmla="*/ 21 w 119"/>
                  <a:gd name="T15" fmla="*/ 33 h 56"/>
                  <a:gd name="T16" fmla="*/ 37 w 119"/>
                  <a:gd name="T17" fmla="*/ 33 h 56"/>
                  <a:gd name="T18" fmla="*/ 40 w 119"/>
                  <a:gd name="T19" fmla="*/ 19 h 56"/>
                  <a:gd name="T20" fmla="*/ 29 w 119"/>
                  <a:gd name="T21" fmla="*/ 14 h 56"/>
                  <a:gd name="T22" fmla="*/ 25 w 119"/>
                  <a:gd name="T23" fmla="*/ 2 h 56"/>
                  <a:gd name="T24" fmla="*/ 52 w 119"/>
                  <a:gd name="T25" fmla="*/ 0 h 56"/>
                  <a:gd name="T26" fmla="*/ 67 w 119"/>
                  <a:gd name="T27" fmla="*/ 12 h 56"/>
                  <a:gd name="T28" fmla="*/ 95 w 119"/>
                  <a:gd name="T29" fmla="*/ 13 h 56"/>
                  <a:gd name="T30" fmla="*/ 118 w 119"/>
                  <a:gd name="T31" fmla="*/ 33 h 56"/>
                  <a:gd name="T32" fmla="*/ 107 w 119"/>
                  <a:gd name="T33" fmla="*/ 41 h 56"/>
                  <a:gd name="T34" fmla="*/ 92 w 119"/>
                  <a:gd name="T35" fmla="*/ 36 h 56"/>
                  <a:gd name="T36" fmla="*/ 86 w 119"/>
                  <a:gd name="T37" fmla="*/ 55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56">
                    <a:moveTo>
                      <a:pt x="86" y="55"/>
                    </a:moveTo>
                    <a:lnTo>
                      <a:pt x="85" y="45"/>
                    </a:lnTo>
                    <a:lnTo>
                      <a:pt x="56" y="33"/>
                    </a:lnTo>
                    <a:lnTo>
                      <a:pt x="26" y="51"/>
                    </a:lnTo>
                    <a:lnTo>
                      <a:pt x="2" y="52"/>
                    </a:lnTo>
                    <a:lnTo>
                      <a:pt x="0" y="27"/>
                    </a:lnTo>
                    <a:lnTo>
                      <a:pt x="10" y="17"/>
                    </a:lnTo>
                    <a:lnTo>
                      <a:pt x="21" y="33"/>
                    </a:lnTo>
                    <a:lnTo>
                      <a:pt x="37" y="33"/>
                    </a:lnTo>
                    <a:lnTo>
                      <a:pt x="40" y="19"/>
                    </a:lnTo>
                    <a:lnTo>
                      <a:pt x="29" y="14"/>
                    </a:lnTo>
                    <a:lnTo>
                      <a:pt x="25" y="2"/>
                    </a:lnTo>
                    <a:lnTo>
                      <a:pt x="52" y="0"/>
                    </a:lnTo>
                    <a:lnTo>
                      <a:pt x="67" y="12"/>
                    </a:lnTo>
                    <a:lnTo>
                      <a:pt x="95" y="13"/>
                    </a:lnTo>
                    <a:lnTo>
                      <a:pt x="118" y="33"/>
                    </a:lnTo>
                    <a:lnTo>
                      <a:pt x="107" y="41"/>
                    </a:lnTo>
                    <a:lnTo>
                      <a:pt x="92" y="36"/>
                    </a:lnTo>
                    <a:lnTo>
                      <a:pt x="86" y="55"/>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73" name="Freeform 165">
                <a:extLst>
                  <a:ext uri="{FF2B5EF4-FFF2-40B4-BE49-F238E27FC236}">
                    <a16:creationId xmlns:a16="http://schemas.microsoft.com/office/drawing/2014/main" id="{591E4B6A-F822-44DE-B9C2-869714402C16}"/>
                  </a:ext>
                </a:extLst>
              </p:cNvPr>
              <p:cNvSpPr>
                <a:spLocks/>
              </p:cNvSpPr>
              <p:nvPr/>
            </p:nvSpPr>
            <p:spPr bwMode="auto">
              <a:xfrm>
                <a:off x="5981209" y="2793384"/>
                <a:ext cx="83342" cy="53480"/>
              </a:xfrm>
              <a:custGeom>
                <a:avLst/>
                <a:gdLst>
                  <a:gd name="T0" fmla="*/ 8 w 49"/>
                  <a:gd name="T1" fmla="*/ 28 h 30"/>
                  <a:gd name="T2" fmla="*/ 0 w 49"/>
                  <a:gd name="T3" fmla="*/ 22 h 30"/>
                  <a:gd name="T4" fmla="*/ 3 w 49"/>
                  <a:gd name="T5" fmla="*/ 13 h 30"/>
                  <a:gd name="T6" fmla="*/ 9 w 49"/>
                  <a:gd name="T7" fmla="*/ 3 h 30"/>
                  <a:gd name="T8" fmla="*/ 19 w 49"/>
                  <a:gd name="T9" fmla="*/ 2 h 30"/>
                  <a:gd name="T10" fmla="*/ 27 w 49"/>
                  <a:gd name="T11" fmla="*/ 3 h 30"/>
                  <a:gd name="T12" fmla="*/ 37 w 49"/>
                  <a:gd name="T13" fmla="*/ 0 h 30"/>
                  <a:gd name="T14" fmla="*/ 45 w 49"/>
                  <a:gd name="T15" fmla="*/ 5 h 30"/>
                  <a:gd name="T16" fmla="*/ 48 w 49"/>
                  <a:gd name="T17" fmla="*/ 15 h 30"/>
                  <a:gd name="T18" fmla="*/ 43 w 49"/>
                  <a:gd name="T19" fmla="*/ 26 h 30"/>
                  <a:gd name="T20" fmla="*/ 37 w 49"/>
                  <a:gd name="T21" fmla="*/ 24 h 30"/>
                  <a:gd name="T22" fmla="*/ 33 w 49"/>
                  <a:gd name="T23" fmla="*/ 29 h 30"/>
                  <a:gd name="T24" fmla="*/ 27 w 49"/>
                  <a:gd name="T25" fmla="*/ 22 h 30"/>
                  <a:gd name="T26" fmla="*/ 22 w 49"/>
                  <a:gd name="T27" fmla="*/ 28 h 30"/>
                  <a:gd name="T28" fmla="*/ 8 w 49"/>
                  <a:gd name="T29" fmla="*/ 2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9" h="30">
                    <a:moveTo>
                      <a:pt x="8" y="28"/>
                    </a:moveTo>
                    <a:lnTo>
                      <a:pt x="0" y="22"/>
                    </a:lnTo>
                    <a:lnTo>
                      <a:pt x="3" y="13"/>
                    </a:lnTo>
                    <a:lnTo>
                      <a:pt x="9" y="3"/>
                    </a:lnTo>
                    <a:lnTo>
                      <a:pt x="19" y="2"/>
                    </a:lnTo>
                    <a:lnTo>
                      <a:pt x="27" y="3"/>
                    </a:lnTo>
                    <a:lnTo>
                      <a:pt x="37" y="0"/>
                    </a:lnTo>
                    <a:lnTo>
                      <a:pt x="45" y="5"/>
                    </a:lnTo>
                    <a:lnTo>
                      <a:pt x="48" y="15"/>
                    </a:lnTo>
                    <a:lnTo>
                      <a:pt x="43" y="26"/>
                    </a:lnTo>
                    <a:lnTo>
                      <a:pt x="37" y="24"/>
                    </a:lnTo>
                    <a:lnTo>
                      <a:pt x="33" y="29"/>
                    </a:lnTo>
                    <a:lnTo>
                      <a:pt x="27" y="22"/>
                    </a:lnTo>
                    <a:lnTo>
                      <a:pt x="22" y="28"/>
                    </a:lnTo>
                    <a:lnTo>
                      <a:pt x="8" y="28"/>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74" name="Freeform 166">
                <a:extLst>
                  <a:ext uri="{FF2B5EF4-FFF2-40B4-BE49-F238E27FC236}">
                    <a16:creationId xmlns:a16="http://schemas.microsoft.com/office/drawing/2014/main" id="{6CA34A04-EB95-498C-8432-AD5B052A367A}"/>
                  </a:ext>
                </a:extLst>
              </p:cNvPr>
              <p:cNvSpPr>
                <a:spLocks/>
              </p:cNvSpPr>
              <p:nvPr/>
            </p:nvSpPr>
            <p:spPr bwMode="auto">
              <a:xfrm>
                <a:off x="5930889" y="2592046"/>
                <a:ext cx="70762" cy="97523"/>
              </a:xfrm>
              <a:custGeom>
                <a:avLst/>
                <a:gdLst>
                  <a:gd name="T0" fmla="*/ 0 w 41"/>
                  <a:gd name="T1" fmla="*/ 42 h 54"/>
                  <a:gd name="T2" fmla="*/ 8 w 41"/>
                  <a:gd name="T3" fmla="*/ 38 h 54"/>
                  <a:gd name="T4" fmla="*/ 17 w 41"/>
                  <a:gd name="T5" fmla="*/ 40 h 54"/>
                  <a:gd name="T6" fmla="*/ 19 w 41"/>
                  <a:gd name="T7" fmla="*/ 53 h 54"/>
                  <a:gd name="T8" fmla="*/ 22 w 41"/>
                  <a:gd name="T9" fmla="*/ 36 h 54"/>
                  <a:gd name="T10" fmla="*/ 32 w 41"/>
                  <a:gd name="T11" fmla="*/ 29 h 54"/>
                  <a:gd name="T12" fmla="*/ 40 w 41"/>
                  <a:gd name="T13" fmla="*/ 15 h 54"/>
                  <a:gd name="T14" fmla="*/ 40 w 41"/>
                  <a:gd name="T15" fmla="*/ 0 h 54"/>
                  <a:gd name="T16" fmla="*/ 22 w 41"/>
                  <a:gd name="T17" fmla="*/ 3 h 54"/>
                  <a:gd name="T18" fmla="*/ 18 w 41"/>
                  <a:gd name="T19" fmla="*/ 8 h 54"/>
                  <a:gd name="T20" fmla="*/ 18 w 41"/>
                  <a:gd name="T21" fmla="*/ 10 h 54"/>
                  <a:gd name="T22" fmla="*/ 16 w 41"/>
                  <a:gd name="T23" fmla="*/ 16 h 54"/>
                  <a:gd name="T24" fmla="*/ 8 w 41"/>
                  <a:gd name="T25" fmla="*/ 11 h 54"/>
                  <a:gd name="T26" fmla="*/ 2 w 41"/>
                  <a:gd name="T27" fmla="*/ 27 h 54"/>
                  <a:gd name="T28" fmla="*/ 4 w 41"/>
                  <a:gd name="T29" fmla="*/ 30 h 54"/>
                  <a:gd name="T30" fmla="*/ 0 w 41"/>
                  <a:gd name="T31" fmla="*/ 4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1" h="54">
                    <a:moveTo>
                      <a:pt x="0" y="42"/>
                    </a:moveTo>
                    <a:lnTo>
                      <a:pt x="8" y="38"/>
                    </a:lnTo>
                    <a:lnTo>
                      <a:pt x="17" y="40"/>
                    </a:lnTo>
                    <a:lnTo>
                      <a:pt x="19" y="53"/>
                    </a:lnTo>
                    <a:lnTo>
                      <a:pt x="22" y="36"/>
                    </a:lnTo>
                    <a:lnTo>
                      <a:pt x="32" y="29"/>
                    </a:lnTo>
                    <a:lnTo>
                      <a:pt x="40" y="15"/>
                    </a:lnTo>
                    <a:lnTo>
                      <a:pt x="40" y="0"/>
                    </a:lnTo>
                    <a:lnTo>
                      <a:pt x="22" y="3"/>
                    </a:lnTo>
                    <a:lnTo>
                      <a:pt x="18" y="8"/>
                    </a:lnTo>
                    <a:lnTo>
                      <a:pt x="18" y="10"/>
                    </a:lnTo>
                    <a:lnTo>
                      <a:pt x="16" y="16"/>
                    </a:lnTo>
                    <a:lnTo>
                      <a:pt x="8" y="11"/>
                    </a:lnTo>
                    <a:lnTo>
                      <a:pt x="2" y="27"/>
                    </a:lnTo>
                    <a:lnTo>
                      <a:pt x="4" y="30"/>
                    </a:lnTo>
                    <a:lnTo>
                      <a:pt x="0" y="4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75" name="Freeform 240">
                <a:extLst>
                  <a:ext uri="{FF2B5EF4-FFF2-40B4-BE49-F238E27FC236}">
                    <a16:creationId xmlns:a16="http://schemas.microsoft.com/office/drawing/2014/main" id="{1D032AB4-F807-4B96-A6B4-077644D3F0AA}"/>
                  </a:ext>
                </a:extLst>
              </p:cNvPr>
              <p:cNvSpPr>
                <a:spLocks/>
              </p:cNvSpPr>
              <p:nvPr/>
            </p:nvSpPr>
            <p:spPr bwMode="auto">
              <a:xfrm>
                <a:off x="6204501" y="2768216"/>
                <a:ext cx="158821" cy="88085"/>
              </a:xfrm>
              <a:custGeom>
                <a:avLst/>
                <a:gdLst>
                  <a:gd name="T0" fmla="*/ 88 w 89"/>
                  <a:gd name="T1" fmla="*/ 13 h 50"/>
                  <a:gd name="T2" fmla="*/ 76 w 89"/>
                  <a:gd name="T3" fmla="*/ 3 h 50"/>
                  <a:gd name="T4" fmla="*/ 69 w 89"/>
                  <a:gd name="T5" fmla="*/ 0 h 50"/>
                  <a:gd name="T6" fmla="*/ 46 w 89"/>
                  <a:gd name="T7" fmla="*/ 5 h 50"/>
                  <a:gd name="T8" fmla="*/ 30 w 89"/>
                  <a:gd name="T9" fmla="*/ 5 h 50"/>
                  <a:gd name="T10" fmla="*/ 9 w 89"/>
                  <a:gd name="T11" fmla="*/ 2 h 50"/>
                  <a:gd name="T12" fmla="*/ 11 w 89"/>
                  <a:gd name="T13" fmla="*/ 16 h 50"/>
                  <a:gd name="T14" fmla="*/ 5 w 89"/>
                  <a:gd name="T15" fmla="*/ 25 h 50"/>
                  <a:gd name="T16" fmla="*/ 5 w 89"/>
                  <a:gd name="T17" fmla="*/ 29 h 50"/>
                  <a:gd name="T18" fmla="*/ 0 w 89"/>
                  <a:gd name="T19" fmla="*/ 35 h 50"/>
                  <a:gd name="T20" fmla="*/ 6 w 89"/>
                  <a:gd name="T21" fmla="*/ 37 h 50"/>
                  <a:gd name="T22" fmla="*/ 21 w 89"/>
                  <a:gd name="T23" fmla="*/ 46 h 50"/>
                  <a:gd name="T24" fmla="*/ 38 w 89"/>
                  <a:gd name="T25" fmla="*/ 49 h 50"/>
                  <a:gd name="T26" fmla="*/ 47 w 89"/>
                  <a:gd name="T27" fmla="*/ 41 h 50"/>
                  <a:gd name="T28" fmla="*/ 58 w 89"/>
                  <a:gd name="T29" fmla="*/ 42 h 50"/>
                  <a:gd name="T30" fmla="*/ 71 w 89"/>
                  <a:gd name="T31" fmla="*/ 38 h 50"/>
                  <a:gd name="T32" fmla="*/ 82 w 89"/>
                  <a:gd name="T33" fmla="*/ 22 h 50"/>
                  <a:gd name="T34" fmla="*/ 88 w 89"/>
                  <a:gd name="T35" fmla="*/ 1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9" h="50">
                    <a:moveTo>
                      <a:pt x="88" y="13"/>
                    </a:moveTo>
                    <a:lnTo>
                      <a:pt x="76" y="3"/>
                    </a:lnTo>
                    <a:lnTo>
                      <a:pt x="69" y="0"/>
                    </a:lnTo>
                    <a:lnTo>
                      <a:pt x="46" y="5"/>
                    </a:lnTo>
                    <a:lnTo>
                      <a:pt x="30" y="5"/>
                    </a:lnTo>
                    <a:lnTo>
                      <a:pt x="9" y="2"/>
                    </a:lnTo>
                    <a:lnTo>
                      <a:pt x="11" y="16"/>
                    </a:lnTo>
                    <a:lnTo>
                      <a:pt x="5" y="25"/>
                    </a:lnTo>
                    <a:lnTo>
                      <a:pt x="5" y="29"/>
                    </a:lnTo>
                    <a:lnTo>
                      <a:pt x="0" y="35"/>
                    </a:lnTo>
                    <a:lnTo>
                      <a:pt x="6" y="37"/>
                    </a:lnTo>
                    <a:lnTo>
                      <a:pt x="21" y="46"/>
                    </a:lnTo>
                    <a:lnTo>
                      <a:pt x="38" y="49"/>
                    </a:lnTo>
                    <a:lnTo>
                      <a:pt x="47" y="41"/>
                    </a:lnTo>
                    <a:lnTo>
                      <a:pt x="58" y="42"/>
                    </a:lnTo>
                    <a:lnTo>
                      <a:pt x="71" y="38"/>
                    </a:lnTo>
                    <a:lnTo>
                      <a:pt x="82" y="22"/>
                    </a:lnTo>
                    <a:lnTo>
                      <a:pt x="88" y="1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76" name="Freeform 241">
                <a:extLst>
                  <a:ext uri="{FF2B5EF4-FFF2-40B4-BE49-F238E27FC236}">
                    <a16:creationId xmlns:a16="http://schemas.microsoft.com/office/drawing/2014/main" id="{0AE96DEE-DC75-4A71-A8BA-205F3AC4A880}"/>
                  </a:ext>
                </a:extLst>
              </p:cNvPr>
              <p:cNvSpPr>
                <a:spLocks/>
              </p:cNvSpPr>
              <p:nvPr/>
            </p:nvSpPr>
            <p:spPr bwMode="auto">
              <a:xfrm>
                <a:off x="5897867" y="2661255"/>
                <a:ext cx="83342" cy="67637"/>
              </a:xfrm>
              <a:custGeom>
                <a:avLst/>
                <a:gdLst>
                  <a:gd name="T0" fmla="*/ 2 w 47"/>
                  <a:gd name="T1" fmla="*/ 3 h 38"/>
                  <a:gd name="T2" fmla="*/ 0 w 47"/>
                  <a:gd name="T3" fmla="*/ 11 h 38"/>
                  <a:gd name="T4" fmla="*/ 12 w 47"/>
                  <a:gd name="T5" fmla="*/ 18 h 38"/>
                  <a:gd name="T6" fmla="*/ 18 w 47"/>
                  <a:gd name="T7" fmla="*/ 31 h 38"/>
                  <a:gd name="T8" fmla="*/ 35 w 47"/>
                  <a:gd name="T9" fmla="*/ 37 h 38"/>
                  <a:gd name="T10" fmla="*/ 37 w 47"/>
                  <a:gd name="T11" fmla="*/ 29 h 38"/>
                  <a:gd name="T12" fmla="*/ 46 w 47"/>
                  <a:gd name="T13" fmla="*/ 19 h 38"/>
                  <a:gd name="T14" fmla="*/ 37 w 47"/>
                  <a:gd name="T15" fmla="*/ 15 h 38"/>
                  <a:gd name="T16" fmla="*/ 34 w 47"/>
                  <a:gd name="T17" fmla="*/ 2 h 38"/>
                  <a:gd name="T18" fmla="*/ 25 w 47"/>
                  <a:gd name="T19" fmla="*/ 0 h 38"/>
                  <a:gd name="T20" fmla="*/ 17 w 47"/>
                  <a:gd name="T21" fmla="*/ 3 h 38"/>
                  <a:gd name="T22" fmla="*/ 2 w 47"/>
                  <a:gd name="T23" fmla="*/ 3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7" h="38">
                    <a:moveTo>
                      <a:pt x="2" y="3"/>
                    </a:moveTo>
                    <a:lnTo>
                      <a:pt x="0" y="11"/>
                    </a:lnTo>
                    <a:lnTo>
                      <a:pt x="12" y="18"/>
                    </a:lnTo>
                    <a:lnTo>
                      <a:pt x="18" y="31"/>
                    </a:lnTo>
                    <a:lnTo>
                      <a:pt x="35" y="37"/>
                    </a:lnTo>
                    <a:lnTo>
                      <a:pt x="37" y="29"/>
                    </a:lnTo>
                    <a:lnTo>
                      <a:pt x="46" y="19"/>
                    </a:lnTo>
                    <a:lnTo>
                      <a:pt x="37" y="15"/>
                    </a:lnTo>
                    <a:lnTo>
                      <a:pt x="34" y="2"/>
                    </a:lnTo>
                    <a:lnTo>
                      <a:pt x="25" y="0"/>
                    </a:lnTo>
                    <a:lnTo>
                      <a:pt x="17" y="3"/>
                    </a:lnTo>
                    <a:lnTo>
                      <a:pt x="2" y="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77" name="Freeform 242">
                <a:extLst>
                  <a:ext uri="{FF2B5EF4-FFF2-40B4-BE49-F238E27FC236}">
                    <a16:creationId xmlns:a16="http://schemas.microsoft.com/office/drawing/2014/main" id="{CE56BBEF-AD89-41BB-9492-B83292A152F6}"/>
                  </a:ext>
                </a:extLst>
              </p:cNvPr>
              <p:cNvSpPr>
                <a:spLocks/>
              </p:cNvSpPr>
              <p:nvPr/>
            </p:nvSpPr>
            <p:spPr bwMode="auto">
              <a:xfrm>
                <a:off x="6017376" y="2439469"/>
                <a:ext cx="69189" cy="110107"/>
              </a:xfrm>
              <a:custGeom>
                <a:avLst/>
                <a:gdLst>
                  <a:gd name="T0" fmla="*/ 30 w 39"/>
                  <a:gd name="T1" fmla="*/ 58 h 63"/>
                  <a:gd name="T2" fmla="*/ 14 w 39"/>
                  <a:gd name="T3" fmla="*/ 62 h 63"/>
                  <a:gd name="T4" fmla="*/ 8 w 39"/>
                  <a:gd name="T5" fmla="*/ 48 h 63"/>
                  <a:gd name="T6" fmla="*/ 0 w 39"/>
                  <a:gd name="T7" fmla="*/ 43 h 63"/>
                  <a:gd name="T8" fmla="*/ 0 w 39"/>
                  <a:gd name="T9" fmla="*/ 19 h 63"/>
                  <a:gd name="T10" fmla="*/ 18 w 39"/>
                  <a:gd name="T11" fmla="*/ 17 h 63"/>
                  <a:gd name="T12" fmla="*/ 27 w 39"/>
                  <a:gd name="T13" fmla="*/ 0 h 63"/>
                  <a:gd name="T14" fmla="*/ 38 w 39"/>
                  <a:gd name="T15" fmla="*/ 17 h 63"/>
                  <a:gd name="T16" fmla="*/ 28 w 39"/>
                  <a:gd name="T17" fmla="*/ 42 h 63"/>
                  <a:gd name="T18" fmla="*/ 30 w 39"/>
                  <a:gd name="T19" fmla="*/ 58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 h="63">
                    <a:moveTo>
                      <a:pt x="30" y="58"/>
                    </a:moveTo>
                    <a:lnTo>
                      <a:pt x="14" y="62"/>
                    </a:lnTo>
                    <a:lnTo>
                      <a:pt x="8" y="48"/>
                    </a:lnTo>
                    <a:lnTo>
                      <a:pt x="0" y="43"/>
                    </a:lnTo>
                    <a:lnTo>
                      <a:pt x="0" y="19"/>
                    </a:lnTo>
                    <a:lnTo>
                      <a:pt x="18" y="17"/>
                    </a:lnTo>
                    <a:lnTo>
                      <a:pt x="27" y="0"/>
                    </a:lnTo>
                    <a:lnTo>
                      <a:pt x="38" y="17"/>
                    </a:lnTo>
                    <a:lnTo>
                      <a:pt x="28" y="42"/>
                    </a:lnTo>
                    <a:lnTo>
                      <a:pt x="30" y="58"/>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78" name="Freeform 243">
                <a:extLst>
                  <a:ext uri="{FF2B5EF4-FFF2-40B4-BE49-F238E27FC236}">
                    <a16:creationId xmlns:a16="http://schemas.microsoft.com/office/drawing/2014/main" id="{91DD711F-29A5-469D-8819-45BD97E82BD8}"/>
                  </a:ext>
                </a:extLst>
              </p:cNvPr>
              <p:cNvSpPr>
                <a:spLocks/>
              </p:cNvSpPr>
              <p:nvPr/>
            </p:nvSpPr>
            <p:spPr bwMode="auto">
              <a:xfrm>
                <a:off x="6355460" y="2903490"/>
                <a:ext cx="144669" cy="108534"/>
              </a:xfrm>
              <a:custGeom>
                <a:avLst/>
                <a:gdLst>
                  <a:gd name="T0" fmla="*/ 61 w 82"/>
                  <a:gd name="T1" fmla="*/ 53 h 62"/>
                  <a:gd name="T2" fmla="*/ 48 w 82"/>
                  <a:gd name="T3" fmla="*/ 54 h 62"/>
                  <a:gd name="T4" fmla="*/ 40 w 82"/>
                  <a:gd name="T5" fmla="*/ 54 h 62"/>
                  <a:gd name="T6" fmla="*/ 31 w 82"/>
                  <a:gd name="T7" fmla="*/ 61 h 62"/>
                  <a:gd name="T8" fmla="*/ 18 w 82"/>
                  <a:gd name="T9" fmla="*/ 57 h 62"/>
                  <a:gd name="T10" fmla="*/ 11 w 82"/>
                  <a:gd name="T11" fmla="*/ 57 h 62"/>
                  <a:gd name="T12" fmla="*/ 9 w 82"/>
                  <a:gd name="T13" fmla="*/ 36 h 62"/>
                  <a:gd name="T14" fmla="*/ 1 w 82"/>
                  <a:gd name="T15" fmla="*/ 21 h 62"/>
                  <a:gd name="T16" fmla="*/ 0 w 82"/>
                  <a:gd name="T17" fmla="*/ 13 h 62"/>
                  <a:gd name="T18" fmla="*/ 13 w 82"/>
                  <a:gd name="T19" fmla="*/ 3 h 62"/>
                  <a:gd name="T20" fmla="*/ 17 w 82"/>
                  <a:gd name="T21" fmla="*/ 6 h 62"/>
                  <a:gd name="T22" fmla="*/ 21 w 82"/>
                  <a:gd name="T23" fmla="*/ 0 h 62"/>
                  <a:gd name="T24" fmla="*/ 38 w 82"/>
                  <a:gd name="T25" fmla="*/ 6 h 62"/>
                  <a:gd name="T26" fmla="*/ 42 w 82"/>
                  <a:gd name="T27" fmla="*/ 19 h 62"/>
                  <a:gd name="T28" fmla="*/ 62 w 82"/>
                  <a:gd name="T29" fmla="*/ 16 h 62"/>
                  <a:gd name="T30" fmla="*/ 76 w 82"/>
                  <a:gd name="T31" fmla="*/ 14 h 62"/>
                  <a:gd name="T32" fmla="*/ 81 w 82"/>
                  <a:gd name="T33" fmla="*/ 26 h 62"/>
                  <a:gd name="T34" fmla="*/ 76 w 82"/>
                  <a:gd name="T35" fmla="*/ 36 h 62"/>
                  <a:gd name="T36" fmla="*/ 70 w 82"/>
                  <a:gd name="T37" fmla="*/ 43 h 62"/>
                  <a:gd name="T38" fmla="*/ 75 w 82"/>
                  <a:gd name="T39" fmla="*/ 50 h 62"/>
                  <a:gd name="T40" fmla="*/ 61 w 82"/>
                  <a:gd name="T41" fmla="*/ 53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2" h="62">
                    <a:moveTo>
                      <a:pt x="61" y="53"/>
                    </a:moveTo>
                    <a:lnTo>
                      <a:pt x="48" y="54"/>
                    </a:lnTo>
                    <a:lnTo>
                      <a:pt x="40" y="54"/>
                    </a:lnTo>
                    <a:lnTo>
                      <a:pt x="31" y="61"/>
                    </a:lnTo>
                    <a:lnTo>
                      <a:pt x="18" y="57"/>
                    </a:lnTo>
                    <a:lnTo>
                      <a:pt x="11" y="57"/>
                    </a:lnTo>
                    <a:lnTo>
                      <a:pt x="9" y="36"/>
                    </a:lnTo>
                    <a:lnTo>
                      <a:pt x="1" y="21"/>
                    </a:lnTo>
                    <a:lnTo>
                      <a:pt x="0" y="13"/>
                    </a:lnTo>
                    <a:lnTo>
                      <a:pt x="13" y="3"/>
                    </a:lnTo>
                    <a:lnTo>
                      <a:pt x="17" y="6"/>
                    </a:lnTo>
                    <a:lnTo>
                      <a:pt x="21" y="0"/>
                    </a:lnTo>
                    <a:lnTo>
                      <a:pt x="38" y="6"/>
                    </a:lnTo>
                    <a:lnTo>
                      <a:pt x="42" y="19"/>
                    </a:lnTo>
                    <a:lnTo>
                      <a:pt x="62" y="16"/>
                    </a:lnTo>
                    <a:lnTo>
                      <a:pt x="76" y="14"/>
                    </a:lnTo>
                    <a:lnTo>
                      <a:pt x="81" y="26"/>
                    </a:lnTo>
                    <a:lnTo>
                      <a:pt x="76" y="36"/>
                    </a:lnTo>
                    <a:lnTo>
                      <a:pt x="70" y="43"/>
                    </a:lnTo>
                    <a:lnTo>
                      <a:pt x="75" y="50"/>
                    </a:lnTo>
                    <a:lnTo>
                      <a:pt x="61" y="5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79" name="Freeform 244">
                <a:extLst>
                  <a:ext uri="{FF2B5EF4-FFF2-40B4-BE49-F238E27FC236}">
                    <a16:creationId xmlns:a16="http://schemas.microsoft.com/office/drawing/2014/main" id="{5C359432-13F7-421D-9951-DBA95C146C33}"/>
                  </a:ext>
                </a:extLst>
              </p:cNvPr>
              <p:cNvSpPr>
                <a:spLocks/>
              </p:cNvSpPr>
              <p:nvPr/>
            </p:nvSpPr>
            <p:spPr bwMode="auto">
              <a:xfrm>
                <a:off x="6311430" y="1932978"/>
                <a:ext cx="245307" cy="426270"/>
              </a:xfrm>
              <a:custGeom>
                <a:avLst/>
                <a:gdLst>
                  <a:gd name="T0" fmla="*/ 19 w 139"/>
                  <a:gd name="T1" fmla="*/ 101 h 242"/>
                  <a:gd name="T2" fmla="*/ 29 w 139"/>
                  <a:gd name="T3" fmla="*/ 94 h 242"/>
                  <a:gd name="T4" fmla="*/ 27 w 139"/>
                  <a:gd name="T5" fmla="*/ 63 h 242"/>
                  <a:gd name="T6" fmla="*/ 26 w 139"/>
                  <a:gd name="T7" fmla="*/ 53 h 242"/>
                  <a:gd name="T8" fmla="*/ 15 w 139"/>
                  <a:gd name="T9" fmla="*/ 43 h 242"/>
                  <a:gd name="T10" fmla="*/ 3 w 139"/>
                  <a:gd name="T11" fmla="*/ 30 h 242"/>
                  <a:gd name="T12" fmla="*/ 14 w 139"/>
                  <a:gd name="T13" fmla="*/ 33 h 242"/>
                  <a:gd name="T14" fmla="*/ 27 w 139"/>
                  <a:gd name="T15" fmla="*/ 36 h 242"/>
                  <a:gd name="T16" fmla="*/ 47 w 139"/>
                  <a:gd name="T17" fmla="*/ 33 h 242"/>
                  <a:gd name="T18" fmla="*/ 53 w 139"/>
                  <a:gd name="T19" fmla="*/ 18 h 242"/>
                  <a:gd name="T20" fmla="*/ 63 w 139"/>
                  <a:gd name="T21" fmla="*/ 7 h 242"/>
                  <a:gd name="T22" fmla="*/ 70 w 139"/>
                  <a:gd name="T23" fmla="*/ 0 h 242"/>
                  <a:gd name="T24" fmla="*/ 82 w 139"/>
                  <a:gd name="T25" fmla="*/ 2 h 242"/>
                  <a:gd name="T26" fmla="*/ 93 w 139"/>
                  <a:gd name="T27" fmla="*/ 12 h 242"/>
                  <a:gd name="T28" fmla="*/ 85 w 139"/>
                  <a:gd name="T29" fmla="*/ 36 h 242"/>
                  <a:gd name="T30" fmla="*/ 100 w 139"/>
                  <a:gd name="T31" fmla="*/ 50 h 242"/>
                  <a:gd name="T32" fmla="*/ 100 w 139"/>
                  <a:gd name="T33" fmla="*/ 65 h 242"/>
                  <a:gd name="T34" fmla="*/ 105 w 139"/>
                  <a:gd name="T35" fmla="*/ 85 h 242"/>
                  <a:gd name="T36" fmla="*/ 107 w 139"/>
                  <a:gd name="T37" fmla="*/ 109 h 242"/>
                  <a:gd name="T38" fmla="*/ 113 w 139"/>
                  <a:gd name="T39" fmla="*/ 129 h 242"/>
                  <a:gd name="T40" fmla="*/ 120 w 139"/>
                  <a:gd name="T41" fmla="*/ 151 h 242"/>
                  <a:gd name="T42" fmla="*/ 128 w 139"/>
                  <a:gd name="T43" fmla="*/ 161 h 242"/>
                  <a:gd name="T44" fmla="*/ 138 w 139"/>
                  <a:gd name="T45" fmla="*/ 169 h 242"/>
                  <a:gd name="T46" fmla="*/ 127 w 139"/>
                  <a:gd name="T47" fmla="*/ 178 h 242"/>
                  <a:gd name="T48" fmla="*/ 112 w 139"/>
                  <a:gd name="T49" fmla="*/ 194 h 242"/>
                  <a:gd name="T50" fmla="*/ 98 w 139"/>
                  <a:gd name="T51" fmla="*/ 211 h 242"/>
                  <a:gd name="T52" fmla="*/ 94 w 139"/>
                  <a:gd name="T53" fmla="*/ 225 h 242"/>
                  <a:gd name="T54" fmla="*/ 96 w 139"/>
                  <a:gd name="T55" fmla="*/ 241 h 242"/>
                  <a:gd name="T56" fmla="*/ 81 w 139"/>
                  <a:gd name="T57" fmla="*/ 219 h 242"/>
                  <a:gd name="T58" fmla="*/ 63 w 139"/>
                  <a:gd name="T59" fmla="*/ 222 h 242"/>
                  <a:gd name="T60" fmla="*/ 53 w 139"/>
                  <a:gd name="T61" fmla="*/ 231 h 242"/>
                  <a:gd name="T62" fmla="*/ 29 w 139"/>
                  <a:gd name="T63" fmla="*/ 229 h 242"/>
                  <a:gd name="T64" fmla="*/ 11 w 139"/>
                  <a:gd name="T65" fmla="*/ 217 h 242"/>
                  <a:gd name="T66" fmla="*/ 4 w 139"/>
                  <a:gd name="T67" fmla="*/ 200 h 242"/>
                  <a:gd name="T68" fmla="*/ 0 w 139"/>
                  <a:gd name="T69" fmla="*/ 185 h 242"/>
                  <a:gd name="T70" fmla="*/ 3 w 139"/>
                  <a:gd name="T71" fmla="*/ 157 h 242"/>
                  <a:gd name="T72" fmla="*/ 21 w 139"/>
                  <a:gd name="T73" fmla="*/ 150 h 242"/>
                  <a:gd name="T74" fmla="*/ 33 w 139"/>
                  <a:gd name="T75" fmla="*/ 138 h 242"/>
                  <a:gd name="T76" fmla="*/ 37 w 139"/>
                  <a:gd name="T77" fmla="*/ 121 h 242"/>
                  <a:gd name="T78" fmla="*/ 58 w 139"/>
                  <a:gd name="T79" fmla="*/ 123 h 242"/>
                  <a:gd name="T80" fmla="*/ 46 w 139"/>
                  <a:gd name="T81" fmla="*/ 102 h 242"/>
                  <a:gd name="T82" fmla="*/ 19 w 139"/>
                  <a:gd name="T83" fmla="*/ 101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9" h="242">
                    <a:moveTo>
                      <a:pt x="19" y="101"/>
                    </a:moveTo>
                    <a:lnTo>
                      <a:pt x="29" y="94"/>
                    </a:lnTo>
                    <a:lnTo>
                      <a:pt x="27" y="63"/>
                    </a:lnTo>
                    <a:lnTo>
                      <a:pt x="26" y="53"/>
                    </a:lnTo>
                    <a:lnTo>
                      <a:pt x="15" y="43"/>
                    </a:lnTo>
                    <a:lnTo>
                      <a:pt x="3" y="30"/>
                    </a:lnTo>
                    <a:lnTo>
                      <a:pt x="14" y="33"/>
                    </a:lnTo>
                    <a:lnTo>
                      <a:pt x="27" y="36"/>
                    </a:lnTo>
                    <a:lnTo>
                      <a:pt x="47" y="33"/>
                    </a:lnTo>
                    <a:lnTo>
                      <a:pt x="53" y="18"/>
                    </a:lnTo>
                    <a:lnTo>
                      <a:pt x="63" y="7"/>
                    </a:lnTo>
                    <a:lnTo>
                      <a:pt x="70" y="0"/>
                    </a:lnTo>
                    <a:lnTo>
                      <a:pt x="82" y="2"/>
                    </a:lnTo>
                    <a:lnTo>
                      <a:pt x="93" y="12"/>
                    </a:lnTo>
                    <a:lnTo>
                      <a:pt x="85" y="36"/>
                    </a:lnTo>
                    <a:lnTo>
                      <a:pt x="100" y="50"/>
                    </a:lnTo>
                    <a:lnTo>
                      <a:pt x="100" y="65"/>
                    </a:lnTo>
                    <a:lnTo>
                      <a:pt x="105" y="85"/>
                    </a:lnTo>
                    <a:lnTo>
                      <a:pt x="107" y="109"/>
                    </a:lnTo>
                    <a:lnTo>
                      <a:pt x="113" y="129"/>
                    </a:lnTo>
                    <a:lnTo>
                      <a:pt x="120" y="151"/>
                    </a:lnTo>
                    <a:lnTo>
                      <a:pt x="128" y="161"/>
                    </a:lnTo>
                    <a:lnTo>
                      <a:pt x="138" y="169"/>
                    </a:lnTo>
                    <a:lnTo>
                      <a:pt x="127" y="178"/>
                    </a:lnTo>
                    <a:lnTo>
                      <a:pt x="112" y="194"/>
                    </a:lnTo>
                    <a:lnTo>
                      <a:pt x="98" y="211"/>
                    </a:lnTo>
                    <a:lnTo>
                      <a:pt x="94" y="225"/>
                    </a:lnTo>
                    <a:lnTo>
                      <a:pt x="96" y="241"/>
                    </a:lnTo>
                    <a:lnTo>
                      <a:pt x="81" y="219"/>
                    </a:lnTo>
                    <a:lnTo>
                      <a:pt x="63" y="222"/>
                    </a:lnTo>
                    <a:lnTo>
                      <a:pt x="53" y="231"/>
                    </a:lnTo>
                    <a:lnTo>
                      <a:pt x="29" y="229"/>
                    </a:lnTo>
                    <a:lnTo>
                      <a:pt x="11" y="217"/>
                    </a:lnTo>
                    <a:lnTo>
                      <a:pt x="4" y="200"/>
                    </a:lnTo>
                    <a:lnTo>
                      <a:pt x="0" y="185"/>
                    </a:lnTo>
                    <a:lnTo>
                      <a:pt x="3" y="157"/>
                    </a:lnTo>
                    <a:lnTo>
                      <a:pt x="21" y="150"/>
                    </a:lnTo>
                    <a:lnTo>
                      <a:pt x="33" y="138"/>
                    </a:lnTo>
                    <a:lnTo>
                      <a:pt x="37" y="121"/>
                    </a:lnTo>
                    <a:lnTo>
                      <a:pt x="58" y="123"/>
                    </a:lnTo>
                    <a:lnTo>
                      <a:pt x="46" y="102"/>
                    </a:lnTo>
                    <a:lnTo>
                      <a:pt x="19" y="101"/>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80" name="Freeform 245">
                <a:extLst>
                  <a:ext uri="{FF2B5EF4-FFF2-40B4-BE49-F238E27FC236}">
                    <a16:creationId xmlns:a16="http://schemas.microsoft.com/office/drawing/2014/main" id="{519B35BF-3273-4641-89E9-3FFC5E17DEB2}"/>
                  </a:ext>
                </a:extLst>
              </p:cNvPr>
              <p:cNvSpPr>
                <a:spLocks/>
              </p:cNvSpPr>
              <p:nvPr/>
            </p:nvSpPr>
            <p:spPr bwMode="auto">
              <a:xfrm>
                <a:off x="6058260" y="2741476"/>
                <a:ext cx="166683" cy="102242"/>
              </a:xfrm>
              <a:custGeom>
                <a:avLst/>
                <a:gdLst>
                  <a:gd name="T0" fmla="*/ 3 w 94"/>
                  <a:gd name="T1" fmla="*/ 43 h 57"/>
                  <a:gd name="T2" fmla="*/ 0 w 94"/>
                  <a:gd name="T3" fmla="*/ 34 h 57"/>
                  <a:gd name="T4" fmla="*/ 7 w 94"/>
                  <a:gd name="T5" fmla="*/ 35 h 57"/>
                  <a:gd name="T6" fmla="*/ 11 w 94"/>
                  <a:gd name="T7" fmla="*/ 36 h 57"/>
                  <a:gd name="T8" fmla="*/ 29 w 94"/>
                  <a:gd name="T9" fmla="*/ 28 h 57"/>
                  <a:gd name="T10" fmla="*/ 43 w 94"/>
                  <a:gd name="T11" fmla="*/ 20 h 57"/>
                  <a:gd name="T12" fmla="*/ 47 w 94"/>
                  <a:gd name="T13" fmla="*/ 15 h 57"/>
                  <a:gd name="T14" fmla="*/ 48 w 94"/>
                  <a:gd name="T15" fmla="*/ 0 h 57"/>
                  <a:gd name="T16" fmla="*/ 59 w 94"/>
                  <a:gd name="T17" fmla="*/ 10 h 57"/>
                  <a:gd name="T18" fmla="*/ 69 w 94"/>
                  <a:gd name="T19" fmla="*/ 9 h 57"/>
                  <a:gd name="T20" fmla="*/ 71 w 94"/>
                  <a:gd name="T21" fmla="*/ 1 h 57"/>
                  <a:gd name="T22" fmla="*/ 84 w 94"/>
                  <a:gd name="T23" fmla="*/ 2 h 57"/>
                  <a:gd name="T24" fmla="*/ 83 w 94"/>
                  <a:gd name="T25" fmla="*/ 12 h 57"/>
                  <a:gd name="T26" fmla="*/ 91 w 94"/>
                  <a:gd name="T27" fmla="*/ 16 h 57"/>
                  <a:gd name="T28" fmla="*/ 93 w 94"/>
                  <a:gd name="T29" fmla="*/ 31 h 57"/>
                  <a:gd name="T30" fmla="*/ 87 w 94"/>
                  <a:gd name="T31" fmla="*/ 39 h 57"/>
                  <a:gd name="T32" fmla="*/ 87 w 94"/>
                  <a:gd name="T33" fmla="*/ 43 h 57"/>
                  <a:gd name="T34" fmla="*/ 82 w 94"/>
                  <a:gd name="T35" fmla="*/ 50 h 57"/>
                  <a:gd name="T36" fmla="*/ 69 w 94"/>
                  <a:gd name="T37" fmla="*/ 56 h 57"/>
                  <a:gd name="T38" fmla="*/ 45 w 94"/>
                  <a:gd name="T39" fmla="*/ 50 h 57"/>
                  <a:gd name="T40" fmla="*/ 37 w 94"/>
                  <a:gd name="T41" fmla="*/ 41 h 57"/>
                  <a:gd name="T42" fmla="*/ 24 w 94"/>
                  <a:gd name="T43" fmla="*/ 47 h 57"/>
                  <a:gd name="T44" fmla="*/ 10 w 94"/>
                  <a:gd name="T45" fmla="*/ 47 h 57"/>
                  <a:gd name="T46" fmla="*/ 3 w 94"/>
                  <a:gd name="T47" fmla="*/ 43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4" h="57">
                    <a:moveTo>
                      <a:pt x="3" y="43"/>
                    </a:moveTo>
                    <a:lnTo>
                      <a:pt x="0" y="34"/>
                    </a:lnTo>
                    <a:lnTo>
                      <a:pt x="7" y="35"/>
                    </a:lnTo>
                    <a:lnTo>
                      <a:pt x="11" y="36"/>
                    </a:lnTo>
                    <a:lnTo>
                      <a:pt x="29" y="28"/>
                    </a:lnTo>
                    <a:lnTo>
                      <a:pt x="43" y="20"/>
                    </a:lnTo>
                    <a:lnTo>
                      <a:pt x="47" y="15"/>
                    </a:lnTo>
                    <a:lnTo>
                      <a:pt x="48" y="0"/>
                    </a:lnTo>
                    <a:lnTo>
                      <a:pt x="59" y="10"/>
                    </a:lnTo>
                    <a:lnTo>
                      <a:pt x="69" y="9"/>
                    </a:lnTo>
                    <a:lnTo>
                      <a:pt x="71" y="1"/>
                    </a:lnTo>
                    <a:lnTo>
                      <a:pt x="84" y="2"/>
                    </a:lnTo>
                    <a:lnTo>
                      <a:pt x="83" y="12"/>
                    </a:lnTo>
                    <a:lnTo>
                      <a:pt x="91" y="16"/>
                    </a:lnTo>
                    <a:lnTo>
                      <a:pt x="93" y="31"/>
                    </a:lnTo>
                    <a:lnTo>
                      <a:pt x="87" y="39"/>
                    </a:lnTo>
                    <a:lnTo>
                      <a:pt x="87" y="43"/>
                    </a:lnTo>
                    <a:lnTo>
                      <a:pt x="82" y="50"/>
                    </a:lnTo>
                    <a:lnTo>
                      <a:pt x="69" y="56"/>
                    </a:lnTo>
                    <a:lnTo>
                      <a:pt x="45" y="50"/>
                    </a:lnTo>
                    <a:lnTo>
                      <a:pt x="37" y="41"/>
                    </a:lnTo>
                    <a:lnTo>
                      <a:pt x="24" y="47"/>
                    </a:lnTo>
                    <a:lnTo>
                      <a:pt x="10" y="47"/>
                    </a:lnTo>
                    <a:lnTo>
                      <a:pt x="3" y="4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81" name="Freeform 246">
                <a:extLst>
                  <a:ext uri="{FF2B5EF4-FFF2-40B4-BE49-F238E27FC236}">
                    <a16:creationId xmlns:a16="http://schemas.microsoft.com/office/drawing/2014/main" id="{5B4FED1D-F99A-4D75-AF46-7DF889E50ED9}"/>
                  </a:ext>
                </a:extLst>
              </p:cNvPr>
              <p:cNvSpPr>
                <a:spLocks/>
              </p:cNvSpPr>
              <p:nvPr/>
            </p:nvSpPr>
            <p:spPr bwMode="auto">
              <a:xfrm>
                <a:off x="6157327" y="3114266"/>
                <a:ext cx="56609" cy="39324"/>
              </a:xfrm>
              <a:custGeom>
                <a:avLst/>
                <a:gdLst>
                  <a:gd name="T0" fmla="*/ 28 w 32"/>
                  <a:gd name="T1" fmla="*/ 0 h 22"/>
                  <a:gd name="T2" fmla="*/ 16 w 32"/>
                  <a:gd name="T3" fmla="*/ 3 h 22"/>
                  <a:gd name="T4" fmla="*/ 0 w 32"/>
                  <a:gd name="T5" fmla="*/ 2 h 22"/>
                  <a:gd name="T6" fmla="*/ 3 w 32"/>
                  <a:gd name="T7" fmla="*/ 6 h 22"/>
                  <a:gd name="T8" fmla="*/ 6 w 32"/>
                  <a:gd name="T9" fmla="*/ 14 h 22"/>
                  <a:gd name="T10" fmla="*/ 14 w 32"/>
                  <a:gd name="T11" fmla="*/ 15 h 22"/>
                  <a:gd name="T12" fmla="*/ 31 w 32"/>
                  <a:gd name="T13" fmla="*/ 21 h 22"/>
                  <a:gd name="T14" fmla="*/ 30 w 32"/>
                  <a:gd name="T15" fmla="*/ 11 h 22"/>
                  <a:gd name="T16" fmla="*/ 28 w 32"/>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2">
                    <a:moveTo>
                      <a:pt x="28" y="0"/>
                    </a:moveTo>
                    <a:lnTo>
                      <a:pt x="16" y="3"/>
                    </a:lnTo>
                    <a:lnTo>
                      <a:pt x="0" y="2"/>
                    </a:lnTo>
                    <a:lnTo>
                      <a:pt x="3" y="6"/>
                    </a:lnTo>
                    <a:lnTo>
                      <a:pt x="6" y="14"/>
                    </a:lnTo>
                    <a:lnTo>
                      <a:pt x="14" y="15"/>
                    </a:lnTo>
                    <a:lnTo>
                      <a:pt x="31" y="21"/>
                    </a:lnTo>
                    <a:lnTo>
                      <a:pt x="30" y="11"/>
                    </a:lnTo>
                    <a:lnTo>
                      <a:pt x="28"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82" name="Freeform 247">
                <a:extLst>
                  <a:ext uri="{FF2B5EF4-FFF2-40B4-BE49-F238E27FC236}">
                    <a16:creationId xmlns:a16="http://schemas.microsoft.com/office/drawing/2014/main" id="{D623BAE0-C815-4CF0-B723-36526A3E4533}"/>
                  </a:ext>
                </a:extLst>
              </p:cNvPr>
              <p:cNvSpPr>
                <a:spLocks/>
              </p:cNvSpPr>
              <p:nvPr/>
            </p:nvSpPr>
            <p:spPr bwMode="auto">
              <a:xfrm>
                <a:off x="5584943" y="2532273"/>
                <a:ext cx="103784" cy="132128"/>
              </a:xfrm>
              <a:custGeom>
                <a:avLst/>
                <a:gdLst>
                  <a:gd name="T0" fmla="*/ 31 w 60"/>
                  <a:gd name="T1" fmla="*/ 0 h 75"/>
                  <a:gd name="T2" fmla="*/ 27 w 60"/>
                  <a:gd name="T3" fmla="*/ 6 h 75"/>
                  <a:gd name="T4" fmla="*/ 27 w 60"/>
                  <a:gd name="T5" fmla="*/ 16 h 75"/>
                  <a:gd name="T6" fmla="*/ 3 w 60"/>
                  <a:gd name="T7" fmla="*/ 19 h 75"/>
                  <a:gd name="T8" fmla="*/ 0 w 60"/>
                  <a:gd name="T9" fmla="*/ 26 h 75"/>
                  <a:gd name="T10" fmla="*/ 0 w 60"/>
                  <a:gd name="T11" fmla="*/ 38 h 75"/>
                  <a:gd name="T12" fmla="*/ 8 w 60"/>
                  <a:gd name="T13" fmla="*/ 40 h 75"/>
                  <a:gd name="T14" fmla="*/ 8 w 60"/>
                  <a:gd name="T15" fmla="*/ 48 h 75"/>
                  <a:gd name="T16" fmla="*/ 0 w 60"/>
                  <a:gd name="T17" fmla="*/ 53 h 75"/>
                  <a:gd name="T18" fmla="*/ 1 w 60"/>
                  <a:gd name="T19" fmla="*/ 66 h 75"/>
                  <a:gd name="T20" fmla="*/ 1 w 60"/>
                  <a:gd name="T21" fmla="*/ 74 h 75"/>
                  <a:gd name="T22" fmla="*/ 17 w 60"/>
                  <a:gd name="T23" fmla="*/ 73 h 75"/>
                  <a:gd name="T24" fmla="*/ 32 w 60"/>
                  <a:gd name="T25" fmla="*/ 63 h 75"/>
                  <a:gd name="T26" fmla="*/ 45 w 60"/>
                  <a:gd name="T27" fmla="*/ 63 h 75"/>
                  <a:gd name="T28" fmla="*/ 56 w 60"/>
                  <a:gd name="T29" fmla="*/ 61 h 75"/>
                  <a:gd name="T30" fmla="*/ 59 w 60"/>
                  <a:gd name="T31" fmla="*/ 40 h 75"/>
                  <a:gd name="T32" fmla="*/ 53 w 60"/>
                  <a:gd name="T33" fmla="*/ 24 h 75"/>
                  <a:gd name="T34" fmla="*/ 38 w 60"/>
                  <a:gd name="T35" fmla="*/ 24 h 75"/>
                  <a:gd name="T36" fmla="*/ 34 w 60"/>
                  <a:gd name="T37" fmla="*/ 15 h 75"/>
                  <a:gd name="T38" fmla="*/ 38 w 60"/>
                  <a:gd name="T39" fmla="*/ 4 h 75"/>
                  <a:gd name="T40" fmla="*/ 31 w 60"/>
                  <a:gd name="T41"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 h="75">
                    <a:moveTo>
                      <a:pt x="31" y="0"/>
                    </a:moveTo>
                    <a:lnTo>
                      <a:pt x="27" y="6"/>
                    </a:lnTo>
                    <a:lnTo>
                      <a:pt x="27" y="16"/>
                    </a:lnTo>
                    <a:lnTo>
                      <a:pt x="3" y="19"/>
                    </a:lnTo>
                    <a:lnTo>
                      <a:pt x="0" y="26"/>
                    </a:lnTo>
                    <a:lnTo>
                      <a:pt x="0" y="38"/>
                    </a:lnTo>
                    <a:lnTo>
                      <a:pt x="8" y="40"/>
                    </a:lnTo>
                    <a:lnTo>
                      <a:pt x="8" y="48"/>
                    </a:lnTo>
                    <a:lnTo>
                      <a:pt x="0" y="53"/>
                    </a:lnTo>
                    <a:lnTo>
                      <a:pt x="1" y="66"/>
                    </a:lnTo>
                    <a:lnTo>
                      <a:pt x="1" y="74"/>
                    </a:lnTo>
                    <a:lnTo>
                      <a:pt x="17" y="73"/>
                    </a:lnTo>
                    <a:lnTo>
                      <a:pt x="32" y="63"/>
                    </a:lnTo>
                    <a:lnTo>
                      <a:pt x="45" y="63"/>
                    </a:lnTo>
                    <a:lnTo>
                      <a:pt x="56" y="61"/>
                    </a:lnTo>
                    <a:lnTo>
                      <a:pt x="59" y="40"/>
                    </a:lnTo>
                    <a:lnTo>
                      <a:pt x="53" y="24"/>
                    </a:lnTo>
                    <a:lnTo>
                      <a:pt x="38" y="24"/>
                    </a:lnTo>
                    <a:lnTo>
                      <a:pt x="34" y="15"/>
                    </a:lnTo>
                    <a:lnTo>
                      <a:pt x="38" y="4"/>
                    </a:lnTo>
                    <a:lnTo>
                      <a:pt x="31"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83" name="Freeform 248">
                <a:extLst>
                  <a:ext uri="{FF2B5EF4-FFF2-40B4-BE49-F238E27FC236}">
                    <a16:creationId xmlns:a16="http://schemas.microsoft.com/office/drawing/2014/main" id="{EC8DBB5F-3842-428F-910D-49A1083A57F0}"/>
                  </a:ext>
                </a:extLst>
              </p:cNvPr>
              <p:cNvSpPr>
                <a:spLocks/>
              </p:cNvSpPr>
              <p:nvPr/>
            </p:nvSpPr>
            <p:spPr bwMode="auto">
              <a:xfrm>
                <a:off x="5641552" y="2527554"/>
                <a:ext cx="58182" cy="47189"/>
              </a:xfrm>
              <a:custGeom>
                <a:avLst/>
                <a:gdLst>
                  <a:gd name="T0" fmla="*/ 19 w 32"/>
                  <a:gd name="T1" fmla="*/ 26 h 27"/>
                  <a:gd name="T2" fmla="*/ 4 w 32"/>
                  <a:gd name="T3" fmla="*/ 26 h 27"/>
                  <a:gd name="T4" fmla="*/ 0 w 32"/>
                  <a:gd name="T5" fmla="*/ 17 h 27"/>
                  <a:gd name="T6" fmla="*/ 4 w 32"/>
                  <a:gd name="T7" fmla="*/ 6 h 27"/>
                  <a:gd name="T8" fmla="*/ 12 w 32"/>
                  <a:gd name="T9" fmla="*/ 0 h 27"/>
                  <a:gd name="T10" fmla="*/ 22 w 32"/>
                  <a:gd name="T11" fmla="*/ 3 h 27"/>
                  <a:gd name="T12" fmla="*/ 28 w 32"/>
                  <a:gd name="T13" fmla="*/ 10 h 27"/>
                  <a:gd name="T14" fmla="*/ 31 w 32"/>
                  <a:gd name="T15" fmla="*/ 19 h 27"/>
                  <a:gd name="T16" fmla="*/ 19 w 32"/>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27">
                    <a:moveTo>
                      <a:pt x="19" y="26"/>
                    </a:moveTo>
                    <a:lnTo>
                      <a:pt x="4" y="26"/>
                    </a:lnTo>
                    <a:lnTo>
                      <a:pt x="0" y="17"/>
                    </a:lnTo>
                    <a:lnTo>
                      <a:pt x="4" y="6"/>
                    </a:lnTo>
                    <a:lnTo>
                      <a:pt x="12" y="0"/>
                    </a:lnTo>
                    <a:lnTo>
                      <a:pt x="22" y="3"/>
                    </a:lnTo>
                    <a:lnTo>
                      <a:pt x="28" y="10"/>
                    </a:lnTo>
                    <a:lnTo>
                      <a:pt x="31" y="19"/>
                    </a:lnTo>
                    <a:lnTo>
                      <a:pt x="19" y="26"/>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84" name="Freeform 249">
                <a:extLst>
                  <a:ext uri="{FF2B5EF4-FFF2-40B4-BE49-F238E27FC236}">
                    <a16:creationId xmlns:a16="http://schemas.microsoft.com/office/drawing/2014/main" id="{C0CF5120-937B-4583-BF3C-0810A77BF997}"/>
                  </a:ext>
                </a:extLst>
              </p:cNvPr>
              <p:cNvSpPr>
                <a:spLocks/>
              </p:cNvSpPr>
              <p:nvPr/>
            </p:nvSpPr>
            <p:spPr bwMode="auto">
              <a:xfrm>
                <a:off x="5682437" y="2403291"/>
                <a:ext cx="183981" cy="316164"/>
              </a:xfrm>
              <a:custGeom>
                <a:avLst/>
                <a:gdLst>
                  <a:gd name="T0" fmla="*/ 16 w 104"/>
                  <a:gd name="T1" fmla="*/ 2 h 180"/>
                  <a:gd name="T2" fmla="*/ 10 w 104"/>
                  <a:gd name="T3" fmla="*/ 14 h 180"/>
                  <a:gd name="T4" fmla="*/ 0 w 104"/>
                  <a:gd name="T5" fmla="*/ 25 h 180"/>
                  <a:gd name="T6" fmla="*/ 8 w 104"/>
                  <a:gd name="T7" fmla="*/ 29 h 180"/>
                  <a:gd name="T8" fmla="*/ 10 w 104"/>
                  <a:gd name="T9" fmla="*/ 36 h 180"/>
                  <a:gd name="T10" fmla="*/ 10 w 104"/>
                  <a:gd name="T11" fmla="*/ 46 h 180"/>
                  <a:gd name="T12" fmla="*/ 2 w 104"/>
                  <a:gd name="T13" fmla="*/ 51 h 180"/>
                  <a:gd name="T14" fmla="*/ 5 w 104"/>
                  <a:gd name="T15" fmla="*/ 59 h 180"/>
                  <a:gd name="T16" fmla="*/ 14 w 104"/>
                  <a:gd name="T17" fmla="*/ 61 h 180"/>
                  <a:gd name="T18" fmla="*/ 16 w 104"/>
                  <a:gd name="T19" fmla="*/ 69 h 180"/>
                  <a:gd name="T20" fmla="*/ 13 w 104"/>
                  <a:gd name="T21" fmla="*/ 76 h 180"/>
                  <a:gd name="T22" fmla="*/ 36 w 104"/>
                  <a:gd name="T23" fmla="*/ 81 h 180"/>
                  <a:gd name="T24" fmla="*/ 41 w 104"/>
                  <a:gd name="T25" fmla="*/ 89 h 180"/>
                  <a:gd name="T26" fmla="*/ 48 w 104"/>
                  <a:gd name="T27" fmla="*/ 92 h 180"/>
                  <a:gd name="T28" fmla="*/ 46 w 104"/>
                  <a:gd name="T29" fmla="*/ 99 h 180"/>
                  <a:gd name="T30" fmla="*/ 34 w 104"/>
                  <a:gd name="T31" fmla="*/ 107 h 180"/>
                  <a:gd name="T32" fmla="*/ 24 w 104"/>
                  <a:gd name="T33" fmla="*/ 107 h 180"/>
                  <a:gd name="T34" fmla="*/ 22 w 104"/>
                  <a:gd name="T35" fmla="*/ 118 h 180"/>
                  <a:gd name="T36" fmla="*/ 26 w 104"/>
                  <a:gd name="T37" fmla="*/ 124 h 180"/>
                  <a:gd name="T38" fmla="*/ 24 w 104"/>
                  <a:gd name="T39" fmla="*/ 135 h 180"/>
                  <a:gd name="T40" fmla="*/ 16 w 104"/>
                  <a:gd name="T41" fmla="*/ 139 h 180"/>
                  <a:gd name="T42" fmla="*/ 39 w 104"/>
                  <a:gd name="T43" fmla="*/ 144 h 180"/>
                  <a:gd name="T44" fmla="*/ 37 w 104"/>
                  <a:gd name="T45" fmla="*/ 148 h 180"/>
                  <a:gd name="T46" fmla="*/ 29 w 104"/>
                  <a:gd name="T47" fmla="*/ 149 h 180"/>
                  <a:gd name="T48" fmla="*/ 19 w 104"/>
                  <a:gd name="T49" fmla="*/ 159 h 180"/>
                  <a:gd name="T50" fmla="*/ 11 w 104"/>
                  <a:gd name="T51" fmla="*/ 170 h 180"/>
                  <a:gd name="T52" fmla="*/ 10 w 104"/>
                  <a:gd name="T53" fmla="*/ 179 h 180"/>
                  <a:gd name="T54" fmla="*/ 31 w 104"/>
                  <a:gd name="T55" fmla="*/ 171 h 180"/>
                  <a:gd name="T56" fmla="*/ 45 w 104"/>
                  <a:gd name="T57" fmla="*/ 164 h 180"/>
                  <a:gd name="T58" fmla="*/ 63 w 104"/>
                  <a:gd name="T59" fmla="*/ 168 h 180"/>
                  <a:gd name="T60" fmla="*/ 79 w 104"/>
                  <a:gd name="T61" fmla="*/ 158 h 180"/>
                  <a:gd name="T62" fmla="*/ 97 w 104"/>
                  <a:gd name="T63" fmla="*/ 154 h 180"/>
                  <a:gd name="T64" fmla="*/ 86 w 104"/>
                  <a:gd name="T65" fmla="*/ 144 h 180"/>
                  <a:gd name="T66" fmla="*/ 92 w 104"/>
                  <a:gd name="T67" fmla="*/ 139 h 180"/>
                  <a:gd name="T68" fmla="*/ 102 w 104"/>
                  <a:gd name="T69" fmla="*/ 141 h 180"/>
                  <a:gd name="T70" fmla="*/ 103 w 104"/>
                  <a:gd name="T71" fmla="*/ 118 h 180"/>
                  <a:gd name="T72" fmla="*/ 84 w 104"/>
                  <a:gd name="T73" fmla="*/ 112 h 180"/>
                  <a:gd name="T74" fmla="*/ 84 w 104"/>
                  <a:gd name="T75" fmla="*/ 97 h 180"/>
                  <a:gd name="T76" fmla="*/ 81 w 104"/>
                  <a:gd name="T77" fmla="*/ 88 h 180"/>
                  <a:gd name="T78" fmla="*/ 71 w 104"/>
                  <a:gd name="T79" fmla="*/ 84 h 180"/>
                  <a:gd name="T80" fmla="*/ 73 w 104"/>
                  <a:gd name="T81" fmla="*/ 72 h 180"/>
                  <a:gd name="T82" fmla="*/ 63 w 104"/>
                  <a:gd name="T83" fmla="*/ 69 h 180"/>
                  <a:gd name="T84" fmla="*/ 66 w 104"/>
                  <a:gd name="T85" fmla="*/ 52 h 180"/>
                  <a:gd name="T86" fmla="*/ 42 w 104"/>
                  <a:gd name="T87" fmla="*/ 35 h 180"/>
                  <a:gd name="T88" fmla="*/ 55 w 104"/>
                  <a:gd name="T89" fmla="*/ 31 h 180"/>
                  <a:gd name="T90" fmla="*/ 56 w 104"/>
                  <a:gd name="T91" fmla="*/ 15 h 180"/>
                  <a:gd name="T92" fmla="*/ 34 w 104"/>
                  <a:gd name="T93" fmla="*/ 15 h 180"/>
                  <a:gd name="T94" fmla="*/ 34 w 104"/>
                  <a:gd name="T95" fmla="*/ 0 h 180"/>
                  <a:gd name="T96" fmla="*/ 16 w 104"/>
                  <a:gd name="T97" fmla="*/ 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4" h="180">
                    <a:moveTo>
                      <a:pt x="16" y="2"/>
                    </a:moveTo>
                    <a:lnTo>
                      <a:pt x="10" y="14"/>
                    </a:lnTo>
                    <a:lnTo>
                      <a:pt x="0" y="25"/>
                    </a:lnTo>
                    <a:lnTo>
                      <a:pt x="8" y="29"/>
                    </a:lnTo>
                    <a:lnTo>
                      <a:pt x="10" y="36"/>
                    </a:lnTo>
                    <a:lnTo>
                      <a:pt x="10" y="46"/>
                    </a:lnTo>
                    <a:lnTo>
                      <a:pt x="2" y="51"/>
                    </a:lnTo>
                    <a:lnTo>
                      <a:pt x="5" y="59"/>
                    </a:lnTo>
                    <a:lnTo>
                      <a:pt x="14" y="61"/>
                    </a:lnTo>
                    <a:lnTo>
                      <a:pt x="16" y="69"/>
                    </a:lnTo>
                    <a:lnTo>
                      <a:pt x="13" y="76"/>
                    </a:lnTo>
                    <a:lnTo>
                      <a:pt x="36" y="81"/>
                    </a:lnTo>
                    <a:lnTo>
                      <a:pt x="41" y="89"/>
                    </a:lnTo>
                    <a:lnTo>
                      <a:pt x="48" y="92"/>
                    </a:lnTo>
                    <a:lnTo>
                      <a:pt x="46" y="99"/>
                    </a:lnTo>
                    <a:lnTo>
                      <a:pt x="34" y="107"/>
                    </a:lnTo>
                    <a:lnTo>
                      <a:pt x="24" y="107"/>
                    </a:lnTo>
                    <a:lnTo>
                      <a:pt x="22" y="118"/>
                    </a:lnTo>
                    <a:lnTo>
                      <a:pt x="26" y="124"/>
                    </a:lnTo>
                    <a:lnTo>
                      <a:pt x="24" y="135"/>
                    </a:lnTo>
                    <a:lnTo>
                      <a:pt x="16" y="139"/>
                    </a:lnTo>
                    <a:lnTo>
                      <a:pt x="39" y="144"/>
                    </a:lnTo>
                    <a:lnTo>
                      <a:pt x="37" y="148"/>
                    </a:lnTo>
                    <a:lnTo>
                      <a:pt x="29" y="149"/>
                    </a:lnTo>
                    <a:lnTo>
                      <a:pt x="19" y="159"/>
                    </a:lnTo>
                    <a:lnTo>
                      <a:pt x="11" y="170"/>
                    </a:lnTo>
                    <a:lnTo>
                      <a:pt x="10" y="179"/>
                    </a:lnTo>
                    <a:lnTo>
                      <a:pt x="31" y="171"/>
                    </a:lnTo>
                    <a:lnTo>
                      <a:pt x="45" y="164"/>
                    </a:lnTo>
                    <a:lnTo>
                      <a:pt x="63" y="168"/>
                    </a:lnTo>
                    <a:lnTo>
                      <a:pt x="79" y="158"/>
                    </a:lnTo>
                    <a:lnTo>
                      <a:pt x="97" y="154"/>
                    </a:lnTo>
                    <a:lnTo>
                      <a:pt x="86" y="144"/>
                    </a:lnTo>
                    <a:lnTo>
                      <a:pt x="92" y="139"/>
                    </a:lnTo>
                    <a:lnTo>
                      <a:pt x="102" y="141"/>
                    </a:lnTo>
                    <a:lnTo>
                      <a:pt x="103" y="118"/>
                    </a:lnTo>
                    <a:lnTo>
                      <a:pt x="84" y="112"/>
                    </a:lnTo>
                    <a:lnTo>
                      <a:pt x="84" y="97"/>
                    </a:lnTo>
                    <a:lnTo>
                      <a:pt x="81" y="88"/>
                    </a:lnTo>
                    <a:lnTo>
                      <a:pt x="71" y="84"/>
                    </a:lnTo>
                    <a:lnTo>
                      <a:pt x="73" y="72"/>
                    </a:lnTo>
                    <a:lnTo>
                      <a:pt x="63" y="69"/>
                    </a:lnTo>
                    <a:lnTo>
                      <a:pt x="66" y="52"/>
                    </a:lnTo>
                    <a:lnTo>
                      <a:pt x="42" y="35"/>
                    </a:lnTo>
                    <a:lnTo>
                      <a:pt x="55" y="31"/>
                    </a:lnTo>
                    <a:lnTo>
                      <a:pt x="56" y="15"/>
                    </a:lnTo>
                    <a:lnTo>
                      <a:pt x="34" y="15"/>
                    </a:lnTo>
                    <a:lnTo>
                      <a:pt x="34" y="0"/>
                    </a:lnTo>
                    <a:lnTo>
                      <a:pt x="16" y="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85" name="Freeform 250">
                <a:extLst>
                  <a:ext uri="{FF2B5EF4-FFF2-40B4-BE49-F238E27FC236}">
                    <a16:creationId xmlns:a16="http://schemas.microsoft.com/office/drawing/2014/main" id="{E66860F1-2959-4B10-AB5A-64745F832E31}"/>
                  </a:ext>
                </a:extLst>
              </p:cNvPr>
              <p:cNvSpPr>
                <a:spLocks/>
              </p:cNvSpPr>
              <p:nvPr/>
            </p:nvSpPr>
            <p:spPr bwMode="auto">
              <a:xfrm>
                <a:off x="5786221" y="2321498"/>
                <a:ext cx="26732" cy="31459"/>
              </a:xfrm>
              <a:custGeom>
                <a:avLst/>
                <a:gdLst>
                  <a:gd name="T0" fmla="*/ 11 w 15"/>
                  <a:gd name="T1" fmla="*/ 0 h 19"/>
                  <a:gd name="T2" fmla="*/ 0 w 15"/>
                  <a:gd name="T3" fmla="*/ 9 h 19"/>
                  <a:gd name="T4" fmla="*/ 4 w 15"/>
                  <a:gd name="T5" fmla="*/ 18 h 19"/>
                  <a:gd name="T6" fmla="*/ 14 w 15"/>
                  <a:gd name="T7" fmla="*/ 18 h 19"/>
                  <a:gd name="T8" fmla="*/ 11 w 15"/>
                  <a:gd name="T9" fmla="*/ 0 h 19"/>
                </a:gdLst>
                <a:ahLst/>
                <a:cxnLst>
                  <a:cxn ang="0">
                    <a:pos x="T0" y="T1"/>
                  </a:cxn>
                  <a:cxn ang="0">
                    <a:pos x="T2" y="T3"/>
                  </a:cxn>
                  <a:cxn ang="0">
                    <a:pos x="T4" y="T5"/>
                  </a:cxn>
                  <a:cxn ang="0">
                    <a:pos x="T6" y="T7"/>
                  </a:cxn>
                  <a:cxn ang="0">
                    <a:pos x="T8" y="T9"/>
                  </a:cxn>
                </a:cxnLst>
                <a:rect l="0" t="0" r="r" b="b"/>
                <a:pathLst>
                  <a:path w="15" h="19">
                    <a:moveTo>
                      <a:pt x="11" y="0"/>
                    </a:moveTo>
                    <a:lnTo>
                      <a:pt x="0" y="9"/>
                    </a:lnTo>
                    <a:lnTo>
                      <a:pt x="4" y="18"/>
                    </a:lnTo>
                    <a:lnTo>
                      <a:pt x="14" y="18"/>
                    </a:lnTo>
                    <a:lnTo>
                      <a:pt x="11"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86" name="Freeform 251">
                <a:extLst>
                  <a:ext uri="{FF2B5EF4-FFF2-40B4-BE49-F238E27FC236}">
                    <a16:creationId xmlns:a16="http://schemas.microsoft.com/office/drawing/2014/main" id="{C126C310-9E00-46A4-B3B4-B94BCDB97E73}"/>
                  </a:ext>
                </a:extLst>
              </p:cNvPr>
              <p:cNvSpPr>
                <a:spLocks/>
              </p:cNvSpPr>
              <p:nvPr/>
            </p:nvSpPr>
            <p:spPr bwMode="auto">
              <a:xfrm>
                <a:off x="5938752" y="1881071"/>
                <a:ext cx="622704" cy="539523"/>
              </a:xfrm>
              <a:custGeom>
                <a:avLst/>
                <a:gdLst>
                  <a:gd name="T0" fmla="*/ 303 w 352"/>
                  <a:gd name="T1" fmla="*/ 42 h 306"/>
                  <a:gd name="T2" fmla="*/ 280 w 352"/>
                  <a:gd name="T3" fmla="*/ 30 h 306"/>
                  <a:gd name="T4" fmla="*/ 263 w 352"/>
                  <a:gd name="T5" fmla="*/ 48 h 306"/>
                  <a:gd name="T6" fmla="*/ 237 w 352"/>
                  <a:gd name="T7" fmla="*/ 66 h 306"/>
                  <a:gd name="T8" fmla="*/ 213 w 352"/>
                  <a:gd name="T9" fmla="*/ 61 h 306"/>
                  <a:gd name="T10" fmla="*/ 197 w 352"/>
                  <a:gd name="T11" fmla="*/ 78 h 306"/>
                  <a:gd name="T12" fmla="*/ 173 w 352"/>
                  <a:gd name="T13" fmla="*/ 78 h 306"/>
                  <a:gd name="T14" fmla="*/ 158 w 352"/>
                  <a:gd name="T15" fmla="*/ 90 h 306"/>
                  <a:gd name="T16" fmla="*/ 148 w 352"/>
                  <a:gd name="T17" fmla="*/ 100 h 306"/>
                  <a:gd name="T18" fmla="*/ 138 w 352"/>
                  <a:gd name="T19" fmla="*/ 117 h 306"/>
                  <a:gd name="T20" fmla="*/ 124 w 352"/>
                  <a:gd name="T21" fmla="*/ 129 h 306"/>
                  <a:gd name="T22" fmla="*/ 115 w 352"/>
                  <a:gd name="T23" fmla="*/ 151 h 306"/>
                  <a:gd name="T24" fmla="*/ 117 w 352"/>
                  <a:gd name="T25" fmla="*/ 172 h 306"/>
                  <a:gd name="T26" fmla="*/ 96 w 352"/>
                  <a:gd name="T27" fmla="*/ 174 h 306"/>
                  <a:gd name="T28" fmla="*/ 96 w 352"/>
                  <a:gd name="T29" fmla="*/ 210 h 306"/>
                  <a:gd name="T30" fmla="*/ 107 w 352"/>
                  <a:gd name="T31" fmla="*/ 242 h 306"/>
                  <a:gd name="T32" fmla="*/ 96 w 352"/>
                  <a:gd name="T33" fmla="*/ 267 h 306"/>
                  <a:gd name="T34" fmla="*/ 87 w 352"/>
                  <a:gd name="T35" fmla="*/ 295 h 306"/>
                  <a:gd name="T36" fmla="*/ 55 w 352"/>
                  <a:gd name="T37" fmla="*/ 292 h 306"/>
                  <a:gd name="T38" fmla="*/ 33 w 352"/>
                  <a:gd name="T39" fmla="*/ 303 h 306"/>
                  <a:gd name="T40" fmla="*/ 15 w 352"/>
                  <a:gd name="T41" fmla="*/ 287 h 306"/>
                  <a:gd name="T42" fmla="*/ 11 w 352"/>
                  <a:gd name="T43" fmla="*/ 256 h 306"/>
                  <a:gd name="T44" fmla="*/ 0 w 352"/>
                  <a:gd name="T45" fmla="*/ 218 h 306"/>
                  <a:gd name="T46" fmla="*/ 14 w 352"/>
                  <a:gd name="T47" fmla="*/ 205 h 306"/>
                  <a:gd name="T48" fmla="*/ 40 w 352"/>
                  <a:gd name="T49" fmla="*/ 199 h 306"/>
                  <a:gd name="T50" fmla="*/ 60 w 352"/>
                  <a:gd name="T51" fmla="*/ 189 h 306"/>
                  <a:gd name="T52" fmla="*/ 82 w 352"/>
                  <a:gd name="T53" fmla="*/ 165 h 306"/>
                  <a:gd name="T54" fmla="*/ 94 w 352"/>
                  <a:gd name="T55" fmla="*/ 144 h 306"/>
                  <a:gd name="T56" fmla="*/ 102 w 352"/>
                  <a:gd name="T57" fmla="*/ 117 h 306"/>
                  <a:gd name="T58" fmla="*/ 129 w 352"/>
                  <a:gd name="T59" fmla="*/ 87 h 306"/>
                  <a:gd name="T60" fmla="*/ 163 w 352"/>
                  <a:gd name="T61" fmla="*/ 74 h 306"/>
                  <a:gd name="T62" fmla="*/ 195 w 352"/>
                  <a:gd name="T63" fmla="*/ 64 h 306"/>
                  <a:gd name="T64" fmla="*/ 212 w 352"/>
                  <a:gd name="T65" fmla="*/ 46 h 306"/>
                  <a:gd name="T66" fmla="*/ 198 w 352"/>
                  <a:gd name="T67" fmla="*/ 23 h 306"/>
                  <a:gd name="T68" fmla="*/ 218 w 352"/>
                  <a:gd name="T69" fmla="*/ 8 h 306"/>
                  <a:gd name="T70" fmla="*/ 229 w 352"/>
                  <a:gd name="T71" fmla="*/ 25 h 306"/>
                  <a:gd name="T72" fmla="*/ 236 w 352"/>
                  <a:gd name="T73" fmla="*/ 17 h 306"/>
                  <a:gd name="T74" fmla="*/ 248 w 352"/>
                  <a:gd name="T75" fmla="*/ 26 h 306"/>
                  <a:gd name="T76" fmla="*/ 246 w 352"/>
                  <a:gd name="T77" fmla="*/ 10 h 306"/>
                  <a:gd name="T78" fmla="*/ 271 w 352"/>
                  <a:gd name="T79" fmla="*/ 12 h 306"/>
                  <a:gd name="T80" fmla="*/ 282 w 352"/>
                  <a:gd name="T81" fmla="*/ 14 h 306"/>
                  <a:gd name="T82" fmla="*/ 309 w 352"/>
                  <a:gd name="T83" fmla="*/ 5 h 306"/>
                  <a:gd name="T84" fmla="*/ 322 w 352"/>
                  <a:gd name="T85" fmla="*/ 26 h 306"/>
                  <a:gd name="T86" fmla="*/ 333 w 352"/>
                  <a:gd name="T87" fmla="*/ 48 h 306"/>
                  <a:gd name="T88" fmla="*/ 310 w 352"/>
                  <a:gd name="T89" fmla="*/ 80 h 306"/>
                  <a:gd name="T90" fmla="*/ 303 w 352"/>
                  <a:gd name="T91" fmla="*/ 42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52" h="306">
                    <a:moveTo>
                      <a:pt x="295" y="66"/>
                    </a:moveTo>
                    <a:lnTo>
                      <a:pt x="303" y="42"/>
                    </a:lnTo>
                    <a:lnTo>
                      <a:pt x="292" y="32"/>
                    </a:lnTo>
                    <a:lnTo>
                      <a:pt x="280" y="30"/>
                    </a:lnTo>
                    <a:lnTo>
                      <a:pt x="273" y="37"/>
                    </a:lnTo>
                    <a:lnTo>
                      <a:pt x="263" y="48"/>
                    </a:lnTo>
                    <a:lnTo>
                      <a:pt x="258" y="63"/>
                    </a:lnTo>
                    <a:lnTo>
                      <a:pt x="237" y="66"/>
                    </a:lnTo>
                    <a:lnTo>
                      <a:pt x="224" y="63"/>
                    </a:lnTo>
                    <a:lnTo>
                      <a:pt x="213" y="61"/>
                    </a:lnTo>
                    <a:lnTo>
                      <a:pt x="205" y="68"/>
                    </a:lnTo>
                    <a:lnTo>
                      <a:pt x="197" y="78"/>
                    </a:lnTo>
                    <a:lnTo>
                      <a:pt x="184" y="78"/>
                    </a:lnTo>
                    <a:lnTo>
                      <a:pt x="173" y="78"/>
                    </a:lnTo>
                    <a:lnTo>
                      <a:pt x="166" y="85"/>
                    </a:lnTo>
                    <a:lnTo>
                      <a:pt x="158" y="90"/>
                    </a:lnTo>
                    <a:lnTo>
                      <a:pt x="150" y="87"/>
                    </a:lnTo>
                    <a:lnTo>
                      <a:pt x="148" y="100"/>
                    </a:lnTo>
                    <a:lnTo>
                      <a:pt x="140" y="104"/>
                    </a:lnTo>
                    <a:lnTo>
                      <a:pt x="138" y="117"/>
                    </a:lnTo>
                    <a:lnTo>
                      <a:pt x="128" y="117"/>
                    </a:lnTo>
                    <a:lnTo>
                      <a:pt x="124" y="129"/>
                    </a:lnTo>
                    <a:lnTo>
                      <a:pt x="117" y="133"/>
                    </a:lnTo>
                    <a:lnTo>
                      <a:pt x="115" y="151"/>
                    </a:lnTo>
                    <a:lnTo>
                      <a:pt x="108" y="165"/>
                    </a:lnTo>
                    <a:lnTo>
                      <a:pt x="117" y="172"/>
                    </a:lnTo>
                    <a:lnTo>
                      <a:pt x="110" y="177"/>
                    </a:lnTo>
                    <a:lnTo>
                      <a:pt x="96" y="174"/>
                    </a:lnTo>
                    <a:lnTo>
                      <a:pt x="93" y="184"/>
                    </a:lnTo>
                    <a:lnTo>
                      <a:pt x="96" y="210"/>
                    </a:lnTo>
                    <a:lnTo>
                      <a:pt x="99" y="226"/>
                    </a:lnTo>
                    <a:lnTo>
                      <a:pt x="107" y="242"/>
                    </a:lnTo>
                    <a:lnTo>
                      <a:pt x="110" y="259"/>
                    </a:lnTo>
                    <a:lnTo>
                      <a:pt x="96" y="267"/>
                    </a:lnTo>
                    <a:lnTo>
                      <a:pt x="92" y="286"/>
                    </a:lnTo>
                    <a:lnTo>
                      <a:pt x="87" y="295"/>
                    </a:lnTo>
                    <a:lnTo>
                      <a:pt x="76" y="289"/>
                    </a:lnTo>
                    <a:lnTo>
                      <a:pt x="55" y="292"/>
                    </a:lnTo>
                    <a:lnTo>
                      <a:pt x="44" y="300"/>
                    </a:lnTo>
                    <a:lnTo>
                      <a:pt x="33" y="303"/>
                    </a:lnTo>
                    <a:lnTo>
                      <a:pt x="16" y="305"/>
                    </a:lnTo>
                    <a:lnTo>
                      <a:pt x="15" y="287"/>
                    </a:lnTo>
                    <a:lnTo>
                      <a:pt x="8" y="282"/>
                    </a:lnTo>
                    <a:lnTo>
                      <a:pt x="11" y="256"/>
                    </a:lnTo>
                    <a:lnTo>
                      <a:pt x="1" y="255"/>
                    </a:lnTo>
                    <a:lnTo>
                      <a:pt x="0" y="218"/>
                    </a:lnTo>
                    <a:lnTo>
                      <a:pt x="11" y="214"/>
                    </a:lnTo>
                    <a:lnTo>
                      <a:pt x="14" y="205"/>
                    </a:lnTo>
                    <a:lnTo>
                      <a:pt x="27" y="200"/>
                    </a:lnTo>
                    <a:lnTo>
                      <a:pt x="40" y="199"/>
                    </a:lnTo>
                    <a:lnTo>
                      <a:pt x="45" y="191"/>
                    </a:lnTo>
                    <a:lnTo>
                      <a:pt x="60" y="189"/>
                    </a:lnTo>
                    <a:lnTo>
                      <a:pt x="62" y="172"/>
                    </a:lnTo>
                    <a:lnTo>
                      <a:pt x="82" y="165"/>
                    </a:lnTo>
                    <a:lnTo>
                      <a:pt x="84" y="151"/>
                    </a:lnTo>
                    <a:lnTo>
                      <a:pt x="94" y="144"/>
                    </a:lnTo>
                    <a:lnTo>
                      <a:pt x="98" y="131"/>
                    </a:lnTo>
                    <a:lnTo>
                      <a:pt x="102" y="117"/>
                    </a:lnTo>
                    <a:lnTo>
                      <a:pt x="117" y="102"/>
                    </a:lnTo>
                    <a:lnTo>
                      <a:pt x="129" y="87"/>
                    </a:lnTo>
                    <a:lnTo>
                      <a:pt x="144" y="78"/>
                    </a:lnTo>
                    <a:lnTo>
                      <a:pt x="163" y="74"/>
                    </a:lnTo>
                    <a:lnTo>
                      <a:pt x="174" y="68"/>
                    </a:lnTo>
                    <a:lnTo>
                      <a:pt x="195" y="64"/>
                    </a:lnTo>
                    <a:lnTo>
                      <a:pt x="199" y="52"/>
                    </a:lnTo>
                    <a:lnTo>
                      <a:pt x="212" y="46"/>
                    </a:lnTo>
                    <a:lnTo>
                      <a:pt x="208" y="30"/>
                    </a:lnTo>
                    <a:lnTo>
                      <a:pt x="198" y="23"/>
                    </a:lnTo>
                    <a:lnTo>
                      <a:pt x="213" y="19"/>
                    </a:lnTo>
                    <a:lnTo>
                      <a:pt x="218" y="8"/>
                    </a:lnTo>
                    <a:lnTo>
                      <a:pt x="221" y="23"/>
                    </a:lnTo>
                    <a:lnTo>
                      <a:pt x="229" y="25"/>
                    </a:lnTo>
                    <a:lnTo>
                      <a:pt x="229" y="17"/>
                    </a:lnTo>
                    <a:lnTo>
                      <a:pt x="236" y="17"/>
                    </a:lnTo>
                    <a:lnTo>
                      <a:pt x="239" y="23"/>
                    </a:lnTo>
                    <a:lnTo>
                      <a:pt x="248" y="26"/>
                    </a:lnTo>
                    <a:lnTo>
                      <a:pt x="253" y="15"/>
                    </a:lnTo>
                    <a:lnTo>
                      <a:pt x="246" y="10"/>
                    </a:lnTo>
                    <a:lnTo>
                      <a:pt x="258" y="3"/>
                    </a:lnTo>
                    <a:lnTo>
                      <a:pt x="271" y="12"/>
                    </a:lnTo>
                    <a:lnTo>
                      <a:pt x="279" y="0"/>
                    </a:lnTo>
                    <a:lnTo>
                      <a:pt x="282" y="14"/>
                    </a:lnTo>
                    <a:lnTo>
                      <a:pt x="295" y="15"/>
                    </a:lnTo>
                    <a:lnTo>
                      <a:pt x="309" y="5"/>
                    </a:lnTo>
                    <a:lnTo>
                      <a:pt x="325" y="15"/>
                    </a:lnTo>
                    <a:lnTo>
                      <a:pt x="322" y="26"/>
                    </a:lnTo>
                    <a:lnTo>
                      <a:pt x="351" y="36"/>
                    </a:lnTo>
                    <a:lnTo>
                      <a:pt x="333" y="48"/>
                    </a:lnTo>
                    <a:lnTo>
                      <a:pt x="317" y="65"/>
                    </a:lnTo>
                    <a:lnTo>
                      <a:pt x="310" y="80"/>
                    </a:lnTo>
                    <a:lnTo>
                      <a:pt x="295" y="66"/>
                    </a:lnTo>
                    <a:lnTo>
                      <a:pt x="303" y="4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87" name="Freeform 252">
                <a:extLst>
                  <a:ext uri="{FF2B5EF4-FFF2-40B4-BE49-F238E27FC236}">
                    <a16:creationId xmlns:a16="http://schemas.microsoft.com/office/drawing/2014/main" id="{28148D79-D137-43FD-AA82-E6E650B63698}"/>
                  </a:ext>
                </a:extLst>
              </p:cNvPr>
              <p:cNvSpPr>
                <a:spLocks/>
              </p:cNvSpPr>
              <p:nvPr/>
            </p:nvSpPr>
            <p:spPr bwMode="auto">
              <a:xfrm>
                <a:off x="5721749" y="2667547"/>
                <a:ext cx="300344" cy="311445"/>
              </a:xfrm>
              <a:custGeom>
                <a:avLst/>
                <a:gdLst>
                  <a:gd name="T0" fmla="*/ 89 w 170"/>
                  <a:gd name="T1" fmla="*/ 3 h 176"/>
                  <a:gd name="T2" fmla="*/ 85 w 170"/>
                  <a:gd name="T3" fmla="*/ 15 h 176"/>
                  <a:gd name="T4" fmla="*/ 78 w 170"/>
                  <a:gd name="T5" fmla="*/ 21 h 176"/>
                  <a:gd name="T6" fmla="*/ 74 w 170"/>
                  <a:gd name="T7" fmla="*/ 29 h 176"/>
                  <a:gd name="T8" fmla="*/ 63 w 170"/>
                  <a:gd name="T9" fmla="*/ 27 h 176"/>
                  <a:gd name="T10" fmla="*/ 61 w 170"/>
                  <a:gd name="T11" fmla="*/ 36 h 176"/>
                  <a:gd name="T12" fmla="*/ 50 w 170"/>
                  <a:gd name="T13" fmla="*/ 37 h 176"/>
                  <a:gd name="T14" fmla="*/ 42 w 170"/>
                  <a:gd name="T15" fmla="*/ 29 h 176"/>
                  <a:gd name="T16" fmla="*/ 34 w 170"/>
                  <a:gd name="T17" fmla="*/ 31 h 176"/>
                  <a:gd name="T18" fmla="*/ 38 w 170"/>
                  <a:gd name="T19" fmla="*/ 39 h 176"/>
                  <a:gd name="T20" fmla="*/ 36 w 170"/>
                  <a:gd name="T21" fmla="*/ 47 h 176"/>
                  <a:gd name="T22" fmla="*/ 23 w 170"/>
                  <a:gd name="T23" fmla="*/ 48 h 176"/>
                  <a:gd name="T24" fmla="*/ 17 w 170"/>
                  <a:gd name="T25" fmla="*/ 52 h 176"/>
                  <a:gd name="T26" fmla="*/ 15 w 170"/>
                  <a:gd name="T27" fmla="*/ 54 h 176"/>
                  <a:gd name="T28" fmla="*/ 0 w 170"/>
                  <a:gd name="T29" fmla="*/ 56 h 176"/>
                  <a:gd name="T30" fmla="*/ 0 w 170"/>
                  <a:gd name="T31" fmla="*/ 60 h 176"/>
                  <a:gd name="T32" fmla="*/ 0 w 170"/>
                  <a:gd name="T33" fmla="*/ 66 h 176"/>
                  <a:gd name="T34" fmla="*/ 18 w 170"/>
                  <a:gd name="T35" fmla="*/ 75 h 176"/>
                  <a:gd name="T36" fmla="*/ 26 w 170"/>
                  <a:gd name="T37" fmla="*/ 79 h 176"/>
                  <a:gd name="T38" fmla="*/ 34 w 170"/>
                  <a:gd name="T39" fmla="*/ 88 h 176"/>
                  <a:gd name="T40" fmla="*/ 40 w 170"/>
                  <a:gd name="T41" fmla="*/ 102 h 176"/>
                  <a:gd name="T42" fmla="*/ 48 w 170"/>
                  <a:gd name="T43" fmla="*/ 111 h 176"/>
                  <a:gd name="T44" fmla="*/ 40 w 170"/>
                  <a:gd name="T45" fmla="*/ 115 h 176"/>
                  <a:gd name="T46" fmla="*/ 36 w 170"/>
                  <a:gd name="T47" fmla="*/ 150 h 176"/>
                  <a:gd name="T48" fmla="*/ 31 w 170"/>
                  <a:gd name="T49" fmla="*/ 160 h 176"/>
                  <a:gd name="T50" fmla="*/ 50 w 170"/>
                  <a:gd name="T51" fmla="*/ 166 h 176"/>
                  <a:gd name="T52" fmla="*/ 70 w 170"/>
                  <a:gd name="T53" fmla="*/ 167 h 176"/>
                  <a:gd name="T54" fmla="*/ 80 w 170"/>
                  <a:gd name="T55" fmla="*/ 175 h 176"/>
                  <a:gd name="T56" fmla="*/ 108 w 170"/>
                  <a:gd name="T57" fmla="*/ 175 h 176"/>
                  <a:gd name="T58" fmla="*/ 105 w 170"/>
                  <a:gd name="T59" fmla="*/ 164 h 176"/>
                  <a:gd name="T60" fmla="*/ 110 w 170"/>
                  <a:gd name="T61" fmla="*/ 153 h 176"/>
                  <a:gd name="T62" fmla="*/ 122 w 170"/>
                  <a:gd name="T63" fmla="*/ 152 h 176"/>
                  <a:gd name="T64" fmla="*/ 134 w 170"/>
                  <a:gd name="T65" fmla="*/ 152 h 176"/>
                  <a:gd name="T66" fmla="*/ 143 w 170"/>
                  <a:gd name="T67" fmla="*/ 158 h 176"/>
                  <a:gd name="T68" fmla="*/ 154 w 170"/>
                  <a:gd name="T69" fmla="*/ 161 h 176"/>
                  <a:gd name="T70" fmla="*/ 162 w 170"/>
                  <a:gd name="T71" fmla="*/ 148 h 176"/>
                  <a:gd name="T72" fmla="*/ 162 w 170"/>
                  <a:gd name="T73" fmla="*/ 138 h 176"/>
                  <a:gd name="T74" fmla="*/ 151 w 170"/>
                  <a:gd name="T75" fmla="*/ 133 h 176"/>
                  <a:gd name="T76" fmla="*/ 149 w 170"/>
                  <a:gd name="T77" fmla="*/ 119 h 176"/>
                  <a:gd name="T78" fmla="*/ 155 w 170"/>
                  <a:gd name="T79" fmla="*/ 110 h 176"/>
                  <a:gd name="T80" fmla="*/ 155 w 170"/>
                  <a:gd name="T81" fmla="*/ 99 h 176"/>
                  <a:gd name="T82" fmla="*/ 148 w 170"/>
                  <a:gd name="T83" fmla="*/ 93 h 176"/>
                  <a:gd name="T84" fmla="*/ 151 w 170"/>
                  <a:gd name="T85" fmla="*/ 84 h 176"/>
                  <a:gd name="T86" fmla="*/ 157 w 170"/>
                  <a:gd name="T87" fmla="*/ 74 h 176"/>
                  <a:gd name="T88" fmla="*/ 166 w 170"/>
                  <a:gd name="T89" fmla="*/ 73 h 176"/>
                  <a:gd name="T90" fmla="*/ 163 w 170"/>
                  <a:gd name="T91" fmla="*/ 51 h 176"/>
                  <a:gd name="T92" fmla="*/ 169 w 170"/>
                  <a:gd name="T93" fmla="*/ 43 h 176"/>
                  <a:gd name="T94" fmla="*/ 156 w 170"/>
                  <a:gd name="T95" fmla="*/ 32 h 176"/>
                  <a:gd name="T96" fmla="*/ 137 w 170"/>
                  <a:gd name="T97" fmla="*/ 33 h 176"/>
                  <a:gd name="T98" fmla="*/ 119 w 170"/>
                  <a:gd name="T99" fmla="*/ 27 h 176"/>
                  <a:gd name="T100" fmla="*/ 114 w 170"/>
                  <a:gd name="T101" fmla="*/ 14 h 176"/>
                  <a:gd name="T102" fmla="*/ 102 w 170"/>
                  <a:gd name="T103" fmla="*/ 8 h 176"/>
                  <a:gd name="T104" fmla="*/ 103 w 170"/>
                  <a:gd name="T105" fmla="*/ 0 h 176"/>
                  <a:gd name="T106" fmla="*/ 89 w 170"/>
                  <a:gd name="T107" fmla="*/ 3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0" h="176">
                    <a:moveTo>
                      <a:pt x="89" y="3"/>
                    </a:moveTo>
                    <a:lnTo>
                      <a:pt x="85" y="15"/>
                    </a:lnTo>
                    <a:lnTo>
                      <a:pt x="78" y="21"/>
                    </a:lnTo>
                    <a:lnTo>
                      <a:pt x="74" y="29"/>
                    </a:lnTo>
                    <a:lnTo>
                      <a:pt x="63" y="27"/>
                    </a:lnTo>
                    <a:lnTo>
                      <a:pt x="61" y="36"/>
                    </a:lnTo>
                    <a:lnTo>
                      <a:pt x="50" y="37"/>
                    </a:lnTo>
                    <a:lnTo>
                      <a:pt x="42" y="29"/>
                    </a:lnTo>
                    <a:lnTo>
                      <a:pt x="34" y="31"/>
                    </a:lnTo>
                    <a:lnTo>
                      <a:pt x="38" y="39"/>
                    </a:lnTo>
                    <a:lnTo>
                      <a:pt x="36" y="47"/>
                    </a:lnTo>
                    <a:lnTo>
                      <a:pt x="23" y="48"/>
                    </a:lnTo>
                    <a:lnTo>
                      <a:pt x="17" y="52"/>
                    </a:lnTo>
                    <a:lnTo>
                      <a:pt x="15" y="54"/>
                    </a:lnTo>
                    <a:lnTo>
                      <a:pt x="0" y="56"/>
                    </a:lnTo>
                    <a:lnTo>
                      <a:pt x="0" y="60"/>
                    </a:lnTo>
                    <a:lnTo>
                      <a:pt x="0" y="66"/>
                    </a:lnTo>
                    <a:lnTo>
                      <a:pt x="18" y="75"/>
                    </a:lnTo>
                    <a:lnTo>
                      <a:pt x="26" y="79"/>
                    </a:lnTo>
                    <a:lnTo>
                      <a:pt x="34" y="88"/>
                    </a:lnTo>
                    <a:lnTo>
                      <a:pt x="40" y="102"/>
                    </a:lnTo>
                    <a:lnTo>
                      <a:pt x="48" y="111"/>
                    </a:lnTo>
                    <a:lnTo>
                      <a:pt x="40" y="115"/>
                    </a:lnTo>
                    <a:lnTo>
                      <a:pt x="36" y="150"/>
                    </a:lnTo>
                    <a:lnTo>
                      <a:pt x="31" y="160"/>
                    </a:lnTo>
                    <a:lnTo>
                      <a:pt x="50" y="166"/>
                    </a:lnTo>
                    <a:lnTo>
                      <a:pt x="70" y="167"/>
                    </a:lnTo>
                    <a:lnTo>
                      <a:pt x="80" y="175"/>
                    </a:lnTo>
                    <a:lnTo>
                      <a:pt x="108" y="175"/>
                    </a:lnTo>
                    <a:lnTo>
                      <a:pt x="105" y="164"/>
                    </a:lnTo>
                    <a:lnTo>
                      <a:pt x="110" y="153"/>
                    </a:lnTo>
                    <a:lnTo>
                      <a:pt x="122" y="152"/>
                    </a:lnTo>
                    <a:lnTo>
                      <a:pt x="134" y="152"/>
                    </a:lnTo>
                    <a:lnTo>
                      <a:pt x="143" y="158"/>
                    </a:lnTo>
                    <a:lnTo>
                      <a:pt x="154" y="161"/>
                    </a:lnTo>
                    <a:lnTo>
                      <a:pt x="162" y="148"/>
                    </a:lnTo>
                    <a:lnTo>
                      <a:pt x="162" y="138"/>
                    </a:lnTo>
                    <a:lnTo>
                      <a:pt x="151" y="133"/>
                    </a:lnTo>
                    <a:lnTo>
                      <a:pt x="149" y="119"/>
                    </a:lnTo>
                    <a:lnTo>
                      <a:pt x="155" y="110"/>
                    </a:lnTo>
                    <a:lnTo>
                      <a:pt x="155" y="99"/>
                    </a:lnTo>
                    <a:lnTo>
                      <a:pt x="148" y="93"/>
                    </a:lnTo>
                    <a:lnTo>
                      <a:pt x="151" y="84"/>
                    </a:lnTo>
                    <a:lnTo>
                      <a:pt x="157" y="74"/>
                    </a:lnTo>
                    <a:lnTo>
                      <a:pt x="166" y="73"/>
                    </a:lnTo>
                    <a:lnTo>
                      <a:pt x="163" y="51"/>
                    </a:lnTo>
                    <a:lnTo>
                      <a:pt x="169" y="43"/>
                    </a:lnTo>
                    <a:lnTo>
                      <a:pt x="156" y="32"/>
                    </a:lnTo>
                    <a:lnTo>
                      <a:pt x="137" y="33"/>
                    </a:lnTo>
                    <a:lnTo>
                      <a:pt x="119" y="27"/>
                    </a:lnTo>
                    <a:lnTo>
                      <a:pt x="114" y="14"/>
                    </a:lnTo>
                    <a:lnTo>
                      <a:pt x="102" y="8"/>
                    </a:lnTo>
                    <a:lnTo>
                      <a:pt x="103" y="0"/>
                    </a:lnTo>
                    <a:lnTo>
                      <a:pt x="89" y="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88" name="Freeform 253">
                <a:extLst>
                  <a:ext uri="{FF2B5EF4-FFF2-40B4-BE49-F238E27FC236}">
                    <a16:creationId xmlns:a16="http://schemas.microsoft.com/office/drawing/2014/main" id="{06ADC18E-D78B-4B15-93CA-F0D74C55CEFC}"/>
                  </a:ext>
                </a:extLst>
              </p:cNvPr>
              <p:cNvSpPr>
                <a:spLocks/>
              </p:cNvSpPr>
              <p:nvPr/>
            </p:nvSpPr>
            <p:spPr bwMode="auto">
              <a:xfrm>
                <a:off x="5982781" y="2815405"/>
                <a:ext cx="301917" cy="298861"/>
              </a:xfrm>
              <a:custGeom>
                <a:avLst/>
                <a:gdLst>
                  <a:gd name="T0" fmla="*/ 13 w 172"/>
                  <a:gd name="T1" fmla="*/ 65 h 170"/>
                  <a:gd name="T2" fmla="*/ 13 w 172"/>
                  <a:gd name="T3" fmla="*/ 55 h 170"/>
                  <a:gd name="T4" fmla="*/ 2 w 172"/>
                  <a:gd name="T5" fmla="*/ 50 h 170"/>
                  <a:gd name="T6" fmla="*/ 0 w 172"/>
                  <a:gd name="T7" fmla="*/ 36 h 170"/>
                  <a:gd name="T8" fmla="*/ 6 w 172"/>
                  <a:gd name="T9" fmla="*/ 27 h 170"/>
                  <a:gd name="T10" fmla="*/ 6 w 172"/>
                  <a:gd name="T11" fmla="*/ 16 h 170"/>
                  <a:gd name="T12" fmla="*/ 20 w 172"/>
                  <a:gd name="T13" fmla="*/ 16 h 170"/>
                  <a:gd name="T14" fmla="*/ 25 w 172"/>
                  <a:gd name="T15" fmla="*/ 10 h 170"/>
                  <a:gd name="T16" fmla="*/ 30 w 172"/>
                  <a:gd name="T17" fmla="*/ 17 h 170"/>
                  <a:gd name="T18" fmla="*/ 35 w 172"/>
                  <a:gd name="T19" fmla="*/ 12 h 170"/>
                  <a:gd name="T20" fmla="*/ 41 w 172"/>
                  <a:gd name="T21" fmla="*/ 14 h 170"/>
                  <a:gd name="T22" fmla="*/ 46 w 172"/>
                  <a:gd name="T23" fmla="*/ 3 h 170"/>
                  <a:gd name="T24" fmla="*/ 52 w 172"/>
                  <a:gd name="T25" fmla="*/ 6 h 170"/>
                  <a:gd name="T26" fmla="*/ 67 w 172"/>
                  <a:gd name="T27" fmla="*/ 6 h 170"/>
                  <a:gd name="T28" fmla="*/ 80 w 172"/>
                  <a:gd name="T29" fmla="*/ 0 h 170"/>
                  <a:gd name="T30" fmla="*/ 88 w 172"/>
                  <a:gd name="T31" fmla="*/ 9 h 170"/>
                  <a:gd name="T32" fmla="*/ 91 w 172"/>
                  <a:gd name="T33" fmla="*/ 21 h 170"/>
                  <a:gd name="T34" fmla="*/ 84 w 172"/>
                  <a:gd name="T35" fmla="*/ 27 h 170"/>
                  <a:gd name="T36" fmla="*/ 80 w 172"/>
                  <a:gd name="T37" fmla="*/ 41 h 170"/>
                  <a:gd name="T38" fmla="*/ 80 w 172"/>
                  <a:gd name="T39" fmla="*/ 51 h 170"/>
                  <a:gd name="T40" fmla="*/ 86 w 172"/>
                  <a:gd name="T41" fmla="*/ 54 h 170"/>
                  <a:gd name="T42" fmla="*/ 95 w 172"/>
                  <a:gd name="T43" fmla="*/ 69 h 170"/>
                  <a:gd name="T44" fmla="*/ 106 w 172"/>
                  <a:gd name="T45" fmla="*/ 85 h 170"/>
                  <a:gd name="T46" fmla="*/ 124 w 172"/>
                  <a:gd name="T47" fmla="*/ 101 h 170"/>
                  <a:gd name="T48" fmla="*/ 133 w 172"/>
                  <a:gd name="T49" fmla="*/ 101 h 170"/>
                  <a:gd name="T50" fmla="*/ 140 w 172"/>
                  <a:gd name="T51" fmla="*/ 99 h 170"/>
                  <a:gd name="T52" fmla="*/ 141 w 172"/>
                  <a:gd name="T53" fmla="*/ 106 h 170"/>
                  <a:gd name="T54" fmla="*/ 146 w 172"/>
                  <a:gd name="T55" fmla="*/ 111 h 170"/>
                  <a:gd name="T56" fmla="*/ 149 w 172"/>
                  <a:gd name="T57" fmla="*/ 117 h 170"/>
                  <a:gd name="T58" fmla="*/ 157 w 172"/>
                  <a:gd name="T59" fmla="*/ 123 h 170"/>
                  <a:gd name="T60" fmla="*/ 163 w 172"/>
                  <a:gd name="T61" fmla="*/ 129 h 170"/>
                  <a:gd name="T62" fmla="*/ 171 w 172"/>
                  <a:gd name="T63" fmla="*/ 139 h 170"/>
                  <a:gd name="T64" fmla="*/ 166 w 172"/>
                  <a:gd name="T65" fmla="*/ 143 h 170"/>
                  <a:gd name="T66" fmla="*/ 154 w 172"/>
                  <a:gd name="T67" fmla="*/ 134 h 170"/>
                  <a:gd name="T68" fmla="*/ 145 w 172"/>
                  <a:gd name="T69" fmla="*/ 138 h 170"/>
                  <a:gd name="T70" fmla="*/ 142 w 172"/>
                  <a:gd name="T71" fmla="*/ 144 h 170"/>
                  <a:gd name="T72" fmla="*/ 148 w 172"/>
                  <a:gd name="T73" fmla="*/ 155 h 170"/>
                  <a:gd name="T74" fmla="*/ 142 w 172"/>
                  <a:gd name="T75" fmla="*/ 161 h 170"/>
                  <a:gd name="T76" fmla="*/ 138 w 172"/>
                  <a:gd name="T77" fmla="*/ 169 h 170"/>
                  <a:gd name="T78" fmla="*/ 130 w 172"/>
                  <a:gd name="T79" fmla="*/ 169 h 170"/>
                  <a:gd name="T80" fmla="*/ 131 w 172"/>
                  <a:gd name="T81" fmla="*/ 152 h 170"/>
                  <a:gd name="T82" fmla="*/ 131 w 172"/>
                  <a:gd name="T83" fmla="*/ 144 h 170"/>
                  <a:gd name="T84" fmla="*/ 121 w 172"/>
                  <a:gd name="T85" fmla="*/ 137 h 170"/>
                  <a:gd name="T86" fmla="*/ 116 w 172"/>
                  <a:gd name="T87" fmla="*/ 128 h 170"/>
                  <a:gd name="T88" fmla="*/ 108 w 172"/>
                  <a:gd name="T89" fmla="*/ 126 h 170"/>
                  <a:gd name="T90" fmla="*/ 108 w 172"/>
                  <a:gd name="T91" fmla="*/ 117 h 170"/>
                  <a:gd name="T92" fmla="*/ 87 w 172"/>
                  <a:gd name="T93" fmla="*/ 111 h 170"/>
                  <a:gd name="T94" fmla="*/ 74 w 172"/>
                  <a:gd name="T95" fmla="*/ 99 h 170"/>
                  <a:gd name="T96" fmla="*/ 66 w 172"/>
                  <a:gd name="T97" fmla="*/ 93 h 170"/>
                  <a:gd name="T98" fmla="*/ 58 w 172"/>
                  <a:gd name="T99" fmla="*/ 86 h 170"/>
                  <a:gd name="T100" fmla="*/ 53 w 172"/>
                  <a:gd name="T101" fmla="*/ 69 h 170"/>
                  <a:gd name="T102" fmla="*/ 49 w 172"/>
                  <a:gd name="T103" fmla="*/ 59 h 170"/>
                  <a:gd name="T104" fmla="*/ 32 w 172"/>
                  <a:gd name="T105" fmla="*/ 56 h 170"/>
                  <a:gd name="T106" fmla="*/ 29 w 172"/>
                  <a:gd name="T107" fmla="*/ 64 h 170"/>
                  <a:gd name="T108" fmla="*/ 13 w 172"/>
                  <a:gd name="T109" fmla="*/ 65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72" h="170">
                    <a:moveTo>
                      <a:pt x="13" y="65"/>
                    </a:moveTo>
                    <a:lnTo>
                      <a:pt x="13" y="55"/>
                    </a:lnTo>
                    <a:lnTo>
                      <a:pt x="2" y="50"/>
                    </a:lnTo>
                    <a:lnTo>
                      <a:pt x="0" y="36"/>
                    </a:lnTo>
                    <a:lnTo>
                      <a:pt x="6" y="27"/>
                    </a:lnTo>
                    <a:lnTo>
                      <a:pt x="6" y="16"/>
                    </a:lnTo>
                    <a:lnTo>
                      <a:pt x="20" y="16"/>
                    </a:lnTo>
                    <a:lnTo>
                      <a:pt x="25" y="10"/>
                    </a:lnTo>
                    <a:lnTo>
                      <a:pt x="30" y="17"/>
                    </a:lnTo>
                    <a:lnTo>
                      <a:pt x="35" y="12"/>
                    </a:lnTo>
                    <a:lnTo>
                      <a:pt x="41" y="14"/>
                    </a:lnTo>
                    <a:lnTo>
                      <a:pt x="46" y="3"/>
                    </a:lnTo>
                    <a:lnTo>
                      <a:pt x="52" y="6"/>
                    </a:lnTo>
                    <a:lnTo>
                      <a:pt x="67" y="6"/>
                    </a:lnTo>
                    <a:lnTo>
                      <a:pt x="80" y="0"/>
                    </a:lnTo>
                    <a:lnTo>
                      <a:pt x="88" y="9"/>
                    </a:lnTo>
                    <a:lnTo>
                      <a:pt x="91" y="21"/>
                    </a:lnTo>
                    <a:lnTo>
                      <a:pt x="84" y="27"/>
                    </a:lnTo>
                    <a:lnTo>
                      <a:pt x="80" y="41"/>
                    </a:lnTo>
                    <a:lnTo>
                      <a:pt x="80" y="51"/>
                    </a:lnTo>
                    <a:lnTo>
                      <a:pt x="86" y="54"/>
                    </a:lnTo>
                    <a:lnTo>
                      <a:pt x="95" y="69"/>
                    </a:lnTo>
                    <a:lnTo>
                      <a:pt x="106" y="85"/>
                    </a:lnTo>
                    <a:lnTo>
                      <a:pt x="124" y="101"/>
                    </a:lnTo>
                    <a:lnTo>
                      <a:pt x="133" y="101"/>
                    </a:lnTo>
                    <a:lnTo>
                      <a:pt x="140" y="99"/>
                    </a:lnTo>
                    <a:lnTo>
                      <a:pt x="141" y="106"/>
                    </a:lnTo>
                    <a:lnTo>
                      <a:pt x="146" y="111"/>
                    </a:lnTo>
                    <a:lnTo>
                      <a:pt x="149" y="117"/>
                    </a:lnTo>
                    <a:lnTo>
                      <a:pt x="157" y="123"/>
                    </a:lnTo>
                    <a:lnTo>
                      <a:pt x="163" y="129"/>
                    </a:lnTo>
                    <a:lnTo>
                      <a:pt x="171" y="139"/>
                    </a:lnTo>
                    <a:lnTo>
                      <a:pt x="166" y="143"/>
                    </a:lnTo>
                    <a:lnTo>
                      <a:pt x="154" y="134"/>
                    </a:lnTo>
                    <a:lnTo>
                      <a:pt x="145" y="138"/>
                    </a:lnTo>
                    <a:lnTo>
                      <a:pt x="142" y="144"/>
                    </a:lnTo>
                    <a:lnTo>
                      <a:pt x="148" y="155"/>
                    </a:lnTo>
                    <a:lnTo>
                      <a:pt x="142" y="161"/>
                    </a:lnTo>
                    <a:lnTo>
                      <a:pt x="138" y="169"/>
                    </a:lnTo>
                    <a:lnTo>
                      <a:pt x="130" y="169"/>
                    </a:lnTo>
                    <a:lnTo>
                      <a:pt x="131" y="152"/>
                    </a:lnTo>
                    <a:lnTo>
                      <a:pt x="131" y="144"/>
                    </a:lnTo>
                    <a:lnTo>
                      <a:pt x="121" y="137"/>
                    </a:lnTo>
                    <a:lnTo>
                      <a:pt x="116" y="128"/>
                    </a:lnTo>
                    <a:lnTo>
                      <a:pt x="108" y="126"/>
                    </a:lnTo>
                    <a:lnTo>
                      <a:pt x="108" y="117"/>
                    </a:lnTo>
                    <a:lnTo>
                      <a:pt x="87" y="111"/>
                    </a:lnTo>
                    <a:lnTo>
                      <a:pt x="74" y="99"/>
                    </a:lnTo>
                    <a:lnTo>
                      <a:pt x="66" y="93"/>
                    </a:lnTo>
                    <a:lnTo>
                      <a:pt x="58" y="86"/>
                    </a:lnTo>
                    <a:lnTo>
                      <a:pt x="53" y="69"/>
                    </a:lnTo>
                    <a:lnTo>
                      <a:pt x="49" y="59"/>
                    </a:lnTo>
                    <a:lnTo>
                      <a:pt x="32" y="56"/>
                    </a:lnTo>
                    <a:lnTo>
                      <a:pt x="29" y="64"/>
                    </a:lnTo>
                    <a:lnTo>
                      <a:pt x="13" y="65"/>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89" name="Freeform 254">
                <a:extLst>
                  <a:ext uri="{FF2B5EF4-FFF2-40B4-BE49-F238E27FC236}">
                    <a16:creationId xmlns:a16="http://schemas.microsoft.com/office/drawing/2014/main" id="{7200CD18-2288-4D2E-AEB1-269B0DE2CA83}"/>
                  </a:ext>
                </a:extLst>
              </p:cNvPr>
              <p:cNvSpPr>
                <a:spLocks/>
              </p:cNvSpPr>
              <p:nvPr/>
            </p:nvSpPr>
            <p:spPr bwMode="auto">
              <a:xfrm>
                <a:off x="5602240" y="2933376"/>
                <a:ext cx="309779" cy="246954"/>
              </a:xfrm>
              <a:custGeom>
                <a:avLst/>
                <a:gdLst>
                  <a:gd name="T0" fmla="*/ 174 w 175"/>
                  <a:gd name="T1" fmla="*/ 25 h 140"/>
                  <a:gd name="T2" fmla="*/ 147 w 175"/>
                  <a:gd name="T3" fmla="*/ 25 h 140"/>
                  <a:gd name="T4" fmla="*/ 137 w 175"/>
                  <a:gd name="T5" fmla="*/ 18 h 140"/>
                  <a:gd name="T6" fmla="*/ 116 w 175"/>
                  <a:gd name="T7" fmla="*/ 16 h 140"/>
                  <a:gd name="T8" fmla="*/ 98 w 175"/>
                  <a:gd name="T9" fmla="*/ 10 h 140"/>
                  <a:gd name="T10" fmla="*/ 76 w 175"/>
                  <a:gd name="T11" fmla="*/ 3 h 140"/>
                  <a:gd name="T12" fmla="*/ 64 w 175"/>
                  <a:gd name="T13" fmla="*/ 6 h 140"/>
                  <a:gd name="T14" fmla="*/ 53 w 175"/>
                  <a:gd name="T15" fmla="*/ 0 h 140"/>
                  <a:gd name="T16" fmla="*/ 5 w 175"/>
                  <a:gd name="T17" fmla="*/ 1 h 140"/>
                  <a:gd name="T18" fmla="*/ 8 w 175"/>
                  <a:gd name="T19" fmla="*/ 8 h 140"/>
                  <a:gd name="T20" fmla="*/ 0 w 175"/>
                  <a:gd name="T21" fmla="*/ 11 h 140"/>
                  <a:gd name="T22" fmla="*/ 1 w 175"/>
                  <a:gd name="T23" fmla="*/ 22 h 140"/>
                  <a:gd name="T24" fmla="*/ 8 w 175"/>
                  <a:gd name="T25" fmla="*/ 30 h 140"/>
                  <a:gd name="T26" fmla="*/ 12 w 175"/>
                  <a:gd name="T27" fmla="*/ 40 h 140"/>
                  <a:gd name="T28" fmla="*/ 25 w 175"/>
                  <a:gd name="T29" fmla="*/ 39 h 140"/>
                  <a:gd name="T30" fmla="*/ 35 w 175"/>
                  <a:gd name="T31" fmla="*/ 35 h 140"/>
                  <a:gd name="T32" fmla="*/ 39 w 175"/>
                  <a:gd name="T33" fmla="*/ 40 h 140"/>
                  <a:gd name="T34" fmla="*/ 36 w 175"/>
                  <a:gd name="T35" fmla="*/ 45 h 140"/>
                  <a:gd name="T36" fmla="*/ 33 w 175"/>
                  <a:gd name="T37" fmla="*/ 50 h 140"/>
                  <a:gd name="T38" fmla="*/ 27 w 175"/>
                  <a:gd name="T39" fmla="*/ 77 h 140"/>
                  <a:gd name="T40" fmla="*/ 21 w 175"/>
                  <a:gd name="T41" fmla="*/ 84 h 140"/>
                  <a:gd name="T42" fmla="*/ 29 w 175"/>
                  <a:gd name="T43" fmla="*/ 90 h 140"/>
                  <a:gd name="T44" fmla="*/ 30 w 175"/>
                  <a:gd name="T45" fmla="*/ 111 h 140"/>
                  <a:gd name="T46" fmla="*/ 31 w 175"/>
                  <a:gd name="T47" fmla="*/ 120 h 140"/>
                  <a:gd name="T48" fmla="*/ 40 w 175"/>
                  <a:gd name="T49" fmla="*/ 122 h 140"/>
                  <a:gd name="T50" fmla="*/ 40 w 175"/>
                  <a:gd name="T51" fmla="*/ 132 h 140"/>
                  <a:gd name="T52" fmla="*/ 50 w 175"/>
                  <a:gd name="T53" fmla="*/ 139 h 140"/>
                  <a:gd name="T54" fmla="*/ 59 w 175"/>
                  <a:gd name="T55" fmla="*/ 136 h 140"/>
                  <a:gd name="T56" fmla="*/ 67 w 175"/>
                  <a:gd name="T57" fmla="*/ 131 h 140"/>
                  <a:gd name="T58" fmla="*/ 101 w 175"/>
                  <a:gd name="T59" fmla="*/ 132 h 140"/>
                  <a:gd name="T60" fmla="*/ 109 w 175"/>
                  <a:gd name="T61" fmla="*/ 126 h 140"/>
                  <a:gd name="T62" fmla="*/ 109 w 175"/>
                  <a:gd name="T63" fmla="*/ 117 h 140"/>
                  <a:gd name="T64" fmla="*/ 119 w 175"/>
                  <a:gd name="T65" fmla="*/ 111 h 140"/>
                  <a:gd name="T66" fmla="*/ 126 w 175"/>
                  <a:gd name="T67" fmla="*/ 103 h 140"/>
                  <a:gd name="T68" fmla="*/ 129 w 175"/>
                  <a:gd name="T69" fmla="*/ 92 h 140"/>
                  <a:gd name="T70" fmla="*/ 119 w 175"/>
                  <a:gd name="T71" fmla="*/ 80 h 140"/>
                  <a:gd name="T72" fmla="*/ 126 w 175"/>
                  <a:gd name="T73" fmla="*/ 71 h 140"/>
                  <a:gd name="T74" fmla="*/ 133 w 175"/>
                  <a:gd name="T75" fmla="*/ 61 h 140"/>
                  <a:gd name="T76" fmla="*/ 144 w 175"/>
                  <a:gd name="T77" fmla="*/ 58 h 140"/>
                  <a:gd name="T78" fmla="*/ 155 w 175"/>
                  <a:gd name="T79" fmla="*/ 44 h 140"/>
                  <a:gd name="T80" fmla="*/ 163 w 175"/>
                  <a:gd name="T81" fmla="*/ 36 h 140"/>
                  <a:gd name="T82" fmla="*/ 174 w 175"/>
                  <a:gd name="T83" fmla="*/ 2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5" h="140">
                    <a:moveTo>
                      <a:pt x="174" y="25"/>
                    </a:moveTo>
                    <a:lnTo>
                      <a:pt x="147" y="25"/>
                    </a:lnTo>
                    <a:lnTo>
                      <a:pt x="137" y="18"/>
                    </a:lnTo>
                    <a:lnTo>
                      <a:pt x="116" y="16"/>
                    </a:lnTo>
                    <a:lnTo>
                      <a:pt x="98" y="10"/>
                    </a:lnTo>
                    <a:lnTo>
                      <a:pt x="76" y="3"/>
                    </a:lnTo>
                    <a:lnTo>
                      <a:pt x="64" y="6"/>
                    </a:lnTo>
                    <a:lnTo>
                      <a:pt x="53" y="0"/>
                    </a:lnTo>
                    <a:lnTo>
                      <a:pt x="5" y="1"/>
                    </a:lnTo>
                    <a:lnTo>
                      <a:pt x="8" y="8"/>
                    </a:lnTo>
                    <a:lnTo>
                      <a:pt x="0" y="11"/>
                    </a:lnTo>
                    <a:lnTo>
                      <a:pt x="1" y="22"/>
                    </a:lnTo>
                    <a:lnTo>
                      <a:pt x="8" y="30"/>
                    </a:lnTo>
                    <a:lnTo>
                      <a:pt x="12" y="40"/>
                    </a:lnTo>
                    <a:lnTo>
                      <a:pt x="25" y="39"/>
                    </a:lnTo>
                    <a:lnTo>
                      <a:pt x="35" y="35"/>
                    </a:lnTo>
                    <a:lnTo>
                      <a:pt x="39" y="40"/>
                    </a:lnTo>
                    <a:lnTo>
                      <a:pt x="36" y="45"/>
                    </a:lnTo>
                    <a:lnTo>
                      <a:pt x="33" y="50"/>
                    </a:lnTo>
                    <a:lnTo>
                      <a:pt x="27" y="77"/>
                    </a:lnTo>
                    <a:lnTo>
                      <a:pt x="21" y="84"/>
                    </a:lnTo>
                    <a:lnTo>
                      <a:pt x="29" y="90"/>
                    </a:lnTo>
                    <a:lnTo>
                      <a:pt x="30" y="111"/>
                    </a:lnTo>
                    <a:lnTo>
                      <a:pt x="31" y="120"/>
                    </a:lnTo>
                    <a:lnTo>
                      <a:pt x="40" y="122"/>
                    </a:lnTo>
                    <a:lnTo>
                      <a:pt x="40" y="132"/>
                    </a:lnTo>
                    <a:lnTo>
                      <a:pt x="50" y="139"/>
                    </a:lnTo>
                    <a:lnTo>
                      <a:pt x="59" y="136"/>
                    </a:lnTo>
                    <a:lnTo>
                      <a:pt x="67" y="131"/>
                    </a:lnTo>
                    <a:lnTo>
                      <a:pt x="101" y="132"/>
                    </a:lnTo>
                    <a:lnTo>
                      <a:pt x="109" y="126"/>
                    </a:lnTo>
                    <a:lnTo>
                      <a:pt x="109" y="117"/>
                    </a:lnTo>
                    <a:lnTo>
                      <a:pt x="119" y="111"/>
                    </a:lnTo>
                    <a:lnTo>
                      <a:pt x="126" y="103"/>
                    </a:lnTo>
                    <a:lnTo>
                      <a:pt x="129" y="92"/>
                    </a:lnTo>
                    <a:lnTo>
                      <a:pt x="119" y="80"/>
                    </a:lnTo>
                    <a:lnTo>
                      <a:pt x="126" y="71"/>
                    </a:lnTo>
                    <a:lnTo>
                      <a:pt x="133" y="61"/>
                    </a:lnTo>
                    <a:lnTo>
                      <a:pt x="144" y="58"/>
                    </a:lnTo>
                    <a:lnTo>
                      <a:pt x="155" y="44"/>
                    </a:lnTo>
                    <a:lnTo>
                      <a:pt x="163" y="36"/>
                    </a:lnTo>
                    <a:lnTo>
                      <a:pt x="174" y="25"/>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90" name="Freeform 255">
                <a:extLst>
                  <a:ext uri="{FF2B5EF4-FFF2-40B4-BE49-F238E27FC236}">
                    <a16:creationId xmlns:a16="http://schemas.microsoft.com/office/drawing/2014/main" id="{CCFED393-CD21-404C-B074-BFEBA096A4EC}"/>
                  </a:ext>
                </a:extLst>
              </p:cNvPr>
              <p:cNvSpPr>
                <a:spLocks/>
              </p:cNvSpPr>
              <p:nvPr/>
            </p:nvSpPr>
            <p:spPr bwMode="auto">
              <a:xfrm>
                <a:off x="5584943" y="2983711"/>
                <a:ext cx="89632" cy="169879"/>
              </a:xfrm>
              <a:custGeom>
                <a:avLst/>
                <a:gdLst>
                  <a:gd name="T0" fmla="*/ 41 w 51"/>
                  <a:gd name="T1" fmla="*/ 82 h 96"/>
                  <a:gd name="T2" fmla="*/ 40 w 51"/>
                  <a:gd name="T3" fmla="*/ 61 h 96"/>
                  <a:gd name="T4" fmla="*/ 32 w 51"/>
                  <a:gd name="T5" fmla="*/ 55 h 96"/>
                  <a:gd name="T6" fmla="*/ 38 w 51"/>
                  <a:gd name="T7" fmla="*/ 48 h 96"/>
                  <a:gd name="T8" fmla="*/ 44 w 51"/>
                  <a:gd name="T9" fmla="*/ 21 h 96"/>
                  <a:gd name="T10" fmla="*/ 47 w 51"/>
                  <a:gd name="T11" fmla="*/ 15 h 96"/>
                  <a:gd name="T12" fmla="*/ 50 w 51"/>
                  <a:gd name="T13" fmla="*/ 10 h 96"/>
                  <a:gd name="T14" fmla="*/ 46 w 51"/>
                  <a:gd name="T15" fmla="*/ 5 h 96"/>
                  <a:gd name="T16" fmla="*/ 36 w 51"/>
                  <a:gd name="T17" fmla="*/ 9 h 96"/>
                  <a:gd name="T18" fmla="*/ 23 w 51"/>
                  <a:gd name="T19" fmla="*/ 10 h 96"/>
                  <a:gd name="T20" fmla="*/ 19 w 51"/>
                  <a:gd name="T21" fmla="*/ 0 h 96"/>
                  <a:gd name="T22" fmla="*/ 14 w 51"/>
                  <a:gd name="T23" fmla="*/ 13 h 96"/>
                  <a:gd name="T24" fmla="*/ 14 w 51"/>
                  <a:gd name="T25" fmla="*/ 28 h 96"/>
                  <a:gd name="T26" fmla="*/ 16 w 51"/>
                  <a:gd name="T27" fmla="*/ 34 h 96"/>
                  <a:gd name="T28" fmla="*/ 10 w 51"/>
                  <a:gd name="T29" fmla="*/ 44 h 96"/>
                  <a:gd name="T30" fmla="*/ 1 w 51"/>
                  <a:gd name="T31" fmla="*/ 50 h 96"/>
                  <a:gd name="T32" fmla="*/ 0 w 51"/>
                  <a:gd name="T33" fmla="*/ 66 h 96"/>
                  <a:gd name="T34" fmla="*/ 10 w 51"/>
                  <a:gd name="T35" fmla="*/ 70 h 96"/>
                  <a:gd name="T36" fmla="*/ 11 w 51"/>
                  <a:gd name="T37" fmla="*/ 80 h 96"/>
                  <a:gd name="T38" fmla="*/ 12 w 51"/>
                  <a:gd name="T39" fmla="*/ 91 h 96"/>
                  <a:gd name="T40" fmla="*/ 23 w 51"/>
                  <a:gd name="T41" fmla="*/ 95 h 96"/>
                  <a:gd name="T42" fmla="*/ 34 w 51"/>
                  <a:gd name="T43" fmla="*/ 95 h 96"/>
                  <a:gd name="T44" fmla="*/ 41 w 51"/>
                  <a:gd name="T45" fmla="*/ 8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1" h="96">
                    <a:moveTo>
                      <a:pt x="41" y="82"/>
                    </a:moveTo>
                    <a:lnTo>
                      <a:pt x="40" y="61"/>
                    </a:lnTo>
                    <a:lnTo>
                      <a:pt x="32" y="55"/>
                    </a:lnTo>
                    <a:lnTo>
                      <a:pt x="38" y="48"/>
                    </a:lnTo>
                    <a:lnTo>
                      <a:pt x="44" y="21"/>
                    </a:lnTo>
                    <a:lnTo>
                      <a:pt x="47" y="15"/>
                    </a:lnTo>
                    <a:lnTo>
                      <a:pt x="50" y="10"/>
                    </a:lnTo>
                    <a:lnTo>
                      <a:pt x="46" y="5"/>
                    </a:lnTo>
                    <a:lnTo>
                      <a:pt x="36" y="9"/>
                    </a:lnTo>
                    <a:lnTo>
                      <a:pt x="23" y="10"/>
                    </a:lnTo>
                    <a:lnTo>
                      <a:pt x="19" y="0"/>
                    </a:lnTo>
                    <a:lnTo>
                      <a:pt x="14" y="13"/>
                    </a:lnTo>
                    <a:lnTo>
                      <a:pt x="14" y="28"/>
                    </a:lnTo>
                    <a:lnTo>
                      <a:pt x="16" y="34"/>
                    </a:lnTo>
                    <a:lnTo>
                      <a:pt x="10" y="44"/>
                    </a:lnTo>
                    <a:lnTo>
                      <a:pt x="1" y="50"/>
                    </a:lnTo>
                    <a:lnTo>
                      <a:pt x="0" y="66"/>
                    </a:lnTo>
                    <a:lnTo>
                      <a:pt x="10" y="70"/>
                    </a:lnTo>
                    <a:lnTo>
                      <a:pt x="11" y="80"/>
                    </a:lnTo>
                    <a:lnTo>
                      <a:pt x="12" y="91"/>
                    </a:lnTo>
                    <a:lnTo>
                      <a:pt x="23" y="95"/>
                    </a:lnTo>
                    <a:lnTo>
                      <a:pt x="34" y="95"/>
                    </a:lnTo>
                    <a:lnTo>
                      <a:pt x="41" y="8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91" name="Freeform 256">
                <a:extLst>
                  <a:ext uri="{FF2B5EF4-FFF2-40B4-BE49-F238E27FC236}">
                    <a16:creationId xmlns:a16="http://schemas.microsoft.com/office/drawing/2014/main" id="{E31F19E2-1A40-40FB-8341-D34692968276}"/>
                  </a:ext>
                </a:extLst>
              </p:cNvPr>
              <p:cNvSpPr>
                <a:spLocks/>
              </p:cNvSpPr>
              <p:nvPr/>
            </p:nvSpPr>
            <p:spPr bwMode="auto">
              <a:xfrm>
                <a:off x="6040963" y="2963263"/>
                <a:ext cx="28305" cy="48762"/>
              </a:xfrm>
              <a:custGeom>
                <a:avLst/>
                <a:gdLst>
                  <a:gd name="T0" fmla="*/ 14 w 15"/>
                  <a:gd name="T1" fmla="*/ 0 h 27"/>
                  <a:gd name="T2" fmla="*/ 9 w 15"/>
                  <a:gd name="T3" fmla="*/ 4 h 27"/>
                  <a:gd name="T4" fmla="*/ 0 w 15"/>
                  <a:gd name="T5" fmla="*/ 10 h 27"/>
                  <a:gd name="T6" fmla="*/ 3 w 15"/>
                  <a:gd name="T7" fmla="*/ 20 h 27"/>
                  <a:gd name="T8" fmla="*/ 10 w 15"/>
                  <a:gd name="T9" fmla="*/ 26 h 27"/>
                  <a:gd name="T10" fmla="*/ 14 w 15"/>
                  <a:gd name="T11" fmla="*/ 0 h 27"/>
                </a:gdLst>
                <a:ahLst/>
                <a:cxnLst>
                  <a:cxn ang="0">
                    <a:pos x="T0" y="T1"/>
                  </a:cxn>
                  <a:cxn ang="0">
                    <a:pos x="T2" y="T3"/>
                  </a:cxn>
                  <a:cxn ang="0">
                    <a:pos x="T4" y="T5"/>
                  </a:cxn>
                  <a:cxn ang="0">
                    <a:pos x="T6" y="T7"/>
                  </a:cxn>
                  <a:cxn ang="0">
                    <a:pos x="T8" y="T9"/>
                  </a:cxn>
                  <a:cxn ang="0">
                    <a:pos x="T10" y="T11"/>
                  </a:cxn>
                </a:cxnLst>
                <a:rect l="0" t="0" r="r" b="b"/>
                <a:pathLst>
                  <a:path w="15" h="27">
                    <a:moveTo>
                      <a:pt x="14" y="0"/>
                    </a:moveTo>
                    <a:lnTo>
                      <a:pt x="9" y="4"/>
                    </a:lnTo>
                    <a:lnTo>
                      <a:pt x="0" y="10"/>
                    </a:lnTo>
                    <a:lnTo>
                      <a:pt x="3" y="20"/>
                    </a:lnTo>
                    <a:lnTo>
                      <a:pt x="10" y="26"/>
                    </a:lnTo>
                    <a:lnTo>
                      <a:pt x="14"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92" name="Freeform 257">
                <a:extLst>
                  <a:ext uri="{FF2B5EF4-FFF2-40B4-BE49-F238E27FC236}">
                    <a16:creationId xmlns:a16="http://schemas.microsoft.com/office/drawing/2014/main" id="{8D6DFAF9-6F48-42AA-BC96-D2896FCB6F43}"/>
                  </a:ext>
                </a:extLst>
              </p:cNvPr>
              <p:cNvSpPr>
                <a:spLocks/>
              </p:cNvSpPr>
              <p:nvPr/>
            </p:nvSpPr>
            <p:spPr bwMode="auto">
              <a:xfrm>
                <a:off x="6033101" y="3026181"/>
                <a:ext cx="36167" cy="61345"/>
              </a:xfrm>
              <a:custGeom>
                <a:avLst/>
                <a:gdLst>
                  <a:gd name="T0" fmla="*/ 2 w 20"/>
                  <a:gd name="T1" fmla="*/ 3 h 35"/>
                  <a:gd name="T2" fmla="*/ 5 w 20"/>
                  <a:gd name="T3" fmla="*/ 3 h 35"/>
                  <a:gd name="T4" fmla="*/ 12 w 20"/>
                  <a:gd name="T5" fmla="*/ 1 h 35"/>
                  <a:gd name="T6" fmla="*/ 16 w 20"/>
                  <a:gd name="T7" fmla="*/ 0 h 35"/>
                  <a:gd name="T8" fmla="*/ 18 w 20"/>
                  <a:gd name="T9" fmla="*/ 5 h 35"/>
                  <a:gd name="T10" fmla="*/ 19 w 20"/>
                  <a:gd name="T11" fmla="*/ 13 h 35"/>
                  <a:gd name="T12" fmla="*/ 18 w 20"/>
                  <a:gd name="T13" fmla="*/ 20 h 35"/>
                  <a:gd name="T14" fmla="*/ 16 w 20"/>
                  <a:gd name="T15" fmla="*/ 31 h 35"/>
                  <a:gd name="T16" fmla="*/ 9 w 20"/>
                  <a:gd name="T17" fmla="*/ 34 h 35"/>
                  <a:gd name="T18" fmla="*/ 3 w 20"/>
                  <a:gd name="T19" fmla="*/ 31 h 35"/>
                  <a:gd name="T20" fmla="*/ 3 w 20"/>
                  <a:gd name="T21" fmla="*/ 23 h 35"/>
                  <a:gd name="T22" fmla="*/ 3 w 20"/>
                  <a:gd name="T23" fmla="*/ 14 h 35"/>
                  <a:gd name="T24" fmla="*/ 0 w 20"/>
                  <a:gd name="T25" fmla="*/ 8 h 35"/>
                  <a:gd name="T26" fmla="*/ 2 w 20"/>
                  <a:gd name="T27" fmla="*/ 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 h="35">
                    <a:moveTo>
                      <a:pt x="2" y="3"/>
                    </a:moveTo>
                    <a:lnTo>
                      <a:pt x="5" y="3"/>
                    </a:lnTo>
                    <a:lnTo>
                      <a:pt x="12" y="1"/>
                    </a:lnTo>
                    <a:lnTo>
                      <a:pt x="16" y="0"/>
                    </a:lnTo>
                    <a:lnTo>
                      <a:pt x="18" y="5"/>
                    </a:lnTo>
                    <a:lnTo>
                      <a:pt x="19" y="13"/>
                    </a:lnTo>
                    <a:lnTo>
                      <a:pt x="18" y="20"/>
                    </a:lnTo>
                    <a:lnTo>
                      <a:pt x="16" y="31"/>
                    </a:lnTo>
                    <a:lnTo>
                      <a:pt x="9" y="34"/>
                    </a:lnTo>
                    <a:lnTo>
                      <a:pt x="3" y="31"/>
                    </a:lnTo>
                    <a:lnTo>
                      <a:pt x="3" y="23"/>
                    </a:lnTo>
                    <a:lnTo>
                      <a:pt x="3" y="14"/>
                    </a:lnTo>
                    <a:lnTo>
                      <a:pt x="0" y="8"/>
                    </a:lnTo>
                    <a:lnTo>
                      <a:pt x="2" y="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93" name="Freeform 258">
                <a:extLst>
                  <a:ext uri="{FF2B5EF4-FFF2-40B4-BE49-F238E27FC236}">
                    <a16:creationId xmlns:a16="http://schemas.microsoft.com/office/drawing/2014/main" id="{58767649-A605-4444-859D-050E37CCEE3B}"/>
                  </a:ext>
                </a:extLst>
              </p:cNvPr>
              <p:cNvSpPr>
                <a:spLocks/>
              </p:cNvSpPr>
              <p:nvPr/>
            </p:nvSpPr>
            <p:spPr bwMode="auto">
              <a:xfrm>
                <a:off x="6308285" y="2997868"/>
                <a:ext cx="136806" cy="139993"/>
              </a:xfrm>
              <a:custGeom>
                <a:avLst/>
                <a:gdLst>
                  <a:gd name="T0" fmla="*/ 34 w 76"/>
                  <a:gd name="T1" fmla="*/ 58 h 80"/>
                  <a:gd name="T2" fmla="*/ 16 w 76"/>
                  <a:gd name="T3" fmla="*/ 54 h 80"/>
                  <a:gd name="T4" fmla="*/ 14 w 76"/>
                  <a:gd name="T5" fmla="*/ 45 h 80"/>
                  <a:gd name="T6" fmla="*/ 1 w 76"/>
                  <a:gd name="T7" fmla="*/ 32 h 80"/>
                  <a:gd name="T8" fmla="*/ 0 w 76"/>
                  <a:gd name="T9" fmla="*/ 21 h 80"/>
                  <a:gd name="T10" fmla="*/ 13 w 76"/>
                  <a:gd name="T11" fmla="*/ 10 h 80"/>
                  <a:gd name="T12" fmla="*/ 24 w 76"/>
                  <a:gd name="T13" fmla="*/ 14 h 80"/>
                  <a:gd name="T14" fmla="*/ 38 w 76"/>
                  <a:gd name="T15" fmla="*/ 3 h 80"/>
                  <a:gd name="T16" fmla="*/ 45 w 76"/>
                  <a:gd name="T17" fmla="*/ 3 h 80"/>
                  <a:gd name="T18" fmla="*/ 58 w 76"/>
                  <a:gd name="T19" fmla="*/ 7 h 80"/>
                  <a:gd name="T20" fmla="*/ 67 w 76"/>
                  <a:gd name="T21" fmla="*/ 0 h 80"/>
                  <a:gd name="T22" fmla="*/ 75 w 76"/>
                  <a:gd name="T23" fmla="*/ 0 h 80"/>
                  <a:gd name="T24" fmla="*/ 75 w 76"/>
                  <a:gd name="T25" fmla="*/ 13 h 80"/>
                  <a:gd name="T26" fmla="*/ 66 w 76"/>
                  <a:gd name="T27" fmla="*/ 14 h 80"/>
                  <a:gd name="T28" fmla="*/ 61 w 76"/>
                  <a:gd name="T29" fmla="*/ 19 h 80"/>
                  <a:gd name="T30" fmla="*/ 56 w 76"/>
                  <a:gd name="T31" fmla="*/ 24 h 80"/>
                  <a:gd name="T32" fmla="*/ 60 w 76"/>
                  <a:gd name="T33" fmla="*/ 31 h 80"/>
                  <a:gd name="T34" fmla="*/ 49 w 76"/>
                  <a:gd name="T35" fmla="*/ 33 h 80"/>
                  <a:gd name="T36" fmla="*/ 45 w 76"/>
                  <a:gd name="T37" fmla="*/ 30 h 80"/>
                  <a:gd name="T38" fmla="*/ 40 w 76"/>
                  <a:gd name="T39" fmla="*/ 31 h 80"/>
                  <a:gd name="T40" fmla="*/ 45 w 76"/>
                  <a:gd name="T41" fmla="*/ 37 h 80"/>
                  <a:gd name="T42" fmla="*/ 38 w 76"/>
                  <a:gd name="T43" fmla="*/ 45 h 80"/>
                  <a:gd name="T44" fmla="*/ 48 w 76"/>
                  <a:gd name="T45" fmla="*/ 49 h 80"/>
                  <a:gd name="T46" fmla="*/ 61 w 76"/>
                  <a:gd name="T47" fmla="*/ 58 h 80"/>
                  <a:gd name="T48" fmla="*/ 64 w 76"/>
                  <a:gd name="T49" fmla="*/ 65 h 80"/>
                  <a:gd name="T50" fmla="*/ 59 w 76"/>
                  <a:gd name="T51" fmla="*/ 64 h 80"/>
                  <a:gd name="T52" fmla="*/ 45 w 76"/>
                  <a:gd name="T53" fmla="*/ 69 h 80"/>
                  <a:gd name="T54" fmla="*/ 50 w 76"/>
                  <a:gd name="T55" fmla="*/ 77 h 80"/>
                  <a:gd name="T56" fmla="*/ 26 w 76"/>
                  <a:gd name="T57" fmla="*/ 79 h 80"/>
                  <a:gd name="T58" fmla="*/ 26 w 76"/>
                  <a:gd name="T59" fmla="*/ 69 h 80"/>
                  <a:gd name="T60" fmla="*/ 16 w 76"/>
                  <a:gd name="T61" fmla="*/ 65 h 80"/>
                  <a:gd name="T62" fmla="*/ 26 w 76"/>
                  <a:gd name="T63" fmla="*/ 61 h 80"/>
                  <a:gd name="T64" fmla="*/ 32 w 76"/>
                  <a:gd name="T65" fmla="*/ 60 h 80"/>
                  <a:gd name="T66" fmla="*/ 34 w 76"/>
                  <a:gd name="T67" fmla="*/ 5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6" h="80">
                    <a:moveTo>
                      <a:pt x="34" y="58"/>
                    </a:moveTo>
                    <a:lnTo>
                      <a:pt x="16" y="54"/>
                    </a:lnTo>
                    <a:lnTo>
                      <a:pt x="14" y="45"/>
                    </a:lnTo>
                    <a:lnTo>
                      <a:pt x="1" y="32"/>
                    </a:lnTo>
                    <a:lnTo>
                      <a:pt x="0" y="21"/>
                    </a:lnTo>
                    <a:lnTo>
                      <a:pt x="13" y="10"/>
                    </a:lnTo>
                    <a:lnTo>
                      <a:pt x="24" y="14"/>
                    </a:lnTo>
                    <a:lnTo>
                      <a:pt x="38" y="3"/>
                    </a:lnTo>
                    <a:lnTo>
                      <a:pt x="45" y="3"/>
                    </a:lnTo>
                    <a:lnTo>
                      <a:pt x="58" y="7"/>
                    </a:lnTo>
                    <a:lnTo>
                      <a:pt x="67" y="0"/>
                    </a:lnTo>
                    <a:lnTo>
                      <a:pt x="75" y="0"/>
                    </a:lnTo>
                    <a:lnTo>
                      <a:pt x="75" y="13"/>
                    </a:lnTo>
                    <a:lnTo>
                      <a:pt x="66" y="14"/>
                    </a:lnTo>
                    <a:lnTo>
                      <a:pt x="61" y="19"/>
                    </a:lnTo>
                    <a:lnTo>
                      <a:pt x="56" y="24"/>
                    </a:lnTo>
                    <a:lnTo>
                      <a:pt x="60" y="31"/>
                    </a:lnTo>
                    <a:lnTo>
                      <a:pt x="49" y="33"/>
                    </a:lnTo>
                    <a:lnTo>
                      <a:pt x="45" y="30"/>
                    </a:lnTo>
                    <a:lnTo>
                      <a:pt x="40" y="31"/>
                    </a:lnTo>
                    <a:lnTo>
                      <a:pt x="45" y="37"/>
                    </a:lnTo>
                    <a:lnTo>
                      <a:pt x="38" y="45"/>
                    </a:lnTo>
                    <a:lnTo>
                      <a:pt x="48" y="49"/>
                    </a:lnTo>
                    <a:lnTo>
                      <a:pt x="61" y="58"/>
                    </a:lnTo>
                    <a:lnTo>
                      <a:pt x="64" y="65"/>
                    </a:lnTo>
                    <a:lnTo>
                      <a:pt x="59" y="64"/>
                    </a:lnTo>
                    <a:lnTo>
                      <a:pt x="45" y="69"/>
                    </a:lnTo>
                    <a:lnTo>
                      <a:pt x="50" y="77"/>
                    </a:lnTo>
                    <a:lnTo>
                      <a:pt x="26" y="79"/>
                    </a:lnTo>
                    <a:lnTo>
                      <a:pt x="26" y="69"/>
                    </a:lnTo>
                    <a:lnTo>
                      <a:pt x="16" y="65"/>
                    </a:lnTo>
                    <a:lnTo>
                      <a:pt x="26" y="61"/>
                    </a:lnTo>
                    <a:lnTo>
                      <a:pt x="32" y="60"/>
                    </a:lnTo>
                    <a:lnTo>
                      <a:pt x="34" y="58"/>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94" name="Freeform 259">
                <a:extLst>
                  <a:ext uri="{FF2B5EF4-FFF2-40B4-BE49-F238E27FC236}">
                    <a16:creationId xmlns:a16="http://schemas.microsoft.com/office/drawing/2014/main" id="{A6BA77FD-D27E-41EC-9848-4B7BA3327D2B}"/>
                  </a:ext>
                </a:extLst>
              </p:cNvPr>
              <p:cNvSpPr>
                <a:spLocks/>
              </p:cNvSpPr>
              <p:nvPr/>
            </p:nvSpPr>
            <p:spPr bwMode="auto">
              <a:xfrm>
                <a:off x="5963911" y="2538565"/>
                <a:ext cx="210713" cy="270548"/>
              </a:xfrm>
              <a:custGeom>
                <a:avLst/>
                <a:gdLst>
                  <a:gd name="T0" fmla="*/ 119 w 120"/>
                  <a:gd name="T1" fmla="*/ 73 h 152"/>
                  <a:gd name="T2" fmla="*/ 79 w 120"/>
                  <a:gd name="T3" fmla="*/ 90 h 152"/>
                  <a:gd name="T4" fmla="*/ 119 w 120"/>
                  <a:gd name="T5" fmla="*/ 73 h 152"/>
                  <a:gd name="T6" fmla="*/ 110 w 120"/>
                  <a:gd name="T7" fmla="*/ 47 h 152"/>
                  <a:gd name="T8" fmla="*/ 113 w 120"/>
                  <a:gd name="T9" fmla="*/ 18 h 152"/>
                  <a:gd name="T10" fmla="*/ 108 w 120"/>
                  <a:gd name="T11" fmla="*/ 14 h 152"/>
                  <a:gd name="T12" fmla="*/ 73 w 120"/>
                  <a:gd name="T13" fmla="*/ 20 h 152"/>
                  <a:gd name="T14" fmla="*/ 66 w 120"/>
                  <a:gd name="T15" fmla="*/ 12 h 152"/>
                  <a:gd name="T16" fmla="*/ 60 w 120"/>
                  <a:gd name="T17" fmla="*/ 0 h 152"/>
                  <a:gd name="T18" fmla="*/ 43 w 120"/>
                  <a:gd name="T19" fmla="*/ 4 h 152"/>
                  <a:gd name="T20" fmla="*/ 43 w 120"/>
                  <a:gd name="T21" fmla="*/ 19 h 152"/>
                  <a:gd name="T22" fmla="*/ 43 w 120"/>
                  <a:gd name="T23" fmla="*/ 25 h 152"/>
                  <a:gd name="T24" fmla="*/ 38 w 120"/>
                  <a:gd name="T25" fmla="*/ 25 h 152"/>
                  <a:gd name="T26" fmla="*/ 21 w 120"/>
                  <a:gd name="T27" fmla="*/ 31 h 152"/>
                  <a:gd name="T28" fmla="*/ 21 w 120"/>
                  <a:gd name="T29" fmla="*/ 46 h 152"/>
                  <a:gd name="T30" fmla="*/ 13 w 120"/>
                  <a:gd name="T31" fmla="*/ 60 h 152"/>
                  <a:gd name="T32" fmla="*/ 3 w 120"/>
                  <a:gd name="T33" fmla="*/ 67 h 152"/>
                  <a:gd name="T34" fmla="*/ 0 w 120"/>
                  <a:gd name="T35" fmla="*/ 84 h 152"/>
                  <a:gd name="T36" fmla="*/ 9 w 120"/>
                  <a:gd name="T37" fmla="*/ 88 h 152"/>
                  <a:gd name="T38" fmla="*/ 8 w 120"/>
                  <a:gd name="T39" fmla="*/ 98 h 152"/>
                  <a:gd name="T40" fmla="*/ 18 w 120"/>
                  <a:gd name="T41" fmla="*/ 105 h 152"/>
                  <a:gd name="T42" fmla="*/ 31 w 120"/>
                  <a:gd name="T43" fmla="*/ 116 h 152"/>
                  <a:gd name="T44" fmla="*/ 25 w 120"/>
                  <a:gd name="T45" fmla="*/ 124 h 152"/>
                  <a:gd name="T46" fmla="*/ 28 w 120"/>
                  <a:gd name="T47" fmla="*/ 146 h 152"/>
                  <a:gd name="T48" fmla="*/ 36 w 120"/>
                  <a:gd name="T49" fmla="*/ 147 h 152"/>
                  <a:gd name="T50" fmla="*/ 46 w 120"/>
                  <a:gd name="T51" fmla="*/ 144 h 152"/>
                  <a:gd name="T52" fmla="*/ 54 w 120"/>
                  <a:gd name="T53" fmla="*/ 149 h 152"/>
                  <a:gd name="T54" fmla="*/ 60 w 120"/>
                  <a:gd name="T55" fmla="*/ 150 h 152"/>
                  <a:gd name="T56" fmla="*/ 65 w 120"/>
                  <a:gd name="T57" fmla="*/ 151 h 152"/>
                  <a:gd name="T58" fmla="*/ 83 w 120"/>
                  <a:gd name="T59" fmla="*/ 143 h 152"/>
                  <a:gd name="T60" fmla="*/ 97 w 120"/>
                  <a:gd name="T61" fmla="*/ 136 h 152"/>
                  <a:gd name="T62" fmla="*/ 101 w 120"/>
                  <a:gd name="T63" fmla="*/ 131 h 152"/>
                  <a:gd name="T64" fmla="*/ 102 w 120"/>
                  <a:gd name="T65" fmla="*/ 115 h 152"/>
                  <a:gd name="T66" fmla="*/ 79 w 120"/>
                  <a:gd name="T67" fmla="*/ 90 h 152"/>
                  <a:gd name="T68" fmla="*/ 119 w 120"/>
                  <a:gd name="T69" fmla="*/ 7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0" h="152">
                    <a:moveTo>
                      <a:pt x="119" y="73"/>
                    </a:moveTo>
                    <a:lnTo>
                      <a:pt x="79" y="90"/>
                    </a:lnTo>
                    <a:lnTo>
                      <a:pt x="119" y="73"/>
                    </a:lnTo>
                    <a:lnTo>
                      <a:pt x="110" y="47"/>
                    </a:lnTo>
                    <a:lnTo>
                      <a:pt x="113" y="18"/>
                    </a:lnTo>
                    <a:lnTo>
                      <a:pt x="108" y="14"/>
                    </a:lnTo>
                    <a:lnTo>
                      <a:pt x="73" y="20"/>
                    </a:lnTo>
                    <a:lnTo>
                      <a:pt x="66" y="12"/>
                    </a:lnTo>
                    <a:lnTo>
                      <a:pt x="60" y="0"/>
                    </a:lnTo>
                    <a:lnTo>
                      <a:pt x="43" y="4"/>
                    </a:lnTo>
                    <a:lnTo>
                      <a:pt x="43" y="19"/>
                    </a:lnTo>
                    <a:lnTo>
                      <a:pt x="43" y="25"/>
                    </a:lnTo>
                    <a:lnTo>
                      <a:pt x="38" y="25"/>
                    </a:lnTo>
                    <a:lnTo>
                      <a:pt x="21" y="31"/>
                    </a:lnTo>
                    <a:lnTo>
                      <a:pt x="21" y="46"/>
                    </a:lnTo>
                    <a:lnTo>
                      <a:pt x="13" y="60"/>
                    </a:lnTo>
                    <a:lnTo>
                      <a:pt x="3" y="67"/>
                    </a:lnTo>
                    <a:lnTo>
                      <a:pt x="0" y="84"/>
                    </a:lnTo>
                    <a:lnTo>
                      <a:pt x="9" y="88"/>
                    </a:lnTo>
                    <a:lnTo>
                      <a:pt x="8" y="98"/>
                    </a:lnTo>
                    <a:lnTo>
                      <a:pt x="18" y="105"/>
                    </a:lnTo>
                    <a:lnTo>
                      <a:pt x="31" y="116"/>
                    </a:lnTo>
                    <a:lnTo>
                      <a:pt x="25" y="124"/>
                    </a:lnTo>
                    <a:lnTo>
                      <a:pt x="28" y="146"/>
                    </a:lnTo>
                    <a:lnTo>
                      <a:pt x="36" y="147"/>
                    </a:lnTo>
                    <a:lnTo>
                      <a:pt x="46" y="144"/>
                    </a:lnTo>
                    <a:lnTo>
                      <a:pt x="54" y="149"/>
                    </a:lnTo>
                    <a:lnTo>
                      <a:pt x="60" y="150"/>
                    </a:lnTo>
                    <a:lnTo>
                      <a:pt x="65" y="151"/>
                    </a:lnTo>
                    <a:lnTo>
                      <a:pt x="83" y="143"/>
                    </a:lnTo>
                    <a:lnTo>
                      <a:pt x="97" y="136"/>
                    </a:lnTo>
                    <a:lnTo>
                      <a:pt x="101" y="131"/>
                    </a:lnTo>
                    <a:lnTo>
                      <a:pt x="102" y="115"/>
                    </a:lnTo>
                    <a:lnTo>
                      <a:pt x="79" y="90"/>
                    </a:lnTo>
                    <a:lnTo>
                      <a:pt x="119" y="7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95" name="Freeform 260">
                <a:extLst>
                  <a:ext uri="{FF2B5EF4-FFF2-40B4-BE49-F238E27FC236}">
                    <a16:creationId xmlns:a16="http://schemas.microsoft.com/office/drawing/2014/main" id="{03741854-FD06-4D84-B12B-4600B2D4FD65}"/>
                  </a:ext>
                </a:extLst>
              </p:cNvPr>
              <p:cNvSpPr>
                <a:spLocks/>
              </p:cNvSpPr>
              <p:nvPr/>
            </p:nvSpPr>
            <p:spPr bwMode="auto">
              <a:xfrm>
                <a:off x="6157327" y="2536992"/>
                <a:ext cx="232728" cy="185609"/>
              </a:xfrm>
              <a:custGeom>
                <a:avLst/>
                <a:gdLst>
                  <a:gd name="T0" fmla="*/ 9 w 132"/>
                  <a:gd name="T1" fmla="*/ 74 h 105"/>
                  <a:gd name="T2" fmla="*/ 0 w 132"/>
                  <a:gd name="T3" fmla="*/ 48 h 105"/>
                  <a:gd name="T4" fmla="*/ 3 w 132"/>
                  <a:gd name="T5" fmla="*/ 19 h 105"/>
                  <a:gd name="T6" fmla="*/ 43 w 132"/>
                  <a:gd name="T7" fmla="*/ 0 h 105"/>
                  <a:gd name="T8" fmla="*/ 57 w 132"/>
                  <a:gd name="T9" fmla="*/ 7 h 105"/>
                  <a:gd name="T10" fmla="*/ 77 w 132"/>
                  <a:gd name="T11" fmla="*/ 3 h 105"/>
                  <a:gd name="T12" fmla="*/ 101 w 132"/>
                  <a:gd name="T13" fmla="*/ 13 h 105"/>
                  <a:gd name="T14" fmla="*/ 120 w 132"/>
                  <a:gd name="T15" fmla="*/ 30 h 105"/>
                  <a:gd name="T16" fmla="*/ 120 w 132"/>
                  <a:gd name="T17" fmla="*/ 50 h 105"/>
                  <a:gd name="T18" fmla="*/ 129 w 132"/>
                  <a:gd name="T19" fmla="*/ 50 h 105"/>
                  <a:gd name="T20" fmla="*/ 130 w 132"/>
                  <a:gd name="T21" fmla="*/ 66 h 105"/>
                  <a:gd name="T22" fmla="*/ 131 w 132"/>
                  <a:gd name="T23" fmla="*/ 93 h 105"/>
                  <a:gd name="T24" fmla="*/ 120 w 132"/>
                  <a:gd name="T25" fmla="*/ 101 h 105"/>
                  <a:gd name="T26" fmla="*/ 96 w 132"/>
                  <a:gd name="T27" fmla="*/ 103 h 105"/>
                  <a:gd name="T28" fmla="*/ 73 w 132"/>
                  <a:gd name="T29" fmla="*/ 104 h 105"/>
                  <a:gd name="T30" fmla="*/ 57 w 132"/>
                  <a:gd name="T31" fmla="*/ 95 h 105"/>
                  <a:gd name="T32" fmla="*/ 23 w 132"/>
                  <a:gd name="T33" fmla="*/ 84 h 105"/>
                  <a:gd name="T34" fmla="*/ 9 w 132"/>
                  <a:gd name="T35" fmla="*/ 74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2" h="105">
                    <a:moveTo>
                      <a:pt x="9" y="74"/>
                    </a:moveTo>
                    <a:lnTo>
                      <a:pt x="0" y="48"/>
                    </a:lnTo>
                    <a:lnTo>
                      <a:pt x="3" y="19"/>
                    </a:lnTo>
                    <a:lnTo>
                      <a:pt x="43" y="0"/>
                    </a:lnTo>
                    <a:lnTo>
                      <a:pt x="57" y="7"/>
                    </a:lnTo>
                    <a:lnTo>
                      <a:pt x="77" y="3"/>
                    </a:lnTo>
                    <a:lnTo>
                      <a:pt x="101" y="13"/>
                    </a:lnTo>
                    <a:lnTo>
                      <a:pt x="120" y="30"/>
                    </a:lnTo>
                    <a:lnTo>
                      <a:pt x="120" y="50"/>
                    </a:lnTo>
                    <a:lnTo>
                      <a:pt x="129" y="50"/>
                    </a:lnTo>
                    <a:lnTo>
                      <a:pt x="130" y="66"/>
                    </a:lnTo>
                    <a:lnTo>
                      <a:pt x="131" y="93"/>
                    </a:lnTo>
                    <a:lnTo>
                      <a:pt x="120" y="101"/>
                    </a:lnTo>
                    <a:lnTo>
                      <a:pt x="96" y="103"/>
                    </a:lnTo>
                    <a:lnTo>
                      <a:pt x="73" y="104"/>
                    </a:lnTo>
                    <a:lnTo>
                      <a:pt x="57" y="95"/>
                    </a:lnTo>
                    <a:lnTo>
                      <a:pt x="23" y="84"/>
                    </a:lnTo>
                    <a:lnTo>
                      <a:pt x="9" y="74"/>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96" name="Freeform 261">
                <a:extLst>
                  <a:ext uri="{FF2B5EF4-FFF2-40B4-BE49-F238E27FC236}">
                    <a16:creationId xmlns:a16="http://schemas.microsoft.com/office/drawing/2014/main" id="{FB92A328-97E5-486B-911B-E72457130F83}"/>
                  </a:ext>
                </a:extLst>
              </p:cNvPr>
              <p:cNvSpPr>
                <a:spLocks/>
              </p:cNvSpPr>
              <p:nvPr/>
            </p:nvSpPr>
            <p:spPr bwMode="auto">
              <a:xfrm>
                <a:off x="6094428" y="1988031"/>
                <a:ext cx="268895" cy="531658"/>
              </a:xfrm>
              <a:custGeom>
                <a:avLst/>
                <a:gdLst>
                  <a:gd name="T0" fmla="*/ 0 w 153"/>
                  <a:gd name="T1" fmla="*/ 234 h 301"/>
                  <a:gd name="T2" fmla="*/ 5 w 153"/>
                  <a:gd name="T3" fmla="*/ 225 h 301"/>
                  <a:gd name="T4" fmla="*/ 9 w 153"/>
                  <a:gd name="T5" fmla="*/ 206 h 301"/>
                  <a:gd name="T6" fmla="*/ 24 w 153"/>
                  <a:gd name="T7" fmla="*/ 199 h 301"/>
                  <a:gd name="T8" fmla="*/ 20 w 153"/>
                  <a:gd name="T9" fmla="*/ 182 h 301"/>
                  <a:gd name="T10" fmla="*/ 13 w 153"/>
                  <a:gd name="T11" fmla="*/ 166 h 301"/>
                  <a:gd name="T12" fmla="*/ 9 w 153"/>
                  <a:gd name="T13" fmla="*/ 150 h 301"/>
                  <a:gd name="T14" fmla="*/ 6 w 153"/>
                  <a:gd name="T15" fmla="*/ 123 h 301"/>
                  <a:gd name="T16" fmla="*/ 9 w 153"/>
                  <a:gd name="T17" fmla="*/ 113 h 301"/>
                  <a:gd name="T18" fmla="*/ 24 w 153"/>
                  <a:gd name="T19" fmla="*/ 116 h 301"/>
                  <a:gd name="T20" fmla="*/ 31 w 153"/>
                  <a:gd name="T21" fmla="*/ 111 h 301"/>
                  <a:gd name="T22" fmla="*/ 21 w 153"/>
                  <a:gd name="T23" fmla="*/ 104 h 301"/>
                  <a:gd name="T24" fmla="*/ 28 w 153"/>
                  <a:gd name="T25" fmla="*/ 90 h 301"/>
                  <a:gd name="T26" fmla="*/ 31 w 153"/>
                  <a:gd name="T27" fmla="*/ 72 h 301"/>
                  <a:gd name="T28" fmla="*/ 37 w 153"/>
                  <a:gd name="T29" fmla="*/ 68 h 301"/>
                  <a:gd name="T30" fmla="*/ 42 w 153"/>
                  <a:gd name="T31" fmla="*/ 57 h 301"/>
                  <a:gd name="T32" fmla="*/ 51 w 153"/>
                  <a:gd name="T33" fmla="*/ 57 h 301"/>
                  <a:gd name="T34" fmla="*/ 53 w 153"/>
                  <a:gd name="T35" fmla="*/ 43 h 301"/>
                  <a:gd name="T36" fmla="*/ 61 w 153"/>
                  <a:gd name="T37" fmla="*/ 39 h 301"/>
                  <a:gd name="T38" fmla="*/ 63 w 153"/>
                  <a:gd name="T39" fmla="*/ 26 h 301"/>
                  <a:gd name="T40" fmla="*/ 71 w 153"/>
                  <a:gd name="T41" fmla="*/ 29 h 301"/>
                  <a:gd name="T42" fmla="*/ 79 w 153"/>
                  <a:gd name="T43" fmla="*/ 25 h 301"/>
                  <a:gd name="T44" fmla="*/ 87 w 153"/>
                  <a:gd name="T45" fmla="*/ 17 h 301"/>
                  <a:gd name="T46" fmla="*/ 97 w 153"/>
                  <a:gd name="T47" fmla="*/ 17 h 301"/>
                  <a:gd name="T48" fmla="*/ 110 w 153"/>
                  <a:gd name="T49" fmla="*/ 17 h 301"/>
                  <a:gd name="T50" fmla="*/ 118 w 153"/>
                  <a:gd name="T51" fmla="*/ 8 h 301"/>
                  <a:gd name="T52" fmla="*/ 127 w 153"/>
                  <a:gd name="T53" fmla="*/ 0 h 301"/>
                  <a:gd name="T54" fmla="*/ 138 w 153"/>
                  <a:gd name="T55" fmla="*/ 13 h 301"/>
                  <a:gd name="T56" fmla="*/ 149 w 153"/>
                  <a:gd name="T57" fmla="*/ 23 h 301"/>
                  <a:gd name="T58" fmla="*/ 150 w 153"/>
                  <a:gd name="T59" fmla="*/ 32 h 301"/>
                  <a:gd name="T60" fmla="*/ 152 w 153"/>
                  <a:gd name="T61" fmla="*/ 63 h 301"/>
                  <a:gd name="T62" fmla="*/ 142 w 153"/>
                  <a:gd name="T63" fmla="*/ 70 h 301"/>
                  <a:gd name="T64" fmla="*/ 131 w 153"/>
                  <a:gd name="T65" fmla="*/ 79 h 301"/>
                  <a:gd name="T66" fmla="*/ 127 w 153"/>
                  <a:gd name="T67" fmla="*/ 96 h 301"/>
                  <a:gd name="T68" fmla="*/ 127 w 153"/>
                  <a:gd name="T69" fmla="*/ 107 h 301"/>
                  <a:gd name="T70" fmla="*/ 112 w 153"/>
                  <a:gd name="T71" fmla="*/ 117 h 301"/>
                  <a:gd name="T72" fmla="*/ 104 w 153"/>
                  <a:gd name="T73" fmla="*/ 128 h 301"/>
                  <a:gd name="T74" fmla="*/ 84 w 153"/>
                  <a:gd name="T75" fmla="*/ 132 h 301"/>
                  <a:gd name="T76" fmla="*/ 76 w 153"/>
                  <a:gd name="T77" fmla="*/ 148 h 301"/>
                  <a:gd name="T78" fmla="*/ 76 w 153"/>
                  <a:gd name="T79" fmla="*/ 176 h 301"/>
                  <a:gd name="T80" fmla="*/ 87 w 153"/>
                  <a:gd name="T81" fmla="*/ 189 h 301"/>
                  <a:gd name="T82" fmla="*/ 93 w 153"/>
                  <a:gd name="T83" fmla="*/ 200 h 301"/>
                  <a:gd name="T84" fmla="*/ 69 w 153"/>
                  <a:gd name="T85" fmla="*/ 211 h 301"/>
                  <a:gd name="T86" fmla="*/ 80 w 153"/>
                  <a:gd name="T87" fmla="*/ 211 h 301"/>
                  <a:gd name="T88" fmla="*/ 87 w 153"/>
                  <a:gd name="T89" fmla="*/ 217 h 301"/>
                  <a:gd name="T90" fmla="*/ 90 w 153"/>
                  <a:gd name="T91" fmla="*/ 228 h 301"/>
                  <a:gd name="T92" fmla="*/ 82 w 153"/>
                  <a:gd name="T93" fmla="*/ 234 h 301"/>
                  <a:gd name="T94" fmla="*/ 71 w 153"/>
                  <a:gd name="T95" fmla="*/ 245 h 301"/>
                  <a:gd name="T96" fmla="*/ 71 w 153"/>
                  <a:gd name="T97" fmla="*/ 265 h 301"/>
                  <a:gd name="T98" fmla="*/ 60 w 153"/>
                  <a:gd name="T99" fmla="*/ 272 h 301"/>
                  <a:gd name="T100" fmla="*/ 57 w 153"/>
                  <a:gd name="T101" fmla="*/ 283 h 301"/>
                  <a:gd name="T102" fmla="*/ 45 w 153"/>
                  <a:gd name="T103" fmla="*/ 290 h 301"/>
                  <a:gd name="T104" fmla="*/ 39 w 153"/>
                  <a:gd name="T105" fmla="*/ 300 h 301"/>
                  <a:gd name="T106" fmla="*/ 23 w 153"/>
                  <a:gd name="T107" fmla="*/ 294 h 301"/>
                  <a:gd name="T108" fmla="*/ 24 w 153"/>
                  <a:gd name="T109" fmla="*/ 275 h 301"/>
                  <a:gd name="T110" fmla="*/ 15 w 153"/>
                  <a:gd name="T111" fmla="*/ 272 h 301"/>
                  <a:gd name="T112" fmla="*/ 13 w 153"/>
                  <a:gd name="T113" fmla="*/ 261 h 301"/>
                  <a:gd name="T114" fmla="*/ 6 w 153"/>
                  <a:gd name="T115" fmla="*/ 247 h 301"/>
                  <a:gd name="T116" fmla="*/ 0 w 153"/>
                  <a:gd name="T117" fmla="*/ 234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3" h="301">
                    <a:moveTo>
                      <a:pt x="0" y="234"/>
                    </a:moveTo>
                    <a:lnTo>
                      <a:pt x="5" y="225"/>
                    </a:lnTo>
                    <a:lnTo>
                      <a:pt x="9" y="206"/>
                    </a:lnTo>
                    <a:lnTo>
                      <a:pt x="24" y="199"/>
                    </a:lnTo>
                    <a:lnTo>
                      <a:pt x="20" y="182"/>
                    </a:lnTo>
                    <a:lnTo>
                      <a:pt x="13" y="166"/>
                    </a:lnTo>
                    <a:lnTo>
                      <a:pt x="9" y="150"/>
                    </a:lnTo>
                    <a:lnTo>
                      <a:pt x="6" y="123"/>
                    </a:lnTo>
                    <a:lnTo>
                      <a:pt x="9" y="113"/>
                    </a:lnTo>
                    <a:lnTo>
                      <a:pt x="24" y="116"/>
                    </a:lnTo>
                    <a:lnTo>
                      <a:pt x="31" y="111"/>
                    </a:lnTo>
                    <a:lnTo>
                      <a:pt x="21" y="104"/>
                    </a:lnTo>
                    <a:lnTo>
                      <a:pt x="28" y="90"/>
                    </a:lnTo>
                    <a:lnTo>
                      <a:pt x="31" y="72"/>
                    </a:lnTo>
                    <a:lnTo>
                      <a:pt x="37" y="68"/>
                    </a:lnTo>
                    <a:lnTo>
                      <a:pt x="42" y="57"/>
                    </a:lnTo>
                    <a:lnTo>
                      <a:pt x="51" y="57"/>
                    </a:lnTo>
                    <a:lnTo>
                      <a:pt x="53" y="43"/>
                    </a:lnTo>
                    <a:lnTo>
                      <a:pt x="61" y="39"/>
                    </a:lnTo>
                    <a:lnTo>
                      <a:pt x="63" y="26"/>
                    </a:lnTo>
                    <a:lnTo>
                      <a:pt x="71" y="29"/>
                    </a:lnTo>
                    <a:lnTo>
                      <a:pt x="79" y="25"/>
                    </a:lnTo>
                    <a:lnTo>
                      <a:pt x="87" y="17"/>
                    </a:lnTo>
                    <a:lnTo>
                      <a:pt x="97" y="17"/>
                    </a:lnTo>
                    <a:lnTo>
                      <a:pt x="110" y="17"/>
                    </a:lnTo>
                    <a:lnTo>
                      <a:pt x="118" y="8"/>
                    </a:lnTo>
                    <a:lnTo>
                      <a:pt x="127" y="0"/>
                    </a:lnTo>
                    <a:lnTo>
                      <a:pt x="138" y="13"/>
                    </a:lnTo>
                    <a:lnTo>
                      <a:pt x="149" y="23"/>
                    </a:lnTo>
                    <a:lnTo>
                      <a:pt x="150" y="32"/>
                    </a:lnTo>
                    <a:lnTo>
                      <a:pt x="152" y="63"/>
                    </a:lnTo>
                    <a:lnTo>
                      <a:pt x="142" y="70"/>
                    </a:lnTo>
                    <a:lnTo>
                      <a:pt x="131" y="79"/>
                    </a:lnTo>
                    <a:lnTo>
                      <a:pt x="127" y="96"/>
                    </a:lnTo>
                    <a:lnTo>
                      <a:pt x="127" y="107"/>
                    </a:lnTo>
                    <a:lnTo>
                      <a:pt x="112" y="117"/>
                    </a:lnTo>
                    <a:lnTo>
                      <a:pt x="104" y="128"/>
                    </a:lnTo>
                    <a:lnTo>
                      <a:pt x="84" y="132"/>
                    </a:lnTo>
                    <a:lnTo>
                      <a:pt x="76" y="148"/>
                    </a:lnTo>
                    <a:lnTo>
                      <a:pt x="76" y="176"/>
                    </a:lnTo>
                    <a:lnTo>
                      <a:pt x="87" y="189"/>
                    </a:lnTo>
                    <a:lnTo>
                      <a:pt x="93" y="200"/>
                    </a:lnTo>
                    <a:lnTo>
                      <a:pt x="69" y="211"/>
                    </a:lnTo>
                    <a:lnTo>
                      <a:pt x="80" y="211"/>
                    </a:lnTo>
                    <a:lnTo>
                      <a:pt x="87" y="217"/>
                    </a:lnTo>
                    <a:lnTo>
                      <a:pt x="90" y="228"/>
                    </a:lnTo>
                    <a:lnTo>
                      <a:pt x="82" y="234"/>
                    </a:lnTo>
                    <a:lnTo>
                      <a:pt x="71" y="245"/>
                    </a:lnTo>
                    <a:lnTo>
                      <a:pt x="71" y="265"/>
                    </a:lnTo>
                    <a:lnTo>
                      <a:pt x="60" y="272"/>
                    </a:lnTo>
                    <a:lnTo>
                      <a:pt x="57" y="283"/>
                    </a:lnTo>
                    <a:lnTo>
                      <a:pt x="45" y="290"/>
                    </a:lnTo>
                    <a:lnTo>
                      <a:pt x="39" y="300"/>
                    </a:lnTo>
                    <a:lnTo>
                      <a:pt x="23" y="294"/>
                    </a:lnTo>
                    <a:lnTo>
                      <a:pt x="24" y="275"/>
                    </a:lnTo>
                    <a:lnTo>
                      <a:pt x="15" y="272"/>
                    </a:lnTo>
                    <a:lnTo>
                      <a:pt x="13" y="261"/>
                    </a:lnTo>
                    <a:lnTo>
                      <a:pt x="6" y="247"/>
                    </a:lnTo>
                    <a:lnTo>
                      <a:pt x="0" y="234"/>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97" name="Freeform 262">
                <a:extLst>
                  <a:ext uri="{FF2B5EF4-FFF2-40B4-BE49-F238E27FC236}">
                    <a16:creationId xmlns:a16="http://schemas.microsoft.com/office/drawing/2014/main" id="{EDEB7107-A119-49AB-A2DF-A22594B1C90D}"/>
                  </a:ext>
                </a:extLst>
              </p:cNvPr>
              <p:cNvSpPr>
                <a:spLocks/>
              </p:cNvSpPr>
              <p:nvPr/>
            </p:nvSpPr>
            <p:spPr bwMode="auto">
              <a:xfrm>
                <a:off x="6306713" y="2787092"/>
                <a:ext cx="207568" cy="151004"/>
              </a:xfrm>
              <a:custGeom>
                <a:avLst/>
                <a:gdLst>
                  <a:gd name="T0" fmla="*/ 42 w 118"/>
                  <a:gd name="T1" fmla="*/ 68 h 85"/>
                  <a:gd name="T2" fmla="*/ 33 w 118"/>
                  <a:gd name="T3" fmla="*/ 61 h 85"/>
                  <a:gd name="T4" fmla="*/ 20 w 118"/>
                  <a:gd name="T5" fmla="*/ 53 h 85"/>
                  <a:gd name="T6" fmla="*/ 4 w 118"/>
                  <a:gd name="T7" fmla="*/ 45 h 85"/>
                  <a:gd name="T8" fmla="*/ 0 w 118"/>
                  <a:gd name="T9" fmla="*/ 31 h 85"/>
                  <a:gd name="T10" fmla="*/ 14 w 118"/>
                  <a:gd name="T11" fmla="*/ 27 h 85"/>
                  <a:gd name="T12" fmla="*/ 25 w 118"/>
                  <a:gd name="T13" fmla="*/ 10 h 85"/>
                  <a:gd name="T14" fmla="*/ 31 w 118"/>
                  <a:gd name="T15" fmla="*/ 1 h 85"/>
                  <a:gd name="T16" fmla="*/ 51 w 118"/>
                  <a:gd name="T17" fmla="*/ 0 h 85"/>
                  <a:gd name="T18" fmla="*/ 59 w 118"/>
                  <a:gd name="T19" fmla="*/ 6 h 85"/>
                  <a:gd name="T20" fmla="*/ 80 w 118"/>
                  <a:gd name="T21" fmla="*/ 8 h 85"/>
                  <a:gd name="T22" fmla="*/ 88 w 118"/>
                  <a:gd name="T23" fmla="*/ 4 h 85"/>
                  <a:gd name="T24" fmla="*/ 108 w 118"/>
                  <a:gd name="T25" fmla="*/ 24 h 85"/>
                  <a:gd name="T26" fmla="*/ 109 w 118"/>
                  <a:gd name="T27" fmla="*/ 41 h 85"/>
                  <a:gd name="T28" fmla="*/ 117 w 118"/>
                  <a:gd name="T29" fmla="*/ 59 h 85"/>
                  <a:gd name="T30" fmla="*/ 115 w 118"/>
                  <a:gd name="T31" fmla="*/ 69 h 85"/>
                  <a:gd name="T32" fmla="*/ 104 w 118"/>
                  <a:gd name="T33" fmla="*/ 79 h 85"/>
                  <a:gd name="T34" fmla="*/ 91 w 118"/>
                  <a:gd name="T35" fmla="*/ 81 h 85"/>
                  <a:gd name="T36" fmla="*/ 70 w 118"/>
                  <a:gd name="T37" fmla="*/ 84 h 85"/>
                  <a:gd name="T38" fmla="*/ 66 w 118"/>
                  <a:gd name="T39" fmla="*/ 71 h 85"/>
                  <a:gd name="T40" fmla="*/ 50 w 118"/>
                  <a:gd name="T41" fmla="*/ 65 h 85"/>
                  <a:gd name="T42" fmla="*/ 46 w 118"/>
                  <a:gd name="T43" fmla="*/ 71 h 85"/>
                  <a:gd name="T44" fmla="*/ 42 w 118"/>
                  <a:gd name="T45" fmla="*/ 68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8" h="85">
                    <a:moveTo>
                      <a:pt x="42" y="68"/>
                    </a:moveTo>
                    <a:lnTo>
                      <a:pt x="33" y="61"/>
                    </a:lnTo>
                    <a:lnTo>
                      <a:pt x="20" y="53"/>
                    </a:lnTo>
                    <a:lnTo>
                      <a:pt x="4" y="45"/>
                    </a:lnTo>
                    <a:lnTo>
                      <a:pt x="0" y="31"/>
                    </a:lnTo>
                    <a:lnTo>
                      <a:pt x="14" y="27"/>
                    </a:lnTo>
                    <a:lnTo>
                      <a:pt x="25" y="10"/>
                    </a:lnTo>
                    <a:lnTo>
                      <a:pt x="31" y="1"/>
                    </a:lnTo>
                    <a:lnTo>
                      <a:pt x="51" y="0"/>
                    </a:lnTo>
                    <a:lnTo>
                      <a:pt x="59" y="6"/>
                    </a:lnTo>
                    <a:lnTo>
                      <a:pt x="80" y="8"/>
                    </a:lnTo>
                    <a:lnTo>
                      <a:pt x="88" y="4"/>
                    </a:lnTo>
                    <a:lnTo>
                      <a:pt x="108" y="24"/>
                    </a:lnTo>
                    <a:lnTo>
                      <a:pt x="109" y="41"/>
                    </a:lnTo>
                    <a:lnTo>
                      <a:pt x="117" y="59"/>
                    </a:lnTo>
                    <a:lnTo>
                      <a:pt x="115" y="69"/>
                    </a:lnTo>
                    <a:lnTo>
                      <a:pt x="104" y="79"/>
                    </a:lnTo>
                    <a:lnTo>
                      <a:pt x="91" y="81"/>
                    </a:lnTo>
                    <a:lnTo>
                      <a:pt x="70" y="84"/>
                    </a:lnTo>
                    <a:lnTo>
                      <a:pt x="66" y="71"/>
                    </a:lnTo>
                    <a:lnTo>
                      <a:pt x="50" y="65"/>
                    </a:lnTo>
                    <a:lnTo>
                      <a:pt x="46" y="71"/>
                    </a:lnTo>
                    <a:lnTo>
                      <a:pt x="42" y="68"/>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98" name="Freeform 264">
                <a:extLst>
                  <a:ext uri="{FF2B5EF4-FFF2-40B4-BE49-F238E27FC236}">
                    <a16:creationId xmlns:a16="http://schemas.microsoft.com/office/drawing/2014/main" id="{D1A812E7-F395-43D3-9877-168E8A52B658}"/>
                  </a:ext>
                </a:extLst>
              </p:cNvPr>
              <p:cNvSpPr>
                <a:spLocks/>
              </p:cNvSpPr>
              <p:nvPr/>
            </p:nvSpPr>
            <p:spPr bwMode="auto">
              <a:xfrm>
                <a:off x="6140030" y="2832707"/>
                <a:ext cx="242163" cy="191900"/>
              </a:xfrm>
              <a:custGeom>
                <a:avLst/>
                <a:gdLst>
                  <a:gd name="T0" fmla="*/ 12 w 137"/>
                  <a:gd name="T1" fmla="*/ 18 h 109"/>
                  <a:gd name="T2" fmla="*/ 3 w 137"/>
                  <a:gd name="T3" fmla="*/ 12 h 109"/>
                  <a:gd name="T4" fmla="*/ 0 w 137"/>
                  <a:gd name="T5" fmla="*/ 0 h 109"/>
                  <a:gd name="T6" fmla="*/ 24 w 137"/>
                  <a:gd name="T7" fmla="*/ 6 h 109"/>
                  <a:gd name="T8" fmla="*/ 37 w 137"/>
                  <a:gd name="T9" fmla="*/ 0 h 109"/>
                  <a:gd name="T10" fmla="*/ 43 w 137"/>
                  <a:gd name="T11" fmla="*/ 2 h 109"/>
                  <a:gd name="T12" fmla="*/ 58 w 137"/>
                  <a:gd name="T13" fmla="*/ 10 h 109"/>
                  <a:gd name="T14" fmla="*/ 75 w 137"/>
                  <a:gd name="T15" fmla="*/ 14 h 109"/>
                  <a:gd name="T16" fmla="*/ 84 w 137"/>
                  <a:gd name="T17" fmla="*/ 6 h 109"/>
                  <a:gd name="T18" fmla="*/ 95 w 137"/>
                  <a:gd name="T19" fmla="*/ 7 h 109"/>
                  <a:gd name="T20" fmla="*/ 99 w 137"/>
                  <a:gd name="T21" fmla="*/ 20 h 109"/>
                  <a:gd name="T22" fmla="*/ 114 w 137"/>
                  <a:gd name="T23" fmla="*/ 29 h 109"/>
                  <a:gd name="T24" fmla="*/ 128 w 137"/>
                  <a:gd name="T25" fmla="*/ 36 h 109"/>
                  <a:gd name="T26" fmla="*/ 136 w 137"/>
                  <a:gd name="T27" fmla="*/ 43 h 109"/>
                  <a:gd name="T28" fmla="*/ 123 w 137"/>
                  <a:gd name="T29" fmla="*/ 53 h 109"/>
                  <a:gd name="T30" fmla="*/ 124 w 137"/>
                  <a:gd name="T31" fmla="*/ 62 h 109"/>
                  <a:gd name="T32" fmla="*/ 132 w 137"/>
                  <a:gd name="T33" fmla="*/ 76 h 109"/>
                  <a:gd name="T34" fmla="*/ 134 w 137"/>
                  <a:gd name="T35" fmla="*/ 97 h 109"/>
                  <a:gd name="T36" fmla="*/ 120 w 137"/>
                  <a:gd name="T37" fmla="*/ 108 h 109"/>
                  <a:gd name="T38" fmla="*/ 109 w 137"/>
                  <a:gd name="T39" fmla="*/ 105 h 109"/>
                  <a:gd name="T40" fmla="*/ 106 w 137"/>
                  <a:gd name="T41" fmla="*/ 90 h 109"/>
                  <a:gd name="T42" fmla="*/ 98 w 137"/>
                  <a:gd name="T43" fmla="*/ 77 h 109"/>
                  <a:gd name="T44" fmla="*/ 90 w 137"/>
                  <a:gd name="T45" fmla="*/ 80 h 109"/>
                  <a:gd name="T46" fmla="*/ 92 w 137"/>
                  <a:gd name="T47" fmla="*/ 91 h 109"/>
                  <a:gd name="T48" fmla="*/ 79 w 137"/>
                  <a:gd name="T49" fmla="*/ 88 h 109"/>
                  <a:gd name="T50" fmla="*/ 68 w 137"/>
                  <a:gd name="T51" fmla="*/ 80 h 109"/>
                  <a:gd name="T52" fmla="*/ 58 w 137"/>
                  <a:gd name="T53" fmla="*/ 68 h 109"/>
                  <a:gd name="T54" fmla="*/ 49 w 137"/>
                  <a:gd name="T55" fmla="*/ 62 h 109"/>
                  <a:gd name="T56" fmla="*/ 34 w 137"/>
                  <a:gd name="T57" fmla="*/ 56 h 109"/>
                  <a:gd name="T58" fmla="*/ 34 w 137"/>
                  <a:gd name="T59" fmla="*/ 46 h 109"/>
                  <a:gd name="T60" fmla="*/ 21 w 137"/>
                  <a:gd name="T61" fmla="*/ 38 h 109"/>
                  <a:gd name="T62" fmla="*/ 17 w 137"/>
                  <a:gd name="T63" fmla="*/ 21 h 109"/>
                  <a:gd name="T64" fmla="*/ 12 w 137"/>
                  <a:gd name="T65" fmla="*/ 18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 h="109">
                    <a:moveTo>
                      <a:pt x="12" y="18"/>
                    </a:moveTo>
                    <a:lnTo>
                      <a:pt x="3" y="12"/>
                    </a:lnTo>
                    <a:lnTo>
                      <a:pt x="0" y="0"/>
                    </a:lnTo>
                    <a:lnTo>
                      <a:pt x="24" y="6"/>
                    </a:lnTo>
                    <a:lnTo>
                      <a:pt x="37" y="0"/>
                    </a:lnTo>
                    <a:lnTo>
                      <a:pt x="43" y="2"/>
                    </a:lnTo>
                    <a:lnTo>
                      <a:pt x="58" y="10"/>
                    </a:lnTo>
                    <a:lnTo>
                      <a:pt x="75" y="14"/>
                    </a:lnTo>
                    <a:lnTo>
                      <a:pt x="84" y="6"/>
                    </a:lnTo>
                    <a:lnTo>
                      <a:pt x="95" y="7"/>
                    </a:lnTo>
                    <a:lnTo>
                      <a:pt x="99" y="20"/>
                    </a:lnTo>
                    <a:lnTo>
                      <a:pt x="114" y="29"/>
                    </a:lnTo>
                    <a:lnTo>
                      <a:pt x="128" y="36"/>
                    </a:lnTo>
                    <a:lnTo>
                      <a:pt x="136" y="43"/>
                    </a:lnTo>
                    <a:lnTo>
                      <a:pt x="123" y="53"/>
                    </a:lnTo>
                    <a:lnTo>
                      <a:pt x="124" y="62"/>
                    </a:lnTo>
                    <a:lnTo>
                      <a:pt x="132" y="76"/>
                    </a:lnTo>
                    <a:lnTo>
                      <a:pt x="134" y="97"/>
                    </a:lnTo>
                    <a:lnTo>
                      <a:pt x="120" y="108"/>
                    </a:lnTo>
                    <a:lnTo>
                      <a:pt x="109" y="105"/>
                    </a:lnTo>
                    <a:lnTo>
                      <a:pt x="106" y="90"/>
                    </a:lnTo>
                    <a:lnTo>
                      <a:pt x="98" y="77"/>
                    </a:lnTo>
                    <a:lnTo>
                      <a:pt x="90" y="80"/>
                    </a:lnTo>
                    <a:lnTo>
                      <a:pt x="92" y="91"/>
                    </a:lnTo>
                    <a:lnTo>
                      <a:pt x="79" y="88"/>
                    </a:lnTo>
                    <a:lnTo>
                      <a:pt x="68" y="80"/>
                    </a:lnTo>
                    <a:lnTo>
                      <a:pt x="58" y="68"/>
                    </a:lnTo>
                    <a:lnTo>
                      <a:pt x="49" y="62"/>
                    </a:lnTo>
                    <a:lnTo>
                      <a:pt x="34" y="56"/>
                    </a:lnTo>
                    <a:lnTo>
                      <a:pt x="34" y="46"/>
                    </a:lnTo>
                    <a:lnTo>
                      <a:pt x="21" y="38"/>
                    </a:lnTo>
                    <a:lnTo>
                      <a:pt x="17" y="21"/>
                    </a:lnTo>
                    <a:lnTo>
                      <a:pt x="12" y="18"/>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99" name="Freeform 265">
                <a:extLst>
                  <a:ext uri="{FF2B5EF4-FFF2-40B4-BE49-F238E27FC236}">
                    <a16:creationId xmlns:a16="http://schemas.microsoft.com/office/drawing/2014/main" id="{2C1F553C-6A1C-4B7F-B1A1-26C9E0406C16}"/>
                  </a:ext>
                </a:extLst>
              </p:cNvPr>
              <p:cNvSpPr>
                <a:spLocks/>
              </p:cNvSpPr>
              <p:nvPr/>
            </p:nvSpPr>
            <p:spPr bwMode="auto">
              <a:xfrm>
                <a:off x="6360177" y="2603056"/>
                <a:ext cx="407273" cy="294142"/>
              </a:xfrm>
              <a:custGeom>
                <a:avLst/>
                <a:gdLst>
                  <a:gd name="T0" fmla="*/ 65 w 259"/>
                  <a:gd name="T1" fmla="*/ 123 h 187"/>
                  <a:gd name="T2" fmla="*/ 86 w 259"/>
                  <a:gd name="T3" fmla="*/ 121 h 187"/>
                  <a:gd name="T4" fmla="*/ 99 w 259"/>
                  <a:gd name="T5" fmla="*/ 130 h 187"/>
                  <a:gd name="T6" fmla="*/ 119 w 259"/>
                  <a:gd name="T7" fmla="*/ 160 h 187"/>
                  <a:gd name="T8" fmla="*/ 116 w 259"/>
                  <a:gd name="T9" fmla="*/ 172 h 187"/>
                  <a:gd name="T10" fmla="*/ 110 w 259"/>
                  <a:gd name="T11" fmla="*/ 187 h 187"/>
                  <a:gd name="T12" fmla="*/ 123 w 259"/>
                  <a:gd name="T13" fmla="*/ 173 h 187"/>
                  <a:gd name="T14" fmla="*/ 132 w 259"/>
                  <a:gd name="T15" fmla="*/ 138 h 187"/>
                  <a:gd name="T16" fmla="*/ 149 w 259"/>
                  <a:gd name="T17" fmla="*/ 134 h 187"/>
                  <a:gd name="T18" fmla="*/ 154 w 259"/>
                  <a:gd name="T19" fmla="*/ 157 h 187"/>
                  <a:gd name="T20" fmla="*/ 175 w 259"/>
                  <a:gd name="T21" fmla="*/ 154 h 187"/>
                  <a:gd name="T22" fmla="*/ 169 w 259"/>
                  <a:gd name="T23" fmla="*/ 174 h 187"/>
                  <a:gd name="T24" fmla="*/ 184 w 259"/>
                  <a:gd name="T25" fmla="*/ 183 h 187"/>
                  <a:gd name="T26" fmla="*/ 211 w 259"/>
                  <a:gd name="T27" fmla="*/ 178 h 187"/>
                  <a:gd name="T28" fmla="*/ 187 w 259"/>
                  <a:gd name="T29" fmla="*/ 156 h 187"/>
                  <a:gd name="T30" fmla="*/ 197 w 259"/>
                  <a:gd name="T31" fmla="*/ 152 h 187"/>
                  <a:gd name="T32" fmla="*/ 205 w 259"/>
                  <a:gd name="T33" fmla="*/ 140 h 187"/>
                  <a:gd name="T34" fmla="*/ 218 w 259"/>
                  <a:gd name="T35" fmla="*/ 142 h 187"/>
                  <a:gd name="T36" fmla="*/ 250 w 259"/>
                  <a:gd name="T37" fmla="*/ 128 h 187"/>
                  <a:gd name="T38" fmla="*/ 259 w 259"/>
                  <a:gd name="T39" fmla="*/ 78 h 187"/>
                  <a:gd name="T40" fmla="*/ 195 w 259"/>
                  <a:gd name="T41" fmla="*/ 25 h 187"/>
                  <a:gd name="T42" fmla="*/ 186 w 259"/>
                  <a:gd name="T43" fmla="*/ 0 h 187"/>
                  <a:gd name="T44" fmla="*/ 143 w 259"/>
                  <a:gd name="T45" fmla="*/ 3 h 187"/>
                  <a:gd name="T46" fmla="*/ 132 w 259"/>
                  <a:gd name="T47" fmla="*/ 21 h 187"/>
                  <a:gd name="T48" fmla="*/ 17 w 259"/>
                  <a:gd name="T49" fmla="*/ 34 h 187"/>
                  <a:gd name="T50" fmla="*/ 18 w 259"/>
                  <a:gd name="T51" fmla="*/ 63 h 187"/>
                  <a:gd name="T52" fmla="*/ 6 w 259"/>
                  <a:gd name="T53" fmla="*/ 73 h 187"/>
                  <a:gd name="T54" fmla="*/ 0 w 259"/>
                  <a:gd name="T55" fmla="*/ 120 h 187"/>
                  <a:gd name="T56" fmla="*/ 23 w 259"/>
                  <a:gd name="T57" fmla="*/ 119 h 187"/>
                  <a:gd name="T58" fmla="*/ 32 w 259"/>
                  <a:gd name="T59" fmla="*/ 125 h 187"/>
                  <a:gd name="T60" fmla="*/ 55 w 259"/>
                  <a:gd name="T61" fmla="*/ 126 h 187"/>
                  <a:gd name="T62" fmla="*/ 65 w 259"/>
                  <a:gd name="T63" fmla="*/ 123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9" h="187">
                    <a:moveTo>
                      <a:pt x="65" y="123"/>
                    </a:moveTo>
                    <a:lnTo>
                      <a:pt x="86" y="121"/>
                    </a:lnTo>
                    <a:lnTo>
                      <a:pt x="99" y="130"/>
                    </a:lnTo>
                    <a:lnTo>
                      <a:pt x="119" y="160"/>
                    </a:lnTo>
                    <a:lnTo>
                      <a:pt x="116" y="172"/>
                    </a:lnTo>
                    <a:lnTo>
                      <a:pt x="110" y="187"/>
                    </a:lnTo>
                    <a:lnTo>
                      <a:pt x="123" y="173"/>
                    </a:lnTo>
                    <a:lnTo>
                      <a:pt x="132" y="138"/>
                    </a:lnTo>
                    <a:lnTo>
                      <a:pt x="149" y="134"/>
                    </a:lnTo>
                    <a:lnTo>
                      <a:pt x="154" y="157"/>
                    </a:lnTo>
                    <a:lnTo>
                      <a:pt x="175" y="154"/>
                    </a:lnTo>
                    <a:lnTo>
                      <a:pt x="169" y="174"/>
                    </a:lnTo>
                    <a:lnTo>
                      <a:pt x="184" y="183"/>
                    </a:lnTo>
                    <a:lnTo>
                      <a:pt x="211" y="178"/>
                    </a:lnTo>
                    <a:lnTo>
                      <a:pt x="187" y="156"/>
                    </a:lnTo>
                    <a:lnTo>
                      <a:pt x="197" y="152"/>
                    </a:lnTo>
                    <a:lnTo>
                      <a:pt x="205" y="140"/>
                    </a:lnTo>
                    <a:lnTo>
                      <a:pt x="218" y="142"/>
                    </a:lnTo>
                    <a:lnTo>
                      <a:pt x="250" y="128"/>
                    </a:lnTo>
                    <a:lnTo>
                      <a:pt x="259" y="78"/>
                    </a:lnTo>
                    <a:lnTo>
                      <a:pt x="195" y="25"/>
                    </a:lnTo>
                    <a:lnTo>
                      <a:pt x="186" y="0"/>
                    </a:lnTo>
                    <a:lnTo>
                      <a:pt x="143" y="3"/>
                    </a:lnTo>
                    <a:lnTo>
                      <a:pt x="132" y="21"/>
                    </a:lnTo>
                    <a:lnTo>
                      <a:pt x="17" y="34"/>
                    </a:lnTo>
                    <a:lnTo>
                      <a:pt x="18" y="63"/>
                    </a:lnTo>
                    <a:lnTo>
                      <a:pt x="6" y="73"/>
                    </a:lnTo>
                    <a:lnTo>
                      <a:pt x="0" y="120"/>
                    </a:lnTo>
                    <a:lnTo>
                      <a:pt x="23" y="119"/>
                    </a:lnTo>
                    <a:lnTo>
                      <a:pt x="32" y="125"/>
                    </a:lnTo>
                    <a:lnTo>
                      <a:pt x="55" y="126"/>
                    </a:lnTo>
                    <a:lnTo>
                      <a:pt x="65" y="12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00" name="Freeform 266">
                <a:extLst>
                  <a:ext uri="{FF2B5EF4-FFF2-40B4-BE49-F238E27FC236}">
                    <a16:creationId xmlns:a16="http://schemas.microsoft.com/office/drawing/2014/main" id="{328DB3D8-F5EA-4A2F-BBD2-55B5B6CFC4C9}"/>
                  </a:ext>
                </a:extLst>
              </p:cNvPr>
              <p:cNvSpPr>
                <a:spLocks/>
              </p:cNvSpPr>
              <p:nvPr/>
            </p:nvSpPr>
            <p:spPr bwMode="auto">
              <a:xfrm>
                <a:off x="6369612" y="2441042"/>
                <a:ext cx="237445" cy="217068"/>
              </a:xfrm>
              <a:custGeom>
                <a:avLst/>
                <a:gdLst>
                  <a:gd name="T0" fmla="*/ 11 w 136"/>
                  <a:gd name="T1" fmla="*/ 121 h 122"/>
                  <a:gd name="T2" fmla="*/ 112 w 136"/>
                  <a:gd name="T3" fmla="*/ 110 h 122"/>
                  <a:gd name="T4" fmla="*/ 122 w 136"/>
                  <a:gd name="T5" fmla="*/ 94 h 122"/>
                  <a:gd name="T6" fmla="*/ 129 w 136"/>
                  <a:gd name="T7" fmla="*/ 74 h 122"/>
                  <a:gd name="T8" fmla="*/ 135 w 136"/>
                  <a:gd name="T9" fmla="*/ 67 h 122"/>
                  <a:gd name="T10" fmla="*/ 132 w 136"/>
                  <a:gd name="T11" fmla="*/ 15 h 122"/>
                  <a:gd name="T12" fmla="*/ 93 w 136"/>
                  <a:gd name="T13" fmla="*/ 0 h 122"/>
                  <a:gd name="T14" fmla="*/ 82 w 136"/>
                  <a:gd name="T15" fmla="*/ 8 h 122"/>
                  <a:gd name="T16" fmla="*/ 68 w 136"/>
                  <a:gd name="T17" fmla="*/ 3 h 122"/>
                  <a:gd name="T18" fmla="*/ 62 w 136"/>
                  <a:gd name="T19" fmla="*/ 22 h 122"/>
                  <a:gd name="T20" fmla="*/ 58 w 136"/>
                  <a:gd name="T21" fmla="*/ 19 h 122"/>
                  <a:gd name="T22" fmla="*/ 49 w 136"/>
                  <a:gd name="T23" fmla="*/ 38 h 122"/>
                  <a:gd name="T24" fmla="*/ 56 w 136"/>
                  <a:gd name="T25" fmla="*/ 49 h 122"/>
                  <a:gd name="T26" fmla="*/ 36 w 136"/>
                  <a:gd name="T27" fmla="*/ 56 h 122"/>
                  <a:gd name="T28" fmla="*/ 33 w 136"/>
                  <a:gd name="T29" fmla="*/ 68 h 122"/>
                  <a:gd name="T30" fmla="*/ 15 w 136"/>
                  <a:gd name="T31" fmla="*/ 66 h 122"/>
                  <a:gd name="T32" fmla="*/ 0 w 136"/>
                  <a:gd name="T33" fmla="*/ 72 h 122"/>
                  <a:gd name="T34" fmla="*/ 1 w 136"/>
                  <a:gd name="T35" fmla="*/ 85 h 122"/>
                  <a:gd name="T36" fmla="*/ 1 w 136"/>
                  <a:gd name="T37" fmla="*/ 105 h 122"/>
                  <a:gd name="T38" fmla="*/ 10 w 136"/>
                  <a:gd name="T39" fmla="*/ 105 h 122"/>
                  <a:gd name="T40" fmla="*/ 11 w 136"/>
                  <a:gd name="T41" fmla="*/ 12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6" h="122">
                    <a:moveTo>
                      <a:pt x="11" y="121"/>
                    </a:moveTo>
                    <a:lnTo>
                      <a:pt x="112" y="110"/>
                    </a:lnTo>
                    <a:lnTo>
                      <a:pt x="122" y="94"/>
                    </a:lnTo>
                    <a:lnTo>
                      <a:pt x="129" y="74"/>
                    </a:lnTo>
                    <a:lnTo>
                      <a:pt x="135" y="67"/>
                    </a:lnTo>
                    <a:lnTo>
                      <a:pt x="132" y="15"/>
                    </a:lnTo>
                    <a:lnTo>
                      <a:pt x="93" y="0"/>
                    </a:lnTo>
                    <a:lnTo>
                      <a:pt x="82" y="8"/>
                    </a:lnTo>
                    <a:lnTo>
                      <a:pt x="68" y="3"/>
                    </a:lnTo>
                    <a:lnTo>
                      <a:pt x="62" y="22"/>
                    </a:lnTo>
                    <a:lnTo>
                      <a:pt x="58" y="19"/>
                    </a:lnTo>
                    <a:lnTo>
                      <a:pt x="49" y="38"/>
                    </a:lnTo>
                    <a:lnTo>
                      <a:pt x="56" y="49"/>
                    </a:lnTo>
                    <a:lnTo>
                      <a:pt x="36" y="56"/>
                    </a:lnTo>
                    <a:lnTo>
                      <a:pt x="33" y="68"/>
                    </a:lnTo>
                    <a:lnTo>
                      <a:pt x="15" y="66"/>
                    </a:lnTo>
                    <a:lnTo>
                      <a:pt x="0" y="72"/>
                    </a:lnTo>
                    <a:lnTo>
                      <a:pt x="1" y="85"/>
                    </a:lnTo>
                    <a:lnTo>
                      <a:pt x="1" y="105"/>
                    </a:lnTo>
                    <a:lnTo>
                      <a:pt x="10" y="105"/>
                    </a:lnTo>
                    <a:lnTo>
                      <a:pt x="11" y="121"/>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01" name="Freeform 267">
                <a:extLst>
                  <a:ext uri="{FF2B5EF4-FFF2-40B4-BE49-F238E27FC236}">
                    <a16:creationId xmlns:a16="http://schemas.microsoft.com/office/drawing/2014/main" id="{9709EAD5-5D40-49CC-89A4-836A634849DC}"/>
                  </a:ext>
                </a:extLst>
              </p:cNvPr>
              <p:cNvSpPr>
                <a:spLocks/>
              </p:cNvSpPr>
              <p:nvPr/>
            </p:nvSpPr>
            <p:spPr bwMode="auto">
              <a:xfrm>
                <a:off x="6404207" y="3145725"/>
                <a:ext cx="61327" cy="23594"/>
              </a:xfrm>
              <a:custGeom>
                <a:avLst/>
                <a:gdLst>
                  <a:gd name="T0" fmla="*/ 17 w 36"/>
                  <a:gd name="T1" fmla="*/ 13 h 14"/>
                  <a:gd name="T2" fmla="*/ 15 w 36"/>
                  <a:gd name="T3" fmla="*/ 13 h 14"/>
                  <a:gd name="T4" fmla="*/ 13 w 36"/>
                  <a:gd name="T5" fmla="*/ 13 h 14"/>
                  <a:gd name="T6" fmla="*/ 12 w 36"/>
                  <a:gd name="T7" fmla="*/ 13 h 14"/>
                  <a:gd name="T8" fmla="*/ 10 w 36"/>
                  <a:gd name="T9" fmla="*/ 11 h 14"/>
                  <a:gd name="T10" fmla="*/ 8 w 36"/>
                  <a:gd name="T11" fmla="*/ 11 h 14"/>
                  <a:gd name="T12" fmla="*/ 6 w 36"/>
                  <a:gd name="T13" fmla="*/ 10 h 14"/>
                  <a:gd name="T14" fmla="*/ 4 w 36"/>
                  <a:gd name="T15" fmla="*/ 9 h 14"/>
                  <a:gd name="T16" fmla="*/ 3 w 36"/>
                  <a:gd name="T17" fmla="*/ 9 h 14"/>
                  <a:gd name="T18" fmla="*/ 2 w 36"/>
                  <a:gd name="T19" fmla="*/ 9 h 14"/>
                  <a:gd name="T20" fmla="*/ 2 w 36"/>
                  <a:gd name="T21" fmla="*/ 7 h 14"/>
                  <a:gd name="T22" fmla="*/ 1 w 36"/>
                  <a:gd name="T23" fmla="*/ 7 h 14"/>
                  <a:gd name="T24" fmla="*/ 0 w 36"/>
                  <a:gd name="T25" fmla="*/ 7 h 14"/>
                  <a:gd name="T26" fmla="*/ 1 w 36"/>
                  <a:gd name="T27" fmla="*/ 7 h 14"/>
                  <a:gd name="T28" fmla="*/ 2 w 36"/>
                  <a:gd name="T29" fmla="*/ 7 h 14"/>
                  <a:gd name="T30" fmla="*/ 2 w 36"/>
                  <a:gd name="T31" fmla="*/ 6 h 14"/>
                  <a:gd name="T32" fmla="*/ 3 w 36"/>
                  <a:gd name="T33" fmla="*/ 6 h 14"/>
                  <a:gd name="T34" fmla="*/ 3 w 36"/>
                  <a:gd name="T35" fmla="*/ 5 h 14"/>
                  <a:gd name="T36" fmla="*/ 4 w 36"/>
                  <a:gd name="T37" fmla="*/ 5 h 14"/>
                  <a:gd name="T38" fmla="*/ 6 w 36"/>
                  <a:gd name="T39" fmla="*/ 5 h 14"/>
                  <a:gd name="T40" fmla="*/ 8 w 36"/>
                  <a:gd name="T41" fmla="*/ 5 h 14"/>
                  <a:gd name="T42" fmla="*/ 11 w 36"/>
                  <a:gd name="T43" fmla="*/ 5 h 14"/>
                  <a:gd name="T44" fmla="*/ 13 w 36"/>
                  <a:gd name="T45" fmla="*/ 5 h 14"/>
                  <a:gd name="T46" fmla="*/ 15 w 36"/>
                  <a:gd name="T47" fmla="*/ 5 h 14"/>
                  <a:gd name="T48" fmla="*/ 17 w 36"/>
                  <a:gd name="T49" fmla="*/ 5 h 14"/>
                  <a:gd name="T50" fmla="*/ 18 w 36"/>
                  <a:gd name="T51" fmla="*/ 5 h 14"/>
                  <a:gd name="T52" fmla="*/ 19 w 36"/>
                  <a:gd name="T53" fmla="*/ 3 h 14"/>
                  <a:gd name="T54" fmla="*/ 21 w 36"/>
                  <a:gd name="T55" fmla="*/ 3 h 14"/>
                  <a:gd name="T56" fmla="*/ 23 w 36"/>
                  <a:gd name="T57" fmla="*/ 2 h 14"/>
                  <a:gd name="T58" fmla="*/ 24 w 36"/>
                  <a:gd name="T59" fmla="*/ 2 h 14"/>
                  <a:gd name="T60" fmla="*/ 26 w 36"/>
                  <a:gd name="T61" fmla="*/ 2 h 14"/>
                  <a:gd name="T62" fmla="*/ 27 w 36"/>
                  <a:gd name="T63" fmla="*/ 1 h 14"/>
                  <a:gd name="T64" fmla="*/ 28 w 36"/>
                  <a:gd name="T65" fmla="*/ 1 h 14"/>
                  <a:gd name="T66" fmla="*/ 29 w 36"/>
                  <a:gd name="T67" fmla="*/ 1 h 14"/>
                  <a:gd name="T68" fmla="*/ 30 w 36"/>
                  <a:gd name="T69" fmla="*/ 0 h 14"/>
                  <a:gd name="T70" fmla="*/ 30 w 36"/>
                  <a:gd name="T71" fmla="*/ 1 h 14"/>
                  <a:gd name="T72" fmla="*/ 31 w 36"/>
                  <a:gd name="T73" fmla="*/ 1 h 14"/>
                  <a:gd name="T74" fmla="*/ 32 w 36"/>
                  <a:gd name="T75" fmla="*/ 2 h 14"/>
                  <a:gd name="T76" fmla="*/ 33 w 36"/>
                  <a:gd name="T77" fmla="*/ 2 h 14"/>
                  <a:gd name="T78" fmla="*/ 33 w 36"/>
                  <a:gd name="T79" fmla="*/ 3 h 14"/>
                  <a:gd name="T80" fmla="*/ 33 w 36"/>
                  <a:gd name="T81" fmla="*/ 5 h 14"/>
                  <a:gd name="T82" fmla="*/ 34 w 36"/>
                  <a:gd name="T83" fmla="*/ 6 h 14"/>
                  <a:gd name="T84" fmla="*/ 34 w 36"/>
                  <a:gd name="T85" fmla="*/ 7 h 14"/>
                  <a:gd name="T86" fmla="*/ 34 w 36"/>
                  <a:gd name="T87" fmla="*/ 9 h 14"/>
                  <a:gd name="T88" fmla="*/ 35 w 36"/>
                  <a:gd name="T89" fmla="*/ 9 h 14"/>
                  <a:gd name="T90" fmla="*/ 34 w 36"/>
                  <a:gd name="T91" fmla="*/ 9 h 14"/>
                  <a:gd name="T92" fmla="*/ 33 w 36"/>
                  <a:gd name="T93" fmla="*/ 10 h 14"/>
                  <a:gd name="T94" fmla="*/ 33 w 36"/>
                  <a:gd name="T95" fmla="*/ 11 h 14"/>
                  <a:gd name="T96" fmla="*/ 32 w 36"/>
                  <a:gd name="T97" fmla="*/ 11 h 14"/>
                  <a:gd name="T98" fmla="*/ 30 w 36"/>
                  <a:gd name="T99" fmla="*/ 11 h 14"/>
                  <a:gd name="T100" fmla="*/ 28 w 36"/>
                  <a:gd name="T101" fmla="*/ 13 h 14"/>
                  <a:gd name="T102" fmla="*/ 27 w 36"/>
                  <a:gd name="T103" fmla="*/ 13 h 14"/>
                  <a:gd name="T104" fmla="*/ 25 w 36"/>
                  <a:gd name="T105" fmla="*/ 13 h 14"/>
                  <a:gd name="T106" fmla="*/ 23 w 36"/>
                  <a:gd name="T107" fmla="*/ 13 h 14"/>
                  <a:gd name="T108" fmla="*/ 21 w 36"/>
                  <a:gd name="T109" fmla="*/ 13 h 14"/>
                  <a:gd name="T110" fmla="*/ 19 w 36"/>
                  <a:gd name="T111" fmla="*/ 13 h 14"/>
                  <a:gd name="T112" fmla="*/ 17 w 36"/>
                  <a:gd name="T113" fmla="*/ 1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6" h="14">
                    <a:moveTo>
                      <a:pt x="17" y="13"/>
                    </a:moveTo>
                    <a:lnTo>
                      <a:pt x="15" y="13"/>
                    </a:lnTo>
                    <a:lnTo>
                      <a:pt x="13" y="13"/>
                    </a:lnTo>
                    <a:lnTo>
                      <a:pt x="12" y="13"/>
                    </a:lnTo>
                    <a:lnTo>
                      <a:pt x="10" y="11"/>
                    </a:lnTo>
                    <a:lnTo>
                      <a:pt x="8" y="11"/>
                    </a:lnTo>
                    <a:lnTo>
                      <a:pt x="6" y="10"/>
                    </a:lnTo>
                    <a:lnTo>
                      <a:pt x="4" y="9"/>
                    </a:lnTo>
                    <a:lnTo>
                      <a:pt x="3" y="9"/>
                    </a:lnTo>
                    <a:lnTo>
                      <a:pt x="2" y="9"/>
                    </a:lnTo>
                    <a:lnTo>
                      <a:pt x="2" y="7"/>
                    </a:lnTo>
                    <a:lnTo>
                      <a:pt x="1" y="7"/>
                    </a:lnTo>
                    <a:lnTo>
                      <a:pt x="0" y="7"/>
                    </a:lnTo>
                    <a:lnTo>
                      <a:pt x="1" y="7"/>
                    </a:lnTo>
                    <a:lnTo>
                      <a:pt x="2" y="7"/>
                    </a:lnTo>
                    <a:lnTo>
                      <a:pt x="2" y="6"/>
                    </a:lnTo>
                    <a:lnTo>
                      <a:pt x="3" y="6"/>
                    </a:lnTo>
                    <a:lnTo>
                      <a:pt x="3" y="5"/>
                    </a:lnTo>
                    <a:lnTo>
                      <a:pt x="4" y="5"/>
                    </a:lnTo>
                    <a:lnTo>
                      <a:pt x="6" y="5"/>
                    </a:lnTo>
                    <a:lnTo>
                      <a:pt x="8" y="5"/>
                    </a:lnTo>
                    <a:lnTo>
                      <a:pt x="11" y="5"/>
                    </a:lnTo>
                    <a:lnTo>
                      <a:pt x="13" y="5"/>
                    </a:lnTo>
                    <a:lnTo>
                      <a:pt x="15" y="5"/>
                    </a:lnTo>
                    <a:lnTo>
                      <a:pt x="17" y="5"/>
                    </a:lnTo>
                    <a:lnTo>
                      <a:pt x="18" y="5"/>
                    </a:lnTo>
                    <a:lnTo>
                      <a:pt x="19" y="3"/>
                    </a:lnTo>
                    <a:lnTo>
                      <a:pt x="21" y="3"/>
                    </a:lnTo>
                    <a:lnTo>
                      <a:pt x="23" y="2"/>
                    </a:lnTo>
                    <a:lnTo>
                      <a:pt x="24" y="2"/>
                    </a:lnTo>
                    <a:lnTo>
                      <a:pt x="26" y="2"/>
                    </a:lnTo>
                    <a:lnTo>
                      <a:pt x="27" y="1"/>
                    </a:lnTo>
                    <a:lnTo>
                      <a:pt x="28" y="1"/>
                    </a:lnTo>
                    <a:lnTo>
                      <a:pt x="29" y="1"/>
                    </a:lnTo>
                    <a:lnTo>
                      <a:pt x="30" y="0"/>
                    </a:lnTo>
                    <a:lnTo>
                      <a:pt x="30" y="1"/>
                    </a:lnTo>
                    <a:lnTo>
                      <a:pt x="31" y="1"/>
                    </a:lnTo>
                    <a:lnTo>
                      <a:pt x="32" y="2"/>
                    </a:lnTo>
                    <a:lnTo>
                      <a:pt x="33" y="2"/>
                    </a:lnTo>
                    <a:lnTo>
                      <a:pt x="33" y="3"/>
                    </a:lnTo>
                    <a:lnTo>
                      <a:pt x="33" y="5"/>
                    </a:lnTo>
                    <a:lnTo>
                      <a:pt x="34" y="6"/>
                    </a:lnTo>
                    <a:lnTo>
                      <a:pt x="34" y="7"/>
                    </a:lnTo>
                    <a:lnTo>
                      <a:pt x="34" y="9"/>
                    </a:lnTo>
                    <a:lnTo>
                      <a:pt x="35" y="9"/>
                    </a:lnTo>
                    <a:lnTo>
                      <a:pt x="34" y="9"/>
                    </a:lnTo>
                    <a:lnTo>
                      <a:pt x="33" y="10"/>
                    </a:lnTo>
                    <a:lnTo>
                      <a:pt x="33" y="11"/>
                    </a:lnTo>
                    <a:lnTo>
                      <a:pt x="32" y="11"/>
                    </a:lnTo>
                    <a:lnTo>
                      <a:pt x="30" y="11"/>
                    </a:lnTo>
                    <a:lnTo>
                      <a:pt x="28" y="13"/>
                    </a:lnTo>
                    <a:lnTo>
                      <a:pt x="27" y="13"/>
                    </a:lnTo>
                    <a:lnTo>
                      <a:pt x="25" y="13"/>
                    </a:lnTo>
                    <a:lnTo>
                      <a:pt x="23" y="13"/>
                    </a:lnTo>
                    <a:lnTo>
                      <a:pt x="21" y="13"/>
                    </a:lnTo>
                    <a:lnTo>
                      <a:pt x="19" y="13"/>
                    </a:lnTo>
                    <a:lnTo>
                      <a:pt x="17" y="1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02" name="Freeform 268">
                <a:extLst>
                  <a:ext uri="{FF2B5EF4-FFF2-40B4-BE49-F238E27FC236}">
                    <a16:creationId xmlns:a16="http://schemas.microsoft.com/office/drawing/2014/main" id="{655F06C8-8E89-4651-B610-7B0A2EA12A58}"/>
                  </a:ext>
                </a:extLst>
              </p:cNvPr>
              <p:cNvSpPr>
                <a:spLocks/>
              </p:cNvSpPr>
              <p:nvPr/>
            </p:nvSpPr>
            <p:spPr bwMode="auto">
              <a:xfrm>
                <a:off x="6294133" y="2439469"/>
                <a:ext cx="180836" cy="152576"/>
              </a:xfrm>
              <a:custGeom>
                <a:avLst/>
                <a:gdLst>
                  <a:gd name="T0" fmla="*/ 22 w 115"/>
                  <a:gd name="T1" fmla="*/ 23 h 97"/>
                  <a:gd name="T2" fmla="*/ 15 w 115"/>
                  <a:gd name="T3" fmla="*/ 42 h 97"/>
                  <a:gd name="T4" fmla="*/ 0 w 115"/>
                  <a:gd name="T5" fmla="*/ 67 h 97"/>
                  <a:gd name="T6" fmla="*/ 27 w 115"/>
                  <a:gd name="T7" fmla="*/ 78 h 97"/>
                  <a:gd name="T8" fmla="*/ 48 w 115"/>
                  <a:gd name="T9" fmla="*/ 97 h 97"/>
                  <a:gd name="T10" fmla="*/ 47 w 115"/>
                  <a:gd name="T11" fmla="*/ 81 h 97"/>
                  <a:gd name="T12" fmla="*/ 68 w 115"/>
                  <a:gd name="T13" fmla="*/ 75 h 97"/>
                  <a:gd name="T14" fmla="*/ 88 w 115"/>
                  <a:gd name="T15" fmla="*/ 75 h 97"/>
                  <a:gd name="T16" fmla="*/ 89 w 115"/>
                  <a:gd name="T17" fmla="*/ 60 h 97"/>
                  <a:gd name="T18" fmla="*/ 113 w 115"/>
                  <a:gd name="T19" fmla="*/ 57 h 97"/>
                  <a:gd name="T20" fmla="*/ 104 w 115"/>
                  <a:gd name="T21" fmla="*/ 44 h 97"/>
                  <a:gd name="T22" fmla="*/ 113 w 115"/>
                  <a:gd name="T23" fmla="*/ 21 h 97"/>
                  <a:gd name="T24" fmla="*/ 115 w 115"/>
                  <a:gd name="T25" fmla="*/ 12 h 97"/>
                  <a:gd name="T26" fmla="*/ 83 w 115"/>
                  <a:gd name="T27" fmla="*/ 0 h 97"/>
                  <a:gd name="T28" fmla="*/ 50 w 115"/>
                  <a:gd name="T29" fmla="*/ 20 h 97"/>
                  <a:gd name="T30" fmla="*/ 31 w 115"/>
                  <a:gd name="T31" fmla="*/ 23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97">
                    <a:moveTo>
                      <a:pt x="22" y="23"/>
                    </a:moveTo>
                    <a:lnTo>
                      <a:pt x="15" y="42"/>
                    </a:lnTo>
                    <a:lnTo>
                      <a:pt x="0" y="67"/>
                    </a:lnTo>
                    <a:lnTo>
                      <a:pt x="27" y="78"/>
                    </a:lnTo>
                    <a:lnTo>
                      <a:pt x="48" y="97"/>
                    </a:lnTo>
                    <a:lnTo>
                      <a:pt x="47" y="81"/>
                    </a:lnTo>
                    <a:lnTo>
                      <a:pt x="68" y="75"/>
                    </a:lnTo>
                    <a:lnTo>
                      <a:pt x="88" y="75"/>
                    </a:lnTo>
                    <a:lnTo>
                      <a:pt x="89" y="60"/>
                    </a:lnTo>
                    <a:lnTo>
                      <a:pt x="113" y="57"/>
                    </a:lnTo>
                    <a:lnTo>
                      <a:pt x="104" y="44"/>
                    </a:lnTo>
                    <a:lnTo>
                      <a:pt x="113" y="21"/>
                    </a:lnTo>
                    <a:lnTo>
                      <a:pt x="115" y="12"/>
                    </a:lnTo>
                    <a:lnTo>
                      <a:pt x="83" y="0"/>
                    </a:lnTo>
                    <a:lnTo>
                      <a:pt x="50" y="20"/>
                    </a:lnTo>
                    <a:lnTo>
                      <a:pt x="31" y="2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03" name="Freeform 270">
                <a:extLst>
                  <a:ext uri="{FF2B5EF4-FFF2-40B4-BE49-F238E27FC236}">
                    <a16:creationId xmlns:a16="http://schemas.microsoft.com/office/drawing/2014/main" id="{044BDF94-A6EC-49F8-A150-5E8A2096CAA6}"/>
                  </a:ext>
                </a:extLst>
              </p:cNvPr>
              <p:cNvSpPr>
                <a:spLocks/>
              </p:cNvSpPr>
              <p:nvPr/>
            </p:nvSpPr>
            <p:spPr bwMode="auto">
              <a:xfrm>
                <a:off x="6103862" y="2670693"/>
                <a:ext cx="180836" cy="103815"/>
              </a:xfrm>
              <a:custGeom>
                <a:avLst/>
                <a:gdLst>
                  <a:gd name="T0" fmla="*/ 0 w 104"/>
                  <a:gd name="T1" fmla="*/ 16 h 59"/>
                  <a:gd name="T2" fmla="*/ 40 w 104"/>
                  <a:gd name="T3" fmla="*/ 0 h 59"/>
                  <a:gd name="T4" fmla="*/ 53 w 104"/>
                  <a:gd name="T5" fmla="*/ 9 h 59"/>
                  <a:gd name="T6" fmla="*/ 88 w 104"/>
                  <a:gd name="T7" fmla="*/ 21 h 59"/>
                  <a:gd name="T8" fmla="*/ 103 w 104"/>
                  <a:gd name="T9" fmla="*/ 30 h 59"/>
                  <a:gd name="T10" fmla="*/ 76 w 104"/>
                  <a:gd name="T11" fmla="*/ 48 h 59"/>
                  <a:gd name="T12" fmla="*/ 67 w 104"/>
                  <a:gd name="T13" fmla="*/ 58 h 59"/>
                  <a:gd name="T14" fmla="*/ 58 w 104"/>
                  <a:gd name="T15" fmla="*/ 54 h 59"/>
                  <a:gd name="T16" fmla="*/ 59 w 104"/>
                  <a:gd name="T17" fmla="*/ 44 h 59"/>
                  <a:gd name="T18" fmla="*/ 46 w 104"/>
                  <a:gd name="T19" fmla="*/ 43 h 59"/>
                  <a:gd name="T20" fmla="*/ 44 w 104"/>
                  <a:gd name="T21" fmla="*/ 51 h 59"/>
                  <a:gd name="T22" fmla="*/ 34 w 104"/>
                  <a:gd name="T23" fmla="*/ 52 h 59"/>
                  <a:gd name="T24" fmla="*/ 23 w 104"/>
                  <a:gd name="T25" fmla="*/ 42 h 59"/>
                  <a:gd name="T26" fmla="*/ 0 w 104"/>
                  <a:gd name="T27" fmla="*/ 16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4" h="59">
                    <a:moveTo>
                      <a:pt x="0" y="16"/>
                    </a:moveTo>
                    <a:lnTo>
                      <a:pt x="40" y="0"/>
                    </a:lnTo>
                    <a:lnTo>
                      <a:pt x="53" y="9"/>
                    </a:lnTo>
                    <a:lnTo>
                      <a:pt x="88" y="21"/>
                    </a:lnTo>
                    <a:lnTo>
                      <a:pt x="103" y="30"/>
                    </a:lnTo>
                    <a:lnTo>
                      <a:pt x="76" y="48"/>
                    </a:lnTo>
                    <a:lnTo>
                      <a:pt x="67" y="58"/>
                    </a:lnTo>
                    <a:lnTo>
                      <a:pt x="58" y="54"/>
                    </a:lnTo>
                    <a:lnTo>
                      <a:pt x="59" y="44"/>
                    </a:lnTo>
                    <a:lnTo>
                      <a:pt x="46" y="43"/>
                    </a:lnTo>
                    <a:lnTo>
                      <a:pt x="44" y="51"/>
                    </a:lnTo>
                    <a:lnTo>
                      <a:pt x="34" y="52"/>
                    </a:lnTo>
                    <a:lnTo>
                      <a:pt x="23" y="42"/>
                    </a:lnTo>
                    <a:lnTo>
                      <a:pt x="0" y="16"/>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04" name="Freeform 271">
                <a:extLst>
                  <a:ext uri="{FF2B5EF4-FFF2-40B4-BE49-F238E27FC236}">
                    <a16:creationId xmlns:a16="http://schemas.microsoft.com/office/drawing/2014/main" id="{F4E5D491-1228-4198-84DD-A4FBE22334C4}"/>
                  </a:ext>
                </a:extLst>
              </p:cNvPr>
              <p:cNvSpPr>
                <a:spLocks/>
              </p:cNvSpPr>
              <p:nvPr/>
            </p:nvSpPr>
            <p:spPr bwMode="auto">
              <a:xfrm>
                <a:off x="6220226" y="2717882"/>
                <a:ext cx="150958" cy="73929"/>
              </a:xfrm>
              <a:custGeom>
                <a:avLst/>
                <a:gdLst>
                  <a:gd name="T0" fmla="*/ 36 w 85"/>
                  <a:gd name="T1" fmla="*/ 2 h 41"/>
                  <a:gd name="T2" fmla="*/ 84 w 85"/>
                  <a:gd name="T3" fmla="*/ 0 h 41"/>
                  <a:gd name="T4" fmla="*/ 79 w 85"/>
                  <a:gd name="T5" fmla="*/ 40 h 41"/>
                  <a:gd name="T6" fmla="*/ 67 w 85"/>
                  <a:gd name="T7" fmla="*/ 30 h 41"/>
                  <a:gd name="T8" fmla="*/ 60 w 85"/>
                  <a:gd name="T9" fmla="*/ 28 h 41"/>
                  <a:gd name="T10" fmla="*/ 36 w 85"/>
                  <a:gd name="T11" fmla="*/ 33 h 41"/>
                  <a:gd name="T12" fmla="*/ 20 w 85"/>
                  <a:gd name="T13" fmla="*/ 33 h 41"/>
                  <a:gd name="T14" fmla="*/ 0 w 85"/>
                  <a:gd name="T15" fmla="*/ 29 h 41"/>
                  <a:gd name="T16" fmla="*/ 9 w 85"/>
                  <a:gd name="T17" fmla="*/ 20 h 41"/>
                  <a:gd name="T18" fmla="*/ 36 w 85"/>
                  <a:gd name="T19" fmla="*/ 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 h="41">
                    <a:moveTo>
                      <a:pt x="36" y="2"/>
                    </a:moveTo>
                    <a:lnTo>
                      <a:pt x="84" y="0"/>
                    </a:lnTo>
                    <a:lnTo>
                      <a:pt x="79" y="40"/>
                    </a:lnTo>
                    <a:lnTo>
                      <a:pt x="67" y="30"/>
                    </a:lnTo>
                    <a:lnTo>
                      <a:pt x="60" y="28"/>
                    </a:lnTo>
                    <a:lnTo>
                      <a:pt x="36" y="33"/>
                    </a:lnTo>
                    <a:lnTo>
                      <a:pt x="20" y="33"/>
                    </a:lnTo>
                    <a:lnTo>
                      <a:pt x="0" y="29"/>
                    </a:lnTo>
                    <a:lnTo>
                      <a:pt x="9" y="20"/>
                    </a:lnTo>
                    <a:lnTo>
                      <a:pt x="36" y="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05" name="Freeform 274">
                <a:extLst>
                  <a:ext uri="{FF2B5EF4-FFF2-40B4-BE49-F238E27FC236}">
                    <a16:creationId xmlns:a16="http://schemas.microsoft.com/office/drawing/2014/main" id="{3DF5A7E6-80FD-4E51-9B31-B4BB6B21078A}"/>
                  </a:ext>
                </a:extLst>
              </p:cNvPr>
              <p:cNvSpPr>
                <a:spLocks/>
              </p:cNvSpPr>
              <p:nvPr/>
            </p:nvSpPr>
            <p:spPr bwMode="auto">
              <a:xfrm>
                <a:off x="6457671" y="2788665"/>
                <a:ext cx="89632" cy="116399"/>
              </a:xfrm>
              <a:custGeom>
                <a:avLst/>
                <a:gdLst>
                  <a:gd name="T0" fmla="*/ 39 w 57"/>
                  <a:gd name="T1" fmla="*/ 74 h 74"/>
                  <a:gd name="T2" fmla="*/ 47 w 57"/>
                  <a:gd name="T3" fmla="*/ 68 h 74"/>
                  <a:gd name="T4" fmla="*/ 54 w 57"/>
                  <a:gd name="T5" fmla="*/ 53 h 74"/>
                  <a:gd name="T6" fmla="*/ 57 w 57"/>
                  <a:gd name="T7" fmla="*/ 42 h 74"/>
                  <a:gd name="T8" fmla="*/ 36 w 57"/>
                  <a:gd name="T9" fmla="*/ 12 h 74"/>
                  <a:gd name="T10" fmla="*/ 23 w 57"/>
                  <a:gd name="T11" fmla="*/ 0 h 74"/>
                  <a:gd name="T12" fmla="*/ 0 w 57"/>
                  <a:gd name="T13" fmla="*/ 5 h 74"/>
                  <a:gd name="T14" fmla="*/ 24 w 57"/>
                  <a:gd name="T15" fmla="*/ 27 h 74"/>
                  <a:gd name="T16" fmla="*/ 24 w 57"/>
                  <a:gd name="T17" fmla="*/ 42 h 74"/>
                  <a:gd name="T18" fmla="*/ 39 w 57"/>
                  <a:gd name="T19" fmla="*/ 7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74">
                    <a:moveTo>
                      <a:pt x="39" y="74"/>
                    </a:moveTo>
                    <a:lnTo>
                      <a:pt x="47" y="68"/>
                    </a:lnTo>
                    <a:lnTo>
                      <a:pt x="54" y="53"/>
                    </a:lnTo>
                    <a:lnTo>
                      <a:pt x="57" y="42"/>
                    </a:lnTo>
                    <a:lnTo>
                      <a:pt x="36" y="12"/>
                    </a:lnTo>
                    <a:lnTo>
                      <a:pt x="23" y="0"/>
                    </a:lnTo>
                    <a:lnTo>
                      <a:pt x="0" y="5"/>
                    </a:lnTo>
                    <a:lnTo>
                      <a:pt x="24" y="27"/>
                    </a:lnTo>
                    <a:lnTo>
                      <a:pt x="24" y="42"/>
                    </a:lnTo>
                    <a:lnTo>
                      <a:pt x="39" y="74"/>
                    </a:lnTo>
                    <a:close/>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506" name="Freeform 276">
                <a:extLst>
                  <a:ext uri="{FF2B5EF4-FFF2-40B4-BE49-F238E27FC236}">
                    <a16:creationId xmlns:a16="http://schemas.microsoft.com/office/drawing/2014/main" id="{C8C31BBD-3598-4764-B7F3-2FC085B4988D}"/>
                  </a:ext>
                </a:extLst>
              </p:cNvPr>
              <p:cNvSpPr>
                <a:spLocks/>
              </p:cNvSpPr>
              <p:nvPr/>
            </p:nvSpPr>
            <p:spPr bwMode="auto">
              <a:xfrm>
                <a:off x="5960766" y="2702152"/>
                <a:ext cx="33022" cy="23594"/>
              </a:xfrm>
              <a:custGeom>
                <a:avLst/>
                <a:gdLst>
                  <a:gd name="T0" fmla="*/ 0 w 21"/>
                  <a:gd name="T1" fmla="*/ 15 h 15"/>
                  <a:gd name="T2" fmla="*/ 21 w 21"/>
                  <a:gd name="T3" fmla="*/ 15 h 15"/>
                  <a:gd name="T4" fmla="*/ 10 w 21"/>
                  <a:gd name="T5" fmla="*/ 10 h 15"/>
                  <a:gd name="T6" fmla="*/ 7 w 21"/>
                  <a:gd name="T7" fmla="*/ 0 h 15"/>
                  <a:gd name="T8" fmla="*/ 0 w 21"/>
                  <a:gd name="T9" fmla="*/ 15 h 15"/>
                </a:gdLst>
                <a:ahLst/>
                <a:cxnLst>
                  <a:cxn ang="0">
                    <a:pos x="T0" y="T1"/>
                  </a:cxn>
                  <a:cxn ang="0">
                    <a:pos x="T2" y="T3"/>
                  </a:cxn>
                  <a:cxn ang="0">
                    <a:pos x="T4" y="T5"/>
                  </a:cxn>
                  <a:cxn ang="0">
                    <a:pos x="T6" y="T7"/>
                  </a:cxn>
                  <a:cxn ang="0">
                    <a:pos x="T8" y="T9"/>
                  </a:cxn>
                </a:cxnLst>
                <a:rect l="0" t="0" r="r" b="b"/>
                <a:pathLst>
                  <a:path w="21" h="15">
                    <a:moveTo>
                      <a:pt x="0" y="15"/>
                    </a:moveTo>
                    <a:lnTo>
                      <a:pt x="21" y="15"/>
                    </a:lnTo>
                    <a:lnTo>
                      <a:pt x="10" y="10"/>
                    </a:lnTo>
                    <a:lnTo>
                      <a:pt x="7" y="0"/>
                    </a:lnTo>
                    <a:lnTo>
                      <a:pt x="0" y="15"/>
                    </a:lnTo>
                    <a:close/>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grpSp>
        <p:grpSp>
          <p:nvGrpSpPr>
            <p:cNvPr id="292" name="Group 291">
              <a:extLst>
                <a:ext uri="{FF2B5EF4-FFF2-40B4-BE49-F238E27FC236}">
                  <a16:creationId xmlns:a16="http://schemas.microsoft.com/office/drawing/2014/main" id="{79DBD146-61AF-4B1D-8381-84951B846208}"/>
                </a:ext>
              </a:extLst>
            </p:cNvPr>
            <p:cNvGrpSpPr/>
            <p:nvPr/>
          </p:nvGrpSpPr>
          <p:grpSpPr>
            <a:xfrm>
              <a:off x="6335979" y="2403535"/>
              <a:ext cx="2417607" cy="2046297"/>
              <a:chOff x="6463961" y="1390309"/>
              <a:chExt cx="3678040" cy="3169501"/>
            </a:xfrm>
            <a:solidFill>
              <a:schemeClr val="bg1">
                <a:lumMod val="75000"/>
              </a:schemeClr>
            </a:solidFill>
          </p:grpSpPr>
          <p:sp>
            <p:nvSpPr>
              <p:cNvPr id="381" name="Freeform 105">
                <a:extLst>
                  <a:ext uri="{FF2B5EF4-FFF2-40B4-BE49-F238E27FC236}">
                    <a16:creationId xmlns:a16="http://schemas.microsoft.com/office/drawing/2014/main" id="{DE4C7168-DF34-40CF-AB42-B537461B3008}"/>
                  </a:ext>
                </a:extLst>
              </p:cNvPr>
              <p:cNvSpPr>
                <a:spLocks/>
              </p:cNvSpPr>
              <p:nvPr/>
            </p:nvSpPr>
            <p:spPr bwMode="auto">
              <a:xfrm>
                <a:off x="6891677" y="1951853"/>
                <a:ext cx="40885" cy="44043"/>
              </a:xfrm>
              <a:custGeom>
                <a:avLst/>
                <a:gdLst>
                  <a:gd name="T0" fmla="*/ 11 w 23"/>
                  <a:gd name="T1" fmla="*/ 0 h 25"/>
                  <a:gd name="T2" fmla="*/ 0 w 23"/>
                  <a:gd name="T3" fmla="*/ 12 h 25"/>
                  <a:gd name="T4" fmla="*/ 5 w 23"/>
                  <a:gd name="T5" fmla="*/ 24 h 25"/>
                  <a:gd name="T6" fmla="*/ 14 w 23"/>
                  <a:gd name="T7" fmla="*/ 22 h 25"/>
                  <a:gd name="T8" fmla="*/ 22 w 23"/>
                  <a:gd name="T9" fmla="*/ 9 h 25"/>
                  <a:gd name="T10" fmla="*/ 11 w 23"/>
                  <a:gd name="T11" fmla="*/ 0 h 25"/>
                </a:gdLst>
                <a:ahLst/>
                <a:cxnLst>
                  <a:cxn ang="0">
                    <a:pos x="T0" y="T1"/>
                  </a:cxn>
                  <a:cxn ang="0">
                    <a:pos x="T2" y="T3"/>
                  </a:cxn>
                  <a:cxn ang="0">
                    <a:pos x="T4" y="T5"/>
                  </a:cxn>
                  <a:cxn ang="0">
                    <a:pos x="T6" y="T7"/>
                  </a:cxn>
                  <a:cxn ang="0">
                    <a:pos x="T8" y="T9"/>
                  </a:cxn>
                  <a:cxn ang="0">
                    <a:pos x="T10" y="T11"/>
                  </a:cxn>
                </a:cxnLst>
                <a:rect l="0" t="0" r="r" b="b"/>
                <a:pathLst>
                  <a:path w="23" h="25">
                    <a:moveTo>
                      <a:pt x="11" y="0"/>
                    </a:moveTo>
                    <a:lnTo>
                      <a:pt x="0" y="12"/>
                    </a:lnTo>
                    <a:lnTo>
                      <a:pt x="5" y="24"/>
                    </a:lnTo>
                    <a:lnTo>
                      <a:pt x="14" y="22"/>
                    </a:lnTo>
                    <a:lnTo>
                      <a:pt x="22" y="9"/>
                    </a:lnTo>
                    <a:lnTo>
                      <a:pt x="11"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82" name="Freeform 106">
                <a:extLst>
                  <a:ext uri="{FF2B5EF4-FFF2-40B4-BE49-F238E27FC236}">
                    <a16:creationId xmlns:a16="http://schemas.microsoft.com/office/drawing/2014/main" id="{9DE3FECB-3981-4945-9754-9A5A73FEC6CC}"/>
                  </a:ext>
                </a:extLst>
              </p:cNvPr>
              <p:cNvSpPr>
                <a:spLocks/>
              </p:cNvSpPr>
              <p:nvPr/>
            </p:nvSpPr>
            <p:spPr bwMode="auto">
              <a:xfrm>
                <a:off x="7089810" y="1912530"/>
                <a:ext cx="58182" cy="31459"/>
              </a:xfrm>
              <a:custGeom>
                <a:avLst/>
                <a:gdLst>
                  <a:gd name="T0" fmla="*/ 27 w 33"/>
                  <a:gd name="T1" fmla="*/ 4 h 17"/>
                  <a:gd name="T2" fmla="*/ 13 w 33"/>
                  <a:gd name="T3" fmla="*/ 0 h 17"/>
                  <a:gd name="T4" fmla="*/ 0 w 33"/>
                  <a:gd name="T5" fmla="*/ 12 h 17"/>
                  <a:gd name="T6" fmla="*/ 9 w 33"/>
                  <a:gd name="T7" fmla="*/ 14 h 17"/>
                  <a:gd name="T8" fmla="*/ 32 w 33"/>
                  <a:gd name="T9" fmla="*/ 16 h 17"/>
                  <a:gd name="T10" fmla="*/ 27 w 33"/>
                  <a:gd name="T11" fmla="*/ 4 h 17"/>
                </a:gdLst>
                <a:ahLst/>
                <a:cxnLst>
                  <a:cxn ang="0">
                    <a:pos x="T0" y="T1"/>
                  </a:cxn>
                  <a:cxn ang="0">
                    <a:pos x="T2" y="T3"/>
                  </a:cxn>
                  <a:cxn ang="0">
                    <a:pos x="T4" y="T5"/>
                  </a:cxn>
                  <a:cxn ang="0">
                    <a:pos x="T6" y="T7"/>
                  </a:cxn>
                  <a:cxn ang="0">
                    <a:pos x="T8" y="T9"/>
                  </a:cxn>
                  <a:cxn ang="0">
                    <a:pos x="T10" y="T11"/>
                  </a:cxn>
                </a:cxnLst>
                <a:rect l="0" t="0" r="r" b="b"/>
                <a:pathLst>
                  <a:path w="33" h="17">
                    <a:moveTo>
                      <a:pt x="27" y="4"/>
                    </a:moveTo>
                    <a:lnTo>
                      <a:pt x="13" y="0"/>
                    </a:lnTo>
                    <a:lnTo>
                      <a:pt x="0" y="12"/>
                    </a:lnTo>
                    <a:lnTo>
                      <a:pt x="9" y="14"/>
                    </a:lnTo>
                    <a:lnTo>
                      <a:pt x="32" y="16"/>
                    </a:lnTo>
                    <a:lnTo>
                      <a:pt x="27" y="4"/>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83" name="Freeform 107">
                <a:extLst>
                  <a:ext uri="{FF2B5EF4-FFF2-40B4-BE49-F238E27FC236}">
                    <a16:creationId xmlns:a16="http://schemas.microsoft.com/office/drawing/2014/main" id="{F48883F5-4F17-4859-A38C-8A44D3B48CED}"/>
                  </a:ext>
                </a:extLst>
              </p:cNvPr>
              <p:cNvSpPr>
                <a:spLocks/>
              </p:cNvSpPr>
              <p:nvPr/>
            </p:nvSpPr>
            <p:spPr bwMode="auto">
              <a:xfrm>
                <a:off x="7350842" y="1726921"/>
                <a:ext cx="23587" cy="28313"/>
              </a:xfrm>
              <a:custGeom>
                <a:avLst/>
                <a:gdLst>
                  <a:gd name="T0" fmla="*/ 6 w 14"/>
                  <a:gd name="T1" fmla="*/ 15 h 16"/>
                  <a:gd name="T2" fmla="*/ 7 w 14"/>
                  <a:gd name="T3" fmla="*/ 15 h 16"/>
                  <a:gd name="T4" fmla="*/ 8 w 14"/>
                  <a:gd name="T5" fmla="*/ 15 h 16"/>
                  <a:gd name="T6" fmla="*/ 9 w 14"/>
                  <a:gd name="T7" fmla="*/ 14 h 16"/>
                  <a:gd name="T8" fmla="*/ 11 w 14"/>
                  <a:gd name="T9" fmla="*/ 14 h 16"/>
                  <a:gd name="T10" fmla="*/ 11 w 14"/>
                  <a:gd name="T11" fmla="*/ 13 h 16"/>
                  <a:gd name="T12" fmla="*/ 11 w 14"/>
                  <a:gd name="T13" fmla="*/ 12 h 16"/>
                  <a:gd name="T14" fmla="*/ 11 w 14"/>
                  <a:gd name="T15" fmla="*/ 11 h 16"/>
                  <a:gd name="T16" fmla="*/ 11 w 14"/>
                  <a:gd name="T17" fmla="*/ 10 h 16"/>
                  <a:gd name="T18" fmla="*/ 11 w 14"/>
                  <a:gd name="T19" fmla="*/ 9 h 16"/>
                  <a:gd name="T20" fmla="*/ 13 w 14"/>
                  <a:gd name="T21" fmla="*/ 8 h 16"/>
                  <a:gd name="T22" fmla="*/ 11 w 14"/>
                  <a:gd name="T23" fmla="*/ 8 h 16"/>
                  <a:gd name="T24" fmla="*/ 11 w 14"/>
                  <a:gd name="T25" fmla="*/ 7 h 16"/>
                  <a:gd name="T26" fmla="*/ 11 w 14"/>
                  <a:gd name="T27" fmla="*/ 5 h 16"/>
                  <a:gd name="T28" fmla="*/ 11 w 14"/>
                  <a:gd name="T29" fmla="*/ 4 h 16"/>
                  <a:gd name="T30" fmla="*/ 11 w 14"/>
                  <a:gd name="T31" fmla="*/ 3 h 16"/>
                  <a:gd name="T32" fmla="*/ 11 w 14"/>
                  <a:gd name="T33" fmla="*/ 2 h 16"/>
                  <a:gd name="T34" fmla="*/ 9 w 14"/>
                  <a:gd name="T35" fmla="*/ 1 h 16"/>
                  <a:gd name="T36" fmla="*/ 8 w 14"/>
                  <a:gd name="T37" fmla="*/ 1 h 16"/>
                  <a:gd name="T38" fmla="*/ 7 w 14"/>
                  <a:gd name="T39" fmla="*/ 0 h 16"/>
                  <a:gd name="T40" fmla="*/ 6 w 14"/>
                  <a:gd name="T41" fmla="*/ 0 h 16"/>
                  <a:gd name="T42" fmla="*/ 4 w 14"/>
                  <a:gd name="T43" fmla="*/ 0 h 16"/>
                  <a:gd name="T44" fmla="*/ 3 w 14"/>
                  <a:gd name="T45" fmla="*/ 1 h 16"/>
                  <a:gd name="T46" fmla="*/ 2 w 14"/>
                  <a:gd name="T47" fmla="*/ 2 h 16"/>
                  <a:gd name="T48" fmla="*/ 1 w 14"/>
                  <a:gd name="T49" fmla="*/ 3 h 16"/>
                  <a:gd name="T50" fmla="*/ 0 w 14"/>
                  <a:gd name="T51" fmla="*/ 4 h 16"/>
                  <a:gd name="T52" fmla="*/ 0 w 14"/>
                  <a:gd name="T53" fmla="*/ 5 h 16"/>
                  <a:gd name="T54" fmla="*/ 0 w 14"/>
                  <a:gd name="T55" fmla="*/ 7 h 16"/>
                  <a:gd name="T56" fmla="*/ 0 w 14"/>
                  <a:gd name="T57" fmla="*/ 8 h 16"/>
                  <a:gd name="T58" fmla="*/ 0 w 14"/>
                  <a:gd name="T59" fmla="*/ 9 h 16"/>
                  <a:gd name="T60" fmla="*/ 0 w 14"/>
                  <a:gd name="T61" fmla="*/ 10 h 16"/>
                  <a:gd name="T62" fmla="*/ 0 w 14"/>
                  <a:gd name="T63" fmla="*/ 11 h 16"/>
                  <a:gd name="T64" fmla="*/ 0 w 14"/>
                  <a:gd name="T65" fmla="*/ 12 h 16"/>
                  <a:gd name="T66" fmla="*/ 1 w 14"/>
                  <a:gd name="T67" fmla="*/ 13 h 16"/>
                  <a:gd name="T68" fmla="*/ 2 w 14"/>
                  <a:gd name="T69" fmla="*/ 14 h 16"/>
                  <a:gd name="T70" fmla="*/ 3 w 14"/>
                  <a:gd name="T71" fmla="*/ 14 h 16"/>
                  <a:gd name="T72" fmla="*/ 3 w 14"/>
                  <a:gd name="T73" fmla="*/ 15 h 16"/>
                  <a:gd name="T74" fmla="*/ 4 w 14"/>
                  <a:gd name="T75" fmla="*/ 15 h 16"/>
                  <a:gd name="T76" fmla="*/ 6 w 14"/>
                  <a:gd name="T77"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 h="16">
                    <a:moveTo>
                      <a:pt x="6" y="15"/>
                    </a:moveTo>
                    <a:lnTo>
                      <a:pt x="7" y="15"/>
                    </a:lnTo>
                    <a:lnTo>
                      <a:pt x="8" y="15"/>
                    </a:lnTo>
                    <a:lnTo>
                      <a:pt x="9" y="14"/>
                    </a:lnTo>
                    <a:lnTo>
                      <a:pt x="11" y="14"/>
                    </a:lnTo>
                    <a:lnTo>
                      <a:pt x="11" y="13"/>
                    </a:lnTo>
                    <a:lnTo>
                      <a:pt x="11" y="12"/>
                    </a:lnTo>
                    <a:lnTo>
                      <a:pt x="11" y="11"/>
                    </a:lnTo>
                    <a:lnTo>
                      <a:pt x="11" y="10"/>
                    </a:lnTo>
                    <a:lnTo>
                      <a:pt x="11" y="9"/>
                    </a:lnTo>
                    <a:lnTo>
                      <a:pt x="13" y="8"/>
                    </a:lnTo>
                    <a:lnTo>
                      <a:pt x="11" y="8"/>
                    </a:lnTo>
                    <a:lnTo>
                      <a:pt x="11" y="7"/>
                    </a:lnTo>
                    <a:lnTo>
                      <a:pt x="11" y="5"/>
                    </a:lnTo>
                    <a:lnTo>
                      <a:pt x="11" y="4"/>
                    </a:lnTo>
                    <a:lnTo>
                      <a:pt x="11" y="3"/>
                    </a:lnTo>
                    <a:lnTo>
                      <a:pt x="11" y="2"/>
                    </a:lnTo>
                    <a:lnTo>
                      <a:pt x="9" y="1"/>
                    </a:lnTo>
                    <a:lnTo>
                      <a:pt x="8" y="1"/>
                    </a:lnTo>
                    <a:lnTo>
                      <a:pt x="7" y="0"/>
                    </a:lnTo>
                    <a:lnTo>
                      <a:pt x="6" y="0"/>
                    </a:lnTo>
                    <a:lnTo>
                      <a:pt x="4" y="0"/>
                    </a:lnTo>
                    <a:lnTo>
                      <a:pt x="3" y="1"/>
                    </a:lnTo>
                    <a:lnTo>
                      <a:pt x="2" y="2"/>
                    </a:lnTo>
                    <a:lnTo>
                      <a:pt x="1" y="3"/>
                    </a:lnTo>
                    <a:lnTo>
                      <a:pt x="0" y="4"/>
                    </a:lnTo>
                    <a:lnTo>
                      <a:pt x="0" y="5"/>
                    </a:lnTo>
                    <a:lnTo>
                      <a:pt x="0" y="7"/>
                    </a:lnTo>
                    <a:lnTo>
                      <a:pt x="0" y="8"/>
                    </a:lnTo>
                    <a:lnTo>
                      <a:pt x="0" y="9"/>
                    </a:lnTo>
                    <a:lnTo>
                      <a:pt x="0" y="10"/>
                    </a:lnTo>
                    <a:lnTo>
                      <a:pt x="0" y="11"/>
                    </a:lnTo>
                    <a:lnTo>
                      <a:pt x="0" y="12"/>
                    </a:lnTo>
                    <a:lnTo>
                      <a:pt x="1" y="13"/>
                    </a:lnTo>
                    <a:lnTo>
                      <a:pt x="2" y="14"/>
                    </a:lnTo>
                    <a:lnTo>
                      <a:pt x="3" y="14"/>
                    </a:lnTo>
                    <a:lnTo>
                      <a:pt x="3" y="15"/>
                    </a:lnTo>
                    <a:lnTo>
                      <a:pt x="4" y="15"/>
                    </a:lnTo>
                    <a:lnTo>
                      <a:pt x="6" y="15"/>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84" name="Freeform 111">
                <a:extLst>
                  <a:ext uri="{FF2B5EF4-FFF2-40B4-BE49-F238E27FC236}">
                    <a16:creationId xmlns:a16="http://schemas.microsoft.com/office/drawing/2014/main" id="{CF97058F-9D4B-4526-9595-8FE55909A0C3}"/>
                  </a:ext>
                </a:extLst>
              </p:cNvPr>
              <p:cNvSpPr>
                <a:spLocks/>
              </p:cNvSpPr>
              <p:nvPr/>
            </p:nvSpPr>
            <p:spPr bwMode="auto">
              <a:xfrm>
                <a:off x="9116741" y="3263697"/>
                <a:ext cx="31450" cy="29886"/>
              </a:xfrm>
              <a:custGeom>
                <a:avLst/>
                <a:gdLst>
                  <a:gd name="T0" fmla="*/ 1 w 18"/>
                  <a:gd name="T1" fmla="*/ 6 h 17"/>
                  <a:gd name="T2" fmla="*/ 0 w 18"/>
                  <a:gd name="T3" fmla="*/ 16 h 17"/>
                  <a:gd name="T4" fmla="*/ 9 w 18"/>
                  <a:gd name="T5" fmla="*/ 16 h 17"/>
                  <a:gd name="T6" fmla="*/ 17 w 18"/>
                  <a:gd name="T7" fmla="*/ 6 h 17"/>
                  <a:gd name="T8" fmla="*/ 7 w 18"/>
                  <a:gd name="T9" fmla="*/ 0 h 17"/>
                  <a:gd name="T10" fmla="*/ 1 w 18"/>
                  <a:gd name="T11" fmla="*/ 2 h 17"/>
                </a:gdLst>
                <a:ahLst/>
                <a:cxnLst>
                  <a:cxn ang="0">
                    <a:pos x="T0" y="T1"/>
                  </a:cxn>
                  <a:cxn ang="0">
                    <a:pos x="T2" y="T3"/>
                  </a:cxn>
                  <a:cxn ang="0">
                    <a:pos x="T4" y="T5"/>
                  </a:cxn>
                  <a:cxn ang="0">
                    <a:pos x="T6" y="T7"/>
                  </a:cxn>
                  <a:cxn ang="0">
                    <a:pos x="T8" y="T9"/>
                  </a:cxn>
                  <a:cxn ang="0">
                    <a:pos x="T10" y="T11"/>
                  </a:cxn>
                </a:cxnLst>
                <a:rect l="0" t="0" r="r" b="b"/>
                <a:pathLst>
                  <a:path w="18" h="17">
                    <a:moveTo>
                      <a:pt x="1" y="6"/>
                    </a:moveTo>
                    <a:lnTo>
                      <a:pt x="0" y="16"/>
                    </a:lnTo>
                    <a:lnTo>
                      <a:pt x="9" y="16"/>
                    </a:lnTo>
                    <a:lnTo>
                      <a:pt x="17" y="6"/>
                    </a:lnTo>
                    <a:lnTo>
                      <a:pt x="7" y="0"/>
                    </a:lnTo>
                    <a:lnTo>
                      <a:pt x="1" y="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85" name="Freeform 112">
                <a:extLst>
                  <a:ext uri="{FF2B5EF4-FFF2-40B4-BE49-F238E27FC236}">
                    <a16:creationId xmlns:a16="http://schemas.microsoft.com/office/drawing/2014/main" id="{9279B818-31DC-40DB-A24A-0F1EFE0A1132}"/>
                  </a:ext>
                </a:extLst>
              </p:cNvPr>
              <p:cNvSpPr>
                <a:spLocks/>
              </p:cNvSpPr>
              <p:nvPr/>
            </p:nvSpPr>
            <p:spPr bwMode="auto">
              <a:xfrm>
                <a:off x="6608630" y="3196060"/>
                <a:ext cx="58182" cy="28313"/>
              </a:xfrm>
              <a:custGeom>
                <a:avLst/>
                <a:gdLst>
                  <a:gd name="T0" fmla="*/ 16 w 32"/>
                  <a:gd name="T1" fmla="*/ 11 h 16"/>
                  <a:gd name="T2" fmla="*/ 15 w 32"/>
                  <a:gd name="T3" fmla="*/ 11 h 16"/>
                  <a:gd name="T4" fmla="*/ 14 w 32"/>
                  <a:gd name="T5" fmla="*/ 11 h 16"/>
                  <a:gd name="T6" fmla="*/ 12 w 32"/>
                  <a:gd name="T7" fmla="*/ 11 h 16"/>
                  <a:gd name="T8" fmla="*/ 12 w 32"/>
                  <a:gd name="T9" fmla="*/ 12 h 16"/>
                  <a:gd name="T10" fmla="*/ 11 w 32"/>
                  <a:gd name="T11" fmla="*/ 12 h 16"/>
                  <a:gd name="T12" fmla="*/ 9 w 32"/>
                  <a:gd name="T13" fmla="*/ 13 h 16"/>
                  <a:gd name="T14" fmla="*/ 8 w 32"/>
                  <a:gd name="T15" fmla="*/ 13 h 16"/>
                  <a:gd name="T16" fmla="*/ 6 w 32"/>
                  <a:gd name="T17" fmla="*/ 14 h 16"/>
                  <a:gd name="T18" fmla="*/ 5 w 32"/>
                  <a:gd name="T19" fmla="*/ 14 h 16"/>
                  <a:gd name="T20" fmla="*/ 4 w 32"/>
                  <a:gd name="T21" fmla="*/ 15 h 16"/>
                  <a:gd name="T22" fmla="*/ 3 w 32"/>
                  <a:gd name="T23" fmla="*/ 14 h 16"/>
                  <a:gd name="T24" fmla="*/ 1 w 32"/>
                  <a:gd name="T25" fmla="*/ 14 h 16"/>
                  <a:gd name="T26" fmla="*/ 0 w 32"/>
                  <a:gd name="T27" fmla="*/ 13 h 16"/>
                  <a:gd name="T28" fmla="*/ 0 w 32"/>
                  <a:gd name="T29" fmla="*/ 12 h 16"/>
                  <a:gd name="T30" fmla="*/ 0 w 32"/>
                  <a:gd name="T31" fmla="*/ 11 h 16"/>
                  <a:gd name="T32" fmla="*/ 0 w 32"/>
                  <a:gd name="T33" fmla="*/ 10 h 16"/>
                  <a:gd name="T34" fmla="*/ 0 w 32"/>
                  <a:gd name="T35" fmla="*/ 9 h 16"/>
                  <a:gd name="T36" fmla="*/ 0 w 32"/>
                  <a:gd name="T37" fmla="*/ 8 h 16"/>
                  <a:gd name="T38" fmla="*/ 0 w 32"/>
                  <a:gd name="T39" fmla="*/ 7 h 16"/>
                  <a:gd name="T40" fmla="*/ 0 w 32"/>
                  <a:gd name="T41" fmla="*/ 6 h 16"/>
                  <a:gd name="T42" fmla="*/ 0 w 32"/>
                  <a:gd name="T43" fmla="*/ 5 h 16"/>
                  <a:gd name="T44" fmla="*/ 1 w 32"/>
                  <a:gd name="T45" fmla="*/ 4 h 16"/>
                  <a:gd name="T46" fmla="*/ 2 w 32"/>
                  <a:gd name="T47" fmla="*/ 4 h 16"/>
                  <a:gd name="T48" fmla="*/ 3 w 32"/>
                  <a:gd name="T49" fmla="*/ 4 h 16"/>
                  <a:gd name="T50" fmla="*/ 4 w 32"/>
                  <a:gd name="T51" fmla="*/ 4 h 16"/>
                  <a:gd name="T52" fmla="*/ 5 w 32"/>
                  <a:gd name="T53" fmla="*/ 4 h 16"/>
                  <a:gd name="T54" fmla="*/ 7 w 32"/>
                  <a:gd name="T55" fmla="*/ 4 h 16"/>
                  <a:gd name="T56" fmla="*/ 8 w 32"/>
                  <a:gd name="T57" fmla="*/ 4 h 16"/>
                  <a:gd name="T58" fmla="*/ 10 w 32"/>
                  <a:gd name="T59" fmla="*/ 4 h 16"/>
                  <a:gd name="T60" fmla="*/ 12 w 32"/>
                  <a:gd name="T61" fmla="*/ 4 h 16"/>
                  <a:gd name="T62" fmla="*/ 14 w 32"/>
                  <a:gd name="T63" fmla="*/ 4 h 16"/>
                  <a:gd name="T64" fmla="*/ 15 w 32"/>
                  <a:gd name="T65" fmla="*/ 4 h 16"/>
                  <a:gd name="T66" fmla="*/ 16 w 32"/>
                  <a:gd name="T67" fmla="*/ 4 h 16"/>
                  <a:gd name="T68" fmla="*/ 18 w 32"/>
                  <a:gd name="T69" fmla="*/ 4 h 16"/>
                  <a:gd name="T70" fmla="*/ 19 w 32"/>
                  <a:gd name="T71" fmla="*/ 3 h 16"/>
                  <a:gd name="T72" fmla="*/ 20 w 32"/>
                  <a:gd name="T73" fmla="*/ 2 h 16"/>
                  <a:gd name="T74" fmla="*/ 23 w 32"/>
                  <a:gd name="T75" fmla="*/ 2 h 16"/>
                  <a:gd name="T76" fmla="*/ 24 w 32"/>
                  <a:gd name="T77" fmla="*/ 1 h 16"/>
                  <a:gd name="T78" fmla="*/ 26 w 32"/>
                  <a:gd name="T79" fmla="*/ 0 h 16"/>
                  <a:gd name="T80" fmla="*/ 27 w 32"/>
                  <a:gd name="T81" fmla="*/ 0 h 16"/>
                  <a:gd name="T82" fmla="*/ 28 w 32"/>
                  <a:gd name="T83" fmla="*/ 0 h 16"/>
                  <a:gd name="T84" fmla="*/ 29 w 32"/>
                  <a:gd name="T85" fmla="*/ 0 h 16"/>
                  <a:gd name="T86" fmla="*/ 31 w 32"/>
                  <a:gd name="T87" fmla="*/ 0 h 16"/>
                  <a:gd name="T88" fmla="*/ 31 w 32"/>
                  <a:gd name="T89" fmla="*/ 1 h 16"/>
                  <a:gd name="T90" fmla="*/ 31 w 32"/>
                  <a:gd name="T91" fmla="*/ 2 h 16"/>
                  <a:gd name="T92" fmla="*/ 31 w 32"/>
                  <a:gd name="T93" fmla="*/ 3 h 16"/>
                  <a:gd name="T94" fmla="*/ 30 w 32"/>
                  <a:gd name="T95" fmla="*/ 4 h 16"/>
                  <a:gd name="T96" fmla="*/ 29 w 32"/>
                  <a:gd name="T97" fmla="*/ 4 h 16"/>
                  <a:gd name="T98" fmla="*/ 28 w 32"/>
                  <a:gd name="T99" fmla="*/ 4 h 16"/>
                  <a:gd name="T100" fmla="*/ 27 w 32"/>
                  <a:gd name="T101" fmla="*/ 6 h 16"/>
                  <a:gd name="T102" fmla="*/ 27 w 32"/>
                  <a:gd name="T103" fmla="*/ 7 h 16"/>
                  <a:gd name="T104" fmla="*/ 27 w 32"/>
                  <a:gd name="T105" fmla="*/ 8 h 16"/>
                  <a:gd name="T106" fmla="*/ 27 w 32"/>
                  <a:gd name="T107" fmla="*/ 9 h 16"/>
                  <a:gd name="T108" fmla="*/ 26 w 32"/>
                  <a:gd name="T109" fmla="*/ 9 h 16"/>
                  <a:gd name="T110" fmla="*/ 26 w 32"/>
                  <a:gd name="T111" fmla="*/ 10 h 16"/>
                  <a:gd name="T112" fmla="*/ 24 w 32"/>
                  <a:gd name="T113" fmla="*/ 11 h 16"/>
                  <a:gd name="T114" fmla="*/ 23 w 32"/>
                  <a:gd name="T115" fmla="*/ 11 h 16"/>
                  <a:gd name="T116" fmla="*/ 21 w 32"/>
                  <a:gd name="T117" fmla="*/ 11 h 16"/>
                  <a:gd name="T118" fmla="*/ 19 w 32"/>
                  <a:gd name="T119" fmla="*/ 11 h 16"/>
                  <a:gd name="T120" fmla="*/ 18 w 32"/>
                  <a:gd name="T121" fmla="*/ 11 h 16"/>
                  <a:gd name="T122" fmla="*/ 16 w 32"/>
                  <a:gd name="T123" fmla="*/ 1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2" h="16">
                    <a:moveTo>
                      <a:pt x="16" y="11"/>
                    </a:moveTo>
                    <a:lnTo>
                      <a:pt x="15" y="11"/>
                    </a:lnTo>
                    <a:lnTo>
                      <a:pt x="14" y="11"/>
                    </a:lnTo>
                    <a:lnTo>
                      <a:pt x="12" y="11"/>
                    </a:lnTo>
                    <a:lnTo>
                      <a:pt x="12" y="12"/>
                    </a:lnTo>
                    <a:lnTo>
                      <a:pt x="11" y="12"/>
                    </a:lnTo>
                    <a:lnTo>
                      <a:pt x="9" y="13"/>
                    </a:lnTo>
                    <a:lnTo>
                      <a:pt x="8" y="13"/>
                    </a:lnTo>
                    <a:lnTo>
                      <a:pt x="6" y="14"/>
                    </a:lnTo>
                    <a:lnTo>
                      <a:pt x="5" y="14"/>
                    </a:lnTo>
                    <a:lnTo>
                      <a:pt x="4" y="15"/>
                    </a:lnTo>
                    <a:lnTo>
                      <a:pt x="3" y="14"/>
                    </a:lnTo>
                    <a:lnTo>
                      <a:pt x="1" y="14"/>
                    </a:lnTo>
                    <a:lnTo>
                      <a:pt x="0" y="13"/>
                    </a:lnTo>
                    <a:lnTo>
                      <a:pt x="0" y="12"/>
                    </a:lnTo>
                    <a:lnTo>
                      <a:pt x="0" y="11"/>
                    </a:lnTo>
                    <a:lnTo>
                      <a:pt x="0" y="10"/>
                    </a:lnTo>
                    <a:lnTo>
                      <a:pt x="0" y="9"/>
                    </a:lnTo>
                    <a:lnTo>
                      <a:pt x="0" y="8"/>
                    </a:lnTo>
                    <a:lnTo>
                      <a:pt x="0" y="7"/>
                    </a:lnTo>
                    <a:lnTo>
                      <a:pt x="0" y="6"/>
                    </a:lnTo>
                    <a:lnTo>
                      <a:pt x="0" y="5"/>
                    </a:lnTo>
                    <a:lnTo>
                      <a:pt x="1" y="4"/>
                    </a:lnTo>
                    <a:lnTo>
                      <a:pt x="2" y="4"/>
                    </a:lnTo>
                    <a:lnTo>
                      <a:pt x="3" y="4"/>
                    </a:lnTo>
                    <a:lnTo>
                      <a:pt x="4" y="4"/>
                    </a:lnTo>
                    <a:lnTo>
                      <a:pt x="5" y="4"/>
                    </a:lnTo>
                    <a:lnTo>
                      <a:pt x="7" y="4"/>
                    </a:lnTo>
                    <a:lnTo>
                      <a:pt x="8" y="4"/>
                    </a:lnTo>
                    <a:lnTo>
                      <a:pt x="10" y="4"/>
                    </a:lnTo>
                    <a:lnTo>
                      <a:pt x="12" y="4"/>
                    </a:lnTo>
                    <a:lnTo>
                      <a:pt x="14" y="4"/>
                    </a:lnTo>
                    <a:lnTo>
                      <a:pt x="15" y="4"/>
                    </a:lnTo>
                    <a:lnTo>
                      <a:pt x="16" y="4"/>
                    </a:lnTo>
                    <a:lnTo>
                      <a:pt x="18" y="4"/>
                    </a:lnTo>
                    <a:lnTo>
                      <a:pt x="19" y="3"/>
                    </a:lnTo>
                    <a:lnTo>
                      <a:pt x="20" y="2"/>
                    </a:lnTo>
                    <a:lnTo>
                      <a:pt x="23" y="2"/>
                    </a:lnTo>
                    <a:lnTo>
                      <a:pt x="24" y="1"/>
                    </a:lnTo>
                    <a:lnTo>
                      <a:pt x="26" y="0"/>
                    </a:lnTo>
                    <a:lnTo>
                      <a:pt x="27" y="0"/>
                    </a:lnTo>
                    <a:lnTo>
                      <a:pt x="28" y="0"/>
                    </a:lnTo>
                    <a:lnTo>
                      <a:pt x="29" y="0"/>
                    </a:lnTo>
                    <a:lnTo>
                      <a:pt x="31" y="0"/>
                    </a:lnTo>
                    <a:lnTo>
                      <a:pt x="31" y="1"/>
                    </a:lnTo>
                    <a:lnTo>
                      <a:pt x="31" y="2"/>
                    </a:lnTo>
                    <a:lnTo>
                      <a:pt x="31" y="3"/>
                    </a:lnTo>
                    <a:lnTo>
                      <a:pt x="30" y="4"/>
                    </a:lnTo>
                    <a:lnTo>
                      <a:pt x="29" y="4"/>
                    </a:lnTo>
                    <a:lnTo>
                      <a:pt x="28" y="4"/>
                    </a:lnTo>
                    <a:lnTo>
                      <a:pt x="27" y="6"/>
                    </a:lnTo>
                    <a:lnTo>
                      <a:pt x="27" y="7"/>
                    </a:lnTo>
                    <a:lnTo>
                      <a:pt x="27" y="8"/>
                    </a:lnTo>
                    <a:lnTo>
                      <a:pt x="27" y="9"/>
                    </a:lnTo>
                    <a:lnTo>
                      <a:pt x="26" y="9"/>
                    </a:lnTo>
                    <a:lnTo>
                      <a:pt x="26" y="10"/>
                    </a:lnTo>
                    <a:lnTo>
                      <a:pt x="24" y="11"/>
                    </a:lnTo>
                    <a:lnTo>
                      <a:pt x="23" y="11"/>
                    </a:lnTo>
                    <a:lnTo>
                      <a:pt x="21" y="11"/>
                    </a:lnTo>
                    <a:lnTo>
                      <a:pt x="19" y="11"/>
                    </a:lnTo>
                    <a:lnTo>
                      <a:pt x="18" y="11"/>
                    </a:lnTo>
                    <a:lnTo>
                      <a:pt x="16" y="11"/>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86" name="Freeform 116">
                <a:extLst>
                  <a:ext uri="{FF2B5EF4-FFF2-40B4-BE49-F238E27FC236}">
                    <a16:creationId xmlns:a16="http://schemas.microsoft.com/office/drawing/2014/main" id="{43E96B11-645A-4B05-9E0D-F80725AECE3D}"/>
                  </a:ext>
                </a:extLst>
              </p:cNvPr>
              <p:cNvSpPr>
                <a:spLocks/>
              </p:cNvSpPr>
              <p:nvPr/>
            </p:nvSpPr>
            <p:spPr bwMode="auto">
              <a:xfrm>
                <a:off x="8762933" y="4495319"/>
                <a:ext cx="23587" cy="23594"/>
              </a:xfrm>
              <a:custGeom>
                <a:avLst/>
                <a:gdLst>
                  <a:gd name="T0" fmla="*/ 7 w 14"/>
                  <a:gd name="T1" fmla="*/ 12 h 13"/>
                  <a:gd name="T2" fmla="*/ 7 w 14"/>
                  <a:gd name="T3" fmla="*/ 11 h 13"/>
                  <a:gd name="T4" fmla="*/ 8 w 14"/>
                  <a:gd name="T5" fmla="*/ 11 h 13"/>
                  <a:gd name="T6" fmla="*/ 9 w 14"/>
                  <a:gd name="T7" fmla="*/ 11 h 13"/>
                  <a:gd name="T8" fmla="*/ 10 w 14"/>
                  <a:gd name="T9" fmla="*/ 10 h 13"/>
                  <a:gd name="T10" fmla="*/ 11 w 14"/>
                  <a:gd name="T11" fmla="*/ 8 h 13"/>
                  <a:gd name="T12" fmla="*/ 13 w 14"/>
                  <a:gd name="T13" fmla="*/ 8 h 13"/>
                  <a:gd name="T14" fmla="*/ 13 w 14"/>
                  <a:gd name="T15" fmla="*/ 6 h 13"/>
                  <a:gd name="T16" fmla="*/ 13 w 14"/>
                  <a:gd name="T17" fmla="*/ 5 h 13"/>
                  <a:gd name="T18" fmla="*/ 13 w 14"/>
                  <a:gd name="T19" fmla="*/ 4 h 13"/>
                  <a:gd name="T20" fmla="*/ 13 w 14"/>
                  <a:gd name="T21" fmla="*/ 3 h 13"/>
                  <a:gd name="T22" fmla="*/ 11 w 14"/>
                  <a:gd name="T23" fmla="*/ 3 h 13"/>
                  <a:gd name="T24" fmla="*/ 11 w 14"/>
                  <a:gd name="T25" fmla="*/ 2 h 13"/>
                  <a:gd name="T26" fmla="*/ 11 w 14"/>
                  <a:gd name="T27" fmla="*/ 1 h 13"/>
                  <a:gd name="T28" fmla="*/ 10 w 14"/>
                  <a:gd name="T29" fmla="*/ 1 h 13"/>
                  <a:gd name="T30" fmla="*/ 9 w 14"/>
                  <a:gd name="T31" fmla="*/ 0 h 13"/>
                  <a:gd name="T32" fmla="*/ 8 w 14"/>
                  <a:gd name="T33" fmla="*/ 0 h 13"/>
                  <a:gd name="T34" fmla="*/ 7 w 14"/>
                  <a:gd name="T35" fmla="*/ 0 h 13"/>
                  <a:gd name="T36" fmla="*/ 4 w 14"/>
                  <a:gd name="T37" fmla="*/ 0 h 13"/>
                  <a:gd name="T38" fmla="*/ 3 w 14"/>
                  <a:gd name="T39" fmla="*/ 0 h 13"/>
                  <a:gd name="T40" fmla="*/ 2 w 14"/>
                  <a:gd name="T41" fmla="*/ 0 h 13"/>
                  <a:gd name="T42" fmla="*/ 2 w 14"/>
                  <a:gd name="T43" fmla="*/ 1 h 13"/>
                  <a:gd name="T44" fmla="*/ 1 w 14"/>
                  <a:gd name="T45" fmla="*/ 1 h 13"/>
                  <a:gd name="T46" fmla="*/ 1 w 14"/>
                  <a:gd name="T47" fmla="*/ 2 h 13"/>
                  <a:gd name="T48" fmla="*/ 1 w 14"/>
                  <a:gd name="T49" fmla="*/ 3 h 13"/>
                  <a:gd name="T50" fmla="*/ 0 w 14"/>
                  <a:gd name="T51" fmla="*/ 3 h 13"/>
                  <a:gd name="T52" fmla="*/ 0 w 14"/>
                  <a:gd name="T53" fmla="*/ 4 h 13"/>
                  <a:gd name="T54" fmla="*/ 0 w 14"/>
                  <a:gd name="T55" fmla="*/ 5 h 13"/>
                  <a:gd name="T56" fmla="*/ 0 w 14"/>
                  <a:gd name="T57" fmla="*/ 6 h 13"/>
                  <a:gd name="T58" fmla="*/ 0 w 14"/>
                  <a:gd name="T59" fmla="*/ 8 h 13"/>
                  <a:gd name="T60" fmla="*/ 1 w 14"/>
                  <a:gd name="T61" fmla="*/ 8 h 13"/>
                  <a:gd name="T62" fmla="*/ 2 w 14"/>
                  <a:gd name="T63" fmla="*/ 10 h 13"/>
                  <a:gd name="T64" fmla="*/ 2 w 14"/>
                  <a:gd name="T65" fmla="*/ 11 h 13"/>
                  <a:gd name="T66" fmla="*/ 3 w 14"/>
                  <a:gd name="T67" fmla="*/ 11 h 13"/>
                  <a:gd name="T68" fmla="*/ 4 w 14"/>
                  <a:gd name="T69" fmla="*/ 11 h 13"/>
                  <a:gd name="T70" fmla="*/ 7 w 14"/>
                  <a:gd name="T71" fmla="*/ 1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 h="13">
                    <a:moveTo>
                      <a:pt x="7" y="12"/>
                    </a:moveTo>
                    <a:lnTo>
                      <a:pt x="7" y="11"/>
                    </a:lnTo>
                    <a:lnTo>
                      <a:pt x="8" y="11"/>
                    </a:lnTo>
                    <a:lnTo>
                      <a:pt x="9" y="11"/>
                    </a:lnTo>
                    <a:lnTo>
                      <a:pt x="10" y="10"/>
                    </a:lnTo>
                    <a:lnTo>
                      <a:pt x="11" y="8"/>
                    </a:lnTo>
                    <a:lnTo>
                      <a:pt x="13" y="8"/>
                    </a:lnTo>
                    <a:lnTo>
                      <a:pt x="13" y="6"/>
                    </a:lnTo>
                    <a:lnTo>
                      <a:pt x="13" y="5"/>
                    </a:lnTo>
                    <a:lnTo>
                      <a:pt x="13" y="4"/>
                    </a:lnTo>
                    <a:lnTo>
                      <a:pt x="13" y="3"/>
                    </a:lnTo>
                    <a:lnTo>
                      <a:pt x="11" y="3"/>
                    </a:lnTo>
                    <a:lnTo>
                      <a:pt x="11" y="2"/>
                    </a:lnTo>
                    <a:lnTo>
                      <a:pt x="11" y="1"/>
                    </a:lnTo>
                    <a:lnTo>
                      <a:pt x="10" y="1"/>
                    </a:lnTo>
                    <a:lnTo>
                      <a:pt x="9" y="0"/>
                    </a:lnTo>
                    <a:lnTo>
                      <a:pt x="8" y="0"/>
                    </a:lnTo>
                    <a:lnTo>
                      <a:pt x="7" y="0"/>
                    </a:lnTo>
                    <a:lnTo>
                      <a:pt x="4" y="0"/>
                    </a:lnTo>
                    <a:lnTo>
                      <a:pt x="3" y="0"/>
                    </a:lnTo>
                    <a:lnTo>
                      <a:pt x="2" y="0"/>
                    </a:lnTo>
                    <a:lnTo>
                      <a:pt x="2" y="1"/>
                    </a:lnTo>
                    <a:lnTo>
                      <a:pt x="1" y="1"/>
                    </a:lnTo>
                    <a:lnTo>
                      <a:pt x="1" y="2"/>
                    </a:lnTo>
                    <a:lnTo>
                      <a:pt x="1" y="3"/>
                    </a:lnTo>
                    <a:lnTo>
                      <a:pt x="0" y="3"/>
                    </a:lnTo>
                    <a:lnTo>
                      <a:pt x="0" y="4"/>
                    </a:lnTo>
                    <a:lnTo>
                      <a:pt x="0" y="5"/>
                    </a:lnTo>
                    <a:lnTo>
                      <a:pt x="0" y="6"/>
                    </a:lnTo>
                    <a:lnTo>
                      <a:pt x="0" y="8"/>
                    </a:lnTo>
                    <a:lnTo>
                      <a:pt x="1" y="8"/>
                    </a:lnTo>
                    <a:lnTo>
                      <a:pt x="2" y="10"/>
                    </a:lnTo>
                    <a:lnTo>
                      <a:pt x="2" y="11"/>
                    </a:lnTo>
                    <a:lnTo>
                      <a:pt x="3" y="11"/>
                    </a:lnTo>
                    <a:lnTo>
                      <a:pt x="4" y="11"/>
                    </a:lnTo>
                    <a:lnTo>
                      <a:pt x="7" y="1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87" name="Freeform 117">
                <a:extLst>
                  <a:ext uri="{FF2B5EF4-FFF2-40B4-BE49-F238E27FC236}">
                    <a16:creationId xmlns:a16="http://schemas.microsoft.com/office/drawing/2014/main" id="{F446F3CE-ECAF-4D38-8CFF-662E2412AD04}"/>
                  </a:ext>
                </a:extLst>
              </p:cNvPr>
              <p:cNvSpPr>
                <a:spLocks/>
              </p:cNvSpPr>
              <p:nvPr/>
            </p:nvSpPr>
            <p:spPr bwMode="auto">
              <a:xfrm>
                <a:off x="8822687" y="4487455"/>
                <a:ext cx="26732" cy="28313"/>
              </a:xfrm>
              <a:custGeom>
                <a:avLst/>
                <a:gdLst>
                  <a:gd name="T0" fmla="*/ 2 w 15"/>
                  <a:gd name="T1" fmla="*/ 5 h 16"/>
                  <a:gd name="T2" fmla="*/ 9 w 15"/>
                  <a:gd name="T3" fmla="*/ 0 h 16"/>
                  <a:gd name="T4" fmla="*/ 14 w 15"/>
                  <a:gd name="T5" fmla="*/ 5 h 16"/>
                  <a:gd name="T6" fmla="*/ 13 w 15"/>
                  <a:gd name="T7" fmla="*/ 15 h 16"/>
                  <a:gd name="T8" fmla="*/ 0 w 15"/>
                  <a:gd name="T9" fmla="*/ 11 h 16"/>
                  <a:gd name="T10" fmla="*/ 2 w 15"/>
                  <a:gd name="T11" fmla="*/ 5 h 16"/>
                </a:gdLst>
                <a:ahLst/>
                <a:cxnLst>
                  <a:cxn ang="0">
                    <a:pos x="T0" y="T1"/>
                  </a:cxn>
                  <a:cxn ang="0">
                    <a:pos x="T2" y="T3"/>
                  </a:cxn>
                  <a:cxn ang="0">
                    <a:pos x="T4" y="T5"/>
                  </a:cxn>
                  <a:cxn ang="0">
                    <a:pos x="T6" y="T7"/>
                  </a:cxn>
                  <a:cxn ang="0">
                    <a:pos x="T8" y="T9"/>
                  </a:cxn>
                  <a:cxn ang="0">
                    <a:pos x="T10" y="T11"/>
                  </a:cxn>
                </a:cxnLst>
                <a:rect l="0" t="0" r="r" b="b"/>
                <a:pathLst>
                  <a:path w="15" h="16">
                    <a:moveTo>
                      <a:pt x="2" y="5"/>
                    </a:moveTo>
                    <a:lnTo>
                      <a:pt x="9" y="0"/>
                    </a:lnTo>
                    <a:lnTo>
                      <a:pt x="14" y="5"/>
                    </a:lnTo>
                    <a:lnTo>
                      <a:pt x="13" y="15"/>
                    </a:lnTo>
                    <a:lnTo>
                      <a:pt x="0" y="11"/>
                    </a:lnTo>
                    <a:lnTo>
                      <a:pt x="2" y="5"/>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88" name="Freeform 118">
                <a:extLst>
                  <a:ext uri="{FF2B5EF4-FFF2-40B4-BE49-F238E27FC236}">
                    <a16:creationId xmlns:a16="http://schemas.microsoft.com/office/drawing/2014/main" id="{3DDBBCFC-5E6A-4017-A86F-61E38DF2A453}"/>
                  </a:ext>
                </a:extLst>
              </p:cNvPr>
              <p:cNvSpPr>
                <a:spLocks/>
              </p:cNvSpPr>
              <p:nvPr/>
            </p:nvSpPr>
            <p:spPr bwMode="auto">
              <a:xfrm>
                <a:off x="8838412" y="3518515"/>
                <a:ext cx="45602" cy="89658"/>
              </a:xfrm>
              <a:custGeom>
                <a:avLst/>
                <a:gdLst>
                  <a:gd name="T0" fmla="*/ 12 w 25"/>
                  <a:gd name="T1" fmla="*/ 0 h 51"/>
                  <a:gd name="T2" fmla="*/ 2 w 25"/>
                  <a:gd name="T3" fmla="*/ 15 h 51"/>
                  <a:gd name="T4" fmla="*/ 0 w 25"/>
                  <a:gd name="T5" fmla="*/ 34 h 51"/>
                  <a:gd name="T6" fmla="*/ 16 w 25"/>
                  <a:gd name="T7" fmla="*/ 50 h 51"/>
                  <a:gd name="T8" fmla="*/ 24 w 25"/>
                  <a:gd name="T9" fmla="*/ 26 h 51"/>
                  <a:gd name="T10" fmla="*/ 12 w 25"/>
                  <a:gd name="T11" fmla="*/ 0 h 51"/>
                </a:gdLst>
                <a:ahLst/>
                <a:cxnLst>
                  <a:cxn ang="0">
                    <a:pos x="T0" y="T1"/>
                  </a:cxn>
                  <a:cxn ang="0">
                    <a:pos x="T2" y="T3"/>
                  </a:cxn>
                  <a:cxn ang="0">
                    <a:pos x="T4" y="T5"/>
                  </a:cxn>
                  <a:cxn ang="0">
                    <a:pos x="T6" y="T7"/>
                  </a:cxn>
                  <a:cxn ang="0">
                    <a:pos x="T8" y="T9"/>
                  </a:cxn>
                  <a:cxn ang="0">
                    <a:pos x="T10" y="T11"/>
                  </a:cxn>
                </a:cxnLst>
                <a:rect l="0" t="0" r="r" b="b"/>
                <a:pathLst>
                  <a:path w="25" h="51">
                    <a:moveTo>
                      <a:pt x="12" y="0"/>
                    </a:moveTo>
                    <a:lnTo>
                      <a:pt x="2" y="15"/>
                    </a:lnTo>
                    <a:lnTo>
                      <a:pt x="0" y="34"/>
                    </a:lnTo>
                    <a:lnTo>
                      <a:pt x="16" y="50"/>
                    </a:lnTo>
                    <a:lnTo>
                      <a:pt x="24" y="26"/>
                    </a:lnTo>
                    <a:lnTo>
                      <a:pt x="12"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89" name="Freeform 121">
                <a:extLst>
                  <a:ext uri="{FF2B5EF4-FFF2-40B4-BE49-F238E27FC236}">
                    <a16:creationId xmlns:a16="http://schemas.microsoft.com/office/drawing/2014/main" id="{7A676458-75B2-4B50-A813-824B77D620BB}"/>
                  </a:ext>
                </a:extLst>
              </p:cNvPr>
              <p:cNvSpPr>
                <a:spLocks/>
              </p:cNvSpPr>
              <p:nvPr/>
            </p:nvSpPr>
            <p:spPr bwMode="auto">
              <a:xfrm>
                <a:off x="8505045" y="4295554"/>
                <a:ext cx="45602" cy="42470"/>
              </a:xfrm>
              <a:custGeom>
                <a:avLst/>
                <a:gdLst>
                  <a:gd name="T0" fmla="*/ 2 w 26"/>
                  <a:gd name="T1" fmla="*/ 0 h 24"/>
                  <a:gd name="T2" fmla="*/ 13 w 26"/>
                  <a:gd name="T3" fmla="*/ 2 h 24"/>
                  <a:gd name="T4" fmla="*/ 21 w 26"/>
                  <a:gd name="T5" fmla="*/ 10 h 24"/>
                  <a:gd name="T6" fmla="*/ 25 w 26"/>
                  <a:gd name="T7" fmla="*/ 21 h 24"/>
                  <a:gd name="T8" fmla="*/ 15 w 26"/>
                  <a:gd name="T9" fmla="*/ 23 h 24"/>
                  <a:gd name="T10" fmla="*/ 0 w 26"/>
                  <a:gd name="T11" fmla="*/ 9 h 24"/>
                  <a:gd name="T12" fmla="*/ 2 w 2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26" h="24">
                    <a:moveTo>
                      <a:pt x="2" y="0"/>
                    </a:moveTo>
                    <a:lnTo>
                      <a:pt x="13" y="2"/>
                    </a:lnTo>
                    <a:lnTo>
                      <a:pt x="21" y="10"/>
                    </a:lnTo>
                    <a:lnTo>
                      <a:pt x="25" y="21"/>
                    </a:lnTo>
                    <a:lnTo>
                      <a:pt x="15" y="23"/>
                    </a:lnTo>
                    <a:lnTo>
                      <a:pt x="0" y="9"/>
                    </a:lnTo>
                    <a:lnTo>
                      <a:pt x="2"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90" name="Freeform 122">
                <a:extLst>
                  <a:ext uri="{FF2B5EF4-FFF2-40B4-BE49-F238E27FC236}">
                    <a16:creationId xmlns:a16="http://schemas.microsoft.com/office/drawing/2014/main" id="{DB8919E6-7439-401B-B590-09D3C3BA8C16}"/>
                  </a:ext>
                </a:extLst>
              </p:cNvPr>
              <p:cNvSpPr>
                <a:spLocks/>
              </p:cNvSpPr>
              <p:nvPr/>
            </p:nvSpPr>
            <p:spPr bwMode="auto">
              <a:xfrm>
                <a:off x="8855709" y="4531497"/>
                <a:ext cx="39312" cy="28313"/>
              </a:xfrm>
              <a:custGeom>
                <a:avLst/>
                <a:gdLst>
                  <a:gd name="T0" fmla="*/ 3 w 21"/>
                  <a:gd name="T1" fmla="*/ 2 h 15"/>
                  <a:gd name="T2" fmla="*/ 0 w 21"/>
                  <a:gd name="T3" fmla="*/ 14 h 15"/>
                  <a:gd name="T4" fmla="*/ 16 w 21"/>
                  <a:gd name="T5" fmla="*/ 8 h 15"/>
                  <a:gd name="T6" fmla="*/ 20 w 21"/>
                  <a:gd name="T7" fmla="*/ 0 h 15"/>
                  <a:gd name="T8" fmla="*/ 3 w 21"/>
                  <a:gd name="T9" fmla="*/ 2 h 15"/>
                </a:gdLst>
                <a:ahLst/>
                <a:cxnLst>
                  <a:cxn ang="0">
                    <a:pos x="T0" y="T1"/>
                  </a:cxn>
                  <a:cxn ang="0">
                    <a:pos x="T2" y="T3"/>
                  </a:cxn>
                  <a:cxn ang="0">
                    <a:pos x="T4" y="T5"/>
                  </a:cxn>
                  <a:cxn ang="0">
                    <a:pos x="T6" y="T7"/>
                  </a:cxn>
                  <a:cxn ang="0">
                    <a:pos x="T8" y="T9"/>
                  </a:cxn>
                </a:cxnLst>
                <a:rect l="0" t="0" r="r" b="b"/>
                <a:pathLst>
                  <a:path w="21" h="15">
                    <a:moveTo>
                      <a:pt x="3" y="2"/>
                    </a:moveTo>
                    <a:lnTo>
                      <a:pt x="0" y="14"/>
                    </a:lnTo>
                    <a:lnTo>
                      <a:pt x="16" y="8"/>
                    </a:lnTo>
                    <a:lnTo>
                      <a:pt x="20" y="0"/>
                    </a:lnTo>
                    <a:lnTo>
                      <a:pt x="3" y="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91" name="Freeform 123">
                <a:extLst>
                  <a:ext uri="{FF2B5EF4-FFF2-40B4-BE49-F238E27FC236}">
                    <a16:creationId xmlns:a16="http://schemas.microsoft.com/office/drawing/2014/main" id="{560890AB-391E-4C47-996C-9ABD49CBE168}"/>
                  </a:ext>
                </a:extLst>
              </p:cNvPr>
              <p:cNvSpPr>
                <a:spLocks/>
              </p:cNvSpPr>
              <p:nvPr/>
            </p:nvSpPr>
            <p:spPr bwMode="auto">
              <a:xfrm>
                <a:off x="8997233" y="4304992"/>
                <a:ext cx="50319" cy="26740"/>
              </a:xfrm>
              <a:custGeom>
                <a:avLst/>
                <a:gdLst>
                  <a:gd name="T0" fmla="*/ 14 w 28"/>
                  <a:gd name="T1" fmla="*/ 13 h 14"/>
                  <a:gd name="T2" fmla="*/ 11 w 28"/>
                  <a:gd name="T3" fmla="*/ 13 h 14"/>
                  <a:gd name="T4" fmla="*/ 10 w 28"/>
                  <a:gd name="T5" fmla="*/ 13 h 14"/>
                  <a:gd name="T6" fmla="*/ 8 w 28"/>
                  <a:gd name="T7" fmla="*/ 13 h 14"/>
                  <a:gd name="T8" fmla="*/ 6 w 28"/>
                  <a:gd name="T9" fmla="*/ 13 h 14"/>
                  <a:gd name="T10" fmla="*/ 5 w 28"/>
                  <a:gd name="T11" fmla="*/ 13 h 14"/>
                  <a:gd name="T12" fmla="*/ 3 w 28"/>
                  <a:gd name="T13" fmla="*/ 13 h 14"/>
                  <a:gd name="T14" fmla="*/ 2 w 28"/>
                  <a:gd name="T15" fmla="*/ 13 h 14"/>
                  <a:gd name="T16" fmla="*/ 1 w 28"/>
                  <a:gd name="T17" fmla="*/ 13 h 14"/>
                  <a:gd name="T18" fmla="*/ 0 w 28"/>
                  <a:gd name="T19" fmla="*/ 10 h 14"/>
                  <a:gd name="T20" fmla="*/ 0 w 28"/>
                  <a:gd name="T21" fmla="*/ 7 h 14"/>
                  <a:gd name="T22" fmla="*/ 0 w 28"/>
                  <a:gd name="T23" fmla="*/ 5 h 14"/>
                  <a:gd name="T24" fmla="*/ 1 w 28"/>
                  <a:gd name="T25" fmla="*/ 5 h 14"/>
                  <a:gd name="T26" fmla="*/ 2 w 28"/>
                  <a:gd name="T27" fmla="*/ 2 h 14"/>
                  <a:gd name="T28" fmla="*/ 3 w 28"/>
                  <a:gd name="T29" fmla="*/ 2 h 14"/>
                  <a:gd name="T30" fmla="*/ 3 w 28"/>
                  <a:gd name="T31" fmla="*/ 0 h 14"/>
                  <a:gd name="T32" fmla="*/ 5 w 28"/>
                  <a:gd name="T33" fmla="*/ 0 h 14"/>
                  <a:gd name="T34" fmla="*/ 6 w 28"/>
                  <a:gd name="T35" fmla="*/ 0 h 14"/>
                  <a:gd name="T36" fmla="*/ 8 w 28"/>
                  <a:gd name="T37" fmla="*/ 0 h 14"/>
                  <a:gd name="T38" fmla="*/ 10 w 28"/>
                  <a:gd name="T39" fmla="*/ 0 h 14"/>
                  <a:gd name="T40" fmla="*/ 11 w 28"/>
                  <a:gd name="T41" fmla="*/ 0 h 14"/>
                  <a:gd name="T42" fmla="*/ 14 w 28"/>
                  <a:gd name="T43" fmla="*/ 0 h 14"/>
                  <a:gd name="T44" fmla="*/ 17 w 28"/>
                  <a:gd name="T45" fmla="*/ 0 h 14"/>
                  <a:gd name="T46" fmla="*/ 18 w 28"/>
                  <a:gd name="T47" fmla="*/ 0 h 14"/>
                  <a:gd name="T48" fmla="*/ 20 w 28"/>
                  <a:gd name="T49" fmla="*/ 0 h 14"/>
                  <a:gd name="T50" fmla="*/ 21 w 28"/>
                  <a:gd name="T51" fmla="*/ 0 h 14"/>
                  <a:gd name="T52" fmla="*/ 23 w 28"/>
                  <a:gd name="T53" fmla="*/ 0 h 14"/>
                  <a:gd name="T54" fmla="*/ 24 w 28"/>
                  <a:gd name="T55" fmla="*/ 2 h 14"/>
                  <a:gd name="T56" fmla="*/ 25 w 28"/>
                  <a:gd name="T57" fmla="*/ 5 h 14"/>
                  <a:gd name="T58" fmla="*/ 26 w 28"/>
                  <a:gd name="T59" fmla="*/ 5 h 14"/>
                  <a:gd name="T60" fmla="*/ 26 w 28"/>
                  <a:gd name="T61" fmla="*/ 7 h 14"/>
                  <a:gd name="T62" fmla="*/ 27 w 28"/>
                  <a:gd name="T63" fmla="*/ 7 h 14"/>
                  <a:gd name="T64" fmla="*/ 26 w 28"/>
                  <a:gd name="T65" fmla="*/ 10 h 14"/>
                  <a:gd name="T66" fmla="*/ 25 w 28"/>
                  <a:gd name="T67" fmla="*/ 13 h 14"/>
                  <a:gd name="T68" fmla="*/ 24 w 28"/>
                  <a:gd name="T69" fmla="*/ 13 h 14"/>
                  <a:gd name="T70" fmla="*/ 23 w 28"/>
                  <a:gd name="T71" fmla="*/ 13 h 14"/>
                  <a:gd name="T72" fmla="*/ 21 w 28"/>
                  <a:gd name="T73" fmla="*/ 13 h 14"/>
                  <a:gd name="T74" fmla="*/ 20 w 28"/>
                  <a:gd name="T75" fmla="*/ 13 h 14"/>
                  <a:gd name="T76" fmla="*/ 18 w 28"/>
                  <a:gd name="T77" fmla="*/ 13 h 14"/>
                  <a:gd name="T78" fmla="*/ 17 w 28"/>
                  <a:gd name="T79" fmla="*/ 13 h 14"/>
                  <a:gd name="T80" fmla="*/ 14 w 28"/>
                  <a:gd name="T81" fmla="*/ 1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 h="14">
                    <a:moveTo>
                      <a:pt x="14" y="13"/>
                    </a:moveTo>
                    <a:lnTo>
                      <a:pt x="11" y="13"/>
                    </a:lnTo>
                    <a:lnTo>
                      <a:pt x="10" y="13"/>
                    </a:lnTo>
                    <a:lnTo>
                      <a:pt x="8" y="13"/>
                    </a:lnTo>
                    <a:lnTo>
                      <a:pt x="6" y="13"/>
                    </a:lnTo>
                    <a:lnTo>
                      <a:pt x="5" y="13"/>
                    </a:lnTo>
                    <a:lnTo>
                      <a:pt x="3" y="13"/>
                    </a:lnTo>
                    <a:lnTo>
                      <a:pt x="2" y="13"/>
                    </a:lnTo>
                    <a:lnTo>
                      <a:pt x="1" y="13"/>
                    </a:lnTo>
                    <a:lnTo>
                      <a:pt x="0" y="10"/>
                    </a:lnTo>
                    <a:lnTo>
                      <a:pt x="0" y="7"/>
                    </a:lnTo>
                    <a:lnTo>
                      <a:pt x="0" y="5"/>
                    </a:lnTo>
                    <a:lnTo>
                      <a:pt x="1" y="5"/>
                    </a:lnTo>
                    <a:lnTo>
                      <a:pt x="2" y="2"/>
                    </a:lnTo>
                    <a:lnTo>
                      <a:pt x="3" y="2"/>
                    </a:lnTo>
                    <a:lnTo>
                      <a:pt x="3" y="0"/>
                    </a:lnTo>
                    <a:lnTo>
                      <a:pt x="5" y="0"/>
                    </a:lnTo>
                    <a:lnTo>
                      <a:pt x="6" y="0"/>
                    </a:lnTo>
                    <a:lnTo>
                      <a:pt x="8" y="0"/>
                    </a:lnTo>
                    <a:lnTo>
                      <a:pt x="10" y="0"/>
                    </a:lnTo>
                    <a:lnTo>
                      <a:pt x="11" y="0"/>
                    </a:lnTo>
                    <a:lnTo>
                      <a:pt x="14" y="0"/>
                    </a:lnTo>
                    <a:lnTo>
                      <a:pt x="17" y="0"/>
                    </a:lnTo>
                    <a:lnTo>
                      <a:pt x="18" y="0"/>
                    </a:lnTo>
                    <a:lnTo>
                      <a:pt x="20" y="0"/>
                    </a:lnTo>
                    <a:lnTo>
                      <a:pt x="21" y="0"/>
                    </a:lnTo>
                    <a:lnTo>
                      <a:pt x="23" y="0"/>
                    </a:lnTo>
                    <a:lnTo>
                      <a:pt x="24" y="2"/>
                    </a:lnTo>
                    <a:lnTo>
                      <a:pt x="25" y="5"/>
                    </a:lnTo>
                    <a:lnTo>
                      <a:pt x="26" y="5"/>
                    </a:lnTo>
                    <a:lnTo>
                      <a:pt x="26" y="7"/>
                    </a:lnTo>
                    <a:lnTo>
                      <a:pt x="27" y="7"/>
                    </a:lnTo>
                    <a:lnTo>
                      <a:pt x="26" y="10"/>
                    </a:lnTo>
                    <a:lnTo>
                      <a:pt x="25" y="13"/>
                    </a:lnTo>
                    <a:lnTo>
                      <a:pt x="24" y="13"/>
                    </a:lnTo>
                    <a:lnTo>
                      <a:pt x="23" y="13"/>
                    </a:lnTo>
                    <a:lnTo>
                      <a:pt x="21" y="13"/>
                    </a:lnTo>
                    <a:lnTo>
                      <a:pt x="20" y="13"/>
                    </a:lnTo>
                    <a:lnTo>
                      <a:pt x="18" y="13"/>
                    </a:lnTo>
                    <a:lnTo>
                      <a:pt x="17" y="13"/>
                    </a:lnTo>
                    <a:lnTo>
                      <a:pt x="14" y="1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92" name="Freeform 124">
                <a:extLst>
                  <a:ext uri="{FF2B5EF4-FFF2-40B4-BE49-F238E27FC236}">
                    <a16:creationId xmlns:a16="http://schemas.microsoft.com/office/drawing/2014/main" id="{D6AEF71B-5C94-4E4F-A3B8-40909FC1A485}"/>
                  </a:ext>
                </a:extLst>
              </p:cNvPr>
              <p:cNvSpPr>
                <a:spLocks/>
              </p:cNvSpPr>
              <p:nvPr/>
            </p:nvSpPr>
            <p:spPr bwMode="auto">
              <a:xfrm>
                <a:off x="8561655" y="3671092"/>
                <a:ext cx="51892" cy="75502"/>
              </a:xfrm>
              <a:custGeom>
                <a:avLst/>
                <a:gdLst>
                  <a:gd name="T0" fmla="*/ 9 w 29"/>
                  <a:gd name="T1" fmla="*/ 9 h 43"/>
                  <a:gd name="T2" fmla="*/ 0 w 29"/>
                  <a:gd name="T3" fmla="*/ 23 h 43"/>
                  <a:gd name="T4" fmla="*/ 2 w 29"/>
                  <a:gd name="T5" fmla="*/ 42 h 43"/>
                  <a:gd name="T6" fmla="*/ 14 w 29"/>
                  <a:gd name="T7" fmla="*/ 42 h 43"/>
                  <a:gd name="T8" fmla="*/ 28 w 29"/>
                  <a:gd name="T9" fmla="*/ 25 h 43"/>
                  <a:gd name="T10" fmla="*/ 19 w 29"/>
                  <a:gd name="T11" fmla="*/ 0 h 43"/>
                  <a:gd name="T12" fmla="*/ 9 w 29"/>
                  <a:gd name="T13" fmla="*/ 9 h 43"/>
                </a:gdLst>
                <a:ahLst/>
                <a:cxnLst>
                  <a:cxn ang="0">
                    <a:pos x="T0" y="T1"/>
                  </a:cxn>
                  <a:cxn ang="0">
                    <a:pos x="T2" y="T3"/>
                  </a:cxn>
                  <a:cxn ang="0">
                    <a:pos x="T4" y="T5"/>
                  </a:cxn>
                  <a:cxn ang="0">
                    <a:pos x="T6" y="T7"/>
                  </a:cxn>
                  <a:cxn ang="0">
                    <a:pos x="T8" y="T9"/>
                  </a:cxn>
                  <a:cxn ang="0">
                    <a:pos x="T10" y="T11"/>
                  </a:cxn>
                  <a:cxn ang="0">
                    <a:pos x="T12" y="T13"/>
                  </a:cxn>
                </a:cxnLst>
                <a:rect l="0" t="0" r="r" b="b"/>
                <a:pathLst>
                  <a:path w="29" h="43">
                    <a:moveTo>
                      <a:pt x="9" y="9"/>
                    </a:moveTo>
                    <a:lnTo>
                      <a:pt x="0" y="23"/>
                    </a:lnTo>
                    <a:lnTo>
                      <a:pt x="2" y="42"/>
                    </a:lnTo>
                    <a:lnTo>
                      <a:pt x="14" y="42"/>
                    </a:lnTo>
                    <a:lnTo>
                      <a:pt x="28" y="25"/>
                    </a:lnTo>
                    <a:lnTo>
                      <a:pt x="19" y="0"/>
                    </a:lnTo>
                    <a:lnTo>
                      <a:pt x="9" y="9"/>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93" name="Freeform 125">
                <a:extLst>
                  <a:ext uri="{FF2B5EF4-FFF2-40B4-BE49-F238E27FC236}">
                    <a16:creationId xmlns:a16="http://schemas.microsoft.com/office/drawing/2014/main" id="{F6201346-EE88-436D-A587-9D7CA0F47641}"/>
                  </a:ext>
                </a:extLst>
              </p:cNvPr>
              <p:cNvSpPr>
                <a:spLocks/>
              </p:cNvSpPr>
              <p:nvPr/>
            </p:nvSpPr>
            <p:spPr bwMode="auto">
              <a:xfrm>
                <a:off x="8863572" y="3867711"/>
                <a:ext cx="50319" cy="47189"/>
              </a:xfrm>
              <a:custGeom>
                <a:avLst/>
                <a:gdLst>
                  <a:gd name="T0" fmla="*/ 16 w 28"/>
                  <a:gd name="T1" fmla="*/ 5 h 26"/>
                  <a:gd name="T2" fmla="*/ 2 w 28"/>
                  <a:gd name="T3" fmla="*/ 0 h 26"/>
                  <a:gd name="T4" fmla="*/ 0 w 28"/>
                  <a:gd name="T5" fmla="*/ 12 h 26"/>
                  <a:gd name="T6" fmla="*/ 9 w 28"/>
                  <a:gd name="T7" fmla="*/ 22 h 26"/>
                  <a:gd name="T8" fmla="*/ 17 w 28"/>
                  <a:gd name="T9" fmla="*/ 25 h 26"/>
                  <a:gd name="T10" fmla="*/ 18 w 28"/>
                  <a:gd name="T11" fmla="*/ 25 h 26"/>
                  <a:gd name="T12" fmla="*/ 19 w 28"/>
                  <a:gd name="T13" fmla="*/ 25 h 26"/>
                  <a:gd name="T14" fmla="*/ 20 w 28"/>
                  <a:gd name="T15" fmla="*/ 25 h 26"/>
                  <a:gd name="T16" fmla="*/ 21 w 28"/>
                  <a:gd name="T17" fmla="*/ 24 h 26"/>
                  <a:gd name="T18" fmla="*/ 23 w 28"/>
                  <a:gd name="T19" fmla="*/ 23 h 26"/>
                  <a:gd name="T20" fmla="*/ 24 w 28"/>
                  <a:gd name="T21" fmla="*/ 22 h 26"/>
                  <a:gd name="T22" fmla="*/ 25 w 28"/>
                  <a:gd name="T23" fmla="*/ 22 h 26"/>
                  <a:gd name="T24" fmla="*/ 26 w 28"/>
                  <a:gd name="T25" fmla="*/ 21 h 26"/>
                  <a:gd name="T26" fmla="*/ 27 w 28"/>
                  <a:gd name="T27" fmla="*/ 19 h 26"/>
                  <a:gd name="T28" fmla="*/ 27 w 28"/>
                  <a:gd name="T29" fmla="*/ 18 h 26"/>
                  <a:gd name="T30" fmla="*/ 27 w 28"/>
                  <a:gd name="T31" fmla="*/ 16 h 26"/>
                  <a:gd name="T32" fmla="*/ 26 w 28"/>
                  <a:gd name="T33" fmla="*/ 15 h 26"/>
                  <a:gd name="T34" fmla="*/ 25 w 28"/>
                  <a:gd name="T35" fmla="*/ 13 h 26"/>
                  <a:gd name="T36" fmla="*/ 24 w 28"/>
                  <a:gd name="T37" fmla="*/ 11 h 26"/>
                  <a:gd name="T38" fmla="*/ 23 w 28"/>
                  <a:gd name="T39" fmla="*/ 10 h 26"/>
                  <a:gd name="T40" fmla="*/ 21 w 28"/>
                  <a:gd name="T41" fmla="*/ 9 h 26"/>
                  <a:gd name="T42" fmla="*/ 20 w 28"/>
                  <a:gd name="T43" fmla="*/ 8 h 26"/>
                  <a:gd name="T44" fmla="*/ 19 w 28"/>
                  <a:gd name="T45" fmla="*/ 8 h 26"/>
                  <a:gd name="T46" fmla="*/ 18 w 28"/>
                  <a:gd name="T47" fmla="*/ 7 h 26"/>
                  <a:gd name="T48" fmla="*/ 17 w 28"/>
                  <a:gd name="T49" fmla="*/ 6 h 26"/>
                  <a:gd name="T50" fmla="*/ 16 w 28"/>
                  <a:gd name="T51" fmla="*/ 6 h 26"/>
                  <a:gd name="T52" fmla="*/ 16 w 28"/>
                  <a:gd name="T53" fmla="*/ 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 h="26">
                    <a:moveTo>
                      <a:pt x="16" y="5"/>
                    </a:moveTo>
                    <a:lnTo>
                      <a:pt x="2" y="0"/>
                    </a:lnTo>
                    <a:lnTo>
                      <a:pt x="0" y="12"/>
                    </a:lnTo>
                    <a:lnTo>
                      <a:pt x="9" y="22"/>
                    </a:lnTo>
                    <a:lnTo>
                      <a:pt x="17" y="25"/>
                    </a:lnTo>
                    <a:lnTo>
                      <a:pt x="18" y="25"/>
                    </a:lnTo>
                    <a:lnTo>
                      <a:pt x="19" y="25"/>
                    </a:lnTo>
                    <a:lnTo>
                      <a:pt x="20" y="25"/>
                    </a:lnTo>
                    <a:lnTo>
                      <a:pt x="21" y="24"/>
                    </a:lnTo>
                    <a:lnTo>
                      <a:pt x="23" y="23"/>
                    </a:lnTo>
                    <a:lnTo>
                      <a:pt x="24" y="22"/>
                    </a:lnTo>
                    <a:lnTo>
                      <a:pt x="25" y="22"/>
                    </a:lnTo>
                    <a:lnTo>
                      <a:pt x="26" y="21"/>
                    </a:lnTo>
                    <a:lnTo>
                      <a:pt x="27" y="19"/>
                    </a:lnTo>
                    <a:lnTo>
                      <a:pt x="27" y="18"/>
                    </a:lnTo>
                    <a:lnTo>
                      <a:pt x="27" y="16"/>
                    </a:lnTo>
                    <a:lnTo>
                      <a:pt x="26" y="15"/>
                    </a:lnTo>
                    <a:lnTo>
                      <a:pt x="25" y="13"/>
                    </a:lnTo>
                    <a:lnTo>
                      <a:pt x="24" y="11"/>
                    </a:lnTo>
                    <a:lnTo>
                      <a:pt x="23" y="10"/>
                    </a:lnTo>
                    <a:lnTo>
                      <a:pt x="21" y="9"/>
                    </a:lnTo>
                    <a:lnTo>
                      <a:pt x="20" y="8"/>
                    </a:lnTo>
                    <a:lnTo>
                      <a:pt x="19" y="8"/>
                    </a:lnTo>
                    <a:lnTo>
                      <a:pt x="18" y="7"/>
                    </a:lnTo>
                    <a:lnTo>
                      <a:pt x="17" y="6"/>
                    </a:lnTo>
                    <a:lnTo>
                      <a:pt x="16" y="6"/>
                    </a:lnTo>
                    <a:lnTo>
                      <a:pt x="16" y="5"/>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94" name="Freeform 126">
                <a:extLst>
                  <a:ext uri="{FF2B5EF4-FFF2-40B4-BE49-F238E27FC236}">
                    <a16:creationId xmlns:a16="http://schemas.microsoft.com/office/drawing/2014/main" id="{C037DC65-DE28-47DD-907C-3C0C65E23047}"/>
                  </a:ext>
                </a:extLst>
              </p:cNvPr>
              <p:cNvSpPr>
                <a:spLocks/>
              </p:cNvSpPr>
              <p:nvPr/>
            </p:nvSpPr>
            <p:spPr bwMode="auto">
              <a:xfrm>
                <a:off x="8931188" y="3850408"/>
                <a:ext cx="56609" cy="40897"/>
              </a:xfrm>
              <a:custGeom>
                <a:avLst/>
                <a:gdLst>
                  <a:gd name="T0" fmla="*/ 2 w 32"/>
                  <a:gd name="T1" fmla="*/ 3 h 24"/>
                  <a:gd name="T2" fmla="*/ 0 w 32"/>
                  <a:gd name="T3" fmla="*/ 15 h 24"/>
                  <a:gd name="T4" fmla="*/ 11 w 32"/>
                  <a:gd name="T5" fmla="*/ 21 h 24"/>
                  <a:gd name="T6" fmla="*/ 31 w 32"/>
                  <a:gd name="T7" fmla="*/ 23 h 24"/>
                  <a:gd name="T8" fmla="*/ 31 w 32"/>
                  <a:gd name="T9" fmla="*/ 9 h 24"/>
                  <a:gd name="T10" fmla="*/ 16 w 32"/>
                  <a:gd name="T11" fmla="*/ 0 h 24"/>
                  <a:gd name="T12" fmla="*/ 2 w 32"/>
                  <a:gd name="T13" fmla="*/ 3 h 24"/>
                </a:gdLst>
                <a:ahLst/>
                <a:cxnLst>
                  <a:cxn ang="0">
                    <a:pos x="T0" y="T1"/>
                  </a:cxn>
                  <a:cxn ang="0">
                    <a:pos x="T2" y="T3"/>
                  </a:cxn>
                  <a:cxn ang="0">
                    <a:pos x="T4" y="T5"/>
                  </a:cxn>
                  <a:cxn ang="0">
                    <a:pos x="T6" y="T7"/>
                  </a:cxn>
                  <a:cxn ang="0">
                    <a:pos x="T8" y="T9"/>
                  </a:cxn>
                  <a:cxn ang="0">
                    <a:pos x="T10" y="T11"/>
                  </a:cxn>
                  <a:cxn ang="0">
                    <a:pos x="T12" y="T13"/>
                  </a:cxn>
                </a:cxnLst>
                <a:rect l="0" t="0" r="r" b="b"/>
                <a:pathLst>
                  <a:path w="32" h="24">
                    <a:moveTo>
                      <a:pt x="2" y="3"/>
                    </a:moveTo>
                    <a:lnTo>
                      <a:pt x="0" y="15"/>
                    </a:lnTo>
                    <a:lnTo>
                      <a:pt x="11" y="21"/>
                    </a:lnTo>
                    <a:lnTo>
                      <a:pt x="31" y="23"/>
                    </a:lnTo>
                    <a:lnTo>
                      <a:pt x="31" y="9"/>
                    </a:lnTo>
                    <a:lnTo>
                      <a:pt x="16" y="0"/>
                    </a:lnTo>
                    <a:lnTo>
                      <a:pt x="2" y="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95" name="Freeform 127">
                <a:extLst>
                  <a:ext uri="{FF2B5EF4-FFF2-40B4-BE49-F238E27FC236}">
                    <a16:creationId xmlns:a16="http://schemas.microsoft.com/office/drawing/2014/main" id="{82D4A260-B2CC-4CA8-BC9B-A56B385A335E}"/>
                  </a:ext>
                </a:extLst>
              </p:cNvPr>
              <p:cNvSpPr>
                <a:spLocks/>
              </p:cNvSpPr>
              <p:nvPr/>
            </p:nvSpPr>
            <p:spPr bwMode="auto">
              <a:xfrm>
                <a:off x="8921753" y="3918045"/>
                <a:ext cx="39312" cy="36178"/>
              </a:xfrm>
              <a:custGeom>
                <a:avLst/>
                <a:gdLst>
                  <a:gd name="T0" fmla="*/ 4 w 21"/>
                  <a:gd name="T1" fmla="*/ 0 h 20"/>
                  <a:gd name="T2" fmla="*/ 0 w 21"/>
                  <a:gd name="T3" fmla="*/ 12 h 20"/>
                  <a:gd name="T4" fmla="*/ 4 w 21"/>
                  <a:gd name="T5" fmla="*/ 19 h 20"/>
                  <a:gd name="T6" fmla="*/ 20 w 21"/>
                  <a:gd name="T7" fmla="*/ 15 h 20"/>
                  <a:gd name="T8" fmla="*/ 16 w 21"/>
                  <a:gd name="T9" fmla="*/ 4 h 20"/>
                  <a:gd name="T10" fmla="*/ 4 w 21"/>
                  <a:gd name="T11" fmla="*/ 0 h 20"/>
                </a:gdLst>
                <a:ahLst/>
                <a:cxnLst>
                  <a:cxn ang="0">
                    <a:pos x="T0" y="T1"/>
                  </a:cxn>
                  <a:cxn ang="0">
                    <a:pos x="T2" y="T3"/>
                  </a:cxn>
                  <a:cxn ang="0">
                    <a:pos x="T4" y="T5"/>
                  </a:cxn>
                  <a:cxn ang="0">
                    <a:pos x="T6" y="T7"/>
                  </a:cxn>
                  <a:cxn ang="0">
                    <a:pos x="T8" y="T9"/>
                  </a:cxn>
                  <a:cxn ang="0">
                    <a:pos x="T10" y="T11"/>
                  </a:cxn>
                </a:cxnLst>
                <a:rect l="0" t="0" r="r" b="b"/>
                <a:pathLst>
                  <a:path w="21" h="20">
                    <a:moveTo>
                      <a:pt x="4" y="0"/>
                    </a:moveTo>
                    <a:lnTo>
                      <a:pt x="0" y="12"/>
                    </a:lnTo>
                    <a:lnTo>
                      <a:pt x="4" y="19"/>
                    </a:lnTo>
                    <a:lnTo>
                      <a:pt x="20" y="15"/>
                    </a:lnTo>
                    <a:lnTo>
                      <a:pt x="16" y="4"/>
                    </a:lnTo>
                    <a:lnTo>
                      <a:pt x="4"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96" name="Freeform 128">
                <a:extLst>
                  <a:ext uri="{FF2B5EF4-FFF2-40B4-BE49-F238E27FC236}">
                    <a16:creationId xmlns:a16="http://schemas.microsoft.com/office/drawing/2014/main" id="{8E684922-E04B-4377-B8DA-767D1379A441}"/>
                  </a:ext>
                </a:extLst>
              </p:cNvPr>
              <p:cNvSpPr>
                <a:spLocks/>
              </p:cNvSpPr>
              <p:nvPr/>
            </p:nvSpPr>
            <p:spPr bwMode="auto">
              <a:xfrm>
                <a:off x="8989370" y="3910181"/>
                <a:ext cx="31450" cy="26740"/>
              </a:xfrm>
              <a:custGeom>
                <a:avLst/>
                <a:gdLst>
                  <a:gd name="T0" fmla="*/ 0 w 19"/>
                  <a:gd name="T1" fmla="*/ 3 h 14"/>
                  <a:gd name="T2" fmla="*/ 3 w 19"/>
                  <a:gd name="T3" fmla="*/ 13 h 14"/>
                  <a:gd name="T4" fmla="*/ 10 w 19"/>
                  <a:gd name="T5" fmla="*/ 13 h 14"/>
                  <a:gd name="T6" fmla="*/ 16 w 19"/>
                  <a:gd name="T7" fmla="*/ 9 h 14"/>
                  <a:gd name="T8" fmla="*/ 18 w 19"/>
                  <a:gd name="T9" fmla="*/ 0 h 14"/>
                  <a:gd name="T10" fmla="*/ 8 w 19"/>
                  <a:gd name="T11" fmla="*/ 0 h 14"/>
                  <a:gd name="T12" fmla="*/ 0 w 19"/>
                  <a:gd name="T13" fmla="*/ 3 h 14"/>
                </a:gdLst>
                <a:ahLst/>
                <a:cxnLst>
                  <a:cxn ang="0">
                    <a:pos x="T0" y="T1"/>
                  </a:cxn>
                  <a:cxn ang="0">
                    <a:pos x="T2" y="T3"/>
                  </a:cxn>
                  <a:cxn ang="0">
                    <a:pos x="T4" y="T5"/>
                  </a:cxn>
                  <a:cxn ang="0">
                    <a:pos x="T6" y="T7"/>
                  </a:cxn>
                  <a:cxn ang="0">
                    <a:pos x="T8" y="T9"/>
                  </a:cxn>
                  <a:cxn ang="0">
                    <a:pos x="T10" y="T11"/>
                  </a:cxn>
                  <a:cxn ang="0">
                    <a:pos x="T12" y="T13"/>
                  </a:cxn>
                </a:cxnLst>
                <a:rect l="0" t="0" r="r" b="b"/>
                <a:pathLst>
                  <a:path w="19" h="14">
                    <a:moveTo>
                      <a:pt x="0" y="3"/>
                    </a:moveTo>
                    <a:lnTo>
                      <a:pt x="3" y="13"/>
                    </a:lnTo>
                    <a:lnTo>
                      <a:pt x="10" y="13"/>
                    </a:lnTo>
                    <a:lnTo>
                      <a:pt x="16" y="9"/>
                    </a:lnTo>
                    <a:lnTo>
                      <a:pt x="18" y="0"/>
                    </a:lnTo>
                    <a:lnTo>
                      <a:pt x="8" y="0"/>
                    </a:lnTo>
                    <a:lnTo>
                      <a:pt x="0" y="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97" name="Freeform 129">
                <a:extLst>
                  <a:ext uri="{FF2B5EF4-FFF2-40B4-BE49-F238E27FC236}">
                    <a16:creationId xmlns:a16="http://schemas.microsoft.com/office/drawing/2014/main" id="{055DE0C4-3A43-4C6D-9D2C-55EF7BBF8351}"/>
                  </a:ext>
                </a:extLst>
              </p:cNvPr>
              <p:cNvSpPr>
                <a:spLocks/>
              </p:cNvSpPr>
              <p:nvPr/>
            </p:nvSpPr>
            <p:spPr bwMode="auto">
              <a:xfrm>
                <a:off x="8913891" y="3985682"/>
                <a:ext cx="47175" cy="66064"/>
              </a:xfrm>
              <a:custGeom>
                <a:avLst/>
                <a:gdLst>
                  <a:gd name="T0" fmla="*/ 18 w 27"/>
                  <a:gd name="T1" fmla="*/ 0 h 37"/>
                  <a:gd name="T2" fmla="*/ 8 w 27"/>
                  <a:gd name="T3" fmla="*/ 11 h 37"/>
                  <a:gd name="T4" fmla="*/ 3 w 27"/>
                  <a:gd name="T5" fmla="*/ 27 h 37"/>
                  <a:gd name="T6" fmla="*/ 0 w 27"/>
                  <a:gd name="T7" fmla="*/ 36 h 37"/>
                  <a:gd name="T8" fmla="*/ 13 w 27"/>
                  <a:gd name="T9" fmla="*/ 32 h 37"/>
                  <a:gd name="T10" fmla="*/ 20 w 27"/>
                  <a:gd name="T11" fmla="*/ 19 h 37"/>
                  <a:gd name="T12" fmla="*/ 26 w 27"/>
                  <a:gd name="T13" fmla="*/ 5 h 37"/>
                  <a:gd name="T14" fmla="*/ 18 w 27"/>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37">
                    <a:moveTo>
                      <a:pt x="18" y="0"/>
                    </a:moveTo>
                    <a:lnTo>
                      <a:pt x="8" y="11"/>
                    </a:lnTo>
                    <a:lnTo>
                      <a:pt x="3" y="27"/>
                    </a:lnTo>
                    <a:lnTo>
                      <a:pt x="0" y="36"/>
                    </a:lnTo>
                    <a:lnTo>
                      <a:pt x="13" y="32"/>
                    </a:lnTo>
                    <a:lnTo>
                      <a:pt x="20" y="19"/>
                    </a:lnTo>
                    <a:lnTo>
                      <a:pt x="26" y="5"/>
                    </a:lnTo>
                    <a:lnTo>
                      <a:pt x="18"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98" name="Freeform 130">
                <a:extLst>
                  <a:ext uri="{FF2B5EF4-FFF2-40B4-BE49-F238E27FC236}">
                    <a16:creationId xmlns:a16="http://schemas.microsoft.com/office/drawing/2014/main" id="{A8493CD0-634A-4A7F-8986-D0728ADAD2EE}"/>
                  </a:ext>
                </a:extLst>
              </p:cNvPr>
              <p:cNvSpPr>
                <a:spLocks/>
              </p:cNvSpPr>
              <p:nvPr/>
            </p:nvSpPr>
            <p:spPr bwMode="auto">
              <a:xfrm>
                <a:off x="8962638" y="3949504"/>
                <a:ext cx="26732" cy="26740"/>
              </a:xfrm>
              <a:custGeom>
                <a:avLst/>
                <a:gdLst>
                  <a:gd name="T0" fmla="*/ 7 w 14"/>
                  <a:gd name="T1" fmla="*/ 14 h 15"/>
                  <a:gd name="T2" fmla="*/ 5 w 14"/>
                  <a:gd name="T3" fmla="*/ 14 h 15"/>
                  <a:gd name="T4" fmla="*/ 3 w 14"/>
                  <a:gd name="T5" fmla="*/ 14 h 15"/>
                  <a:gd name="T6" fmla="*/ 2 w 14"/>
                  <a:gd name="T7" fmla="*/ 14 h 15"/>
                  <a:gd name="T8" fmla="*/ 2 w 14"/>
                  <a:gd name="T9" fmla="*/ 12 h 15"/>
                  <a:gd name="T10" fmla="*/ 1 w 14"/>
                  <a:gd name="T11" fmla="*/ 11 h 15"/>
                  <a:gd name="T12" fmla="*/ 0 w 14"/>
                  <a:gd name="T13" fmla="*/ 11 h 15"/>
                  <a:gd name="T14" fmla="*/ 0 w 14"/>
                  <a:gd name="T15" fmla="*/ 10 h 15"/>
                  <a:gd name="T16" fmla="*/ 0 w 14"/>
                  <a:gd name="T17" fmla="*/ 9 h 15"/>
                  <a:gd name="T18" fmla="*/ 0 w 14"/>
                  <a:gd name="T19" fmla="*/ 7 h 15"/>
                  <a:gd name="T20" fmla="*/ 0 w 14"/>
                  <a:gd name="T21" fmla="*/ 5 h 15"/>
                  <a:gd name="T22" fmla="*/ 0 w 14"/>
                  <a:gd name="T23" fmla="*/ 4 h 15"/>
                  <a:gd name="T24" fmla="*/ 1 w 14"/>
                  <a:gd name="T25" fmla="*/ 3 h 15"/>
                  <a:gd name="T26" fmla="*/ 2 w 14"/>
                  <a:gd name="T27" fmla="*/ 2 h 15"/>
                  <a:gd name="T28" fmla="*/ 2 w 14"/>
                  <a:gd name="T29" fmla="*/ 1 h 15"/>
                  <a:gd name="T30" fmla="*/ 3 w 14"/>
                  <a:gd name="T31" fmla="*/ 1 h 15"/>
                  <a:gd name="T32" fmla="*/ 5 w 14"/>
                  <a:gd name="T33" fmla="*/ 1 h 15"/>
                  <a:gd name="T34" fmla="*/ 7 w 14"/>
                  <a:gd name="T35" fmla="*/ 0 h 15"/>
                  <a:gd name="T36" fmla="*/ 7 w 14"/>
                  <a:gd name="T37" fmla="*/ 1 h 15"/>
                  <a:gd name="T38" fmla="*/ 9 w 14"/>
                  <a:gd name="T39" fmla="*/ 1 h 15"/>
                  <a:gd name="T40" fmla="*/ 10 w 14"/>
                  <a:gd name="T41" fmla="*/ 1 h 15"/>
                  <a:gd name="T42" fmla="*/ 10 w 14"/>
                  <a:gd name="T43" fmla="*/ 2 h 15"/>
                  <a:gd name="T44" fmla="*/ 11 w 14"/>
                  <a:gd name="T45" fmla="*/ 3 h 15"/>
                  <a:gd name="T46" fmla="*/ 11 w 14"/>
                  <a:gd name="T47" fmla="*/ 4 h 15"/>
                  <a:gd name="T48" fmla="*/ 11 w 14"/>
                  <a:gd name="T49" fmla="*/ 5 h 15"/>
                  <a:gd name="T50" fmla="*/ 13 w 14"/>
                  <a:gd name="T51" fmla="*/ 7 h 15"/>
                  <a:gd name="T52" fmla="*/ 11 w 14"/>
                  <a:gd name="T53" fmla="*/ 9 h 15"/>
                  <a:gd name="T54" fmla="*/ 11 w 14"/>
                  <a:gd name="T55" fmla="*/ 10 h 15"/>
                  <a:gd name="T56" fmla="*/ 11 w 14"/>
                  <a:gd name="T57" fmla="*/ 11 h 15"/>
                  <a:gd name="T58" fmla="*/ 10 w 14"/>
                  <a:gd name="T59" fmla="*/ 12 h 15"/>
                  <a:gd name="T60" fmla="*/ 10 w 14"/>
                  <a:gd name="T61" fmla="*/ 14 h 15"/>
                  <a:gd name="T62" fmla="*/ 9 w 14"/>
                  <a:gd name="T63" fmla="*/ 14 h 15"/>
                  <a:gd name="T64" fmla="*/ 7 w 14"/>
                  <a:gd name="T65"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 h="15">
                    <a:moveTo>
                      <a:pt x="7" y="14"/>
                    </a:moveTo>
                    <a:lnTo>
                      <a:pt x="5" y="14"/>
                    </a:lnTo>
                    <a:lnTo>
                      <a:pt x="3" y="14"/>
                    </a:lnTo>
                    <a:lnTo>
                      <a:pt x="2" y="14"/>
                    </a:lnTo>
                    <a:lnTo>
                      <a:pt x="2" y="12"/>
                    </a:lnTo>
                    <a:lnTo>
                      <a:pt x="1" y="11"/>
                    </a:lnTo>
                    <a:lnTo>
                      <a:pt x="0" y="11"/>
                    </a:lnTo>
                    <a:lnTo>
                      <a:pt x="0" y="10"/>
                    </a:lnTo>
                    <a:lnTo>
                      <a:pt x="0" y="9"/>
                    </a:lnTo>
                    <a:lnTo>
                      <a:pt x="0" y="7"/>
                    </a:lnTo>
                    <a:lnTo>
                      <a:pt x="0" y="5"/>
                    </a:lnTo>
                    <a:lnTo>
                      <a:pt x="0" y="4"/>
                    </a:lnTo>
                    <a:lnTo>
                      <a:pt x="1" y="3"/>
                    </a:lnTo>
                    <a:lnTo>
                      <a:pt x="2" y="2"/>
                    </a:lnTo>
                    <a:lnTo>
                      <a:pt x="2" y="1"/>
                    </a:lnTo>
                    <a:lnTo>
                      <a:pt x="3" y="1"/>
                    </a:lnTo>
                    <a:lnTo>
                      <a:pt x="5" y="1"/>
                    </a:lnTo>
                    <a:lnTo>
                      <a:pt x="7" y="0"/>
                    </a:lnTo>
                    <a:lnTo>
                      <a:pt x="7" y="1"/>
                    </a:lnTo>
                    <a:lnTo>
                      <a:pt x="9" y="1"/>
                    </a:lnTo>
                    <a:lnTo>
                      <a:pt x="10" y="1"/>
                    </a:lnTo>
                    <a:lnTo>
                      <a:pt x="10" y="2"/>
                    </a:lnTo>
                    <a:lnTo>
                      <a:pt x="11" y="3"/>
                    </a:lnTo>
                    <a:lnTo>
                      <a:pt x="11" y="4"/>
                    </a:lnTo>
                    <a:lnTo>
                      <a:pt x="11" y="5"/>
                    </a:lnTo>
                    <a:lnTo>
                      <a:pt x="13" y="7"/>
                    </a:lnTo>
                    <a:lnTo>
                      <a:pt x="11" y="9"/>
                    </a:lnTo>
                    <a:lnTo>
                      <a:pt x="11" y="10"/>
                    </a:lnTo>
                    <a:lnTo>
                      <a:pt x="11" y="11"/>
                    </a:lnTo>
                    <a:lnTo>
                      <a:pt x="10" y="12"/>
                    </a:lnTo>
                    <a:lnTo>
                      <a:pt x="10" y="14"/>
                    </a:lnTo>
                    <a:lnTo>
                      <a:pt x="9" y="14"/>
                    </a:lnTo>
                    <a:lnTo>
                      <a:pt x="7" y="14"/>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99" name="Freeform 142">
                <a:extLst>
                  <a:ext uri="{FF2B5EF4-FFF2-40B4-BE49-F238E27FC236}">
                    <a16:creationId xmlns:a16="http://schemas.microsoft.com/office/drawing/2014/main" id="{4B20420E-7887-4C5F-A903-08BD3856B904}"/>
                  </a:ext>
                </a:extLst>
              </p:cNvPr>
              <p:cNvSpPr>
                <a:spLocks/>
              </p:cNvSpPr>
              <p:nvPr/>
            </p:nvSpPr>
            <p:spPr bwMode="auto">
              <a:xfrm>
                <a:off x="9066422" y="4298700"/>
                <a:ext cx="33022" cy="28313"/>
              </a:xfrm>
              <a:custGeom>
                <a:avLst/>
                <a:gdLst>
                  <a:gd name="T0" fmla="*/ 9 w 19"/>
                  <a:gd name="T1" fmla="*/ 14 h 15"/>
                  <a:gd name="T2" fmla="*/ 8 w 19"/>
                  <a:gd name="T3" fmla="*/ 14 h 15"/>
                  <a:gd name="T4" fmla="*/ 6 w 19"/>
                  <a:gd name="T5" fmla="*/ 14 h 15"/>
                  <a:gd name="T6" fmla="*/ 5 w 19"/>
                  <a:gd name="T7" fmla="*/ 14 h 15"/>
                  <a:gd name="T8" fmla="*/ 4 w 19"/>
                  <a:gd name="T9" fmla="*/ 14 h 15"/>
                  <a:gd name="T10" fmla="*/ 3 w 19"/>
                  <a:gd name="T11" fmla="*/ 12 h 15"/>
                  <a:gd name="T12" fmla="*/ 2 w 19"/>
                  <a:gd name="T13" fmla="*/ 12 h 15"/>
                  <a:gd name="T14" fmla="*/ 1 w 19"/>
                  <a:gd name="T15" fmla="*/ 12 h 15"/>
                  <a:gd name="T16" fmla="*/ 0 w 19"/>
                  <a:gd name="T17" fmla="*/ 12 h 15"/>
                  <a:gd name="T18" fmla="*/ 0 w 19"/>
                  <a:gd name="T19" fmla="*/ 11 h 15"/>
                  <a:gd name="T20" fmla="*/ 0 w 19"/>
                  <a:gd name="T21" fmla="*/ 9 h 15"/>
                  <a:gd name="T22" fmla="*/ 0 w 19"/>
                  <a:gd name="T23" fmla="*/ 7 h 15"/>
                  <a:gd name="T24" fmla="*/ 0 w 19"/>
                  <a:gd name="T25" fmla="*/ 6 h 15"/>
                  <a:gd name="T26" fmla="*/ 0 w 19"/>
                  <a:gd name="T27" fmla="*/ 4 h 15"/>
                  <a:gd name="T28" fmla="*/ 1 w 19"/>
                  <a:gd name="T29" fmla="*/ 4 h 15"/>
                  <a:gd name="T30" fmla="*/ 2 w 19"/>
                  <a:gd name="T31" fmla="*/ 3 h 15"/>
                  <a:gd name="T32" fmla="*/ 3 w 19"/>
                  <a:gd name="T33" fmla="*/ 3 h 15"/>
                  <a:gd name="T34" fmla="*/ 4 w 19"/>
                  <a:gd name="T35" fmla="*/ 1 h 15"/>
                  <a:gd name="T36" fmla="*/ 5 w 19"/>
                  <a:gd name="T37" fmla="*/ 1 h 15"/>
                  <a:gd name="T38" fmla="*/ 6 w 19"/>
                  <a:gd name="T39" fmla="*/ 1 h 15"/>
                  <a:gd name="T40" fmla="*/ 8 w 19"/>
                  <a:gd name="T41" fmla="*/ 1 h 15"/>
                  <a:gd name="T42" fmla="*/ 9 w 19"/>
                  <a:gd name="T43" fmla="*/ 0 h 15"/>
                  <a:gd name="T44" fmla="*/ 9 w 19"/>
                  <a:gd name="T45" fmla="*/ 1 h 15"/>
                  <a:gd name="T46" fmla="*/ 11 w 19"/>
                  <a:gd name="T47" fmla="*/ 1 h 15"/>
                  <a:gd name="T48" fmla="*/ 13 w 19"/>
                  <a:gd name="T49" fmla="*/ 1 h 15"/>
                  <a:gd name="T50" fmla="*/ 14 w 19"/>
                  <a:gd name="T51" fmla="*/ 3 h 15"/>
                  <a:gd name="T52" fmla="*/ 15 w 19"/>
                  <a:gd name="T53" fmla="*/ 3 h 15"/>
                  <a:gd name="T54" fmla="*/ 15 w 19"/>
                  <a:gd name="T55" fmla="*/ 4 h 15"/>
                  <a:gd name="T56" fmla="*/ 16 w 19"/>
                  <a:gd name="T57" fmla="*/ 4 h 15"/>
                  <a:gd name="T58" fmla="*/ 17 w 19"/>
                  <a:gd name="T59" fmla="*/ 6 h 15"/>
                  <a:gd name="T60" fmla="*/ 17 w 19"/>
                  <a:gd name="T61" fmla="*/ 7 h 15"/>
                  <a:gd name="T62" fmla="*/ 18 w 19"/>
                  <a:gd name="T63" fmla="*/ 7 h 15"/>
                  <a:gd name="T64" fmla="*/ 17 w 19"/>
                  <a:gd name="T65" fmla="*/ 9 h 15"/>
                  <a:gd name="T66" fmla="*/ 17 w 19"/>
                  <a:gd name="T67" fmla="*/ 11 h 15"/>
                  <a:gd name="T68" fmla="*/ 16 w 19"/>
                  <a:gd name="T69" fmla="*/ 11 h 15"/>
                  <a:gd name="T70" fmla="*/ 16 w 19"/>
                  <a:gd name="T71" fmla="*/ 12 h 15"/>
                  <a:gd name="T72" fmla="*/ 15 w 19"/>
                  <a:gd name="T73" fmla="*/ 12 h 15"/>
                  <a:gd name="T74" fmla="*/ 14 w 19"/>
                  <a:gd name="T75" fmla="*/ 12 h 15"/>
                  <a:gd name="T76" fmla="*/ 13 w 19"/>
                  <a:gd name="T77" fmla="*/ 14 h 15"/>
                  <a:gd name="T78" fmla="*/ 11 w 19"/>
                  <a:gd name="T79" fmla="*/ 14 h 15"/>
                  <a:gd name="T80" fmla="*/ 9 w 19"/>
                  <a:gd name="T81"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 h="15">
                    <a:moveTo>
                      <a:pt x="9" y="14"/>
                    </a:moveTo>
                    <a:lnTo>
                      <a:pt x="8" y="14"/>
                    </a:lnTo>
                    <a:lnTo>
                      <a:pt x="6" y="14"/>
                    </a:lnTo>
                    <a:lnTo>
                      <a:pt x="5" y="14"/>
                    </a:lnTo>
                    <a:lnTo>
                      <a:pt x="4" y="14"/>
                    </a:lnTo>
                    <a:lnTo>
                      <a:pt x="3" y="12"/>
                    </a:lnTo>
                    <a:lnTo>
                      <a:pt x="2" y="12"/>
                    </a:lnTo>
                    <a:lnTo>
                      <a:pt x="1" y="12"/>
                    </a:lnTo>
                    <a:lnTo>
                      <a:pt x="0" y="12"/>
                    </a:lnTo>
                    <a:lnTo>
                      <a:pt x="0" y="11"/>
                    </a:lnTo>
                    <a:lnTo>
                      <a:pt x="0" y="9"/>
                    </a:lnTo>
                    <a:lnTo>
                      <a:pt x="0" y="7"/>
                    </a:lnTo>
                    <a:lnTo>
                      <a:pt x="0" y="6"/>
                    </a:lnTo>
                    <a:lnTo>
                      <a:pt x="0" y="4"/>
                    </a:lnTo>
                    <a:lnTo>
                      <a:pt x="1" y="4"/>
                    </a:lnTo>
                    <a:lnTo>
                      <a:pt x="2" y="3"/>
                    </a:lnTo>
                    <a:lnTo>
                      <a:pt x="3" y="3"/>
                    </a:lnTo>
                    <a:lnTo>
                      <a:pt x="4" y="1"/>
                    </a:lnTo>
                    <a:lnTo>
                      <a:pt x="5" y="1"/>
                    </a:lnTo>
                    <a:lnTo>
                      <a:pt x="6" y="1"/>
                    </a:lnTo>
                    <a:lnTo>
                      <a:pt x="8" y="1"/>
                    </a:lnTo>
                    <a:lnTo>
                      <a:pt x="9" y="0"/>
                    </a:lnTo>
                    <a:lnTo>
                      <a:pt x="9" y="1"/>
                    </a:lnTo>
                    <a:lnTo>
                      <a:pt x="11" y="1"/>
                    </a:lnTo>
                    <a:lnTo>
                      <a:pt x="13" y="1"/>
                    </a:lnTo>
                    <a:lnTo>
                      <a:pt x="14" y="3"/>
                    </a:lnTo>
                    <a:lnTo>
                      <a:pt x="15" y="3"/>
                    </a:lnTo>
                    <a:lnTo>
                      <a:pt x="15" y="4"/>
                    </a:lnTo>
                    <a:lnTo>
                      <a:pt x="16" y="4"/>
                    </a:lnTo>
                    <a:lnTo>
                      <a:pt x="17" y="6"/>
                    </a:lnTo>
                    <a:lnTo>
                      <a:pt x="17" y="7"/>
                    </a:lnTo>
                    <a:lnTo>
                      <a:pt x="18" y="7"/>
                    </a:lnTo>
                    <a:lnTo>
                      <a:pt x="17" y="9"/>
                    </a:lnTo>
                    <a:lnTo>
                      <a:pt x="17" y="11"/>
                    </a:lnTo>
                    <a:lnTo>
                      <a:pt x="16" y="11"/>
                    </a:lnTo>
                    <a:lnTo>
                      <a:pt x="16" y="12"/>
                    </a:lnTo>
                    <a:lnTo>
                      <a:pt x="15" y="12"/>
                    </a:lnTo>
                    <a:lnTo>
                      <a:pt x="14" y="12"/>
                    </a:lnTo>
                    <a:lnTo>
                      <a:pt x="13" y="14"/>
                    </a:lnTo>
                    <a:lnTo>
                      <a:pt x="11" y="14"/>
                    </a:lnTo>
                    <a:lnTo>
                      <a:pt x="9" y="14"/>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00" name="Freeform 143">
                <a:extLst>
                  <a:ext uri="{FF2B5EF4-FFF2-40B4-BE49-F238E27FC236}">
                    <a16:creationId xmlns:a16="http://schemas.microsoft.com/office/drawing/2014/main" id="{2274A8B8-013D-46F9-B4F5-7443A73140D1}"/>
                  </a:ext>
                </a:extLst>
              </p:cNvPr>
              <p:cNvSpPr>
                <a:spLocks/>
              </p:cNvSpPr>
              <p:nvPr/>
            </p:nvSpPr>
            <p:spPr bwMode="auto">
              <a:xfrm>
                <a:off x="8509763" y="4422963"/>
                <a:ext cx="240590" cy="81794"/>
              </a:xfrm>
              <a:custGeom>
                <a:avLst/>
                <a:gdLst>
                  <a:gd name="T0" fmla="*/ 19 w 135"/>
                  <a:gd name="T1" fmla="*/ 2 h 46"/>
                  <a:gd name="T2" fmla="*/ 8 w 135"/>
                  <a:gd name="T3" fmla="*/ 7 h 46"/>
                  <a:gd name="T4" fmla="*/ 0 w 135"/>
                  <a:gd name="T5" fmla="*/ 17 h 46"/>
                  <a:gd name="T6" fmla="*/ 8 w 135"/>
                  <a:gd name="T7" fmla="*/ 31 h 46"/>
                  <a:gd name="T8" fmla="*/ 35 w 135"/>
                  <a:gd name="T9" fmla="*/ 31 h 46"/>
                  <a:gd name="T10" fmla="*/ 45 w 135"/>
                  <a:gd name="T11" fmla="*/ 36 h 46"/>
                  <a:gd name="T12" fmla="*/ 68 w 135"/>
                  <a:gd name="T13" fmla="*/ 36 h 46"/>
                  <a:gd name="T14" fmla="*/ 70 w 135"/>
                  <a:gd name="T15" fmla="*/ 45 h 46"/>
                  <a:gd name="T16" fmla="*/ 112 w 135"/>
                  <a:gd name="T17" fmla="*/ 45 h 46"/>
                  <a:gd name="T18" fmla="*/ 123 w 135"/>
                  <a:gd name="T19" fmla="*/ 45 h 46"/>
                  <a:gd name="T20" fmla="*/ 133 w 135"/>
                  <a:gd name="T21" fmla="*/ 45 h 46"/>
                  <a:gd name="T22" fmla="*/ 134 w 135"/>
                  <a:gd name="T23" fmla="*/ 34 h 46"/>
                  <a:gd name="T24" fmla="*/ 121 w 135"/>
                  <a:gd name="T25" fmla="*/ 28 h 46"/>
                  <a:gd name="T26" fmla="*/ 123 w 135"/>
                  <a:gd name="T27" fmla="*/ 17 h 46"/>
                  <a:gd name="T28" fmla="*/ 110 w 135"/>
                  <a:gd name="T29" fmla="*/ 18 h 46"/>
                  <a:gd name="T30" fmla="*/ 94 w 135"/>
                  <a:gd name="T31" fmla="*/ 17 h 46"/>
                  <a:gd name="T32" fmla="*/ 82 w 135"/>
                  <a:gd name="T33" fmla="*/ 9 h 46"/>
                  <a:gd name="T34" fmla="*/ 61 w 135"/>
                  <a:gd name="T35" fmla="*/ 8 h 46"/>
                  <a:gd name="T36" fmla="*/ 40 w 135"/>
                  <a:gd name="T37" fmla="*/ 0 h 46"/>
                  <a:gd name="T38" fmla="*/ 19 w 135"/>
                  <a:gd name="T39" fmla="*/ 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5" h="46">
                    <a:moveTo>
                      <a:pt x="19" y="2"/>
                    </a:moveTo>
                    <a:lnTo>
                      <a:pt x="8" y="7"/>
                    </a:lnTo>
                    <a:lnTo>
                      <a:pt x="0" y="17"/>
                    </a:lnTo>
                    <a:lnTo>
                      <a:pt x="8" y="31"/>
                    </a:lnTo>
                    <a:lnTo>
                      <a:pt x="35" y="31"/>
                    </a:lnTo>
                    <a:lnTo>
                      <a:pt x="45" y="36"/>
                    </a:lnTo>
                    <a:lnTo>
                      <a:pt x="68" y="36"/>
                    </a:lnTo>
                    <a:lnTo>
                      <a:pt x="70" y="45"/>
                    </a:lnTo>
                    <a:lnTo>
                      <a:pt x="112" y="45"/>
                    </a:lnTo>
                    <a:lnTo>
                      <a:pt x="123" y="45"/>
                    </a:lnTo>
                    <a:lnTo>
                      <a:pt x="133" y="45"/>
                    </a:lnTo>
                    <a:lnTo>
                      <a:pt x="134" y="34"/>
                    </a:lnTo>
                    <a:lnTo>
                      <a:pt x="121" y="28"/>
                    </a:lnTo>
                    <a:lnTo>
                      <a:pt x="123" y="17"/>
                    </a:lnTo>
                    <a:lnTo>
                      <a:pt x="110" y="18"/>
                    </a:lnTo>
                    <a:lnTo>
                      <a:pt x="94" y="17"/>
                    </a:lnTo>
                    <a:lnTo>
                      <a:pt x="82" y="9"/>
                    </a:lnTo>
                    <a:lnTo>
                      <a:pt x="61" y="8"/>
                    </a:lnTo>
                    <a:lnTo>
                      <a:pt x="40" y="0"/>
                    </a:lnTo>
                    <a:lnTo>
                      <a:pt x="19" y="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01" name="Freeform 144">
                <a:extLst>
                  <a:ext uri="{FF2B5EF4-FFF2-40B4-BE49-F238E27FC236}">
                    <a16:creationId xmlns:a16="http://schemas.microsoft.com/office/drawing/2014/main" id="{EFB131BA-CD82-4E64-B911-A3329D90DE12}"/>
                  </a:ext>
                </a:extLst>
              </p:cNvPr>
              <p:cNvSpPr>
                <a:spLocks/>
              </p:cNvSpPr>
              <p:nvPr/>
            </p:nvSpPr>
            <p:spPr bwMode="auto">
              <a:xfrm>
                <a:off x="8794382" y="4495319"/>
                <a:ext cx="26732" cy="23594"/>
              </a:xfrm>
              <a:custGeom>
                <a:avLst/>
                <a:gdLst>
                  <a:gd name="T0" fmla="*/ 7 w 15"/>
                  <a:gd name="T1" fmla="*/ 12 h 13"/>
                  <a:gd name="T2" fmla="*/ 4 w 15"/>
                  <a:gd name="T3" fmla="*/ 11 h 13"/>
                  <a:gd name="T4" fmla="*/ 2 w 15"/>
                  <a:gd name="T5" fmla="*/ 11 h 13"/>
                  <a:gd name="T6" fmla="*/ 0 w 15"/>
                  <a:gd name="T7" fmla="*/ 10 h 13"/>
                  <a:gd name="T8" fmla="*/ 0 w 15"/>
                  <a:gd name="T9" fmla="*/ 8 h 13"/>
                  <a:gd name="T10" fmla="*/ 0 w 15"/>
                  <a:gd name="T11" fmla="*/ 6 h 13"/>
                  <a:gd name="T12" fmla="*/ 0 w 15"/>
                  <a:gd name="T13" fmla="*/ 5 h 13"/>
                  <a:gd name="T14" fmla="*/ 0 w 15"/>
                  <a:gd name="T15" fmla="*/ 4 h 13"/>
                  <a:gd name="T16" fmla="*/ 0 w 15"/>
                  <a:gd name="T17" fmla="*/ 3 h 13"/>
                  <a:gd name="T18" fmla="*/ 0 w 15"/>
                  <a:gd name="T19" fmla="*/ 2 h 13"/>
                  <a:gd name="T20" fmla="*/ 0 w 15"/>
                  <a:gd name="T21" fmla="*/ 1 h 13"/>
                  <a:gd name="T22" fmla="*/ 2 w 15"/>
                  <a:gd name="T23" fmla="*/ 0 h 13"/>
                  <a:gd name="T24" fmla="*/ 4 w 15"/>
                  <a:gd name="T25" fmla="*/ 0 h 13"/>
                  <a:gd name="T26" fmla="*/ 7 w 15"/>
                  <a:gd name="T27" fmla="*/ 0 h 13"/>
                  <a:gd name="T28" fmla="*/ 9 w 15"/>
                  <a:gd name="T29" fmla="*/ 0 h 13"/>
                  <a:gd name="T30" fmla="*/ 11 w 15"/>
                  <a:gd name="T31" fmla="*/ 1 h 13"/>
                  <a:gd name="T32" fmla="*/ 11 w 15"/>
                  <a:gd name="T33" fmla="*/ 2 h 13"/>
                  <a:gd name="T34" fmla="*/ 11 w 15"/>
                  <a:gd name="T35" fmla="*/ 3 h 13"/>
                  <a:gd name="T36" fmla="*/ 11 w 15"/>
                  <a:gd name="T37" fmla="*/ 4 h 13"/>
                  <a:gd name="T38" fmla="*/ 14 w 15"/>
                  <a:gd name="T39" fmla="*/ 5 h 13"/>
                  <a:gd name="T40" fmla="*/ 11 w 15"/>
                  <a:gd name="T41" fmla="*/ 5 h 13"/>
                  <a:gd name="T42" fmla="*/ 11 w 15"/>
                  <a:gd name="T43" fmla="*/ 6 h 13"/>
                  <a:gd name="T44" fmla="*/ 11 w 15"/>
                  <a:gd name="T45" fmla="*/ 8 h 13"/>
                  <a:gd name="T46" fmla="*/ 11 w 15"/>
                  <a:gd name="T47" fmla="*/ 10 h 13"/>
                  <a:gd name="T48" fmla="*/ 9 w 15"/>
                  <a:gd name="T49" fmla="*/ 11 h 13"/>
                  <a:gd name="T50" fmla="*/ 7 w 15"/>
                  <a:gd name="T51" fmla="*/ 11 h 13"/>
                  <a:gd name="T52" fmla="*/ 7 w 15"/>
                  <a:gd name="T53" fmla="*/ 1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 h="13">
                    <a:moveTo>
                      <a:pt x="7" y="12"/>
                    </a:moveTo>
                    <a:lnTo>
                      <a:pt x="4" y="11"/>
                    </a:lnTo>
                    <a:lnTo>
                      <a:pt x="2" y="11"/>
                    </a:lnTo>
                    <a:lnTo>
                      <a:pt x="0" y="10"/>
                    </a:lnTo>
                    <a:lnTo>
                      <a:pt x="0" y="8"/>
                    </a:lnTo>
                    <a:lnTo>
                      <a:pt x="0" y="6"/>
                    </a:lnTo>
                    <a:lnTo>
                      <a:pt x="0" y="5"/>
                    </a:lnTo>
                    <a:lnTo>
                      <a:pt x="0" y="4"/>
                    </a:lnTo>
                    <a:lnTo>
                      <a:pt x="0" y="3"/>
                    </a:lnTo>
                    <a:lnTo>
                      <a:pt x="0" y="2"/>
                    </a:lnTo>
                    <a:lnTo>
                      <a:pt x="0" y="1"/>
                    </a:lnTo>
                    <a:lnTo>
                      <a:pt x="2" y="0"/>
                    </a:lnTo>
                    <a:lnTo>
                      <a:pt x="4" y="0"/>
                    </a:lnTo>
                    <a:lnTo>
                      <a:pt x="7" y="0"/>
                    </a:lnTo>
                    <a:lnTo>
                      <a:pt x="9" y="0"/>
                    </a:lnTo>
                    <a:lnTo>
                      <a:pt x="11" y="1"/>
                    </a:lnTo>
                    <a:lnTo>
                      <a:pt x="11" y="2"/>
                    </a:lnTo>
                    <a:lnTo>
                      <a:pt x="11" y="3"/>
                    </a:lnTo>
                    <a:lnTo>
                      <a:pt x="11" y="4"/>
                    </a:lnTo>
                    <a:lnTo>
                      <a:pt x="14" y="5"/>
                    </a:lnTo>
                    <a:lnTo>
                      <a:pt x="11" y="5"/>
                    </a:lnTo>
                    <a:lnTo>
                      <a:pt x="11" y="6"/>
                    </a:lnTo>
                    <a:lnTo>
                      <a:pt x="11" y="8"/>
                    </a:lnTo>
                    <a:lnTo>
                      <a:pt x="11" y="10"/>
                    </a:lnTo>
                    <a:lnTo>
                      <a:pt x="9" y="11"/>
                    </a:lnTo>
                    <a:lnTo>
                      <a:pt x="7" y="11"/>
                    </a:lnTo>
                    <a:lnTo>
                      <a:pt x="7" y="1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02" name="Freeform 145">
                <a:extLst>
                  <a:ext uri="{FF2B5EF4-FFF2-40B4-BE49-F238E27FC236}">
                    <a16:creationId xmlns:a16="http://schemas.microsoft.com/office/drawing/2014/main" id="{FCD6B388-FC68-4F51-9CFC-6EFE7E12B409}"/>
                  </a:ext>
                </a:extLst>
              </p:cNvPr>
              <p:cNvSpPr>
                <a:spLocks/>
              </p:cNvSpPr>
              <p:nvPr/>
            </p:nvSpPr>
            <p:spPr bwMode="auto">
              <a:xfrm>
                <a:off x="8880869" y="4498465"/>
                <a:ext cx="58182" cy="25167"/>
              </a:xfrm>
              <a:custGeom>
                <a:avLst/>
                <a:gdLst>
                  <a:gd name="T0" fmla="*/ 0 w 33"/>
                  <a:gd name="T1" fmla="*/ 2 h 15"/>
                  <a:gd name="T2" fmla="*/ 17 w 33"/>
                  <a:gd name="T3" fmla="*/ 0 h 15"/>
                  <a:gd name="T4" fmla="*/ 32 w 33"/>
                  <a:gd name="T5" fmla="*/ 6 h 15"/>
                  <a:gd name="T6" fmla="*/ 21 w 33"/>
                  <a:gd name="T7" fmla="*/ 14 h 15"/>
                  <a:gd name="T8" fmla="*/ 3 w 33"/>
                  <a:gd name="T9" fmla="*/ 11 h 15"/>
                  <a:gd name="T10" fmla="*/ 0 w 33"/>
                  <a:gd name="T11" fmla="*/ 2 h 15"/>
                </a:gdLst>
                <a:ahLst/>
                <a:cxnLst>
                  <a:cxn ang="0">
                    <a:pos x="T0" y="T1"/>
                  </a:cxn>
                  <a:cxn ang="0">
                    <a:pos x="T2" y="T3"/>
                  </a:cxn>
                  <a:cxn ang="0">
                    <a:pos x="T4" y="T5"/>
                  </a:cxn>
                  <a:cxn ang="0">
                    <a:pos x="T6" y="T7"/>
                  </a:cxn>
                  <a:cxn ang="0">
                    <a:pos x="T8" y="T9"/>
                  </a:cxn>
                  <a:cxn ang="0">
                    <a:pos x="T10" y="T11"/>
                  </a:cxn>
                </a:cxnLst>
                <a:rect l="0" t="0" r="r" b="b"/>
                <a:pathLst>
                  <a:path w="33" h="15">
                    <a:moveTo>
                      <a:pt x="0" y="2"/>
                    </a:moveTo>
                    <a:lnTo>
                      <a:pt x="17" y="0"/>
                    </a:lnTo>
                    <a:lnTo>
                      <a:pt x="32" y="6"/>
                    </a:lnTo>
                    <a:lnTo>
                      <a:pt x="21" y="14"/>
                    </a:lnTo>
                    <a:lnTo>
                      <a:pt x="3" y="11"/>
                    </a:lnTo>
                    <a:lnTo>
                      <a:pt x="0" y="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03" name="Freeform 146">
                <a:extLst>
                  <a:ext uri="{FF2B5EF4-FFF2-40B4-BE49-F238E27FC236}">
                    <a16:creationId xmlns:a16="http://schemas.microsoft.com/office/drawing/2014/main" id="{5AB451E0-28D3-41D4-91C4-428441220293}"/>
                  </a:ext>
                </a:extLst>
              </p:cNvPr>
              <p:cNvSpPr>
                <a:spLocks/>
              </p:cNvSpPr>
              <p:nvPr/>
            </p:nvSpPr>
            <p:spPr bwMode="auto">
              <a:xfrm>
                <a:off x="8956348" y="4531497"/>
                <a:ext cx="31450" cy="28313"/>
              </a:xfrm>
              <a:custGeom>
                <a:avLst/>
                <a:gdLst>
                  <a:gd name="T0" fmla="*/ 16 w 17"/>
                  <a:gd name="T1" fmla="*/ 0 h 15"/>
                  <a:gd name="T2" fmla="*/ 6 w 17"/>
                  <a:gd name="T3" fmla="*/ 2 h 15"/>
                  <a:gd name="T4" fmla="*/ 0 w 17"/>
                  <a:gd name="T5" fmla="*/ 14 h 15"/>
                  <a:gd name="T6" fmla="*/ 8 w 17"/>
                  <a:gd name="T7" fmla="*/ 14 h 15"/>
                  <a:gd name="T8" fmla="*/ 16 w 17"/>
                  <a:gd name="T9" fmla="*/ 5 h 15"/>
                  <a:gd name="T10" fmla="*/ 16 w 17"/>
                  <a:gd name="T11" fmla="*/ 0 h 15"/>
                </a:gdLst>
                <a:ahLst/>
                <a:cxnLst>
                  <a:cxn ang="0">
                    <a:pos x="T0" y="T1"/>
                  </a:cxn>
                  <a:cxn ang="0">
                    <a:pos x="T2" y="T3"/>
                  </a:cxn>
                  <a:cxn ang="0">
                    <a:pos x="T4" y="T5"/>
                  </a:cxn>
                  <a:cxn ang="0">
                    <a:pos x="T6" y="T7"/>
                  </a:cxn>
                  <a:cxn ang="0">
                    <a:pos x="T8" y="T9"/>
                  </a:cxn>
                  <a:cxn ang="0">
                    <a:pos x="T10" y="T11"/>
                  </a:cxn>
                </a:cxnLst>
                <a:rect l="0" t="0" r="r" b="b"/>
                <a:pathLst>
                  <a:path w="17" h="15">
                    <a:moveTo>
                      <a:pt x="16" y="0"/>
                    </a:moveTo>
                    <a:lnTo>
                      <a:pt x="6" y="2"/>
                    </a:lnTo>
                    <a:lnTo>
                      <a:pt x="0" y="14"/>
                    </a:lnTo>
                    <a:lnTo>
                      <a:pt x="8" y="14"/>
                    </a:lnTo>
                    <a:lnTo>
                      <a:pt x="16" y="5"/>
                    </a:lnTo>
                    <a:lnTo>
                      <a:pt x="16"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04" name="Freeform 147">
                <a:extLst>
                  <a:ext uri="{FF2B5EF4-FFF2-40B4-BE49-F238E27FC236}">
                    <a16:creationId xmlns:a16="http://schemas.microsoft.com/office/drawing/2014/main" id="{E8874DCC-561E-4A20-AB2B-FE4B6B3ED27C}"/>
                  </a:ext>
                </a:extLst>
              </p:cNvPr>
              <p:cNvSpPr>
                <a:spLocks/>
              </p:cNvSpPr>
              <p:nvPr/>
            </p:nvSpPr>
            <p:spPr bwMode="auto">
              <a:xfrm>
                <a:off x="8838412" y="4202750"/>
                <a:ext cx="169828" cy="220213"/>
              </a:xfrm>
              <a:custGeom>
                <a:avLst/>
                <a:gdLst>
                  <a:gd name="T0" fmla="*/ 24 w 97"/>
                  <a:gd name="T1" fmla="*/ 17 h 124"/>
                  <a:gd name="T2" fmla="*/ 21 w 97"/>
                  <a:gd name="T3" fmla="*/ 36 h 124"/>
                  <a:gd name="T4" fmla="*/ 14 w 97"/>
                  <a:gd name="T5" fmla="*/ 46 h 124"/>
                  <a:gd name="T6" fmla="*/ 11 w 97"/>
                  <a:gd name="T7" fmla="*/ 60 h 124"/>
                  <a:gd name="T8" fmla="*/ 0 w 97"/>
                  <a:gd name="T9" fmla="*/ 68 h 124"/>
                  <a:gd name="T10" fmla="*/ 0 w 97"/>
                  <a:gd name="T11" fmla="*/ 94 h 124"/>
                  <a:gd name="T12" fmla="*/ 13 w 97"/>
                  <a:gd name="T13" fmla="*/ 100 h 124"/>
                  <a:gd name="T14" fmla="*/ 15 w 97"/>
                  <a:gd name="T15" fmla="*/ 118 h 124"/>
                  <a:gd name="T16" fmla="*/ 27 w 97"/>
                  <a:gd name="T17" fmla="*/ 120 h 124"/>
                  <a:gd name="T18" fmla="*/ 32 w 97"/>
                  <a:gd name="T19" fmla="*/ 92 h 124"/>
                  <a:gd name="T20" fmla="*/ 42 w 97"/>
                  <a:gd name="T21" fmla="*/ 89 h 124"/>
                  <a:gd name="T22" fmla="*/ 42 w 97"/>
                  <a:gd name="T23" fmla="*/ 112 h 124"/>
                  <a:gd name="T24" fmla="*/ 53 w 97"/>
                  <a:gd name="T25" fmla="*/ 115 h 124"/>
                  <a:gd name="T26" fmla="*/ 56 w 97"/>
                  <a:gd name="T27" fmla="*/ 123 h 124"/>
                  <a:gd name="T28" fmla="*/ 69 w 97"/>
                  <a:gd name="T29" fmla="*/ 120 h 124"/>
                  <a:gd name="T30" fmla="*/ 68 w 97"/>
                  <a:gd name="T31" fmla="*/ 104 h 124"/>
                  <a:gd name="T32" fmla="*/ 49 w 97"/>
                  <a:gd name="T33" fmla="*/ 72 h 124"/>
                  <a:gd name="T34" fmla="*/ 59 w 97"/>
                  <a:gd name="T35" fmla="*/ 64 h 124"/>
                  <a:gd name="T36" fmla="*/ 68 w 97"/>
                  <a:gd name="T37" fmla="*/ 48 h 124"/>
                  <a:gd name="T38" fmla="*/ 61 w 97"/>
                  <a:gd name="T39" fmla="*/ 42 h 124"/>
                  <a:gd name="T40" fmla="*/ 51 w 97"/>
                  <a:gd name="T41" fmla="*/ 47 h 124"/>
                  <a:gd name="T42" fmla="*/ 42 w 97"/>
                  <a:gd name="T43" fmla="*/ 52 h 124"/>
                  <a:gd name="T44" fmla="*/ 35 w 97"/>
                  <a:gd name="T45" fmla="*/ 33 h 124"/>
                  <a:gd name="T46" fmla="*/ 32 w 97"/>
                  <a:gd name="T47" fmla="*/ 15 h 124"/>
                  <a:gd name="T48" fmla="*/ 40 w 97"/>
                  <a:gd name="T49" fmla="*/ 18 h 124"/>
                  <a:gd name="T50" fmla="*/ 49 w 97"/>
                  <a:gd name="T51" fmla="*/ 25 h 124"/>
                  <a:gd name="T52" fmla="*/ 64 w 97"/>
                  <a:gd name="T53" fmla="*/ 21 h 124"/>
                  <a:gd name="T54" fmla="*/ 71 w 97"/>
                  <a:gd name="T55" fmla="*/ 26 h 124"/>
                  <a:gd name="T56" fmla="*/ 88 w 97"/>
                  <a:gd name="T57" fmla="*/ 21 h 124"/>
                  <a:gd name="T58" fmla="*/ 96 w 97"/>
                  <a:gd name="T59" fmla="*/ 17 h 124"/>
                  <a:gd name="T60" fmla="*/ 93 w 97"/>
                  <a:gd name="T61" fmla="*/ 0 h 124"/>
                  <a:gd name="T62" fmla="*/ 83 w 97"/>
                  <a:gd name="T63" fmla="*/ 0 h 124"/>
                  <a:gd name="T64" fmla="*/ 77 w 97"/>
                  <a:gd name="T65" fmla="*/ 12 h 124"/>
                  <a:gd name="T66" fmla="*/ 45 w 97"/>
                  <a:gd name="T67" fmla="*/ 9 h 124"/>
                  <a:gd name="T68" fmla="*/ 26 w 97"/>
                  <a:gd name="T69" fmla="*/ 10 h 124"/>
                  <a:gd name="T70" fmla="*/ 24 w 97"/>
                  <a:gd name="T71" fmla="*/ 17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7" h="124">
                    <a:moveTo>
                      <a:pt x="24" y="17"/>
                    </a:moveTo>
                    <a:lnTo>
                      <a:pt x="21" y="36"/>
                    </a:lnTo>
                    <a:lnTo>
                      <a:pt x="14" y="46"/>
                    </a:lnTo>
                    <a:lnTo>
                      <a:pt x="11" y="60"/>
                    </a:lnTo>
                    <a:lnTo>
                      <a:pt x="0" y="68"/>
                    </a:lnTo>
                    <a:lnTo>
                      <a:pt x="0" y="94"/>
                    </a:lnTo>
                    <a:lnTo>
                      <a:pt x="13" y="100"/>
                    </a:lnTo>
                    <a:lnTo>
                      <a:pt x="15" y="118"/>
                    </a:lnTo>
                    <a:lnTo>
                      <a:pt x="27" y="120"/>
                    </a:lnTo>
                    <a:lnTo>
                      <a:pt x="32" y="92"/>
                    </a:lnTo>
                    <a:lnTo>
                      <a:pt x="42" y="89"/>
                    </a:lnTo>
                    <a:lnTo>
                      <a:pt x="42" y="112"/>
                    </a:lnTo>
                    <a:lnTo>
                      <a:pt x="53" y="115"/>
                    </a:lnTo>
                    <a:lnTo>
                      <a:pt x="56" y="123"/>
                    </a:lnTo>
                    <a:lnTo>
                      <a:pt x="69" y="120"/>
                    </a:lnTo>
                    <a:lnTo>
                      <a:pt x="68" y="104"/>
                    </a:lnTo>
                    <a:lnTo>
                      <a:pt x="49" y="72"/>
                    </a:lnTo>
                    <a:lnTo>
                      <a:pt x="59" y="64"/>
                    </a:lnTo>
                    <a:lnTo>
                      <a:pt x="68" y="48"/>
                    </a:lnTo>
                    <a:lnTo>
                      <a:pt x="61" y="42"/>
                    </a:lnTo>
                    <a:lnTo>
                      <a:pt x="51" y="47"/>
                    </a:lnTo>
                    <a:lnTo>
                      <a:pt x="42" y="52"/>
                    </a:lnTo>
                    <a:lnTo>
                      <a:pt x="35" y="33"/>
                    </a:lnTo>
                    <a:lnTo>
                      <a:pt x="32" y="15"/>
                    </a:lnTo>
                    <a:lnTo>
                      <a:pt x="40" y="18"/>
                    </a:lnTo>
                    <a:lnTo>
                      <a:pt x="49" y="25"/>
                    </a:lnTo>
                    <a:lnTo>
                      <a:pt x="64" y="21"/>
                    </a:lnTo>
                    <a:lnTo>
                      <a:pt x="71" y="26"/>
                    </a:lnTo>
                    <a:lnTo>
                      <a:pt x="88" y="21"/>
                    </a:lnTo>
                    <a:lnTo>
                      <a:pt x="96" y="17"/>
                    </a:lnTo>
                    <a:lnTo>
                      <a:pt x="93" y="0"/>
                    </a:lnTo>
                    <a:lnTo>
                      <a:pt x="83" y="0"/>
                    </a:lnTo>
                    <a:lnTo>
                      <a:pt x="77" y="12"/>
                    </a:lnTo>
                    <a:lnTo>
                      <a:pt x="45" y="9"/>
                    </a:lnTo>
                    <a:lnTo>
                      <a:pt x="26" y="10"/>
                    </a:lnTo>
                    <a:lnTo>
                      <a:pt x="24" y="17"/>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05" name="Freeform 148">
                <a:extLst>
                  <a:ext uri="{FF2B5EF4-FFF2-40B4-BE49-F238E27FC236}">
                    <a16:creationId xmlns:a16="http://schemas.microsoft.com/office/drawing/2014/main" id="{B9A4D521-472A-4CD5-B7BC-62F3AF84602F}"/>
                  </a:ext>
                </a:extLst>
              </p:cNvPr>
              <p:cNvSpPr>
                <a:spLocks/>
              </p:cNvSpPr>
              <p:nvPr/>
            </p:nvSpPr>
            <p:spPr bwMode="auto">
              <a:xfrm>
                <a:off x="8404406" y="3833106"/>
                <a:ext cx="144669" cy="125836"/>
              </a:xfrm>
              <a:custGeom>
                <a:avLst/>
                <a:gdLst>
                  <a:gd name="T0" fmla="*/ 34 w 83"/>
                  <a:gd name="T1" fmla="*/ 60 h 71"/>
                  <a:gd name="T2" fmla="*/ 15 w 83"/>
                  <a:gd name="T3" fmla="*/ 64 h 71"/>
                  <a:gd name="T4" fmla="*/ 13 w 83"/>
                  <a:gd name="T5" fmla="*/ 41 h 71"/>
                  <a:gd name="T6" fmla="*/ 0 w 83"/>
                  <a:gd name="T7" fmla="*/ 30 h 71"/>
                  <a:gd name="T8" fmla="*/ 6 w 83"/>
                  <a:gd name="T9" fmla="*/ 13 h 71"/>
                  <a:gd name="T10" fmla="*/ 21 w 83"/>
                  <a:gd name="T11" fmla="*/ 0 h 71"/>
                  <a:gd name="T12" fmla="*/ 34 w 83"/>
                  <a:gd name="T13" fmla="*/ 8 h 71"/>
                  <a:gd name="T14" fmla="*/ 50 w 83"/>
                  <a:gd name="T15" fmla="*/ 6 h 71"/>
                  <a:gd name="T16" fmla="*/ 60 w 83"/>
                  <a:gd name="T17" fmla="*/ 17 h 71"/>
                  <a:gd name="T18" fmla="*/ 74 w 83"/>
                  <a:gd name="T19" fmla="*/ 6 h 71"/>
                  <a:gd name="T20" fmla="*/ 80 w 83"/>
                  <a:gd name="T21" fmla="*/ 11 h 71"/>
                  <a:gd name="T22" fmla="*/ 82 w 83"/>
                  <a:gd name="T23" fmla="*/ 38 h 71"/>
                  <a:gd name="T24" fmla="*/ 73 w 83"/>
                  <a:gd name="T25" fmla="*/ 46 h 71"/>
                  <a:gd name="T26" fmla="*/ 58 w 83"/>
                  <a:gd name="T27" fmla="*/ 60 h 71"/>
                  <a:gd name="T28" fmla="*/ 44 w 83"/>
                  <a:gd name="T29" fmla="*/ 70 h 71"/>
                  <a:gd name="T30" fmla="*/ 34 w 83"/>
                  <a:gd name="T31" fmla="*/ 6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3" h="71">
                    <a:moveTo>
                      <a:pt x="34" y="60"/>
                    </a:moveTo>
                    <a:lnTo>
                      <a:pt x="15" y="64"/>
                    </a:lnTo>
                    <a:lnTo>
                      <a:pt x="13" y="41"/>
                    </a:lnTo>
                    <a:lnTo>
                      <a:pt x="0" y="30"/>
                    </a:lnTo>
                    <a:lnTo>
                      <a:pt x="6" y="13"/>
                    </a:lnTo>
                    <a:lnTo>
                      <a:pt x="21" y="0"/>
                    </a:lnTo>
                    <a:lnTo>
                      <a:pt x="34" y="8"/>
                    </a:lnTo>
                    <a:lnTo>
                      <a:pt x="50" y="6"/>
                    </a:lnTo>
                    <a:lnTo>
                      <a:pt x="60" y="17"/>
                    </a:lnTo>
                    <a:lnTo>
                      <a:pt x="74" y="6"/>
                    </a:lnTo>
                    <a:lnTo>
                      <a:pt x="80" y="11"/>
                    </a:lnTo>
                    <a:lnTo>
                      <a:pt x="82" y="38"/>
                    </a:lnTo>
                    <a:lnTo>
                      <a:pt x="73" y="46"/>
                    </a:lnTo>
                    <a:lnTo>
                      <a:pt x="58" y="60"/>
                    </a:lnTo>
                    <a:lnTo>
                      <a:pt x="44" y="70"/>
                    </a:lnTo>
                    <a:lnTo>
                      <a:pt x="34" y="6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06" name="Freeform 149">
                <a:extLst>
                  <a:ext uri="{FF2B5EF4-FFF2-40B4-BE49-F238E27FC236}">
                    <a16:creationId xmlns:a16="http://schemas.microsoft.com/office/drawing/2014/main" id="{50035C23-6E32-41A1-B915-C4FC71F8F228}"/>
                  </a:ext>
                </a:extLst>
              </p:cNvPr>
              <p:cNvSpPr>
                <a:spLocks/>
              </p:cNvSpPr>
              <p:nvPr/>
            </p:nvSpPr>
            <p:spPr bwMode="auto">
              <a:xfrm>
                <a:off x="8346224" y="3598736"/>
                <a:ext cx="187126" cy="267402"/>
              </a:xfrm>
              <a:custGeom>
                <a:avLst/>
                <a:gdLst>
                  <a:gd name="T0" fmla="*/ 0 w 106"/>
                  <a:gd name="T1" fmla="*/ 23 h 152"/>
                  <a:gd name="T2" fmla="*/ 3 w 106"/>
                  <a:gd name="T3" fmla="*/ 36 h 152"/>
                  <a:gd name="T4" fmla="*/ 6 w 106"/>
                  <a:gd name="T5" fmla="*/ 50 h 152"/>
                  <a:gd name="T6" fmla="*/ 13 w 106"/>
                  <a:gd name="T7" fmla="*/ 57 h 152"/>
                  <a:gd name="T8" fmla="*/ 24 w 106"/>
                  <a:gd name="T9" fmla="*/ 61 h 152"/>
                  <a:gd name="T10" fmla="*/ 38 w 106"/>
                  <a:gd name="T11" fmla="*/ 81 h 152"/>
                  <a:gd name="T12" fmla="*/ 50 w 106"/>
                  <a:gd name="T13" fmla="*/ 71 h 152"/>
                  <a:gd name="T14" fmla="*/ 60 w 106"/>
                  <a:gd name="T15" fmla="*/ 84 h 152"/>
                  <a:gd name="T16" fmla="*/ 68 w 106"/>
                  <a:gd name="T17" fmla="*/ 103 h 152"/>
                  <a:gd name="T18" fmla="*/ 73 w 106"/>
                  <a:gd name="T19" fmla="*/ 114 h 152"/>
                  <a:gd name="T20" fmla="*/ 81 w 106"/>
                  <a:gd name="T21" fmla="*/ 116 h 152"/>
                  <a:gd name="T22" fmla="*/ 81 w 106"/>
                  <a:gd name="T23" fmla="*/ 140 h 152"/>
                  <a:gd name="T24" fmla="*/ 91 w 106"/>
                  <a:gd name="T25" fmla="*/ 151 h 152"/>
                  <a:gd name="T26" fmla="*/ 105 w 106"/>
                  <a:gd name="T27" fmla="*/ 140 h 152"/>
                  <a:gd name="T28" fmla="*/ 105 w 106"/>
                  <a:gd name="T29" fmla="*/ 111 h 152"/>
                  <a:gd name="T30" fmla="*/ 92 w 106"/>
                  <a:gd name="T31" fmla="*/ 102 h 152"/>
                  <a:gd name="T32" fmla="*/ 71 w 106"/>
                  <a:gd name="T33" fmla="*/ 69 h 152"/>
                  <a:gd name="T34" fmla="*/ 60 w 106"/>
                  <a:gd name="T35" fmla="*/ 58 h 152"/>
                  <a:gd name="T36" fmla="*/ 65 w 106"/>
                  <a:gd name="T37" fmla="*/ 42 h 152"/>
                  <a:gd name="T38" fmla="*/ 62 w 106"/>
                  <a:gd name="T39" fmla="*/ 32 h 152"/>
                  <a:gd name="T40" fmla="*/ 37 w 106"/>
                  <a:gd name="T41" fmla="*/ 23 h 152"/>
                  <a:gd name="T42" fmla="*/ 29 w 106"/>
                  <a:gd name="T43" fmla="*/ 0 h 152"/>
                  <a:gd name="T44" fmla="*/ 18 w 106"/>
                  <a:gd name="T45" fmla="*/ 6 h 152"/>
                  <a:gd name="T46" fmla="*/ 19 w 106"/>
                  <a:gd name="T47" fmla="*/ 20 h 152"/>
                  <a:gd name="T48" fmla="*/ 0 w 106"/>
                  <a:gd name="T49" fmla="*/ 23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6" h="152">
                    <a:moveTo>
                      <a:pt x="0" y="23"/>
                    </a:moveTo>
                    <a:lnTo>
                      <a:pt x="3" y="36"/>
                    </a:lnTo>
                    <a:lnTo>
                      <a:pt x="6" y="50"/>
                    </a:lnTo>
                    <a:lnTo>
                      <a:pt x="13" y="57"/>
                    </a:lnTo>
                    <a:lnTo>
                      <a:pt x="24" y="61"/>
                    </a:lnTo>
                    <a:lnTo>
                      <a:pt x="38" y="81"/>
                    </a:lnTo>
                    <a:lnTo>
                      <a:pt x="50" y="71"/>
                    </a:lnTo>
                    <a:lnTo>
                      <a:pt x="60" y="84"/>
                    </a:lnTo>
                    <a:lnTo>
                      <a:pt x="68" y="103"/>
                    </a:lnTo>
                    <a:lnTo>
                      <a:pt x="73" y="114"/>
                    </a:lnTo>
                    <a:lnTo>
                      <a:pt x="81" y="116"/>
                    </a:lnTo>
                    <a:lnTo>
                      <a:pt x="81" y="140"/>
                    </a:lnTo>
                    <a:lnTo>
                      <a:pt x="91" y="151"/>
                    </a:lnTo>
                    <a:lnTo>
                      <a:pt x="105" y="140"/>
                    </a:lnTo>
                    <a:lnTo>
                      <a:pt x="105" y="111"/>
                    </a:lnTo>
                    <a:lnTo>
                      <a:pt x="92" y="102"/>
                    </a:lnTo>
                    <a:lnTo>
                      <a:pt x="71" y="69"/>
                    </a:lnTo>
                    <a:lnTo>
                      <a:pt x="60" y="58"/>
                    </a:lnTo>
                    <a:lnTo>
                      <a:pt x="65" y="42"/>
                    </a:lnTo>
                    <a:lnTo>
                      <a:pt x="62" y="32"/>
                    </a:lnTo>
                    <a:lnTo>
                      <a:pt x="37" y="23"/>
                    </a:lnTo>
                    <a:lnTo>
                      <a:pt x="29" y="0"/>
                    </a:lnTo>
                    <a:lnTo>
                      <a:pt x="18" y="6"/>
                    </a:lnTo>
                    <a:lnTo>
                      <a:pt x="19" y="20"/>
                    </a:lnTo>
                    <a:lnTo>
                      <a:pt x="0" y="2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07" name="Freeform 150">
                <a:extLst>
                  <a:ext uri="{FF2B5EF4-FFF2-40B4-BE49-F238E27FC236}">
                    <a16:creationId xmlns:a16="http://schemas.microsoft.com/office/drawing/2014/main" id="{0717FDA4-C2B3-4C32-AF73-FBF99462C031}"/>
                  </a:ext>
                </a:extLst>
              </p:cNvPr>
              <p:cNvSpPr>
                <a:spLocks/>
              </p:cNvSpPr>
              <p:nvPr/>
            </p:nvSpPr>
            <p:spPr bwMode="auto">
              <a:xfrm>
                <a:off x="9055415" y="4174437"/>
                <a:ext cx="45602" cy="94377"/>
              </a:xfrm>
              <a:custGeom>
                <a:avLst/>
                <a:gdLst>
                  <a:gd name="T0" fmla="*/ 13 w 26"/>
                  <a:gd name="T1" fmla="*/ 21 h 54"/>
                  <a:gd name="T2" fmla="*/ 0 w 26"/>
                  <a:gd name="T3" fmla="*/ 27 h 54"/>
                  <a:gd name="T4" fmla="*/ 4 w 26"/>
                  <a:gd name="T5" fmla="*/ 43 h 54"/>
                  <a:gd name="T6" fmla="*/ 19 w 26"/>
                  <a:gd name="T7" fmla="*/ 53 h 54"/>
                  <a:gd name="T8" fmla="*/ 24 w 26"/>
                  <a:gd name="T9" fmla="*/ 32 h 54"/>
                  <a:gd name="T10" fmla="*/ 25 w 26"/>
                  <a:gd name="T11" fmla="*/ 14 h 54"/>
                  <a:gd name="T12" fmla="*/ 20 w 26"/>
                  <a:gd name="T13" fmla="*/ 0 h 54"/>
                  <a:gd name="T14" fmla="*/ 13 w 26"/>
                  <a:gd name="T15" fmla="*/ 6 h 54"/>
                  <a:gd name="T16" fmla="*/ 13 w 26"/>
                  <a:gd name="T17" fmla="*/ 2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54">
                    <a:moveTo>
                      <a:pt x="13" y="21"/>
                    </a:moveTo>
                    <a:lnTo>
                      <a:pt x="0" y="27"/>
                    </a:lnTo>
                    <a:lnTo>
                      <a:pt x="4" y="43"/>
                    </a:lnTo>
                    <a:lnTo>
                      <a:pt x="19" y="53"/>
                    </a:lnTo>
                    <a:lnTo>
                      <a:pt x="24" y="32"/>
                    </a:lnTo>
                    <a:lnTo>
                      <a:pt x="25" y="14"/>
                    </a:lnTo>
                    <a:lnTo>
                      <a:pt x="20" y="0"/>
                    </a:lnTo>
                    <a:lnTo>
                      <a:pt x="13" y="6"/>
                    </a:lnTo>
                    <a:lnTo>
                      <a:pt x="13" y="21"/>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08" name="Freeform 151">
                <a:extLst>
                  <a:ext uri="{FF2B5EF4-FFF2-40B4-BE49-F238E27FC236}">
                    <a16:creationId xmlns:a16="http://schemas.microsoft.com/office/drawing/2014/main" id="{B909AAD2-1261-4BD9-BA10-28F0F13499F2}"/>
                  </a:ext>
                </a:extLst>
              </p:cNvPr>
              <p:cNvSpPr>
                <a:spLocks/>
              </p:cNvSpPr>
              <p:nvPr/>
            </p:nvSpPr>
            <p:spPr bwMode="auto">
              <a:xfrm>
                <a:off x="9093154" y="4331732"/>
                <a:ext cx="62899" cy="29886"/>
              </a:xfrm>
              <a:custGeom>
                <a:avLst/>
                <a:gdLst>
                  <a:gd name="T0" fmla="*/ 4 w 35"/>
                  <a:gd name="T1" fmla="*/ 3 h 18"/>
                  <a:gd name="T2" fmla="*/ 16 w 35"/>
                  <a:gd name="T3" fmla="*/ 0 h 18"/>
                  <a:gd name="T4" fmla="*/ 27 w 35"/>
                  <a:gd name="T5" fmla="*/ 0 h 18"/>
                  <a:gd name="T6" fmla="*/ 33 w 35"/>
                  <a:gd name="T7" fmla="*/ 9 h 18"/>
                  <a:gd name="T8" fmla="*/ 34 w 35"/>
                  <a:gd name="T9" fmla="*/ 17 h 18"/>
                  <a:gd name="T10" fmla="*/ 23 w 35"/>
                  <a:gd name="T11" fmla="*/ 12 h 18"/>
                  <a:gd name="T12" fmla="*/ 12 w 35"/>
                  <a:gd name="T13" fmla="*/ 9 h 18"/>
                  <a:gd name="T14" fmla="*/ 0 w 35"/>
                  <a:gd name="T15" fmla="*/ 12 h 18"/>
                  <a:gd name="T16" fmla="*/ 4 w 35"/>
                  <a:gd name="T17"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18">
                    <a:moveTo>
                      <a:pt x="4" y="3"/>
                    </a:moveTo>
                    <a:lnTo>
                      <a:pt x="16" y="0"/>
                    </a:lnTo>
                    <a:lnTo>
                      <a:pt x="27" y="0"/>
                    </a:lnTo>
                    <a:lnTo>
                      <a:pt x="33" y="9"/>
                    </a:lnTo>
                    <a:lnTo>
                      <a:pt x="34" y="17"/>
                    </a:lnTo>
                    <a:lnTo>
                      <a:pt x="23" y="12"/>
                    </a:lnTo>
                    <a:lnTo>
                      <a:pt x="12" y="9"/>
                    </a:lnTo>
                    <a:lnTo>
                      <a:pt x="0" y="12"/>
                    </a:lnTo>
                    <a:lnTo>
                      <a:pt x="4" y="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09" name="Freeform 157">
                <a:extLst>
                  <a:ext uri="{FF2B5EF4-FFF2-40B4-BE49-F238E27FC236}">
                    <a16:creationId xmlns:a16="http://schemas.microsoft.com/office/drawing/2014/main" id="{79755153-65D7-4C0D-B6FD-D2871A9D3D29}"/>
                  </a:ext>
                </a:extLst>
              </p:cNvPr>
              <p:cNvSpPr>
                <a:spLocks/>
              </p:cNvSpPr>
              <p:nvPr/>
            </p:nvSpPr>
            <p:spPr bwMode="auto">
              <a:xfrm>
                <a:off x="6869662" y="2952252"/>
                <a:ext cx="99066" cy="138420"/>
              </a:xfrm>
              <a:custGeom>
                <a:avLst/>
                <a:gdLst>
                  <a:gd name="T0" fmla="*/ 55 w 56"/>
                  <a:gd name="T1" fmla="*/ 69 h 78"/>
                  <a:gd name="T2" fmla="*/ 44 w 56"/>
                  <a:gd name="T3" fmla="*/ 77 h 78"/>
                  <a:gd name="T4" fmla="*/ 37 w 56"/>
                  <a:gd name="T5" fmla="*/ 65 h 78"/>
                  <a:gd name="T6" fmla="*/ 24 w 56"/>
                  <a:gd name="T7" fmla="*/ 58 h 78"/>
                  <a:gd name="T8" fmla="*/ 13 w 56"/>
                  <a:gd name="T9" fmla="*/ 46 h 78"/>
                  <a:gd name="T10" fmla="*/ 0 w 56"/>
                  <a:gd name="T11" fmla="*/ 25 h 78"/>
                  <a:gd name="T12" fmla="*/ 16 w 56"/>
                  <a:gd name="T13" fmla="*/ 18 h 78"/>
                  <a:gd name="T14" fmla="*/ 25 w 56"/>
                  <a:gd name="T15" fmla="*/ 0 h 78"/>
                  <a:gd name="T16" fmla="*/ 31 w 56"/>
                  <a:gd name="T17" fmla="*/ 21 h 78"/>
                  <a:gd name="T18" fmla="*/ 42 w 56"/>
                  <a:gd name="T19" fmla="*/ 43 h 78"/>
                  <a:gd name="T20" fmla="*/ 55 w 56"/>
                  <a:gd name="T21" fmla="*/ 6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6" h="78">
                    <a:moveTo>
                      <a:pt x="55" y="69"/>
                    </a:moveTo>
                    <a:lnTo>
                      <a:pt x="44" y="77"/>
                    </a:lnTo>
                    <a:lnTo>
                      <a:pt x="37" y="65"/>
                    </a:lnTo>
                    <a:lnTo>
                      <a:pt x="24" y="58"/>
                    </a:lnTo>
                    <a:lnTo>
                      <a:pt x="13" y="46"/>
                    </a:lnTo>
                    <a:lnTo>
                      <a:pt x="0" y="25"/>
                    </a:lnTo>
                    <a:lnTo>
                      <a:pt x="16" y="18"/>
                    </a:lnTo>
                    <a:lnTo>
                      <a:pt x="25" y="0"/>
                    </a:lnTo>
                    <a:lnTo>
                      <a:pt x="31" y="21"/>
                    </a:lnTo>
                    <a:lnTo>
                      <a:pt x="42" y="43"/>
                    </a:lnTo>
                    <a:lnTo>
                      <a:pt x="55" y="69"/>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10" name="Freeform 162">
                <a:extLst>
                  <a:ext uri="{FF2B5EF4-FFF2-40B4-BE49-F238E27FC236}">
                    <a16:creationId xmlns:a16="http://schemas.microsoft.com/office/drawing/2014/main" id="{87A22950-134C-48A6-8B9F-ED51E3DDB6C6}"/>
                  </a:ext>
                </a:extLst>
              </p:cNvPr>
              <p:cNvSpPr>
                <a:spLocks/>
              </p:cNvSpPr>
              <p:nvPr/>
            </p:nvSpPr>
            <p:spPr bwMode="auto">
              <a:xfrm>
                <a:off x="7099245" y="3499640"/>
                <a:ext cx="135234" cy="94377"/>
              </a:xfrm>
              <a:custGeom>
                <a:avLst/>
                <a:gdLst>
                  <a:gd name="T0" fmla="*/ 0 w 78"/>
                  <a:gd name="T1" fmla="*/ 16 h 54"/>
                  <a:gd name="T2" fmla="*/ 12 w 78"/>
                  <a:gd name="T3" fmla="*/ 50 h 54"/>
                  <a:gd name="T4" fmla="*/ 56 w 78"/>
                  <a:gd name="T5" fmla="*/ 53 h 54"/>
                  <a:gd name="T6" fmla="*/ 77 w 78"/>
                  <a:gd name="T7" fmla="*/ 19 h 54"/>
                  <a:gd name="T8" fmla="*/ 73 w 78"/>
                  <a:gd name="T9" fmla="*/ 0 h 54"/>
                  <a:gd name="T10" fmla="*/ 61 w 78"/>
                  <a:gd name="T11" fmla="*/ 15 h 54"/>
                  <a:gd name="T12" fmla="*/ 50 w 78"/>
                  <a:gd name="T13" fmla="*/ 27 h 54"/>
                  <a:gd name="T14" fmla="*/ 26 w 78"/>
                  <a:gd name="T15" fmla="*/ 31 h 54"/>
                  <a:gd name="T16" fmla="*/ 14 w 78"/>
                  <a:gd name="T17" fmla="*/ 27 h 54"/>
                  <a:gd name="T18" fmla="*/ 0 w 78"/>
                  <a:gd name="T19" fmla="*/ 1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54">
                    <a:moveTo>
                      <a:pt x="0" y="16"/>
                    </a:moveTo>
                    <a:lnTo>
                      <a:pt x="12" y="50"/>
                    </a:lnTo>
                    <a:lnTo>
                      <a:pt x="56" y="53"/>
                    </a:lnTo>
                    <a:lnTo>
                      <a:pt x="77" y="19"/>
                    </a:lnTo>
                    <a:lnTo>
                      <a:pt x="73" y="0"/>
                    </a:lnTo>
                    <a:lnTo>
                      <a:pt x="61" y="15"/>
                    </a:lnTo>
                    <a:lnTo>
                      <a:pt x="50" y="27"/>
                    </a:lnTo>
                    <a:lnTo>
                      <a:pt x="26" y="31"/>
                    </a:lnTo>
                    <a:lnTo>
                      <a:pt x="14" y="27"/>
                    </a:lnTo>
                    <a:lnTo>
                      <a:pt x="0" y="16"/>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11" name="Freeform 171">
                <a:extLst>
                  <a:ext uri="{FF2B5EF4-FFF2-40B4-BE49-F238E27FC236}">
                    <a16:creationId xmlns:a16="http://schemas.microsoft.com/office/drawing/2014/main" id="{13481DCA-F97E-4561-B173-0355B6F95D68}"/>
                  </a:ext>
                </a:extLst>
              </p:cNvPr>
              <p:cNvSpPr>
                <a:spLocks/>
              </p:cNvSpPr>
              <p:nvPr/>
            </p:nvSpPr>
            <p:spPr bwMode="auto">
              <a:xfrm>
                <a:off x="7821015" y="3369085"/>
                <a:ext cx="217003" cy="114826"/>
              </a:xfrm>
              <a:custGeom>
                <a:avLst/>
                <a:gdLst>
                  <a:gd name="T0" fmla="*/ 0 w 122"/>
                  <a:gd name="T1" fmla="*/ 0 h 65"/>
                  <a:gd name="T2" fmla="*/ 16 w 122"/>
                  <a:gd name="T3" fmla="*/ 0 h 65"/>
                  <a:gd name="T4" fmla="*/ 29 w 122"/>
                  <a:gd name="T5" fmla="*/ 12 h 65"/>
                  <a:gd name="T6" fmla="*/ 43 w 122"/>
                  <a:gd name="T7" fmla="*/ 20 h 65"/>
                  <a:gd name="T8" fmla="*/ 49 w 122"/>
                  <a:gd name="T9" fmla="*/ 10 h 65"/>
                  <a:gd name="T10" fmla="*/ 50 w 122"/>
                  <a:gd name="T11" fmla="*/ 26 h 65"/>
                  <a:gd name="T12" fmla="*/ 61 w 122"/>
                  <a:gd name="T13" fmla="*/ 33 h 65"/>
                  <a:gd name="T14" fmla="*/ 76 w 122"/>
                  <a:gd name="T15" fmla="*/ 41 h 65"/>
                  <a:gd name="T16" fmla="*/ 107 w 122"/>
                  <a:gd name="T17" fmla="*/ 42 h 65"/>
                  <a:gd name="T18" fmla="*/ 121 w 122"/>
                  <a:gd name="T19" fmla="*/ 48 h 65"/>
                  <a:gd name="T20" fmla="*/ 113 w 122"/>
                  <a:gd name="T21" fmla="*/ 63 h 65"/>
                  <a:gd name="T22" fmla="*/ 100 w 122"/>
                  <a:gd name="T23" fmla="*/ 63 h 65"/>
                  <a:gd name="T24" fmla="*/ 84 w 122"/>
                  <a:gd name="T25" fmla="*/ 64 h 65"/>
                  <a:gd name="T26" fmla="*/ 72 w 122"/>
                  <a:gd name="T27" fmla="*/ 56 h 65"/>
                  <a:gd name="T28" fmla="*/ 54 w 122"/>
                  <a:gd name="T29" fmla="*/ 53 h 65"/>
                  <a:gd name="T30" fmla="*/ 32 w 122"/>
                  <a:gd name="T31" fmla="*/ 44 h 65"/>
                  <a:gd name="T32" fmla="*/ 14 w 122"/>
                  <a:gd name="T33" fmla="*/ 39 h 65"/>
                  <a:gd name="T34" fmla="*/ 3 w 122"/>
                  <a:gd name="T35" fmla="*/ 25 h 65"/>
                  <a:gd name="T36" fmla="*/ 0 w 122"/>
                  <a:gd name="T37"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2" h="65">
                    <a:moveTo>
                      <a:pt x="0" y="0"/>
                    </a:moveTo>
                    <a:lnTo>
                      <a:pt x="16" y="0"/>
                    </a:lnTo>
                    <a:lnTo>
                      <a:pt x="29" y="12"/>
                    </a:lnTo>
                    <a:lnTo>
                      <a:pt x="43" y="20"/>
                    </a:lnTo>
                    <a:lnTo>
                      <a:pt x="49" y="10"/>
                    </a:lnTo>
                    <a:lnTo>
                      <a:pt x="50" y="26"/>
                    </a:lnTo>
                    <a:lnTo>
                      <a:pt x="61" y="33"/>
                    </a:lnTo>
                    <a:lnTo>
                      <a:pt x="76" y="41"/>
                    </a:lnTo>
                    <a:lnTo>
                      <a:pt x="107" y="42"/>
                    </a:lnTo>
                    <a:lnTo>
                      <a:pt x="121" y="48"/>
                    </a:lnTo>
                    <a:lnTo>
                      <a:pt x="113" y="63"/>
                    </a:lnTo>
                    <a:lnTo>
                      <a:pt x="100" y="63"/>
                    </a:lnTo>
                    <a:lnTo>
                      <a:pt x="84" y="64"/>
                    </a:lnTo>
                    <a:lnTo>
                      <a:pt x="72" y="56"/>
                    </a:lnTo>
                    <a:lnTo>
                      <a:pt x="54" y="53"/>
                    </a:lnTo>
                    <a:lnTo>
                      <a:pt x="32" y="44"/>
                    </a:lnTo>
                    <a:lnTo>
                      <a:pt x="14" y="39"/>
                    </a:lnTo>
                    <a:lnTo>
                      <a:pt x="3" y="25"/>
                    </a:lnTo>
                    <a:lnTo>
                      <a:pt x="0"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12" name="Freeform 172">
                <a:extLst>
                  <a:ext uri="{FF2B5EF4-FFF2-40B4-BE49-F238E27FC236}">
                    <a16:creationId xmlns:a16="http://schemas.microsoft.com/office/drawing/2014/main" id="{6F08F016-6D11-4997-92C6-C208AB010266}"/>
                  </a:ext>
                </a:extLst>
              </p:cNvPr>
              <p:cNvSpPr>
                <a:spLocks/>
              </p:cNvSpPr>
              <p:nvPr/>
            </p:nvSpPr>
            <p:spPr bwMode="auto">
              <a:xfrm>
                <a:off x="8289615" y="3639633"/>
                <a:ext cx="202850" cy="349196"/>
              </a:xfrm>
              <a:custGeom>
                <a:avLst/>
                <a:gdLst>
                  <a:gd name="T0" fmla="*/ 14 w 115"/>
                  <a:gd name="T1" fmla="*/ 178 h 199"/>
                  <a:gd name="T2" fmla="*/ 21 w 115"/>
                  <a:gd name="T3" fmla="*/ 167 h 199"/>
                  <a:gd name="T4" fmla="*/ 30 w 115"/>
                  <a:gd name="T5" fmla="*/ 146 h 199"/>
                  <a:gd name="T6" fmla="*/ 18 w 115"/>
                  <a:gd name="T7" fmla="*/ 135 h 199"/>
                  <a:gd name="T8" fmla="*/ 13 w 115"/>
                  <a:gd name="T9" fmla="*/ 116 h 199"/>
                  <a:gd name="T10" fmla="*/ 11 w 115"/>
                  <a:gd name="T11" fmla="*/ 105 h 199"/>
                  <a:gd name="T12" fmla="*/ 15 w 115"/>
                  <a:gd name="T13" fmla="*/ 79 h 199"/>
                  <a:gd name="T14" fmla="*/ 3 w 115"/>
                  <a:gd name="T15" fmla="*/ 65 h 199"/>
                  <a:gd name="T16" fmla="*/ 0 w 115"/>
                  <a:gd name="T17" fmla="*/ 54 h 199"/>
                  <a:gd name="T18" fmla="*/ 2 w 115"/>
                  <a:gd name="T19" fmla="*/ 27 h 199"/>
                  <a:gd name="T20" fmla="*/ 16 w 115"/>
                  <a:gd name="T21" fmla="*/ 21 h 199"/>
                  <a:gd name="T22" fmla="*/ 25 w 115"/>
                  <a:gd name="T23" fmla="*/ 14 h 199"/>
                  <a:gd name="T24" fmla="*/ 32 w 115"/>
                  <a:gd name="T25" fmla="*/ 0 h 199"/>
                  <a:gd name="T26" fmla="*/ 34 w 115"/>
                  <a:gd name="T27" fmla="*/ 13 h 199"/>
                  <a:gd name="T28" fmla="*/ 38 w 115"/>
                  <a:gd name="T29" fmla="*/ 27 h 199"/>
                  <a:gd name="T30" fmla="*/ 45 w 115"/>
                  <a:gd name="T31" fmla="*/ 34 h 199"/>
                  <a:gd name="T32" fmla="*/ 56 w 115"/>
                  <a:gd name="T33" fmla="*/ 38 h 199"/>
                  <a:gd name="T34" fmla="*/ 70 w 115"/>
                  <a:gd name="T35" fmla="*/ 58 h 199"/>
                  <a:gd name="T36" fmla="*/ 82 w 115"/>
                  <a:gd name="T37" fmla="*/ 48 h 199"/>
                  <a:gd name="T38" fmla="*/ 93 w 115"/>
                  <a:gd name="T39" fmla="*/ 60 h 199"/>
                  <a:gd name="T40" fmla="*/ 101 w 115"/>
                  <a:gd name="T41" fmla="*/ 80 h 199"/>
                  <a:gd name="T42" fmla="*/ 106 w 115"/>
                  <a:gd name="T43" fmla="*/ 91 h 199"/>
                  <a:gd name="T44" fmla="*/ 114 w 115"/>
                  <a:gd name="T45" fmla="*/ 93 h 199"/>
                  <a:gd name="T46" fmla="*/ 114 w 115"/>
                  <a:gd name="T47" fmla="*/ 116 h 199"/>
                  <a:gd name="T48" fmla="*/ 99 w 115"/>
                  <a:gd name="T49" fmla="*/ 119 h 199"/>
                  <a:gd name="T50" fmla="*/ 85 w 115"/>
                  <a:gd name="T51" fmla="*/ 110 h 199"/>
                  <a:gd name="T52" fmla="*/ 70 w 115"/>
                  <a:gd name="T53" fmla="*/ 124 h 199"/>
                  <a:gd name="T54" fmla="*/ 64 w 115"/>
                  <a:gd name="T55" fmla="*/ 141 h 199"/>
                  <a:gd name="T56" fmla="*/ 50 w 115"/>
                  <a:gd name="T57" fmla="*/ 139 h 199"/>
                  <a:gd name="T58" fmla="*/ 40 w 115"/>
                  <a:gd name="T59" fmla="*/ 170 h 199"/>
                  <a:gd name="T60" fmla="*/ 49 w 115"/>
                  <a:gd name="T61" fmla="*/ 185 h 199"/>
                  <a:gd name="T62" fmla="*/ 36 w 115"/>
                  <a:gd name="T63" fmla="*/ 198 h 199"/>
                  <a:gd name="T64" fmla="*/ 25 w 115"/>
                  <a:gd name="T65" fmla="*/ 190 h 199"/>
                  <a:gd name="T66" fmla="*/ 14 w 115"/>
                  <a:gd name="T67" fmla="*/ 17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5" h="199">
                    <a:moveTo>
                      <a:pt x="14" y="178"/>
                    </a:moveTo>
                    <a:lnTo>
                      <a:pt x="21" y="167"/>
                    </a:lnTo>
                    <a:lnTo>
                      <a:pt x="30" y="146"/>
                    </a:lnTo>
                    <a:lnTo>
                      <a:pt x="18" y="135"/>
                    </a:lnTo>
                    <a:lnTo>
                      <a:pt x="13" y="116"/>
                    </a:lnTo>
                    <a:lnTo>
                      <a:pt x="11" y="105"/>
                    </a:lnTo>
                    <a:lnTo>
                      <a:pt x="15" y="79"/>
                    </a:lnTo>
                    <a:lnTo>
                      <a:pt x="3" y="65"/>
                    </a:lnTo>
                    <a:lnTo>
                      <a:pt x="0" y="54"/>
                    </a:lnTo>
                    <a:lnTo>
                      <a:pt x="2" y="27"/>
                    </a:lnTo>
                    <a:lnTo>
                      <a:pt x="16" y="21"/>
                    </a:lnTo>
                    <a:lnTo>
                      <a:pt x="25" y="14"/>
                    </a:lnTo>
                    <a:lnTo>
                      <a:pt x="32" y="0"/>
                    </a:lnTo>
                    <a:lnTo>
                      <a:pt x="34" y="13"/>
                    </a:lnTo>
                    <a:lnTo>
                      <a:pt x="38" y="27"/>
                    </a:lnTo>
                    <a:lnTo>
                      <a:pt x="45" y="34"/>
                    </a:lnTo>
                    <a:lnTo>
                      <a:pt x="56" y="38"/>
                    </a:lnTo>
                    <a:lnTo>
                      <a:pt x="70" y="58"/>
                    </a:lnTo>
                    <a:lnTo>
                      <a:pt x="82" y="48"/>
                    </a:lnTo>
                    <a:lnTo>
                      <a:pt x="93" y="60"/>
                    </a:lnTo>
                    <a:lnTo>
                      <a:pt x="101" y="80"/>
                    </a:lnTo>
                    <a:lnTo>
                      <a:pt x="106" y="91"/>
                    </a:lnTo>
                    <a:lnTo>
                      <a:pt x="114" y="93"/>
                    </a:lnTo>
                    <a:lnTo>
                      <a:pt x="114" y="116"/>
                    </a:lnTo>
                    <a:lnTo>
                      <a:pt x="99" y="119"/>
                    </a:lnTo>
                    <a:lnTo>
                      <a:pt x="85" y="110"/>
                    </a:lnTo>
                    <a:lnTo>
                      <a:pt x="70" y="124"/>
                    </a:lnTo>
                    <a:lnTo>
                      <a:pt x="64" y="141"/>
                    </a:lnTo>
                    <a:lnTo>
                      <a:pt x="50" y="139"/>
                    </a:lnTo>
                    <a:lnTo>
                      <a:pt x="40" y="170"/>
                    </a:lnTo>
                    <a:lnTo>
                      <a:pt x="49" y="185"/>
                    </a:lnTo>
                    <a:lnTo>
                      <a:pt x="36" y="198"/>
                    </a:lnTo>
                    <a:lnTo>
                      <a:pt x="25" y="190"/>
                    </a:lnTo>
                    <a:lnTo>
                      <a:pt x="14" y="178"/>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13" name="Freeform 173">
                <a:extLst>
                  <a:ext uri="{FF2B5EF4-FFF2-40B4-BE49-F238E27FC236}">
                    <a16:creationId xmlns:a16="http://schemas.microsoft.com/office/drawing/2014/main" id="{0768A2D9-2F86-41FA-AE19-32B281F24DC6}"/>
                  </a:ext>
                </a:extLst>
              </p:cNvPr>
              <p:cNvSpPr>
                <a:spLocks/>
              </p:cNvSpPr>
              <p:nvPr/>
            </p:nvSpPr>
            <p:spPr bwMode="auto">
              <a:xfrm>
                <a:off x="6964011" y="1621533"/>
                <a:ext cx="341229" cy="290996"/>
              </a:xfrm>
              <a:custGeom>
                <a:avLst/>
                <a:gdLst>
                  <a:gd name="T0" fmla="*/ 47 w 193"/>
                  <a:gd name="T1" fmla="*/ 94 h 166"/>
                  <a:gd name="T2" fmla="*/ 58 w 193"/>
                  <a:gd name="T3" fmla="*/ 84 h 166"/>
                  <a:gd name="T4" fmla="*/ 63 w 193"/>
                  <a:gd name="T5" fmla="*/ 77 h 166"/>
                  <a:gd name="T6" fmla="*/ 80 w 193"/>
                  <a:gd name="T7" fmla="*/ 64 h 166"/>
                  <a:gd name="T8" fmla="*/ 100 w 193"/>
                  <a:gd name="T9" fmla="*/ 53 h 166"/>
                  <a:gd name="T10" fmla="*/ 122 w 193"/>
                  <a:gd name="T11" fmla="*/ 37 h 166"/>
                  <a:gd name="T12" fmla="*/ 135 w 193"/>
                  <a:gd name="T13" fmla="*/ 32 h 166"/>
                  <a:gd name="T14" fmla="*/ 162 w 193"/>
                  <a:gd name="T15" fmla="*/ 23 h 166"/>
                  <a:gd name="T16" fmla="*/ 183 w 193"/>
                  <a:gd name="T17" fmla="*/ 16 h 166"/>
                  <a:gd name="T18" fmla="*/ 192 w 193"/>
                  <a:gd name="T19" fmla="*/ 11 h 166"/>
                  <a:gd name="T20" fmla="*/ 185 w 193"/>
                  <a:gd name="T21" fmla="*/ 2 h 166"/>
                  <a:gd name="T22" fmla="*/ 161 w 193"/>
                  <a:gd name="T23" fmla="*/ 0 h 166"/>
                  <a:gd name="T24" fmla="*/ 145 w 193"/>
                  <a:gd name="T25" fmla="*/ 13 h 166"/>
                  <a:gd name="T26" fmla="*/ 122 w 193"/>
                  <a:gd name="T27" fmla="*/ 19 h 166"/>
                  <a:gd name="T28" fmla="*/ 94 w 193"/>
                  <a:gd name="T29" fmla="*/ 20 h 166"/>
                  <a:gd name="T30" fmla="*/ 80 w 193"/>
                  <a:gd name="T31" fmla="*/ 32 h 166"/>
                  <a:gd name="T32" fmla="*/ 64 w 193"/>
                  <a:gd name="T33" fmla="*/ 32 h 166"/>
                  <a:gd name="T34" fmla="*/ 57 w 193"/>
                  <a:gd name="T35" fmla="*/ 44 h 166"/>
                  <a:gd name="T36" fmla="*/ 32 w 193"/>
                  <a:gd name="T37" fmla="*/ 49 h 166"/>
                  <a:gd name="T38" fmla="*/ 28 w 193"/>
                  <a:gd name="T39" fmla="*/ 67 h 166"/>
                  <a:gd name="T40" fmla="*/ 27 w 193"/>
                  <a:gd name="T41" fmla="*/ 77 h 166"/>
                  <a:gd name="T42" fmla="*/ 16 w 193"/>
                  <a:gd name="T43" fmla="*/ 76 h 166"/>
                  <a:gd name="T44" fmla="*/ 16 w 193"/>
                  <a:gd name="T45" fmla="*/ 79 h 166"/>
                  <a:gd name="T46" fmla="*/ 17 w 193"/>
                  <a:gd name="T47" fmla="*/ 84 h 166"/>
                  <a:gd name="T48" fmla="*/ 13 w 193"/>
                  <a:gd name="T49" fmla="*/ 92 h 166"/>
                  <a:gd name="T50" fmla="*/ 6 w 193"/>
                  <a:gd name="T51" fmla="*/ 97 h 166"/>
                  <a:gd name="T52" fmla="*/ 2 w 193"/>
                  <a:gd name="T53" fmla="*/ 113 h 166"/>
                  <a:gd name="T54" fmla="*/ 0 w 193"/>
                  <a:gd name="T55" fmla="*/ 132 h 166"/>
                  <a:gd name="T56" fmla="*/ 12 w 193"/>
                  <a:gd name="T57" fmla="*/ 139 h 166"/>
                  <a:gd name="T58" fmla="*/ 23 w 193"/>
                  <a:gd name="T59" fmla="*/ 162 h 166"/>
                  <a:gd name="T60" fmla="*/ 41 w 193"/>
                  <a:gd name="T61" fmla="*/ 165 h 166"/>
                  <a:gd name="T62" fmla="*/ 66 w 193"/>
                  <a:gd name="T63" fmla="*/ 162 h 166"/>
                  <a:gd name="T64" fmla="*/ 68 w 193"/>
                  <a:gd name="T65" fmla="*/ 152 h 166"/>
                  <a:gd name="T66" fmla="*/ 53 w 193"/>
                  <a:gd name="T67" fmla="*/ 144 h 166"/>
                  <a:gd name="T68" fmla="*/ 43 w 193"/>
                  <a:gd name="T69" fmla="*/ 134 h 166"/>
                  <a:gd name="T70" fmla="*/ 43 w 193"/>
                  <a:gd name="T71" fmla="*/ 114 h 166"/>
                  <a:gd name="T72" fmla="*/ 47 w 193"/>
                  <a:gd name="T73" fmla="*/ 98 h 166"/>
                  <a:gd name="T74" fmla="*/ 47 w 193"/>
                  <a:gd name="T75" fmla="*/ 9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3" h="166">
                    <a:moveTo>
                      <a:pt x="47" y="94"/>
                    </a:moveTo>
                    <a:lnTo>
                      <a:pt x="58" y="84"/>
                    </a:lnTo>
                    <a:lnTo>
                      <a:pt x="63" y="77"/>
                    </a:lnTo>
                    <a:lnTo>
                      <a:pt x="80" y="64"/>
                    </a:lnTo>
                    <a:lnTo>
                      <a:pt x="100" y="53"/>
                    </a:lnTo>
                    <a:lnTo>
                      <a:pt x="122" y="37"/>
                    </a:lnTo>
                    <a:lnTo>
                      <a:pt x="135" y="32"/>
                    </a:lnTo>
                    <a:lnTo>
                      <a:pt x="162" y="23"/>
                    </a:lnTo>
                    <a:lnTo>
                      <a:pt x="183" y="16"/>
                    </a:lnTo>
                    <a:lnTo>
                      <a:pt x="192" y="11"/>
                    </a:lnTo>
                    <a:lnTo>
                      <a:pt x="185" y="2"/>
                    </a:lnTo>
                    <a:lnTo>
                      <a:pt x="161" y="0"/>
                    </a:lnTo>
                    <a:lnTo>
                      <a:pt x="145" y="13"/>
                    </a:lnTo>
                    <a:lnTo>
                      <a:pt x="122" y="19"/>
                    </a:lnTo>
                    <a:lnTo>
                      <a:pt x="94" y="20"/>
                    </a:lnTo>
                    <a:lnTo>
                      <a:pt x="80" y="32"/>
                    </a:lnTo>
                    <a:lnTo>
                      <a:pt x="64" y="32"/>
                    </a:lnTo>
                    <a:lnTo>
                      <a:pt x="57" y="44"/>
                    </a:lnTo>
                    <a:lnTo>
                      <a:pt x="32" y="49"/>
                    </a:lnTo>
                    <a:lnTo>
                      <a:pt x="28" y="67"/>
                    </a:lnTo>
                    <a:lnTo>
                      <a:pt x="27" y="77"/>
                    </a:lnTo>
                    <a:lnTo>
                      <a:pt x="16" y="76"/>
                    </a:lnTo>
                    <a:lnTo>
                      <a:pt x="16" y="79"/>
                    </a:lnTo>
                    <a:lnTo>
                      <a:pt x="17" y="84"/>
                    </a:lnTo>
                    <a:lnTo>
                      <a:pt x="13" y="92"/>
                    </a:lnTo>
                    <a:lnTo>
                      <a:pt x="6" y="97"/>
                    </a:lnTo>
                    <a:lnTo>
                      <a:pt x="2" y="113"/>
                    </a:lnTo>
                    <a:lnTo>
                      <a:pt x="0" y="132"/>
                    </a:lnTo>
                    <a:lnTo>
                      <a:pt x="12" y="139"/>
                    </a:lnTo>
                    <a:lnTo>
                      <a:pt x="23" y="162"/>
                    </a:lnTo>
                    <a:lnTo>
                      <a:pt x="41" y="165"/>
                    </a:lnTo>
                    <a:lnTo>
                      <a:pt x="66" y="162"/>
                    </a:lnTo>
                    <a:lnTo>
                      <a:pt x="68" y="152"/>
                    </a:lnTo>
                    <a:lnTo>
                      <a:pt x="53" y="144"/>
                    </a:lnTo>
                    <a:lnTo>
                      <a:pt x="43" y="134"/>
                    </a:lnTo>
                    <a:lnTo>
                      <a:pt x="43" y="114"/>
                    </a:lnTo>
                    <a:lnTo>
                      <a:pt x="47" y="98"/>
                    </a:lnTo>
                    <a:lnTo>
                      <a:pt x="47" y="94"/>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14" name="Freeform 174">
                <a:extLst>
                  <a:ext uri="{FF2B5EF4-FFF2-40B4-BE49-F238E27FC236}">
                    <a16:creationId xmlns:a16="http://schemas.microsoft.com/office/drawing/2014/main" id="{5C0C722D-08D9-472B-A4D2-8A733B334FE0}"/>
                  </a:ext>
                </a:extLst>
              </p:cNvPr>
              <p:cNvSpPr>
                <a:spLocks/>
              </p:cNvSpPr>
              <p:nvPr/>
            </p:nvSpPr>
            <p:spPr bwMode="auto">
              <a:xfrm>
                <a:off x="7732956" y="1390309"/>
                <a:ext cx="119509" cy="91231"/>
              </a:xfrm>
              <a:custGeom>
                <a:avLst/>
                <a:gdLst>
                  <a:gd name="T0" fmla="*/ 33 w 67"/>
                  <a:gd name="T1" fmla="*/ 7 h 52"/>
                  <a:gd name="T2" fmla="*/ 22 w 67"/>
                  <a:gd name="T3" fmla="*/ 17 h 52"/>
                  <a:gd name="T4" fmla="*/ 11 w 67"/>
                  <a:gd name="T5" fmla="*/ 19 h 52"/>
                  <a:gd name="T6" fmla="*/ 0 w 67"/>
                  <a:gd name="T7" fmla="*/ 26 h 52"/>
                  <a:gd name="T8" fmla="*/ 8 w 67"/>
                  <a:gd name="T9" fmla="*/ 40 h 52"/>
                  <a:gd name="T10" fmla="*/ 25 w 67"/>
                  <a:gd name="T11" fmla="*/ 51 h 52"/>
                  <a:gd name="T12" fmla="*/ 48 w 67"/>
                  <a:gd name="T13" fmla="*/ 41 h 52"/>
                  <a:gd name="T14" fmla="*/ 66 w 67"/>
                  <a:gd name="T15" fmla="*/ 32 h 52"/>
                  <a:gd name="T16" fmla="*/ 62 w 67"/>
                  <a:gd name="T17" fmla="*/ 11 h 52"/>
                  <a:gd name="T18" fmla="*/ 43 w 67"/>
                  <a:gd name="T19" fmla="*/ 0 h 52"/>
                  <a:gd name="T20" fmla="*/ 33 w 67"/>
                  <a:gd name="T21" fmla="*/ 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7" h="52">
                    <a:moveTo>
                      <a:pt x="33" y="7"/>
                    </a:moveTo>
                    <a:lnTo>
                      <a:pt x="22" y="17"/>
                    </a:lnTo>
                    <a:lnTo>
                      <a:pt x="11" y="19"/>
                    </a:lnTo>
                    <a:lnTo>
                      <a:pt x="0" y="26"/>
                    </a:lnTo>
                    <a:lnTo>
                      <a:pt x="8" y="40"/>
                    </a:lnTo>
                    <a:lnTo>
                      <a:pt x="25" y="51"/>
                    </a:lnTo>
                    <a:lnTo>
                      <a:pt x="48" y="41"/>
                    </a:lnTo>
                    <a:lnTo>
                      <a:pt x="66" y="32"/>
                    </a:lnTo>
                    <a:lnTo>
                      <a:pt x="62" y="11"/>
                    </a:lnTo>
                    <a:lnTo>
                      <a:pt x="43" y="0"/>
                    </a:lnTo>
                    <a:lnTo>
                      <a:pt x="33" y="7"/>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15" name="Freeform 175">
                <a:extLst>
                  <a:ext uri="{FF2B5EF4-FFF2-40B4-BE49-F238E27FC236}">
                    <a16:creationId xmlns:a16="http://schemas.microsoft.com/office/drawing/2014/main" id="{CDB5670D-63C7-4B9A-BB6E-7D0823626318}"/>
                  </a:ext>
                </a:extLst>
              </p:cNvPr>
              <p:cNvSpPr>
                <a:spLocks/>
              </p:cNvSpPr>
              <p:nvPr/>
            </p:nvSpPr>
            <p:spPr bwMode="auto">
              <a:xfrm>
                <a:off x="7813152" y="1456373"/>
                <a:ext cx="114791" cy="77075"/>
              </a:xfrm>
              <a:custGeom>
                <a:avLst/>
                <a:gdLst>
                  <a:gd name="T0" fmla="*/ 17 w 64"/>
                  <a:gd name="T1" fmla="*/ 15 h 44"/>
                  <a:gd name="T2" fmla="*/ 24 w 64"/>
                  <a:gd name="T3" fmla="*/ 3 h 44"/>
                  <a:gd name="T4" fmla="*/ 36 w 64"/>
                  <a:gd name="T5" fmla="*/ 0 h 44"/>
                  <a:gd name="T6" fmla="*/ 46 w 64"/>
                  <a:gd name="T7" fmla="*/ 3 h 44"/>
                  <a:gd name="T8" fmla="*/ 56 w 64"/>
                  <a:gd name="T9" fmla="*/ 17 h 44"/>
                  <a:gd name="T10" fmla="*/ 56 w 64"/>
                  <a:gd name="T11" fmla="*/ 28 h 44"/>
                  <a:gd name="T12" fmla="*/ 63 w 64"/>
                  <a:gd name="T13" fmla="*/ 26 h 44"/>
                  <a:gd name="T14" fmla="*/ 63 w 64"/>
                  <a:gd name="T15" fmla="*/ 37 h 44"/>
                  <a:gd name="T16" fmla="*/ 41 w 64"/>
                  <a:gd name="T17" fmla="*/ 43 h 44"/>
                  <a:gd name="T18" fmla="*/ 21 w 64"/>
                  <a:gd name="T19" fmla="*/ 34 h 44"/>
                  <a:gd name="T20" fmla="*/ 0 w 64"/>
                  <a:gd name="T21" fmla="*/ 26 h 44"/>
                  <a:gd name="T22" fmla="*/ 4 w 64"/>
                  <a:gd name="T23" fmla="*/ 16 h 44"/>
                  <a:gd name="T24" fmla="*/ 17 w 64"/>
                  <a:gd name="T25" fmla="*/ 15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 h="44">
                    <a:moveTo>
                      <a:pt x="17" y="15"/>
                    </a:moveTo>
                    <a:lnTo>
                      <a:pt x="24" y="3"/>
                    </a:lnTo>
                    <a:lnTo>
                      <a:pt x="36" y="0"/>
                    </a:lnTo>
                    <a:lnTo>
                      <a:pt x="46" y="3"/>
                    </a:lnTo>
                    <a:lnTo>
                      <a:pt x="56" y="17"/>
                    </a:lnTo>
                    <a:lnTo>
                      <a:pt x="56" y="28"/>
                    </a:lnTo>
                    <a:lnTo>
                      <a:pt x="63" y="26"/>
                    </a:lnTo>
                    <a:lnTo>
                      <a:pt x="63" y="37"/>
                    </a:lnTo>
                    <a:lnTo>
                      <a:pt x="41" y="43"/>
                    </a:lnTo>
                    <a:lnTo>
                      <a:pt x="21" y="34"/>
                    </a:lnTo>
                    <a:lnTo>
                      <a:pt x="0" y="26"/>
                    </a:lnTo>
                    <a:lnTo>
                      <a:pt x="4" y="16"/>
                    </a:lnTo>
                    <a:lnTo>
                      <a:pt x="17" y="15"/>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16" name="Freeform 176">
                <a:extLst>
                  <a:ext uri="{FF2B5EF4-FFF2-40B4-BE49-F238E27FC236}">
                    <a16:creationId xmlns:a16="http://schemas.microsoft.com/office/drawing/2014/main" id="{CAAE8BDA-7778-463A-B612-3D247B73F0F8}"/>
                  </a:ext>
                </a:extLst>
              </p:cNvPr>
              <p:cNvSpPr>
                <a:spLocks/>
              </p:cNvSpPr>
              <p:nvPr/>
            </p:nvSpPr>
            <p:spPr bwMode="auto">
              <a:xfrm>
                <a:off x="7940524" y="1487832"/>
                <a:ext cx="94349" cy="75502"/>
              </a:xfrm>
              <a:custGeom>
                <a:avLst/>
                <a:gdLst>
                  <a:gd name="T0" fmla="*/ 7 w 54"/>
                  <a:gd name="T1" fmla="*/ 19 h 43"/>
                  <a:gd name="T2" fmla="*/ 12 w 54"/>
                  <a:gd name="T3" fmla="*/ 8 h 43"/>
                  <a:gd name="T4" fmla="*/ 24 w 54"/>
                  <a:gd name="T5" fmla="*/ 0 h 43"/>
                  <a:gd name="T6" fmla="*/ 27 w 54"/>
                  <a:gd name="T7" fmla="*/ 8 h 43"/>
                  <a:gd name="T8" fmla="*/ 33 w 54"/>
                  <a:gd name="T9" fmla="*/ 11 h 43"/>
                  <a:gd name="T10" fmla="*/ 41 w 54"/>
                  <a:gd name="T11" fmla="*/ 11 h 43"/>
                  <a:gd name="T12" fmla="*/ 51 w 54"/>
                  <a:gd name="T13" fmla="*/ 15 h 43"/>
                  <a:gd name="T14" fmla="*/ 53 w 54"/>
                  <a:gd name="T15" fmla="*/ 27 h 43"/>
                  <a:gd name="T16" fmla="*/ 46 w 54"/>
                  <a:gd name="T17" fmla="*/ 39 h 43"/>
                  <a:gd name="T18" fmla="*/ 29 w 54"/>
                  <a:gd name="T19" fmla="*/ 42 h 43"/>
                  <a:gd name="T20" fmla="*/ 7 w 54"/>
                  <a:gd name="T21" fmla="*/ 39 h 43"/>
                  <a:gd name="T22" fmla="*/ 0 w 54"/>
                  <a:gd name="T23" fmla="*/ 33 h 43"/>
                  <a:gd name="T24" fmla="*/ 7 w 54"/>
                  <a:gd name="T25" fmla="*/ 19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 h="43">
                    <a:moveTo>
                      <a:pt x="7" y="19"/>
                    </a:moveTo>
                    <a:lnTo>
                      <a:pt x="12" y="8"/>
                    </a:lnTo>
                    <a:lnTo>
                      <a:pt x="24" y="0"/>
                    </a:lnTo>
                    <a:lnTo>
                      <a:pt x="27" y="8"/>
                    </a:lnTo>
                    <a:lnTo>
                      <a:pt x="33" y="11"/>
                    </a:lnTo>
                    <a:lnTo>
                      <a:pt x="41" y="11"/>
                    </a:lnTo>
                    <a:lnTo>
                      <a:pt x="51" y="15"/>
                    </a:lnTo>
                    <a:lnTo>
                      <a:pt x="53" y="27"/>
                    </a:lnTo>
                    <a:lnTo>
                      <a:pt x="46" y="39"/>
                    </a:lnTo>
                    <a:lnTo>
                      <a:pt x="29" y="42"/>
                    </a:lnTo>
                    <a:lnTo>
                      <a:pt x="7" y="39"/>
                    </a:lnTo>
                    <a:lnTo>
                      <a:pt x="0" y="33"/>
                    </a:lnTo>
                    <a:lnTo>
                      <a:pt x="7" y="19"/>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17" name="Freeform 177">
                <a:extLst>
                  <a:ext uri="{FF2B5EF4-FFF2-40B4-BE49-F238E27FC236}">
                    <a16:creationId xmlns:a16="http://schemas.microsoft.com/office/drawing/2014/main" id="{1C2668CD-1EFA-4FEB-9230-FF14AB67D7E3}"/>
                  </a:ext>
                </a:extLst>
              </p:cNvPr>
              <p:cNvSpPr>
                <a:spLocks/>
              </p:cNvSpPr>
              <p:nvPr/>
            </p:nvSpPr>
            <p:spPr bwMode="auto">
              <a:xfrm>
                <a:off x="8770795" y="1648273"/>
                <a:ext cx="166683" cy="77075"/>
              </a:xfrm>
              <a:custGeom>
                <a:avLst/>
                <a:gdLst>
                  <a:gd name="T0" fmla="*/ 51 w 94"/>
                  <a:gd name="T1" fmla="*/ 4 h 44"/>
                  <a:gd name="T2" fmla="*/ 49 w 94"/>
                  <a:gd name="T3" fmla="*/ 15 h 44"/>
                  <a:gd name="T4" fmla="*/ 33 w 94"/>
                  <a:gd name="T5" fmla="*/ 15 h 44"/>
                  <a:gd name="T6" fmla="*/ 28 w 94"/>
                  <a:gd name="T7" fmla="*/ 8 h 44"/>
                  <a:gd name="T8" fmla="*/ 13 w 94"/>
                  <a:gd name="T9" fmla="*/ 0 h 44"/>
                  <a:gd name="T10" fmla="*/ 0 w 94"/>
                  <a:gd name="T11" fmla="*/ 8 h 44"/>
                  <a:gd name="T12" fmla="*/ 0 w 94"/>
                  <a:gd name="T13" fmla="*/ 26 h 44"/>
                  <a:gd name="T14" fmla="*/ 19 w 94"/>
                  <a:gd name="T15" fmla="*/ 40 h 44"/>
                  <a:gd name="T16" fmla="*/ 43 w 94"/>
                  <a:gd name="T17" fmla="*/ 43 h 44"/>
                  <a:gd name="T18" fmla="*/ 53 w 94"/>
                  <a:gd name="T19" fmla="*/ 34 h 44"/>
                  <a:gd name="T20" fmla="*/ 67 w 94"/>
                  <a:gd name="T21" fmla="*/ 40 h 44"/>
                  <a:gd name="T22" fmla="*/ 86 w 94"/>
                  <a:gd name="T23" fmla="*/ 39 h 44"/>
                  <a:gd name="T24" fmla="*/ 93 w 94"/>
                  <a:gd name="T25" fmla="*/ 29 h 44"/>
                  <a:gd name="T26" fmla="*/ 79 w 94"/>
                  <a:gd name="T27" fmla="*/ 23 h 44"/>
                  <a:gd name="T28" fmla="*/ 71 w 94"/>
                  <a:gd name="T29" fmla="*/ 8 h 44"/>
                  <a:gd name="T30" fmla="*/ 57 w 94"/>
                  <a:gd name="T31" fmla="*/ 1 h 44"/>
                  <a:gd name="T32" fmla="*/ 51 w 94"/>
                  <a:gd name="T33" fmla="*/ 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44">
                    <a:moveTo>
                      <a:pt x="51" y="4"/>
                    </a:moveTo>
                    <a:lnTo>
                      <a:pt x="49" y="15"/>
                    </a:lnTo>
                    <a:lnTo>
                      <a:pt x="33" y="15"/>
                    </a:lnTo>
                    <a:lnTo>
                      <a:pt x="28" y="8"/>
                    </a:lnTo>
                    <a:lnTo>
                      <a:pt x="13" y="0"/>
                    </a:lnTo>
                    <a:lnTo>
                      <a:pt x="0" y="8"/>
                    </a:lnTo>
                    <a:lnTo>
                      <a:pt x="0" y="26"/>
                    </a:lnTo>
                    <a:lnTo>
                      <a:pt x="19" y="40"/>
                    </a:lnTo>
                    <a:lnTo>
                      <a:pt x="43" y="43"/>
                    </a:lnTo>
                    <a:lnTo>
                      <a:pt x="53" y="34"/>
                    </a:lnTo>
                    <a:lnTo>
                      <a:pt x="67" y="40"/>
                    </a:lnTo>
                    <a:lnTo>
                      <a:pt x="86" y="39"/>
                    </a:lnTo>
                    <a:lnTo>
                      <a:pt x="93" y="29"/>
                    </a:lnTo>
                    <a:lnTo>
                      <a:pt x="79" y="23"/>
                    </a:lnTo>
                    <a:lnTo>
                      <a:pt x="71" y="8"/>
                    </a:lnTo>
                    <a:lnTo>
                      <a:pt x="57" y="1"/>
                    </a:lnTo>
                    <a:lnTo>
                      <a:pt x="51" y="4"/>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18" name="Freeform 178">
                <a:extLst>
                  <a:ext uri="{FF2B5EF4-FFF2-40B4-BE49-F238E27FC236}">
                    <a16:creationId xmlns:a16="http://schemas.microsoft.com/office/drawing/2014/main" id="{A825A1A1-0783-42C5-B104-F3DB1C465ECA}"/>
                  </a:ext>
                </a:extLst>
              </p:cNvPr>
              <p:cNvSpPr>
                <a:spLocks/>
              </p:cNvSpPr>
              <p:nvPr/>
            </p:nvSpPr>
            <p:spPr bwMode="auto">
              <a:xfrm>
                <a:off x="8976790" y="1673441"/>
                <a:ext cx="100639" cy="40897"/>
              </a:xfrm>
              <a:custGeom>
                <a:avLst/>
                <a:gdLst>
                  <a:gd name="T0" fmla="*/ 1 w 58"/>
                  <a:gd name="T1" fmla="*/ 0 h 23"/>
                  <a:gd name="T2" fmla="*/ 9 w 58"/>
                  <a:gd name="T3" fmla="*/ 6 h 23"/>
                  <a:gd name="T4" fmla="*/ 30 w 58"/>
                  <a:gd name="T5" fmla="*/ 6 h 23"/>
                  <a:gd name="T6" fmla="*/ 54 w 58"/>
                  <a:gd name="T7" fmla="*/ 6 h 23"/>
                  <a:gd name="T8" fmla="*/ 57 w 58"/>
                  <a:gd name="T9" fmla="*/ 19 h 23"/>
                  <a:gd name="T10" fmla="*/ 26 w 58"/>
                  <a:gd name="T11" fmla="*/ 22 h 23"/>
                  <a:gd name="T12" fmla="*/ 9 w 58"/>
                  <a:gd name="T13" fmla="*/ 17 h 23"/>
                  <a:gd name="T14" fmla="*/ 0 w 58"/>
                  <a:gd name="T15" fmla="*/ 7 h 23"/>
                  <a:gd name="T16" fmla="*/ 1 w 58"/>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23">
                    <a:moveTo>
                      <a:pt x="1" y="0"/>
                    </a:moveTo>
                    <a:lnTo>
                      <a:pt x="9" y="6"/>
                    </a:lnTo>
                    <a:lnTo>
                      <a:pt x="30" y="6"/>
                    </a:lnTo>
                    <a:lnTo>
                      <a:pt x="54" y="6"/>
                    </a:lnTo>
                    <a:lnTo>
                      <a:pt x="57" y="19"/>
                    </a:lnTo>
                    <a:lnTo>
                      <a:pt x="26" y="22"/>
                    </a:lnTo>
                    <a:lnTo>
                      <a:pt x="9" y="17"/>
                    </a:lnTo>
                    <a:lnTo>
                      <a:pt x="0" y="7"/>
                    </a:lnTo>
                    <a:lnTo>
                      <a:pt x="1"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19" name="Freeform 179">
                <a:extLst>
                  <a:ext uri="{FF2B5EF4-FFF2-40B4-BE49-F238E27FC236}">
                    <a16:creationId xmlns:a16="http://schemas.microsoft.com/office/drawing/2014/main" id="{EF5EBE28-3535-4969-9F81-3E405BE734CF}"/>
                  </a:ext>
                </a:extLst>
              </p:cNvPr>
              <p:cNvSpPr>
                <a:spLocks/>
              </p:cNvSpPr>
              <p:nvPr/>
            </p:nvSpPr>
            <p:spPr bwMode="auto">
              <a:xfrm>
                <a:off x="9781902" y="1852757"/>
                <a:ext cx="70762" cy="47189"/>
              </a:xfrm>
              <a:custGeom>
                <a:avLst/>
                <a:gdLst>
                  <a:gd name="T0" fmla="*/ 15 w 41"/>
                  <a:gd name="T1" fmla="*/ 2 h 27"/>
                  <a:gd name="T2" fmla="*/ 3 w 41"/>
                  <a:gd name="T3" fmla="*/ 13 h 27"/>
                  <a:gd name="T4" fmla="*/ 0 w 41"/>
                  <a:gd name="T5" fmla="*/ 26 h 27"/>
                  <a:gd name="T6" fmla="*/ 20 w 41"/>
                  <a:gd name="T7" fmla="*/ 24 h 27"/>
                  <a:gd name="T8" fmla="*/ 36 w 41"/>
                  <a:gd name="T9" fmla="*/ 23 h 27"/>
                  <a:gd name="T10" fmla="*/ 40 w 41"/>
                  <a:gd name="T11" fmla="*/ 8 h 27"/>
                  <a:gd name="T12" fmla="*/ 26 w 41"/>
                  <a:gd name="T13" fmla="*/ 0 h 27"/>
                  <a:gd name="T14" fmla="*/ 15 w 41"/>
                  <a:gd name="T15" fmla="*/ 2 h 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27">
                    <a:moveTo>
                      <a:pt x="15" y="2"/>
                    </a:moveTo>
                    <a:lnTo>
                      <a:pt x="3" y="13"/>
                    </a:lnTo>
                    <a:lnTo>
                      <a:pt x="0" y="26"/>
                    </a:lnTo>
                    <a:lnTo>
                      <a:pt x="20" y="24"/>
                    </a:lnTo>
                    <a:lnTo>
                      <a:pt x="36" y="23"/>
                    </a:lnTo>
                    <a:lnTo>
                      <a:pt x="40" y="8"/>
                    </a:lnTo>
                    <a:lnTo>
                      <a:pt x="26" y="0"/>
                    </a:lnTo>
                    <a:lnTo>
                      <a:pt x="15" y="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20" name="Freeform 184">
                <a:extLst>
                  <a:ext uri="{FF2B5EF4-FFF2-40B4-BE49-F238E27FC236}">
                    <a16:creationId xmlns:a16="http://schemas.microsoft.com/office/drawing/2014/main" id="{CA91E88B-FFFD-4634-8BDF-FD9373065FE1}"/>
                  </a:ext>
                </a:extLst>
              </p:cNvPr>
              <p:cNvSpPr>
                <a:spLocks/>
              </p:cNvSpPr>
              <p:nvPr/>
            </p:nvSpPr>
            <p:spPr bwMode="auto">
              <a:xfrm>
                <a:off x="7369712" y="3188195"/>
                <a:ext cx="314497" cy="377509"/>
              </a:xfrm>
              <a:custGeom>
                <a:avLst/>
                <a:gdLst>
                  <a:gd name="T0" fmla="*/ 136 w 177"/>
                  <a:gd name="T1" fmla="*/ 0 h 214"/>
                  <a:gd name="T2" fmla="*/ 123 w 177"/>
                  <a:gd name="T3" fmla="*/ 4 h 214"/>
                  <a:gd name="T4" fmla="*/ 119 w 177"/>
                  <a:gd name="T5" fmla="*/ 20 h 214"/>
                  <a:gd name="T6" fmla="*/ 113 w 177"/>
                  <a:gd name="T7" fmla="*/ 38 h 214"/>
                  <a:gd name="T8" fmla="*/ 107 w 177"/>
                  <a:gd name="T9" fmla="*/ 54 h 214"/>
                  <a:gd name="T10" fmla="*/ 97 w 177"/>
                  <a:gd name="T11" fmla="*/ 60 h 214"/>
                  <a:gd name="T12" fmla="*/ 94 w 177"/>
                  <a:gd name="T13" fmla="*/ 78 h 214"/>
                  <a:gd name="T14" fmla="*/ 81 w 177"/>
                  <a:gd name="T15" fmla="*/ 78 h 214"/>
                  <a:gd name="T16" fmla="*/ 65 w 177"/>
                  <a:gd name="T17" fmla="*/ 89 h 214"/>
                  <a:gd name="T18" fmla="*/ 53 w 177"/>
                  <a:gd name="T19" fmla="*/ 97 h 214"/>
                  <a:gd name="T20" fmla="*/ 47 w 177"/>
                  <a:gd name="T21" fmla="*/ 112 h 214"/>
                  <a:gd name="T22" fmla="*/ 6 w 177"/>
                  <a:gd name="T23" fmla="*/ 117 h 214"/>
                  <a:gd name="T24" fmla="*/ 0 w 177"/>
                  <a:gd name="T25" fmla="*/ 129 h 214"/>
                  <a:gd name="T26" fmla="*/ 4 w 177"/>
                  <a:gd name="T27" fmla="*/ 145 h 214"/>
                  <a:gd name="T28" fmla="*/ 15 w 177"/>
                  <a:gd name="T29" fmla="*/ 147 h 214"/>
                  <a:gd name="T30" fmla="*/ 20 w 177"/>
                  <a:gd name="T31" fmla="*/ 155 h 214"/>
                  <a:gd name="T32" fmla="*/ 12 w 177"/>
                  <a:gd name="T33" fmla="*/ 166 h 214"/>
                  <a:gd name="T34" fmla="*/ 0 w 177"/>
                  <a:gd name="T35" fmla="*/ 170 h 214"/>
                  <a:gd name="T36" fmla="*/ 12 w 177"/>
                  <a:gd name="T37" fmla="*/ 174 h 214"/>
                  <a:gd name="T38" fmla="*/ 18 w 177"/>
                  <a:gd name="T39" fmla="*/ 187 h 214"/>
                  <a:gd name="T40" fmla="*/ 42 w 177"/>
                  <a:gd name="T41" fmla="*/ 187 h 214"/>
                  <a:gd name="T42" fmla="*/ 59 w 177"/>
                  <a:gd name="T43" fmla="*/ 181 h 214"/>
                  <a:gd name="T44" fmla="*/ 61 w 177"/>
                  <a:gd name="T45" fmla="*/ 193 h 214"/>
                  <a:gd name="T46" fmla="*/ 78 w 177"/>
                  <a:gd name="T47" fmla="*/ 204 h 214"/>
                  <a:gd name="T48" fmla="*/ 91 w 177"/>
                  <a:gd name="T49" fmla="*/ 213 h 214"/>
                  <a:gd name="T50" fmla="*/ 99 w 177"/>
                  <a:gd name="T51" fmla="*/ 204 h 214"/>
                  <a:gd name="T52" fmla="*/ 127 w 177"/>
                  <a:gd name="T53" fmla="*/ 204 h 214"/>
                  <a:gd name="T54" fmla="*/ 129 w 177"/>
                  <a:gd name="T55" fmla="*/ 192 h 214"/>
                  <a:gd name="T56" fmla="*/ 113 w 177"/>
                  <a:gd name="T57" fmla="*/ 171 h 214"/>
                  <a:gd name="T58" fmla="*/ 102 w 177"/>
                  <a:gd name="T59" fmla="*/ 158 h 214"/>
                  <a:gd name="T60" fmla="*/ 106 w 177"/>
                  <a:gd name="T61" fmla="*/ 144 h 214"/>
                  <a:gd name="T62" fmla="*/ 115 w 177"/>
                  <a:gd name="T63" fmla="*/ 135 h 214"/>
                  <a:gd name="T64" fmla="*/ 140 w 177"/>
                  <a:gd name="T65" fmla="*/ 144 h 214"/>
                  <a:gd name="T66" fmla="*/ 144 w 177"/>
                  <a:gd name="T67" fmla="*/ 134 h 214"/>
                  <a:gd name="T68" fmla="*/ 146 w 177"/>
                  <a:gd name="T69" fmla="*/ 123 h 214"/>
                  <a:gd name="T70" fmla="*/ 161 w 177"/>
                  <a:gd name="T71" fmla="*/ 109 h 214"/>
                  <a:gd name="T72" fmla="*/ 167 w 177"/>
                  <a:gd name="T73" fmla="*/ 95 h 214"/>
                  <a:gd name="T74" fmla="*/ 176 w 177"/>
                  <a:gd name="T75" fmla="*/ 85 h 214"/>
                  <a:gd name="T76" fmla="*/ 174 w 177"/>
                  <a:gd name="T77" fmla="*/ 63 h 214"/>
                  <a:gd name="T78" fmla="*/ 161 w 177"/>
                  <a:gd name="T79" fmla="*/ 52 h 214"/>
                  <a:gd name="T80" fmla="*/ 162 w 177"/>
                  <a:gd name="T81" fmla="*/ 32 h 214"/>
                  <a:gd name="T82" fmla="*/ 155 w 177"/>
                  <a:gd name="T83" fmla="*/ 22 h 214"/>
                  <a:gd name="T84" fmla="*/ 157 w 177"/>
                  <a:gd name="T85" fmla="*/ 9 h 214"/>
                  <a:gd name="T86" fmla="*/ 146 w 177"/>
                  <a:gd name="T87" fmla="*/ 2 h 214"/>
                  <a:gd name="T88" fmla="*/ 136 w 177"/>
                  <a:gd name="T8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7" h="214">
                    <a:moveTo>
                      <a:pt x="136" y="0"/>
                    </a:moveTo>
                    <a:lnTo>
                      <a:pt x="123" y="4"/>
                    </a:lnTo>
                    <a:lnTo>
                      <a:pt x="119" y="20"/>
                    </a:lnTo>
                    <a:lnTo>
                      <a:pt x="113" y="38"/>
                    </a:lnTo>
                    <a:lnTo>
                      <a:pt x="107" y="54"/>
                    </a:lnTo>
                    <a:lnTo>
                      <a:pt x="97" y="60"/>
                    </a:lnTo>
                    <a:lnTo>
                      <a:pt x="94" y="78"/>
                    </a:lnTo>
                    <a:lnTo>
                      <a:pt x="81" y="78"/>
                    </a:lnTo>
                    <a:lnTo>
                      <a:pt x="65" y="89"/>
                    </a:lnTo>
                    <a:lnTo>
                      <a:pt x="53" y="97"/>
                    </a:lnTo>
                    <a:lnTo>
                      <a:pt x="47" y="112"/>
                    </a:lnTo>
                    <a:lnTo>
                      <a:pt x="6" y="117"/>
                    </a:lnTo>
                    <a:lnTo>
                      <a:pt x="0" y="129"/>
                    </a:lnTo>
                    <a:lnTo>
                      <a:pt x="4" y="145"/>
                    </a:lnTo>
                    <a:lnTo>
                      <a:pt x="15" y="147"/>
                    </a:lnTo>
                    <a:lnTo>
                      <a:pt x="20" y="155"/>
                    </a:lnTo>
                    <a:lnTo>
                      <a:pt x="12" y="166"/>
                    </a:lnTo>
                    <a:lnTo>
                      <a:pt x="0" y="170"/>
                    </a:lnTo>
                    <a:lnTo>
                      <a:pt x="12" y="174"/>
                    </a:lnTo>
                    <a:lnTo>
                      <a:pt x="18" y="187"/>
                    </a:lnTo>
                    <a:lnTo>
                      <a:pt x="42" y="187"/>
                    </a:lnTo>
                    <a:lnTo>
                      <a:pt x="59" y="181"/>
                    </a:lnTo>
                    <a:lnTo>
                      <a:pt x="61" y="193"/>
                    </a:lnTo>
                    <a:lnTo>
                      <a:pt x="78" y="204"/>
                    </a:lnTo>
                    <a:lnTo>
                      <a:pt x="91" y="213"/>
                    </a:lnTo>
                    <a:lnTo>
                      <a:pt x="99" y="204"/>
                    </a:lnTo>
                    <a:lnTo>
                      <a:pt x="127" y="204"/>
                    </a:lnTo>
                    <a:lnTo>
                      <a:pt x="129" y="192"/>
                    </a:lnTo>
                    <a:lnTo>
                      <a:pt x="113" y="171"/>
                    </a:lnTo>
                    <a:lnTo>
                      <a:pt x="102" y="158"/>
                    </a:lnTo>
                    <a:lnTo>
                      <a:pt x="106" y="144"/>
                    </a:lnTo>
                    <a:lnTo>
                      <a:pt x="115" y="135"/>
                    </a:lnTo>
                    <a:lnTo>
                      <a:pt x="140" y="144"/>
                    </a:lnTo>
                    <a:lnTo>
                      <a:pt x="144" y="134"/>
                    </a:lnTo>
                    <a:lnTo>
                      <a:pt x="146" y="123"/>
                    </a:lnTo>
                    <a:lnTo>
                      <a:pt x="161" y="109"/>
                    </a:lnTo>
                    <a:lnTo>
                      <a:pt x="167" y="95"/>
                    </a:lnTo>
                    <a:lnTo>
                      <a:pt x="176" y="85"/>
                    </a:lnTo>
                    <a:lnTo>
                      <a:pt x="174" y="63"/>
                    </a:lnTo>
                    <a:lnTo>
                      <a:pt x="161" y="52"/>
                    </a:lnTo>
                    <a:lnTo>
                      <a:pt x="162" y="32"/>
                    </a:lnTo>
                    <a:lnTo>
                      <a:pt x="155" y="22"/>
                    </a:lnTo>
                    <a:lnTo>
                      <a:pt x="157" y="9"/>
                    </a:lnTo>
                    <a:lnTo>
                      <a:pt x="146" y="2"/>
                    </a:lnTo>
                    <a:lnTo>
                      <a:pt x="136"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21" name="Freeform 185">
                <a:extLst>
                  <a:ext uri="{FF2B5EF4-FFF2-40B4-BE49-F238E27FC236}">
                    <a16:creationId xmlns:a16="http://schemas.microsoft.com/office/drawing/2014/main" id="{E6A33D31-3CB0-4E8D-A68C-CCD4B7D2FF9D}"/>
                  </a:ext>
                </a:extLst>
              </p:cNvPr>
              <p:cNvSpPr>
                <a:spLocks/>
              </p:cNvSpPr>
              <p:nvPr/>
            </p:nvSpPr>
            <p:spPr bwMode="auto">
              <a:xfrm>
                <a:off x="8924898" y="3089099"/>
                <a:ext cx="95922" cy="155722"/>
              </a:xfrm>
              <a:custGeom>
                <a:avLst/>
                <a:gdLst>
                  <a:gd name="T0" fmla="*/ 25 w 55"/>
                  <a:gd name="T1" fmla="*/ 0 h 87"/>
                  <a:gd name="T2" fmla="*/ 20 w 55"/>
                  <a:gd name="T3" fmla="*/ 15 h 87"/>
                  <a:gd name="T4" fmla="*/ 0 w 55"/>
                  <a:gd name="T5" fmla="*/ 23 h 87"/>
                  <a:gd name="T6" fmla="*/ 8 w 55"/>
                  <a:gd name="T7" fmla="*/ 35 h 87"/>
                  <a:gd name="T8" fmla="*/ 7 w 55"/>
                  <a:gd name="T9" fmla="*/ 46 h 87"/>
                  <a:gd name="T10" fmla="*/ 19 w 55"/>
                  <a:gd name="T11" fmla="*/ 51 h 87"/>
                  <a:gd name="T12" fmla="*/ 17 w 55"/>
                  <a:gd name="T13" fmla="*/ 79 h 87"/>
                  <a:gd name="T14" fmla="*/ 32 w 55"/>
                  <a:gd name="T15" fmla="*/ 86 h 87"/>
                  <a:gd name="T16" fmla="*/ 54 w 55"/>
                  <a:gd name="T17" fmla="*/ 72 h 87"/>
                  <a:gd name="T18" fmla="*/ 54 w 55"/>
                  <a:gd name="T19" fmla="*/ 38 h 87"/>
                  <a:gd name="T20" fmla="*/ 25 w 55"/>
                  <a:gd name="T2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5" h="87">
                    <a:moveTo>
                      <a:pt x="25" y="0"/>
                    </a:moveTo>
                    <a:lnTo>
                      <a:pt x="20" y="15"/>
                    </a:lnTo>
                    <a:lnTo>
                      <a:pt x="0" y="23"/>
                    </a:lnTo>
                    <a:lnTo>
                      <a:pt x="8" y="35"/>
                    </a:lnTo>
                    <a:lnTo>
                      <a:pt x="7" y="46"/>
                    </a:lnTo>
                    <a:lnTo>
                      <a:pt x="19" y="51"/>
                    </a:lnTo>
                    <a:lnTo>
                      <a:pt x="17" y="79"/>
                    </a:lnTo>
                    <a:lnTo>
                      <a:pt x="32" y="86"/>
                    </a:lnTo>
                    <a:lnTo>
                      <a:pt x="54" y="72"/>
                    </a:lnTo>
                    <a:lnTo>
                      <a:pt x="54" y="38"/>
                    </a:lnTo>
                    <a:lnTo>
                      <a:pt x="25"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22" name="Freeform 186">
                <a:extLst>
                  <a:ext uri="{FF2B5EF4-FFF2-40B4-BE49-F238E27FC236}">
                    <a16:creationId xmlns:a16="http://schemas.microsoft.com/office/drawing/2014/main" id="{FDB7B128-1972-4EE4-95C7-43A1797B9E96}"/>
                  </a:ext>
                </a:extLst>
              </p:cNvPr>
              <p:cNvSpPr>
                <a:spLocks/>
              </p:cNvSpPr>
              <p:nvPr/>
            </p:nvSpPr>
            <p:spPr bwMode="auto">
              <a:xfrm>
                <a:off x="9196938" y="2565305"/>
                <a:ext cx="94349" cy="191900"/>
              </a:xfrm>
              <a:custGeom>
                <a:avLst/>
                <a:gdLst>
                  <a:gd name="T0" fmla="*/ 3 w 54"/>
                  <a:gd name="T1" fmla="*/ 9 h 109"/>
                  <a:gd name="T2" fmla="*/ 3 w 54"/>
                  <a:gd name="T3" fmla="*/ 20 h 109"/>
                  <a:gd name="T4" fmla="*/ 8 w 54"/>
                  <a:gd name="T5" fmla="*/ 34 h 109"/>
                  <a:gd name="T6" fmla="*/ 12 w 54"/>
                  <a:gd name="T7" fmla="*/ 52 h 109"/>
                  <a:gd name="T8" fmla="*/ 17 w 54"/>
                  <a:gd name="T9" fmla="*/ 72 h 109"/>
                  <a:gd name="T10" fmla="*/ 26 w 54"/>
                  <a:gd name="T11" fmla="*/ 81 h 109"/>
                  <a:gd name="T12" fmla="*/ 21 w 54"/>
                  <a:gd name="T13" fmla="*/ 95 h 109"/>
                  <a:gd name="T14" fmla="*/ 23 w 54"/>
                  <a:gd name="T15" fmla="*/ 101 h 109"/>
                  <a:gd name="T16" fmla="*/ 29 w 54"/>
                  <a:gd name="T17" fmla="*/ 101 h 109"/>
                  <a:gd name="T18" fmla="*/ 45 w 54"/>
                  <a:gd name="T19" fmla="*/ 108 h 109"/>
                  <a:gd name="T20" fmla="*/ 53 w 54"/>
                  <a:gd name="T21" fmla="*/ 102 h 109"/>
                  <a:gd name="T22" fmla="*/ 45 w 54"/>
                  <a:gd name="T23" fmla="*/ 83 h 109"/>
                  <a:gd name="T24" fmla="*/ 34 w 54"/>
                  <a:gd name="T25" fmla="*/ 55 h 109"/>
                  <a:gd name="T26" fmla="*/ 44 w 54"/>
                  <a:gd name="T27" fmla="*/ 57 h 109"/>
                  <a:gd name="T28" fmla="*/ 30 w 54"/>
                  <a:gd name="T29" fmla="*/ 37 h 109"/>
                  <a:gd name="T30" fmla="*/ 19 w 54"/>
                  <a:gd name="T31" fmla="*/ 23 h 109"/>
                  <a:gd name="T32" fmla="*/ 16 w 54"/>
                  <a:gd name="T33" fmla="*/ 3 h 109"/>
                  <a:gd name="T34" fmla="*/ 0 w 54"/>
                  <a:gd name="T35" fmla="*/ 0 h 109"/>
                  <a:gd name="T36" fmla="*/ 3 w 54"/>
                  <a:gd name="T37" fmla="*/ 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4" h="109">
                    <a:moveTo>
                      <a:pt x="3" y="9"/>
                    </a:moveTo>
                    <a:lnTo>
                      <a:pt x="3" y="20"/>
                    </a:lnTo>
                    <a:lnTo>
                      <a:pt x="8" y="34"/>
                    </a:lnTo>
                    <a:lnTo>
                      <a:pt x="12" y="52"/>
                    </a:lnTo>
                    <a:lnTo>
                      <a:pt x="17" y="72"/>
                    </a:lnTo>
                    <a:lnTo>
                      <a:pt x="26" y="81"/>
                    </a:lnTo>
                    <a:lnTo>
                      <a:pt x="21" y="95"/>
                    </a:lnTo>
                    <a:lnTo>
                      <a:pt x="23" y="101"/>
                    </a:lnTo>
                    <a:lnTo>
                      <a:pt x="29" y="101"/>
                    </a:lnTo>
                    <a:lnTo>
                      <a:pt x="45" y="108"/>
                    </a:lnTo>
                    <a:lnTo>
                      <a:pt x="53" y="102"/>
                    </a:lnTo>
                    <a:lnTo>
                      <a:pt x="45" y="83"/>
                    </a:lnTo>
                    <a:lnTo>
                      <a:pt x="34" y="55"/>
                    </a:lnTo>
                    <a:lnTo>
                      <a:pt x="44" y="57"/>
                    </a:lnTo>
                    <a:lnTo>
                      <a:pt x="30" y="37"/>
                    </a:lnTo>
                    <a:lnTo>
                      <a:pt x="19" y="23"/>
                    </a:lnTo>
                    <a:lnTo>
                      <a:pt x="16" y="3"/>
                    </a:lnTo>
                    <a:lnTo>
                      <a:pt x="0" y="0"/>
                    </a:lnTo>
                    <a:lnTo>
                      <a:pt x="3" y="9"/>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23" name="Freeform 187">
                <a:extLst>
                  <a:ext uri="{FF2B5EF4-FFF2-40B4-BE49-F238E27FC236}">
                    <a16:creationId xmlns:a16="http://schemas.microsoft.com/office/drawing/2014/main" id="{648288D0-8AE6-4A46-8BF9-42D1CBA064BD}"/>
                  </a:ext>
                </a:extLst>
              </p:cNvPr>
              <p:cNvSpPr>
                <a:spLocks/>
              </p:cNvSpPr>
              <p:nvPr/>
            </p:nvSpPr>
            <p:spPr bwMode="auto">
              <a:xfrm>
                <a:off x="7531678" y="3276280"/>
                <a:ext cx="721770" cy="753445"/>
              </a:xfrm>
              <a:custGeom>
                <a:avLst/>
                <a:gdLst>
                  <a:gd name="T0" fmla="*/ 407 w 409"/>
                  <a:gd name="T1" fmla="*/ 105 h 426"/>
                  <a:gd name="T2" fmla="*/ 377 w 409"/>
                  <a:gd name="T3" fmla="*/ 129 h 426"/>
                  <a:gd name="T4" fmla="*/ 359 w 409"/>
                  <a:gd name="T5" fmla="*/ 163 h 426"/>
                  <a:gd name="T6" fmla="*/ 349 w 409"/>
                  <a:gd name="T7" fmla="*/ 184 h 426"/>
                  <a:gd name="T8" fmla="*/ 341 w 409"/>
                  <a:gd name="T9" fmla="*/ 143 h 426"/>
                  <a:gd name="T10" fmla="*/ 309 w 409"/>
                  <a:gd name="T11" fmla="*/ 131 h 426"/>
                  <a:gd name="T12" fmla="*/ 281 w 409"/>
                  <a:gd name="T13" fmla="*/ 148 h 426"/>
                  <a:gd name="T14" fmla="*/ 292 w 409"/>
                  <a:gd name="T15" fmla="*/ 190 h 426"/>
                  <a:gd name="T16" fmla="*/ 272 w 409"/>
                  <a:gd name="T17" fmla="*/ 198 h 426"/>
                  <a:gd name="T18" fmla="*/ 267 w 409"/>
                  <a:gd name="T19" fmla="*/ 221 h 426"/>
                  <a:gd name="T20" fmla="*/ 238 w 409"/>
                  <a:gd name="T21" fmla="*/ 243 h 426"/>
                  <a:gd name="T22" fmla="*/ 213 w 409"/>
                  <a:gd name="T23" fmla="*/ 262 h 426"/>
                  <a:gd name="T24" fmla="*/ 191 w 409"/>
                  <a:gd name="T25" fmla="*/ 293 h 426"/>
                  <a:gd name="T26" fmla="*/ 176 w 409"/>
                  <a:gd name="T27" fmla="*/ 357 h 426"/>
                  <a:gd name="T28" fmla="*/ 176 w 409"/>
                  <a:gd name="T29" fmla="*/ 383 h 426"/>
                  <a:gd name="T30" fmla="*/ 156 w 409"/>
                  <a:gd name="T31" fmla="*/ 417 h 426"/>
                  <a:gd name="T32" fmla="*/ 131 w 409"/>
                  <a:gd name="T33" fmla="*/ 419 h 426"/>
                  <a:gd name="T34" fmla="*/ 110 w 409"/>
                  <a:gd name="T35" fmla="*/ 361 h 426"/>
                  <a:gd name="T36" fmla="*/ 77 w 409"/>
                  <a:gd name="T37" fmla="*/ 290 h 426"/>
                  <a:gd name="T38" fmla="*/ 70 w 409"/>
                  <a:gd name="T39" fmla="*/ 224 h 426"/>
                  <a:gd name="T40" fmla="*/ 59 w 409"/>
                  <a:gd name="T41" fmla="*/ 184 h 426"/>
                  <a:gd name="T42" fmla="*/ 48 w 409"/>
                  <a:gd name="T43" fmla="*/ 208 h 426"/>
                  <a:gd name="T44" fmla="*/ 11 w 409"/>
                  <a:gd name="T45" fmla="*/ 185 h 426"/>
                  <a:gd name="T46" fmla="*/ 7 w 409"/>
                  <a:gd name="T47" fmla="*/ 175 h 426"/>
                  <a:gd name="T48" fmla="*/ 8 w 409"/>
                  <a:gd name="T49" fmla="*/ 154 h 426"/>
                  <a:gd name="T50" fmla="*/ 38 w 409"/>
                  <a:gd name="T51" fmla="*/ 142 h 426"/>
                  <a:gd name="T52" fmla="*/ 11 w 409"/>
                  <a:gd name="T53" fmla="*/ 109 h 426"/>
                  <a:gd name="T54" fmla="*/ 25 w 409"/>
                  <a:gd name="T55" fmla="*/ 86 h 426"/>
                  <a:gd name="T56" fmla="*/ 53 w 409"/>
                  <a:gd name="T57" fmla="*/ 84 h 426"/>
                  <a:gd name="T58" fmla="*/ 70 w 409"/>
                  <a:gd name="T59" fmla="*/ 59 h 426"/>
                  <a:gd name="T60" fmla="*/ 86 w 409"/>
                  <a:gd name="T61" fmla="*/ 36 h 426"/>
                  <a:gd name="T62" fmla="*/ 104 w 409"/>
                  <a:gd name="T63" fmla="*/ 0 h 426"/>
                  <a:gd name="T64" fmla="*/ 132 w 409"/>
                  <a:gd name="T65" fmla="*/ 10 h 426"/>
                  <a:gd name="T66" fmla="*/ 154 w 409"/>
                  <a:gd name="T67" fmla="*/ 41 h 426"/>
                  <a:gd name="T68" fmla="*/ 169 w 409"/>
                  <a:gd name="T69" fmla="*/ 78 h 426"/>
                  <a:gd name="T70" fmla="*/ 198 w 409"/>
                  <a:gd name="T71" fmla="*/ 97 h 426"/>
                  <a:gd name="T72" fmla="*/ 238 w 409"/>
                  <a:gd name="T73" fmla="*/ 109 h 426"/>
                  <a:gd name="T74" fmla="*/ 265 w 409"/>
                  <a:gd name="T75" fmla="*/ 115 h 426"/>
                  <a:gd name="T76" fmla="*/ 287 w 409"/>
                  <a:gd name="T77" fmla="*/ 101 h 426"/>
                  <a:gd name="T78" fmla="*/ 310 w 409"/>
                  <a:gd name="T79" fmla="*/ 94 h 426"/>
                  <a:gd name="T80" fmla="*/ 342 w 409"/>
                  <a:gd name="T81" fmla="*/ 83 h 426"/>
                  <a:gd name="T82" fmla="*/ 383 w 409"/>
                  <a:gd name="T83" fmla="*/ 73 h 426"/>
                  <a:gd name="T84" fmla="*/ 408 w 409"/>
                  <a:gd name="T85" fmla="*/ 97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9" h="426">
                    <a:moveTo>
                      <a:pt x="408" y="97"/>
                    </a:moveTo>
                    <a:lnTo>
                      <a:pt x="407" y="105"/>
                    </a:lnTo>
                    <a:lnTo>
                      <a:pt x="388" y="115"/>
                    </a:lnTo>
                    <a:lnTo>
                      <a:pt x="377" y="129"/>
                    </a:lnTo>
                    <a:lnTo>
                      <a:pt x="372" y="148"/>
                    </a:lnTo>
                    <a:lnTo>
                      <a:pt x="359" y="163"/>
                    </a:lnTo>
                    <a:lnTo>
                      <a:pt x="359" y="192"/>
                    </a:lnTo>
                    <a:lnTo>
                      <a:pt x="349" y="184"/>
                    </a:lnTo>
                    <a:lnTo>
                      <a:pt x="344" y="160"/>
                    </a:lnTo>
                    <a:lnTo>
                      <a:pt x="341" y="143"/>
                    </a:lnTo>
                    <a:lnTo>
                      <a:pt x="323" y="133"/>
                    </a:lnTo>
                    <a:lnTo>
                      <a:pt x="309" y="131"/>
                    </a:lnTo>
                    <a:lnTo>
                      <a:pt x="291" y="118"/>
                    </a:lnTo>
                    <a:lnTo>
                      <a:pt x="281" y="148"/>
                    </a:lnTo>
                    <a:lnTo>
                      <a:pt x="291" y="152"/>
                    </a:lnTo>
                    <a:lnTo>
                      <a:pt x="292" y="190"/>
                    </a:lnTo>
                    <a:lnTo>
                      <a:pt x="282" y="192"/>
                    </a:lnTo>
                    <a:lnTo>
                      <a:pt x="272" y="198"/>
                    </a:lnTo>
                    <a:lnTo>
                      <a:pt x="272" y="216"/>
                    </a:lnTo>
                    <a:lnTo>
                      <a:pt x="267" y="221"/>
                    </a:lnTo>
                    <a:lnTo>
                      <a:pt x="256" y="237"/>
                    </a:lnTo>
                    <a:lnTo>
                      <a:pt x="238" y="243"/>
                    </a:lnTo>
                    <a:lnTo>
                      <a:pt x="228" y="256"/>
                    </a:lnTo>
                    <a:lnTo>
                      <a:pt x="213" y="262"/>
                    </a:lnTo>
                    <a:lnTo>
                      <a:pt x="206" y="282"/>
                    </a:lnTo>
                    <a:lnTo>
                      <a:pt x="191" y="293"/>
                    </a:lnTo>
                    <a:lnTo>
                      <a:pt x="170" y="305"/>
                    </a:lnTo>
                    <a:lnTo>
                      <a:pt x="176" y="357"/>
                    </a:lnTo>
                    <a:lnTo>
                      <a:pt x="170" y="359"/>
                    </a:lnTo>
                    <a:lnTo>
                      <a:pt x="176" y="383"/>
                    </a:lnTo>
                    <a:lnTo>
                      <a:pt x="165" y="400"/>
                    </a:lnTo>
                    <a:lnTo>
                      <a:pt x="156" y="417"/>
                    </a:lnTo>
                    <a:lnTo>
                      <a:pt x="139" y="425"/>
                    </a:lnTo>
                    <a:lnTo>
                      <a:pt x="131" y="419"/>
                    </a:lnTo>
                    <a:lnTo>
                      <a:pt x="128" y="400"/>
                    </a:lnTo>
                    <a:lnTo>
                      <a:pt x="110" y="361"/>
                    </a:lnTo>
                    <a:lnTo>
                      <a:pt x="95" y="316"/>
                    </a:lnTo>
                    <a:lnTo>
                      <a:pt x="77" y="290"/>
                    </a:lnTo>
                    <a:lnTo>
                      <a:pt x="70" y="255"/>
                    </a:lnTo>
                    <a:lnTo>
                      <a:pt x="70" y="224"/>
                    </a:lnTo>
                    <a:lnTo>
                      <a:pt x="66" y="199"/>
                    </a:lnTo>
                    <a:lnTo>
                      <a:pt x="59" y="184"/>
                    </a:lnTo>
                    <a:lnTo>
                      <a:pt x="59" y="198"/>
                    </a:lnTo>
                    <a:lnTo>
                      <a:pt x="48" y="208"/>
                    </a:lnTo>
                    <a:lnTo>
                      <a:pt x="27" y="207"/>
                    </a:lnTo>
                    <a:lnTo>
                      <a:pt x="11" y="185"/>
                    </a:lnTo>
                    <a:lnTo>
                      <a:pt x="20" y="174"/>
                    </a:lnTo>
                    <a:lnTo>
                      <a:pt x="7" y="175"/>
                    </a:lnTo>
                    <a:lnTo>
                      <a:pt x="0" y="163"/>
                    </a:lnTo>
                    <a:lnTo>
                      <a:pt x="8" y="154"/>
                    </a:lnTo>
                    <a:lnTo>
                      <a:pt x="36" y="154"/>
                    </a:lnTo>
                    <a:lnTo>
                      <a:pt x="38" y="142"/>
                    </a:lnTo>
                    <a:lnTo>
                      <a:pt x="23" y="121"/>
                    </a:lnTo>
                    <a:lnTo>
                      <a:pt x="11" y="109"/>
                    </a:lnTo>
                    <a:lnTo>
                      <a:pt x="15" y="94"/>
                    </a:lnTo>
                    <a:lnTo>
                      <a:pt x="25" y="86"/>
                    </a:lnTo>
                    <a:lnTo>
                      <a:pt x="49" y="94"/>
                    </a:lnTo>
                    <a:lnTo>
                      <a:pt x="53" y="84"/>
                    </a:lnTo>
                    <a:lnTo>
                      <a:pt x="55" y="73"/>
                    </a:lnTo>
                    <a:lnTo>
                      <a:pt x="70" y="59"/>
                    </a:lnTo>
                    <a:lnTo>
                      <a:pt x="76" y="46"/>
                    </a:lnTo>
                    <a:lnTo>
                      <a:pt x="86" y="36"/>
                    </a:lnTo>
                    <a:lnTo>
                      <a:pt x="84" y="14"/>
                    </a:lnTo>
                    <a:lnTo>
                      <a:pt x="104" y="0"/>
                    </a:lnTo>
                    <a:lnTo>
                      <a:pt x="121" y="2"/>
                    </a:lnTo>
                    <a:lnTo>
                      <a:pt x="132" y="10"/>
                    </a:lnTo>
                    <a:lnTo>
                      <a:pt x="132" y="36"/>
                    </a:lnTo>
                    <a:lnTo>
                      <a:pt x="154" y="41"/>
                    </a:lnTo>
                    <a:lnTo>
                      <a:pt x="166" y="53"/>
                    </a:lnTo>
                    <a:lnTo>
                      <a:pt x="169" y="78"/>
                    </a:lnTo>
                    <a:lnTo>
                      <a:pt x="180" y="92"/>
                    </a:lnTo>
                    <a:lnTo>
                      <a:pt x="198" y="97"/>
                    </a:lnTo>
                    <a:lnTo>
                      <a:pt x="220" y="105"/>
                    </a:lnTo>
                    <a:lnTo>
                      <a:pt x="238" y="109"/>
                    </a:lnTo>
                    <a:lnTo>
                      <a:pt x="250" y="116"/>
                    </a:lnTo>
                    <a:lnTo>
                      <a:pt x="265" y="115"/>
                    </a:lnTo>
                    <a:lnTo>
                      <a:pt x="279" y="115"/>
                    </a:lnTo>
                    <a:lnTo>
                      <a:pt x="287" y="101"/>
                    </a:lnTo>
                    <a:lnTo>
                      <a:pt x="294" y="87"/>
                    </a:lnTo>
                    <a:lnTo>
                      <a:pt x="310" y="94"/>
                    </a:lnTo>
                    <a:lnTo>
                      <a:pt x="334" y="94"/>
                    </a:lnTo>
                    <a:lnTo>
                      <a:pt x="342" y="83"/>
                    </a:lnTo>
                    <a:lnTo>
                      <a:pt x="360" y="73"/>
                    </a:lnTo>
                    <a:lnTo>
                      <a:pt x="383" y="73"/>
                    </a:lnTo>
                    <a:lnTo>
                      <a:pt x="399" y="82"/>
                    </a:lnTo>
                    <a:lnTo>
                      <a:pt x="408" y="97"/>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24" name="Freeform 188">
                <a:extLst>
                  <a:ext uri="{FF2B5EF4-FFF2-40B4-BE49-F238E27FC236}">
                    <a16:creationId xmlns:a16="http://schemas.microsoft.com/office/drawing/2014/main" id="{1AC306C4-BDBA-4629-B261-84DBD8FEE57D}"/>
                  </a:ext>
                </a:extLst>
              </p:cNvPr>
              <p:cNvSpPr>
                <a:spLocks/>
              </p:cNvSpPr>
              <p:nvPr/>
            </p:nvSpPr>
            <p:spPr bwMode="auto">
              <a:xfrm>
                <a:off x="8023865" y="3485483"/>
                <a:ext cx="143096" cy="151004"/>
              </a:xfrm>
              <a:custGeom>
                <a:avLst/>
                <a:gdLst>
                  <a:gd name="T0" fmla="*/ 79 w 80"/>
                  <a:gd name="T1" fmla="*/ 72 h 85"/>
                  <a:gd name="T2" fmla="*/ 72 w 80"/>
                  <a:gd name="T3" fmla="*/ 84 h 85"/>
                  <a:gd name="T4" fmla="*/ 64 w 80"/>
                  <a:gd name="T5" fmla="*/ 82 h 85"/>
                  <a:gd name="T6" fmla="*/ 52 w 80"/>
                  <a:gd name="T7" fmla="*/ 66 h 85"/>
                  <a:gd name="T8" fmla="*/ 54 w 80"/>
                  <a:gd name="T9" fmla="*/ 52 h 85"/>
                  <a:gd name="T10" fmla="*/ 46 w 80"/>
                  <a:gd name="T11" fmla="*/ 41 h 85"/>
                  <a:gd name="T12" fmla="*/ 42 w 80"/>
                  <a:gd name="T13" fmla="*/ 52 h 85"/>
                  <a:gd name="T14" fmla="*/ 29 w 80"/>
                  <a:gd name="T15" fmla="*/ 57 h 85"/>
                  <a:gd name="T16" fmla="*/ 28 w 80"/>
                  <a:gd name="T17" fmla="*/ 73 h 85"/>
                  <a:gd name="T18" fmla="*/ 11 w 80"/>
                  <a:gd name="T19" fmla="*/ 71 h 85"/>
                  <a:gd name="T20" fmla="*/ 10 w 80"/>
                  <a:gd name="T21" fmla="*/ 33 h 85"/>
                  <a:gd name="T22" fmla="*/ 0 w 80"/>
                  <a:gd name="T23" fmla="*/ 30 h 85"/>
                  <a:gd name="T24" fmla="*/ 10 w 80"/>
                  <a:gd name="T25" fmla="*/ 0 h 85"/>
                  <a:gd name="T26" fmla="*/ 28 w 80"/>
                  <a:gd name="T27" fmla="*/ 12 h 85"/>
                  <a:gd name="T28" fmla="*/ 43 w 80"/>
                  <a:gd name="T29" fmla="*/ 15 h 85"/>
                  <a:gd name="T30" fmla="*/ 61 w 80"/>
                  <a:gd name="T31" fmla="*/ 24 h 85"/>
                  <a:gd name="T32" fmla="*/ 64 w 80"/>
                  <a:gd name="T33" fmla="*/ 42 h 85"/>
                  <a:gd name="T34" fmla="*/ 70 w 80"/>
                  <a:gd name="T35" fmla="*/ 65 h 85"/>
                  <a:gd name="T36" fmla="*/ 79 w 80"/>
                  <a:gd name="T37" fmla="*/ 7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0" h="85">
                    <a:moveTo>
                      <a:pt x="79" y="72"/>
                    </a:moveTo>
                    <a:lnTo>
                      <a:pt x="72" y="84"/>
                    </a:lnTo>
                    <a:lnTo>
                      <a:pt x="64" y="82"/>
                    </a:lnTo>
                    <a:lnTo>
                      <a:pt x="52" y="66"/>
                    </a:lnTo>
                    <a:lnTo>
                      <a:pt x="54" y="52"/>
                    </a:lnTo>
                    <a:lnTo>
                      <a:pt x="46" y="41"/>
                    </a:lnTo>
                    <a:lnTo>
                      <a:pt x="42" y="52"/>
                    </a:lnTo>
                    <a:lnTo>
                      <a:pt x="29" y="57"/>
                    </a:lnTo>
                    <a:lnTo>
                      <a:pt x="28" y="73"/>
                    </a:lnTo>
                    <a:lnTo>
                      <a:pt x="11" y="71"/>
                    </a:lnTo>
                    <a:lnTo>
                      <a:pt x="10" y="33"/>
                    </a:lnTo>
                    <a:lnTo>
                      <a:pt x="0" y="30"/>
                    </a:lnTo>
                    <a:lnTo>
                      <a:pt x="10" y="0"/>
                    </a:lnTo>
                    <a:lnTo>
                      <a:pt x="28" y="12"/>
                    </a:lnTo>
                    <a:lnTo>
                      <a:pt x="43" y="15"/>
                    </a:lnTo>
                    <a:lnTo>
                      <a:pt x="61" y="24"/>
                    </a:lnTo>
                    <a:lnTo>
                      <a:pt x="64" y="42"/>
                    </a:lnTo>
                    <a:lnTo>
                      <a:pt x="70" y="65"/>
                    </a:lnTo>
                    <a:lnTo>
                      <a:pt x="79" y="7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25" name="Freeform 192">
                <a:extLst>
                  <a:ext uri="{FF2B5EF4-FFF2-40B4-BE49-F238E27FC236}">
                    <a16:creationId xmlns:a16="http://schemas.microsoft.com/office/drawing/2014/main" id="{DDF18FA6-FC2F-42E9-B969-023BBC82873A}"/>
                  </a:ext>
                </a:extLst>
              </p:cNvPr>
              <p:cNvSpPr>
                <a:spLocks/>
              </p:cNvSpPr>
              <p:nvPr/>
            </p:nvSpPr>
            <p:spPr bwMode="auto">
              <a:xfrm>
                <a:off x="7012758" y="2573170"/>
                <a:ext cx="934055" cy="475032"/>
              </a:xfrm>
              <a:custGeom>
                <a:avLst/>
                <a:gdLst>
                  <a:gd name="T0" fmla="*/ 516 w 531"/>
                  <a:gd name="T1" fmla="*/ 78 h 270"/>
                  <a:gd name="T2" fmla="*/ 486 w 531"/>
                  <a:gd name="T3" fmla="*/ 58 h 270"/>
                  <a:gd name="T4" fmla="*/ 449 w 531"/>
                  <a:gd name="T5" fmla="*/ 16 h 270"/>
                  <a:gd name="T6" fmla="*/ 408 w 531"/>
                  <a:gd name="T7" fmla="*/ 25 h 270"/>
                  <a:gd name="T8" fmla="*/ 391 w 531"/>
                  <a:gd name="T9" fmla="*/ 11 h 270"/>
                  <a:gd name="T10" fmla="*/ 351 w 531"/>
                  <a:gd name="T11" fmla="*/ 5 h 270"/>
                  <a:gd name="T12" fmla="*/ 294 w 531"/>
                  <a:gd name="T13" fmla="*/ 7 h 270"/>
                  <a:gd name="T14" fmla="*/ 265 w 531"/>
                  <a:gd name="T15" fmla="*/ 3 h 270"/>
                  <a:gd name="T16" fmla="*/ 252 w 531"/>
                  <a:gd name="T17" fmla="*/ 32 h 270"/>
                  <a:gd name="T18" fmla="*/ 250 w 531"/>
                  <a:gd name="T19" fmla="*/ 34 h 270"/>
                  <a:gd name="T20" fmla="*/ 247 w 531"/>
                  <a:gd name="T21" fmla="*/ 36 h 270"/>
                  <a:gd name="T22" fmla="*/ 244 w 531"/>
                  <a:gd name="T23" fmla="*/ 37 h 270"/>
                  <a:gd name="T24" fmla="*/ 242 w 531"/>
                  <a:gd name="T25" fmla="*/ 39 h 270"/>
                  <a:gd name="T26" fmla="*/ 239 w 531"/>
                  <a:gd name="T27" fmla="*/ 40 h 270"/>
                  <a:gd name="T28" fmla="*/ 237 w 531"/>
                  <a:gd name="T29" fmla="*/ 40 h 270"/>
                  <a:gd name="T30" fmla="*/ 237 w 531"/>
                  <a:gd name="T31" fmla="*/ 43 h 270"/>
                  <a:gd name="T32" fmla="*/ 238 w 531"/>
                  <a:gd name="T33" fmla="*/ 47 h 270"/>
                  <a:gd name="T34" fmla="*/ 240 w 531"/>
                  <a:gd name="T35" fmla="*/ 52 h 270"/>
                  <a:gd name="T36" fmla="*/ 242 w 531"/>
                  <a:gd name="T37" fmla="*/ 56 h 270"/>
                  <a:gd name="T38" fmla="*/ 236 w 531"/>
                  <a:gd name="T39" fmla="*/ 67 h 270"/>
                  <a:gd name="T40" fmla="*/ 196 w 531"/>
                  <a:gd name="T41" fmla="*/ 47 h 270"/>
                  <a:gd name="T42" fmla="*/ 164 w 531"/>
                  <a:gd name="T43" fmla="*/ 44 h 270"/>
                  <a:gd name="T44" fmla="*/ 130 w 531"/>
                  <a:gd name="T45" fmla="*/ 12 h 270"/>
                  <a:gd name="T46" fmla="*/ 85 w 531"/>
                  <a:gd name="T47" fmla="*/ 7 h 270"/>
                  <a:gd name="T48" fmla="*/ 59 w 531"/>
                  <a:gd name="T49" fmla="*/ 25 h 270"/>
                  <a:gd name="T50" fmla="*/ 20 w 531"/>
                  <a:gd name="T51" fmla="*/ 34 h 270"/>
                  <a:gd name="T52" fmla="*/ 7 w 531"/>
                  <a:gd name="T53" fmla="*/ 74 h 270"/>
                  <a:gd name="T54" fmla="*/ 25 w 531"/>
                  <a:gd name="T55" fmla="*/ 104 h 270"/>
                  <a:gd name="T56" fmla="*/ 6 w 531"/>
                  <a:gd name="T57" fmla="*/ 145 h 270"/>
                  <a:gd name="T58" fmla="*/ 43 w 531"/>
                  <a:gd name="T59" fmla="*/ 145 h 270"/>
                  <a:gd name="T60" fmla="*/ 59 w 531"/>
                  <a:gd name="T61" fmla="*/ 144 h 270"/>
                  <a:gd name="T62" fmla="*/ 59 w 531"/>
                  <a:gd name="T63" fmla="*/ 171 h 270"/>
                  <a:gd name="T64" fmla="*/ 31 w 531"/>
                  <a:gd name="T65" fmla="*/ 178 h 270"/>
                  <a:gd name="T66" fmla="*/ 19 w 531"/>
                  <a:gd name="T67" fmla="*/ 190 h 270"/>
                  <a:gd name="T68" fmla="*/ 26 w 531"/>
                  <a:gd name="T69" fmla="*/ 215 h 270"/>
                  <a:gd name="T70" fmla="*/ 54 w 531"/>
                  <a:gd name="T71" fmla="*/ 240 h 270"/>
                  <a:gd name="T72" fmla="*/ 75 w 531"/>
                  <a:gd name="T73" fmla="*/ 228 h 270"/>
                  <a:gd name="T74" fmla="*/ 93 w 531"/>
                  <a:gd name="T75" fmla="*/ 242 h 270"/>
                  <a:gd name="T76" fmla="*/ 105 w 531"/>
                  <a:gd name="T77" fmla="*/ 256 h 270"/>
                  <a:gd name="T78" fmla="*/ 130 w 531"/>
                  <a:gd name="T79" fmla="*/ 189 h 270"/>
                  <a:gd name="T80" fmla="*/ 174 w 531"/>
                  <a:gd name="T81" fmla="*/ 161 h 270"/>
                  <a:gd name="T82" fmla="*/ 202 w 531"/>
                  <a:gd name="T83" fmla="*/ 145 h 270"/>
                  <a:gd name="T84" fmla="*/ 210 w 531"/>
                  <a:gd name="T85" fmla="*/ 178 h 270"/>
                  <a:gd name="T86" fmla="*/ 214 w 531"/>
                  <a:gd name="T87" fmla="*/ 201 h 270"/>
                  <a:gd name="T88" fmla="*/ 237 w 531"/>
                  <a:gd name="T89" fmla="*/ 209 h 270"/>
                  <a:gd name="T90" fmla="*/ 269 w 531"/>
                  <a:gd name="T91" fmla="*/ 218 h 270"/>
                  <a:gd name="T92" fmla="*/ 275 w 531"/>
                  <a:gd name="T93" fmla="*/ 253 h 270"/>
                  <a:gd name="T94" fmla="*/ 302 w 531"/>
                  <a:gd name="T95" fmla="*/ 269 h 270"/>
                  <a:gd name="T96" fmla="*/ 354 w 531"/>
                  <a:gd name="T97" fmla="*/ 244 h 270"/>
                  <a:gd name="T98" fmla="*/ 347 w 531"/>
                  <a:gd name="T99" fmla="*/ 226 h 270"/>
                  <a:gd name="T100" fmla="*/ 323 w 531"/>
                  <a:gd name="T101" fmla="*/ 217 h 270"/>
                  <a:gd name="T102" fmla="*/ 328 w 531"/>
                  <a:gd name="T103" fmla="*/ 199 h 270"/>
                  <a:gd name="T104" fmla="*/ 338 w 531"/>
                  <a:gd name="T105" fmla="*/ 186 h 270"/>
                  <a:gd name="T106" fmla="*/ 357 w 531"/>
                  <a:gd name="T107" fmla="*/ 189 h 270"/>
                  <a:gd name="T108" fmla="*/ 387 w 531"/>
                  <a:gd name="T109" fmla="*/ 193 h 270"/>
                  <a:gd name="T110" fmla="*/ 437 w 531"/>
                  <a:gd name="T111" fmla="*/ 189 h 270"/>
                  <a:gd name="T112" fmla="*/ 459 w 531"/>
                  <a:gd name="T113" fmla="*/ 195 h 270"/>
                  <a:gd name="T114" fmla="*/ 475 w 531"/>
                  <a:gd name="T115" fmla="*/ 167 h 270"/>
                  <a:gd name="T116" fmla="*/ 499 w 531"/>
                  <a:gd name="T117" fmla="*/ 140 h 270"/>
                  <a:gd name="T118" fmla="*/ 517 w 531"/>
                  <a:gd name="T119" fmla="*/ 130 h 270"/>
                  <a:gd name="T120" fmla="*/ 530 w 531"/>
                  <a:gd name="T121" fmla="*/ 113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31" h="270">
                    <a:moveTo>
                      <a:pt x="530" y="113"/>
                    </a:moveTo>
                    <a:lnTo>
                      <a:pt x="516" y="78"/>
                    </a:lnTo>
                    <a:lnTo>
                      <a:pt x="494" y="69"/>
                    </a:lnTo>
                    <a:lnTo>
                      <a:pt x="486" y="58"/>
                    </a:lnTo>
                    <a:lnTo>
                      <a:pt x="471" y="57"/>
                    </a:lnTo>
                    <a:lnTo>
                      <a:pt x="449" y="16"/>
                    </a:lnTo>
                    <a:lnTo>
                      <a:pt x="431" y="16"/>
                    </a:lnTo>
                    <a:lnTo>
                      <a:pt x="408" y="25"/>
                    </a:lnTo>
                    <a:lnTo>
                      <a:pt x="393" y="23"/>
                    </a:lnTo>
                    <a:lnTo>
                      <a:pt x="391" y="11"/>
                    </a:lnTo>
                    <a:lnTo>
                      <a:pt x="379" y="0"/>
                    </a:lnTo>
                    <a:lnTo>
                      <a:pt x="351" y="5"/>
                    </a:lnTo>
                    <a:lnTo>
                      <a:pt x="330" y="10"/>
                    </a:lnTo>
                    <a:lnTo>
                      <a:pt x="294" y="7"/>
                    </a:lnTo>
                    <a:lnTo>
                      <a:pt x="275" y="2"/>
                    </a:lnTo>
                    <a:lnTo>
                      <a:pt x="265" y="3"/>
                    </a:lnTo>
                    <a:lnTo>
                      <a:pt x="269" y="25"/>
                    </a:lnTo>
                    <a:lnTo>
                      <a:pt x="252" y="32"/>
                    </a:lnTo>
                    <a:lnTo>
                      <a:pt x="251" y="33"/>
                    </a:lnTo>
                    <a:lnTo>
                      <a:pt x="250" y="34"/>
                    </a:lnTo>
                    <a:lnTo>
                      <a:pt x="248" y="35"/>
                    </a:lnTo>
                    <a:lnTo>
                      <a:pt x="247" y="36"/>
                    </a:lnTo>
                    <a:lnTo>
                      <a:pt x="246" y="36"/>
                    </a:lnTo>
                    <a:lnTo>
                      <a:pt x="244" y="37"/>
                    </a:lnTo>
                    <a:lnTo>
                      <a:pt x="243" y="38"/>
                    </a:lnTo>
                    <a:lnTo>
                      <a:pt x="242" y="39"/>
                    </a:lnTo>
                    <a:lnTo>
                      <a:pt x="240" y="40"/>
                    </a:lnTo>
                    <a:lnTo>
                      <a:pt x="239" y="40"/>
                    </a:lnTo>
                    <a:lnTo>
                      <a:pt x="238" y="40"/>
                    </a:lnTo>
                    <a:lnTo>
                      <a:pt x="237" y="40"/>
                    </a:lnTo>
                    <a:lnTo>
                      <a:pt x="237" y="41"/>
                    </a:lnTo>
                    <a:lnTo>
                      <a:pt x="237" y="43"/>
                    </a:lnTo>
                    <a:lnTo>
                      <a:pt x="237" y="45"/>
                    </a:lnTo>
                    <a:lnTo>
                      <a:pt x="238" y="47"/>
                    </a:lnTo>
                    <a:lnTo>
                      <a:pt x="239" y="50"/>
                    </a:lnTo>
                    <a:lnTo>
                      <a:pt x="240" y="52"/>
                    </a:lnTo>
                    <a:lnTo>
                      <a:pt x="241" y="54"/>
                    </a:lnTo>
                    <a:lnTo>
                      <a:pt x="242" y="56"/>
                    </a:lnTo>
                    <a:lnTo>
                      <a:pt x="243" y="58"/>
                    </a:lnTo>
                    <a:lnTo>
                      <a:pt x="236" y="67"/>
                    </a:lnTo>
                    <a:lnTo>
                      <a:pt x="222" y="62"/>
                    </a:lnTo>
                    <a:lnTo>
                      <a:pt x="196" y="47"/>
                    </a:lnTo>
                    <a:lnTo>
                      <a:pt x="177" y="49"/>
                    </a:lnTo>
                    <a:lnTo>
                      <a:pt x="164" y="44"/>
                    </a:lnTo>
                    <a:lnTo>
                      <a:pt x="165" y="35"/>
                    </a:lnTo>
                    <a:lnTo>
                      <a:pt x="130" y="12"/>
                    </a:lnTo>
                    <a:lnTo>
                      <a:pt x="107" y="11"/>
                    </a:lnTo>
                    <a:lnTo>
                      <a:pt x="85" y="7"/>
                    </a:lnTo>
                    <a:lnTo>
                      <a:pt x="66" y="12"/>
                    </a:lnTo>
                    <a:lnTo>
                      <a:pt x="59" y="25"/>
                    </a:lnTo>
                    <a:lnTo>
                      <a:pt x="44" y="7"/>
                    </a:lnTo>
                    <a:lnTo>
                      <a:pt x="20" y="34"/>
                    </a:lnTo>
                    <a:lnTo>
                      <a:pt x="0" y="58"/>
                    </a:lnTo>
                    <a:lnTo>
                      <a:pt x="7" y="74"/>
                    </a:lnTo>
                    <a:lnTo>
                      <a:pt x="24" y="85"/>
                    </a:lnTo>
                    <a:lnTo>
                      <a:pt x="25" y="104"/>
                    </a:lnTo>
                    <a:lnTo>
                      <a:pt x="12" y="118"/>
                    </a:lnTo>
                    <a:lnTo>
                      <a:pt x="6" y="145"/>
                    </a:lnTo>
                    <a:lnTo>
                      <a:pt x="25" y="140"/>
                    </a:lnTo>
                    <a:lnTo>
                      <a:pt x="43" y="145"/>
                    </a:lnTo>
                    <a:lnTo>
                      <a:pt x="48" y="138"/>
                    </a:lnTo>
                    <a:lnTo>
                      <a:pt x="59" y="144"/>
                    </a:lnTo>
                    <a:lnTo>
                      <a:pt x="54" y="162"/>
                    </a:lnTo>
                    <a:lnTo>
                      <a:pt x="59" y="171"/>
                    </a:lnTo>
                    <a:lnTo>
                      <a:pt x="38" y="171"/>
                    </a:lnTo>
                    <a:lnTo>
                      <a:pt x="31" y="178"/>
                    </a:lnTo>
                    <a:lnTo>
                      <a:pt x="30" y="189"/>
                    </a:lnTo>
                    <a:lnTo>
                      <a:pt x="19" y="190"/>
                    </a:lnTo>
                    <a:lnTo>
                      <a:pt x="20" y="200"/>
                    </a:lnTo>
                    <a:lnTo>
                      <a:pt x="26" y="215"/>
                    </a:lnTo>
                    <a:lnTo>
                      <a:pt x="48" y="215"/>
                    </a:lnTo>
                    <a:lnTo>
                      <a:pt x="54" y="240"/>
                    </a:lnTo>
                    <a:lnTo>
                      <a:pt x="59" y="226"/>
                    </a:lnTo>
                    <a:lnTo>
                      <a:pt x="75" y="228"/>
                    </a:lnTo>
                    <a:lnTo>
                      <a:pt x="80" y="248"/>
                    </a:lnTo>
                    <a:lnTo>
                      <a:pt x="93" y="242"/>
                    </a:lnTo>
                    <a:lnTo>
                      <a:pt x="105" y="247"/>
                    </a:lnTo>
                    <a:lnTo>
                      <a:pt x="105" y="256"/>
                    </a:lnTo>
                    <a:lnTo>
                      <a:pt x="119" y="261"/>
                    </a:lnTo>
                    <a:lnTo>
                      <a:pt x="130" y="189"/>
                    </a:lnTo>
                    <a:lnTo>
                      <a:pt x="160" y="164"/>
                    </a:lnTo>
                    <a:lnTo>
                      <a:pt x="174" y="161"/>
                    </a:lnTo>
                    <a:lnTo>
                      <a:pt x="174" y="145"/>
                    </a:lnTo>
                    <a:lnTo>
                      <a:pt x="202" y="145"/>
                    </a:lnTo>
                    <a:lnTo>
                      <a:pt x="202" y="167"/>
                    </a:lnTo>
                    <a:lnTo>
                      <a:pt x="210" y="178"/>
                    </a:lnTo>
                    <a:lnTo>
                      <a:pt x="204" y="184"/>
                    </a:lnTo>
                    <a:lnTo>
                      <a:pt x="214" y="201"/>
                    </a:lnTo>
                    <a:lnTo>
                      <a:pt x="219" y="214"/>
                    </a:lnTo>
                    <a:lnTo>
                      <a:pt x="237" y="209"/>
                    </a:lnTo>
                    <a:lnTo>
                      <a:pt x="254" y="211"/>
                    </a:lnTo>
                    <a:lnTo>
                      <a:pt x="269" y="218"/>
                    </a:lnTo>
                    <a:lnTo>
                      <a:pt x="270" y="240"/>
                    </a:lnTo>
                    <a:lnTo>
                      <a:pt x="275" y="253"/>
                    </a:lnTo>
                    <a:lnTo>
                      <a:pt x="295" y="263"/>
                    </a:lnTo>
                    <a:lnTo>
                      <a:pt x="302" y="269"/>
                    </a:lnTo>
                    <a:lnTo>
                      <a:pt x="320" y="256"/>
                    </a:lnTo>
                    <a:lnTo>
                      <a:pt x="354" y="244"/>
                    </a:lnTo>
                    <a:lnTo>
                      <a:pt x="359" y="237"/>
                    </a:lnTo>
                    <a:lnTo>
                      <a:pt x="347" y="226"/>
                    </a:lnTo>
                    <a:lnTo>
                      <a:pt x="335" y="228"/>
                    </a:lnTo>
                    <a:lnTo>
                      <a:pt x="323" y="217"/>
                    </a:lnTo>
                    <a:lnTo>
                      <a:pt x="330" y="207"/>
                    </a:lnTo>
                    <a:lnTo>
                      <a:pt x="328" y="199"/>
                    </a:lnTo>
                    <a:lnTo>
                      <a:pt x="328" y="195"/>
                    </a:lnTo>
                    <a:lnTo>
                      <a:pt x="338" y="186"/>
                    </a:lnTo>
                    <a:lnTo>
                      <a:pt x="351" y="200"/>
                    </a:lnTo>
                    <a:lnTo>
                      <a:pt x="357" y="189"/>
                    </a:lnTo>
                    <a:lnTo>
                      <a:pt x="376" y="184"/>
                    </a:lnTo>
                    <a:lnTo>
                      <a:pt x="387" y="193"/>
                    </a:lnTo>
                    <a:lnTo>
                      <a:pt x="417" y="189"/>
                    </a:lnTo>
                    <a:lnTo>
                      <a:pt x="437" y="189"/>
                    </a:lnTo>
                    <a:lnTo>
                      <a:pt x="453" y="203"/>
                    </a:lnTo>
                    <a:lnTo>
                      <a:pt x="459" y="195"/>
                    </a:lnTo>
                    <a:lnTo>
                      <a:pt x="460" y="175"/>
                    </a:lnTo>
                    <a:lnTo>
                      <a:pt x="475" y="167"/>
                    </a:lnTo>
                    <a:lnTo>
                      <a:pt x="493" y="173"/>
                    </a:lnTo>
                    <a:lnTo>
                      <a:pt x="499" y="140"/>
                    </a:lnTo>
                    <a:lnTo>
                      <a:pt x="505" y="133"/>
                    </a:lnTo>
                    <a:lnTo>
                      <a:pt x="517" y="130"/>
                    </a:lnTo>
                    <a:lnTo>
                      <a:pt x="521" y="119"/>
                    </a:lnTo>
                    <a:lnTo>
                      <a:pt x="530" y="11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26" name="Freeform 193">
                <a:extLst>
                  <a:ext uri="{FF2B5EF4-FFF2-40B4-BE49-F238E27FC236}">
                    <a16:creationId xmlns:a16="http://schemas.microsoft.com/office/drawing/2014/main" id="{31785093-55BA-4FC1-A03A-0DAA8BC6D129}"/>
                  </a:ext>
                </a:extLst>
              </p:cNvPr>
              <p:cNvSpPr>
                <a:spLocks/>
              </p:cNvSpPr>
              <p:nvPr/>
            </p:nvSpPr>
            <p:spPr bwMode="auto">
              <a:xfrm>
                <a:off x="7542685" y="2897198"/>
                <a:ext cx="265750" cy="198192"/>
              </a:xfrm>
              <a:custGeom>
                <a:avLst/>
                <a:gdLst>
                  <a:gd name="T0" fmla="*/ 144 w 169"/>
                  <a:gd name="T1" fmla="*/ 21 h 126"/>
                  <a:gd name="T2" fmla="*/ 134 w 169"/>
                  <a:gd name="T3" fmla="*/ 33 h 126"/>
                  <a:gd name="T4" fmla="*/ 144 w 169"/>
                  <a:gd name="T5" fmla="*/ 42 h 126"/>
                  <a:gd name="T6" fmla="*/ 143 w 169"/>
                  <a:gd name="T7" fmla="*/ 87 h 126"/>
                  <a:gd name="T8" fmla="*/ 130 w 169"/>
                  <a:gd name="T9" fmla="*/ 91 h 126"/>
                  <a:gd name="T10" fmla="*/ 124 w 169"/>
                  <a:gd name="T11" fmla="*/ 102 h 126"/>
                  <a:gd name="T12" fmla="*/ 97 w 169"/>
                  <a:gd name="T13" fmla="*/ 108 h 126"/>
                  <a:gd name="T14" fmla="*/ 98 w 169"/>
                  <a:gd name="T15" fmla="*/ 117 h 126"/>
                  <a:gd name="T16" fmla="*/ 91 w 169"/>
                  <a:gd name="T17" fmla="*/ 126 h 126"/>
                  <a:gd name="T18" fmla="*/ 76 w 169"/>
                  <a:gd name="T19" fmla="*/ 85 h 126"/>
                  <a:gd name="T20" fmla="*/ 57 w 169"/>
                  <a:gd name="T21" fmla="*/ 99 h 126"/>
                  <a:gd name="T22" fmla="*/ 40 w 169"/>
                  <a:gd name="T23" fmla="*/ 101 h 126"/>
                  <a:gd name="T24" fmla="*/ 0 w 169"/>
                  <a:gd name="T25" fmla="*/ 96 h 126"/>
                  <a:gd name="T26" fmla="*/ 20 w 169"/>
                  <a:gd name="T27" fmla="*/ 81 h 126"/>
                  <a:gd name="T28" fmla="*/ 58 w 169"/>
                  <a:gd name="T29" fmla="*/ 68 h 126"/>
                  <a:gd name="T30" fmla="*/ 64 w 169"/>
                  <a:gd name="T31" fmla="*/ 60 h 126"/>
                  <a:gd name="T32" fmla="*/ 50 w 169"/>
                  <a:gd name="T33" fmla="*/ 47 h 126"/>
                  <a:gd name="T34" fmla="*/ 37 w 169"/>
                  <a:gd name="T35" fmla="*/ 50 h 126"/>
                  <a:gd name="T36" fmla="*/ 23 w 169"/>
                  <a:gd name="T37" fmla="*/ 38 h 126"/>
                  <a:gd name="T38" fmla="*/ 31 w 169"/>
                  <a:gd name="T39" fmla="*/ 27 h 126"/>
                  <a:gd name="T40" fmla="*/ 29 w 169"/>
                  <a:gd name="T41" fmla="*/ 12 h 126"/>
                  <a:gd name="T42" fmla="*/ 40 w 169"/>
                  <a:gd name="T43" fmla="*/ 3 h 126"/>
                  <a:gd name="T44" fmla="*/ 55 w 169"/>
                  <a:gd name="T45" fmla="*/ 18 h 126"/>
                  <a:gd name="T46" fmla="*/ 62 w 169"/>
                  <a:gd name="T47" fmla="*/ 6 h 126"/>
                  <a:gd name="T48" fmla="*/ 83 w 169"/>
                  <a:gd name="T49" fmla="*/ 0 h 126"/>
                  <a:gd name="T50" fmla="*/ 95 w 169"/>
                  <a:gd name="T51" fmla="*/ 10 h 126"/>
                  <a:gd name="T52" fmla="*/ 129 w 169"/>
                  <a:gd name="T53" fmla="*/ 6 h 126"/>
                  <a:gd name="T54" fmla="*/ 151 w 169"/>
                  <a:gd name="T55" fmla="*/ 7 h 126"/>
                  <a:gd name="T56" fmla="*/ 169 w 169"/>
                  <a:gd name="T57" fmla="*/ 22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9" h="126">
                    <a:moveTo>
                      <a:pt x="144" y="21"/>
                    </a:moveTo>
                    <a:lnTo>
                      <a:pt x="134" y="33"/>
                    </a:lnTo>
                    <a:lnTo>
                      <a:pt x="144" y="42"/>
                    </a:lnTo>
                    <a:lnTo>
                      <a:pt x="143" y="87"/>
                    </a:lnTo>
                    <a:lnTo>
                      <a:pt x="130" y="91"/>
                    </a:lnTo>
                    <a:lnTo>
                      <a:pt x="124" y="102"/>
                    </a:lnTo>
                    <a:lnTo>
                      <a:pt x="97" y="108"/>
                    </a:lnTo>
                    <a:lnTo>
                      <a:pt x="98" y="117"/>
                    </a:lnTo>
                    <a:lnTo>
                      <a:pt x="91" y="126"/>
                    </a:lnTo>
                    <a:lnTo>
                      <a:pt x="76" y="85"/>
                    </a:lnTo>
                    <a:lnTo>
                      <a:pt x="57" y="99"/>
                    </a:lnTo>
                    <a:lnTo>
                      <a:pt x="40" y="101"/>
                    </a:lnTo>
                    <a:lnTo>
                      <a:pt x="0" y="96"/>
                    </a:lnTo>
                    <a:lnTo>
                      <a:pt x="20" y="81"/>
                    </a:lnTo>
                    <a:lnTo>
                      <a:pt x="58" y="68"/>
                    </a:lnTo>
                    <a:lnTo>
                      <a:pt x="64" y="60"/>
                    </a:lnTo>
                    <a:lnTo>
                      <a:pt x="50" y="47"/>
                    </a:lnTo>
                    <a:lnTo>
                      <a:pt x="37" y="50"/>
                    </a:lnTo>
                    <a:lnTo>
                      <a:pt x="23" y="38"/>
                    </a:lnTo>
                    <a:lnTo>
                      <a:pt x="31" y="27"/>
                    </a:lnTo>
                    <a:lnTo>
                      <a:pt x="29" y="12"/>
                    </a:lnTo>
                    <a:lnTo>
                      <a:pt x="40" y="3"/>
                    </a:lnTo>
                    <a:lnTo>
                      <a:pt x="55" y="18"/>
                    </a:lnTo>
                    <a:lnTo>
                      <a:pt x="62" y="6"/>
                    </a:lnTo>
                    <a:lnTo>
                      <a:pt x="83" y="0"/>
                    </a:lnTo>
                    <a:lnTo>
                      <a:pt x="95" y="10"/>
                    </a:lnTo>
                    <a:lnTo>
                      <a:pt x="129" y="6"/>
                    </a:lnTo>
                    <a:lnTo>
                      <a:pt x="151" y="7"/>
                    </a:lnTo>
                    <a:lnTo>
                      <a:pt x="169" y="2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27" name="Freeform 194">
                <a:extLst>
                  <a:ext uri="{FF2B5EF4-FFF2-40B4-BE49-F238E27FC236}">
                    <a16:creationId xmlns:a16="http://schemas.microsoft.com/office/drawing/2014/main" id="{685A8553-6829-4C87-BF5E-FB5BF7310194}"/>
                  </a:ext>
                </a:extLst>
              </p:cNvPr>
              <p:cNvSpPr>
                <a:spLocks/>
              </p:cNvSpPr>
              <p:nvPr/>
            </p:nvSpPr>
            <p:spPr bwMode="auto">
              <a:xfrm>
                <a:off x="6759588" y="2887761"/>
                <a:ext cx="157248" cy="114826"/>
              </a:xfrm>
              <a:custGeom>
                <a:avLst/>
                <a:gdLst>
                  <a:gd name="T0" fmla="*/ 0 w 90"/>
                  <a:gd name="T1" fmla="*/ 18 h 65"/>
                  <a:gd name="T2" fmla="*/ 32 w 90"/>
                  <a:gd name="T3" fmla="*/ 0 h 65"/>
                  <a:gd name="T4" fmla="*/ 50 w 90"/>
                  <a:gd name="T5" fmla="*/ 9 h 65"/>
                  <a:gd name="T6" fmla="*/ 62 w 90"/>
                  <a:gd name="T7" fmla="*/ 9 h 65"/>
                  <a:gd name="T8" fmla="*/ 74 w 90"/>
                  <a:gd name="T9" fmla="*/ 21 h 65"/>
                  <a:gd name="T10" fmla="*/ 89 w 90"/>
                  <a:gd name="T11" fmla="*/ 37 h 65"/>
                  <a:gd name="T12" fmla="*/ 80 w 90"/>
                  <a:gd name="T13" fmla="*/ 55 h 65"/>
                  <a:gd name="T14" fmla="*/ 64 w 90"/>
                  <a:gd name="T15" fmla="*/ 62 h 65"/>
                  <a:gd name="T16" fmla="*/ 45 w 90"/>
                  <a:gd name="T17" fmla="*/ 64 h 65"/>
                  <a:gd name="T18" fmla="*/ 42 w 90"/>
                  <a:gd name="T19" fmla="*/ 50 h 65"/>
                  <a:gd name="T20" fmla="*/ 35 w 90"/>
                  <a:gd name="T21" fmla="*/ 37 h 65"/>
                  <a:gd name="T22" fmla="*/ 15 w 90"/>
                  <a:gd name="T23" fmla="*/ 31 h 65"/>
                  <a:gd name="T24" fmla="*/ 0 w 90"/>
                  <a:gd name="T25" fmla="*/ 18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65">
                    <a:moveTo>
                      <a:pt x="0" y="18"/>
                    </a:moveTo>
                    <a:lnTo>
                      <a:pt x="32" y="0"/>
                    </a:lnTo>
                    <a:lnTo>
                      <a:pt x="50" y="9"/>
                    </a:lnTo>
                    <a:lnTo>
                      <a:pt x="62" y="9"/>
                    </a:lnTo>
                    <a:lnTo>
                      <a:pt x="74" y="21"/>
                    </a:lnTo>
                    <a:lnTo>
                      <a:pt x="89" y="37"/>
                    </a:lnTo>
                    <a:lnTo>
                      <a:pt x="80" y="55"/>
                    </a:lnTo>
                    <a:lnTo>
                      <a:pt x="64" y="62"/>
                    </a:lnTo>
                    <a:lnTo>
                      <a:pt x="45" y="64"/>
                    </a:lnTo>
                    <a:lnTo>
                      <a:pt x="42" y="50"/>
                    </a:lnTo>
                    <a:lnTo>
                      <a:pt x="35" y="37"/>
                    </a:lnTo>
                    <a:lnTo>
                      <a:pt x="15" y="31"/>
                    </a:lnTo>
                    <a:lnTo>
                      <a:pt x="0" y="18"/>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28" name="Freeform 195">
                <a:extLst>
                  <a:ext uri="{FF2B5EF4-FFF2-40B4-BE49-F238E27FC236}">
                    <a16:creationId xmlns:a16="http://schemas.microsoft.com/office/drawing/2014/main" id="{F8339121-72F9-4B37-88DD-1A9A220B955E}"/>
                  </a:ext>
                </a:extLst>
              </p:cNvPr>
              <p:cNvSpPr>
                <a:spLocks/>
              </p:cNvSpPr>
              <p:nvPr/>
            </p:nvSpPr>
            <p:spPr bwMode="auto">
              <a:xfrm>
                <a:off x="8354087" y="3965234"/>
                <a:ext cx="127371" cy="243808"/>
              </a:xfrm>
              <a:custGeom>
                <a:avLst/>
                <a:gdLst>
                  <a:gd name="T0" fmla="*/ 46 w 73"/>
                  <a:gd name="T1" fmla="*/ 46 h 138"/>
                  <a:gd name="T2" fmla="*/ 25 w 73"/>
                  <a:gd name="T3" fmla="*/ 35 h 138"/>
                  <a:gd name="T4" fmla="*/ 13 w 73"/>
                  <a:gd name="T5" fmla="*/ 0 h 138"/>
                  <a:gd name="T6" fmla="*/ 0 w 73"/>
                  <a:gd name="T7" fmla="*/ 13 h 138"/>
                  <a:gd name="T8" fmla="*/ 2 w 73"/>
                  <a:gd name="T9" fmla="*/ 36 h 138"/>
                  <a:gd name="T10" fmla="*/ 8 w 73"/>
                  <a:gd name="T11" fmla="*/ 91 h 138"/>
                  <a:gd name="T12" fmla="*/ 26 w 73"/>
                  <a:gd name="T13" fmla="*/ 116 h 138"/>
                  <a:gd name="T14" fmla="*/ 41 w 73"/>
                  <a:gd name="T15" fmla="*/ 133 h 138"/>
                  <a:gd name="T16" fmla="*/ 70 w 73"/>
                  <a:gd name="T17" fmla="*/ 137 h 138"/>
                  <a:gd name="T18" fmla="*/ 72 w 73"/>
                  <a:gd name="T19" fmla="*/ 127 h 138"/>
                  <a:gd name="T20" fmla="*/ 68 w 73"/>
                  <a:gd name="T21" fmla="*/ 78 h 138"/>
                  <a:gd name="T22" fmla="*/ 46 w 73"/>
                  <a:gd name="T23" fmla="*/ 4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138">
                    <a:moveTo>
                      <a:pt x="46" y="46"/>
                    </a:moveTo>
                    <a:lnTo>
                      <a:pt x="25" y="35"/>
                    </a:lnTo>
                    <a:lnTo>
                      <a:pt x="13" y="0"/>
                    </a:lnTo>
                    <a:lnTo>
                      <a:pt x="0" y="13"/>
                    </a:lnTo>
                    <a:lnTo>
                      <a:pt x="2" y="36"/>
                    </a:lnTo>
                    <a:lnTo>
                      <a:pt x="8" y="91"/>
                    </a:lnTo>
                    <a:lnTo>
                      <a:pt x="26" y="116"/>
                    </a:lnTo>
                    <a:lnTo>
                      <a:pt x="41" y="133"/>
                    </a:lnTo>
                    <a:lnTo>
                      <a:pt x="70" y="137"/>
                    </a:lnTo>
                    <a:lnTo>
                      <a:pt x="72" y="127"/>
                    </a:lnTo>
                    <a:lnTo>
                      <a:pt x="68" y="78"/>
                    </a:lnTo>
                    <a:lnTo>
                      <a:pt x="46" y="46"/>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29" name="Freeform 196">
                <a:extLst>
                  <a:ext uri="{FF2B5EF4-FFF2-40B4-BE49-F238E27FC236}">
                    <a16:creationId xmlns:a16="http://schemas.microsoft.com/office/drawing/2014/main" id="{9C314D94-DB2C-41D9-9C71-E75DBDC0C963}"/>
                  </a:ext>
                </a:extLst>
              </p:cNvPr>
              <p:cNvSpPr>
                <a:spLocks/>
              </p:cNvSpPr>
              <p:nvPr/>
            </p:nvSpPr>
            <p:spPr bwMode="auto">
              <a:xfrm>
                <a:off x="9237823" y="2835853"/>
                <a:ext cx="124226" cy="155722"/>
              </a:xfrm>
              <a:custGeom>
                <a:avLst/>
                <a:gdLst>
                  <a:gd name="T0" fmla="*/ 12 w 71"/>
                  <a:gd name="T1" fmla="*/ 8 h 89"/>
                  <a:gd name="T2" fmla="*/ 15 w 71"/>
                  <a:gd name="T3" fmla="*/ 26 h 89"/>
                  <a:gd name="T4" fmla="*/ 17 w 71"/>
                  <a:gd name="T5" fmla="*/ 42 h 89"/>
                  <a:gd name="T6" fmla="*/ 8 w 71"/>
                  <a:gd name="T7" fmla="*/ 58 h 89"/>
                  <a:gd name="T8" fmla="*/ 0 w 71"/>
                  <a:gd name="T9" fmla="*/ 73 h 89"/>
                  <a:gd name="T10" fmla="*/ 9 w 71"/>
                  <a:gd name="T11" fmla="*/ 80 h 89"/>
                  <a:gd name="T12" fmla="*/ 26 w 71"/>
                  <a:gd name="T13" fmla="*/ 74 h 89"/>
                  <a:gd name="T14" fmla="*/ 42 w 71"/>
                  <a:gd name="T15" fmla="*/ 77 h 89"/>
                  <a:gd name="T16" fmla="*/ 42 w 71"/>
                  <a:gd name="T17" fmla="*/ 78 h 89"/>
                  <a:gd name="T18" fmla="*/ 42 w 71"/>
                  <a:gd name="T19" fmla="*/ 79 h 89"/>
                  <a:gd name="T20" fmla="*/ 43 w 71"/>
                  <a:gd name="T21" fmla="*/ 80 h 89"/>
                  <a:gd name="T22" fmla="*/ 44 w 71"/>
                  <a:gd name="T23" fmla="*/ 80 h 89"/>
                  <a:gd name="T24" fmla="*/ 44 w 71"/>
                  <a:gd name="T25" fmla="*/ 83 h 89"/>
                  <a:gd name="T26" fmla="*/ 45 w 71"/>
                  <a:gd name="T27" fmla="*/ 85 h 89"/>
                  <a:gd name="T28" fmla="*/ 46 w 71"/>
                  <a:gd name="T29" fmla="*/ 85 h 89"/>
                  <a:gd name="T30" fmla="*/ 48 w 71"/>
                  <a:gd name="T31" fmla="*/ 87 h 89"/>
                  <a:gd name="T32" fmla="*/ 48 w 71"/>
                  <a:gd name="T33" fmla="*/ 88 h 89"/>
                  <a:gd name="T34" fmla="*/ 49 w 71"/>
                  <a:gd name="T35" fmla="*/ 88 h 89"/>
                  <a:gd name="T36" fmla="*/ 50 w 71"/>
                  <a:gd name="T37" fmla="*/ 87 h 89"/>
                  <a:gd name="T38" fmla="*/ 50 w 71"/>
                  <a:gd name="T39" fmla="*/ 86 h 89"/>
                  <a:gd name="T40" fmla="*/ 50 w 71"/>
                  <a:gd name="T41" fmla="*/ 85 h 89"/>
                  <a:gd name="T42" fmla="*/ 51 w 71"/>
                  <a:gd name="T43" fmla="*/ 83 h 89"/>
                  <a:gd name="T44" fmla="*/ 51 w 71"/>
                  <a:gd name="T45" fmla="*/ 80 h 89"/>
                  <a:gd name="T46" fmla="*/ 53 w 71"/>
                  <a:gd name="T47" fmla="*/ 78 h 89"/>
                  <a:gd name="T48" fmla="*/ 55 w 71"/>
                  <a:gd name="T49" fmla="*/ 76 h 89"/>
                  <a:gd name="T50" fmla="*/ 55 w 71"/>
                  <a:gd name="T51" fmla="*/ 74 h 89"/>
                  <a:gd name="T52" fmla="*/ 57 w 71"/>
                  <a:gd name="T53" fmla="*/ 71 h 89"/>
                  <a:gd name="T54" fmla="*/ 58 w 71"/>
                  <a:gd name="T55" fmla="*/ 69 h 89"/>
                  <a:gd name="T56" fmla="*/ 59 w 71"/>
                  <a:gd name="T57" fmla="*/ 68 h 89"/>
                  <a:gd name="T58" fmla="*/ 59 w 71"/>
                  <a:gd name="T59" fmla="*/ 67 h 89"/>
                  <a:gd name="T60" fmla="*/ 60 w 71"/>
                  <a:gd name="T61" fmla="*/ 66 h 89"/>
                  <a:gd name="T62" fmla="*/ 70 w 71"/>
                  <a:gd name="T63" fmla="*/ 61 h 89"/>
                  <a:gd name="T64" fmla="*/ 67 w 71"/>
                  <a:gd name="T65" fmla="*/ 42 h 89"/>
                  <a:gd name="T66" fmla="*/ 52 w 71"/>
                  <a:gd name="T67" fmla="*/ 37 h 89"/>
                  <a:gd name="T68" fmla="*/ 31 w 71"/>
                  <a:gd name="T69" fmla="*/ 30 h 89"/>
                  <a:gd name="T70" fmla="*/ 25 w 71"/>
                  <a:gd name="T71" fmla="*/ 14 h 89"/>
                  <a:gd name="T72" fmla="*/ 18 w 71"/>
                  <a:gd name="T73" fmla="*/ 0 h 89"/>
                  <a:gd name="T74" fmla="*/ 12 w 71"/>
                  <a:gd name="T75" fmla="*/ 8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1" h="89">
                    <a:moveTo>
                      <a:pt x="12" y="8"/>
                    </a:moveTo>
                    <a:lnTo>
                      <a:pt x="15" y="26"/>
                    </a:lnTo>
                    <a:lnTo>
                      <a:pt x="17" y="42"/>
                    </a:lnTo>
                    <a:lnTo>
                      <a:pt x="8" y="58"/>
                    </a:lnTo>
                    <a:lnTo>
                      <a:pt x="0" y="73"/>
                    </a:lnTo>
                    <a:lnTo>
                      <a:pt x="9" y="80"/>
                    </a:lnTo>
                    <a:lnTo>
                      <a:pt x="26" y="74"/>
                    </a:lnTo>
                    <a:lnTo>
                      <a:pt x="42" y="77"/>
                    </a:lnTo>
                    <a:lnTo>
                      <a:pt x="42" y="78"/>
                    </a:lnTo>
                    <a:lnTo>
                      <a:pt x="42" y="79"/>
                    </a:lnTo>
                    <a:lnTo>
                      <a:pt x="43" y="80"/>
                    </a:lnTo>
                    <a:lnTo>
                      <a:pt x="44" y="80"/>
                    </a:lnTo>
                    <a:lnTo>
                      <a:pt x="44" y="83"/>
                    </a:lnTo>
                    <a:lnTo>
                      <a:pt x="45" y="85"/>
                    </a:lnTo>
                    <a:lnTo>
                      <a:pt x="46" y="85"/>
                    </a:lnTo>
                    <a:lnTo>
                      <a:pt x="48" y="87"/>
                    </a:lnTo>
                    <a:lnTo>
                      <a:pt x="48" y="88"/>
                    </a:lnTo>
                    <a:lnTo>
                      <a:pt x="49" y="88"/>
                    </a:lnTo>
                    <a:lnTo>
                      <a:pt x="50" y="87"/>
                    </a:lnTo>
                    <a:lnTo>
                      <a:pt x="50" y="86"/>
                    </a:lnTo>
                    <a:lnTo>
                      <a:pt x="50" y="85"/>
                    </a:lnTo>
                    <a:lnTo>
                      <a:pt x="51" y="83"/>
                    </a:lnTo>
                    <a:lnTo>
                      <a:pt x="51" y="80"/>
                    </a:lnTo>
                    <a:lnTo>
                      <a:pt x="53" y="78"/>
                    </a:lnTo>
                    <a:lnTo>
                      <a:pt x="55" y="76"/>
                    </a:lnTo>
                    <a:lnTo>
                      <a:pt x="55" y="74"/>
                    </a:lnTo>
                    <a:lnTo>
                      <a:pt x="57" y="71"/>
                    </a:lnTo>
                    <a:lnTo>
                      <a:pt x="58" y="69"/>
                    </a:lnTo>
                    <a:lnTo>
                      <a:pt x="59" y="68"/>
                    </a:lnTo>
                    <a:lnTo>
                      <a:pt x="59" y="67"/>
                    </a:lnTo>
                    <a:lnTo>
                      <a:pt x="60" y="66"/>
                    </a:lnTo>
                    <a:lnTo>
                      <a:pt x="70" y="61"/>
                    </a:lnTo>
                    <a:lnTo>
                      <a:pt x="67" y="42"/>
                    </a:lnTo>
                    <a:lnTo>
                      <a:pt x="52" y="37"/>
                    </a:lnTo>
                    <a:lnTo>
                      <a:pt x="31" y="30"/>
                    </a:lnTo>
                    <a:lnTo>
                      <a:pt x="25" y="14"/>
                    </a:lnTo>
                    <a:lnTo>
                      <a:pt x="18" y="0"/>
                    </a:lnTo>
                    <a:lnTo>
                      <a:pt x="12" y="8"/>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30" name="Freeform 197">
                <a:extLst>
                  <a:ext uri="{FF2B5EF4-FFF2-40B4-BE49-F238E27FC236}">
                    <a16:creationId xmlns:a16="http://schemas.microsoft.com/office/drawing/2014/main" id="{4F750E17-BE3F-4CA1-B950-ACD67734FB3E}"/>
                  </a:ext>
                </a:extLst>
              </p:cNvPr>
              <p:cNvSpPr>
                <a:spLocks/>
              </p:cNvSpPr>
              <p:nvPr/>
            </p:nvSpPr>
            <p:spPr bwMode="auto">
              <a:xfrm>
                <a:off x="9094727" y="3002586"/>
                <a:ext cx="240590" cy="253246"/>
              </a:xfrm>
              <a:custGeom>
                <a:avLst/>
                <a:gdLst>
                  <a:gd name="T0" fmla="*/ 99 w 136"/>
                  <a:gd name="T1" fmla="*/ 0 h 143"/>
                  <a:gd name="T2" fmla="*/ 114 w 136"/>
                  <a:gd name="T3" fmla="*/ 0 h 143"/>
                  <a:gd name="T4" fmla="*/ 118 w 136"/>
                  <a:gd name="T5" fmla="*/ 25 h 143"/>
                  <a:gd name="T6" fmla="*/ 123 w 136"/>
                  <a:gd name="T7" fmla="*/ 34 h 143"/>
                  <a:gd name="T8" fmla="*/ 135 w 136"/>
                  <a:gd name="T9" fmla="*/ 45 h 143"/>
                  <a:gd name="T10" fmla="*/ 117 w 136"/>
                  <a:gd name="T11" fmla="*/ 60 h 143"/>
                  <a:gd name="T12" fmla="*/ 125 w 136"/>
                  <a:gd name="T13" fmla="*/ 87 h 143"/>
                  <a:gd name="T14" fmla="*/ 121 w 136"/>
                  <a:gd name="T15" fmla="*/ 103 h 143"/>
                  <a:gd name="T16" fmla="*/ 114 w 136"/>
                  <a:gd name="T17" fmla="*/ 112 h 143"/>
                  <a:gd name="T18" fmla="*/ 106 w 136"/>
                  <a:gd name="T19" fmla="*/ 114 h 143"/>
                  <a:gd name="T20" fmla="*/ 101 w 136"/>
                  <a:gd name="T21" fmla="*/ 127 h 143"/>
                  <a:gd name="T22" fmla="*/ 91 w 136"/>
                  <a:gd name="T23" fmla="*/ 116 h 143"/>
                  <a:gd name="T24" fmla="*/ 86 w 136"/>
                  <a:gd name="T25" fmla="*/ 122 h 143"/>
                  <a:gd name="T26" fmla="*/ 67 w 136"/>
                  <a:gd name="T27" fmla="*/ 123 h 143"/>
                  <a:gd name="T28" fmla="*/ 63 w 136"/>
                  <a:gd name="T29" fmla="*/ 114 h 143"/>
                  <a:gd name="T30" fmla="*/ 55 w 136"/>
                  <a:gd name="T31" fmla="*/ 116 h 143"/>
                  <a:gd name="T32" fmla="*/ 55 w 136"/>
                  <a:gd name="T33" fmla="*/ 139 h 143"/>
                  <a:gd name="T34" fmla="*/ 46 w 136"/>
                  <a:gd name="T35" fmla="*/ 133 h 143"/>
                  <a:gd name="T36" fmla="*/ 40 w 136"/>
                  <a:gd name="T37" fmla="*/ 124 h 143"/>
                  <a:gd name="T38" fmla="*/ 36 w 136"/>
                  <a:gd name="T39" fmla="*/ 139 h 143"/>
                  <a:gd name="T40" fmla="*/ 26 w 136"/>
                  <a:gd name="T41" fmla="*/ 142 h 143"/>
                  <a:gd name="T42" fmla="*/ 19 w 136"/>
                  <a:gd name="T43" fmla="*/ 131 h 143"/>
                  <a:gd name="T44" fmla="*/ 7 w 136"/>
                  <a:gd name="T45" fmla="*/ 129 h 143"/>
                  <a:gd name="T46" fmla="*/ 0 w 136"/>
                  <a:gd name="T47" fmla="*/ 123 h 143"/>
                  <a:gd name="T48" fmla="*/ 11 w 136"/>
                  <a:gd name="T49" fmla="*/ 112 h 143"/>
                  <a:gd name="T50" fmla="*/ 23 w 136"/>
                  <a:gd name="T51" fmla="*/ 105 h 143"/>
                  <a:gd name="T52" fmla="*/ 32 w 136"/>
                  <a:gd name="T53" fmla="*/ 97 h 143"/>
                  <a:gd name="T54" fmla="*/ 54 w 136"/>
                  <a:gd name="T55" fmla="*/ 99 h 143"/>
                  <a:gd name="T56" fmla="*/ 55 w 136"/>
                  <a:gd name="T57" fmla="*/ 84 h 143"/>
                  <a:gd name="T58" fmla="*/ 60 w 136"/>
                  <a:gd name="T59" fmla="*/ 72 h 143"/>
                  <a:gd name="T60" fmla="*/ 68 w 136"/>
                  <a:gd name="T61" fmla="*/ 76 h 143"/>
                  <a:gd name="T62" fmla="*/ 88 w 136"/>
                  <a:gd name="T63" fmla="*/ 73 h 143"/>
                  <a:gd name="T64" fmla="*/ 91 w 136"/>
                  <a:gd name="T65" fmla="*/ 62 h 143"/>
                  <a:gd name="T66" fmla="*/ 91 w 136"/>
                  <a:gd name="T67" fmla="*/ 44 h 143"/>
                  <a:gd name="T68" fmla="*/ 97 w 136"/>
                  <a:gd name="T69" fmla="*/ 34 h 143"/>
                  <a:gd name="T70" fmla="*/ 92 w 136"/>
                  <a:gd name="T71" fmla="*/ 10 h 143"/>
                  <a:gd name="T72" fmla="*/ 99 w 136"/>
                  <a:gd name="T73" fmla="*/ 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36" h="143">
                    <a:moveTo>
                      <a:pt x="99" y="0"/>
                    </a:moveTo>
                    <a:lnTo>
                      <a:pt x="114" y="0"/>
                    </a:lnTo>
                    <a:lnTo>
                      <a:pt x="118" y="25"/>
                    </a:lnTo>
                    <a:lnTo>
                      <a:pt x="123" y="34"/>
                    </a:lnTo>
                    <a:lnTo>
                      <a:pt x="135" y="45"/>
                    </a:lnTo>
                    <a:lnTo>
                      <a:pt x="117" y="60"/>
                    </a:lnTo>
                    <a:lnTo>
                      <a:pt x="125" y="87"/>
                    </a:lnTo>
                    <a:lnTo>
                      <a:pt x="121" y="103"/>
                    </a:lnTo>
                    <a:lnTo>
                      <a:pt x="114" y="112"/>
                    </a:lnTo>
                    <a:lnTo>
                      <a:pt x="106" y="114"/>
                    </a:lnTo>
                    <a:lnTo>
                      <a:pt x="101" y="127"/>
                    </a:lnTo>
                    <a:lnTo>
                      <a:pt x="91" y="116"/>
                    </a:lnTo>
                    <a:lnTo>
                      <a:pt x="86" y="122"/>
                    </a:lnTo>
                    <a:lnTo>
                      <a:pt x="67" y="123"/>
                    </a:lnTo>
                    <a:lnTo>
                      <a:pt x="63" y="114"/>
                    </a:lnTo>
                    <a:lnTo>
                      <a:pt x="55" y="116"/>
                    </a:lnTo>
                    <a:lnTo>
                      <a:pt x="55" y="139"/>
                    </a:lnTo>
                    <a:lnTo>
                      <a:pt x="46" y="133"/>
                    </a:lnTo>
                    <a:lnTo>
                      <a:pt x="40" y="124"/>
                    </a:lnTo>
                    <a:lnTo>
                      <a:pt x="36" y="139"/>
                    </a:lnTo>
                    <a:lnTo>
                      <a:pt x="26" y="142"/>
                    </a:lnTo>
                    <a:lnTo>
                      <a:pt x="19" y="131"/>
                    </a:lnTo>
                    <a:lnTo>
                      <a:pt x="7" y="129"/>
                    </a:lnTo>
                    <a:lnTo>
                      <a:pt x="0" y="123"/>
                    </a:lnTo>
                    <a:lnTo>
                      <a:pt x="11" y="112"/>
                    </a:lnTo>
                    <a:lnTo>
                      <a:pt x="23" y="105"/>
                    </a:lnTo>
                    <a:lnTo>
                      <a:pt x="32" y="97"/>
                    </a:lnTo>
                    <a:lnTo>
                      <a:pt x="54" y="99"/>
                    </a:lnTo>
                    <a:lnTo>
                      <a:pt x="55" y="84"/>
                    </a:lnTo>
                    <a:lnTo>
                      <a:pt x="60" y="72"/>
                    </a:lnTo>
                    <a:lnTo>
                      <a:pt x="68" y="76"/>
                    </a:lnTo>
                    <a:lnTo>
                      <a:pt x="88" y="73"/>
                    </a:lnTo>
                    <a:lnTo>
                      <a:pt x="91" y="62"/>
                    </a:lnTo>
                    <a:lnTo>
                      <a:pt x="91" y="44"/>
                    </a:lnTo>
                    <a:lnTo>
                      <a:pt x="97" y="34"/>
                    </a:lnTo>
                    <a:lnTo>
                      <a:pt x="92" y="10"/>
                    </a:lnTo>
                    <a:lnTo>
                      <a:pt x="99"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31" name="Freeform 198">
                <a:extLst>
                  <a:ext uri="{FF2B5EF4-FFF2-40B4-BE49-F238E27FC236}">
                    <a16:creationId xmlns:a16="http://schemas.microsoft.com/office/drawing/2014/main" id="{23BA826B-2C8B-4FC8-92AB-FA2BF9AE7CF0}"/>
                  </a:ext>
                </a:extLst>
              </p:cNvPr>
              <p:cNvSpPr>
                <a:spLocks/>
              </p:cNvSpPr>
              <p:nvPr/>
            </p:nvSpPr>
            <p:spPr bwMode="auto">
              <a:xfrm>
                <a:off x="9036545" y="3240102"/>
                <a:ext cx="58182" cy="97523"/>
              </a:xfrm>
              <a:custGeom>
                <a:avLst/>
                <a:gdLst>
                  <a:gd name="T0" fmla="*/ 14 w 34"/>
                  <a:gd name="T1" fmla="*/ 5 h 54"/>
                  <a:gd name="T2" fmla="*/ 8 w 34"/>
                  <a:gd name="T3" fmla="*/ 15 h 54"/>
                  <a:gd name="T4" fmla="*/ 0 w 34"/>
                  <a:gd name="T5" fmla="*/ 21 h 54"/>
                  <a:gd name="T6" fmla="*/ 7 w 34"/>
                  <a:gd name="T7" fmla="*/ 36 h 54"/>
                  <a:gd name="T8" fmla="*/ 14 w 34"/>
                  <a:gd name="T9" fmla="*/ 28 h 54"/>
                  <a:gd name="T10" fmla="*/ 21 w 34"/>
                  <a:gd name="T11" fmla="*/ 31 h 54"/>
                  <a:gd name="T12" fmla="*/ 19 w 34"/>
                  <a:gd name="T13" fmla="*/ 40 h 54"/>
                  <a:gd name="T14" fmla="*/ 25 w 34"/>
                  <a:gd name="T15" fmla="*/ 53 h 54"/>
                  <a:gd name="T16" fmla="*/ 33 w 34"/>
                  <a:gd name="T17" fmla="*/ 47 h 54"/>
                  <a:gd name="T18" fmla="*/ 33 w 34"/>
                  <a:gd name="T19" fmla="*/ 32 h 54"/>
                  <a:gd name="T20" fmla="*/ 31 w 34"/>
                  <a:gd name="T21" fmla="*/ 8 h 54"/>
                  <a:gd name="T22" fmla="*/ 25 w 34"/>
                  <a:gd name="T23" fmla="*/ 0 h 54"/>
                  <a:gd name="T24" fmla="*/ 14 w 34"/>
                  <a:gd name="T25" fmla="*/ 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 h="54">
                    <a:moveTo>
                      <a:pt x="14" y="5"/>
                    </a:moveTo>
                    <a:lnTo>
                      <a:pt x="8" y="15"/>
                    </a:lnTo>
                    <a:lnTo>
                      <a:pt x="0" y="21"/>
                    </a:lnTo>
                    <a:lnTo>
                      <a:pt x="7" y="36"/>
                    </a:lnTo>
                    <a:lnTo>
                      <a:pt x="14" y="28"/>
                    </a:lnTo>
                    <a:lnTo>
                      <a:pt x="21" y="31"/>
                    </a:lnTo>
                    <a:lnTo>
                      <a:pt x="19" y="40"/>
                    </a:lnTo>
                    <a:lnTo>
                      <a:pt x="25" y="53"/>
                    </a:lnTo>
                    <a:lnTo>
                      <a:pt x="33" y="47"/>
                    </a:lnTo>
                    <a:lnTo>
                      <a:pt x="33" y="32"/>
                    </a:lnTo>
                    <a:lnTo>
                      <a:pt x="31" y="8"/>
                    </a:lnTo>
                    <a:lnTo>
                      <a:pt x="25" y="0"/>
                    </a:lnTo>
                    <a:lnTo>
                      <a:pt x="14" y="5"/>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32" name="Freeform 199">
                <a:extLst>
                  <a:ext uri="{FF2B5EF4-FFF2-40B4-BE49-F238E27FC236}">
                    <a16:creationId xmlns:a16="http://schemas.microsoft.com/office/drawing/2014/main" id="{D501802F-C37D-478D-9907-453BD97C6E75}"/>
                  </a:ext>
                </a:extLst>
              </p:cNvPr>
              <p:cNvSpPr>
                <a:spLocks/>
              </p:cNvSpPr>
              <p:nvPr/>
            </p:nvSpPr>
            <p:spPr bwMode="auto">
              <a:xfrm>
                <a:off x="7627599" y="2596764"/>
                <a:ext cx="1438823" cy="1063317"/>
              </a:xfrm>
              <a:custGeom>
                <a:avLst/>
                <a:gdLst>
                  <a:gd name="T0" fmla="*/ 622 w 817"/>
                  <a:gd name="T1" fmla="*/ 289 h 602"/>
                  <a:gd name="T2" fmla="*/ 663 w 817"/>
                  <a:gd name="T3" fmla="*/ 292 h 602"/>
                  <a:gd name="T4" fmla="*/ 670 w 817"/>
                  <a:gd name="T5" fmla="*/ 320 h 602"/>
                  <a:gd name="T6" fmla="*/ 674 w 817"/>
                  <a:gd name="T7" fmla="*/ 378 h 602"/>
                  <a:gd name="T8" fmla="*/ 696 w 817"/>
                  <a:gd name="T9" fmla="*/ 431 h 602"/>
                  <a:gd name="T10" fmla="*/ 691 w 817"/>
                  <a:gd name="T11" fmla="*/ 487 h 602"/>
                  <a:gd name="T12" fmla="*/ 664 w 817"/>
                  <a:gd name="T13" fmla="*/ 529 h 602"/>
                  <a:gd name="T14" fmla="*/ 641 w 817"/>
                  <a:gd name="T15" fmla="*/ 548 h 602"/>
                  <a:gd name="T16" fmla="*/ 595 w 817"/>
                  <a:gd name="T17" fmla="*/ 567 h 602"/>
                  <a:gd name="T18" fmla="*/ 540 w 817"/>
                  <a:gd name="T19" fmla="*/ 601 h 602"/>
                  <a:gd name="T20" fmla="*/ 519 w 817"/>
                  <a:gd name="T21" fmla="*/ 593 h 602"/>
                  <a:gd name="T22" fmla="*/ 460 w 817"/>
                  <a:gd name="T23" fmla="*/ 555 h 602"/>
                  <a:gd name="T24" fmla="*/ 428 w 817"/>
                  <a:gd name="T25" fmla="*/ 587 h 602"/>
                  <a:gd name="T26" fmla="*/ 391 w 817"/>
                  <a:gd name="T27" fmla="*/ 577 h 602"/>
                  <a:gd name="T28" fmla="*/ 364 w 817"/>
                  <a:gd name="T29" fmla="*/ 537 h 602"/>
                  <a:gd name="T30" fmla="*/ 380 w 817"/>
                  <a:gd name="T31" fmla="*/ 504 h 602"/>
                  <a:gd name="T32" fmla="*/ 354 w 817"/>
                  <a:gd name="T33" fmla="*/ 481 h 602"/>
                  <a:gd name="T34" fmla="*/ 306 w 817"/>
                  <a:gd name="T35" fmla="*/ 458 h 602"/>
                  <a:gd name="T36" fmla="*/ 257 w 817"/>
                  <a:gd name="T37" fmla="*/ 479 h 602"/>
                  <a:gd name="T38" fmla="*/ 219 w 817"/>
                  <a:gd name="T39" fmla="*/ 480 h 602"/>
                  <a:gd name="T40" fmla="*/ 163 w 817"/>
                  <a:gd name="T41" fmla="*/ 464 h 602"/>
                  <a:gd name="T42" fmla="*/ 142 w 817"/>
                  <a:gd name="T43" fmla="*/ 450 h 602"/>
                  <a:gd name="T44" fmla="*/ 100 w 817"/>
                  <a:gd name="T45" fmla="*/ 426 h 602"/>
                  <a:gd name="T46" fmla="*/ 68 w 817"/>
                  <a:gd name="T47" fmla="*/ 387 h 602"/>
                  <a:gd name="T48" fmla="*/ 17 w 817"/>
                  <a:gd name="T49" fmla="*/ 387 h 602"/>
                  <a:gd name="T50" fmla="*/ 14 w 817"/>
                  <a:gd name="T51" fmla="*/ 344 h 602"/>
                  <a:gd name="T52" fmla="*/ 15 w 817"/>
                  <a:gd name="T53" fmla="*/ 310 h 602"/>
                  <a:gd name="T54" fmla="*/ 14 w 817"/>
                  <a:gd name="T55" fmla="*/ 269 h 602"/>
                  <a:gd name="T56" fmla="*/ 40 w 817"/>
                  <a:gd name="T57" fmla="*/ 266 h 602"/>
                  <a:gd name="T58" fmla="*/ 81 w 817"/>
                  <a:gd name="T59" fmla="*/ 248 h 602"/>
                  <a:gd name="T60" fmla="*/ 76 w 817"/>
                  <a:gd name="T61" fmla="*/ 192 h 602"/>
                  <a:gd name="T62" fmla="*/ 111 w 817"/>
                  <a:gd name="T63" fmla="*/ 161 h 602"/>
                  <a:gd name="T64" fmla="*/ 150 w 817"/>
                  <a:gd name="T65" fmla="*/ 126 h 602"/>
                  <a:gd name="T66" fmla="*/ 172 w 817"/>
                  <a:gd name="T67" fmla="*/ 105 h 602"/>
                  <a:gd name="T68" fmla="*/ 210 w 817"/>
                  <a:gd name="T69" fmla="*/ 120 h 602"/>
                  <a:gd name="T70" fmla="*/ 258 w 817"/>
                  <a:gd name="T71" fmla="*/ 167 h 602"/>
                  <a:gd name="T72" fmla="*/ 298 w 817"/>
                  <a:gd name="T73" fmla="*/ 198 h 602"/>
                  <a:gd name="T74" fmla="*/ 406 w 817"/>
                  <a:gd name="T75" fmla="*/ 218 h 602"/>
                  <a:gd name="T76" fmla="*/ 460 w 817"/>
                  <a:gd name="T77" fmla="*/ 214 h 602"/>
                  <a:gd name="T78" fmla="*/ 513 w 817"/>
                  <a:gd name="T79" fmla="*/ 182 h 602"/>
                  <a:gd name="T80" fmla="*/ 546 w 817"/>
                  <a:gd name="T81" fmla="*/ 158 h 602"/>
                  <a:gd name="T82" fmla="*/ 604 w 817"/>
                  <a:gd name="T83" fmla="*/ 124 h 602"/>
                  <a:gd name="T84" fmla="*/ 558 w 817"/>
                  <a:gd name="T85" fmla="*/ 115 h 602"/>
                  <a:gd name="T86" fmla="*/ 557 w 817"/>
                  <a:gd name="T87" fmla="*/ 65 h 602"/>
                  <a:gd name="T88" fmla="*/ 591 w 817"/>
                  <a:gd name="T89" fmla="*/ 49 h 602"/>
                  <a:gd name="T90" fmla="*/ 600 w 817"/>
                  <a:gd name="T91" fmla="*/ 0 h 602"/>
                  <a:gd name="T92" fmla="*/ 689 w 817"/>
                  <a:gd name="T93" fmla="*/ 29 h 602"/>
                  <a:gd name="T94" fmla="*/ 714 w 817"/>
                  <a:gd name="T95" fmla="*/ 73 h 602"/>
                  <a:gd name="T96" fmla="*/ 763 w 817"/>
                  <a:gd name="T97" fmla="*/ 97 h 602"/>
                  <a:gd name="T98" fmla="*/ 808 w 817"/>
                  <a:gd name="T99" fmla="*/ 103 h 602"/>
                  <a:gd name="T100" fmla="*/ 806 w 817"/>
                  <a:gd name="T101" fmla="*/ 130 h 602"/>
                  <a:gd name="T102" fmla="*/ 783 w 817"/>
                  <a:gd name="T103" fmla="*/ 178 h 602"/>
                  <a:gd name="T104" fmla="*/ 797 w 817"/>
                  <a:gd name="T105" fmla="*/ 198 h 602"/>
                  <a:gd name="T106" fmla="*/ 755 w 817"/>
                  <a:gd name="T107" fmla="*/ 230 h 602"/>
                  <a:gd name="T108" fmla="*/ 721 w 817"/>
                  <a:gd name="T109" fmla="*/ 248 h 602"/>
                  <a:gd name="T110" fmla="*/ 669 w 817"/>
                  <a:gd name="T111" fmla="*/ 275 h 602"/>
                  <a:gd name="T112" fmla="*/ 657 w 817"/>
                  <a:gd name="T113" fmla="*/ 241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17" h="602">
                    <a:moveTo>
                      <a:pt x="641" y="259"/>
                    </a:moveTo>
                    <a:lnTo>
                      <a:pt x="621" y="274"/>
                    </a:lnTo>
                    <a:lnTo>
                      <a:pt x="622" y="289"/>
                    </a:lnTo>
                    <a:lnTo>
                      <a:pt x="637" y="302"/>
                    </a:lnTo>
                    <a:lnTo>
                      <a:pt x="652" y="303"/>
                    </a:lnTo>
                    <a:lnTo>
                      <a:pt x="663" y="292"/>
                    </a:lnTo>
                    <a:lnTo>
                      <a:pt x="685" y="294"/>
                    </a:lnTo>
                    <a:lnTo>
                      <a:pt x="689" y="314"/>
                    </a:lnTo>
                    <a:lnTo>
                      <a:pt x="670" y="320"/>
                    </a:lnTo>
                    <a:lnTo>
                      <a:pt x="655" y="334"/>
                    </a:lnTo>
                    <a:lnTo>
                      <a:pt x="661" y="353"/>
                    </a:lnTo>
                    <a:lnTo>
                      <a:pt x="674" y="378"/>
                    </a:lnTo>
                    <a:lnTo>
                      <a:pt x="692" y="397"/>
                    </a:lnTo>
                    <a:lnTo>
                      <a:pt x="692" y="413"/>
                    </a:lnTo>
                    <a:lnTo>
                      <a:pt x="696" y="431"/>
                    </a:lnTo>
                    <a:lnTo>
                      <a:pt x="703" y="471"/>
                    </a:lnTo>
                    <a:lnTo>
                      <a:pt x="693" y="474"/>
                    </a:lnTo>
                    <a:lnTo>
                      <a:pt x="691" y="487"/>
                    </a:lnTo>
                    <a:lnTo>
                      <a:pt x="677" y="500"/>
                    </a:lnTo>
                    <a:lnTo>
                      <a:pt x="678" y="519"/>
                    </a:lnTo>
                    <a:lnTo>
                      <a:pt x="664" y="529"/>
                    </a:lnTo>
                    <a:lnTo>
                      <a:pt x="655" y="530"/>
                    </a:lnTo>
                    <a:lnTo>
                      <a:pt x="652" y="545"/>
                    </a:lnTo>
                    <a:lnTo>
                      <a:pt x="641" y="548"/>
                    </a:lnTo>
                    <a:lnTo>
                      <a:pt x="638" y="563"/>
                    </a:lnTo>
                    <a:lnTo>
                      <a:pt x="613" y="570"/>
                    </a:lnTo>
                    <a:lnTo>
                      <a:pt x="595" y="567"/>
                    </a:lnTo>
                    <a:lnTo>
                      <a:pt x="572" y="575"/>
                    </a:lnTo>
                    <a:lnTo>
                      <a:pt x="549" y="593"/>
                    </a:lnTo>
                    <a:lnTo>
                      <a:pt x="540" y="601"/>
                    </a:lnTo>
                    <a:lnTo>
                      <a:pt x="534" y="581"/>
                    </a:lnTo>
                    <a:lnTo>
                      <a:pt x="525" y="576"/>
                    </a:lnTo>
                    <a:lnTo>
                      <a:pt x="519" y="593"/>
                    </a:lnTo>
                    <a:lnTo>
                      <a:pt x="497" y="563"/>
                    </a:lnTo>
                    <a:lnTo>
                      <a:pt x="475" y="555"/>
                    </a:lnTo>
                    <a:lnTo>
                      <a:pt x="460" y="555"/>
                    </a:lnTo>
                    <a:lnTo>
                      <a:pt x="437" y="567"/>
                    </a:lnTo>
                    <a:lnTo>
                      <a:pt x="426" y="573"/>
                    </a:lnTo>
                    <a:lnTo>
                      <a:pt x="428" y="587"/>
                    </a:lnTo>
                    <a:lnTo>
                      <a:pt x="408" y="590"/>
                    </a:lnTo>
                    <a:lnTo>
                      <a:pt x="405" y="581"/>
                    </a:lnTo>
                    <a:lnTo>
                      <a:pt x="391" y="577"/>
                    </a:lnTo>
                    <a:lnTo>
                      <a:pt x="387" y="554"/>
                    </a:lnTo>
                    <a:lnTo>
                      <a:pt x="380" y="539"/>
                    </a:lnTo>
                    <a:lnTo>
                      <a:pt x="364" y="537"/>
                    </a:lnTo>
                    <a:lnTo>
                      <a:pt x="365" y="524"/>
                    </a:lnTo>
                    <a:lnTo>
                      <a:pt x="375" y="516"/>
                    </a:lnTo>
                    <a:lnTo>
                      <a:pt x="380" y="504"/>
                    </a:lnTo>
                    <a:lnTo>
                      <a:pt x="375" y="487"/>
                    </a:lnTo>
                    <a:lnTo>
                      <a:pt x="371" y="479"/>
                    </a:lnTo>
                    <a:lnTo>
                      <a:pt x="354" y="481"/>
                    </a:lnTo>
                    <a:lnTo>
                      <a:pt x="345" y="467"/>
                    </a:lnTo>
                    <a:lnTo>
                      <a:pt x="329" y="458"/>
                    </a:lnTo>
                    <a:lnTo>
                      <a:pt x="306" y="458"/>
                    </a:lnTo>
                    <a:lnTo>
                      <a:pt x="288" y="468"/>
                    </a:lnTo>
                    <a:lnTo>
                      <a:pt x="280" y="479"/>
                    </a:lnTo>
                    <a:lnTo>
                      <a:pt x="257" y="479"/>
                    </a:lnTo>
                    <a:lnTo>
                      <a:pt x="241" y="471"/>
                    </a:lnTo>
                    <a:lnTo>
                      <a:pt x="233" y="486"/>
                    </a:lnTo>
                    <a:lnTo>
                      <a:pt x="219" y="480"/>
                    </a:lnTo>
                    <a:lnTo>
                      <a:pt x="188" y="478"/>
                    </a:lnTo>
                    <a:lnTo>
                      <a:pt x="174" y="470"/>
                    </a:lnTo>
                    <a:lnTo>
                      <a:pt x="163" y="464"/>
                    </a:lnTo>
                    <a:lnTo>
                      <a:pt x="161" y="448"/>
                    </a:lnTo>
                    <a:lnTo>
                      <a:pt x="156" y="458"/>
                    </a:lnTo>
                    <a:lnTo>
                      <a:pt x="142" y="450"/>
                    </a:lnTo>
                    <a:lnTo>
                      <a:pt x="129" y="438"/>
                    </a:lnTo>
                    <a:lnTo>
                      <a:pt x="113" y="438"/>
                    </a:lnTo>
                    <a:lnTo>
                      <a:pt x="100" y="426"/>
                    </a:lnTo>
                    <a:lnTo>
                      <a:pt x="79" y="421"/>
                    </a:lnTo>
                    <a:lnTo>
                      <a:pt x="79" y="395"/>
                    </a:lnTo>
                    <a:lnTo>
                      <a:pt x="68" y="387"/>
                    </a:lnTo>
                    <a:lnTo>
                      <a:pt x="51" y="385"/>
                    </a:lnTo>
                    <a:lnTo>
                      <a:pt x="31" y="398"/>
                    </a:lnTo>
                    <a:lnTo>
                      <a:pt x="17" y="387"/>
                    </a:lnTo>
                    <a:lnTo>
                      <a:pt x="19" y="368"/>
                    </a:lnTo>
                    <a:lnTo>
                      <a:pt x="11" y="358"/>
                    </a:lnTo>
                    <a:lnTo>
                      <a:pt x="14" y="344"/>
                    </a:lnTo>
                    <a:lnTo>
                      <a:pt x="17" y="321"/>
                    </a:lnTo>
                    <a:lnTo>
                      <a:pt x="17" y="308"/>
                    </a:lnTo>
                    <a:lnTo>
                      <a:pt x="15" y="310"/>
                    </a:lnTo>
                    <a:lnTo>
                      <a:pt x="0" y="299"/>
                    </a:lnTo>
                    <a:lnTo>
                      <a:pt x="2" y="277"/>
                    </a:lnTo>
                    <a:lnTo>
                      <a:pt x="14" y="269"/>
                    </a:lnTo>
                    <a:lnTo>
                      <a:pt x="35" y="282"/>
                    </a:lnTo>
                    <a:lnTo>
                      <a:pt x="42" y="275"/>
                    </a:lnTo>
                    <a:lnTo>
                      <a:pt x="40" y="266"/>
                    </a:lnTo>
                    <a:lnTo>
                      <a:pt x="64" y="261"/>
                    </a:lnTo>
                    <a:lnTo>
                      <a:pt x="69" y="252"/>
                    </a:lnTo>
                    <a:lnTo>
                      <a:pt x="81" y="248"/>
                    </a:lnTo>
                    <a:lnTo>
                      <a:pt x="82" y="208"/>
                    </a:lnTo>
                    <a:lnTo>
                      <a:pt x="71" y="203"/>
                    </a:lnTo>
                    <a:lnTo>
                      <a:pt x="76" y="192"/>
                    </a:lnTo>
                    <a:lnTo>
                      <a:pt x="104" y="189"/>
                    </a:lnTo>
                    <a:lnTo>
                      <a:pt x="110" y="181"/>
                    </a:lnTo>
                    <a:lnTo>
                      <a:pt x="111" y="161"/>
                    </a:lnTo>
                    <a:lnTo>
                      <a:pt x="126" y="153"/>
                    </a:lnTo>
                    <a:lnTo>
                      <a:pt x="144" y="159"/>
                    </a:lnTo>
                    <a:lnTo>
                      <a:pt x="150" y="126"/>
                    </a:lnTo>
                    <a:lnTo>
                      <a:pt x="157" y="119"/>
                    </a:lnTo>
                    <a:lnTo>
                      <a:pt x="169" y="116"/>
                    </a:lnTo>
                    <a:lnTo>
                      <a:pt x="172" y="105"/>
                    </a:lnTo>
                    <a:lnTo>
                      <a:pt x="181" y="98"/>
                    </a:lnTo>
                    <a:lnTo>
                      <a:pt x="189" y="109"/>
                    </a:lnTo>
                    <a:lnTo>
                      <a:pt x="210" y="120"/>
                    </a:lnTo>
                    <a:lnTo>
                      <a:pt x="214" y="136"/>
                    </a:lnTo>
                    <a:lnTo>
                      <a:pt x="225" y="161"/>
                    </a:lnTo>
                    <a:lnTo>
                      <a:pt x="258" y="167"/>
                    </a:lnTo>
                    <a:lnTo>
                      <a:pt x="272" y="170"/>
                    </a:lnTo>
                    <a:lnTo>
                      <a:pt x="288" y="179"/>
                    </a:lnTo>
                    <a:lnTo>
                      <a:pt x="298" y="198"/>
                    </a:lnTo>
                    <a:lnTo>
                      <a:pt x="308" y="207"/>
                    </a:lnTo>
                    <a:lnTo>
                      <a:pt x="388" y="213"/>
                    </a:lnTo>
                    <a:lnTo>
                      <a:pt x="406" y="218"/>
                    </a:lnTo>
                    <a:lnTo>
                      <a:pt x="427" y="230"/>
                    </a:lnTo>
                    <a:lnTo>
                      <a:pt x="448" y="223"/>
                    </a:lnTo>
                    <a:lnTo>
                      <a:pt x="460" y="214"/>
                    </a:lnTo>
                    <a:lnTo>
                      <a:pt x="488" y="218"/>
                    </a:lnTo>
                    <a:lnTo>
                      <a:pt x="511" y="199"/>
                    </a:lnTo>
                    <a:lnTo>
                      <a:pt x="513" y="182"/>
                    </a:lnTo>
                    <a:lnTo>
                      <a:pt x="513" y="165"/>
                    </a:lnTo>
                    <a:lnTo>
                      <a:pt x="532" y="172"/>
                    </a:lnTo>
                    <a:lnTo>
                      <a:pt x="546" y="158"/>
                    </a:lnTo>
                    <a:lnTo>
                      <a:pt x="558" y="148"/>
                    </a:lnTo>
                    <a:lnTo>
                      <a:pt x="580" y="136"/>
                    </a:lnTo>
                    <a:lnTo>
                      <a:pt x="604" y="124"/>
                    </a:lnTo>
                    <a:lnTo>
                      <a:pt x="593" y="109"/>
                    </a:lnTo>
                    <a:lnTo>
                      <a:pt x="570" y="112"/>
                    </a:lnTo>
                    <a:lnTo>
                      <a:pt x="558" y="115"/>
                    </a:lnTo>
                    <a:lnTo>
                      <a:pt x="555" y="109"/>
                    </a:lnTo>
                    <a:lnTo>
                      <a:pt x="553" y="77"/>
                    </a:lnTo>
                    <a:lnTo>
                      <a:pt x="557" y="65"/>
                    </a:lnTo>
                    <a:lnTo>
                      <a:pt x="568" y="76"/>
                    </a:lnTo>
                    <a:lnTo>
                      <a:pt x="587" y="76"/>
                    </a:lnTo>
                    <a:lnTo>
                      <a:pt x="591" y="49"/>
                    </a:lnTo>
                    <a:lnTo>
                      <a:pt x="602" y="40"/>
                    </a:lnTo>
                    <a:lnTo>
                      <a:pt x="592" y="14"/>
                    </a:lnTo>
                    <a:lnTo>
                      <a:pt x="600" y="0"/>
                    </a:lnTo>
                    <a:lnTo>
                      <a:pt x="661" y="1"/>
                    </a:lnTo>
                    <a:lnTo>
                      <a:pt x="675" y="17"/>
                    </a:lnTo>
                    <a:lnTo>
                      <a:pt x="689" y="29"/>
                    </a:lnTo>
                    <a:lnTo>
                      <a:pt x="700" y="42"/>
                    </a:lnTo>
                    <a:lnTo>
                      <a:pt x="703" y="59"/>
                    </a:lnTo>
                    <a:lnTo>
                      <a:pt x="714" y="73"/>
                    </a:lnTo>
                    <a:lnTo>
                      <a:pt x="740" y="78"/>
                    </a:lnTo>
                    <a:lnTo>
                      <a:pt x="751" y="88"/>
                    </a:lnTo>
                    <a:lnTo>
                      <a:pt x="763" y="97"/>
                    </a:lnTo>
                    <a:lnTo>
                      <a:pt x="769" y="106"/>
                    </a:lnTo>
                    <a:lnTo>
                      <a:pt x="783" y="107"/>
                    </a:lnTo>
                    <a:lnTo>
                      <a:pt x="808" y="103"/>
                    </a:lnTo>
                    <a:lnTo>
                      <a:pt x="813" y="109"/>
                    </a:lnTo>
                    <a:lnTo>
                      <a:pt x="816" y="122"/>
                    </a:lnTo>
                    <a:lnTo>
                      <a:pt x="806" y="130"/>
                    </a:lnTo>
                    <a:lnTo>
                      <a:pt x="804" y="165"/>
                    </a:lnTo>
                    <a:lnTo>
                      <a:pt x="791" y="164"/>
                    </a:lnTo>
                    <a:lnTo>
                      <a:pt x="783" y="178"/>
                    </a:lnTo>
                    <a:lnTo>
                      <a:pt x="784" y="194"/>
                    </a:lnTo>
                    <a:lnTo>
                      <a:pt x="798" y="198"/>
                    </a:lnTo>
                    <a:lnTo>
                      <a:pt x="797" y="198"/>
                    </a:lnTo>
                    <a:lnTo>
                      <a:pt x="783" y="209"/>
                    </a:lnTo>
                    <a:lnTo>
                      <a:pt x="769" y="213"/>
                    </a:lnTo>
                    <a:lnTo>
                      <a:pt x="755" y="230"/>
                    </a:lnTo>
                    <a:lnTo>
                      <a:pt x="741" y="230"/>
                    </a:lnTo>
                    <a:lnTo>
                      <a:pt x="729" y="224"/>
                    </a:lnTo>
                    <a:lnTo>
                      <a:pt x="721" y="248"/>
                    </a:lnTo>
                    <a:lnTo>
                      <a:pt x="707" y="257"/>
                    </a:lnTo>
                    <a:lnTo>
                      <a:pt x="689" y="268"/>
                    </a:lnTo>
                    <a:lnTo>
                      <a:pt x="669" y="275"/>
                    </a:lnTo>
                    <a:lnTo>
                      <a:pt x="667" y="258"/>
                    </a:lnTo>
                    <a:lnTo>
                      <a:pt x="663" y="242"/>
                    </a:lnTo>
                    <a:lnTo>
                      <a:pt x="657" y="241"/>
                    </a:lnTo>
                    <a:lnTo>
                      <a:pt x="648" y="248"/>
                    </a:lnTo>
                    <a:lnTo>
                      <a:pt x="641" y="259"/>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33" name="Freeform 200">
                <a:extLst>
                  <a:ext uri="{FF2B5EF4-FFF2-40B4-BE49-F238E27FC236}">
                    <a16:creationId xmlns:a16="http://schemas.microsoft.com/office/drawing/2014/main" id="{36F21A41-8504-4517-9A4D-00B72CBEB853}"/>
                  </a:ext>
                </a:extLst>
              </p:cNvPr>
              <p:cNvSpPr>
                <a:spLocks/>
              </p:cNvSpPr>
              <p:nvPr/>
            </p:nvSpPr>
            <p:spPr bwMode="auto">
              <a:xfrm>
                <a:off x="8874579" y="2972700"/>
                <a:ext cx="122654" cy="158868"/>
              </a:xfrm>
              <a:custGeom>
                <a:avLst/>
                <a:gdLst>
                  <a:gd name="T0" fmla="*/ 67 w 70"/>
                  <a:gd name="T1" fmla="*/ 0 h 91"/>
                  <a:gd name="T2" fmla="*/ 69 w 70"/>
                  <a:gd name="T3" fmla="*/ 25 h 91"/>
                  <a:gd name="T4" fmla="*/ 60 w 70"/>
                  <a:gd name="T5" fmla="*/ 31 h 91"/>
                  <a:gd name="T6" fmla="*/ 52 w 70"/>
                  <a:gd name="T7" fmla="*/ 45 h 91"/>
                  <a:gd name="T8" fmla="*/ 39 w 70"/>
                  <a:gd name="T9" fmla="*/ 51 h 91"/>
                  <a:gd name="T10" fmla="*/ 55 w 70"/>
                  <a:gd name="T11" fmla="*/ 67 h 91"/>
                  <a:gd name="T12" fmla="*/ 50 w 70"/>
                  <a:gd name="T13" fmla="*/ 82 h 91"/>
                  <a:gd name="T14" fmla="*/ 29 w 70"/>
                  <a:gd name="T15" fmla="*/ 90 h 91"/>
                  <a:gd name="T16" fmla="*/ 22 w 70"/>
                  <a:gd name="T17" fmla="*/ 81 h 91"/>
                  <a:gd name="T18" fmla="*/ 4 w 70"/>
                  <a:gd name="T19" fmla="*/ 73 h 91"/>
                  <a:gd name="T20" fmla="*/ 15 w 70"/>
                  <a:gd name="T21" fmla="*/ 65 h 91"/>
                  <a:gd name="T22" fmla="*/ 16 w 70"/>
                  <a:gd name="T23" fmla="*/ 48 h 91"/>
                  <a:gd name="T24" fmla="*/ 4 w 70"/>
                  <a:gd name="T25" fmla="*/ 45 h 91"/>
                  <a:gd name="T26" fmla="*/ 0 w 70"/>
                  <a:gd name="T27" fmla="*/ 45 h 91"/>
                  <a:gd name="T28" fmla="*/ 14 w 70"/>
                  <a:gd name="T29" fmla="*/ 37 h 91"/>
                  <a:gd name="T30" fmla="*/ 22 w 70"/>
                  <a:gd name="T31" fmla="*/ 12 h 91"/>
                  <a:gd name="T32" fmla="*/ 34 w 70"/>
                  <a:gd name="T33" fmla="*/ 18 h 91"/>
                  <a:gd name="T34" fmla="*/ 48 w 70"/>
                  <a:gd name="T35" fmla="*/ 18 h 91"/>
                  <a:gd name="T36" fmla="*/ 62 w 70"/>
                  <a:gd name="T37" fmla="*/ 1 h 91"/>
                  <a:gd name="T38" fmla="*/ 67 w 70"/>
                  <a:gd name="T3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0" h="91">
                    <a:moveTo>
                      <a:pt x="67" y="0"/>
                    </a:moveTo>
                    <a:lnTo>
                      <a:pt x="69" y="25"/>
                    </a:lnTo>
                    <a:lnTo>
                      <a:pt x="60" y="31"/>
                    </a:lnTo>
                    <a:lnTo>
                      <a:pt x="52" y="45"/>
                    </a:lnTo>
                    <a:lnTo>
                      <a:pt x="39" y="51"/>
                    </a:lnTo>
                    <a:lnTo>
                      <a:pt x="55" y="67"/>
                    </a:lnTo>
                    <a:lnTo>
                      <a:pt x="50" y="82"/>
                    </a:lnTo>
                    <a:lnTo>
                      <a:pt x="29" y="90"/>
                    </a:lnTo>
                    <a:lnTo>
                      <a:pt x="22" y="81"/>
                    </a:lnTo>
                    <a:lnTo>
                      <a:pt x="4" y="73"/>
                    </a:lnTo>
                    <a:lnTo>
                      <a:pt x="15" y="65"/>
                    </a:lnTo>
                    <a:lnTo>
                      <a:pt x="16" y="48"/>
                    </a:lnTo>
                    <a:lnTo>
                      <a:pt x="4" y="45"/>
                    </a:lnTo>
                    <a:lnTo>
                      <a:pt x="0" y="45"/>
                    </a:lnTo>
                    <a:lnTo>
                      <a:pt x="14" y="37"/>
                    </a:lnTo>
                    <a:lnTo>
                      <a:pt x="22" y="12"/>
                    </a:lnTo>
                    <a:lnTo>
                      <a:pt x="34" y="18"/>
                    </a:lnTo>
                    <a:lnTo>
                      <a:pt x="48" y="18"/>
                    </a:lnTo>
                    <a:lnTo>
                      <a:pt x="62" y="1"/>
                    </a:lnTo>
                    <a:lnTo>
                      <a:pt x="67"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34" name="Freeform 201">
                <a:extLst>
                  <a:ext uri="{FF2B5EF4-FFF2-40B4-BE49-F238E27FC236}">
                    <a16:creationId xmlns:a16="http://schemas.microsoft.com/office/drawing/2014/main" id="{71646482-27BF-4C4F-8915-69115EA31EA9}"/>
                  </a:ext>
                </a:extLst>
              </p:cNvPr>
              <p:cNvSpPr>
                <a:spLocks/>
              </p:cNvSpPr>
              <p:nvPr/>
            </p:nvSpPr>
            <p:spPr bwMode="auto">
              <a:xfrm>
                <a:off x="8149664" y="3443013"/>
                <a:ext cx="198133" cy="511210"/>
              </a:xfrm>
              <a:custGeom>
                <a:avLst/>
                <a:gdLst>
                  <a:gd name="T0" fmla="*/ 1 w 113"/>
                  <a:gd name="T1" fmla="*/ 109 h 289"/>
                  <a:gd name="T2" fmla="*/ 8 w 113"/>
                  <a:gd name="T3" fmla="*/ 97 h 289"/>
                  <a:gd name="T4" fmla="*/ 8 w 113"/>
                  <a:gd name="T5" fmla="*/ 69 h 289"/>
                  <a:gd name="T6" fmla="*/ 21 w 113"/>
                  <a:gd name="T7" fmla="*/ 54 h 289"/>
                  <a:gd name="T8" fmla="*/ 27 w 113"/>
                  <a:gd name="T9" fmla="*/ 35 h 289"/>
                  <a:gd name="T10" fmla="*/ 38 w 113"/>
                  <a:gd name="T11" fmla="*/ 20 h 289"/>
                  <a:gd name="T12" fmla="*/ 56 w 113"/>
                  <a:gd name="T13" fmla="*/ 11 h 289"/>
                  <a:gd name="T14" fmla="*/ 57 w 113"/>
                  <a:gd name="T15" fmla="*/ 3 h 289"/>
                  <a:gd name="T16" fmla="*/ 74 w 113"/>
                  <a:gd name="T17" fmla="*/ 0 h 289"/>
                  <a:gd name="T18" fmla="*/ 78 w 113"/>
                  <a:gd name="T19" fmla="*/ 8 h 289"/>
                  <a:gd name="T20" fmla="*/ 84 w 113"/>
                  <a:gd name="T21" fmla="*/ 25 h 289"/>
                  <a:gd name="T22" fmla="*/ 78 w 113"/>
                  <a:gd name="T23" fmla="*/ 37 h 289"/>
                  <a:gd name="T24" fmla="*/ 68 w 113"/>
                  <a:gd name="T25" fmla="*/ 45 h 289"/>
                  <a:gd name="T26" fmla="*/ 67 w 113"/>
                  <a:gd name="T27" fmla="*/ 58 h 289"/>
                  <a:gd name="T28" fmla="*/ 83 w 113"/>
                  <a:gd name="T29" fmla="*/ 60 h 289"/>
                  <a:gd name="T30" fmla="*/ 91 w 113"/>
                  <a:gd name="T31" fmla="*/ 75 h 289"/>
                  <a:gd name="T32" fmla="*/ 94 w 113"/>
                  <a:gd name="T33" fmla="*/ 98 h 289"/>
                  <a:gd name="T34" fmla="*/ 109 w 113"/>
                  <a:gd name="T35" fmla="*/ 102 h 289"/>
                  <a:gd name="T36" fmla="*/ 112 w 113"/>
                  <a:gd name="T37" fmla="*/ 111 h 289"/>
                  <a:gd name="T38" fmla="*/ 105 w 113"/>
                  <a:gd name="T39" fmla="*/ 125 h 289"/>
                  <a:gd name="T40" fmla="*/ 97 w 113"/>
                  <a:gd name="T41" fmla="*/ 132 h 289"/>
                  <a:gd name="T42" fmla="*/ 82 w 113"/>
                  <a:gd name="T43" fmla="*/ 138 h 289"/>
                  <a:gd name="T44" fmla="*/ 80 w 113"/>
                  <a:gd name="T45" fmla="*/ 164 h 289"/>
                  <a:gd name="T46" fmla="*/ 84 w 113"/>
                  <a:gd name="T47" fmla="*/ 175 h 289"/>
                  <a:gd name="T48" fmla="*/ 96 w 113"/>
                  <a:gd name="T49" fmla="*/ 190 h 289"/>
                  <a:gd name="T50" fmla="*/ 91 w 113"/>
                  <a:gd name="T51" fmla="*/ 215 h 289"/>
                  <a:gd name="T52" fmla="*/ 93 w 113"/>
                  <a:gd name="T53" fmla="*/ 227 h 289"/>
                  <a:gd name="T54" fmla="*/ 98 w 113"/>
                  <a:gd name="T55" fmla="*/ 246 h 289"/>
                  <a:gd name="T56" fmla="*/ 110 w 113"/>
                  <a:gd name="T57" fmla="*/ 257 h 289"/>
                  <a:gd name="T58" fmla="*/ 101 w 113"/>
                  <a:gd name="T59" fmla="*/ 278 h 289"/>
                  <a:gd name="T60" fmla="*/ 94 w 113"/>
                  <a:gd name="T61" fmla="*/ 288 h 289"/>
                  <a:gd name="T62" fmla="*/ 88 w 113"/>
                  <a:gd name="T63" fmla="*/ 261 h 289"/>
                  <a:gd name="T64" fmla="*/ 84 w 113"/>
                  <a:gd name="T65" fmla="*/ 242 h 289"/>
                  <a:gd name="T66" fmla="*/ 73 w 113"/>
                  <a:gd name="T67" fmla="*/ 234 h 289"/>
                  <a:gd name="T68" fmla="*/ 78 w 113"/>
                  <a:gd name="T69" fmla="*/ 197 h 289"/>
                  <a:gd name="T70" fmla="*/ 64 w 113"/>
                  <a:gd name="T71" fmla="*/ 175 h 289"/>
                  <a:gd name="T72" fmla="*/ 56 w 113"/>
                  <a:gd name="T73" fmla="*/ 187 h 289"/>
                  <a:gd name="T74" fmla="*/ 46 w 113"/>
                  <a:gd name="T75" fmla="*/ 197 h 289"/>
                  <a:gd name="T76" fmla="*/ 32 w 113"/>
                  <a:gd name="T77" fmla="*/ 192 h 289"/>
                  <a:gd name="T78" fmla="*/ 28 w 113"/>
                  <a:gd name="T79" fmla="*/ 160 h 289"/>
                  <a:gd name="T80" fmla="*/ 25 w 113"/>
                  <a:gd name="T81" fmla="*/ 145 h 289"/>
                  <a:gd name="T82" fmla="*/ 13 w 113"/>
                  <a:gd name="T83" fmla="*/ 128 h 289"/>
                  <a:gd name="T84" fmla="*/ 0 w 113"/>
                  <a:gd name="T85" fmla="*/ 117 h 289"/>
                  <a:gd name="T86" fmla="*/ 1 w 113"/>
                  <a:gd name="T87" fmla="*/ 109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3" h="289">
                    <a:moveTo>
                      <a:pt x="1" y="109"/>
                    </a:moveTo>
                    <a:lnTo>
                      <a:pt x="8" y="97"/>
                    </a:lnTo>
                    <a:lnTo>
                      <a:pt x="8" y="69"/>
                    </a:lnTo>
                    <a:lnTo>
                      <a:pt x="21" y="54"/>
                    </a:lnTo>
                    <a:lnTo>
                      <a:pt x="27" y="35"/>
                    </a:lnTo>
                    <a:lnTo>
                      <a:pt x="38" y="20"/>
                    </a:lnTo>
                    <a:lnTo>
                      <a:pt x="56" y="11"/>
                    </a:lnTo>
                    <a:lnTo>
                      <a:pt x="57" y="3"/>
                    </a:lnTo>
                    <a:lnTo>
                      <a:pt x="74" y="0"/>
                    </a:lnTo>
                    <a:lnTo>
                      <a:pt x="78" y="8"/>
                    </a:lnTo>
                    <a:lnTo>
                      <a:pt x="84" y="25"/>
                    </a:lnTo>
                    <a:lnTo>
                      <a:pt x="78" y="37"/>
                    </a:lnTo>
                    <a:lnTo>
                      <a:pt x="68" y="45"/>
                    </a:lnTo>
                    <a:lnTo>
                      <a:pt x="67" y="58"/>
                    </a:lnTo>
                    <a:lnTo>
                      <a:pt x="83" y="60"/>
                    </a:lnTo>
                    <a:lnTo>
                      <a:pt x="91" y="75"/>
                    </a:lnTo>
                    <a:lnTo>
                      <a:pt x="94" y="98"/>
                    </a:lnTo>
                    <a:lnTo>
                      <a:pt x="109" y="102"/>
                    </a:lnTo>
                    <a:lnTo>
                      <a:pt x="112" y="111"/>
                    </a:lnTo>
                    <a:lnTo>
                      <a:pt x="105" y="125"/>
                    </a:lnTo>
                    <a:lnTo>
                      <a:pt x="97" y="132"/>
                    </a:lnTo>
                    <a:lnTo>
                      <a:pt x="82" y="138"/>
                    </a:lnTo>
                    <a:lnTo>
                      <a:pt x="80" y="164"/>
                    </a:lnTo>
                    <a:lnTo>
                      <a:pt x="84" y="175"/>
                    </a:lnTo>
                    <a:lnTo>
                      <a:pt x="96" y="190"/>
                    </a:lnTo>
                    <a:lnTo>
                      <a:pt x="91" y="215"/>
                    </a:lnTo>
                    <a:lnTo>
                      <a:pt x="93" y="227"/>
                    </a:lnTo>
                    <a:lnTo>
                      <a:pt x="98" y="246"/>
                    </a:lnTo>
                    <a:lnTo>
                      <a:pt x="110" y="257"/>
                    </a:lnTo>
                    <a:lnTo>
                      <a:pt x="101" y="278"/>
                    </a:lnTo>
                    <a:lnTo>
                      <a:pt x="94" y="288"/>
                    </a:lnTo>
                    <a:lnTo>
                      <a:pt x="88" y="261"/>
                    </a:lnTo>
                    <a:lnTo>
                      <a:pt x="84" y="242"/>
                    </a:lnTo>
                    <a:lnTo>
                      <a:pt x="73" y="234"/>
                    </a:lnTo>
                    <a:lnTo>
                      <a:pt x="78" y="197"/>
                    </a:lnTo>
                    <a:lnTo>
                      <a:pt x="64" y="175"/>
                    </a:lnTo>
                    <a:lnTo>
                      <a:pt x="56" y="187"/>
                    </a:lnTo>
                    <a:lnTo>
                      <a:pt x="46" y="197"/>
                    </a:lnTo>
                    <a:lnTo>
                      <a:pt x="32" y="192"/>
                    </a:lnTo>
                    <a:lnTo>
                      <a:pt x="28" y="160"/>
                    </a:lnTo>
                    <a:lnTo>
                      <a:pt x="25" y="145"/>
                    </a:lnTo>
                    <a:lnTo>
                      <a:pt x="13" y="128"/>
                    </a:lnTo>
                    <a:lnTo>
                      <a:pt x="0" y="117"/>
                    </a:lnTo>
                    <a:lnTo>
                      <a:pt x="1" y="109"/>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35" name="Freeform 202">
                <a:extLst>
                  <a:ext uri="{FF2B5EF4-FFF2-40B4-BE49-F238E27FC236}">
                    <a16:creationId xmlns:a16="http://schemas.microsoft.com/office/drawing/2014/main" id="{ED318F85-977A-472E-BC18-172AC4A232F7}"/>
                  </a:ext>
                </a:extLst>
              </p:cNvPr>
              <p:cNvSpPr>
                <a:spLocks/>
              </p:cNvSpPr>
              <p:nvPr/>
            </p:nvSpPr>
            <p:spPr bwMode="auto">
              <a:xfrm>
                <a:off x="8226716" y="4100508"/>
                <a:ext cx="298772" cy="330320"/>
              </a:xfrm>
              <a:custGeom>
                <a:avLst/>
                <a:gdLst>
                  <a:gd name="T0" fmla="*/ 65 w 170"/>
                  <a:gd name="T1" fmla="*/ 29 h 187"/>
                  <a:gd name="T2" fmla="*/ 43 w 170"/>
                  <a:gd name="T3" fmla="*/ 20 h 187"/>
                  <a:gd name="T4" fmla="*/ 25 w 170"/>
                  <a:gd name="T5" fmla="*/ 0 h 187"/>
                  <a:gd name="T6" fmla="*/ 3 w 170"/>
                  <a:gd name="T7" fmla="*/ 3 h 187"/>
                  <a:gd name="T8" fmla="*/ 0 w 170"/>
                  <a:gd name="T9" fmla="*/ 11 h 187"/>
                  <a:gd name="T10" fmla="*/ 26 w 170"/>
                  <a:gd name="T11" fmla="*/ 29 h 187"/>
                  <a:gd name="T12" fmla="*/ 49 w 170"/>
                  <a:gd name="T13" fmla="*/ 49 h 187"/>
                  <a:gd name="T14" fmla="*/ 65 w 170"/>
                  <a:gd name="T15" fmla="*/ 63 h 187"/>
                  <a:gd name="T16" fmla="*/ 69 w 170"/>
                  <a:gd name="T17" fmla="*/ 84 h 187"/>
                  <a:gd name="T18" fmla="*/ 78 w 170"/>
                  <a:gd name="T19" fmla="*/ 103 h 187"/>
                  <a:gd name="T20" fmla="*/ 108 w 170"/>
                  <a:gd name="T21" fmla="*/ 143 h 187"/>
                  <a:gd name="T22" fmla="*/ 134 w 170"/>
                  <a:gd name="T23" fmla="*/ 174 h 187"/>
                  <a:gd name="T24" fmla="*/ 143 w 170"/>
                  <a:gd name="T25" fmla="*/ 186 h 187"/>
                  <a:gd name="T26" fmla="*/ 169 w 170"/>
                  <a:gd name="T27" fmla="*/ 174 h 187"/>
                  <a:gd name="T28" fmla="*/ 166 w 170"/>
                  <a:gd name="T29" fmla="*/ 158 h 187"/>
                  <a:gd name="T30" fmla="*/ 166 w 170"/>
                  <a:gd name="T31" fmla="*/ 138 h 187"/>
                  <a:gd name="T32" fmla="*/ 158 w 170"/>
                  <a:gd name="T33" fmla="*/ 127 h 187"/>
                  <a:gd name="T34" fmla="*/ 135 w 170"/>
                  <a:gd name="T35" fmla="*/ 119 h 187"/>
                  <a:gd name="T36" fmla="*/ 135 w 170"/>
                  <a:gd name="T37" fmla="*/ 110 h 187"/>
                  <a:gd name="T38" fmla="*/ 127 w 170"/>
                  <a:gd name="T39" fmla="*/ 97 h 187"/>
                  <a:gd name="T40" fmla="*/ 127 w 170"/>
                  <a:gd name="T41" fmla="*/ 79 h 187"/>
                  <a:gd name="T42" fmla="*/ 112 w 170"/>
                  <a:gd name="T43" fmla="*/ 65 h 187"/>
                  <a:gd name="T44" fmla="*/ 92 w 170"/>
                  <a:gd name="T45" fmla="*/ 53 h 187"/>
                  <a:gd name="T46" fmla="*/ 65 w 170"/>
                  <a:gd name="T47" fmla="*/ 29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0" h="187">
                    <a:moveTo>
                      <a:pt x="65" y="29"/>
                    </a:moveTo>
                    <a:lnTo>
                      <a:pt x="43" y="20"/>
                    </a:lnTo>
                    <a:lnTo>
                      <a:pt x="25" y="0"/>
                    </a:lnTo>
                    <a:lnTo>
                      <a:pt x="3" y="3"/>
                    </a:lnTo>
                    <a:lnTo>
                      <a:pt x="0" y="11"/>
                    </a:lnTo>
                    <a:lnTo>
                      <a:pt x="26" y="29"/>
                    </a:lnTo>
                    <a:lnTo>
                      <a:pt x="49" y="49"/>
                    </a:lnTo>
                    <a:lnTo>
                      <a:pt x="65" y="63"/>
                    </a:lnTo>
                    <a:lnTo>
                      <a:pt x="69" y="84"/>
                    </a:lnTo>
                    <a:lnTo>
                      <a:pt x="78" y="103"/>
                    </a:lnTo>
                    <a:lnTo>
                      <a:pt x="108" y="143"/>
                    </a:lnTo>
                    <a:lnTo>
                      <a:pt x="134" y="174"/>
                    </a:lnTo>
                    <a:lnTo>
                      <a:pt x="143" y="186"/>
                    </a:lnTo>
                    <a:lnTo>
                      <a:pt x="169" y="174"/>
                    </a:lnTo>
                    <a:lnTo>
                      <a:pt x="166" y="158"/>
                    </a:lnTo>
                    <a:lnTo>
                      <a:pt x="166" y="138"/>
                    </a:lnTo>
                    <a:lnTo>
                      <a:pt x="158" y="127"/>
                    </a:lnTo>
                    <a:lnTo>
                      <a:pt x="135" y="119"/>
                    </a:lnTo>
                    <a:lnTo>
                      <a:pt x="135" y="110"/>
                    </a:lnTo>
                    <a:lnTo>
                      <a:pt x="127" y="97"/>
                    </a:lnTo>
                    <a:lnTo>
                      <a:pt x="127" y="79"/>
                    </a:lnTo>
                    <a:lnTo>
                      <a:pt x="112" y="65"/>
                    </a:lnTo>
                    <a:lnTo>
                      <a:pt x="92" y="53"/>
                    </a:lnTo>
                    <a:lnTo>
                      <a:pt x="65" y="29"/>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36" name="Freeform 203">
                <a:extLst>
                  <a:ext uri="{FF2B5EF4-FFF2-40B4-BE49-F238E27FC236}">
                    <a16:creationId xmlns:a16="http://schemas.microsoft.com/office/drawing/2014/main" id="{8A3A51F5-1977-4FC8-AC7F-65D89B7B47F0}"/>
                  </a:ext>
                </a:extLst>
              </p:cNvPr>
              <p:cNvSpPr>
                <a:spLocks/>
              </p:cNvSpPr>
              <p:nvPr/>
            </p:nvSpPr>
            <p:spPr bwMode="auto">
              <a:xfrm>
                <a:off x="8580524" y="4054892"/>
                <a:ext cx="287765" cy="324028"/>
              </a:xfrm>
              <a:custGeom>
                <a:avLst/>
                <a:gdLst>
                  <a:gd name="T0" fmla="*/ 35 w 163"/>
                  <a:gd name="T1" fmla="*/ 89 h 184"/>
                  <a:gd name="T2" fmla="*/ 4 w 163"/>
                  <a:gd name="T3" fmla="*/ 89 h 184"/>
                  <a:gd name="T4" fmla="*/ 0 w 163"/>
                  <a:gd name="T5" fmla="*/ 112 h 184"/>
                  <a:gd name="T6" fmla="*/ 11 w 163"/>
                  <a:gd name="T7" fmla="*/ 118 h 184"/>
                  <a:gd name="T8" fmla="*/ 12 w 163"/>
                  <a:gd name="T9" fmla="*/ 136 h 184"/>
                  <a:gd name="T10" fmla="*/ 25 w 163"/>
                  <a:gd name="T11" fmla="*/ 139 h 184"/>
                  <a:gd name="T12" fmla="*/ 26 w 163"/>
                  <a:gd name="T13" fmla="*/ 160 h 184"/>
                  <a:gd name="T14" fmla="*/ 34 w 163"/>
                  <a:gd name="T15" fmla="*/ 161 h 184"/>
                  <a:gd name="T16" fmla="*/ 41 w 163"/>
                  <a:gd name="T17" fmla="*/ 170 h 184"/>
                  <a:gd name="T18" fmla="*/ 62 w 163"/>
                  <a:gd name="T19" fmla="*/ 175 h 184"/>
                  <a:gd name="T20" fmla="*/ 70 w 163"/>
                  <a:gd name="T21" fmla="*/ 164 h 184"/>
                  <a:gd name="T22" fmla="*/ 81 w 163"/>
                  <a:gd name="T23" fmla="*/ 168 h 184"/>
                  <a:gd name="T24" fmla="*/ 89 w 163"/>
                  <a:gd name="T25" fmla="*/ 183 h 184"/>
                  <a:gd name="T26" fmla="*/ 108 w 163"/>
                  <a:gd name="T27" fmla="*/ 181 h 184"/>
                  <a:gd name="T28" fmla="*/ 112 w 163"/>
                  <a:gd name="T29" fmla="*/ 169 h 184"/>
                  <a:gd name="T30" fmla="*/ 120 w 163"/>
                  <a:gd name="T31" fmla="*/ 157 h 184"/>
                  <a:gd name="T32" fmla="*/ 120 w 163"/>
                  <a:gd name="T33" fmla="*/ 142 h 184"/>
                  <a:gd name="T34" fmla="*/ 132 w 163"/>
                  <a:gd name="T35" fmla="*/ 131 h 184"/>
                  <a:gd name="T36" fmla="*/ 138 w 163"/>
                  <a:gd name="T37" fmla="*/ 107 h 184"/>
                  <a:gd name="T38" fmla="*/ 151 w 163"/>
                  <a:gd name="T39" fmla="*/ 102 h 184"/>
                  <a:gd name="T40" fmla="*/ 151 w 163"/>
                  <a:gd name="T41" fmla="*/ 88 h 184"/>
                  <a:gd name="T42" fmla="*/ 137 w 163"/>
                  <a:gd name="T43" fmla="*/ 77 h 184"/>
                  <a:gd name="T44" fmla="*/ 137 w 163"/>
                  <a:gd name="T45" fmla="*/ 52 h 184"/>
                  <a:gd name="T46" fmla="*/ 148 w 163"/>
                  <a:gd name="T47" fmla="*/ 43 h 184"/>
                  <a:gd name="T48" fmla="*/ 162 w 163"/>
                  <a:gd name="T49" fmla="*/ 32 h 184"/>
                  <a:gd name="T50" fmla="*/ 159 w 163"/>
                  <a:gd name="T51" fmla="*/ 17 h 184"/>
                  <a:gd name="T52" fmla="*/ 141 w 163"/>
                  <a:gd name="T53" fmla="*/ 13 h 184"/>
                  <a:gd name="T54" fmla="*/ 131 w 163"/>
                  <a:gd name="T55" fmla="*/ 9 h 184"/>
                  <a:gd name="T56" fmla="*/ 114 w 163"/>
                  <a:gd name="T57" fmla="*/ 0 h 184"/>
                  <a:gd name="T58" fmla="*/ 110 w 163"/>
                  <a:gd name="T59" fmla="*/ 14 h 184"/>
                  <a:gd name="T60" fmla="*/ 99 w 163"/>
                  <a:gd name="T61" fmla="*/ 20 h 184"/>
                  <a:gd name="T62" fmla="*/ 96 w 163"/>
                  <a:gd name="T63" fmla="*/ 37 h 184"/>
                  <a:gd name="T64" fmla="*/ 84 w 163"/>
                  <a:gd name="T65" fmla="*/ 43 h 184"/>
                  <a:gd name="T66" fmla="*/ 70 w 163"/>
                  <a:gd name="T67" fmla="*/ 53 h 184"/>
                  <a:gd name="T68" fmla="*/ 63 w 163"/>
                  <a:gd name="T69" fmla="*/ 68 h 184"/>
                  <a:gd name="T70" fmla="*/ 44 w 163"/>
                  <a:gd name="T71" fmla="*/ 66 h 184"/>
                  <a:gd name="T72" fmla="*/ 41 w 163"/>
                  <a:gd name="T73" fmla="*/ 80 h 184"/>
                  <a:gd name="T74" fmla="*/ 35 w 163"/>
                  <a:gd name="T75" fmla="*/ 89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3" h="184">
                    <a:moveTo>
                      <a:pt x="35" y="89"/>
                    </a:moveTo>
                    <a:lnTo>
                      <a:pt x="4" y="89"/>
                    </a:lnTo>
                    <a:lnTo>
                      <a:pt x="0" y="112"/>
                    </a:lnTo>
                    <a:lnTo>
                      <a:pt x="11" y="118"/>
                    </a:lnTo>
                    <a:lnTo>
                      <a:pt x="12" y="136"/>
                    </a:lnTo>
                    <a:lnTo>
                      <a:pt x="25" y="139"/>
                    </a:lnTo>
                    <a:lnTo>
                      <a:pt x="26" y="160"/>
                    </a:lnTo>
                    <a:lnTo>
                      <a:pt x="34" y="161"/>
                    </a:lnTo>
                    <a:lnTo>
                      <a:pt x="41" y="170"/>
                    </a:lnTo>
                    <a:lnTo>
                      <a:pt x="62" y="175"/>
                    </a:lnTo>
                    <a:lnTo>
                      <a:pt x="70" y="164"/>
                    </a:lnTo>
                    <a:lnTo>
                      <a:pt x="81" y="168"/>
                    </a:lnTo>
                    <a:lnTo>
                      <a:pt x="89" y="183"/>
                    </a:lnTo>
                    <a:lnTo>
                      <a:pt x="108" y="181"/>
                    </a:lnTo>
                    <a:lnTo>
                      <a:pt x="112" y="169"/>
                    </a:lnTo>
                    <a:lnTo>
                      <a:pt x="120" y="157"/>
                    </a:lnTo>
                    <a:lnTo>
                      <a:pt x="120" y="142"/>
                    </a:lnTo>
                    <a:lnTo>
                      <a:pt x="132" y="131"/>
                    </a:lnTo>
                    <a:lnTo>
                      <a:pt x="138" y="107"/>
                    </a:lnTo>
                    <a:lnTo>
                      <a:pt x="151" y="102"/>
                    </a:lnTo>
                    <a:lnTo>
                      <a:pt x="151" y="88"/>
                    </a:lnTo>
                    <a:lnTo>
                      <a:pt x="137" y="77"/>
                    </a:lnTo>
                    <a:lnTo>
                      <a:pt x="137" y="52"/>
                    </a:lnTo>
                    <a:lnTo>
                      <a:pt x="148" y="43"/>
                    </a:lnTo>
                    <a:lnTo>
                      <a:pt x="162" y="32"/>
                    </a:lnTo>
                    <a:lnTo>
                      <a:pt x="159" y="17"/>
                    </a:lnTo>
                    <a:lnTo>
                      <a:pt x="141" y="13"/>
                    </a:lnTo>
                    <a:lnTo>
                      <a:pt x="131" y="9"/>
                    </a:lnTo>
                    <a:lnTo>
                      <a:pt x="114" y="0"/>
                    </a:lnTo>
                    <a:lnTo>
                      <a:pt x="110" y="14"/>
                    </a:lnTo>
                    <a:lnTo>
                      <a:pt x="99" y="20"/>
                    </a:lnTo>
                    <a:lnTo>
                      <a:pt x="96" y="37"/>
                    </a:lnTo>
                    <a:lnTo>
                      <a:pt x="84" y="43"/>
                    </a:lnTo>
                    <a:lnTo>
                      <a:pt x="70" y="53"/>
                    </a:lnTo>
                    <a:lnTo>
                      <a:pt x="63" y="68"/>
                    </a:lnTo>
                    <a:lnTo>
                      <a:pt x="44" y="66"/>
                    </a:lnTo>
                    <a:lnTo>
                      <a:pt x="41" y="80"/>
                    </a:lnTo>
                    <a:lnTo>
                      <a:pt x="35" y="89"/>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37" name="Freeform 204">
                <a:extLst>
                  <a:ext uri="{FF2B5EF4-FFF2-40B4-BE49-F238E27FC236}">
                    <a16:creationId xmlns:a16="http://schemas.microsoft.com/office/drawing/2014/main" id="{2CB16C95-1EF4-402E-B290-91F44FDEAE12}"/>
                  </a:ext>
                </a:extLst>
              </p:cNvPr>
              <p:cNvSpPr>
                <a:spLocks/>
              </p:cNvSpPr>
              <p:nvPr/>
            </p:nvSpPr>
            <p:spPr bwMode="auto">
              <a:xfrm>
                <a:off x="8394971" y="3576714"/>
                <a:ext cx="196560" cy="440427"/>
              </a:xfrm>
              <a:custGeom>
                <a:avLst/>
                <a:gdLst>
                  <a:gd name="T0" fmla="*/ 0 w 111"/>
                  <a:gd name="T1" fmla="*/ 12 h 250"/>
                  <a:gd name="T2" fmla="*/ 8 w 111"/>
                  <a:gd name="T3" fmla="*/ 35 h 250"/>
                  <a:gd name="T4" fmla="*/ 34 w 111"/>
                  <a:gd name="T5" fmla="*/ 44 h 250"/>
                  <a:gd name="T6" fmla="*/ 36 w 111"/>
                  <a:gd name="T7" fmla="*/ 53 h 250"/>
                  <a:gd name="T8" fmla="*/ 32 w 111"/>
                  <a:gd name="T9" fmla="*/ 69 h 250"/>
                  <a:gd name="T10" fmla="*/ 42 w 111"/>
                  <a:gd name="T11" fmla="*/ 80 h 250"/>
                  <a:gd name="T12" fmla="*/ 64 w 111"/>
                  <a:gd name="T13" fmla="*/ 113 h 250"/>
                  <a:gd name="T14" fmla="*/ 77 w 111"/>
                  <a:gd name="T15" fmla="*/ 122 h 250"/>
                  <a:gd name="T16" fmla="*/ 77 w 111"/>
                  <a:gd name="T17" fmla="*/ 151 h 250"/>
                  <a:gd name="T18" fmla="*/ 83 w 111"/>
                  <a:gd name="T19" fmla="*/ 156 h 250"/>
                  <a:gd name="T20" fmla="*/ 85 w 111"/>
                  <a:gd name="T21" fmla="*/ 183 h 250"/>
                  <a:gd name="T22" fmla="*/ 75 w 111"/>
                  <a:gd name="T23" fmla="*/ 191 h 250"/>
                  <a:gd name="T24" fmla="*/ 61 w 111"/>
                  <a:gd name="T25" fmla="*/ 205 h 250"/>
                  <a:gd name="T26" fmla="*/ 47 w 111"/>
                  <a:gd name="T27" fmla="*/ 215 h 250"/>
                  <a:gd name="T28" fmla="*/ 53 w 111"/>
                  <a:gd name="T29" fmla="*/ 224 h 250"/>
                  <a:gd name="T30" fmla="*/ 46 w 111"/>
                  <a:gd name="T31" fmla="*/ 234 h 250"/>
                  <a:gd name="T32" fmla="*/ 51 w 111"/>
                  <a:gd name="T33" fmla="*/ 249 h 250"/>
                  <a:gd name="T34" fmla="*/ 77 w 111"/>
                  <a:gd name="T35" fmla="*/ 230 h 250"/>
                  <a:gd name="T36" fmla="*/ 100 w 111"/>
                  <a:gd name="T37" fmla="*/ 209 h 250"/>
                  <a:gd name="T38" fmla="*/ 106 w 111"/>
                  <a:gd name="T39" fmla="*/ 201 h 250"/>
                  <a:gd name="T40" fmla="*/ 110 w 111"/>
                  <a:gd name="T41" fmla="*/ 163 h 250"/>
                  <a:gd name="T42" fmla="*/ 102 w 111"/>
                  <a:gd name="T43" fmla="*/ 131 h 250"/>
                  <a:gd name="T44" fmla="*/ 81 w 111"/>
                  <a:gd name="T45" fmla="*/ 108 h 250"/>
                  <a:gd name="T46" fmla="*/ 57 w 111"/>
                  <a:gd name="T47" fmla="*/ 80 h 250"/>
                  <a:gd name="T48" fmla="*/ 57 w 111"/>
                  <a:gd name="T49" fmla="*/ 59 h 250"/>
                  <a:gd name="T50" fmla="*/ 63 w 111"/>
                  <a:gd name="T51" fmla="*/ 52 h 250"/>
                  <a:gd name="T52" fmla="*/ 81 w 111"/>
                  <a:gd name="T53" fmla="*/ 38 h 250"/>
                  <a:gd name="T54" fmla="*/ 60 w 111"/>
                  <a:gd name="T55" fmla="*/ 8 h 250"/>
                  <a:gd name="T56" fmla="*/ 37 w 111"/>
                  <a:gd name="T57" fmla="*/ 0 h 250"/>
                  <a:gd name="T58" fmla="*/ 23 w 111"/>
                  <a:gd name="T59" fmla="*/ 0 h 250"/>
                  <a:gd name="T60" fmla="*/ 0 w 111"/>
                  <a:gd name="T61" fmla="*/ 12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1" h="250">
                    <a:moveTo>
                      <a:pt x="0" y="12"/>
                    </a:moveTo>
                    <a:lnTo>
                      <a:pt x="8" y="35"/>
                    </a:lnTo>
                    <a:lnTo>
                      <a:pt x="34" y="44"/>
                    </a:lnTo>
                    <a:lnTo>
                      <a:pt x="36" y="53"/>
                    </a:lnTo>
                    <a:lnTo>
                      <a:pt x="32" y="69"/>
                    </a:lnTo>
                    <a:lnTo>
                      <a:pt x="42" y="80"/>
                    </a:lnTo>
                    <a:lnTo>
                      <a:pt x="64" y="113"/>
                    </a:lnTo>
                    <a:lnTo>
                      <a:pt x="77" y="122"/>
                    </a:lnTo>
                    <a:lnTo>
                      <a:pt x="77" y="151"/>
                    </a:lnTo>
                    <a:lnTo>
                      <a:pt x="83" y="156"/>
                    </a:lnTo>
                    <a:lnTo>
                      <a:pt x="85" y="183"/>
                    </a:lnTo>
                    <a:lnTo>
                      <a:pt x="75" y="191"/>
                    </a:lnTo>
                    <a:lnTo>
                      <a:pt x="61" y="205"/>
                    </a:lnTo>
                    <a:lnTo>
                      <a:pt x="47" y="215"/>
                    </a:lnTo>
                    <a:lnTo>
                      <a:pt x="53" y="224"/>
                    </a:lnTo>
                    <a:lnTo>
                      <a:pt x="46" y="234"/>
                    </a:lnTo>
                    <a:lnTo>
                      <a:pt x="51" y="249"/>
                    </a:lnTo>
                    <a:lnTo>
                      <a:pt x="77" y="230"/>
                    </a:lnTo>
                    <a:lnTo>
                      <a:pt x="100" y="209"/>
                    </a:lnTo>
                    <a:lnTo>
                      <a:pt x="106" y="201"/>
                    </a:lnTo>
                    <a:lnTo>
                      <a:pt x="110" y="163"/>
                    </a:lnTo>
                    <a:lnTo>
                      <a:pt x="102" y="131"/>
                    </a:lnTo>
                    <a:lnTo>
                      <a:pt x="81" y="108"/>
                    </a:lnTo>
                    <a:lnTo>
                      <a:pt x="57" y="80"/>
                    </a:lnTo>
                    <a:lnTo>
                      <a:pt x="57" y="59"/>
                    </a:lnTo>
                    <a:lnTo>
                      <a:pt x="63" y="52"/>
                    </a:lnTo>
                    <a:lnTo>
                      <a:pt x="81" y="38"/>
                    </a:lnTo>
                    <a:lnTo>
                      <a:pt x="60" y="8"/>
                    </a:lnTo>
                    <a:lnTo>
                      <a:pt x="37" y="0"/>
                    </a:lnTo>
                    <a:lnTo>
                      <a:pt x="23" y="0"/>
                    </a:lnTo>
                    <a:lnTo>
                      <a:pt x="0" y="1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38" name="Freeform 205">
                <a:extLst>
                  <a:ext uri="{FF2B5EF4-FFF2-40B4-BE49-F238E27FC236}">
                    <a16:creationId xmlns:a16="http://schemas.microsoft.com/office/drawing/2014/main" id="{9B89E2D7-C2ED-40D8-83FD-E07DF7959262}"/>
                  </a:ext>
                </a:extLst>
              </p:cNvPr>
              <p:cNvSpPr>
                <a:spLocks/>
              </p:cNvSpPr>
              <p:nvPr/>
            </p:nvSpPr>
            <p:spPr bwMode="auto">
              <a:xfrm>
                <a:off x="9225243" y="4298700"/>
                <a:ext cx="253170" cy="224932"/>
              </a:xfrm>
              <a:custGeom>
                <a:avLst/>
                <a:gdLst>
                  <a:gd name="T0" fmla="*/ 124 w 144"/>
                  <a:gd name="T1" fmla="*/ 24 h 128"/>
                  <a:gd name="T2" fmla="*/ 110 w 144"/>
                  <a:gd name="T3" fmla="*/ 19 h 128"/>
                  <a:gd name="T4" fmla="*/ 80 w 144"/>
                  <a:gd name="T5" fmla="*/ 6 h 128"/>
                  <a:gd name="T6" fmla="*/ 71 w 144"/>
                  <a:gd name="T7" fmla="*/ 0 h 128"/>
                  <a:gd name="T8" fmla="*/ 55 w 144"/>
                  <a:gd name="T9" fmla="*/ 3 h 128"/>
                  <a:gd name="T10" fmla="*/ 40 w 144"/>
                  <a:gd name="T11" fmla="*/ 19 h 128"/>
                  <a:gd name="T12" fmla="*/ 22 w 144"/>
                  <a:gd name="T13" fmla="*/ 29 h 128"/>
                  <a:gd name="T14" fmla="*/ 6 w 144"/>
                  <a:gd name="T15" fmla="*/ 32 h 128"/>
                  <a:gd name="T16" fmla="*/ 0 w 144"/>
                  <a:gd name="T17" fmla="*/ 34 h 128"/>
                  <a:gd name="T18" fmla="*/ 6 w 144"/>
                  <a:gd name="T19" fmla="*/ 45 h 128"/>
                  <a:gd name="T20" fmla="*/ 21 w 144"/>
                  <a:gd name="T21" fmla="*/ 43 h 128"/>
                  <a:gd name="T22" fmla="*/ 41 w 144"/>
                  <a:gd name="T23" fmla="*/ 54 h 128"/>
                  <a:gd name="T24" fmla="*/ 55 w 144"/>
                  <a:gd name="T25" fmla="*/ 62 h 128"/>
                  <a:gd name="T26" fmla="*/ 69 w 144"/>
                  <a:gd name="T27" fmla="*/ 75 h 128"/>
                  <a:gd name="T28" fmla="*/ 69 w 144"/>
                  <a:gd name="T29" fmla="*/ 92 h 128"/>
                  <a:gd name="T30" fmla="*/ 66 w 144"/>
                  <a:gd name="T31" fmla="*/ 98 h 128"/>
                  <a:gd name="T32" fmla="*/ 53 w 144"/>
                  <a:gd name="T33" fmla="*/ 103 h 128"/>
                  <a:gd name="T34" fmla="*/ 56 w 144"/>
                  <a:gd name="T35" fmla="*/ 116 h 128"/>
                  <a:gd name="T36" fmla="*/ 74 w 144"/>
                  <a:gd name="T37" fmla="*/ 114 h 128"/>
                  <a:gd name="T38" fmla="*/ 92 w 144"/>
                  <a:gd name="T39" fmla="*/ 114 h 128"/>
                  <a:gd name="T40" fmla="*/ 99 w 144"/>
                  <a:gd name="T41" fmla="*/ 122 h 128"/>
                  <a:gd name="T42" fmla="*/ 111 w 144"/>
                  <a:gd name="T43" fmla="*/ 127 h 128"/>
                  <a:gd name="T44" fmla="*/ 128 w 144"/>
                  <a:gd name="T45" fmla="*/ 120 h 128"/>
                  <a:gd name="T46" fmla="*/ 135 w 144"/>
                  <a:gd name="T47" fmla="*/ 107 h 128"/>
                  <a:gd name="T48" fmla="*/ 143 w 144"/>
                  <a:gd name="T49" fmla="*/ 97 h 128"/>
                  <a:gd name="T50" fmla="*/ 124 w 144"/>
                  <a:gd name="T51"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128">
                    <a:moveTo>
                      <a:pt x="124" y="24"/>
                    </a:moveTo>
                    <a:lnTo>
                      <a:pt x="110" y="19"/>
                    </a:lnTo>
                    <a:lnTo>
                      <a:pt x="80" y="6"/>
                    </a:lnTo>
                    <a:lnTo>
                      <a:pt x="71" y="0"/>
                    </a:lnTo>
                    <a:lnTo>
                      <a:pt x="55" y="3"/>
                    </a:lnTo>
                    <a:lnTo>
                      <a:pt x="40" y="19"/>
                    </a:lnTo>
                    <a:lnTo>
                      <a:pt x="22" y="29"/>
                    </a:lnTo>
                    <a:lnTo>
                      <a:pt x="6" y="32"/>
                    </a:lnTo>
                    <a:lnTo>
                      <a:pt x="0" y="34"/>
                    </a:lnTo>
                    <a:lnTo>
                      <a:pt x="6" y="45"/>
                    </a:lnTo>
                    <a:lnTo>
                      <a:pt x="21" y="43"/>
                    </a:lnTo>
                    <a:lnTo>
                      <a:pt x="41" y="54"/>
                    </a:lnTo>
                    <a:lnTo>
                      <a:pt x="55" y="62"/>
                    </a:lnTo>
                    <a:lnTo>
                      <a:pt x="69" y="75"/>
                    </a:lnTo>
                    <a:lnTo>
                      <a:pt x="69" y="92"/>
                    </a:lnTo>
                    <a:lnTo>
                      <a:pt x="66" y="98"/>
                    </a:lnTo>
                    <a:lnTo>
                      <a:pt x="53" y="103"/>
                    </a:lnTo>
                    <a:lnTo>
                      <a:pt x="56" y="116"/>
                    </a:lnTo>
                    <a:lnTo>
                      <a:pt x="74" y="114"/>
                    </a:lnTo>
                    <a:lnTo>
                      <a:pt x="92" y="114"/>
                    </a:lnTo>
                    <a:lnTo>
                      <a:pt x="99" y="122"/>
                    </a:lnTo>
                    <a:lnTo>
                      <a:pt x="111" y="127"/>
                    </a:lnTo>
                    <a:lnTo>
                      <a:pt x="128" y="120"/>
                    </a:lnTo>
                    <a:lnTo>
                      <a:pt x="135" y="107"/>
                    </a:lnTo>
                    <a:lnTo>
                      <a:pt x="143" y="97"/>
                    </a:lnTo>
                    <a:lnTo>
                      <a:pt x="124" y="24"/>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39" name="Freeform 206">
                <a:extLst>
                  <a:ext uri="{FF2B5EF4-FFF2-40B4-BE49-F238E27FC236}">
                    <a16:creationId xmlns:a16="http://schemas.microsoft.com/office/drawing/2014/main" id="{8A98B5C4-19D4-480F-B22C-9397493383A9}"/>
                  </a:ext>
                </a:extLst>
              </p:cNvPr>
              <p:cNvSpPr>
                <a:spLocks/>
              </p:cNvSpPr>
              <p:nvPr/>
            </p:nvSpPr>
            <p:spPr bwMode="auto">
              <a:xfrm>
                <a:off x="9234678" y="4275106"/>
                <a:ext cx="67617" cy="45616"/>
              </a:xfrm>
              <a:custGeom>
                <a:avLst/>
                <a:gdLst>
                  <a:gd name="T0" fmla="*/ 14 w 38"/>
                  <a:gd name="T1" fmla="*/ 24 h 26"/>
                  <a:gd name="T2" fmla="*/ 0 w 38"/>
                  <a:gd name="T3" fmla="*/ 25 h 26"/>
                  <a:gd name="T4" fmla="*/ 3 w 38"/>
                  <a:gd name="T5" fmla="*/ 13 h 26"/>
                  <a:gd name="T6" fmla="*/ 9 w 38"/>
                  <a:gd name="T7" fmla="*/ 0 h 26"/>
                  <a:gd name="T8" fmla="*/ 24 w 38"/>
                  <a:gd name="T9" fmla="*/ 3 h 26"/>
                  <a:gd name="T10" fmla="*/ 37 w 38"/>
                  <a:gd name="T11" fmla="*/ 6 h 26"/>
                  <a:gd name="T12" fmla="*/ 33 w 38"/>
                  <a:gd name="T13" fmla="*/ 16 h 26"/>
                  <a:gd name="T14" fmla="*/ 23 w 38"/>
                  <a:gd name="T15" fmla="*/ 25 h 26"/>
                  <a:gd name="T16" fmla="*/ 14 w 38"/>
                  <a:gd name="T17" fmla="*/ 24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26">
                    <a:moveTo>
                      <a:pt x="14" y="24"/>
                    </a:moveTo>
                    <a:lnTo>
                      <a:pt x="0" y="25"/>
                    </a:lnTo>
                    <a:lnTo>
                      <a:pt x="3" y="13"/>
                    </a:lnTo>
                    <a:lnTo>
                      <a:pt x="9" y="0"/>
                    </a:lnTo>
                    <a:lnTo>
                      <a:pt x="24" y="3"/>
                    </a:lnTo>
                    <a:lnTo>
                      <a:pt x="37" y="6"/>
                    </a:lnTo>
                    <a:lnTo>
                      <a:pt x="33" y="16"/>
                    </a:lnTo>
                    <a:lnTo>
                      <a:pt x="23" y="25"/>
                    </a:lnTo>
                    <a:lnTo>
                      <a:pt x="14" y="24"/>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40" name="Freeform 207">
                <a:extLst>
                  <a:ext uri="{FF2B5EF4-FFF2-40B4-BE49-F238E27FC236}">
                    <a16:creationId xmlns:a16="http://schemas.microsoft.com/office/drawing/2014/main" id="{ED593B81-E4B6-4486-A3D8-EF098B1BFF00}"/>
                  </a:ext>
                </a:extLst>
              </p:cNvPr>
              <p:cNvSpPr>
                <a:spLocks/>
              </p:cNvSpPr>
              <p:nvPr/>
            </p:nvSpPr>
            <p:spPr bwMode="auto">
              <a:xfrm>
                <a:off x="6904257" y="3054494"/>
                <a:ext cx="507912" cy="459302"/>
              </a:xfrm>
              <a:custGeom>
                <a:avLst/>
                <a:gdLst>
                  <a:gd name="T0" fmla="*/ 0 w 286"/>
                  <a:gd name="T1" fmla="*/ 6 h 261"/>
                  <a:gd name="T2" fmla="*/ 14 w 286"/>
                  <a:gd name="T3" fmla="*/ 43 h 261"/>
                  <a:gd name="T4" fmla="*/ 20 w 286"/>
                  <a:gd name="T5" fmla="*/ 73 h 261"/>
                  <a:gd name="T6" fmla="*/ 32 w 286"/>
                  <a:gd name="T7" fmla="*/ 92 h 261"/>
                  <a:gd name="T8" fmla="*/ 22 w 286"/>
                  <a:gd name="T9" fmla="*/ 114 h 261"/>
                  <a:gd name="T10" fmla="*/ 39 w 286"/>
                  <a:gd name="T11" fmla="*/ 133 h 261"/>
                  <a:gd name="T12" fmla="*/ 59 w 286"/>
                  <a:gd name="T13" fmla="*/ 133 h 261"/>
                  <a:gd name="T14" fmla="*/ 56 w 286"/>
                  <a:gd name="T15" fmla="*/ 159 h 261"/>
                  <a:gd name="T16" fmla="*/ 66 w 286"/>
                  <a:gd name="T17" fmla="*/ 176 h 261"/>
                  <a:gd name="T18" fmla="*/ 87 w 286"/>
                  <a:gd name="T19" fmla="*/ 180 h 261"/>
                  <a:gd name="T20" fmla="*/ 94 w 286"/>
                  <a:gd name="T21" fmla="*/ 187 h 261"/>
                  <a:gd name="T22" fmla="*/ 111 w 286"/>
                  <a:gd name="T23" fmla="*/ 212 h 261"/>
                  <a:gd name="T24" fmla="*/ 122 w 286"/>
                  <a:gd name="T25" fmla="*/ 221 h 261"/>
                  <a:gd name="T26" fmla="*/ 174 w 286"/>
                  <a:gd name="T27" fmla="*/ 235 h 261"/>
                  <a:gd name="T28" fmla="*/ 189 w 286"/>
                  <a:gd name="T29" fmla="*/ 227 h 261"/>
                  <a:gd name="T30" fmla="*/ 209 w 286"/>
                  <a:gd name="T31" fmla="*/ 260 h 261"/>
                  <a:gd name="T32" fmla="*/ 261 w 286"/>
                  <a:gd name="T33" fmla="*/ 260 h 261"/>
                  <a:gd name="T34" fmla="*/ 277 w 286"/>
                  <a:gd name="T35" fmla="*/ 242 h 261"/>
                  <a:gd name="T36" fmla="*/ 280 w 286"/>
                  <a:gd name="T37" fmla="*/ 223 h 261"/>
                  <a:gd name="T38" fmla="*/ 265 w 286"/>
                  <a:gd name="T39" fmla="*/ 205 h 261"/>
                  <a:gd name="T40" fmla="*/ 249 w 286"/>
                  <a:gd name="T41" fmla="*/ 184 h 261"/>
                  <a:gd name="T42" fmla="*/ 252 w 286"/>
                  <a:gd name="T43" fmla="*/ 156 h 261"/>
                  <a:gd name="T44" fmla="*/ 238 w 286"/>
                  <a:gd name="T45" fmla="*/ 121 h 261"/>
                  <a:gd name="T46" fmla="*/ 240 w 286"/>
                  <a:gd name="T47" fmla="*/ 66 h 261"/>
                  <a:gd name="T48" fmla="*/ 197 w 286"/>
                  <a:gd name="T49" fmla="*/ 40 h 261"/>
                  <a:gd name="T50" fmla="*/ 156 w 286"/>
                  <a:gd name="T51" fmla="*/ 33 h 261"/>
                  <a:gd name="T52" fmla="*/ 135 w 286"/>
                  <a:gd name="T53" fmla="*/ 52 h 261"/>
                  <a:gd name="T54" fmla="*/ 112 w 286"/>
                  <a:gd name="T55" fmla="*/ 65 h 261"/>
                  <a:gd name="T56" fmla="*/ 79 w 286"/>
                  <a:gd name="T57" fmla="*/ 50 h 261"/>
                  <a:gd name="T58" fmla="*/ 60 w 286"/>
                  <a:gd name="T59" fmla="*/ 21 h 261"/>
                  <a:gd name="T60" fmla="*/ 46 w 286"/>
                  <a:gd name="T61" fmla="*/ 8 h 261"/>
                  <a:gd name="T62" fmla="*/ 24 w 286"/>
                  <a:gd name="T63" fmla="*/ 20 h 261"/>
                  <a:gd name="T64" fmla="*/ 5 w 286"/>
                  <a:gd name="T65"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6" h="261">
                    <a:moveTo>
                      <a:pt x="5" y="0"/>
                    </a:moveTo>
                    <a:lnTo>
                      <a:pt x="0" y="6"/>
                    </a:lnTo>
                    <a:lnTo>
                      <a:pt x="6" y="25"/>
                    </a:lnTo>
                    <a:lnTo>
                      <a:pt x="14" y="43"/>
                    </a:lnTo>
                    <a:lnTo>
                      <a:pt x="17" y="62"/>
                    </a:lnTo>
                    <a:lnTo>
                      <a:pt x="20" y="73"/>
                    </a:lnTo>
                    <a:lnTo>
                      <a:pt x="35" y="76"/>
                    </a:lnTo>
                    <a:lnTo>
                      <a:pt x="32" y="92"/>
                    </a:lnTo>
                    <a:lnTo>
                      <a:pt x="22" y="99"/>
                    </a:lnTo>
                    <a:lnTo>
                      <a:pt x="22" y="114"/>
                    </a:lnTo>
                    <a:lnTo>
                      <a:pt x="36" y="120"/>
                    </a:lnTo>
                    <a:lnTo>
                      <a:pt x="39" y="133"/>
                    </a:lnTo>
                    <a:lnTo>
                      <a:pt x="48" y="135"/>
                    </a:lnTo>
                    <a:lnTo>
                      <a:pt x="59" y="133"/>
                    </a:lnTo>
                    <a:lnTo>
                      <a:pt x="61" y="145"/>
                    </a:lnTo>
                    <a:lnTo>
                      <a:pt x="56" y="159"/>
                    </a:lnTo>
                    <a:lnTo>
                      <a:pt x="64" y="162"/>
                    </a:lnTo>
                    <a:lnTo>
                      <a:pt x="66" y="176"/>
                    </a:lnTo>
                    <a:lnTo>
                      <a:pt x="72" y="183"/>
                    </a:lnTo>
                    <a:lnTo>
                      <a:pt x="87" y="180"/>
                    </a:lnTo>
                    <a:lnTo>
                      <a:pt x="87" y="173"/>
                    </a:lnTo>
                    <a:lnTo>
                      <a:pt x="94" y="187"/>
                    </a:lnTo>
                    <a:lnTo>
                      <a:pt x="98" y="207"/>
                    </a:lnTo>
                    <a:lnTo>
                      <a:pt x="111" y="212"/>
                    </a:lnTo>
                    <a:lnTo>
                      <a:pt x="109" y="220"/>
                    </a:lnTo>
                    <a:lnTo>
                      <a:pt x="122" y="221"/>
                    </a:lnTo>
                    <a:lnTo>
                      <a:pt x="130" y="233"/>
                    </a:lnTo>
                    <a:lnTo>
                      <a:pt x="174" y="235"/>
                    </a:lnTo>
                    <a:lnTo>
                      <a:pt x="180" y="223"/>
                    </a:lnTo>
                    <a:lnTo>
                      <a:pt x="189" y="227"/>
                    </a:lnTo>
                    <a:lnTo>
                      <a:pt x="193" y="250"/>
                    </a:lnTo>
                    <a:lnTo>
                      <a:pt x="209" y="260"/>
                    </a:lnTo>
                    <a:lnTo>
                      <a:pt x="252" y="257"/>
                    </a:lnTo>
                    <a:lnTo>
                      <a:pt x="261" y="260"/>
                    </a:lnTo>
                    <a:lnTo>
                      <a:pt x="265" y="246"/>
                    </a:lnTo>
                    <a:lnTo>
                      <a:pt x="277" y="242"/>
                    </a:lnTo>
                    <a:lnTo>
                      <a:pt x="285" y="231"/>
                    </a:lnTo>
                    <a:lnTo>
                      <a:pt x="280" y="223"/>
                    </a:lnTo>
                    <a:lnTo>
                      <a:pt x="269" y="221"/>
                    </a:lnTo>
                    <a:lnTo>
                      <a:pt x="265" y="205"/>
                    </a:lnTo>
                    <a:lnTo>
                      <a:pt x="249" y="198"/>
                    </a:lnTo>
                    <a:lnTo>
                      <a:pt x="249" y="184"/>
                    </a:lnTo>
                    <a:lnTo>
                      <a:pt x="257" y="173"/>
                    </a:lnTo>
                    <a:lnTo>
                      <a:pt x="252" y="156"/>
                    </a:lnTo>
                    <a:lnTo>
                      <a:pt x="235" y="156"/>
                    </a:lnTo>
                    <a:lnTo>
                      <a:pt x="238" y="121"/>
                    </a:lnTo>
                    <a:lnTo>
                      <a:pt x="235" y="99"/>
                    </a:lnTo>
                    <a:lnTo>
                      <a:pt x="240" y="66"/>
                    </a:lnTo>
                    <a:lnTo>
                      <a:pt x="220" y="56"/>
                    </a:lnTo>
                    <a:lnTo>
                      <a:pt x="197" y="40"/>
                    </a:lnTo>
                    <a:lnTo>
                      <a:pt x="182" y="38"/>
                    </a:lnTo>
                    <a:lnTo>
                      <a:pt x="156" y="33"/>
                    </a:lnTo>
                    <a:lnTo>
                      <a:pt x="149" y="46"/>
                    </a:lnTo>
                    <a:lnTo>
                      <a:pt x="135" y="52"/>
                    </a:lnTo>
                    <a:lnTo>
                      <a:pt x="120" y="58"/>
                    </a:lnTo>
                    <a:lnTo>
                      <a:pt x="112" y="65"/>
                    </a:lnTo>
                    <a:lnTo>
                      <a:pt x="94" y="62"/>
                    </a:lnTo>
                    <a:lnTo>
                      <a:pt x="79" y="50"/>
                    </a:lnTo>
                    <a:lnTo>
                      <a:pt x="64" y="40"/>
                    </a:lnTo>
                    <a:lnTo>
                      <a:pt x="60" y="21"/>
                    </a:lnTo>
                    <a:lnTo>
                      <a:pt x="54" y="3"/>
                    </a:lnTo>
                    <a:lnTo>
                      <a:pt x="46" y="8"/>
                    </a:lnTo>
                    <a:lnTo>
                      <a:pt x="42" y="20"/>
                    </a:lnTo>
                    <a:lnTo>
                      <a:pt x="24" y="20"/>
                    </a:lnTo>
                    <a:lnTo>
                      <a:pt x="17" y="8"/>
                    </a:lnTo>
                    <a:lnTo>
                      <a:pt x="5"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41" name="Freeform 208">
                <a:extLst>
                  <a:ext uri="{FF2B5EF4-FFF2-40B4-BE49-F238E27FC236}">
                    <a16:creationId xmlns:a16="http://schemas.microsoft.com/office/drawing/2014/main" id="{E097FB4D-9885-43FE-8E3A-AF78998E1662}"/>
                  </a:ext>
                </a:extLst>
              </p:cNvPr>
              <p:cNvSpPr>
                <a:spLocks/>
              </p:cNvSpPr>
              <p:nvPr/>
            </p:nvSpPr>
            <p:spPr bwMode="auto">
              <a:xfrm>
                <a:off x="7129122" y="3531099"/>
                <a:ext cx="191843" cy="248527"/>
              </a:xfrm>
              <a:custGeom>
                <a:avLst/>
                <a:gdLst>
                  <a:gd name="T0" fmla="*/ 38 w 109"/>
                  <a:gd name="T1" fmla="*/ 34 h 141"/>
                  <a:gd name="T2" fmla="*/ 51 w 109"/>
                  <a:gd name="T3" fmla="*/ 52 h 141"/>
                  <a:gd name="T4" fmla="*/ 41 w 109"/>
                  <a:gd name="T5" fmla="*/ 92 h 141"/>
                  <a:gd name="T6" fmla="*/ 0 w 109"/>
                  <a:gd name="T7" fmla="*/ 99 h 141"/>
                  <a:gd name="T8" fmla="*/ 6 w 109"/>
                  <a:gd name="T9" fmla="*/ 118 h 141"/>
                  <a:gd name="T10" fmla="*/ 15 w 109"/>
                  <a:gd name="T11" fmla="*/ 140 h 141"/>
                  <a:gd name="T12" fmla="*/ 40 w 109"/>
                  <a:gd name="T13" fmla="*/ 136 h 141"/>
                  <a:gd name="T14" fmla="*/ 48 w 109"/>
                  <a:gd name="T15" fmla="*/ 121 h 141"/>
                  <a:gd name="T16" fmla="*/ 61 w 109"/>
                  <a:gd name="T17" fmla="*/ 118 h 141"/>
                  <a:gd name="T18" fmla="*/ 68 w 109"/>
                  <a:gd name="T19" fmla="*/ 109 h 141"/>
                  <a:gd name="T20" fmla="*/ 84 w 109"/>
                  <a:gd name="T21" fmla="*/ 105 h 141"/>
                  <a:gd name="T22" fmla="*/ 87 w 109"/>
                  <a:gd name="T23" fmla="*/ 78 h 141"/>
                  <a:gd name="T24" fmla="*/ 93 w 109"/>
                  <a:gd name="T25" fmla="*/ 67 h 141"/>
                  <a:gd name="T26" fmla="*/ 104 w 109"/>
                  <a:gd name="T27" fmla="*/ 61 h 141"/>
                  <a:gd name="T28" fmla="*/ 108 w 109"/>
                  <a:gd name="T29" fmla="*/ 34 h 141"/>
                  <a:gd name="T30" fmla="*/ 96 w 109"/>
                  <a:gd name="T31" fmla="*/ 30 h 141"/>
                  <a:gd name="T32" fmla="*/ 95 w 109"/>
                  <a:gd name="T33" fmla="*/ 16 h 141"/>
                  <a:gd name="T34" fmla="*/ 69 w 109"/>
                  <a:gd name="T35" fmla="*/ 12 h 141"/>
                  <a:gd name="T36" fmla="*/ 59 w 109"/>
                  <a:gd name="T37" fmla="*/ 0 h 141"/>
                  <a:gd name="T38" fmla="*/ 38 w 109"/>
                  <a:gd name="T39" fmla="*/ 34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41">
                    <a:moveTo>
                      <a:pt x="38" y="34"/>
                    </a:moveTo>
                    <a:lnTo>
                      <a:pt x="51" y="52"/>
                    </a:lnTo>
                    <a:lnTo>
                      <a:pt x="41" y="92"/>
                    </a:lnTo>
                    <a:lnTo>
                      <a:pt x="0" y="99"/>
                    </a:lnTo>
                    <a:lnTo>
                      <a:pt x="6" y="118"/>
                    </a:lnTo>
                    <a:lnTo>
                      <a:pt x="15" y="140"/>
                    </a:lnTo>
                    <a:lnTo>
                      <a:pt x="40" y="136"/>
                    </a:lnTo>
                    <a:lnTo>
                      <a:pt x="48" y="121"/>
                    </a:lnTo>
                    <a:lnTo>
                      <a:pt x="61" y="118"/>
                    </a:lnTo>
                    <a:lnTo>
                      <a:pt x="68" y="109"/>
                    </a:lnTo>
                    <a:lnTo>
                      <a:pt x="84" y="105"/>
                    </a:lnTo>
                    <a:lnTo>
                      <a:pt x="87" y="78"/>
                    </a:lnTo>
                    <a:lnTo>
                      <a:pt x="93" y="67"/>
                    </a:lnTo>
                    <a:lnTo>
                      <a:pt x="104" y="61"/>
                    </a:lnTo>
                    <a:lnTo>
                      <a:pt x="108" y="34"/>
                    </a:lnTo>
                    <a:lnTo>
                      <a:pt x="96" y="30"/>
                    </a:lnTo>
                    <a:lnTo>
                      <a:pt x="95" y="16"/>
                    </a:lnTo>
                    <a:lnTo>
                      <a:pt x="69" y="12"/>
                    </a:lnTo>
                    <a:lnTo>
                      <a:pt x="59" y="0"/>
                    </a:lnTo>
                    <a:lnTo>
                      <a:pt x="38" y="34"/>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42" name="Freeform 209">
                <a:extLst>
                  <a:ext uri="{FF2B5EF4-FFF2-40B4-BE49-F238E27FC236}">
                    <a16:creationId xmlns:a16="http://schemas.microsoft.com/office/drawing/2014/main" id="{E9C37E5A-7BBB-4E83-9C39-E26364DB1578}"/>
                  </a:ext>
                </a:extLst>
              </p:cNvPr>
              <p:cNvSpPr>
                <a:spLocks/>
              </p:cNvSpPr>
              <p:nvPr/>
            </p:nvSpPr>
            <p:spPr bwMode="auto">
              <a:xfrm>
                <a:off x="6770596" y="3145725"/>
                <a:ext cx="253170" cy="281559"/>
              </a:xfrm>
              <a:custGeom>
                <a:avLst/>
                <a:gdLst>
                  <a:gd name="T0" fmla="*/ 109 w 143"/>
                  <a:gd name="T1" fmla="*/ 160 h 161"/>
                  <a:gd name="T2" fmla="*/ 100 w 143"/>
                  <a:gd name="T3" fmla="*/ 155 h 161"/>
                  <a:gd name="T4" fmla="*/ 84 w 143"/>
                  <a:gd name="T5" fmla="*/ 145 h 161"/>
                  <a:gd name="T6" fmla="*/ 71 w 143"/>
                  <a:gd name="T7" fmla="*/ 122 h 161"/>
                  <a:gd name="T8" fmla="*/ 60 w 143"/>
                  <a:gd name="T9" fmla="*/ 119 h 161"/>
                  <a:gd name="T10" fmla="*/ 50 w 143"/>
                  <a:gd name="T11" fmla="*/ 102 h 161"/>
                  <a:gd name="T12" fmla="*/ 34 w 143"/>
                  <a:gd name="T13" fmla="*/ 103 h 161"/>
                  <a:gd name="T14" fmla="*/ 24 w 143"/>
                  <a:gd name="T15" fmla="*/ 96 h 161"/>
                  <a:gd name="T16" fmla="*/ 14 w 143"/>
                  <a:gd name="T17" fmla="*/ 88 h 161"/>
                  <a:gd name="T18" fmla="*/ 9 w 143"/>
                  <a:gd name="T19" fmla="*/ 90 h 161"/>
                  <a:gd name="T20" fmla="*/ 0 w 143"/>
                  <a:gd name="T21" fmla="*/ 74 h 161"/>
                  <a:gd name="T22" fmla="*/ 15 w 143"/>
                  <a:gd name="T23" fmla="*/ 66 h 161"/>
                  <a:gd name="T24" fmla="*/ 34 w 143"/>
                  <a:gd name="T25" fmla="*/ 54 h 161"/>
                  <a:gd name="T26" fmla="*/ 37 w 143"/>
                  <a:gd name="T27" fmla="*/ 41 h 161"/>
                  <a:gd name="T28" fmla="*/ 37 w 143"/>
                  <a:gd name="T29" fmla="*/ 21 h 161"/>
                  <a:gd name="T30" fmla="*/ 47 w 143"/>
                  <a:gd name="T31" fmla="*/ 12 h 161"/>
                  <a:gd name="T32" fmla="*/ 55 w 143"/>
                  <a:gd name="T33" fmla="*/ 3 h 161"/>
                  <a:gd name="T34" fmla="*/ 70 w 143"/>
                  <a:gd name="T35" fmla="*/ 0 h 161"/>
                  <a:gd name="T36" fmla="*/ 76 w 143"/>
                  <a:gd name="T37" fmla="*/ 10 h 161"/>
                  <a:gd name="T38" fmla="*/ 93 w 143"/>
                  <a:gd name="T39" fmla="*/ 11 h 161"/>
                  <a:gd name="T40" fmla="*/ 96 w 143"/>
                  <a:gd name="T41" fmla="*/ 22 h 161"/>
                  <a:gd name="T42" fmla="*/ 111 w 143"/>
                  <a:gd name="T43" fmla="*/ 25 h 161"/>
                  <a:gd name="T44" fmla="*/ 108 w 143"/>
                  <a:gd name="T45" fmla="*/ 41 h 161"/>
                  <a:gd name="T46" fmla="*/ 98 w 143"/>
                  <a:gd name="T47" fmla="*/ 47 h 161"/>
                  <a:gd name="T48" fmla="*/ 98 w 143"/>
                  <a:gd name="T49" fmla="*/ 63 h 161"/>
                  <a:gd name="T50" fmla="*/ 111 w 143"/>
                  <a:gd name="T51" fmla="*/ 69 h 161"/>
                  <a:gd name="T52" fmla="*/ 115 w 143"/>
                  <a:gd name="T53" fmla="*/ 81 h 161"/>
                  <a:gd name="T54" fmla="*/ 124 w 143"/>
                  <a:gd name="T55" fmla="*/ 84 h 161"/>
                  <a:gd name="T56" fmla="*/ 134 w 143"/>
                  <a:gd name="T57" fmla="*/ 81 h 161"/>
                  <a:gd name="T58" fmla="*/ 137 w 143"/>
                  <a:gd name="T59" fmla="*/ 94 h 161"/>
                  <a:gd name="T60" fmla="*/ 132 w 143"/>
                  <a:gd name="T61" fmla="*/ 108 h 161"/>
                  <a:gd name="T62" fmla="*/ 140 w 143"/>
                  <a:gd name="T63" fmla="*/ 111 h 161"/>
                  <a:gd name="T64" fmla="*/ 142 w 143"/>
                  <a:gd name="T65" fmla="*/ 124 h 161"/>
                  <a:gd name="T66" fmla="*/ 129 w 143"/>
                  <a:gd name="T67" fmla="*/ 129 h 161"/>
                  <a:gd name="T68" fmla="*/ 121 w 143"/>
                  <a:gd name="T69" fmla="*/ 131 h 161"/>
                  <a:gd name="T70" fmla="*/ 119 w 143"/>
                  <a:gd name="T71" fmla="*/ 152 h 161"/>
                  <a:gd name="T72" fmla="*/ 109 w 143"/>
                  <a:gd name="T73" fmla="*/ 16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3" h="161">
                    <a:moveTo>
                      <a:pt x="109" y="160"/>
                    </a:moveTo>
                    <a:lnTo>
                      <a:pt x="100" y="155"/>
                    </a:lnTo>
                    <a:lnTo>
                      <a:pt x="84" y="145"/>
                    </a:lnTo>
                    <a:lnTo>
                      <a:pt x="71" y="122"/>
                    </a:lnTo>
                    <a:lnTo>
                      <a:pt x="60" y="119"/>
                    </a:lnTo>
                    <a:lnTo>
                      <a:pt x="50" y="102"/>
                    </a:lnTo>
                    <a:lnTo>
                      <a:pt x="34" y="103"/>
                    </a:lnTo>
                    <a:lnTo>
                      <a:pt x="24" y="96"/>
                    </a:lnTo>
                    <a:lnTo>
                      <a:pt x="14" y="88"/>
                    </a:lnTo>
                    <a:lnTo>
                      <a:pt x="9" y="90"/>
                    </a:lnTo>
                    <a:lnTo>
                      <a:pt x="0" y="74"/>
                    </a:lnTo>
                    <a:lnTo>
                      <a:pt x="15" y="66"/>
                    </a:lnTo>
                    <a:lnTo>
                      <a:pt x="34" y="54"/>
                    </a:lnTo>
                    <a:lnTo>
                      <a:pt x="37" y="41"/>
                    </a:lnTo>
                    <a:lnTo>
                      <a:pt x="37" y="21"/>
                    </a:lnTo>
                    <a:lnTo>
                      <a:pt x="47" y="12"/>
                    </a:lnTo>
                    <a:lnTo>
                      <a:pt x="55" y="3"/>
                    </a:lnTo>
                    <a:lnTo>
                      <a:pt x="70" y="0"/>
                    </a:lnTo>
                    <a:lnTo>
                      <a:pt x="76" y="10"/>
                    </a:lnTo>
                    <a:lnTo>
                      <a:pt x="93" y="11"/>
                    </a:lnTo>
                    <a:lnTo>
                      <a:pt x="96" y="22"/>
                    </a:lnTo>
                    <a:lnTo>
                      <a:pt x="111" y="25"/>
                    </a:lnTo>
                    <a:lnTo>
                      <a:pt x="108" y="41"/>
                    </a:lnTo>
                    <a:lnTo>
                      <a:pt x="98" y="47"/>
                    </a:lnTo>
                    <a:lnTo>
                      <a:pt x="98" y="63"/>
                    </a:lnTo>
                    <a:lnTo>
                      <a:pt x="111" y="69"/>
                    </a:lnTo>
                    <a:lnTo>
                      <a:pt x="115" y="81"/>
                    </a:lnTo>
                    <a:lnTo>
                      <a:pt x="124" y="84"/>
                    </a:lnTo>
                    <a:lnTo>
                      <a:pt x="134" y="81"/>
                    </a:lnTo>
                    <a:lnTo>
                      <a:pt x="137" y="94"/>
                    </a:lnTo>
                    <a:lnTo>
                      <a:pt x="132" y="108"/>
                    </a:lnTo>
                    <a:lnTo>
                      <a:pt x="140" y="111"/>
                    </a:lnTo>
                    <a:lnTo>
                      <a:pt x="142" y="124"/>
                    </a:lnTo>
                    <a:lnTo>
                      <a:pt x="129" y="129"/>
                    </a:lnTo>
                    <a:lnTo>
                      <a:pt x="121" y="131"/>
                    </a:lnTo>
                    <a:lnTo>
                      <a:pt x="119" y="152"/>
                    </a:lnTo>
                    <a:lnTo>
                      <a:pt x="109" y="16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43" name="Freeform 220">
                <a:extLst>
                  <a:ext uri="{FF2B5EF4-FFF2-40B4-BE49-F238E27FC236}">
                    <a16:creationId xmlns:a16="http://schemas.microsoft.com/office/drawing/2014/main" id="{C6E4E8D3-C882-481C-B426-0935D443D493}"/>
                  </a:ext>
                </a:extLst>
              </p:cNvPr>
              <p:cNvSpPr>
                <a:spLocks/>
              </p:cNvSpPr>
              <p:nvPr/>
            </p:nvSpPr>
            <p:spPr bwMode="auto">
              <a:xfrm>
                <a:off x="8808535" y="3919618"/>
                <a:ext cx="55037" cy="105388"/>
              </a:xfrm>
              <a:custGeom>
                <a:avLst/>
                <a:gdLst>
                  <a:gd name="T0" fmla="*/ 23 w 33"/>
                  <a:gd name="T1" fmla="*/ 6 h 60"/>
                  <a:gd name="T2" fmla="*/ 21 w 33"/>
                  <a:gd name="T3" fmla="*/ 17 h 60"/>
                  <a:gd name="T4" fmla="*/ 8 w 33"/>
                  <a:gd name="T5" fmla="*/ 27 h 60"/>
                  <a:gd name="T6" fmla="*/ 0 w 33"/>
                  <a:gd name="T7" fmla="*/ 39 h 60"/>
                  <a:gd name="T8" fmla="*/ 2 w 33"/>
                  <a:gd name="T9" fmla="*/ 59 h 60"/>
                  <a:gd name="T10" fmla="*/ 17 w 33"/>
                  <a:gd name="T11" fmla="*/ 44 h 60"/>
                  <a:gd name="T12" fmla="*/ 27 w 33"/>
                  <a:gd name="T13" fmla="*/ 24 h 60"/>
                  <a:gd name="T14" fmla="*/ 32 w 33"/>
                  <a:gd name="T15" fmla="*/ 11 h 60"/>
                  <a:gd name="T16" fmla="*/ 27 w 33"/>
                  <a:gd name="T17" fmla="*/ 0 h 60"/>
                  <a:gd name="T18" fmla="*/ 23 w 33"/>
                  <a:gd name="T19"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60">
                    <a:moveTo>
                      <a:pt x="23" y="6"/>
                    </a:moveTo>
                    <a:lnTo>
                      <a:pt x="21" y="17"/>
                    </a:lnTo>
                    <a:lnTo>
                      <a:pt x="8" y="27"/>
                    </a:lnTo>
                    <a:lnTo>
                      <a:pt x="0" y="39"/>
                    </a:lnTo>
                    <a:lnTo>
                      <a:pt x="2" y="59"/>
                    </a:lnTo>
                    <a:lnTo>
                      <a:pt x="17" y="44"/>
                    </a:lnTo>
                    <a:lnTo>
                      <a:pt x="27" y="24"/>
                    </a:lnTo>
                    <a:lnTo>
                      <a:pt x="32" y="11"/>
                    </a:lnTo>
                    <a:lnTo>
                      <a:pt x="27" y="0"/>
                    </a:lnTo>
                    <a:lnTo>
                      <a:pt x="23" y="6"/>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44" name="Freeform 221">
                <a:extLst>
                  <a:ext uri="{FF2B5EF4-FFF2-40B4-BE49-F238E27FC236}">
                    <a16:creationId xmlns:a16="http://schemas.microsoft.com/office/drawing/2014/main" id="{B293A394-65FE-4CBF-B489-03E2077DC7FF}"/>
                  </a:ext>
                </a:extLst>
              </p:cNvPr>
              <p:cNvSpPr>
                <a:spLocks/>
              </p:cNvSpPr>
              <p:nvPr/>
            </p:nvSpPr>
            <p:spPr bwMode="auto">
              <a:xfrm>
                <a:off x="8843129" y="3705697"/>
                <a:ext cx="88059" cy="138420"/>
              </a:xfrm>
              <a:custGeom>
                <a:avLst/>
                <a:gdLst>
                  <a:gd name="T0" fmla="*/ 24 w 51"/>
                  <a:gd name="T1" fmla="*/ 0 h 78"/>
                  <a:gd name="T2" fmla="*/ 14 w 51"/>
                  <a:gd name="T3" fmla="*/ 16 h 78"/>
                  <a:gd name="T4" fmla="*/ 10 w 51"/>
                  <a:gd name="T5" fmla="*/ 37 h 78"/>
                  <a:gd name="T6" fmla="*/ 0 w 51"/>
                  <a:gd name="T7" fmla="*/ 46 h 78"/>
                  <a:gd name="T8" fmla="*/ 3 w 51"/>
                  <a:gd name="T9" fmla="*/ 66 h 78"/>
                  <a:gd name="T10" fmla="*/ 14 w 51"/>
                  <a:gd name="T11" fmla="*/ 69 h 78"/>
                  <a:gd name="T12" fmla="*/ 20 w 51"/>
                  <a:gd name="T13" fmla="*/ 77 h 78"/>
                  <a:gd name="T14" fmla="*/ 36 w 51"/>
                  <a:gd name="T15" fmla="*/ 76 h 78"/>
                  <a:gd name="T16" fmla="*/ 50 w 51"/>
                  <a:gd name="T17" fmla="*/ 71 h 78"/>
                  <a:gd name="T18" fmla="*/ 45 w 51"/>
                  <a:gd name="T19" fmla="*/ 52 h 78"/>
                  <a:gd name="T20" fmla="*/ 47 w 51"/>
                  <a:gd name="T21" fmla="*/ 37 h 78"/>
                  <a:gd name="T22" fmla="*/ 47 w 51"/>
                  <a:gd name="T23" fmla="*/ 27 h 78"/>
                  <a:gd name="T24" fmla="*/ 42 w 51"/>
                  <a:gd name="T25" fmla="*/ 10 h 78"/>
                  <a:gd name="T26" fmla="*/ 39 w 51"/>
                  <a:gd name="T27" fmla="*/ 1 h 78"/>
                  <a:gd name="T28" fmla="*/ 24 w 51"/>
                  <a:gd name="T29"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 h="78">
                    <a:moveTo>
                      <a:pt x="24" y="0"/>
                    </a:moveTo>
                    <a:lnTo>
                      <a:pt x="14" y="16"/>
                    </a:lnTo>
                    <a:lnTo>
                      <a:pt x="10" y="37"/>
                    </a:lnTo>
                    <a:lnTo>
                      <a:pt x="0" y="46"/>
                    </a:lnTo>
                    <a:lnTo>
                      <a:pt x="3" y="66"/>
                    </a:lnTo>
                    <a:lnTo>
                      <a:pt x="14" y="69"/>
                    </a:lnTo>
                    <a:lnTo>
                      <a:pt x="20" y="77"/>
                    </a:lnTo>
                    <a:lnTo>
                      <a:pt x="36" y="76"/>
                    </a:lnTo>
                    <a:lnTo>
                      <a:pt x="50" y="71"/>
                    </a:lnTo>
                    <a:lnTo>
                      <a:pt x="45" y="52"/>
                    </a:lnTo>
                    <a:lnTo>
                      <a:pt x="47" y="37"/>
                    </a:lnTo>
                    <a:lnTo>
                      <a:pt x="47" y="27"/>
                    </a:lnTo>
                    <a:lnTo>
                      <a:pt x="42" y="10"/>
                    </a:lnTo>
                    <a:lnTo>
                      <a:pt x="39" y="1"/>
                    </a:lnTo>
                    <a:lnTo>
                      <a:pt x="24"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45" name="Freeform 222">
                <a:extLst>
                  <a:ext uri="{FF2B5EF4-FFF2-40B4-BE49-F238E27FC236}">
                    <a16:creationId xmlns:a16="http://schemas.microsoft.com/office/drawing/2014/main" id="{CA2DC646-D011-432A-B871-AC0D76679895}"/>
                  </a:ext>
                </a:extLst>
              </p:cNvPr>
              <p:cNvSpPr>
                <a:spLocks/>
              </p:cNvSpPr>
              <p:nvPr/>
            </p:nvSpPr>
            <p:spPr bwMode="auto">
              <a:xfrm>
                <a:off x="8961066" y="3977818"/>
                <a:ext cx="84914" cy="114826"/>
              </a:xfrm>
              <a:custGeom>
                <a:avLst/>
                <a:gdLst>
                  <a:gd name="T0" fmla="*/ 28 w 48"/>
                  <a:gd name="T1" fmla="*/ 0 h 66"/>
                  <a:gd name="T2" fmla="*/ 14 w 48"/>
                  <a:gd name="T3" fmla="*/ 10 h 66"/>
                  <a:gd name="T4" fmla="*/ 0 w 48"/>
                  <a:gd name="T5" fmla="*/ 26 h 66"/>
                  <a:gd name="T6" fmla="*/ 8 w 48"/>
                  <a:gd name="T7" fmla="*/ 38 h 66"/>
                  <a:gd name="T8" fmla="*/ 18 w 48"/>
                  <a:gd name="T9" fmla="*/ 52 h 66"/>
                  <a:gd name="T10" fmla="*/ 29 w 48"/>
                  <a:gd name="T11" fmla="*/ 65 h 66"/>
                  <a:gd name="T12" fmla="*/ 38 w 48"/>
                  <a:gd name="T13" fmla="*/ 52 h 66"/>
                  <a:gd name="T14" fmla="*/ 47 w 48"/>
                  <a:gd name="T15" fmla="*/ 45 h 66"/>
                  <a:gd name="T16" fmla="*/ 47 w 48"/>
                  <a:gd name="T17" fmla="*/ 18 h 66"/>
                  <a:gd name="T18" fmla="*/ 41 w 48"/>
                  <a:gd name="T19" fmla="*/ 7 h 66"/>
                  <a:gd name="T20" fmla="*/ 28 w 48"/>
                  <a:gd name="T2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 h="66">
                    <a:moveTo>
                      <a:pt x="28" y="0"/>
                    </a:moveTo>
                    <a:lnTo>
                      <a:pt x="14" y="10"/>
                    </a:lnTo>
                    <a:lnTo>
                      <a:pt x="0" y="26"/>
                    </a:lnTo>
                    <a:lnTo>
                      <a:pt x="8" y="38"/>
                    </a:lnTo>
                    <a:lnTo>
                      <a:pt x="18" y="52"/>
                    </a:lnTo>
                    <a:lnTo>
                      <a:pt x="29" y="65"/>
                    </a:lnTo>
                    <a:lnTo>
                      <a:pt x="38" y="52"/>
                    </a:lnTo>
                    <a:lnTo>
                      <a:pt x="47" y="45"/>
                    </a:lnTo>
                    <a:lnTo>
                      <a:pt x="47" y="18"/>
                    </a:lnTo>
                    <a:lnTo>
                      <a:pt x="41" y="7"/>
                    </a:lnTo>
                    <a:lnTo>
                      <a:pt x="28"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46" name="Freeform 224">
                <a:extLst>
                  <a:ext uri="{FF2B5EF4-FFF2-40B4-BE49-F238E27FC236}">
                    <a16:creationId xmlns:a16="http://schemas.microsoft.com/office/drawing/2014/main" id="{485F6D56-3AB9-467B-A62E-C8C31C226A7A}"/>
                  </a:ext>
                </a:extLst>
              </p:cNvPr>
              <p:cNvSpPr>
                <a:spLocks/>
              </p:cNvSpPr>
              <p:nvPr/>
            </p:nvSpPr>
            <p:spPr bwMode="auto">
              <a:xfrm>
                <a:off x="7946813" y="2629796"/>
                <a:ext cx="746930" cy="372790"/>
              </a:xfrm>
              <a:custGeom>
                <a:avLst/>
                <a:gdLst>
                  <a:gd name="T0" fmla="*/ 0 w 424"/>
                  <a:gd name="T1" fmla="*/ 80 h 212"/>
                  <a:gd name="T2" fmla="*/ 8 w 424"/>
                  <a:gd name="T3" fmla="*/ 73 h 212"/>
                  <a:gd name="T4" fmla="*/ 27 w 424"/>
                  <a:gd name="T5" fmla="*/ 68 h 212"/>
                  <a:gd name="T6" fmla="*/ 70 w 424"/>
                  <a:gd name="T7" fmla="*/ 64 h 212"/>
                  <a:gd name="T8" fmla="*/ 75 w 424"/>
                  <a:gd name="T9" fmla="*/ 70 h 212"/>
                  <a:gd name="T10" fmla="*/ 90 w 424"/>
                  <a:gd name="T11" fmla="*/ 73 h 212"/>
                  <a:gd name="T12" fmla="*/ 96 w 424"/>
                  <a:gd name="T13" fmla="*/ 79 h 212"/>
                  <a:gd name="T14" fmla="*/ 125 w 424"/>
                  <a:gd name="T15" fmla="*/ 76 h 212"/>
                  <a:gd name="T16" fmla="*/ 118 w 424"/>
                  <a:gd name="T17" fmla="*/ 59 h 212"/>
                  <a:gd name="T18" fmla="*/ 114 w 424"/>
                  <a:gd name="T19" fmla="*/ 51 h 212"/>
                  <a:gd name="T20" fmla="*/ 125 w 424"/>
                  <a:gd name="T21" fmla="*/ 51 h 212"/>
                  <a:gd name="T22" fmla="*/ 125 w 424"/>
                  <a:gd name="T23" fmla="*/ 26 h 212"/>
                  <a:gd name="T24" fmla="*/ 125 w 424"/>
                  <a:gd name="T25" fmla="*/ 0 h 212"/>
                  <a:gd name="T26" fmla="*/ 152 w 424"/>
                  <a:gd name="T27" fmla="*/ 11 h 212"/>
                  <a:gd name="T28" fmla="*/ 170 w 424"/>
                  <a:gd name="T29" fmla="*/ 11 h 212"/>
                  <a:gd name="T30" fmla="*/ 182 w 424"/>
                  <a:gd name="T31" fmla="*/ 24 h 212"/>
                  <a:gd name="T32" fmla="*/ 188 w 424"/>
                  <a:gd name="T33" fmla="*/ 37 h 212"/>
                  <a:gd name="T34" fmla="*/ 209 w 424"/>
                  <a:gd name="T35" fmla="*/ 37 h 212"/>
                  <a:gd name="T36" fmla="*/ 241 w 424"/>
                  <a:gd name="T37" fmla="*/ 39 h 212"/>
                  <a:gd name="T38" fmla="*/ 259 w 424"/>
                  <a:gd name="T39" fmla="*/ 49 h 212"/>
                  <a:gd name="T40" fmla="*/ 272 w 424"/>
                  <a:gd name="T41" fmla="*/ 52 h 212"/>
                  <a:gd name="T42" fmla="*/ 276 w 424"/>
                  <a:gd name="T43" fmla="*/ 64 h 212"/>
                  <a:gd name="T44" fmla="*/ 313 w 424"/>
                  <a:gd name="T45" fmla="*/ 58 h 212"/>
                  <a:gd name="T46" fmla="*/ 320 w 424"/>
                  <a:gd name="T47" fmla="*/ 49 h 212"/>
                  <a:gd name="T48" fmla="*/ 332 w 424"/>
                  <a:gd name="T49" fmla="*/ 57 h 212"/>
                  <a:gd name="T50" fmla="*/ 349 w 424"/>
                  <a:gd name="T51" fmla="*/ 41 h 212"/>
                  <a:gd name="T52" fmla="*/ 364 w 424"/>
                  <a:gd name="T53" fmla="*/ 41 h 212"/>
                  <a:gd name="T54" fmla="*/ 376 w 424"/>
                  <a:gd name="T55" fmla="*/ 47 h 212"/>
                  <a:gd name="T56" fmla="*/ 372 w 424"/>
                  <a:gd name="T57" fmla="*/ 59 h 212"/>
                  <a:gd name="T58" fmla="*/ 374 w 424"/>
                  <a:gd name="T59" fmla="*/ 91 h 212"/>
                  <a:gd name="T60" fmla="*/ 377 w 424"/>
                  <a:gd name="T61" fmla="*/ 97 h 212"/>
                  <a:gd name="T62" fmla="*/ 389 w 424"/>
                  <a:gd name="T63" fmla="*/ 94 h 212"/>
                  <a:gd name="T64" fmla="*/ 412 w 424"/>
                  <a:gd name="T65" fmla="*/ 91 h 212"/>
                  <a:gd name="T66" fmla="*/ 423 w 424"/>
                  <a:gd name="T67" fmla="*/ 106 h 212"/>
                  <a:gd name="T68" fmla="*/ 398 w 424"/>
                  <a:gd name="T69" fmla="*/ 117 h 212"/>
                  <a:gd name="T70" fmla="*/ 377 w 424"/>
                  <a:gd name="T71" fmla="*/ 130 h 212"/>
                  <a:gd name="T72" fmla="*/ 365 w 424"/>
                  <a:gd name="T73" fmla="*/ 139 h 212"/>
                  <a:gd name="T74" fmla="*/ 351 w 424"/>
                  <a:gd name="T75" fmla="*/ 154 h 212"/>
                  <a:gd name="T76" fmla="*/ 331 w 424"/>
                  <a:gd name="T77" fmla="*/ 147 h 212"/>
                  <a:gd name="T78" fmla="*/ 332 w 424"/>
                  <a:gd name="T79" fmla="*/ 164 h 212"/>
                  <a:gd name="T80" fmla="*/ 330 w 424"/>
                  <a:gd name="T81" fmla="*/ 181 h 212"/>
                  <a:gd name="T82" fmla="*/ 307 w 424"/>
                  <a:gd name="T83" fmla="*/ 199 h 212"/>
                  <a:gd name="T84" fmla="*/ 279 w 424"/>
                  <a:gd name="T85" fmla="*/ 196 h 212"/>
                  <a:gd name="T86" fmla="*/ 267 w 424"/>
                  <a:gd name="T87" fmla="*/ 204 h 212"/>
                  <a:gd name="T88" fmla="*/ 246 w 424"/>
                  <a:gd name="T89" fmla="*/ 211 h 212"/>
                  <a:gd name="T90" fmla="*/ 225 w 424"/>
                  <a:gd name="T91" fmla="*/ 199 h 212"/>
                  <a:gd name="T92" fmla="*/ 207 w 424"/>
                  <a:gd name="T93" fmla="*/ 194 h 212"/>
                  <a:gd name="T94" fmla="*/ 127 w 424"/>
                  <a:gd name="T95" fmla="*/ 188 h 212"/>
                  <a:gd name="T96" fmla="*/ 117 w 424"/>
                  <a:gd name="T97" fmla="*/ 179 h 212"/>
                  <a:gd name="T98" fmla="*/ 107 w 424"/>
                  <a:gd name="T99" fmla="*/ 160 h 212"/>
                  <a:gd name="T100" fmla="*/ 91 w 424"/>
                  <a:gd name="T101" fmla="*/ 152 h 212"/>
                  <a:gd name="T102" fmla="*/ 76 w 424"/>
                  <a:gd name="T103" fmla="*/ 149 h 212"/>
                  <a:gd name="T104" fmla="*/ 43 w 424"/>
                  <a:gd name="T105" fmla="*/ 143 h 212"/>
                  <a:gd name="T106" fmla="*/ 33 w 424"/>
                  <a:gd name="T107" fmla="*/ 118 h 212"/>
                  <a:gd name="T108" fmla="*/ 29 w 424"/>
                  <a:gd name="T109" fmla="*/ 102 h 212"/>
                  <a:gd name="T110" fmla="*/ 8 w 424"/>
                  <a:gd name="T111" fmla="*/ 91 h 212"/>
                  <a:gd name="T112" fmla="*/ 0 w 424"/>
                  <a:gd name="T113" fmla="*/ 80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4" h="212">
                    <a:moveTo>
                      <a:pt x="0" y="80"/>
                    </a:moveTo>
                    <a:lnTo>
                      <a:pt x="8" y="73"/>
                    </a:lnTo>
                    <a:lnTo>
                      <a:pt x="27" y="68"/>
                    </a:lnTo>
                    <a:lnTo>
                      <a:pt x="70" y="64"/>
                    </a:lnTo>
                    <a:lnTo>
                      <a:pt x="75" y="70"/>
                    </a:lnTo>
                    <a:lnTo>
                      <a:pt x="90" y="73"/>
                    </a:lnTo>
                    <a:lnTo>
                      <a:pt x="96" y="79"/>
                    </a:lnTo>
                    <a:lnTo>
                      <a:pt x="125" y="76"/>
                    </a:lnTo>
                    <a:lnTo>
                      <a:pt x="118" y="59"/>
                    </a:lnTo>
                    <a:lnTo>
                      <a:pt x="114" y="51"/>
                    </a:lnTo>
                    <a:lnTo>
                      <a:pt x="125" y="51"/>
                    </a:lnTo>
                    <a:lnTo>
                      <a:pt x="125" y="26"/>
                    </a:lnTo>
                    <a:lnTo>
                      <a:pt x="125" y="0"/>
                    </a:lnTo>
                    <a:lnTo>
                      <a:pt x="152" y="11"/>
                    </a:lnTo>
                    <a:lnTo>
                      <a:pt x="170" y="11"/>
                    </a:lnTo>
                    <a:lnTo>
                      <a:pt x="182" y="24"/>
                    </a:lnTo>
                    <a:lnTo>
                      <a:pt x="188" y="37"/>
                    </a:lnTo>
                    <a:lnTo>
                      <a:pt x="209" y="37"/>
                    </a:lnTo>
                    <a:lnTo>
                      <a:pt x="241" y="39"/>
                    </a:lnTo>
                    <a:lnTo>
                      <a:pt x="259" y="49"/>
                    </a:lnTo>
                    <a:lnTo>
                      <a:pt x="272" y="52"/>
                    </a:lnTo>
                    <a:lnTo>
                      <a:pt x="276" y="64"/>
                    </a:lnTo>
                    <a:lnTo>
                      <a:pt x="313" y="58"/>
                    </a:lnTo>
                    <a:lnTo>
                      <a:pt x="320" y="49"/>
                    </a:lnTo>
                    <a:lnTo>
                      <a:pt x="332" y="57"/>
                    </a:lnTo>
                    <a:lnTo>
                      <a:pt x="349" y="41"/>
                    </a:lnTo>
                    <a:lnTo>
                      <a:pt x="364" y="41"/>
                    </a:lnTo>
                    <a:lnTo>
                      <a:pt x="376" y="47"/>
                    </a:lnTo>
                    <a:lnTo>
                      <a:pt x="372" y="59"/>
                    </a:lnTo>
                    <a:lnTo>
                      <a:pt x="374" y="91"/>
                    </a:lnTo>
                    <a:lnTo>
                      <a:pt x="377" y="97"/>
                    </a:lnTo>
                    <a:lnTo>
                      <a:pt x="389" y="94"/>
                    </a:lnTo>
                    <a:lnTo>
                      <a:pt x="412" y="91"/>
                    </a:lnTo>
                    <a:lnTo>
                      <a:pt x="423" y="106"/>
                    </a:lnTo>
                    <a:lnTo>
                      <a:pt x="398" y="117"/>
                    </a:lnTo>
                    <a:lnTo>
                      <a:pt x="377" y="130"/>
                    </a:lnTo>
                    <a:lnTo>
                      <a:pt x="365" y="139"/>
                    </a:lnTo>
                    <a:lnTo>
                      <a:pt x="351" y="154"/>
                    </a:lnTo>
                    <a:lnTo>
                      <a:pt x="331" y="147"/>
                    </a:lnTo>
                    <a:lnTo>
                      <a:pt x="332" y="164"/>
                    </a:lnTo>
                    <a:lnTo>
                      <a:pt x="330" y="181"/>
                    </a:lnTo>
                    <a:lnTo>
                      <a:pt x="307" y="199"/>
                    </a:lnTo>
                    <a:lnTo>
                      <a:pt x="279" y="196"/>
                    </a:lnTo>
                    <a:lnTo>
                      <a:pt x="267" y="204"/>
                    </a:lnTo>
                    <a:lnTo>
                      <a:pt x="246" y="211"/>
                    </a:lnTo>
                    <a:lnTo>
                      <a:pt x="225" y="199"/>
                    </a:lnTo>
                    <a:lnTo>
                      <a:pt x="207" y="194"/>
                    </a:lnTo>
                    <a:lnTo>
                      <a:pt x="127" y="188"/>
                    </a:lnTo>
                    <a:lnTo>
                      <a:pt x="117" y="179"/>
                    </a:lnTo>
                    <a:lnTo>
                      <a:pt x="107" y="160"/>
                    </a:lnTo>
                    <a:lnTo>
                      <a:pt x="91" y="152"/>
                    </a:lnTo>
                    <a:lnTo>
                      <a:pt x="76" y="149"/>
                    </a:lnTo>
                    <a:lnTo>
                      <a:pt x="43" y="143"/>
                    </a:lnTo>
                    <a:lnTo>
                      <a:pt x="33" y="118"/>
                    </a:lnTo>
                    <a:lnTo>
                      <a:pt x="29" y="102"/>
                    </a:lnTo>
                    <a:lnTo>
                      <a:pt x="8" y="91"/>
                    </a:lnTo>
                    <a:lnTo>
                      <a:pt x="0" y="8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47" name="Freeform 225">
                <a:extLst>
                  <a:ext uri="{FF2B5EF4-FFF2-40B4-BE49-F238E27FC236}">
                    <a16:creationId xmlns:a16="http://schemas.microsoft.com/office/drawing/2014/main" id="{1FE3AFC4-E44E-4837-9B4D-BBDDDE94CE92}"/>
                  </a:ext>
                </a:extLst>
              </p:cNvPr>
              <p:cNvSpPr>
                <a:spLocks/>
              </p:cNvSpPr>
              <p:nvPr/>
            </p:nvSpPr>
            <p:spPr bwMode="auto">
              <a:xfrm>
                <a:off x="7841457" y="3982536"/>
                <a:ext cx="51892" cy="105388"/>
              </a:xfrm>
              <a:custGeom>
                <a:avLst/>
                <a:gdLst>
                  <a:gd name="T0" fmla="*/ 9 w 29"/>
                  <a:gd name="T1" fmla="*/ 0 h 60"/>
                  <a:gd name="T2" fmla="*/ 1 w 29"/>
                  <a:gd name="T3" fmla="*/ 17 h 60"/>
                  <a:gd name="T4" fmla="*/ 0 w 29"/>
                  <a:gd name="T5" fmla="*/ 40 h 60"/>
                  <a:gd name="T6" fmla="*/ 8 w 29"/>
                  <a:gd name="T7" fmla="*/ 59 h 60"/>
                  <a:gd name="T8" fmla="*/ 28 w 29"/>
                  <a:gd name="T9" fmla="*/ 56 h 60"/>
                  <a:gd name="T10" fmla="*/ 28 w 29"/>
                  <a:gd name="T11" fmla="*/ 19 h 60"/>
                  <a:gd name="T12" fmla="*/ 22 w 29"/>
                  <a:gd name="T13" fmla="*/ 11 h 60"/>
                  <a:gd name="T14" fmla="*/ 9 w 29"/>
                  <a:gd name="T15" fmla="*/ 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60">
                    <a:moveTo>
                      <a:pt x="9" y="0"/>
                    </a:moveTo>
                    <a:lnTo>
                      <a:pt x="1" y="17"/>
                    </a:lnTo>
                    <a:lnTo>
                      <a:pt x="0" y="40"/>
                    </a:lnTo>
                    <a:lnTo>
                      <a:pt x="8" y="59"/>
                    </a:lnTo>
                    <a:lnTo>
                      <a:pt x="28" y="56"/>
                    </a:lnTo>
                    <a:lnTo>
                      <a:pt x="28" y="19"/>
                    </a:lnTo>
                    <a:lnTo>
                      <a:pt x="22" y="11"/>
                    </a:lnTo>
                    <a:lnTo>
                      <a:pt x="9"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48" name="Freeform 231">
                <a:extLst>
                  <a:ext uri="{FF2B5EF4-FFF2-40B4-BE49-F238E27FC236}">
                    <a16:creationId xmlns:a16="http://schemas.microsoft.com/office/drawing/2014/main" id="{20C443FE-F770-4709-93CD-36B9D7990DAE}"/>
                  </a:ext>
                </a:extLst>
              </p:cNvPr>
              <p:cNvSpPr>
                <a:spLocks/>
              </p:cNvSpPr>
              <p:nvPr/>
            </p:nvSpPr>
            <p:spPr bwMode="auto">
              <a:xfrm>
                <a:off x="6897967" y="3705697"/>
                <a:ext cx="259460" cy="195046"/>
              </a:xfrm>
              <a:custGeom>
                <a:avLst/>
                <a:gdLst>
                  <a:gd name="T0" fmla="*/ 51 w 147"/>
                  <a:gd name="T1" fmla="*/ 59 h 110"/>
                  <a:gd name="T2" fmla="*/ 51 w 147"/>
                  <a:gd name="T3" fmla="*/ 46 h 110"/>
                  <a:gd name="T4" fmla="*/ 51 w 147"/>
                  <a:gd name="T5" fmla="*/ 36 h 110"/>
                  <a:gd name="T6" fmla="*/ 45 w 147"/>
                  <a:gd name="T7" fmla="*/ 34 h 110"/>
                  <a:gd name="T8" fmla="*/ 28 w 147"/>
                  <a:gd name="T9" fmla="*/ 33 h 110"/>
                  <a:gd name="T10" fmla="*/ 11 w 147"/>
                  <a:gd name="T11" fmla="*/ 34 h 110"/>
                  <a:gd name="T12" fmla="*/ 0 w 147"/>
                  <a:gd name="T13" fmla="*/ 41 h 110"/>
                  <a:gd name="T14" fmla="*/ 2 w 147"/>
                  <a:gd name="T15" fmla="*/ 74 h 110"/>
                  <a:gd name="T16" fmla="*/ 2 w 147"/>
                  <a:gd name="T17" fmla="*/ 91 h 110"/>
                  <a:gd name="T18" fmla="*/ 8 w 147"/>
                  <a:gd name="T19" fmla="*/ 101 h 110"/>
                  <a:gd name="T20" fmla="*/ 23 w 147"/>
                  <a:gd name="T21" fmla="*/ 109 h 110"/>
                  <a:gd name="T22" fmla="*/ 34 w 147"/>
                  <a:gd name="T23" fmla="*/ 98 h 110"/>
                  <a:gd name="T24" fmla="*/ 48 w 147"/>
                  <a:gd name="T25" fmla="*/ 84 h 110"/>
                  <a:gd name="T26" fmla="*/ 53 w 147"/>
                  <a:gd name="T27" fmla="*/ 79 h 110"/>
                  <a:gd name="T28" fmla="*/ 91 w 147"/>
                  <a:gd name="T29" fmla="*/ 78 h 110"/>
                  <a:gd name="T30" fmla="*/ 102 w 147"/>
                  <a:gd name="T31" fmla="*/ 68 h 110"/>
                  <a:gd name="T32" fmla="*/ 134 w 147"/>
                  <a:gd name="T33" fmla="*/ 62 h 110"/>
                  <a:gd name="T34" fmla="*/ 134 w 147"/>
                  <a:gd name="T35" fmla="*/ 51 h 110"/>
                  <a:gd name="T36" fmla="*/ 146 w 147"/>
                  <a:gd name="T37" fmla="*/ 41 h 110"/>
                  <a:gd name="T38" fmla="*/ 137 w 147"/>
                  <a:gd name="T39" fmla="*/ 19 h 110"/>
                  <a:gd name="T40" fmla="*/ 131 w 147"/>
                  <a:gd name="T41" fmla="*/ 0 h 110"/>
                  <a:gd name="T42" fmla="*/ 87 w 147"/>
                  <a:gd name="T43" fmla="*/ 8 h 110"/>
                  <a:gd name="T44" fmla="*/ 76 w 147"/>
                  <a:gd name="T45" fmla="*/ 23 h 110"/>
                  <a:gd name="T46" fmla="*/ 70 w 147"/>
                  <a:gd name="T47" fmla="*/ 44 h 110"/>
                  <a:gd name="T48" fmla="*/ 51 w 147"/>
                  <a:gd name="T49" fmla="*/ 59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7" h="110">
                    <a:moveTo>
                      <a:pt x="51" y="59"/>
                    </a:moveTo>
                    <a:lnTo>
                      <a:pt x="51" y="46"/>
                    </a:lnTo>
                    <a:lnTo>
                      <a:pt x="51" y="36"/>
                    </a:lnTo>
                    <a:lnTo>
                      <a:pt x="45" y="34"/>
                    </a:lnTo>
                    <a:lnTo>
                      <a:pt x="28" y="33"/>
                    </a:lnTo>
                    <a:lnTo>
                      <a:pt x="11" y="34"/>
                    </a:lnTo>
                    <a:lnTo>
                      <a:pt x="0" y="41"/>
                    </a:lnTo>
                    <a:lnTo>
                      <a:pt x="2" y="74"/>
                    </a:lnTo>
                    <a:lnTo>
                      <a:pt x="2" y="91"/>
                    </a:lnTo>
                    <a:lnTo>
                      <a:pt x="8" y="101"/>
                    </a:lnTo>
                    <a:lnTo>
                      <a:pt x="23" y="109"/>
                    </a:lnTo>
                    <a:lnTo>
                      <a:pt x="34" y="98"/>
                    </a:lnTo>
                    <a:lnTo>
                      <a:pt x="48" y="84"/>
                    </a:lnTo>
                    <a:lnTo>
                      <a:pt x="53" y="79"/>
                    </a:lnTo>
                    <a:lnTo>
                      <a:pt x="91" y="78"/>
                    </a:lnTo>
                    <a:lnTo>
                      <a:pt x="102" y="68"/>
                    </a:lnTo>
                    <a:lnTo>
                      <a:pt x="134" y="62"/>
                    </a:lnTo>
                    <a:lnTo>
                      <a:pt x="134" y="51"/>
                    </a:lnTo>
                    <a:lnTo>
                      <a:pt x="146" y="41"/>
                    </a:lnTo>
                    <a:lnTo>
                      <a:pt x="137" y="19"/>
                    </a:lnTo>
                    <a:lnTo>
                      <a:pt x="131" y="0"/>
                    </a:lnTo>
                    <a:lnTo>
                      <a:pt x="87" y="8"/>
                    </a:lnTo>
                    <a:lnTo>
                      <a:pt x="76" y="23"/>
                    </a:lnTo>
                    <a:lnTo>
                      <a:pt x="70" y="44"/>
                    </a:lnTo>
                    <a:lnTo>
                      <a:pt x="51" y="59"/>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49" name="Freeform 234">
                <a:extLst>
                  <a:ext uri="{FF2B5EF4-FFF2-40B4-BE49-F238E27FC236}">
                    <a16:creationId xmlns:a16="http://schemas.microsoft.com/office/drawing/2014/main" id="{E111882E-FDAC-414F-81BB-7B0BD038C91D}"/>
                  </a:ext>
                </a:extLst>
              </p:cNvPr>
              <p:cNvSpPr>
                <a:spLocks/>
              </p:cNvSpPr>
              <p:nvPr/>
            </p:nvSpPr>
            <p:spPr bwMode="auto">
              <a:xfrm>
                <a:off x="6684109" y="3276280"/>
                <a:ext cx="105356" cy="130555"/>
              </a:xfrm>
              <a:custGeom>
                <a:avLst/>
                <a:gdLst>
                  <a:gd name="T0" fmla="*/ 18 w 60"/>
                  <a:gd name="T1" fmla="*/ 72 h 73"/>
                  <a:gd name="T2" fmla="*/ 31 w 60"/>
                  <a:gd name="T3" fmla="*/ 59 h 73"/>
                  <a:gd name="T4" fmla="*/ 44 w 60"/>
                  <a:gd name="T5" fmla="*/ 49 h 73"/>
                  <a:gd name="T6" fmla="*/ 44 w 60"/>
                  <a:gd name="T7" fmla="*/ 29 h 73"/>
                  <a:gd name="T8" fmla="*/ 59 w 60"/>
                  <a:gd name="T9" fmla="*/ 15 h 73"/>
                  <a:gd name="T10" fmla="*/ 50 w 60"/>
                  <a:gd name="T11" fmla="*/ 0 h 73"/>
                  <a:gd name="T12" fmla="*/ 32 w 60"/>
                  <a:gd name="T13" fmla="*/ 14 h 73"/>
                  <a:gd name="T14" fmla="*/ 13 w 60"/>
                  <a:gd name="T15" fmla="*/ 12 h 73"/>
                  <a:gd name="T16" fmla="*/ 3 w 60"/>
                  <a:gd name="T17" fmla="*/ 3 h 73"/>
                  <a:gd name="T18" fmla="*/ 3 w 60"/>
                  <a:gd name="T19" fmla="*/ 36 h 73"/>
                  <a:gd name="T20" fmla="*/ 0 w 60"/>
                  <a:gd name="T21" fmla="*/ 54 h 73"/>
                  <a:gd name="T22" fmla="*/ 0 w 60"/>
                  <a:gd name="T23" fmla="*/ 72 h 73"/>
                  <a:gd name="T24" fmla="*/ 18 w 60"/>
                  <a:gd name="T25" fmla="*/ 7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0" h="73">
                    <a:moveTo>
                      <a:pt x="18" y="72"/>
                    </a:moveTo>
                    <a:lnTo>
                      <a:pt x="31" y="59"/>
                    </a:lnTo>
                    <a:lnTo>
                      <a:pt x="44" y="49"/>
                    </a:lnTo>
                    <a:lnTo>
                      <a:pt x="44" y="29"/>
                    </a:lnTo>
                    <a:lnTo>
                      <a:pt x="59" y="15"/>
                    </a:lnTo>
                    <a:lnTo>
                      <a:pt x="50" y="0"/>
                    </a:lnTo>
                    <a:lnTo>
                      <a:pt x="32" y="14"/>
                    </a:lnTo>
                    <a:lnTo>
                      <a:pt x="13" y="12"/>
                    </a:lnTo>
                    <a:lnTo>
                      <a:pt x="3" y="3"/>
                    </a:lnTo>
                    <a:lnTo>
                      <a:pt x="3" y="36"/>
                    </a:lnTo>
                    <a:lnTo>
                      <a:pt x="0" y="54"/>
                    </a:lnTo>
                    <a:lnTo>
                      <a:pt x="0" y="72"/>
                    </a:lnTo>
                    <a:lnTo>
                      <a:pt x="18" y="7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50" name="Freeform 235">
                <a:extLst>
                  <a:ext uri="{FF2B5EF4-FFF2-40B4-BE49-F238E27FC236}">
                    <a16:creationId xmlns:a16="http://schemas.microsoft.com/office/drawing/2014/main" id="{7DDFB2F6-B343-4CC8-B5EB-05DE09E53F4E}"/>
                  </a:ext>
                </a:extLst>
              </p:cNvPr>
              <p:cNvSpPr>
                <a:spLocks/>
              </p:cNvSpPr>
              <p:nvPr/>
            </p:nvSpPr>
            <p:spPr bwMode="auto">
              <a:xfrm>
                <a:off x="6685681" y="3155163"/>
                <a:ext cx="154103" cy="147858"/>
              </a:xfrm>
              <a:custGeom>
                <a:avLst/>
                <a:gdLst>
                  <a:gd name="T0" fmla="*/ 0 w 87"/>
                  <a:gd name="T1" fmla="*/ 70 h 82"/>
                  <a:gd name="T2" fmla="*/ 10 w 87"/>
                  <a:gd name="T3" fmla="*/ 79 h 82"/>
                  <a:gd name="T4" fmla="*/ 30 w 87"/>
                  <a:gd name="T5" fmla="*/ 81 h 82"/>
                  <a:gd name="T6" fmla="*/ 48 w 87"/>
                  <a:gd name="T7" fmla="*/ 68 h 82"/>
                  <a:gd name="T8" fmla="*/ 64 w 87"/>
                  <a:gd name="T9" fmla="*/ 59 h 82"/>
                  <a:gd name="T10" fmla="*/ 83 w 87"/>
                  <a:gd name="T11" fmla="*/ 48 h 82"/>
                  <a:gd name="T12" fmla="*/ 85 w 87"/>
                  <a:gd name="T13" fmla="*/ 34 h 82"/>
                  <a:gd name="T14" fmla="*/ 86 w 87"/>
                  <a:gd name="T15" fmla="*/ 15 h 82"/>
                  <a:gd name="T16" fmla="*/ 81 w 87"/>
                  <a:gd name="T17" fmla="*/ 0 h 82"/>
                  <a:gd name="T18" fmla="*/ 61 w 87"/>
                  <a:gd name="T19" fmla="*/ 4 h 82"/>
                  <a:gd name="T20" fmla="*/ 45 w 87"/>
                  <a:gd name="T21" fmla="*/ 4 h 82"/>
                  <a:gd name="T22" fmla="*/ 22 w 87"/>
                  <a:gd name="T23" fmla="*/ 6 h 82"/>
                  <a:gd name="T24" fmla="*/ 9 w 87"/>
                  <a:gd name="T25" fmla="*/ 9 h 82"/>
                  <a:gd name="T26" fmla="*/ 5 w 87"/>
                  <a:gd name="T27" fmla="*/ 23 h 82"/>
                  <a:gd name="T28" fmla="*/ 9 w 87"/>
                  <a:gd name="T29" fmla="*/ 38 h 82"/>
                  <a:gd name="T30" fmla="*/ 22 w 87"/>
                  <a:gd name="T31" fmla="*/ 48 h 82"/>
                  <a:gd name="T32" fmla="*/ 15 w 87"/>
                  <a:gd name="T33" fmla="*/ 63 h 82"/>
                  <a:gd name="T34" fmla="*/ 0 w 87"/>
                  <a:gd name="T35" fmla="*/ 7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7" h="82">
                    <a:moveTo>
                      <a:pt x="0" y="70"/>
                    </a:moveTo>
                    <a:lnTo>
                      <a:pt x="10" y="79"/>
                    </a:lnTo>
                    <a:lnTo>
                      <a:pt x="30" y="81"/>
                    </a:lnTo>
                    <a:lnTo>
                      <a:pt x="48" y="68"/>
                    </a:lnTo>
                    <a:lnTo>
                      <a:pt x="64" y="59"/>
                    </a:lnTo>
                    <a:lnTo>
                      <a:pt x="83" y="48"/>
                    </a:lnTo>
                    <a:lnTo>
                      <a:pt x="85" y="34"/>
                    </a:lnTo>
                    <a:lnTo>
                      <a:pt x="86" y="15"/>
                    </a:lnTo>
                    <a:lnTo>
                      <a:pt x="81" y="0"/>
                    </a:lnTo>
                    <a:lnTo>
                      <a:pt x="61" y="4"/>
                    </a:lnTo>
                    <a:lnTo>
                      <a:pt x="45" y="4"/>
                    </a:lnTo>
                    <a:lnTo>
                      <a:pt x="22" y="6"/>
                    </a:lnTo>
                    <a:lnTo>
                      <a:pt x="9" y="9"/>
                    </a:lnTo>
                    <a:lnTo>
                      <a:pt x="5" y="23"/>
                    </a:lnTo>
                    <a:lnTo>
                      <a:pt x="9" y="38"/>
                    </a:lnTo>
                    <a:lnTo>
                      <a:pt x="22" y="48"/>
                    </a:lnTo>
                    <a:lnTo>
                      <a:pt x="15" y="63"/>
                    </a:lnTo>
                    <a:lnTo>
                      <a:pt x="0" y="7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51" name="Freeform 236">
                <a:extLst>
                  <a:ext uri="{FF2B5EF4-FFF2-40B4-BE49-F238E27FC236}">
                    <a16:creationId xmlns:a16="http://schemas.microsoft.com/office/drawing/2014/main" id="{1C5ED6A0-69FB-4655-9D7C-42D4CF69D3F9}"/>
                  </a:ext>
                </a:extLst>
              </p:cNvPr>
              <p:cNvSpPr>
                <a:spLocks/>
              </p:cNvSpPr>
              <p:nvPr/>
            </p:nvSpPr>
            <p:spPr bwMode="auto">
              <a:xfrm>
                <a:off x="7319392" y="3112693"/>
                <a:ext cx="338084" cy="303580"/>
              </a:xfrm>
              <a:custGeom>
                <a:avLst/>
                <a:gdLst>
                  <a:gd name="T0" fmla="*/ 191 w 192"/>
                  <a:gd name="T1" fmla="*/ 29 h 173"/>
                  <a:gd name="T2" fmla="*/ 160 w 192"/>
                  <a:gd name="T3" fmla="*/ 27 h 173"/>
                  <a:gd name="T4" fmla="*/ 145 w 192"/>
                  <a:gd name="T5" fmla="*/ 20 h 173"/>
                  <a:gd name="T6" fmla="*/ 138 w 192"/>
                  <a:gd name="T7" fmla="*/ 2 h 173"/>
                  <a:gd name="T8" fmla="*/ 130 w 192"/>
                  <a:gd name="T9" fmla="*/ 0 h 173"/>
                  <a:gd name="T10" fmla="*/ 124 w 192"/>
                  <a:gd name="T11" fmla="*/ 13 h 173"/>
                  <a:gd name="T12" fmla="*/ 102 w 192"/>
                  <a:gd name="T13" fmla="*/ 18 h 173"/>
                  <a:gd name="T14" fmla="*/ 93 w 192"/>
                  <a:gd name="T15" fmla="*/ 23 h 173"/>
                  <a:gd name="T16" fmla="*/ 81 w 192"/>
                  <a:gd name="T17" fmla="*/ 18 h 173"/>
                  <a:gd name="T18" fmla="*/ 62 w 192"/>
                  <a:gd name="T19" fmla="*/ 17 h 173"/>
                  <a:gd name="T20" fmla="*/ 54 w 192"/>
                  <a:gd name="T21" fmla="*/ 23 h 173"/>
                  <a:gd name="T22" fmla="*/ 43 w 192"/>
                  <a:gd name="T23" fmla="*/ 25 h 173"/>
                  <a:gd name="T24" fmla="*/ 40 w 192"/>
                  <a:gd name="T25" fmla="*/ 32 h 173"/>
                  <a:gd name="T26" fmla="*/ 30 w 192"/>
                  <a:gd name="T27" fmla="*/ 38 h 173"/>
                  <a:gd name="T28" fmla="*/ 28 w 192"/>
                  <a:gd name="T29" fmla="*/ 51 h 173"/>
                  <a:gd name="T30" fmla="*/ 13 w 192"/>
                  <a:gd name="T31" fmla="*/ 54 h 173"/>
                  <a:gd name="T32" fmla="*/ 0 w 192"/>
                  <a:gd name="T33" fmla="*/ 66 h 173"/>
                  <a:gd name="T34" fmla="*/ 3 w 192"/>
                  <a:gd name="T35" fmla="*/ 88 h 173"/>
                  <a:gd name="T36" fmla="*/ 0 w 192"/>
                  <a:gd name="T37" fmla="*/ 123 h 173"/>
                  <a:gd name="T38" fmla="*/ 17 w 192"/>
                  <a:gd name="T39" fmla="*/ 123 h 173"/>
                  <a:gd name="T40" fmla="*/ 22 w 192"/>
                  <a:gd name="T41" fmla="*/ 140 h 173"/>
                  <a:gd name="T42" fmla="*/ 14 w 192"/>
                  <a:gd name="T43" fmla="*/ 151 h 173"/>
                  <a:gd name="T44" fmla="*/ 14 w 192"/>
                  <a:gd name="T45" fmla="*/ 165 h 173"/>
                  <a:gd name="T46" fmla="*/ 30 w 192"/>
                  <a:gd name="T47" fmla="*/ 172 h 173"/>
                  <a:gd name="T48" fmla="*/ 36 w 192"/>
                  <a:gd name="T49" fmla="*/ 160 h 173"/>
                  <a:gd name="T50" fmla="*/ 77 w 192"/>
                  <a:gd name="T51" fmla="*/ 156 h 173"/>
                  <a:gd name="T52" fmla="*/ 83 w 192"/>
                  <a:gd name="T53" fmla="*/ 140 h 173"/>
                  <a:gd name="T54" fmla="*/ 95 w 192"/>
                  <a:gd name="T55" fmla="*/ 132 h 173"/>
                  <a:gd name="T56" fmla="*/ 111 w 192"/>
                  <a:gd name="T57" fmla="*/ 122 h 173"/>
                  <a:gd name="T58" fmla="*/ 124 w 192"/>
                  <a:gd name="T59" fmla="*/ 121 h 173"/>
                  <a:gd name="T60" fmla="*/ 127 w 192"/>
                  <a:gd name="T61" fmla="*/ 103 h 173"/>
                  <a:gd name="T62" fmla="*/ 138 w 192"/>
                  <a:gd name="T63" fmla="*/ 97 h 173"/>
                  <a:gd name="T64" fmla="*/ 143 w 192"/>
                  <a:gd name="T65" fmla="*/ 82 h 173"/>
                  <a:gd name="T66" fmla="*/ 149 w 192"/>
                  <a:gd name="T67" fmla="*/ 64 h 173"/>
                  <a:gd name="T68" fmla="*/ 153 w 192"/>
                  <a:gd name="T69" fmla="*/ 48 h 173"/>
                  <a:gd name="T70" fmla="*/ 166 w 192"/>
                  <a:gd name="T71" fmla="*/ 43 h 173"/>
                  <a:gd name="T72" fmla="*/ 176 w 192"/>
                  <a:gd name="T73" fmla="*/ 45 h 173"/>
                  <a:gd name="T74" fmla="*/ 188 w 192"/>
                  <a:gd name="T75" fmla="*/ 52 h 173"/>
                  <a:gd name="T76" fmla="*/ 191 w 192"/>
                  <a:gd name="T77" fmla="*/ 29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2" h="173">
                    <a:moveTo>
                      <a:pt x="191" y="29"/>
                    </a:moveTo>
                    <a:lnTo>
                      <a:pt x="160" y="27"/>
                    </a:lnTo>
                    <a:lnTo>
                      <a:pt x="145" y="20"/>
                    </a:lnTo>
                    <a:lnTo>
                      <a:pt x="138" y="2"/>
                    </a:lnTo>
                    <a:lnTo>
                      <a:pt x="130" y="0"/>
                    </a:lnTo>
                    <a:lnTo>
                      <a:pt x="124" y="13"/>
                    </a:lnTo>
                    <a:lnTo>
                      <a:pt x="102" y="18"/>
                    </a:lnTo>
                    <a:lnTo>
                      <a:pt x="93" y="23"/>
                    </a:lnTo>
                    <a:lnTo>
                      <a:pt x="81" y="18"/>
                    </a:lnTo>
                    <a:lnTo>
                      <a:pt x="62" y="17"/>
                    </a:lnTo>
                    <a:lnTo>
                      <a:pt x="54" y="23"/>
                    </a:lnTo>
                    <a:lnTo>
                      <a:pt x="43" y="25"/>
                    </a:lnTo>
                    <a:lnTo>
                      <a:pt x="40" y="32"/>
                    </a:lnTo>
                    <a:lnTo>
                      <a:pt x="30" y="38"/>
                    </a:lnTo>
                    <a:lnTo>
                      <a:pt x="28" y="51"/>
                    </a:lnTo>
                    <a:lnTo>
                      <a:pt x="13" y="54"/>
                    </a:lnTo>
                    <a:lnTo>
                      <a:pt x="0" y="66"/>
                    </a:lnTo>
                    <a:lnTo>
                      <a:pt x="3" y="88"/>
                    </a:lnTo>
                    <a:lnTo>
                      <a:pt x="0" y="123"/>
                    </a:lnTo>
                    <a:lnTo>
                      <a:pt x="17" y="123"/>
                    </a:lnTo>
                    <a:lnTo>
                      <a:pt x="22" y="140"/>
                    </a:lnTo>
                    <a:lnTo>
                      <a:pt x="14" y="151"/>
                    </a:lnTo>
                    <a:lnTo>
                      <a:pt x="14" y="165"/>
                    </a:lnTo>
                    <a:lnTo>
                      <a:pt x="30" y="172"/>
                    </a:lnTo>
                    <a:lnTo>
                      <a:pt x="36" y="160"/>
                    </a:lnTo>
                    <a:lnTo>
                      <a:pt x="77" y="156"/>
                    </a:lnTo>
                    <a:lnTo>
                      <a:pt x="83" y="140"/>
                    </a:lnTo>
                    <a:lnTo>
                      <a:pt x="95" y="132"/>
                    </a:lnTo>
                    <a:lnTo>
                      <a:pt x="111" y="122"/>
                    </a:lnTo>
                    <a:lnTo>
                      <a:pt x="124" y="121"/>
                    </a:lnTo>
                    <a:lnTo>
                      <a:pt x="127" y="103"/>
                    </a:lnTo>
                    <a:lnTo>
                      <a:pt x="138" y="97"/>
                    </a:lnTo>
                    <a:lnTo>
                      <a:pt x="143" y="82"/>
                    </a:lnTo>
                    <a:lnTo>
                      <a:pt x="149" y="64"/>
                    </a:lnTo>
                    <a:lnTo>
                      <a:pt x="153" y="48"/>
                    </a:lnTo>
                    <a:lnTo>
                      <a:pt x="166" y="43"/>
                    </a:lnTo>
                    <a:lnTo>
                      <a:pt x="176" y="45"/>
                    </a:lnTo>
                    <a:lnTo>
                      <a:pt x="188" y="52"/>
                    </a:lnTo>
                    <a:lnTo>
                      <a:pt x="191" y="29"/>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52" name="Freeform 237">
                <a:extLst>
                  <a:ext uri="{FF2B5EF4-FFF2-40B4-BE49-F238E27FC236}">
                    <a16:creationId xmlns:a16="http://schemas.microsoft.com/office/drawing/2014/main" id="{20FE2F6C-4A3A-4BC1-ADD3-463BD6AA4219}"/>
                  </a:ext>
                </a:extLst>
              </p:cNvPr>
              <p:cNvSpPr>
                <a:spLocks/>
              </p:cNvSpPr>
              <p:nvPr/>
            </p:nvSpPr>
            <p:spPr bwMode="auto">
              <a:xfrm>
                <a:off x="7111825" y="3001013"/>
                <a:ext cx="323932" cy="229651"/>
              </a:xfrm>
              <a:custGeom>
                <a:avLst/>
                <a:gdLst>
                  <a:gd name="T0" fmla="*/ 181 w 184"/>
                  <a:gd name="T1" fmla="*/ 82 h 131"/>
                  <a:gd name="T2" fmla="*/ 174 w 184"/>
                  <a:gd name="T3" fmla="*/ 88 h 131"/>
                  <a:gd name="T4" fmla="*/ 163 w 184"/>
                  <a:gd name="T5" fmla="*/ 89 h 131"/>
                  <a:gd name="T6" fmla="*/ 159 w 184"/>
                  <a:gd name="T7" fmla="*/ 97 h 131"/>
                  <a:gd name="T8" fmla="*/ 149 w 184"/>
                  <a:gd name="T9" fmla="*/ 103 h 131"/>
                  <a:gd name="T10" fmla="*/ 147 w 184"/>
                  <a:gd name="T11" fmla="*/ 116 h 131"/>
                  <a:gd name="T12" fmla="*/ 132 w 184"/>
                  <a:gd name="T13" fmla="*/ 119 h 131"/>
                  <a:gd name="T14" fmla="*/ 119 w 184"/>
                  <a:gd name="T15" fmla="*/ 130 h 131"/>
                  <a:gd name="T16" fmla="*/ 124 w 184"/>
                  <a:gd name="T17" fmla="*/ 98 h 131"/>
                  <a:gd name="T18" fmla="*/ 104 w 184"/>
                  <a:gd name="T19" fmla="*/ 88 h 131"/>
                  <a:gd name="T20" fmla="*/ 81 w 184"/>
                  <a:gd name="T21" fmla="*/ 71 h 131"/>
                  <a:gd name="T22" fmla="*/ 66 w 184"/>
                  <a:gd name="T23" fmla="*/ 70 h 131"/>
                  <a:gd name="T24" fmla="*/ 40 w 184"/>
                  <a:gd name="T25" fmla="*/ 65 h 131"/>
                  <a:gd name="T26" fmla="*/ 33 w 184"/>
                  <a:gd name="T27" fmla="*/ 77 h 131"/>
                  <a:gd name="T28" fmla="*/ 19 w 184"/>
                  <a:gd name="T29" fmla="*/ 83 h 131"/>
                  <a:gd name="T30" fmla="*/ 16 w 184"/>
                  <a:gd name="T31" fmla="*/ 65 h 131"/>
                  <a:gd name="T32" fmla="*/ 14 w 184"/>
                  <a:gd name="T33" fmla="*/ 55 h 131"/>
                  <a:gd name="T34" fmla="*/ 11 w 184"/>
                  <a:gd name="T35" fmla="*/ 48 h 131"/>
                  <a:gd name="T36" fmla="*/ 9 w 184"/>
                  <a:gd name="T37" fmla="*/ 31 h 131"/>
                  <a:gd name="T38" fmla="*/ 3 w 184"/>
                  <a:gd name="T39" fmla="*/ 25 h 131"/>
                  <a:gd name="T40" fmla="*/ 7 w 184"/>
                  <a:gd name="T41" fmla="*/ 19 h 131"/>
                  <a:gd name="T42" fmla="*/ 0 w 184"/>
                  <a:gd name="T43" fmla="*/ 14 h 131"/>
                  <a:gd name="T44" fmla="*/ 1 w 184"/>
                  <a:gd name="T45" fmla="*/ 3 h 131"/>
                  <a:gd name="T46" fmla="*/ 16 w 184"/>
                  <a:gd name="T47" fmla="*/ 19 h 131"/>
                  <a:gd name="T48" fmla="*/ 24 w 184"/>
                  <a:gd name="T49" fmla="*/ 6 h 131"/>
                  <a:gd name="T50" fmla="*/ 37 w 184"/>
                  <a:gd name="T51" fmla="*/ 0 h 131"/>
                  <a:gd name="T52" fmla="*/ 49 w 184"/>
                  <a:gd name="T53" fmla="*/ 5 h 131"/>
                  <a:gd name="T54" fmla="*/ 49 w 184"/>
                  <a:gd name="T55" fmla="*/ 14 h 131"/>
                  <a:gd name="T56" fmla="*/ 63 w 184"/>
                  <a:gd name="T57" fmla="*/ 19 h 131"/>
                  <a:gd name="T58" fmla="*/ 81 w 184"/>
                  <a:gd name="T59" fmla="*/ 24 h 131"/>
                  <a:gd name="T60" fmla="*/ 83 w 184"/>
                  <a:gd name="T61" fmla="*/ 14 h 131"/>
                  <a:gd name="T62" fmla="*/ 92 w 184"/>
                  <a:gd name="T63" fmla="*/ 11 h 131"/>
                  <a:gd name="T64" fmla="*/ 102 w 184"/>
                  <a:gd name="T65" fmla="*/ 6 h 131"/>
                  <a:gd name="T66" fmla="*/ 107 w 184"/>
                  <a:gd name="T67" fmla="*/ 14 h 131"/>
                  <a:gd name="T68" fmla="*/ 114 w 184"/>
                  <a:gd name="T69" fmla="*/ 20 h 131"/>
                  <a:gd name="T70" fmla="*/ 111 w 184"/>
                  <a:gd name="T71" fmla="*/ 28 h 131"/>
                  <a:gd name="T72" fmla="*/ 122 w 184"/>
                  <a:gd name="T73" fmla="*/ 31 h 131"/>
                  <a:gd name="T74" fmla="*/ 129 w 184"/>
                  <a:gd name="T75" fmla="*/ 31 h 131"/>
                  <a:gd name="T76" fmla="*/ 137 w 184"/>
                  <a:gd name="T77" fmla="*/ 34 h 131"/>
                  <a:gd name="T78" fmla="*/ 133 w 184"/>
                  <a:gd name="T79" fmla="*/ 46 h 131"/>
                  <a:gd name="T80" fmla="*/ 167 w 184"/>
                  <a:gd name="T81" fmla="*/ 72 h 131"/>
                  <a:gd name="T82" fmla="*/ 175 w 184"/>
                  <a:gd name="T83" fmla="*/ 68 h 131"/>
                  <a:gd name="T84" fmla="*/ 183 w 184"/>
                  <a:gd name="T85" fmla="*/ 71 h 131"/>
                  <a:gd name="T86" fmla="*/ 181 w 184"/>
                  <a:gd name="T87" fmla="*/ 82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84" h="131">
                    <a:moveTo>
                      <a:pt x="181" y="82"/>
                    </a:moveTo>
                    <a:lnTo>
                      <a:pt x="174" y="88"/>
                    </a:lnTo>
                    <a:lnTo>
                      <a:pt x="163" y="89"/>
                    </a:lnTo>
                    <a:lnTo>
                      <a:pt x="159" y="97"/>
                    </a:lnTo>
                    <a:lnTo>
                      <a:pt x="149" y="103"/>
                    </a:lnTo>
                    <a:lnTo>
                      <a:pt x="147" y="116"/>
                    </a:lnTo>
                    <a:lnTo>
                      <a:pt x="132" y="119"/>
                    </a:lnTo>
                    <a:lnTo>
                      <a:pt x="119" y="130"/>
                    </a:lnTo>
                    <a:lnTo>
                      <a:pt x="124" y="98"/>
                    </a:lnTo>
                    <a:lnTo>
                      <a:pt x="104" y="88"/>
                    </a:lnTo>
                    <a:lnTo>
                      <a:pt x="81" y="71"/>
                    </a:lnTo>
                    <a:lnTo>
                      <a:pt x="66" y="70"/>
                    </a:lnTo>
                    <a:lnTo>
                      <a:pt x="40" y="65"/>
                    </a:lnTo>
                    <a:lnTo>
                      <a:pt x="33" y="77"/>
                    </a:lnTo>
                    <a:lnTo>
                      <a:pt x="19" y="83"/>
                    </a:lnTo>
                    <a:lnTo>
                      <a:pt x="16" y="65"/>
                    </a:lnTo>
                    <a:lnTo>
                      <a:pt x="14" y="55"/>
                    </a:lnTo>
                    <a:lnTo>
                      <a:pt x="11" y="48"/>
                    </a:lnTo>
                    <a:lnTo>
                      <a:pt x="9" y="31"/>
                    </a:lnTo>
                    <a:lnTo>
                      <a:pt x="3" y="25"/>
                    </a:lnTo>
                    <a:lnTo>
                      <a:pt x="7" y="19"/>
                    </a:lnTo>
                    <a:lnTo>
                      <a:pt x="0" y="14"/>
                    </a:lnTo>
                    <a:lnTo>
                      <a:pt x="1" y="3"/>
                    </a:lnTo>
                    <a:lnTo>
                      <a:pt x="16" y="19"/>
                    </a:lnTo>
                    <a:lnTo>
                      <a:pt x="24" y="6"/>
                    </a:lnTo>
                    <a:lnTo>
                      <a:pt x="37" y="0"/>
                    </a:lnTo>
                    <a:lnTo>
                      <a:pt x="49" y="5"/>
                    </a:lnTo>
                    <a:lnTo>
                      <a:pt x="49" y="14"/>
                    </a:lnTo>
                    <a:lnTo>
                      <a:pt x="63" y="19"/>
                    </a:lnTo>
                    <a:lnTo>
                      <a:pt x="81" y="24"/>
                    </a:lnTo>
                    <a:lnTo>
                      <a:pt x="83" y="14"/>
                    </a:lnTo>
                    <a:lnTo>
                      <a:pt x="92" y="11"/>
                    </a:lnTo>
                    <a:lnTo>
                      <a:pt x="102" y="6"/>
                    </a:lnTo>
                    <a:lnTo>
                      <a:pt x="107" y="14"/>
                    </a:lnTo>
                    <a:lnTo>
                      <a:pt x="114" y="20"/>
                    </a:lnTo>
                    <a:lnTo>
                      <a:pt x="111" y="28"/>
                    </a:lnTo>
                    <a:lnTo>
                      <a:pt x="122" y="31"/>
                    </a:lnTo>
                    <a:lnTo>
                      <a:pt x="129" y="31"/>
                    </a:lnTo>
                    <a:lnTo>
                      <a:pt x="137" y="34"/>
                    </a:lnTo>
                    <a:lnTo>
                      <a:pt x="133" y="46"/>
                    </a:lnTo>
                    <a:lnTo>
                      <a:pt x="167" y="72"/>
                    </a:lnTo>
                    <a:lnTo>
                      <a:pt x="175" y="68"/>
                    </a:lnTo>
                    <a:lnTo>
                      <a:pt x="183" y="71"/>
                    </a:lnTo>
                    <a:lnTo>
                      <a:pt x="181" y="8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53" name="Freeform 238">
                <a:extLst>
                  <a:ext uri="{FF2B5EF4-FFF2-40B4-BE49-F238E27FC236}">
                    <a16:creationId xmlns:a16="http://schemas.microsoft.com/office/drawing/2014/main" id="{E42FC874-8CB9-41CF-86BB-8343C0F37618}"/>
                  </a:ext>
                </a:extLst>
              </p:cNvPr>
              <p:cNvSpPr>
                <a:spLocks/>
              </p:cNvSpPr>
              <p:nvPr/>
            </p:nvSpPr>
            <p:spPr bwMode="auto">
              <a:xfrm>
                <a:off x="7482931" y="3030900"/>
                <a:ext cx="204423" cy="133701"/>
              </a:xfrm>
              <a:custGeom>
                <a:avLst/>
                <a:gdLst>
                  <a:gd name="T0" fmla="*/ 35 w 117"/>
                  <a:gd name="T1" fmla="*/ 9 h 76"/>
                  <a:gd name="T2" fmla="*/ 27 w 117"/>
                  <a:gd name="T3" fmla="*/ 25 h 76"/>
                  <a:gd name="T4" fmla="*/ 15 w 117"/>
                  <a:gd name="T5" fmla="*/ 40 h 76"/>
                  <a:gd name="T6" fmla="*/ 0 w 117"/>
                  <a:gd name="T7" fmla="*/ 69 h 76"/>
                  <a:gd name="T8" fmla="*/ 9 w 117"/>
                  <a:gd name="T9" fmla="*/ 64 h 76"/>
                  <a:gd name="T10" fmla="*/ 31 w 117"/>
                  <a:gd name="T11" fmla="*/ 59 h 76"/>
                  <a:gd name="T12" fmla="*/ 37 w 117"/>
                  <a:gd name="T13" fmla="*/ 46 h 76"/>
                  <a:gd name="T14" fmla="*/ 45 w 117"/>
                  <a:gd name="T15" fmla="*/ 48 h 76"/>
                  <a:gd name="T16" fmla="*/ 52 w 117"/>
                  <a:gd name="T17" fmla="*/ 67 h 76"/>
                  <a:gd name="T18" fmla="*/ 68 w 117"/>
                  <a:gd name="T19" fmla="*/ 73 h 76"/>
                  <a:gd name="T20" fmla="*/ 98 w 117"/>
                  <a:gd name="T21" fmla="*/ 75 h 76"/>
                  <a:gd name="T22" fmla="*/ 98 w 117"/>
                  <a:gd name="T23" fmla="*/ 62 h 76"/>
                  <a:gd name="T24" fmla="*/ 97 w 117"/>
                  <a:gd name="T25" fmla="*/ 64 h 76"/>
                  <a:gd name="T26" fmla="*/ 81 w 117"/>
                  <a:gd name="T27" fmla="*/ 53 h 76"/>
                  <a:gd name="T28" fmla="*/ 83 w 117"/>
                  <a:gd name="T29" fmla="*/ 31 h 76"/>
                  <a:gd name="T30" fmla="*/ 95 w 117"/>
                  <a:gd name="T31" fmla="*/ 23 h 76"/>
                  <a:gd name="T32" fmla="*/ 116 w 117"/>
                  <a:gd name="T33" fmla="*/ 36 h 76"/>
                  <a:gd name="T34" fmla="*/ 102 w 117"/>
                  <a:gd name="T35" fmla="*/ 0 h 76"/>
                  <a:gd name="T36" fmla="*/ 86 w 117"/>
                  <a:gd name="T37" fmla="*/ 13 h 76"/>
                  <a:gd name="T38" fmla="*/ 71 w 117"/>
                  <a:gd name="T39" fmla="*/ 14 h 76"/>
                  <a:gd name="T40" fmla="*/ 35 w 117"/>
                  <a:gd name="T41" fmla="*/ 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7" h="76">
                    <a:moveTo>
                      <a:pt x="35" y="9"/>
                    </a:moveTo>
                    <a:lnTo>
                      <a:pt x="27" y="25"/>
                    </a:lnTo>
                    <a:lnTo>
                      <a:pt x="15" y="40"/>
                    </a:lnTo>
                    <a:lnTo>
                      <a:pt x="0" y="69"/>
                    </a:lnTo>
                    <a:lnTo>
                      <a:pt x="9" y="64"/>
                    </a:lnTo>
                    <a:lnTo>
                      <a:pt x="31" y="59"/>
                    </a:lnTo>
                    <a:lnTo>
                      <a:pt x="37" y="46"/>
                    </a:lnTo>
                    <a:lnTo>
                      <a:pt x="45" y="48"/>
                    </a:lnTo>
                    <a:lnTo>
                      <a:pt x="52" y="67"/>
                    </a:lnTo>
                    <a:lnTo>
                      <a:pt x="68" y="73"/>
                    </a:lnTo>
                    <a:lnTo>
                      <a:pt x="98" y="75"/>
                    </a:lnTo>
                    <a:lnTo>
                      <a:pt x="98" y="62"/>
                    </a:lnTo>
                    <a:lnTo>
                      <a:pt x="97" y="64"/>
                    </a:lnTo>
                    <a:lnTo>
                      <a:pt x="81" y="53"/>
                    </a:lnTo>
                    <a:lnTo>
                      <a:pt x="83" y="31"/>
                    </a:lnTo>
                    <a:lnTo>
                      <a:pt x="95" y="23"/>
                    </a:lnTo>
                    <a:lnTo>
                      <a:pt x="116" y="36"/>
                    </a:lnTo>
                    <a:lnTo>
                      <a:pt x="102" y="0"/>
                    </a:lnTo>
                    <a:lnTo>
                      <a:pt x="86" y="13"/>
                    </a:lnTo>
                    <a:lnTo>
                      <a:pt x="71" y="14"/>
                    </a:lnTo>
                    <a:lnTo>
                      <a:pt x="35" y="9"/>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54" name="Freeform 239">
                <a:extLst>
                  <a:ext uri="{FF2B5EF4-FFF2-40B4-BE49-F238E27FC236}">
                    <a16:creationId xmlns:a16="http://schemas.microsoft.com/office/drawing/2014/main" id="{71335959-BBF4-438D-B231-21A44A3292E3}"/>
                  </a:ext>
                </a:extLst>
              </p:cNvPr>
              <p:cNvSpPr>
                <a:spLocks/>
              </p:cNvSpPr>
              <p:nvPr/>
            </p:nvSpPr>
            <p:spPr bwMode="auto">
              <a:xfrm>
                <a:off x="6916837" y="2942814"/>
                <a:ext cx="133661" cy="152576"/>
              </a:xfrm>
              <a:custGeom>
                <a:avLst/>
                <a:gdLst>
                  <a:gd name="T0" fmla="*/ 0 w 76"/>
                  <a:gd name="T1" fmla="*/ 8 h 87"/>
                  <a:gd name="T2" fmla="*/ 5 w 76"/>
                  <a:gd name="T3" fmla="*/ 29 h 87"/>
                  <a:gd name="T4" fmla="*/ 16 w 76"/>
                  <a:gd name="T5" fmla="*/ 51 h 87"/>
                  <a:gd name="T6" fmla="*/ 29 w 76"/>
                  <a:gd name="T7" fmla="*/ 77 h 87"/>
                  <a:gd name="T8" fmla="*/ 18 w 76"/>
                  <a:gd name="T9" fmla="*/ 84 h 87"/>
                  <a:gd name="T10" fmla="*/ 37 w 76"/>
                  <a:gd name="T11" fmla="*/ 84 h 87"/>
                  <a:gd name="T12" fmla="*/ 40 w 76"/>
                  <a:gd name="T13" fmla="*/ 73 h 87"/>
                  <a:gd name="T14" fmla="*/ 49 w 76"/>
                  <a:gd name="T15" fmla="*/ 67 h 87"/>
                  <a:gd name="T16" fmla="*/ 55 w 76"/>
                  <a:gd name="T17" fmla="*/ 86 h 87"/>
                  <a:gd name="T18" fmla="*/ 62 w 76"/>
                  <a:gd name="T19" fmla="*/ 79 h 87"/>
                  <a:gd name="T20" fmla="*/ 66 w 76"/>
                  <a:gd name="T21" fmla="*/ 65 h 87"/>
                  <a:gd name="T22" fmla="*/ 75 w 76"/>
                  <a:gd name="T23" fmla="*/ 62 h 87"/>
                  <a:gd name="T24" fmla="*/ 73 w 76"/>
                  <a:gd name="T25" fmla="*/ 52 h 87"/>
                  <a:gd name="T26" fmla="*/ 58 w 76"/>
                  <a:gd name="T27" fmla="*/ 43 h 87"/>
                  <a:gd name="T28" fmla="*/ 44 w 76"/>
                  <a:gd name="T29" fmla="*/ 28 h 87"/>
                  <a:gd name="T30" fmla="*/ 29 w 76"/>
                  <a:gd name="T31" fmla="*/ 0 h 87"/>
                  <a:gd name="T32" fmla="*/ 0 w 76"/>
                  <a:gd name="T33" fmla="*/ 8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6" h="87">
                    <a:moveTo>
                      <a:pt x="0" y="8"/>
                    </a:moveTo>
                    <a:lnTo>
                      <a:pt x="5" y="29"/>
                    </a:lnTo>
                    <a:lnTo>
                      <a:pt x="16" y="51"/>
                    </a:lnTo>
                    <a:lnTo>
                      <a:pt x="29" y="77"/>
                    </a:lnTo>
                    <a:lnTo>
                      <a:pt x="18" y="84"/>
                    </a:lnTo>
                    <a:lnTo>
                      <a:pt x="37" y="84"/>
                    </a:lnTo>
                    <a:lnTo>
                      <a:pt x="40" y="73"/>
                    </a:lnTo>
                    <a:lnTo>
                      <a:pt x="49" y="67"/>
                    </a:lnTo>
                    <a:lnTo>
                      <a:pt x="55" y="86"/>
                    </a:lnTo>
                    <a:lnTo>
                      <a:pt x="62" y="79"/>
                    </a:lnTo>
                    <a:lnTo>
                      <a:pt x="66" y="65"/>
                    </a:lnTo>
                    <a:lnTo>
                      <a:pt x="75" y="62"/>
                    </a:lnTo>
                    <a:lnTo>
                      <a:pt x="73" y="52"/>
                    </a:lnTo>
                    <a:lnTo>
                      <a:pt x="58" y="43"/>
                    </a:lnTo>
                    <a:lnTo>
                      <a:pt x="44" y="28"/>
                    </a:lnTo>
                    <a:lnTo>
                      <a:pt x="29" y="0"/>
                    </a:lnTo>
                    <a:lnTo>
                      <a:pt x="0" y="8"/>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55" name="Freeform 263">
                <a:extLst>
                  <a:ext uri="{FF2B5EF4-FFF2-40B4-BE49-F238E27FC236}">
                    <a16:creationId xmlns:a16="http://schemas.microsoft.com/office/drawing/2014/main" id="{9BC169E7-0E5C-407A-8665-A71AF9CA8156}"/>
                  </a:ext>
                </a:extLst>
              </p:cNvPr>
              <p:cNvSpPr>
                <a:spLocks/>
              </p:cNvSpPr>
              <p:nvPr/>
            </p:nvSpPr>
            <p:spPr bwMode="auto">
              <a:xfrm>
                <a:off x="6468679" y="2977419"/>
                <a:ext cx="465455" cy="206057"/>
              </a:xfrm>
              <a:custGeom>
                <a:avLst/>
                <a:gdLst>
                  <a:gd name="T0" fmla="*/ 134 w 265"/>
                  <a:gd name="T1" fmla="*/ 111 h 118"/>
                  <a:gd name="T2" fmla="*/ 146 w 265"/>
                  <a:gd name="T3" fmla="*/ 108 h 118"/>
                  <a:gd name="T4" fmla="*/ 168 w 265"/>
                  <a:gd name="T5" fmla="*/ 106 h 118"/>
                  <a:gd name="T6" fmla="*/ 184 w 265"/>
                  <a:gd name="T7" fmla="*/ 106 h 118"/>
                  <a:gd name="T8" fmla="*/ 204 w 265"/>
                  <a:gd name="T9" fmla="*/ 102 h 118"/>
                  <a:gd name="T10" fmla="*/ 209 w 265"/>
                  <a:gd name="T11" fmla="*/ 117 h 118"/>
                  <a:gd name="T12" fmla="*/ 218 w 265"/>
                  <a:gd name="T13" fmla="*/ 108 h 118"/>
                  <a:gd name="T14" fmla="*/ 227 w 265"/>
                  <a:gd name="T15" fmla="*/ 99 h 118"/>
                  <a:gd name="T16" fmla="*/ 241 w 265"/>
                  <a:gd name="T17" fmla="*/ 96 h 118"/>
                  <a:gd name="T18" fmla="*/ 247 w 265"/>
                  <a:gd name="T19" fmla="*/ 106 h 118"/>
                  <a:gd name="T20" fmla="*/ 264 w 265"/>
                  <a:gd name="T21" fmla="*/ 107 h 118"/>
                  <a:gd name="T22" fmla="*/ 261 w 265"/>
                  <a:gd name="T23" fmla="*/ 88 h 118"/>
                  <a:gd name="T24" fmla="*/ 253 w 265"/>
                  <a:gd name="T25" fmla="*/ 69 h 118"/>
                  <a:gd name="T26" fmla="*/ 247 w 265"/>
                  <a:gd name="T27" fmla="*/ 50 h 118"/>
                  <a:gd name="T28" fmla="*/ 252 w 265"/>
                  <a:gd name="T29" fmla="*/ 44 h 118"/>
                  <a:gd name="T30" fmla="*/ 241 w 265"/>
                  <a:gd name="T31" fmla="*/ 32 h 118"/>
                  <a:gd name="T32" fmla="*/ 228 w 265"/>
                  <a:gd name="T33" fmla="*/ 12 h 118"/>
                  <a:gd name="T34" fmla="*/ 210 w 265"/>
                  <a:gd name="T35" fmla="*/ 14 h 118"/>
                  <a:gd name="T36" fmla="*/ 202 w 265"/>
                  <a:gd name="T37" fmla="*/ 23 h 118"/>
                  <a:gd name="T38" fmla="*/ 173 w 265"/>
                  <a:gd name="T39" fmla="*/ 25 h 118"/>
                  <a:gd name="T40" fmla="*/ 161 w 265"/>
                  <a:gd name="T41" fmla="*/ 26 h 118"/>
                  <a:gd name="T42" fmla="*/ 146 w 265"/>
                  <a:gd name="T43" fmla="*/ 19 h 118"/>
                  <a:gd name="T44" fmla="*/ 135 w 265"/>
                  <a:gd name="T45" fmla="*/ 19 h 118"/>
                  <a:gd name="T46" fmla="*/ 125 w 265"/>
                  <a:gd name="T47" fmla="*/ 7 h 118"/>
                  <a:gd name="T48" fmla="*/ 112 w 265"/>
                  <a:gd name="T49" fmla="*/ 0 h 118"/>
                  <a:gd name="T50" fmla="*/ 98 w 265"/>
                  <a:gd name="T51" fmla="*/ 7 h 118"/>
                  <a:gd name="T52" fmla="*/ 78 w 265"/>
                  <a:gd name="T53" fmla="*/ 9 h 118"/>
                  <a:gd name="T54" fmla="*/ 64 w 265"/>
                  <a:gd name="T55" fmla="*/ 14 h 118"/>
                  <a:gd name="T56" fmla="*/ 45 w 265"/>
                  <a:gd name="T57" fmla="*/ 15 h 118"/>
                  <a:gd name="T58" fmla="*/ 34 w 265"/>
                  <a:gd name="T59" fmla="*/ 15 h 118"/>
                  <a:gd name="T60" fmla="*/ 19 w 265"/>
                  <a:gd name="T61" fmla="*/ 21 h 118"/>
                  <a:gd name="T62" fmla="*/ 29 w 265"/>
                  <a:gd name="T63" fmla="*/ 26 h 118"/>
                  <a:gd name="T64" fmla="*/ 18 w 265"/>
                  <a:gd name="T65" fmla="*/ 32 h 118"/>
                  <a:gd name="T66" fmla="*/ 14 w 265"/>
                  <a:gd name="T67" fmla="*/ 39 h 118"/>
                  <a:gd name="T68" fmla="*/ 5 w 265"/>
                  <a:gd name="T69" fmla="*/ 48 h 118"/>
                  <a:gd name="T70" fmla="*/ 3 w 265"/>
                  <a:gd name="T71" fmla="*/ 56 h 118"/>
                  <a:gd name="T72" fmla="*/ 0 w 265"/>
                  <a:gd name="T73" fmla="*/ 63 h 118"/>
                  <a:gd name="T74" fmla="*/ 7 w 265"/>
                  <a:gd name="T75" fmla="*/ 65 h 118"/>
                  <a:gd name="T76" fmla="*/ 6 w 265"/>
                  <a:gd name="T77" fmla="*/ 74 h 118"/>
                  <a:gd name="T78" fmla="*/ 11 w 265"/>
                  <a:gd name="T79" fmla="*/ 78 h 118"/>
                  <a:gd name="T80" fmla="*/ 11 w 265"/>
                  <a:gd name="T81" fmla="*/ 88 h 118"/>
                  <a:gd name="T82" fmla="*/ 16 w 265"/>
                  <a:gd name="T83" fmla="*/ 95 h 118"/>
                  <a:gd name="T84" fmla="*/ 22 w 265"/>
                  <a:gd name="T85" fmla="*/ 94 h 118"/>
                  <a:gd name="T86" fmla="*/ 24 w 265"/>
                  <a:gd name="T87" fmla="*/ 101 h 118"/>
                  <a:gd name="T88" fmla="*/ 36 w 265"/>
                  <a:gd name="T89" fmla="*/ 105 h 118"/>
                  <a:gd name="T90" fmla="*/ 44 w 265"/>
                  <a:gd name="T91" fmla="*/ 114 h 118"/>
                  <a:gd name="T92" fmla="*/ 54 w 265"/>
                  <a:gd name="T93" fmla="*/ 111 h 118"/>
                  <a:gd name="T94" fmla="*/ 60 w 265"/>
                  <a:gd name="T95" fmla="*/ 107 h 118"/>
                  <a:gd name="T96" fmla="*/ 68 w 265"/>
                  <a:gd name="T97" fmla="*/ 100 h 118"/>
                  <a:gd name="T98" fmla="*/ 84 w 265"/>
                  <a:gd name="T99" fmla="*/ 111 h 118"/>
                  <a:gd name="T100" fmla="*/ 102 w 265"/>
                  <a:gd name="T101" fmla="*/ 113 h 118"/>
                  <a:gd name="T102" fmla="*/ 121 w 265"/>
                  <a:gd name="T103" fmla="*/ 110 h 118"/>
                  <a:gd name="T104" fmla="*/ 129 w 265"/>
                  <a:gd name="T105" fmla="*/ 110 h 118"/>
                  <a:gd name="T106" fmla="*/ 134 w 265"/>
                  <a:gd name="T107" fmla="*/ 111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5" h="118">
                    <a:moveTo>
                      <a:pt x="134" y="111"/>
                    </a:moveTo>
                    <a:lnTo>
                      <a:pt x="146" y="108"/>
                    </a:lnTo>
                    <a:lnTo>
                      <a:pt x="168" y="106"/>
                    </a:lnTo>
                    <a:lnTo>
                      <a:pt x="184" y="106"/>
                    </a:lnTo>
                    <a:lnTo>
                      <a:pt x="204" y="102"/>
                    </a:lnTo>
                    <a:lnTo>
                      <a:pt x="209" y="117"/>
                    </a:lnTo>
                    <a:lnTo>
                      <a:pt x="218" y="108"/>
                    </a:lnTo>
                    <a:lnTo>
                      <a:pt x="227" y="99"/>
                    </a:lnTo>
                    <a:lnTo>
                      <a:pt x="241" y="96"/>
                    </a:lnTo>
                    <a:lnTo>
                      <a:pt x="247" y="106"/>
                    </a:lnTo>
                    <a:lnTo>
                      <a:pt x="264" y="107"/>
                    </a:lnTo>
                    <a:lnTo>
                      <a:pt x="261" y="88"/>
                    </a:lnTo>
                    <a:lnTo>
                      <a:pt x="253" y="69"/>
                    </a:lnTo>
                    <a:lnTo>
                      <a:pt x="247" y="50"/>
                    </a:lnTo>
                    <a:lnTo>
                      <a:pt x="252" y="44"/>
                    </a:lnTo>
                    <a:lnTo>
                      <a:pt x="241" y="32"/>
                    </a:lnTo>
                    <a:lnTo>
                      <a:pt x="228" y="12"/>
                    </a:lnTo>
                    <a:lnTo>
                      <a:pt x="210" y="14"/>
                    </a:lnTo>
                    <a:lnTo>
                      <a:pt x="202" y="23"/>
                    </a:lnTo>
                    <a:lnTo>
                      <a:pt x="173" y="25"/>
                    </a:lnTo>
                    <a:lnTo>
                      <a:pt x="161" y="26"/>
                    </a:lnTo>
                    <a:lnTo>
                      <a:pt x="146" y="19"/>
                    </a:lnTo>
                    <a:lnTo>
                      <a:pt x="135" y="19"/>
                    </a:lnTo>
                    <a:lnTo>
                      <a:pt x="125" y="7"/>
                    </a:lnTo>
                    <a:lnTo>
                      <a:pt x="112" y="0"/>
                    </a:lnTo>
                    <a:lnTo>
                      <a:pt x="98" y="7"/>
                    </a:lnTo>
                    <a:lnTo>
                      <a:pt x="78" y="9"/>
                    </a:lnTo>
                    <a:lnTo>
                      <a:pt x="64" y="14"/>
                    </a:lnTo>
                    <a:lnTo>
                      <a:pt x="45" y="15"/>
                    </a:lnTo>
                    <a:lnTo>
                      <a:pt x="34" y="15"/>
                    </a:lnTo>
                    <a:lnTo>
                      <a:pt x="19" y="21"/>
                    </a:lnTo>
                    <a:lnTo>
                      <a:pt x="29" y="26"/>
                    </a:lnTo>
                    <a:lnTo>
                      <a:pt x="18" y="32"/>
                    </a:lnTo>
                    <a:lnTo>
                      <a:pt x="14" y="39"/>
                    </a:lnTo>
                    <a:lnTo>
                      <a:pt x="5" y="48"/>
                    </a:lnTo>
                    <a:lnTo>
                      <a:pt x="3" y="56"/>
                    </a:lnTo>
                    <a:lnTo>
                      <a:pt x="0" y="63"/>
                    </a:lnTo>
                    <a:lnTo>
                      <a:pt x="7" y="65"/>
                    </a:lnTo>
                    <a:lnTo>
                      <a:pt x="6" y="74"/>
                    </a:lnTo>
                    <a:lnTo>
                      <a:pt x="11" y="78"/>
                    </a:lnTo>
                    <a:lnTo>
                      <a:pt x="11" y="88"/>
                    </a:lnTo>
                    <a:lnTo>
                      <a:pt x="16" y="95"/>
                    </a:lnTo>
                    <a:lnTo>
                      <a:pt x="22" y="94"/>
                    </a:lnTo>
                    <a:lnTo>
                      <a:pt x="24" y="101"/>
                    </a:lnTo>
                    <a:lnTo>
                      <a:pt x="36" y="105"/>
                    </a:lnTo>
                    <a:lnTo>
                      <a:pt x="44" y="114"/>
                    </a:lnTo>
                    <a:lnTo>
                      <a:pt x="54" y="111"/>
                    </a:lnTo>
                    <a:lnTo>
                      <a:pt x="60" y="107"/>
                    </a:lnTo>
                    <a:lnTo>
                      <a:pt x="68" y="100"/>
                    </a:lnTo>
                    <a:lnTo>
                      <a:pt x="84" y="111"/>
                    </a:lnTo>
                    <a:lnTo>
                      <a:pt x="102" y="113"/>
                    </a:lnTo>
                    <a:lnTo>
                      <a:pt x="121" y="110"/>
                    </a:lnTo>
                    <a:lnTo>
                      <a:pt x="129" y="110"/>
                    </a:lnTo>
                    <a:lnTo>
                      <a:pt x="134" y="111"/>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56" name="Freeform 269">
                <a:extLst>
                  <a:ext uri="{FF2B5EF4-FFF2-40B4-BE49-F238E27FC236}">
                    <a16:creationId xmlns:a16="http://schemas.microsoft.com/office/drawing/2014/main" id="{9522D4EF-1594-457C-82B9-206FD28AC8AC}"/>
                  </a:ext>
                </a:extLst>
              </p:cNvPr>
              <p:cNvSpPr>
                <a:spLocks/>
              </p:cNvSpPr>
              <p:nvPr/>
            </p:nvSpPr>
            <p:spPr bwMode="auto">
              <a:xfrm>
                <a:off x="6463961" y="1579063"/>
                <a:ext cx="3678040" cy="1381053"/>
              </a:xfrm>
              <a:custGeom>
                <a:avLst/>
                <a:gdLst>
                  <a:gd name="T0" fmla="*/ 354 w 2085"/>
                  <a:gd name="T1" fmla="*/ 571 h 783"/>
                  <a:gd name="T2" fmla="*/ 487 w 2085"/>
                  <a:gd name="T3" fmla="*/ 613 h 783"/>
                  <a:gd name="T4" fmla="*/ 575 w 2085"/>
                  <a:gd name="T5" fmla="*/ 567 h 783"/>
                  <a:gd name="T6" fmla="*/ 718 w 2085"/>
                  <a:gd name="T7" fmla="*/ 589 h 783"/>
                  <a:gd name="T8" fmla="*/ 848 w 2085"/>
                  <a:gd name="T9" fmla="*/ 670 h 783"/>
                  <a:gd name="T10" fmla="*/ 953 w 2085"/>
                  <a:gd name="T11" fmla="*/ 648 h 783"/>
                  <a:gd name="T12" fmla="*/ 1049 w 2085"/>
                  <a:gd name="T13" fmla="*/ 634 h 783"/>
                  <a:gd name="T14" fmla="*/ 1189 w 2085"/>
                  <a:gd name="T15" fmla="*/ 638 h 783"/>
                  <a:gd name="T16" fmla="*/ 1259 w 2085"/>
                  <a:gd name="T17" fmla="*/ 578 h 783"/>
                  <a:gd name="T18" fmla="*/ 1409 w 2085"/>
                  <a:gd name="T19" fmla="*/ 667 h 783"/>
                  <a:gd name="T20" fmla="*/ 1463 w 2085"/>
                  <a:gd name="T21" fmla="*/ 744 h 783"/>
                  <a:gd name="T22" fmla="*/ 1531 w 2085"/>
                  <a:gd name="T23" fmla="*/ 701 h 783"/>
                  <a:gd name="T24" fmla="*/ 1482 w 2085"/>
                  <a:gd name="T25" fmla="*/ 573 h 783"/>
                  <a:gd name="T26" fmla="*/ 1537 w 2085"/>
                  <a:gd name="T27" fmla="*/ 452 h 783"/>
                  <a:gd name="T28" fmla="*/ 1683 w 2085"/>
                  <a:gd name="T29" fmla="*/ 408 h 783"/>
                  <a:gd name="T30" fmla="*/ 1773 w 2085"/>
                  <a:gd name="T31" fmla="*/ 421 h 783"/>
                  <a:gd name="T32" fmla="*/ 1751 w 2085"/>
                  <a:gd name="T33" fmla="*/ 604 h 783"/>
                  <a:gd name="T34" fmla="*/ 1814 w 2085"/>
                  <a:gd name="T35" fmla="*/ 509 h 783"/>
                  <a:gd name="T36" fmla="*/ 1785 w 2085"/>
                  <a:gd name="T37" fmla="*/ 478 h 783"/>
                  <a:gd name="T38" fmla="*/ 1785 w 2085"/>
                  <a:gd name="T39" fmla="*/ 462 h 783"/>
                  <a:gd name="T40" fmla="*/ 1797 w 2085"/>
                  <a:gd name="T41" fmla="*/ 439 h 783"/>
                  <a:gd name="T42" fmla="*/ 1895 w 2085"/>
                  <a:gd name="T43" fmla="*/ 405 h 783"/>
                  <a:gd name="T44" fmla="*/ 1929 w 2085"/>
                  <a:gd name="T45" fmla="*/ 332 h 783"/>
                  <a:gd name="T46" fmla="*/ 2005 w 2085"/>
                  <a:gd name="T47" fmla="*/ 313 h 783"/>
                  <a:gd name="T48" fmla="*/ 2070 w 2085"/>
                  <a:gd name="T49" fmla="*/ 305 h 783"/>
                  <a:gd name="T50" fmla="*/ 1997 w 2085"/>
                  <a:gd name="T51" fmla="*/ 260 h 783"/>
                  <a:gd name="T52" fmla="*/ 1865 w 2085"/>
                  <a:gd name="T53" fmla="*/ 201 h 783"/>
                  <a:gd name="T54" fmla="*/ 1722 w 2085"/>
                  <a:gd name="T55" fmla="*/ 199 h 783"/>
                  <a:gd name="T56" fmla="*/ 1571 w 2085"/>
                  <a:gd name="T57" fmla="*/ 180 h 783"/>
                  <a:gd name="T58" fmla="*/ 1409 w 2085"/>
                  <a:gd name="T59" fmla="*/ 136 h 783"/>
                  <a:gd name="T60" fmla="*/ 1312 w 2085"/>
                  <a:gd name="T61" fmla="*/ 165 h 783"/>
                  <a:gd name="T62" fmla="*/ 1233 w 2085"/>
                  <a:gd name="T63" fmla="*/ 136 h 783"/>
                  <a:gd name="T64" fmla="*/ 1020 w 2085"/>
                  <a:gd name="T65" fmla="*/ 107 h 783"/>
                  <a:gd name="T66" fmla="*/ 1024 w 2085"/>
                  <a:gd name="T67" fmla="*/ 51 h 783"/>
                  <a:gd name="T68" fmla="*/ 892 w 2085"/>
                  <a:gd name="T69" fmla="*/ 0 h 783"/>
                  <a:gd name="T70" fmla="*/ 806 w 2085"/>
                  <a:gd name="T71" fmla="*/ 53 h 783"/>
                  <a:gd name="T72" fmla="*/ 689 w 2085"/>
                  <a:gd name="T73" fmla="*/ 75 h 783"/>
                  <a:gd name="T74" fmla="*/ 642 w 2085"/>
                  <a:gd name="T75" fmla="*/ 142 h 783"/>
                  <a:gd name="T76" fmla="*/ 607 w 2085"/>
                  <a:gd name="T77" fmla="*/ 144 h 783"/>
                  <a:gd name="T78" fmla="*/ 554 w 2085"/>
                  <a:gd name="T79" fmla="*/ 137 h 783"/>
                  <a:gd name="T80" fmla="*/ 591 w 2085"/>
                  <a:gd name="T81" fmla="*/ 210 h 783"/>
                  <a:gd name="T82" fmla="*/ 627 w 2085"/>
                  <a:gd name="T83" fmla="*/ 256 h 783"/>
                  <a:gd name="T84" fmla="*/ 548 w 2085"/>
                  <a:gd name="T85" fmla="*/ 291 h 783"/>
                  <a:gd name="T86" fmla="*/ 559 w 2085"/>
                  <a:gd name="T87" fmla="*/ 256 h 783"/>
                  <a:gd name="T88" fmla="*/ 561 w 2085"/>
                  <a:gd name="T89" fmla="*/ 243 h 783"/>
                  <a:gd name="T90" fmla="*/ 554 w 2085"/>
                  <a:gd name="T91" fmla="*/ 225 h 783"/>
                  <a:gd name="T92" fmla="*/ 517 w 2085"/>
                  <a:gd name="T93" fmla="*/ 109 h 783"/>
                  <a:gd name="T94" fmla="*/ 499 w 2085"/>
                  <a:gd name="T95" fmla="*/ 228 h 783"/>
                  <a:gd name="T96" fmla="*/ 401 w 2085"/>
                  <a:gd name="T97" fmla="*/ 218 h 783"/>
                  <a:gd name="T98" fmla="*/ 314 w 2085"/>
                  <a:gd name="T99" fmla="*/ 233 h 783"/>
                  <a:gd name="T100" fmla="*/ 208 w 2085"/>
                  <a:gd name="T101" fmla="*/ 237 h 783"/>
                  <a:gd name="T102" fmla="*/ 166 w 2085"/>
                  <a:gd name="T103" fmla="*/ 298 h 783"/>
                  <a:gd name="T104" fmla="*/ 109 w 2085"/>
                  <a:gd name="T105" fmla="*/ 322 h 783"/>
                  <a:gd name="T106" fmla="*/ 80 w 2085"/>
                  <a:gd name="T107" fmla="*/ 289 h 783"/>
                  <a:gd name="T108" fmla="*/ 100 w 2085"/>
                  <a:gd name="T109" fmla="*/ 233 h 783"/>
                  <a:gd name="T110" fmla="*/ 20 w 2085"/>
                  <a:gd name="T111" fmla="*/ 311 h 783"/>
                  <a:gd name="T112" fmla="*/ 8 w 2085"/>
                  <a:gd name="T113" fmla="*/ 427 h 783"/>
                  <a:gd name="T114" fmla="*/ 69 w 2085"/>
                  <a:gd name="T115" fmla="*/ 584 h 783"/>
                  <a:gd name="T116" fmla="*/ 138 w 2085"/>
                  <a:gd name="T117" fmla="*/ 740 h 783"/>
                  <a:gd name="T118" fmla="*/ 285 w 2085"/>
                  <a:gd name="T119" fmla="*/ 773 h 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85" h="783">
                    <a:moveTo>
                      <a:pt x="304" y="721"/>
                    </a:moveTo>
                    <a:lnTo>
                      <a:pt x="316" y="709"/>
                    </a:lnTo>
                    <a:lnTo>
                      <a:pt x="322" y="683"/>
                    </a:lnTo>
                    <a:lnTo>
                      <a:pt x="336" y="668"/>
                    </a:lnTo>
                    <a:lnTo>
                      <a:pt x="334" y="649"/>
                    </a:lnTo>
                    <a:lnTo>
                      <a:pt x="317" y="639"/>
                    </a:lnTo>
                    <a:lnTo>
                      <a:pt x="310" y="622"/>
                    </a:lnTo>
                    <a:lnTo>
                      <a:pt x="354" y="571"/>
                    </a:lnTo>
                    <a:lnTo>
                      <a:pt x="370" y="589"/>
                    </a:lnTo>
                    <a:lnTo>
                      <a:pt x="376" y="576"/>
                    </a:lnTo>
                    <a:lnTo>
                      <a:pt x="395" y="571"/>
                    </a:lnTo>
                    <a:lnTo>
                      <a:pt x="411" y="575"/>
                    </a:lnTo>
                    <a:lnTo>
                      <a:pt x="440" y="576"/>
                    </a:lnTo>
                    <a:lnTo>
                      <a:pt x="475" y="599"/>
                    </a:lnTo>
                    <a:lnTo>
                      <a:pt x="474" y="608"/>
                    </a:lnTo>
                    <a:lnTo>
                      <a:pt x="487" y="613"/>
                    </a:lnTo>
                    <a:lnTo>
                      <a:pt x="506" y="612"/>
                    </a:lnTo>
                    <a:lnTo>
                      <a:pt x="532" y="626"/>
                    </a:lnTo>
                    <a:lnTo>
                      <a:pt x="546" y="631"/>
                    </a:lnTo>
                    <a:lnTo>
                      <a:pt x="553" y="623"/>
                    </a:lnTo>
                    <a:lnTo>
                      <a:pt x="546" y="605"/>
                    </a:lnTo>
                    <a:lnTo>
                      <a:pt x="562" y="596"/>
                    </a:lnTo>
                    <a:lnTo>
                      <a:pt x="579" y="589"/>
                    </a:lnTo>
                    <a:lnTo>
                      <a:pt x="575" y="567"/>
                    </a:lnTo>
                    <a:lnTo>
                      <a:pt x="585" y="566"/>
                    </a:lnTo>
                    <a:lnTo>
                      <a:pt x="604" y="571"/>
                    </a:lnTo>
                    <a:lnTo>
                      <a:pt x="640" y="574"/>
                    </a:lnTo>
                    <a:lnTo>
                      <a:pt x="661" y="569"/>
                    </a:lnTo>
                    <a:lnTo>
                      <a:pt x="689" y="564"/>
                    </a:lnTo>
                    <a:lnTo>
                      <a:pt x="701" y="575"/>
                    </a:lnTo>
                    <a:lnTo>
                      <a:pt x="703" y="587"/>
                    </a:lnTo>
                    <a:lnTo>
                      <a:pt x="718" y="589"/>
                    </a:lnTo>
                    <a:lnTo>
                      <a:pt x="741" y="580"/>
                    </a:lnTo>
                    <a:lnTo>
                      <a:pt x="759" y="580"/>
                    </a:lnTo>
                    <a:lnTo>
                      <a:pt x="781" y="621"/>
                    </a:lnTo>
                    <a:lnTo>
                      <a:pt x="796" y="622"/>
                    </a:lnTo>
                    <a:lnTo>
                      <a:pt x="803" y="633"/>
                    </a:lnTo>
                    <a:lnTo>
                      <a:pt x="826" y="642"/>
                    </a:lnTo>
                    <a:lnTo>
                      <a:pt x="840" y="677"/>
                    </a:lnTo>
                    <a:lnTo>
                      <a:pt x="848" y="670"/>
                    </a:lnTo>
                    <a:lnTo>
                      <a:pt x="867" y="665"/>
                    </a:lnTo>
                    <a:lnTo>
                      <a:pt x="910" y="661"/>
                    </a:lnTo>
                    <a:lnTo>
                      <a:pt x="914" y="667"/>
                    </a:lnTo>
                    <a:lnTo>
                      <a:pt x="930" y="670"/>
                    </a:lnTo>
                    <a:lnTo>
                      <a:pt x="936" y="676"/>
                    </a:lnTo>
                    <a:lnTo>
                      <a:pt x="965" y="673"/>
                    </a:lnTo>
                    <a:lnTo>
                      <a:pt x="958" y="656"/>
                    </a:lnTo>
                    <a:lnTo>
                      <a:pt x="953" y="648"/>
                    </a:lnTo>
                    <a:lnTo>
                      <a:pt x="965" y="647"/>
                    </a:lnTo>
                    <a:lnTo>
                      <a:pt x="965" y="623"/>
                    </a:lnTo>
                    <a:lnTo>
                      <a:pt x="965" y="596"/>
                    </a:lnTo>
                    <a:lnTo>
                      <a:pt x="992" y="607"/>
                    </a:lnTo>
                    <a:lnTo>
                      <a:pt x="1009" y="607"/>
                    </a:lnTo>
                    <a:lnTo>
                      <a:pt x="1022" y="621"/>
                    </a:lnTo>
                    <a:lnTo>
                      <a:pt x="1028" y="634"/>
                    </a:lnTo>
                    <a:lnTo>
                      <a:pt x="1049" y="634"/>
                    </a:lnTo>
                    <a:lnTo>
                      <a:pt x="1081" y="635"/>
                    </a:lnTo>
                    <a:lnTo>
                      <a:pt x="1098" y="645"/>
                    </a:lnTo>
                    <a:lnTo>
                      <a:pt x="1112" y="649"/>
                    </a:lnTo>
                    <a:lnTo>
                      <a:pt x="1115" y="661"/>
                    </a:lnTo>
                    <a:lnTo>
                      <a:pt x="1153" y="655"/>
                    </a:lnTo>
                    <a:lnTo>
                      <a:pt x="1159" y="645"/>
                    </a:lnTo>
                    <a:lnTo>
                      <a:pt x="1172" y="653"/>
                    </a:lnTo>
                    <a:lnTo>
                      <a:pt x="1189" y="638"/>
                    </a:lnTo>
                    <a:lnTo>
                      <a:pt x="1203" y="637"/>
                    </a:lnTo>
                    <a:lnTo>
                      <a:pt x="1215" y="644"/>
                    </a:lnTo>
                    <a:lnTo>
                      <a:pt x="1226" y="655"/>
                    </a:lnTo>
                    <a:lnTo>
                      <a:pt x="1246" y="655"/>
                    </a:lnTo>
                    <a:lnTo>
                      <a:pt x="1249" y="628"/>
                    </a:lnTo>
                    <a:lnTo>
                      <a:pt x="1260" y="618"/>
                    </a:lnTo>
                    <a:lnTo>
                      <a:pt x="1251" y="593"/>
                    </a:lnTo>
                    <a:lnTo>
                      <a:pt x="1259" y="578"/>
                    </a:lnTo>
                    <a:lnTo>
                      <a:pt x="1320" y="579"/>
                    </a:lnTo>
                    <a:lnTo>
                      <a:pt x="1334" y="595"/>
                    </a:lnTo>
                    <a:lnTo>
                      <a:pt x="1348" y="607"/>
                    </a:lnTo>
                    <a:lnTo>
                      <a:pt x="1359" y="621"/>
                    </a:lnTo>
                    <a:lnTo>
                      <a:pt x="1362" y="638"/>
                    </a:lnTo>
                    <a:lnTo>
                      <a:pt x="1373" y="651"/>
                    </a:lnTo>
                    <a:lnTo>
                      <a:pt x="1398" y="656"/>
                    </a:lnTo>
                    <a:lnTo>
                      <a:pt x="1409" y="667"/>
                    </a:lnTo>
                    <a:lnTo>
                      <a:pt x="1421" y="675"/>
                    </a:lnTo>
                    <a:lnTo>
                      <a:pt x="1427" y="684"/>
                    </a:lnTo>
                    <a:lnTo>
                      <a:pt x="1442" y="685"/>
                    </a:lnTo>
                    <a:lnTo>
                      <a:pt x="1467" y="681"/>
                    </a:lnTo>
                    <a:lnTo>
                      <a:pt x="1472" y="688"/>
                    </a:lnTo>
                    <a:lnTo>
                      <a:pt x="1475" y="701"/>
                    </a:lnTo>
                    <a:lnTo>
                      <a:pt x="1464" y="708"/>
                    </a:lnTo>
                    <a:lnTo>
                      <a:pt x="1463" y="744"/>
                    </a:lnTo>
                    <a:lnTo>
                      <a:pt x="1449" y="742"/>
                    </a:lnTo>
                    <a:lnTo>
                      <a:pt x="1442" y="757"/>
                    </a:lnTo>
                    <a:lnTo>
                      <a:pt x="1442" y="773"/>
                    </a:lnTo>
                    <a:lnTo>
                      <a:pt x="1457" y="776"/>
                    </a:lnTo>
                    <a:lnTo>
                      <a:pt x="1475" y="782"/>
                    </a:lnTo>
                    <a:lnTo>
                      <a:pt x="1498" y="764"/>
                    </a:lnTo>
                    <a:lnTo>
                      <a:pt x="1516" y="735"/>
                    </a:lnTo>
                    <a:lnTo>
                      <a:pt x="1531" y="701"/>
                    </a:lnTo>
                    <a:lnTo>
                      <a:pt x="1544" y="667"/>
                    </a:lnTo>
                    <a:lnTo>
                      <a:pt x="1537" y="634"/>
                    </a:lnTo>
                    <a:lnTo>
                      <a:pt x="1542" y="624"/>
                    </a:lnTo>
                    <a:lnTo>
                      <a:pt x="1538" y="588"/>
                    </a:lnTo>
                    <a:lnTo>
                      <a:pt x="1523" y="566"/>
                    </a:lnTo>
                    <a:lnTo>
                      <a:pt x="1499" y="558"/>
                    </a:lnTo>
                    <a:lnTo>
                      <a:pt x="1492" y="572"/>
                    </a:lnTo>
                    <a:lnTo>
                      <a:pt x="1482" y="573"/>
                    </a:lnTo>
                    <a:lnTo>
                      <a:pt x="1480" y="560"/>
                    </a:lnTo>
                    <a:lnTo>
                      <a:pt x="1457" y="548"/>
                    </a:lnTo>
                    <a:lnTo>
                      <a:pt x="1453" y="537"/>
                    </a:lnTo>
                    <a:lnTo>
                      <a:pt x="1467" y="523"/>
                    </a:lnTo>
                    <a:lnTo>
                      <a:pt x="1483" y="497"/>
                    </a:lnTo>
                    <a:lnTo>
                      <a:pt x="1492" y="478"/>
                    </a:lnTo>
                    <a:lnTo>
                      <a:pt x="1503" y="461"/>
                    </a:lnTo>
                    <a:lnTo>
                      <a:pt x="1537" y="452"/>
                    </a:lnTo>
                    <a:lnTo>
                      <a:pt x="1564" y="450"/>
                    </a:lnTo>
                    <a:lnTo>
                      <a:pt x="1602" y="454"/>
                    </a:lnTo>
                    <a:lnTo>
                      <a:pt x="1610" y="439"/>
                    </a:lnTo>
                    <a:lnTo>
                      <a:pt x="1637" y="446"/>
                    </a:lnTo>
                    <a:lnTo>
                      <a:pt x="1637" y="455"/>
                    </a:lnTo>
                    <a:lnTo>
                      <a:pt x="1675" y="450"/>
                    </a:lnTo>
                    <a:lnTo>
                      <a:pt x="1677" y="432"/>
                    </a:lnTo>
                    <a:lnTo>
                      <a:pt x="1683" y="408"/>
                    </a:lnTo>
                    <a:lnTo>
                      <a:pt x="1691" y="394"/>
                    </a:lnTo>
                    <a:lnTo>
                      <a:pt x="1728" y="394"/>
                    </a:lnTo>
                    <a:lnTo>
                      <a:pt x="1741" y="410"/>
                    </a:lnTo>
                    <a:lnTo>
                      <a:pt x="1749" y="413"/>
                    </a:lnTo>
                    <a:lnTo>
                      <a:pt x="1762" y="391"/>
                    </a:lnTo>
                    <a:lnTo>
                      <a:pt x="1771" y="387"/>
                    </a:lnTo>
                    <a:lnTo>
                      <a:pt x="1781" y="405"/>
                    </a:lnTo>
                    <a:lnTo>
                      <a:pt x="1773" y="421"/>
                    </a:lnTo>
                    <a:lnTo>
                      <a:pt x="1753" y="437"/>
                    </a:lnTo>
                    <a:lnTo>
                      <a:pt x="1736" y="463"/>
                    </a:lnTo>
                    <a:lnTo>
                      <a:pt x="1720" y="483"/>
                    </a:lnTo>
                    <a:lnTo>
                      <a:pt x="1718" y="512"/>
                    </a:lnTo>
                    <a:lnTo>
                      <a:pt x="1722" y="543"/>
                    </a:lnTo>
                    <a:lnTo>
                      <a:pt x="1734" y="564"/>
                    </a:lnTo>
                    <a:lnTo>
                      <a:pt x="1741" y="589"/>
                    </a:lnTo>
                    <a:lnTo>
                      <a:pt x="1751" y="604"/>
                    </a:lnTo>
                    <a:lnTo>
                      <a:pt x="1763" y="612"/>
                    </a:lnTo>
                    <a:lnTo>
                      <a:pt x="1777" y="589"/>
                    </a:lnTo>
                    <a:lnTo>
                      <a:pt x="1791" y="561"/>
                    </a:lnTo>
                    <a:lnTo>
                      <a:pt x="1791" y="545"/>
                    </a:lnTo>
                    <a:lnTo>
                      <a:pt x="1805" y="545"/>
                    </a:lnTo>
                    <a:lnTo>
                      <a:pt x="1803" y="526"/>
                    </a:lnTo>
                    <a:lnTo>
                      <a:pt x="1805" y="511"/>
                    </a:lnTo>
                    <a:lnTo>
                      <a:pt x="1814" y="509"/>
                    </a:lnTo>
                    <a:lnTo>
                      <a:pt x="1808" y="498"/>
                    </a:lnTo>
                    <a:lnTo>
                      <a:pt x="1792" y="480"/>
                    </a:lnTo>
                    <a:lnTo>
                      <a:pt x="1790" y="480"/>
                    </a:lnTo>
                    <a:lnTo>
                      <a:pt x="1789" y="480"/>
                    </a:lnTo>
                    <a:lnTo>
                      <a:pt x="1788" y="480"/>
                    </a:lnTo>
                    <a:lnTo>
                      <a:pt x="1787" y="479"/>
                    </a:lnTo>
                    <a:lnTo>
                      <a:pt x="1786" y="478"/>
                    </a:lnTo>
                    <a:lnTo>
                      <a:pt x="1785" y="478"/>
                    </a:lnTo>
                    <a:lnTo>
                      <a:pt x="1785" y="477"/>
                    </a:lnTo>
                    <a:lnTo>
                      <a:pt x="1783" y="476"/>
                    </a:lnTo>
                    <a:lnTo>
                      <a:pt x="1783" y="475"/>
                    </a:lnTo>
                    <a:lnTo>
                      <a:pt x="1783" y="472"/>
                    </a:lnTo>
                    <a:lnTo>
                      <a:pt x="1783" y="469"/>
                    </a:lnTo>
                    <a:lnTo>
                      <a:pt x="1784" y="467"/>
                    </a:lnTo>
                    <a:lnTo>
                      <a:pt x="1784" y="465"/>
                    </a:lnTo>
                    <a:lnTo>
                      <a:pt x="1785" y="462"/>
                    </a:lnTo>
                    <a:lnTo>
                      <a:pt x="1785" y="460"/>
                    </a:lnTo>
                    <a:lnTo>
                      <a:pt x="1786" y="458"/>
                    </a:lnTo>
                    <a:lnTo>
                      <a:pt x="1787" y="455"/>
                    </a:lnTo>
                    <a:lnTo>
                      <a:pt x="1787" y="454"/>
                    </a:lnTo>
                    <a:lnTo>
                      <a:pt x="1787" y="452"/>
                    </a:lnTo>
                    <a:lnTo>
                      <a:pt x="1787" y="451"/>
                    </a:lnTo>
                    <a:lnTo>
                      <a:pt x="1788" y="450"/>
                    </a:lnTo>
                    <a:lnTo>
                      <a:pt x="1797" y="439"/>
                    </a:lnTo>
                    <a:lnTo>
                      <a:pt x="1820" y="428"/>
                    </a:lnTo>
                    <a:lnTo>
                      <a:pt x="1832" y="419"/>
                    </a:lnTo>
                    <a:lnTo>
                      <a:pt x="1851" y="416"/>
                    </a:lnTo>
                    <a:lnTo>
                      <a:pt x="1862" y="419"/>
                    </a:lnTo>
                    <a:lnTo>
                      <a:pt x="1872" y="432"/>
                    </a:lnTo>
                    <a:lnTo>
                      <a:pt x="1880" y="438"/>
                    </a:lnTo>
                    <a:lnTo>
                      <a:pt x="1887" y="412"/>
                    </a:lnTo>
                    <a:lnTo>
                      <a:pt x="1895" y="405"/>
                    </a:lnTo>
                    <a:lnTo>
                      <a:pt x="1898" y="391"/>
                    </a:lnTo>
                    <a:lnTo>
                      <a:pt x="1918" y="392"/>
                    </a:lnTo>
                    <a:lnTo>
                      <a:pt x="1937" y="378"/>
                    </a:lnTo>
                    <a:lnTo>
                      <a:pt x="1948" y="376"/>
                    </a:lnTo>
                    <a:lnTo>
                      <a:pt x="1969" y="384"/>
                    </a:lnTo>
                    <a:lnTo>
                      <a:pt x="1974" y="373"/>
                    </a:lnTo>
                    <a:lnTo>
                      <a:pt x="1955" y="349"/>
                    </a:lnTo>
                    <a:lnTo>
                      <a:pt x="1929" y="332"/>
                    </a:lnTo>
                    <a:lnTo>
                      <a:pt x="1939" y="323"/>
                    </a:lnTo>
                    <a:lnTo>
                      <a:pt x="1957" y="311"/>
                    </a:lnTo>
                    <a:lnTo>
                      <a:pt x="1950" y="302"/>
                    </a:lnTo>
                    <a:lnTo>
                      <a:pt x="1950" y="286"/>
                    </a:lnTo>
                    <a:lnTo>
                      <a:pt x="1967" y="281"/>
                    </a:lnTo>
                    <a:lnTo>
                      <a:pt x="1973" y="298"/>
                    </a:lnTo>
                    <a:lnTo>
                      <a:pt x="1978" y="311"/>
                    </a:lnTo>
                    <a:lnTo>
                      <a:pt x="2005" y="313"/>
                    </a:lnTo>
                    <a:lnTo>
                      <a:pt x="2016" y="325"/>
                    </a:lnTo>
                    <a:lnTo>
                      <a:pt x="2035" y="326"/>
                    </a:lnTo>
                    <a:lnTo>
                      <a:pt x="2046" y="341"/>
                    </a:lnTo>
                    <a:lnTo>
                      <a:pt x="2055" y="344"/>
                    </a:lnTo>
                    <a:lnTo>
                      <a:pt x="2068" y="332"/>
                    </a:lnTo>
                    <a:lnTo>
                      <a:pt x="2055" y="317"/>
                    </a:lnTo>
                    <a:lnTo>
                      <a:pt x="2059" y="305"/>
                    </a:lnTo>
                    <a:lnTo>
                      <a:pt x="2070" y="305"/>
                    </a:lnTo>
                    <a:lnTo>
                      <a:pt x="2081" y="300"/>
                    </a:lnTo>
                    <a:lnTo>
                      <a:pt x="2084" y="282"/>
                    </a:lnTo>
                    <a:lnTo>
                      <a:pt x="2057" y="282"/>
                    </a:lnTo>
                    <a:lnTo>
                      <a:pt x="2041" y="271"/>
                    </a:lnTo>
                    <a:lnTo>
                      <a:pt x="2018" y="275"/>
                    </a:lnTo>
                    <a:lnTo>
                      <a:pt x="2012" y="284"/>
                    </a:lnTo>
                    <a:lnTo>
                      <a:pt x="2003" y="268"/>
                    </a:lnTo>
                    <a:lnTo>
                      <a:pt x="1997" y="260"/>
                    </a:lnTo>
                    <a:lnTo>
                      <a:pt x="1976" y="254"/>
                    </a:lnTo>
                    <a:lnTo>
                      <a:pt x="1973" y="242"/>
                    </a:lnTo>
                    <a:lnTo>
                      <a:pt x="1944" y="242"/>
                    </a:lnTo>
                    <a:lnTo>
                      <a:pt x="1931" y="227"/>
                    </a:lnTo>
                    <a:lnTo>
                      <a:pt x="1912" y="216"/>
                    </a:lnTo>
                    <a:lnTo>
                      <a:pt x="1894" y="215"/>
                    </a:lnTo>
                    <a:lnTo>
                      <a:pt x="1874" y="207"/>
                    </a:lnTo>
                    <a:lnTo>
                      <a:pt x="1865" y="201"/>
                    </a:lnTo>
                    <a:lnTo>
                      <a:pt x="1846" y="194"/>
                    </a:lnTo>
                    <a:lnTo>
                      <a:pt x="1819" y="194"/>
                    </a:lnTo>
                    <a:lnTo>
                      <a:pt x="1787" y="191"/>
                    </a:lnTo>
                    <a:lnTo>
                      <a:pt x="1783" y="210"/>
                    </a:lnTo>
                    <a:lnTo>
                      <a:pt x="1768" y="213"/>
                    </a:lnTo>
                    <a:lnTo>
                      <a:pt x="1759" y="204"/>
                    </a:lnTo>
                    <a:lnTo>
                      <a:pt x="1743" y="207"/>
                    </a:lnTo>
                    <a:lnTo>
                      <a:pt x="1722" y="199"/>
                    </a:lnTo>
                    <a:lnTo>
                      <a:pt x="1687" y="204"/>
                    </a:lnTo>
                    <a:lnTo>
                      <a:pt x="1679" y="216"/>
                    </a:lnTo>
                    <a:lnTo>
                      <a:pt x="1667" y="212"/>
                    </a:lnTo>
                    <a:lnTo>
                      <a:pt x="1650" y="198"/>
                    </a:lnTo>
                    <a:lnTo>
                      <a:pt x="1634" y="181"/>
                    </a:lnTo>
                    <a:lnTo>
                      <a:pt x="1594" y="172"/>
                    </a:lnTo>
                    <a:lnTo>
                      <a:pt x="1581" y="176"/>
                    </a:lnTo>
                    <a:lnTo>
                      <a:pt x="1571" y="180"/>
                    </a:lnTo>
                    <a:lnTo>
                      <a:pt x="1549" y="176"/>
                    </a:lnTo>
                    <a:lnTo>
                      <a:pt x="1522" y="162"/>
                    </a:lnTo>
                    <a:lnTo>
                      <a:pt x="1504" y="154"/>
                    </a:lnTo>
                    <a:lnTo>
                      <a:pt x="1501" y="146"/>
                    </a:lnTo>
                    <a:lnTo>
                      <a:pt x="1458" y="146"/>
                    </a:lnTo>
                    <a:lnTo>
                      <a:pt x="1446" y="151"/>
                    </a:lnTo>
                    <a:lnTo>
                      <a:pt x="1433" y="136"/>
                    </a:lnTo>
                    <a:lnTo>
                      <a:pt x="1409" y="136"/>
                    </a:lnTo>
                    <a:lnTo>
                      <a:pt x="1399" y="123"/>
                    </a:lnTo>
                    <a:lnTo>
                      <a:pt x="1386" y="131"/>
                    </a:lnTo>
                    <a:lnTo>
                      <a:pt x="1373" y="140"/>
                    </a:lnTo>
                    <a:lnTo>
                      <a:pt x="1381" y="159"/>
                    </a:lnTo>
                    <a:lnTo>
                      <a:pt x="1363" y="163"/>
                    </a:lnTo>
                    <a:lnTo>
                      <a:pt x="1341" y="159"/>
                    </a:lnTo>
                    <a:lnTo>
                      <a:pt x="1323" y="158"/>
                    </a:lnTo>
                    <a:lnTo>
                      <a:pt x="1312" y="165"/>
                    </a:lnTo>
                    <a:lnTo>
                      <a:pt x="1296" y="157"/>
                    </a:lnTo>
                    <a:lnTo>
                      <a:pt x="1287" y="147"/>
                    </a:lnTo>
                    <a:lnTo>
                      <a:pt x="1285" y="163"/>
                    </a:lnTo>
                    <a:lnTo>
                      <a:pt x="1262" y="165"/>
                    </a:lnTo>
                    <a:lnTo>
                      <a:pt x="1233" y="156"/>
                    </a:lnTo>
                    <a:lnTo>
                      <a:pt x="1215" y="149"/>
                    </a:lnTo>
                    <a:lnTo>
                      <a:pt x="1220" y="140"/>
                    </a:lnTo>
                    <a:lnTo>
                      <a:pt x="1233" y="136"/>
                    </a:lnTo>
                    <a:lnTo>
                      <a:pt x="1223" y="116"/>
                    </a:lnTo>
                    <a:lnTo>
                      <a:pt x="1199" y="107"/>
                    </a:lnTo>
                    <a:lnTo>
                      <a:pt x="1168" y="109"/>
                    </a:lnTo>
                    <a:lnTo>
                      <a:pt x="1159" y="133"/>
                    </a:lnTo>
                    <a:lnTo>
                      <a:pt x="1134" y="125"/>
                    </a:lnTo>
                    <a:lnTo>
                      <a:pt x="1113" y="115"/>
                    </a:lnTo>
                    <a:lnTo>
                      <a:pt x="1081" y="107"/>
                    </a:lnTo>
                    <a:lnTo>
                      <a:pt x="1020" y="107"/>
                    </a:lnTo>
                    <a:lnTo>
                      <a:pt x="999" y="107"/>
                    </a:lnTo>
                    <a:lnTo>
                      <a:pt x="978" y="116"/>
                    </a:lnTo>
                    <a:lnTo>
                      <a:pt x="948" y="126"/>
                    </a:lnTo>
                    <a:lnTo>
                      <a:pt x="964" y="109"/>
                    </a:lnTo>
                    <a:lnTo>
                      <a:pt x="993" y="93"/>
                    </a:lnTo>
                    <a:lnTo>
                      <a:pt x="1005" y="87"/>
                    </a:lnTo>
                    <a:lnTo>
                      <a:pt x="1020" y="72"/>
                    </a:lnTo>
                    <a:lnTo>
                      <a:pt x="1024" y="51"/>
                    </a:lnTo>
                    <a:lnTo>
                      <a:pt x="1003" y="42"/>
                    </a:lnTo>
                    <a:lnTo>
                      <a:pt x="994" y="29"/>
                    </a:lnTo>
                    <a:lnTo>
                      <a:pt x="947" y="25"/>
                    </a:lnTo>
                    <a:lnTo>
                      <a:pt x="938" y="35"/>
                    </a:lnTo>
                    <a:lnTo>
                      <a:pt x="922" y="27"/>
                    </a:lnTo>
                    <a:lnTo>
                      <a:pt x="916" y="15"/>
                    </a:lnTo>
                    <a:lnTo>
                      <a:pt x="903" y="6"/>
                    </a:lnTo>
                    <a:lnTo>
                      <a:pt x="892" y="0"/>
                    </a:lnTo>
                    <a:lnTo>
                      <a:pt x="869" y="9"/>
                    </a:lnTo>
                    <a:lnTo>
                      <a:pt x="863" y="29"/>
                    </a:lnTo>
                    <a:lnTo>
                      <a:pt x="859" y="36"/>
                    </a:lnTo>
                    <a:lnTo>
                      <a:pt x="870" y="40"/>
                    </a:lnTo>
                    <a:lnTo>
                      <a:pt x="853" y="48"/>
                    </a:lnTo>
                    <a:lnTo>
                      <a:pt x="829" y="43"/>
                    </a:lnTo>
                    <a:lnTo>
                      <a:pt x="814" y="46"/>
                    </a:lnTo>
                    <a:lnTo>
                      <a:pt x="806" y="53"/>
                    </a:lnTo>
                    <a:lnTo>
                      <a:pt x="796" y="41"/>
                    </a:lnTo>
                    <a:lnTo>
                      <a:pt x="781" y="47"/>
                    </a:lnTo>
                    <a:lnTo>
                      <a:pt x="770" y="43"/>
                    </a:lnTo>
                    <a:lnTo>
                      <a:pt x="769" y="55"/>
                    </a:lnTo>
                    <a:lnTo>
                      <a:pt x="743" y="57"/>
                    </a:lnTo>
                    <a:lnTo>
                      <a:pt x="721" y="59"/>
                    </a:lnTo>
                    <a:lnTo>
                      <a:pt x="706" y="69"/>
                    </a:lnTo>
                    <a:lnTo>
                      <a:pt x="689" y="75"/>
                    </a:lnTo>
                    <a:lnTo>
                      <a:pt x="689" y="87"/>
                    </a:lnTo>
                    <a:lnTo>
                      <a:pt x="702" y="91"/>
                    </a:lnTo>
                    <a:lnTo>
                      <a:pt x="706" y="107"/>
                    </a:lnTo>
                    <a:lnTo>
                      <a:pt x="683" y="104"/>
                    </a:lnTo>
                    <a:lnTo>
                      <a:pt x="654" y="106"/>
                    </a:lnTo>
                    <a:lnTo>
                      <a:pt x="638" y="112"/>
                    </a:lnTo>
                    <a:lnTo>
                      <a:pt x="634" y="129"/>
                    </a:lnTo>
                    <a:lnTo>
                      <a:pt x="642" y="142"/>
                    </a:lnTo>
                    <a:lnTo>
                      <a:pt x="654" y="143"/>
                    </a:lnTo>
                    <a:lnTo>
                      <a:pt x="664" y="156"/>
                    </a:lnTo>
                    <a:lnTo>
                      <a:pt x="674" y="172"/>
                    </a:lnTo>
                    <a:lnTo>
                      <a:pt x="672" y="184"/>
                    </a:lnTo>
                    <a:lnTo>
                      <a:pt x="651" y="163"/>
                    </a:lnTo>
                    <a:lnTo>
                      <a:pt x="630" y="157"/>
                    </a:lnTo>
                    <a:lnTo>
                      <a:pt x="620" y="143"/>
                    </a:lnTo>
                    <a:lnTo>
                      <a:pt x="607" y="144"/>
                    </a:lnTo>
                    <a:lnTo>
                      <a:pt x="601" y="161"/>
                    </a:lnTo>
                    <a:lnTo>
                      <a:pt x="607" y="170"/>
                    </a:lnTo>
                    <a:lnTo>
                      <a:pt x="609" y="178"/>
                    </a:lnTo>
                    <a:lnTo>
                      <a:pt x="591" y="172"/>
                    </a:lnTo>
                    <a:lnTo>
                      <a:pt x="573" y="157"/>
                    </a:lnTo>
                    <a:lnTo>
                      <a:pt x="571" y="138"/>
                    </a:lnTo>
                    <a:lnTo>
                      <a:pt x="564" y="127"/>
                    </a:lnTo>
                    <a:lnTo>
                      <a:pt x="554" y="137"/>
                    </a:lnTo>
                    <a:lnTo>
                      <a:pt x="557" y="152"/>
                    </a:lnTo>
                    <a:lnTo>
                      <a:pt x="554" y="162"/>
                    </a:lnTo>
                    <a:lnTo>
                      <a:pt x="557" y="172"/>
                    </a:lnTo>
                    <a:lnTo>
                      <a:pt x="564" y="175"/>
                    </a:lnTo>
                    <a:lnTo>
                      <a:pt x="567" y="202"/>
                    </a:lnTo>
                    <a:lnTo>
                      <a:pt x="570" y="216"/>
                    </a:lnTo>
                    <a:lnTo>
                      <a:pt x="588" y="218"/>
                    </a:lnTo>
                    <a:lnTo>
                      <a:pt x="591" y="210"/>
                    </a:lnTo>
                    <a:lnTo>
                      <a:pt x="605" y="216"/>
                    </a:lnTo>
                    <a:lnTo>
                      <a:pt x="614" y="220"/>
                    </a:lnTo>
                    <a:lnTo>
                      <a:pt x="620" y="228"/>
                    </a:lnTo>
                    <a:lnTo>
                      <a:pt x="623" y="242"/>
                    </a:lnTo>
                    <a:lnTo>
                      <a:pt x="631" y="249"/>
                    </a:lnTo>
                    <a:lnTo>
                      <a:pt x="640" y="253"/>
                    </a:lnTo>
                    <a:lnTo>
                      <a:pt x="640" y="264"/>
                    </a:lnTo>
                    <a:lnTo>
                      <a:pt x="627" y="256"/>
                    </a:lnTo>
                    <a:lnTo>
                      <a:pt x="617" y="244"/>
                    </a:lnTo>
                    <a:lnTo>
                      <a:pt x="602" y="233"/>
                    </a:lnTo>
                    <a:lnTo>
                      <a:pt x="586" y="233"/>
                    </a:lnTo>
                    <a:lnTo>
                      <a:pt x="585" y="238"/>
                    </a:lnTo>
                    <a:lnTo>
                      <a:pt x="582" y="249"/>
                    </a:lnTo>
                    <a:lnTo>
                      <a:pt x="575" y="265"/>
                    </a:lnTo>
                    <a:lnTo>
                      <a:pt x="564" y="284"/>
                    </a:lnTo>
                    <a:lnTo>
                      <a:pt x="548" y="291"/>
                    </a:lnTo>
                    <a:lnTo>
                      <a:pt x="525" y="283"/>
                    </a:lnTo>
                    <a:lnTo>
                      <a:pt x="528" y="275"/>
                    </a:lnTo>
                    <a:lnTo>
                      <a:pt x="543" y="270"/>
                    </a:lnTo>
                    <a:lnTo>
                      <a:pt x="557" y="262"/>
                    </a:lnTo>
                    <a:lnTo>
                      <a:pt x="557" y="261"/>
                    </a:lnTo>
                    <a:lnTo>
                      <a:pt x="558" y="260"/>
                    </a:lnTo>
                    <a:lnTo>
                      <a:pt x="559" y="258"/>
                    </a:lnTo>
                    <a:lnTo>
                      <a:pt x="559" y="256"/>
                    </a:lnTo>
                    <a:lnTo>
                      <a:pt x="560" y="254"/>
                    </a:lnTo>
                    <a:lnTo>
                      <a:pt x="561" y="253"/>
                    </a:lnTo>
                    <a:lnTo>
                      <a:pt x="561" y="250"/>
                    </a:lnTo>
                    <a:lnTo>
                      <a:pt x="561" y="249"/>
                    </a:lnTo>
                    <a:lnTo>
                      <a:pt x="561" y="247"/>
                    </a:lnTo>
                    <a:lnTo>
                      <a:pt x="562" y="246"/>
                    </a:lnTo>
                    <a:lnTo>
                      <a:pt x="561" y="244"/>
                    </a:lnTo>
                    <a:lnTo>
                      <a:pt x="561" y="243"/>
                    </a:lnTo>
                    <a:lnTo>
                      <a:pt x="561" y="241"/>
                    </a:lnTo>
                    <a:lnTo>
                      <a:pt x="560" y="238"/>
                    </a:lnTo>
                    <a:lnTo>
                      <a:pt x="559" y="235"/>
                    </a:lnTo>
                    <a:lnTo>
                      <a:pt x="558" y="233"/>
                    </a:lnTo>
                    <a:lnTo>
                      <a:pt x="557" y="231"/>
                    </a:lnTo>
                    <a:lnTo>
                      <a:pt x="556" y="228"/>
                    </a:lnTo>
                    <a:lnTo>
                      <a:pt x="555" y="227"/>
                    </a:lnTo>
                    <a:lnTo>
                      <a:pt x="554" y="225"/>
                    </a:lnTo>
                    <a:lnTo>
                      <a:pt x="554" y="224"/>
                    </a:lnTo>
                    <a:lnTo>
                      <a:pt x="550" y="209"/>
                    </a:lnTo>
                    <a:lnTo>
                      <a:pt x="550" y="198"/>
                    </a:lnTo>
                    <a:lnTo>
                      <a:pt x="545" y="184"/>
                    </a:lnTo>
                    <a:lnTo>
                      <a:pt x="541" y="167"/>
                    </a:lnTo>
                    <a:lnTo>
                      <a:pt x="535" y="142"/>
                    </a:lnTo>
                    <a:lnTo>
                      <a:pt x="530" y="123"/>
                    </a:lnTo>
                    <a:lnTo>
                      <a:pt x="517" y="109"/>
                    </a:lnTo>
                    <a:lnTo>
                      <a:pt x="498" y="110"/>
                    </a:lnTo>
                    <a:lnTo>
                      <a:pt x="488" y="135"/>
                    </a:lnTo>
                    <a:lnTo>
                      <a:pt x="485" y="159"/>
                    </a:lnTo>
                    <a:lnTo>
                      <a:pt x="469" y="170"/>
                    </a:lnTo>
                    <a:lnTo>
                      <a:pt x="470" y="186"/>
                    </a:lnTo>
                    <a:lnTo>
                      <a:pt x="480" y="201"/>
                    </a:lnTo>
                    <a:lnTo>
                      <a:pt x="491" y="216"/>
                    </a:lnTo>
                    <a:lnTo>
                      <a:pt x="499" y="228"/>
                    </a:lnTo>
                    <a:lnTo>
                      <a:pt x="503" y="239"/>
                    </a:lnTo>
                    <a:lnTo>
                      <a:pt x="490" y="244"/>
                    </a:lnTo>
                    <a:lnTo>
                      <a:pt x="476" y="226"/>
                    </a:lnTo>
                    <a:lnTo>
                      <a:pt x="452" y="212"/>
                    </a:lnTo>
                    <a:lnTo>
                      <a:pt x="424" y="204"/>
                    </a:lnTo>
                    <a:lnTo>
                      <a:pt x="399" y="204"/>
                    </a:lnTo>
                    <a:lnTo>
                      <a:pt x="393" y="213"/>
                    </a:lnTo>
                    <a:lnTo>
                      <a:pt x="401" y="218"/>
                    </a:lnTo>
                    <a:lnTo>
                      <a:pt x="399" y="237"/>
                    </a:lnTo>
                    <a:lnTo>
                      <a:pt x="387" y="241"/>
                    </a:lnTo>
                    <a:lnTo>
                      <a:pt x="384" y="224"/>
                    </a:lnTo>
                    <a:lnTo>
                      <a:pt x="373" y="224"/>
                    </a:lnTo>
                    <a:lnTo>
                      <a:pt x="364" y="236"/>
                    </a:lnTo>
                    <a:lnTo>
                      <a:pt x="333" y="236"/>
                    </a:lnTo>
                    <a:lnTo>
                      <a:pt x="322" y="249"/>
                    </a:lnTo>
                    <a:lnTo>
                      <a:pt x="314" y="233"/>
                    </a:lnTo>
                    <a:lnTo>
                      <a:pt x="303" y="236"/>
                    </a:lnTo>
                    <a:lnTo>
                      <a:pt x="287" y="243"/>
                    </a:lnTo>
                    <a:lnTo>
                      <a:pt x="270" y="249"/>
                    </a:lnTo>
                    <a:lnTo>
                      <a:pt x="251" y="267"/>
                    </a:lnTo>
                    <a:lnTo>
                      <a:pt x="230" y="277"/>
                    </a:lnTo>
                    <a:lnTo>
                      <a:pt x="223" y="264"/>
                    </a:lnTo>
                    <a:lnTo>
                      <a:pt x="223" y="252"/>
                    </a:lnTo>
                    <a:lnTo>
                      <a:pt x="208" y="237"/>
                    </a:lnTo>
                    <a:lnTo>
                      <a:pt x="187" y="239"/>
                    </a:lnTo>
                    <a:lnTo>
                      <a:pt x="192" y="252"/>
                    </a:lnTo>
                    <a:lnTo>
                      <a:pt x="197" y="267"/>
                    </a:lnTo>
                    <a:lnTo>
                      <a:pt x="203" y="281"/>
                    </a:lnTo>
                    <a:lnTo>
                      <a:pt x="204" y="298"/>
                    </a:lnTo>
                    <a:lnTo>
                      <a:pt x="190" y="291"/>
                    </a:lnTo>
                    <a:lnTo>
                      <a:pt x="175" y="288"/>
                    </a:lnTo>
                    <a:lnTo>
                      <a:pt x="166" y="298"/>
                    </a:lnTo>
                    <a:lnTo>
                      <a:pt x="147" y="304"/>
                    </a:lnTo>
                    <a:lnTo>
                      <a:pt x="146" y="316"/>
                    </a:lnTo>
                    <a:lnTo>
                      <a:pt x="157" y="322"/>
                    </a:lnTo>
                    <a:lnTo>
                      <a:pt x="153" y="338"/>
                    </a:lnTo>
                    <a:lnTo>
                      <a:pt x="138" y="338"/>
                    </a:lnTo>
                    <a:lnTo>
                      <a:pt x="138" y="322"/>
                    </a:lnTo>
                    <a:lnTo>
                      <a:pt x="124" y="316"/>
                    </a:lnTo>
                    <a:lnTo>
                      <a:pt x="109" y="322"/>
                    </a:lnTo>
                    <a:lnTo>
                      <a:pt x="111" y="334"/>
                    </a:lnTo>
                    <a:lnTo>
                      <a:pt x="121" y="338"/>
                    </a:lnTo>
                    <a:lnTo>
                      <a:pt x="125" y="344"/>
                    </a:lnTo>
                    <a:lnTo>
                      <a:pt x="117" y="352"/>
                    </a:lnTo>
                    <a:lnTo>
                      <a:pt x="102" y="341"/>
                    </a:lnTo>
                    <a:lnTo>
                      <a:pt x="91" y="326"/>
                    </a:lnTo>
                    <a:lnTo>
                      <a:pt x="83" y="311"/>
                    </a:lnTo>
                    <a:lnTo>
                      <a:pt x="80" y="289"/>
                    </a:lnTo>
                    <a:lnTo>
                      <a:pt x="74" y="281"/>
                    </a:lnTo>
                    <a:lnTo>
                      <a:pt x="90" y="286"/>
                    </a:lnTo>
                    <a:lnTo>
                      <a:pt x="115" y="293"/>
                    </a:lnTo>
                    <a:lnTo>
                      <a:pt x="138" y="287"/>
                    </a:lnTo>
                    <a:lnTo>
                      <a:pt x="149" y="277"/>
                    </a:lnTo>
                    <a:lnTo>
                      <a:pt x="155" y="265"/>
                    </a:lnTo>
                    <a:lnTo>
                      <a:pt x="130" y="247"/>
                    </a:lnTo>
                    <a:lnTo>
                      <a:pt x="100" y="233"/>
                    </a:lnTo>
                    <a:lnTo>
                      <a:pt x="69" y="216"/>
                    </a:lnTo>
                    <a:lnTo>
                      <a:pt x="53" y="209"/>
                    </a:lnTo>
                    <a:lnTo>
                      <a:pt x="36" y="220"/>
                    </a:lnTo>
                    <a:lnTo>
                      <a:pt x="20" y="237"/>
                    </a:lnTo>
                    <a:lnTo>
                      <a:pt x="14" y="252"/>
                    </a:lnTo>
                    <a:lnTo>
                      <a:pt x="14" y="267"/>
                    </a:lnTo>
                    <a:lnTo>
                      <a:pt x="19" y="288"/>
                    </a:lnTo>
                    <a:lnTo>
                      <a:pt x="20" y="311"/>
                    </a:lnTo>
                    <a:lnTo>
                      <a:pt x="26" y="332"/>
                    </a:lnTo>
                    <a:lnTo>
                      <a:pt x="34" y="354"/>
                    </a:lnTo>
                    <a:lnTo>
                      <a:pt x="42" y="363"/>
                    </a:lnTo>
                    <a:lnTo>
                      <a:pt x="52" y="371"/>
                    </a:lnTo>
                    <a:lnTo>
                      <a:pt x="41" y="381"/>
                    </a:lnTo>
                    <a:lnTo>
                      <a:pt x="25" y="397"/>
                    </a:lnTo>
                    <a:lnTo>
                      <a:pt x="12" y="414"/>
                    </a:lnTo>
                    <a:lnTo>
                      <a:pt x="8" y="427"/>
                    </a:lnTo>
                    <a:lnTo>
                      <a:pt x="9" y="444"/>
                    </a:lnTo>
                    <a:lnTo>
                      <a:pt x="0" y="447"/>
                    </a:lnTo>
                    <a:lnTo>
                      <a:pt x="16" y="470"/>
                    </a:lnTo>
                    <a:lnTo>
                      <a:pt x="39" y="490"/>
                    </a:lnTo>
                    <a:lnTo>
                      <a:pt x="78" y="506"/>
                    </a:lnTo>
                    <a:lnTo>
                      <a:pt x="81" y="557"/>
                    </a:lnTo>
                    <a:lnTo>
                      <a:pt x="75" y="564"/>
                    </a:lnTo>
                    <a:lnTo>
                      <a:pt x="69" y="584"/>
                    </a:lnTo>
                    <a:lnTo>
                      <a:pt x="106" y="582"/>
                    </a:lnTo>
                    <a:lnTo>
                      <a:pt x="114" y="604"/>
                    </a:lnTo>
                    <a:lnTo>
                      <a:pt x="171" y="651"/>
                    </a:lnTo>
                    <a:lnTo>
                      <a:pt x="163" y="695"/>
                    </a:lnTo>
                    <a:lnTo>
                      <a:pt x="169" y="702"/>
                    </a:lnTo>
                    <a:lnTo>
                      <a:pt x="155" y="717"/>
                    </a:lnTo>
                    <a:lnTo>
                      <a:pt x="142" y="729"/>
                    </a:lnTo>
                    <a:lnTo>
                      <a:pt x="138" y="740"/>
                    </a:lnTo>
                    <a:lnTo>
                      <a:pt x="157" y="749"/>
                    </a:lnTo>
                    <a:lnTo>
                      <a:pt x="168" y="761"/>
                    </a:lnTo>
                    <a:lnTo>
                      <a:pt x="199" y="743"/>
                    </a:lnTo>
                    <a:lnTo>
                      <a:pt x="217" y="752"/>
                    </a:lnTo>
                    <a:lnTo>
                      <a:pt x="229" y="752"/>
                    </a:lnTo>
                    <a:lnTo>
                      <a:pt x="242" y="764"/>
                    </a:lnTo>
                    <a:lnTo>
                      <a:pt x="256" y="780"/>
                    </a:lnTo>
                    <a:lnTo>
                      <a:pt x="285" y="773"/>
                    </a:lnTo>
                    <a:lnTo>
                      <a:pt x="277" y="753"/>
                    </a:lnTo>
                    <a:lnTo>
                      <a:pt x="285" y="740"/>
                    </a:lnTo>
                    <a:lnTo>
                      <a:pt x="304" y="721"/>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57" name="Freeform 272">
                <a:extLst>
                  <a:ext uri="{FF2B5EF4-FFF2-40B4-BE49-F238E27FC236}">
                    <a16:creationId xmlns:a16="http://schemas.microsoft.com/office/drawing/2014/main" id="{3A6AA77E-C95B-4453-890E-30435EFF3F22}"/>
                  </a:ext>
                </a:extLst>
              </p:cNvPr>
              <p:cNvSpPr>
                <a:spLocks/>
              </p:cNvSpPr>
              <p:nvPr/>
            </p:nvSpPr>
            <p:spPr bwMode="auto">
              <a:xfrm>
                <a:off x="6684109" y="3299875"/>
                <a:ext cx="534644" cy="511210"/>
              </a:xfrm>
              <a:custGeom>
                <a:avLst/>
                <a:gdLst>
                  <a:gd name="T0" fmla="*/ 159 w 304"/>
                  <a:gd name="T1" fmla="*/ 72 h 290"/>
                  <a:gd name="T2" fmla="*/ 169 w 304"/>
                  <a:gd name="T3" fmla="*/ 64 h 290"/>
                  <a:gd name="T4" fmla="*/ 189 w 304"/>
                  <a:gd name="T5" fmla="*/ 65 h 290"/>
                  <a:gd name="T6" fmla="*/ 205 w 304"/>
                  <a:gd name="T7" fmla="*/ 83 h 290"/>
                  <a:gd name="T8" fmla="*/ 226 w 304"/>
                  <a:gd name="T9" fmla="*/ 103 h 290"/>
                  <a:gd name="T10" fmla="*/ 227 w 304"/>
                  <a:gd name="T11" fmla="*/ 121 h 290"/>
                  <a:gd name="T12" fmla="*/ 235 w 304"/>
                  <a:gd name="T13" fmla="*/ 128 h 290"/>
                  <a:gd name="T14" fmla="*/ 247 w 304"/>
                  <a:gd name="T15" fmla="*/ 161 h 290"/>
                  <a:gd name="T16" fmla="*/ 290 w 304"/>
                  <a:gd name="T17" fmla="*/ 164 h 290"/>
                  <a:gd name="T18" fmla="*/ 303 w 304"/>
                  <a:gd name="T19" fmla="*/ 182 h 290"/>
                  <a:gd name="T20" fmla="*/ 294 w 304"/>
                  <a:gd name="T21" fmla="*/ 222 h 290"/>
                  <a:gd name="T22" fmla="*/ 252 w 304"/>
                  <a:gd name="T23" fmla="*/ 230 h 290"/>
                  <a:gd name="T24" fmla="*/ 209 w 304"/>
                  <a:gd name="T25" fmla="*/ 237 h 290"/>
                  <a:gd name="T26" fmla="*/ 197 w 304"/>
                  <a:gd name="T27" fmla="*/ 253 h 290"/>
                  <a:gd name="T28" fmla="*/ 192 w 304"/>
                  <a:gd name="T29" fmla="*/ 274 h 290"/>
                  <a:gd name="T30" fmla="*/ 172 w 304"/>
                  <a:gd name="T31" fmla="*/ 289 h 290"/>
                  <a:gd name="T32" fmla="*/ 172 w 304"/>
                  <a:gd name="T33" fmla="*/ 276 h 290"/>
                  <a:gd name="T34" fmla="*/ 172 w 304"/>
                  <a:gd name="T35" fmla="*/ 266 h 290"/>
                  <a:gd name="T36" fmla="*/ 166 w 304"/>
                  <a:gd name="T37" fmla="*/ 264 h 290"/>
                  <a:gd name="T38" fmla="*/ 149 w 304"/>
                  <a:gd name="T39" fmla="*/ 263 h 290"/>
                  <a:gd name="T40" fmla="*/ 132 w 304"/>
                  <a:gd name="T41" fmla="*/ 264 h 290"/>
                  <a:gd name="T42" fmla="*/ 121 w 304"/>
                  <a:gd name="T43" fmla="*/ 270 h 290"/>
                  <a:gd name="T44" fmla="*/ 105 w 304"/>
                  <a:gd name="T45" fmla="*/ 252 h 290"/>
                  <a:gd name="T46" fmla="*/ 100 w 304"/>
                  <a:gd name="T47" fmla="*/ 234 h 290"/>
                  <a:gd name="T48" fmla="*/ 91 w 304"/>
                  <a:gd name="T49" fmla="*/ 219 h 290"/>
                  <a:gd name="T50" fmla="*/ 72 w 304"/>
                  <a:gd name="T51" fmla="*/ 197 h 290"/>
                  <a:gd name="T52" fmla="*/ 65 w 304"/>
                  <a:gd name="T53" fmla="*/ 181 h 290"/>
                  <a:gd name="T54" fmla="*/ 54 w 304"/>
                  <a:gd name="T55" fmla="*/ 149 h 290"/>
                  <a:gd name="T56" fmla="*/ 38 w 304"/>
                  <a:gd name="T57" fmla="*/ 123 h 290"/>
                  <a:gd name="T58" fmla="*/ 18 w 304"/>
                  <a:gd name="T59" fmla="*/ 104 h 290"/>
                  <a:gd name="T60" fmla="*/ 15 w 304"/>
                  <a:gd name="T61" fmla="*/ 81 h 290"/>
                  <a:gd name="T62" fmla="*/ 3 w 304"/>
                  <a:gd name="T63" fmla="*/ 74 h 290"/>
                  <a:gd name="T64" fmla="*/ 0 w 304"/>
                  <a:gd name="T65" fmla="*/ 58 h 290"/>
                  <a:gd name="T66" fmla="*/ 18 w 304"/>
                  <a:gd name="T67" fmla="*/ 58 h 290"/>
                  <a:gd name="T68" fmla="*/ 31 w 304"/>
                  <a:gd name="T69" fmla="*/ 46 h 290"/>
                  <a:gd name="T70" fmla="*/ 43 w 304"/>
                  <a:gd name="T71" fmla="*/ 36 h 290"/>
                  <a:gd name="T72" fmla="*/ 43 w 304"/>
                  <a:gd name="T73" fmla="*/ 15 h 290"/>
                  <a:gd name="T74" fmla="*/ 59 w 304"/>
                  <a:gd name="T75" fmla="*/ 2 h 290"/>
                  <a:gd name="T76" fmla="*/ 65 w 304"/>
                  <a:gd name="T77" fmla="*/ 0 h 290"/>
                  <a:gd name="T78" fmla="*/ 74 w 304"/>
                  <a:gd name="T79" fmla="*/ 8 h 290"/>
                  <a:gd name="T80" fmla="*/ 84 w 304"/>
                  <a:gd name="T81" fmla="*/ 15 h 290"/>
                  <a:gd name="T82" fmla="*/ 100 w 304"/>
                  <a:gd name="T83" fmla="*/ 14 h 290"/>
                  <a:gd name="T84" fmla="*/ 110 w 304"/>
                  <a:gd name="T85" fmla="*/ 31 h 290"/>
                  <a:gd name="T86" fmla="*/ 121 w 304"/>
                  <a:gd name="T87" fmla="*/ 34 h 290"/>
                  <a:gd name="T88" fmla="*/ 134 w 304"/>
                  <a:gd name="T89" fmla="*/ 57 h 290"/>
                  <a:gd name="T90" fmla="*/ 159 w 304"/>
                  <a:gd name="T91" fmla="*/ 7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04" h="290">
                    <a:moveTo>
                      <a:pt x="159" y="72"/>
                    </a:moveTo>
                    <a:lnTo>
                      <a:pt x="169" y="64"/>
                    </a:lnTo>
                    <a:lnTo>
                      <a:pt x="189" y="65"/>
                    </a:lnTo>
                    <a:lnTo>
                      <a:pt x="205" y="83"/>
                    </a:lnTo>
                    <a:lnTo>
                      <a:pt x="226" y="103"/>
                    </a:lnTo>
                    <a:lnTo>
                      <a:pt x="227" y="121"/>
                    </a:lnTo>
                    <a:lnTo>
                      <a:pt x="235" y="128"/>
                    </a:lnTo>
                    <a:lnTo>
                      <a:pt x="247" y="161"/>
                    </a:lnTo>
                    <a:lnTo>
                      <a:pt x="290" y="164"/>
                    </a:lnTo>
                    <a:lnTo>
                      <a:pt x="303" y="182"/>
                    </a:lnTo>
                    <a:lnTo>
                      <a:pt x="294" y="222"/>
                    </a:lnTo>
                    <a:lnTo>
                      <a:pt x="252" y="230"/>
                    </a:lnTo>
                    <a:lnTo>
                      <a:pt x="209" y="237"/>
                    </a:lnTo>
                    <a:lnTo>
                      <a:pt x="197" y="253"/>
                    </a:lnTo>
                    <a:lnTo>
                      <a:pt x="192" y="274"/>
                    </a:lnTo>
                    <a:lnTo>
                      <a:pt x="172" y="289"/>
                    </a:lnTo>
                    <a:lnTo>
                      <a:pt x="172" y="276"/>
                    </a:lnTo>
                    <a:lnTo>
                      <a:pt x="172" y="266"/>
                    </a:lnTo>
                    <a:lnTo>
                      <a:pt x="166" y="264"/>
                    </a:lnTo>
                    <a:lnTo>
                      <a:pt x="149" y="263"/>
                    </a:lnTo>
                    <a:lnTo>
                      <a:pt x="132" y="264"/>
                    </a:lnTo>
                    <a:lnTo>
                      <a:pt x="121" y="270"/>
                    </a:lnTo>
                    <a:lnTo>
                      <a:pt x="105" y="252"/>
                    </a:lnTo>
                    <a:lnTo>
                      <a:pt x="100" y="234"/>
                    </a:lnTo>
                    <a:lnTo>
                      <a:pt x="91" y="219"/>
                    </a:lnTo>
                    <a:lnTo>
                      <a:pt x="72" y="197"/>
                    </a:lnTo>
                    <a:lnTo>
                      <a:pt x="65" y="181"/>
                    </a:lnTo>
                    <a:lnTo>
                      <a:pt x="54" y="149"/>
                    </a:lnTo>
                    <a:lnTo>
                      <a:pt x="38" y="123"/>
                    </a:lnTo>
                    <a:lnTo>
                      <a:pt x="18" y="104"/>
                    </a:lnTo>
                    <a:lnTo>
                      <a:pt x="15" y="81"/>
                    </a:lnTo>
                    <a:lnTo>
                      <a:pt x="3" y="74"/>
                    </a:lnTo>
                    <a:lnTo>
                      <a:pt x="0" y="58"/>
                    </a:lnTo>
                    <a:lnTo>
                      <a:pt x="18" y="58"/>
                    </a:lnTo>
                    <a:lnTo>
                      <a:pt x="31" y="46"/>
                    </a:lnTo>
                    <a:lnTo>
                      <a:pt x="43" y="36"/>
                    </a:lnTo>
                    <a:lnTo>
                      <a:pt x="43" y="15"/>
                    </a:lnTo>
                    <a:lnTo>
                      <a:pt x="59" y="2"/>
                    </a:lnTo>
                    <a:lnTo>
                      <a:pt x="65" y="0"/>
                    </a:lnTo>
                    <a:lnTo>
                      <a:pt x="74" y="8"/>
                    </a:lnTo>
                    <a:lnTo>
                      <a:pt x="84" y="15"/>
                    </a:lnTo>
                    <a:lnTo>
                      <a:pt x="100" y="14"/>
                    </a:lnTo>
                    <a:lnTo>
                      <a:pt x="110" y="31"/>
                    </a:lnTo>
                    <a:lnTo>
                      <a:pt x="121" y="34"/>
                    </a:lnTo>
                    <a:lnTo>
                      <a:pt x="134" y="57"/>
                    </a:lnTo>
                    <a:lnTo>
                      <a:pt x="159" y="7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58" name="Freeform 273">
                <a:extLst>
                  <a:ext uri="{FF2B5EF4-FFF2-40B4-BE49-F238E27FC236}">
                    <a16:creationId xmlns:a16="http://schemas.microsoft.com/office/drawing/2014/main" id="{742789E4-7403-4B20-92C9-DB5550B1E156}"/>
                  </a:ext>
                </a:extLst>
              </p:cNvPr>
              <p:cNvSpPr>
                <a:spLocks/>
              </p:cNvSpPr>
              <p:nvPr/>
            </p:nvSpPr>
            <p:spPr bwMode="auto">
              <a:xfrm>
                <a:off x="7215608" y="2861021"/>
                <a:ext cx="325504" cy="292569"/>
              </a:xfrm>
              <a:custGeom>
                <a:avLst/>
                <a:gdLst>
                  <a:gd name="T0" fmla="*/ 148 w 184"/>
                  <a:gd name="T1" fmla="*/ 166 h 167"/>
                  <a:gd name="T2" fmla="*/ 137 w 184"/>
                  <a:gd name="T3" fmla="*/ 161 h 167"/>
                  <a:gd name="T4" fmla="*/ 118 w 184"/>
                  <a:gd name="T5" fmla="*/ 160 h 167"/>
                  <a:gd name="T6" fmla="*/ 120 w 184"/>
                  <a:gd name="T7" fmla="*/ 149 h 167"/>
                  <a:gd name="T8" fmla="*/ 112 w 184"/>
                  <a:gd name="T9" fmla="*/ 146 h 167"/>
                  <a:gd name="T10" fmla="*/ 104 w 184"/>
                  <a:gd name="T11" fmla="*/ 151 h 167"/>
                  <a:gd name="T12" fmla="*/ 70 w 184"/>
                  <a:gd name="T13" fmla="*/ 123 h 167"/>
                  <a:gd name="T14" fmla="*/ 74 w 184"/>
                  <a:gd name="T15" fmla="*/ 112 h 167"/>
                  <a:gd name="T16" fmla="*/ 66 w 184"/>
                  <a:gd name="T17" fmla="*/ 109 h 167"/>
                  <a:gd name="T18" fmla="*/ 58 w 184"/>
                  <a:gd name="T19" fmla="*/ 109 h 167"/>
                  <a:gd name="T20" fmla="*/ 47 w 184"/>
                  <a:gd name="T21" fmla="*/ 106 h 167"/>
                  <a:gd name="T22" fmla="*/ 51 w 184"/>
                  <a:gd name="T23" fmla="*/ 99 h 167"/>
                  <a:gd name="T24" fmla="*/ 44 w 184"/>
                  <a:gd name="T25" fmla="*/ 93 h 167"/>
                  <a:gd name="T26" fmla="*/ 40 w 184"/>
                  <a:gd name="T27" fmla="*/ 84 h 167"/>
                  <a:gd name="T28" fmla="*/ 30 w 184"/>
                  <a:gd name="T29" fmla="*/ 89 h 167"/>
                  <a:gd name="T30" fmla="*/ 20 w 184"/>
                  <a:gd name="T31" fmla="*/ 92 h 167"/>
                  <a:gd name="T32" fmla="*/ 18 w 184"/>
                  <a:gd name="T33" fmla="*/ 102 h 167"/>
                  <a:gd name="T34" fmla="*/ 0 w 184"/>
                  <a:gd name="T35" fmla="*/ 97 h 167"/>
                  <a:gd name="T36" fmla="*/ 11 w 184"/>
                  <a:gd name="T37" fmla="*/ 25 h 167"/>
                  <a:gd name="T38" fmla="*/ 42 w 184"/>
                  <a:gd name="T39" fmla="*/ 0 h 167"/>
                  <a:gd name="T40" fmla="*/ 45 w 184"/>
                  <a:gd name="T41" fmla="*/ 37 h 167"/>
                  <a:gd name="T42" fmla="*/ 60 w 184"/>
                  <a:gd name="T43" fmla="*/ 37 h 167"/>
                  <a:gd name="T44" fmla="*/ 67 w 184"/>
                  <a:gd name="T45" fmla="*/ 44 h 167"/>
                  <a:gd name="T46" fmla="*/ 84 w 184"/>
                  <a:gd name="T47" fmla="*/ 44 h 167"/>
                  <a:gd name="T48" fmla="*/ 86 w 184"/>
                  <a:gd name="T49" fmla="*/ 20 h 167"/>
                  <a:gd name="T50" fmla="*/ 95 w 184"/>
                  <a:gd name="T51" fmla="*/ 37 h 167"/>
                  <a:gd name="T52" fmla="*/ 100 w 184"/>
                  <a:gd name="T53" fmla="*/ 50 h 167"/>
                  <a:gd name="T54" fmla="*/ 118 w 184"/>
                  <a:gd name="T55" fmla="*/ 45 h 167"/>
                  <a:gd name="T56" fmla="*/ 135 w 184"/>
                  <a:gd name="T57" fmla="*/ 47 h 167"/>
                  <a:gd name="T58" fmla="*/ 150 w 184"/>
                  <a:gd name="T59" fmla="*/ 54 h 167"/>
                  <a:gd name="T60" fmla="*/ 151 w 184"/>
                  <a:gd name="T61" fmla="*/ 77 h 167"/>
                  <a:gd name="T62" fmla="*/ 156 w 184"/>
                  <a:gd name="T63" fmla="*/ 89 h 167"/>
                  <a:gd name="T64" fmla="*/ 173 w 184"/>
                  <a:gd name="T65" fmla="*/ 98 h 167"/>
                  <a:gd name="T66" fmla="*/ 183 w 184"/>
                  <a:gd name="T67" fmla="*/ 106 h 167"/>
                  <a:gd name="T68" fmla="*/ 175 w 184"/>
                  <a:gd name="T69" fmla="*/ 122 h 167"/>
                  <a:gd name="T70" fmla="*/ 164 w 184"/>
                  <a:gd name="T71" fmla="*/ 137 h 167"/>
                  <a:gd name="T72" fmla="*/ 148 w 184"/>
                  <a:gd name="T73" fmla="*/ 166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4" h="167">
                    <a:moveTo>
                      <a:pt x="148" y="166"/>
                    </a:moveTo>
                    <a:lnTo>
                      <a:pt x="137" y="161"/>
                    </a:lnTo>
                    <a:lnTo>
                      <a:pt x="118" y="160"/>
                    </a:lnTo>
                    <a:lnTo>
                      <a:pt x="120" y="149"/>
                    </a:lnTo>
                    <a:lnTo>
                      <a:pt x="112" y="146"/>
                    </a:lnTo>
                    <a:lnTo>
                      <a:pt x="104" y="151"/>
                    </a:lnTo>
                    <a:lnTo>
                      <a:pt x="70" y="123"/>
                    </a:lnTo>
                    <a:lnTo>
                      <a:pt x="74" y="112"/>
                    </a:lnTo>
                    <a:lnTo>
                      <a:pt x="66" y="109"/>
                    </a:lnTo>
                    <a:lnTo>
                      <a:pt x="58" y="109"/>
                    </a:lnTo>
                    <a:lnTo>
                      <a:pt x="47" y="106"/>
                    </a:lnTo>
                    <a:lnTo>
                      <a:pt x="51" y="99"/>
                    </a:lnTo>
                    <a:lnTo>
                      <a:pt x="44" y="93"/>
                    </a:lnTo>
                    <a:lnTo>
                      <a:pt x="40" y="84"/>
                    </a:lnTo>
                    <a:lnTo>
                      <a:pt x="30" y="89"/>
                    </a:lnTo>
                    <a:lnTo>
                      <a:pt x="20" y="92"/>
                    </a:lnTo>
                    <a:lnTo>
                      <a:pt x="18" y="102"/>
                    </a:lnTo>
                    <a:lnTo>
                      <a:pt x="0" y="97"/>
                    </a:lnTo>
                    <a:lnTo>
                      <a:pt x="11" y="25"/>
                    </a:lnTo>
                    <a:lnTo>
                      <a:pt x="42" y="0"/>
                    </a:lnTo>
                    <a:lnTo>
                      <a:pt x="45" y="37"/>
                    </a:lnTo>
                    <a:lnTo>
                      <a:pt x="60" y="37"/>
                    </a:lnTo>
                    <a:lnTo>
                      <a:pt x="67" y="44"/>
                    </a:lnTo>
                    <a:lnTo>
                      <a:pt x="84" y="44"/>
                    </a:lnTo>
                    <a:lnTo>
                      <a:pt x="86" y="20"/>
                    </a:lnTo>
                    <a:lnTo>
                      <a:pt x="95" y="37"/>
                    </a:lnTo>
                    <a:lnTo>
                      <a:pt x="100" y="50"/>
                    </a:lnTo>
                    <a:lnTo>
                      <a:pt x="118" y="45"/>
                    </a:lnTo>
                    <a:lnTo>
                      <a:pt x="135" y="47"/>
                    </a:lnTo>
                    <a:lnTo>
                      <a:pt x="150" y="54"/>
                    </a:lnTo>
                    <a:lnTo>
                      <a:pt x="151" y="77"/>
                    </a:lnTo>
                    <a:lnTo>
                      <a:pt x="156" y="89"/>
                    </a:lnTo>
                    <a:lnTo>
                      <a:pt x="173" y="98"/>
                    </a:lnTo>
                    <a:lnTo>
                      <a:pt x="183" y="106"/>
                    </a:lnTo>
                    <a:lnTo>
                      <a:pt x="175" y="122"/>
                    </a:lnTo>
                    <a:lnTo>
                      <a:pt x="164" y="137"/>
                    </a:lnTo>
                    <a:lnTo>
                      <a:pt x="148" y="166"/>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459" name="Freeform 277">
                <a:extLst>
                  <a:ext uri="{FF2B5EF4-FFF2-40B4-BE49-F238E27FC236}">
                    <a16:creationId xmlns:a16="http://schemas.microsoft.com/office/drawing/2014/main" id="{2ECDE494-805A-4B88-913A-F3269203BF5D}"/>
                  </a:ext>
                </a:extLst>
              </p:cNvPr>
              <p:cNvSpPr>
                <a:spLocks/>
              </p:cNvSpPr>
              <p:nvPr/>
            </p:nvSpPr>
            <p:spPr bwMode="auto">
              <a:xfrm>
                <a:off x="6649514" y="3213362"/>
                <a:ext cx="72334" cy="151004"/>
              </a:xfrm>
              <a:custGeom>
                <a:avLst/>
                <a:gdLst>
                  <a:gd name="T0" fmla="*/ 0 w 46"/>
                  <a:gd name="T1" fmla="*/ 74 h 96"/>
                  <a:gd name="T2" fmla="*/ 15 w 46"/>
                  <a:gd name="T3" fmla="*/ 29 h 96"/>
                  <a:gd name="T4" fmla="*/ 27 w 46"/>
                  <a:gd name="T5" fmla="*/ 0 h 96"/>
                  <a:gd name="T6" fmla="*/ 46 w 46"/>
                  <a:gd name="T7" fmla="*/ 17 h 96"/>
                  <a:gd name="T8" fmla="*/ 40 w 46"/>
                  <a:gd name="T9" fmla="*/ 35 h 96"/>
                  <a:gd name="T10" fmla="*/ 27 w 46"/>
                  <a:gd name="T11" fmla="*/ 42 h 96"/>
                  <a:gd name="T12" fmla="*/ 27 w 46"/>
                  <a:gd name="T13" fmla="*/ 77 h 96"/>
                  <a:gd name="T14" fmla="*/ 22 w 46"/>
                  <a:gd name="T15" fmla="*/ 96 h 96"/>
                  <a:gd name="T16" fmla="*/ 7 w 46"/>
                  <a:gd name="T17" fmla="*/ 75 h 96"/>
                  <a:gd name="T18" fmla="*/ 0 w 46"/>
                  <a:gd name="T19" fmla="*/ 7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96">
                    <a:moveTo>
                      <a:pt x="0" y="74"/>
                    </a:moveTo>
                    <a:lnTo>
                      <a:pt x="15" y="29"/>
                    </a:lnTo>
                    <a:lnTo>
                      <a:pt x="27" y="0"/>
                    </a:lnTo>
                    <a:lnTo>
                      <a:pt x="46" y="17"/>
                    </a:lnTo>
                    <a:lnTo>
                      <a:pt x="40" y="35"/>
                    </a:lnTo>
                    <a:lnTo>
                      <a:pt x="27" y="42"/>
                    </a:lnTo>
                    <a:lnTo>
                      <a:pt x="27" y="77"/>
                    </a:lnTo>
                    <a:lnTo>
                      <a:pt x="22" y="96"/>
                    </a:lnTo>
                    <a:lnTo>
                      <a:pt x="7" y="75"/>
                    </a:lnTo>
                    <a:lnTo>
                      <a:pt x="0" y="74"/>
                    </a:lnTo>
                    <a:close/>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grpSp>
        <p:grpSp>
          <p:nvGrpSpPr>
            <p:cNvPr id="293" name="Group 292">
              <a:extLst>
                <a:ext uri="{FF2B5EF4-FFF2-40B4-BE49-F238E27FC236}">
                  <a16:creationId xmlns:a16="http://schemas.microsoft.com/office/drawing/2014/main" id="{B607A61C-2723-4EB5-9EF3-9146690CAD83}"/>
                </a:ext>
              </a:extLst>
            </p:cNvPr>
            <p:cNvGrpSpPr/>
            <p:nvPr/>
          </p:nvGrpSpPr>
          <p:grpSpPr>
            <a:xfrm>
              <a:off x="5625922" y="3533847"/>
              <a:ext cx="1153516" cy="1396374"/>
              <a:chOff x="5380520" y="3142579"/>
              <a:chExt cx="1754892" cy="2162811"/>
            </a:xfrm>
            <a:solidFill>
              <a:schemeClr val="bg1">
                <a:lumMod val="75000"/>
              </a:schemeClr>
            </a:solidFill>
          </p:grpSpPr>
          <p:sp>
            <p:nvSpPr>
              <p:cNvPr id="336" name="Freeform 131">
                <a:extLst>
                  <a:ext uri="{FF2B5EF4-FFF2-40B4-BE49-F238E27FC236}">
                    <a16:creationId xmlns:a16="http://schemas.microsoft.com/office/drawing/2014/main" id="{1709031A-590C-4233-8DCD-AE16236EC83A}"/>
                  </a:ext>
                </a:extLst>
              </p:cNvPr>
              <p:cNvSpPr>
                <a:spLocks/>
              </p:cNvSpPr>
              <p:nvPr/>
            </p:nvSpPr>
            <p:spPr bwMode="auto">
              <a:xfrm>
                <a:off x="6474969" y="4710814"/>
                <a:ext cx="191843" cy="220213"/>
              </a:xfrm>
              <a:custGeom>
                <a:avLst/>
                <a:gdLst>
                  <a:gd name="T0" fmla="*/ 65 w 108"/>
                  <a:gd name="T1" fmla="*/ 0 h 125"/>
                  <a:gd name="T2" fmla="*/ 59 w 108"/>
                  <a:gd name="T3" fmla="*/ 7 h 125"/>
                  <a:gd name="T4" fmla="*/ 47 w 108"/>
                  <a:gd name="T5" fmla="*/ 9 h 125"/>
                  <a:gd name="T6" fmla="*/ 45 w 108"/>
                  <a:gd name="T7" fmla="*/ 20 h 125"/>
                  <a:gd name="T8" fmla="*/ 40 w 108"/>
                  <a:gd name="T9" fmla="*/ 23 h 125"/>
                  <a:gd name="T10" fmla="*/ 32 w 108"/>
                  <a:gd name="T11" fmla="*/ 25 h 125"/>
                  <a:gd name="T12" fmla="*/ 30 w 108"/>
                  <a:gd name="T13" fmla="*/ 36 h 125"/>
                  <a:gd name="T14" fmla="*/ 22 w 108"/>
                  <a:gd name="T15" fmla="*/ 39 h 125"/>
                  <a:gd name="T16" fmla="*/ 8 w 108"/>
                  <a:gd name="T17" fmla="*/ 39 h 125"/>
                  <a:gd name="T18" fmla="*/ 0 w 108"/>
                  <a:gd name="T19" fmla="*/ 42 h 125"/>
                  <a:gd name="T20" fmla="*/ 6 w 108"/>
                  <a:gd name="T21" fmla="*/ 64 h 125"/>
                  <a:gd name="T22" fmla="*/ 8 w 108"/>
                  <a:gd name="T23" fmla="*/ 75 h 125"/>
                  <a:gd name="T24" fmla="*/ 15 w 108"/>
                  <a:gd name="T25" fmla="*/ 79 h 125"/>
                  <a:gd name="T26" fmla="*/ 19 w 108"/>
                  <a:gd name="T27" fmla="*/ 91 h 125"/>
                  <a:gd name="T28" fmla="*/ 27 w 108"/>
                  <a:gd name="T29" fmla="*/ 92 h 125"/>
                  <a:gd name="T30" fmla="*/ 31 w 108"/>
                  <a:gd name="T31" fmla="*/ 107 h 125"/>
                  <a:gd name="T32" fmla="*/ 37 w 108"/>
                  <a:gd name="T33" fmla="*/ 109 h 125"/>
                  <a:gd name="T34" fmla="*/ 52 w 108"/>
                  <a:gd name="T35" fmla="*/ 115 h 125"/>
                  <a:gd name="T36" fmla="*/ 62 w 108"/>
                  <a:gd name="T37" fmla="*/ 119 h 125"/>
                  <a:gd name="T38" fmla="*/ 66 w 108"/>
                  <a:gd name="T39" fmla="*/ 124 h 125"/>
                  <a:gd name="T40" fmla="*/ 82 w 108"/>
                  <a:gd name="T41" fmla="*/ 124 h 125"/>
                  <a:gd name="T42" fmla="*/ 85 w 108"/>
                  <a:gd name="T43" fmla="*/ 113 h 125"/>
                  <a:gd name="T44" fmla="*/ 93 w 108"/>
                  <a:gd name="T45" fmla="*/ 108 h 125"/>
                  <a:gd name="T46" fmla="*/ 92 w 108"/>
                  <a:gd name="T47" fmla="*/ 87 h 125"/>
                  <a:gd name="T48" fmla="*/ 102 w 108"/>
                  <a:gd name="T49" fmla="*/ 82 h 125"/>
                  <a:gd name="T50" fmla="*/ 107 w 108"/>
                  <a:gd name="T51" fmla="*/ 75 h 125"/>
                  <a:gd name="T52" fmla="*/ 101 w 108"/>
                  <a:gd name="T53" fmla="*/ 61 h 125"/>
                  <a:gd name="T54" fmla="*/ 100 w 108"/>
                  <a:gd name="T55" fmla="*/ 51 h 125"/>
                  <a:gd name="T56" fmla="*/ 105 w 108"/>
                  <a:gd name="T57" fmla="*/ 31 h 125"/>
                  <a:gd name="T58" fmla="*/ 98 w 108"/>
                  <a:gd name="T59" fmla="*/ 16 h 125"/>
                  <a:gd name="T60" fmla="*/ 77 w 108"/>
                  <a:gd name="T61" fmla="*/ 13 h 125"/>
                  <a:gd name="T62" fmla="*/ 70 w 108"/>
                  <a:gd name="T63" fmla="*/ 1 h 125"/>
                  <a:gd name="T64" fmla="*/ 65 w 108"/>
                  <a:gd name="T65"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8" h="125">
                    <a:moveTo>
                      <a:pt x="65" y="0"/>
                    </a:moveTo>
                    <a:lnTo>
                      <a:pt x="59" y="7"/>
                    </a:lnTo>
                    <a:lnTo>
                      <a:pt x="47" y="9"/>
                    </a:lnTo>
                    <a:lnTo>
                      <a:pt x="45" y="20"/>
                    </a:lnTo>
                    <a:lnTo>
                      <a:pt x="40" y="23"/>
                    </a:lnTo>
                    <a:lnTo>
                      <a:pt x="32" y="25"/>
                    </a:lnTo>
                    <a:lnTo>
                      <a:pt x="30" y="36"/>
                    </a:lnTo>
                    <a:lnTo>
                      <a:pt x="22" y="39"/>
                    </a:lnTo>
                    <a:lnTo>
                      <a:pt x="8" y="39"/>
                    </a:lnTo>
                    <a:lnTo>
                      <a:pt x="0" y="42"/>
                    </a:lnTo>
                    <a:lnTo>
                      <a:pt x="6" y="64"/>
                    </a:lnTo>
                    <a:lnTo>
                      <a:pt x="8" y="75"/>
                    </a:lnTo>
                    <a:lnTo>
                      <a:pt x="15" y="79"/>
                    </a:lnTo>
                    <a:lnTo>
                      <a:pt x="19" y="91"/>
                    </a:lnTo>
                    <a:lnTo>
                      <a:pt x="27" y="92"/>
                    </a:lnTo>
                    <a:lnTo>
                      <a:pt x="31" y="107"/>
                    </a:lnTo>
                    <a:lnTo>
                      <a:pt x="37" y="109"/>
                    </a:lnTo>
                    <a:lnTo>
                      <a:pt x="52" y="115"/>
                    </a:lnTo>
                    <a:lnTo>
                      <a:pt x="62" y="119"/>
                    </a:lnTo>
                    <a:lnTo>
                      <a:pt x="66" y="124"/>
                    </a:lnTo>
                    <a:lnTo>
                      <a:pt x="82" y="124"/>
                    </a:lnTo>
                    <a:lnTo>
                      <a:pt x="85" y="113"/>
                    </a:lnTo>
                    <a:lnTo>
                      <a:pt x="93" y="108"/>
                    </a:lnTo>
                    <a:lnTo>
                      <a:pt x="92" y="87"/>
                    </a:lnTo>
                    <a:lnTo>
                      <a:pt x="102" y="82"/>
                    </a:lnTo>
                    <a:lnTo>
                      <a:pt x="107" y="75"/>
                    </a:lnTo>
                    <a:lnTo>
                      <a:pt x="101" y="61"/>
                    </a:lnTo>
                    <a:lnTo>
                      <a:pt x="100" y="51"/>
                    </a:lnTo>
                    <a:lnTo>
                      <a:pt x="105" y="31"/>
                    </a:lnTo>
                    <a:lnTo>
                      <a:pt x="98" y="16"/>
                    </a:lnTo>
                    <a:lnTo>
                      <a:pt x="77" y="13"/>
                    </a:lnTo>
                    <a:lnTo>
                      <a:pt x="70" y="1"/>
                    </a:lnTo>
                    <a:lnTo>
                      <a:pt x="65"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37" name="Freeform 132">
                <a:extLst>
                  <a:ext uri="{FF2B5EF4-FFF2-40B4-BE49-F238E27FC236}">
                    <a16:creationId xmlns:a16="http://schemas.microsoft.com/office/drawing/2014/main" id="{D768733B-36A3-4608-B338-AC1E0A5417FA}"/>
                  </a:ext>
                </a:extLst>
              </p:cNvPr>
              <p:cNvSpPr>
                <a:spLocks/>
              </p:cNvSpPr>
              <p:nvPr/>
            </p:nvSpPr>
            <p:spPr bwMode="auto">
              <a:xfrm>
                <a:off x="6116442" y="4751711"/>
                <a:ext cx="250025" cy="374363"/>
              </a:xfrm>
              <a:custGeom>
                <a:avLst/>
                <a:gdLst>
                  <a:gd name="T0" fmla="*/ 1 w 141"/>
                  <a:gd name="T1" fmla="*/ 6 h 212"/>
                  <a:gd name="T2" fmla="*/ 15 w 141"/>
                  <a:gd name="T3" fmla="*/ 0 h 212"/>
                  <a:gd name="T4" fmla="*/ 31 w 141"/>
                  <a:gd name="T5" fmla="*/ 7 h 212"/>
                  <a:gd name="T6" fmla="*/ 56 w 141"/>
                  <a:gd name="T7" fmla="*/ 9 h 212"/>
                  <a:gd name="T8" fmla="*/ 93 w 141"/>
                  <a:gd name="T9" fmla="*/ 8 h 212"/>
                  <a:gd name="T10" fmla="*/ 98 w 141"/>
                  <a:gd name="T11" fmla="*/ 16 h 212"/>
                  <a:gd name="T12" fmla="*/ 129 w 141"/>
                  <a:gd name="T13" fmla="*/ 20 h 212"/>
                  <a:gd name="T14" fmla="*/ 140 w 141"/>
                  <a:gd name="T15" fmla="*/ 22 h 212"/>
                  <a:gd name="T16" fmla="*/ 133 w 141"/>
                  <a:gd name="T17" fmla="*/ 35 h 212"/>
                  <a:gd name="T18" fmla="*/ 132 w 141"/>
                  <a:gd name="T19" fmla="*/ 87 h 212"/>
                  <a:gd name="T20" fmla="*/ 126 w 141"/>
                  <a:gd name="T21" fmla="*/ 91 h 212"/>
                  <a:gd name="T22" fmla="*/ 118 w 141"/>
                  <a:gd name="T23" fmla="*/ 95 h 212"/>
                  <a:gd name="T24" fmla="*/ 119 w 141"/>
                  <a:gd name="T25" fmla="*/ 146 h 212"/>
                  <a:gd name="T26" fmla="*/ 115 w 141"/>
                  <a:gd name="T27" fmla="*/ 202 h 212"/>
                  <a:gd name="T28" fmla="*/ 107 w 141"/>
                  <a:gd name="T29" fmla="*/ 211 h 212"/>
                  <a:gd name="T30" fmla="*/ 87 w 141"/>
                  <a:gd name="T31" fmla="*/ 208 h 212"/>
                  <a:gd name="T32" fmla="*/ 81 w 141"/>
                  <a:gd name="T33" fmla="*/ 197 h 212"/>
                  <a:gd name="T34" fmla="*/ 77 w 141"/>
                  <a:gd name="T35" fmla="*/ 202 h 212"/>
                  <a:gd name="T36" fmla="*/ 67 w 141"/>
                  <a:gd name="T37" fmla="*/ 203 h 212"/>
                  <a:gd name="T38" fmla="*/ 63 w 141"/>
                  <a:gd name="T39" fmla="*/ 190 h 212"/>
                  <a:gd name="T40" fmla="*/ 55 w 141"/>
                  <a:gd name="T41" fmla="*/ 181 h 212"/>
                  <a:gd name="T42" fmla="*/ 45 w 141"/>
                  <a:gd name="T43" fmla="*/ 179 h 212"/>
                  <a:gd name="T44" fmla="*/ 46 w 141"/>
                  <a:gd name="T45" fmla="*/ 160 h 212"/>
                  <a:gd name="T46" fmla="*/ 42 w 141"/>
                  <a:gd name="T47" fmla="*/ 138 h 212"/>
                  <a:gd name="T48" fmla="*/ 41 w 141"/>
                  <a:gd name="T49" fmla="*/ 123 h 212"/>
                  <a:gd name="T50" fmla="*/ 40 w 141"/>
                  <a:gd name="T51" fmla="*/ 103 h 212"/>
                  <a:gd name="T52" fmla="*/ 35 w 141"/>
                  <a:gd name="T53" fmla="*/ 89 h 212"/>
                  <a:gd name="T54" fmla="*/ 30 w 141"/>
                  <a:gd name="T55" fmla="*/ 78 h 212"/>
                  <a:gd name="T56" fmla="*/ 25 w 141"/>
                  <a:gd name="T57" fmla="*/ 68 h 212"/>
                  <a:gd name="T58" fmla="*/ 16 w 141"/>
                  <a:gd name="T59" fmla="*/ 50 h 212"/>
                  <a:gd name="T60" fmla="*/ 11 w 141"/>
                  <a:gd name="T61" fmla="*/ 40 h 212"/>
                  <a:gd name="T62" fmla="*/ 0 w 141"/>
                  <a:gd name="T63" fmla="*/ 25 h 212"/>
                  <a:gd name="T64" fmla="*/ 1 w 141"/>
                  <a:gd name="T65" fmla="*/ 6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1" h="212">
                    <a:moveTo>
                      <a:pt x="1" y="6"/>
                    </a:moveTo>
                    <a:lnTo>
                      <a:pt x="15" y="0"/>
                    </a:lnTo>
                    <a:lnTo>
                      <a:pt x="31" y="7"/>
                    </a:lnTo>
                    <a:lnTo>
                      <a:pt x="56" y="9"/>
                    </a:lnTo>
                    <a:lnTo>
                      <a:pt x="93" y="8"/>
                    </a:lnTo>
                    <a:lnTo>
                      <a:pt x="98" y="16"/>
                    </a:lnTo>
                    <a:lnTo>
                      <a:pt x="129" y="20"/>
                    </a:lnTo>
                    <a:lnTo>
                      <a:pt x="140" y="22"/>
                    </a:lnTo>
                    <a:lnTo>
                      <a:pt x="133" y="35"/>
                    </a:lnTo>
                    <a:lnTo>
                      <a:pt x="132" y="87"/>
                    </a:lnTo>
                    <a:lnTo>
                      <a:pt x="126" y="91"/>
                    </a:lnTo>
                    <a:lnTo>
                      <a:pt x="118" y="95"/>
                    </a:lnTo>
                    <a:lnTo>
                      <a:pt x="119" y="146"/>
                    </a:lnTo>
                    <a:lnTo>
                      <a:pt x="115" y="202"/>
                    </a:lnTo>
                    <a:lnTo>
                      <a:pt x="107" y="211"/>
                    </a:lnTo>
                    <a:lnTo>
                      <a:pt x="87" y="208"/>
                    </a:lnTo>
                    <a:lnTo>
                      <a:pt x="81" y="197"/>
                    </a:lnTo>
                    <a:lnTo>
                      <a:pt x="77" y="202"/>
                    </a:lnTo>
                    <a:lnTo>
                      <a:pt x="67" y="203"/>
                    </a:lnTo>
                    <a:lnTo>
                      <a:pt x="63" y="190"/>
                    </a:lnTo>
                    <a:lnTo>
                      <a:pt x="55" y="181"/>
                    </a:lnTo>
                    <a:lnTo>
                      <a:pt x="45" y="179"/>
                    </a:lnTo>
                    <a:lnTo>
                      <a:pt x="46" y="160"/>
                    </a:lnTo>
                    <a:lnTo>
                      <a:pt x="42" y="138"/>
                    </a:lnTo>
                    <a:lnTo>
                      <a:pt x="41" y="123"/>
                    </a:lnTo>
                    <a:lnTo>
                      <a:pt x="40" y="103"/>
                    </a:lnTo>
                    <a:lnTo>
                      <a:pt x="35" y="89"/>
                    </a:lnTo>
                    <a:lnTo>
                      <a:pt x="30" y="78"/>
                    </a:lnTo>
                    <a:lnTo>
                      <a:pt x="25" y="68"/>
                    </a:lnTo>
                    <a:lnTo>
                      <a:pt x="16" y="50"/>
                    </a:lnTo>
                    <a:lnTo>
                      <a:pt x="11" y="40"/>
                    </a:lnTo>
                    <a:lnTo>
                      <a:pt x="0" y="25"/>
                    </a:lnTo>
                    <a:lnTo>
                      <a:pt x="1" y="6"/>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38" name="Freeform 133">
                <a:extLst>
                  <a:ext uri="{FF2B5EF4-FFF2-40B4-BE49-F238E27FC236}">
                    <a16:creationId xmlns:a16="http://schemas.microsoft.com/office/drawing/2014/main" id="{7205D97A-8E16-4B5B-B5E3-5819C91514C3}"/>
                  </a:ext>
                </a:extLst>
              </p:cNvPr>
              <p:cNvSpPr>
                <a:spLocks/>
              </p:cNvSpPr>
              <p:nvPr/>
            </p:nvSpPr>
            <p:spPr bwMode="auto">
              <a:xfrm>
                <a:off x="6902684" y="4600707"/>
                <a:ext cx="204423" cy="421552"/>
              </a:xfrm>
              <a:custGeom>
                <a:avLst/>
                <a:gdLst>
                  <a:gd name="T0" fmla="*/ 88 w 116"/>
                  <a:gd name="T1" fmla="*/ 3 h 238"/>
                  <a:gd name="T2" fmla="*/ 87 w 116"/>
                  <a:gd name="T3" fmla="*/ 23 h 238"/>
                  <a:gd name="T4" fmla="*/ 81 w 116"/>
                  <a:gd name="T5" fmla="*/ 26 h 238"/>
                  <a:gd name="T6" fmla="*/ 79 w 116"/>
                  <a:gd name="T7" fmla="*/ 41 h 238"/>
                  <a:gd name="T8" fmla="*/ 70 w 116"/>
                  <a:gd name="T9" fmla="*/ 41 h 238"/>
                  <a:gd name="T10" fmla="*/ 66 w 116"/>
                  <a:gd name="T11" fmla="*/ 47 h 238"/>
                  <a:gd name="T12" fmla="*/ 64 w 116"/>
                  <a:gd name="T13" fmla="*/ 55 h 238"/>
                  <a:gd name="T14" fmla="*/ 56 w 116"/>
                  <a:gd name="T15" fmla="*/ 62 h 238"/>
                  <a:gd name="T16" fmla="*/ 53 w 116"/>
                  <a:gd name="T17" fmla="*/ 70 h 238"/>
                  <a:gd name="T18" fmla="*/ 48 w 116"/>
                  <a:gd name="T19" fmla="*/ 69 h 238"/>
                  <a:gd name="T20" fmla="*/ 46 w 116"/>
                  <a:gd name="T21" fmla="*/ 61 h 238"/>
                  <a:gd name="T22" fmla="*/ 37 w 116"/>
                  <a:gd name="T23" fmla="*/ 61 h 238"/>
                  <a:gd name="T24" fmla="*/ 35 w 116"/>
                  <a:gd name="T25" fmla="*/ 67 h 238"/>
                  <a:gd name="T26" fmla="*/ 26 w 116"/>
                  <a:gd name="T27" fmla="*/ 71 h 238"/>
                  <a:gd name="T28" fmla="*/ 23 w 116"/>
                  <a:gd name="T29" fmla="*/ 84 h 238"/>
                  <a:gd name="T30" fmla="*/ 17 w 116"/>
                  <a:gd name="T31" fmla="*/ 85 h 238"/>
                  <a:gd name="T32" fmla="*/ 20 w 116"/>
                  <a:gd name="T33" fmla="*/ 127 h 238"/>
                  <a:gd name="T34" fmla="*/ 24 w 116"/>
                  <a:gd name="T35" fmla="*/ 128 h 238"/>
                  <a:gd name="T36" fmla="*/ 26 w 116"/>
                  <a:gd name="T37" fmla="*/ 139 h 238"/>
                  <a:gd name="T38" fmla="*/ 20 w 116"/>
                  <a:gd name="T39" fmla="*/ 143 h 238"/>
                  <a:gd name="T40" fmla="*/ 17 w 116"/>
                  <a:gd name="T41" fmla="*/ 157 h 238"/>
                  <a:gd name="T42" fmla="*/ 10 w 116"/>
                  <a:gd name="T43" fmla="*/ 160 h 238"/>
                  <a:gd name="T44" fmla="*/ 9 w 116"/>
                  <a:gd name="T45" fmla="*/ 167 h 238"/>
                  <a:gd name="T46" fmla="*/ 0 w 116"/>
                  <a:gd name="T47" fmla="*/ 170 h 238"/>
                  <a:gd name="T48" fmla="*/ 1 w 116"/>
                  <a:gd name="T49" fmla="*/ 189 h 238"/>
                  <a:gd name="T50" fmla="*/ 11 w 116"/>
                  <a:gd name="T51" fmla="*/ 189 h 238"/>
                  <a:gd name="T52" fmla="*/ 11 w 116"/>
                  <a:gd name="T53" fmla="*/ 228 h 238"/>
                  <a:gd name="T54" fmla="*/ 20 w 116"/>
                  <a:gd name="T55" fmla="*/ 228 h 238"/>
                  <a:gd name="T56" fmla="*/ 26 w 116"/>
                  <a:gd name="T57" fmla="*/ 234 h 238"/>
                  <a:gd name="T58" fmla="*/ 33 w 116"/>
                  <a:gd name="T59" fmla="*/ 237 h 238"/>
                  <a:gd name="T60" fmla="*/ 42 w 116"/>
                  <a:gd name="T61" fmla="*/ 228 h 238"/>
                  <a:gd name="T62" fmla="*/ 52 w 116"/>
                  <a:gd name="T63" fmla="*/ 227 h 238"/>
                  <a:gd name="T64" fmla="*/ 59 w 116"/>
                  <a:gd name="T65" fmla="*/ 222 h 238"/>
                  <a:gd name="T66" fmla="*/ 66 w 116"/>
                  <a:gd name="T67" fmla="*/ 217 h 238"/>
                  <a:gd name="T68" fmla="*/ 70 w 116"/>
                  <a:gd name="T69" fmla="*/ 198 h 238"/>
                  <a:gd name="T70" fmla="*/ 78 w 116"/>
                  <a:gd name="T71" fmla="*/ 195 h 238"/>
                  <a:gd name="T72" fmla="*/ 78 w 116"/>
                  <a:gd name="T73" fmla="*/ 170 h 238"/>
                  <a:gd name="T74" fmla="*/ 83 w 116"/>
                  <a:gd name="T75" fmla="*/ 167 h 238"/>
                  <a:gd name="T76" fmla="*/ 82 w 116"/>
                  <a:gd name="T77" fmla="*/ 132 h 238"/>
                  <a:gd name="T78" fmla="*/ 92 w 116"/>
                  <a:gd name="T79" fmla="*/ 125 h 238"/>
                  <a:gd name="T80" fmla="*/ 98 w 116"/>
                  <a:gd name="T81" fmla="*/ 119 h 238"/>
                  <a:gd name="T82" fmla="*/ 98 w 116"/>
                  <a:gd name="T83" fmla="*/ 91 h 238"/>
                  <a:gd name="T84" fmla="*/ 106 w 116"/>
                  <a:gd name="T85" fmla="*/ 86 h 238"/>
                  <a:gd name="T86" fmla="*/ 107 w 116"/>
                  <a:gd name="T87" fmla="*/ 64 h 238"/>
                  <a:gd name="T88" fmla="*/ 114 w 116"/>
                  <a:gd name="T89" fmla="*/ 64 h 238"/>
                  <a:gd name="T90" fmla="*/ 115 w 116"/>
                  <a:gd name="T91" fmla="*/ 28 h 238"/>
                  <a:gd name="T92" fmla="*/ 106 w 116"/>
                  <a:gd name="T93" fmla="*/ 23 h 238"/>
                  <a:gd name="T94" fmla="*/ 105 w 116"/>
                  <a:gd name="T95" fmla="*/ 6 h 238"/>
                  <a:gd name="T96" fmla="*/ 96 w 116"/>
                  <a:gd name="T97" fmla="*/ 0 h 238"/>
                  <a:gd name="T98" fmla="*/ 88 w 116"/>
                  <a:gd name="T99" fmla="*/ 3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6" h="238">
                    <a:moveTo>
                      <a:pt x="88" y="3"/>
                    </a:moveTo>
                    <a:lnTo>
                      <a:pt x="87" y="23"/>
                    </a:lnTo>
                    <a:lnTo>
                      <a:pt x="81" y="26"/>
                    </a:lnTo>
                    <a:lnTo>
                      <a:pt x="79" y="41"/>
                    </a:lnTo>
                    <a:lnTo>
                      <a:pt x="70" y="41"/>
                    </a:lnTo>
                    <a:lnTo>
                      <a:pt x="66" y="47"/>
                    </a:lnTo>
                    <a:lnTo>
                      <a:pt x="64" y="55"/>
                    </a:lnTo>
                    <a:lnTo>
                      <a:pt x="56" y="62"/>
                    </a:lnTo>
                    <a:lnTo>
                      <a:pt x="53" y="70"/>
                    </a:lnTo>
                    <a:lnTo>
                      <a:pt x="48" y="69"/>
                    </a:lnTo>
                    <a:lnTo>
                      <a:pt x="46" y="61"/>
                    </a:lnTo>
                    <a:lnTo>
                      <a:pt x="37" y="61"/>
                    </a:lnTo>
                    <a:lnTo>
                      <a:pt x="35" y="67"/>
                    </a:lnTo>
                    <a:lnTo>
                      <a:pt x="26" y="71"/>
                    </a:lnTo>
                    <a:lnTo>
                      <a:pt x="23" y="84"/>
                    </a:lnTo>
                    <a:lnTo>
                      <a:pt x="17" y="85"/>
                    </a:lnTo>
                    <a:lnTo>
                      <a:pt x="20" y="127"/>
                    </a:lnTo>
                    <a:lnTo>
                      <a:pt x="24" y="128"/>
                    </a:lnTo>
                    <a:lnTo>
                      <a:pt x="26" y="139"/>
                    </a:lnTo>
                    <a:lnTo>
                      <a:pt x="20" y="143"/>
                    </a:lnTo>
                    <a:lnTo>
                      <a:pt x="17" y="157"/>
                    </a:lnTo>
                    <a:lnTo>
                      <a:pt x="10" y="160"/>
                    </a:lnTo>
                    <a:lnTo>
                      <a:pt x="9" y="167"/>
                    </a:lnTo>
                    <a:lnTo>
                      <a:pt x="0" y="170"/>
                    </a:lnTo>
                    <a:lnTo>
                      <a:pt x="1" y="189"/>
                    </a:lnTo>
                    <a:lnTo>
                      <a:pt x="11" y="189"/>
                    </a:lnTo>
                    <a:lnTo>
                      <a:pt x="11" y="228"/>
                    </a:lnTo>
                    <a:lnTo>
                      <a:pt x="20" y="228"/>
                    </a:lnTo>
                    <a:lnTo>
                      <a:pt x="26" y="234"/>
                    </a:lnTo>
                    <a:lnTo>
                      <a:pt x="33" y="237"/>
                    </a:lnTo>
                    <a:lnTo>
                      <a:pt x="42" y="228"/>
                    </a:lnTo>
                    <a:lnTo>
                      <a:pt x="52" y="227"/>
                    </a:lnTo>
                    <a:lnTo>
                      <a:pt x="59" y="222"/>
                    </a:lnTo>
                    <a:lnTo>
                      <a:pt x="66" y="217"/>
                    </a:lnTo>
                    <a:lnTo>
                      <a:pt x="70" y="198"/>
                    </a:lnTo>
                    <a:lnTo>
                      <a:pt x="78" y="195"/>
                    </a:lnTo>
                    <a:lnTo>
                      <a:pt x="78" y="170"/>
                    </a:lnTo>
                    <a:lnTo>
                      <a:pt x="83" y="167"/>
                    </a:lnTo>
                    <a:lnTo>
                      <a:pt x="82" y="132"/>
                    </a:lnTo>
                    <a:lnTo>
                      <a:pt x="92" y="125"/>
                    </a:lnTo>
                    <a:lnTo>
                      <a:pt x="98" y="119"/>
                    </a:lnTo>
                    <a:lnTo>
                      <a:pt x="98" y="91"/>
                    </a:lnTo>
                    <a:lnTo>
                      <a:pt x="106" y="86"/>
                    </a:lnTo>
                    <a:lnTo>
                      <a:pt x="107" y="64"/>
                    </a:lnTo>
                    <a:lnTo>
                      <a:pt x="114" y="64"/>
                    </a:lnTo>
                    <a:lnTo>
                      <a:pt x="115" y="28"/>
                    </a:lnTo>
                    <a:lnTo>
                      <a:pt x="106" y="23"/>
                    </a:lnTo>
                    <a:lnTo>
                      <a:pt x="105" y="6"/>
                    </a:lnTo>
                    <a:lnTo>
                      <a:pt x="96" y="0"/>
                    </a:lnTo>
                    <a:lnTo>
                      <a:pt x="88" y="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39" name="Freeform 134">
                <a:extLst>
                  <a:ext uri="{FF2B5EF4-FFF2-40B4-BE49-F238E27FC236}">
                    <a16:creationId xmlns:a16="http://schemas.microsoft.com/office/drawing/2014/main" id="{23866F4B-19B6-4368-8C77-06EAB36D2DDD}"/>
                  </a:ext>
                </a:extLst>
              </p:cNvPr>
              <p:cNvSpPr>
                <a:spLocks/>
              </p:cNvSpPr>
              <p:nvPr/>
            </p:nvSpPr>
            <p:spPr bwMode="auto">
              <a:xfrm>
                <a:off x="6324010" y="4778451"/>
                <a:ext cx="243735" cy="279986"/>
              </a:xfrm>
              <a:custGeom>
                <a:avLst/>
                <a:gdLst>
                  <a:gd name="T0" fmla="*/ 47 w 139"/>
                  <a:gd name="T1" fmla="*/ 3 h 159"/>
                  <a:gd name="T2" fmla="*/ 86 w 139"/>
                  <a:gd name="T3" fmla="*/ 4 h 159"/>
                  <a:gd name="T4" fmla="*/ 92 w 139"/>
                  <a:gd name="T5" fmla="*/ 26 h 159"/>
                  <a:gd name="T6" fmla="*/ 93 w 139"/>
                  <a:gd name="T7" fmla="*/ 37 h 159"/>
                  <a:gd name="T8" fmla="*/ 101 w 139"/>
                  <a:gd name="T9" fmla="*/ 42 h 159"/>
                  <a:gd name="T10" fmla="*/ 105 w 139"/>
                  <a:gd name="T11" fmla="*/ 54 h 159"/>
                  <a:gd name="T12" fmla="*/ 113 w 139"/>
                  <a:gd name="T13" fmla="*/ 54 h 159"/>
                  <a:gd name="T14" fmla="*/ 117 w 139"/>
                  <a:gd name="T15" fmla="*/ 70 h 159"/>
                  <a:gd name="T16" fmla="*/ 123 w 139"/>
                  <a:gd name="T17" fmla="*/ 71 h 159"/>
                  <a:gd name="T18" fmla="*/ 138 w 139"/>
                  <a:gd name="T19" fmla="*/ 77 h 159"/>
                  <a:gd name="T20" fmla="*/ 135 w 139"/>
                  <a:gd name="T21" fmla="*/ 86 h 159"/>
                  <a:gd name="T22" fmla="*/ 126 w 139"/>
                  <a:gd name="T23" fmla="*/ 93 h 159"/>
                  <a:gd name="T24" fmla="*/ 117 w 139"/>
                  <a:gd name="T25" fmla="*/ 102 h 159"/>
                  <a:gd name="T26" fmla="*/ 106 w 139"/>
                  <a:gd name="T27" fmla="*/ 107 h 159"/>
                  <a:gd name="T28" fmla="*/ 102 w 139"/>
                  <a:gd name="T29" fmla="*/ 121 h 159"/>
                  <a:gd name="T30" fmla="*/ 93 w 139"/>
                  <a:gd name="T31" fmla="*/ 124 h 159"/>
                  <a:gd name="T32" fmla="*/ 87 w 139"/>
                  <a:gd name="T33" fmla="*/ 133 h 159"/>
                  <a:gd name="T34" fmla="*/ 78 w 139"/>
                  <a:gd name="T35" fmla="*/ 142 h 159"/>
                  <a:gd name="T36" fmla="*/ 64 w 139"/>
                  <a:gd name="T37" fmla="*/ 142 h 159"/>
                  <a:gd name="T38" fmla="*/ 55 w 139"/>
                  <a:gd name="T39" fmla="*/ 136 h 159"/>
                  <a:gd name="T40" fmla="*/ 46 w 139"/>
                  <a:gd name="T41" fmla="*/ 136 h 159"/>
                  <a:gd name="T42" fmla="*/ 41 w 139"/>
                  <a:gd name="T43" fmla="*/ 144 h 159"/>
                  <a:gd name="T44" fmla="*/ 38 w 139"/>
                  <a:gd name="T45" fmla="*/ 153 h 159"/>
                  <a:gd name="T46" fmla="*/ 30 w 139"/>
                  <a:gd name="T47" fmla="*/ 158 h 159"/>
                  <a:gd name="T48" fmla="*/ 10 w 139"/>
                  <a:gd name="T49" fmla="*/ 153 h 159"/>
                  <a:gd name="T50" fmla="*/ 6 w 139"/>
                  <a:gd name="T51" fmla="*/ 138 h 159"/>
                  <a:gd name="T52" fmla="*/ 1 w 139"/>
                  <a:gd name="T53" fmla="*/ 132 h 159"/>
                  <a:gd name="T54" fmla="*/ 0 w 139"/>
                  <a:gd name="T55" fmla="*/ 80 h 159"/>
                  <a:gd name="T56" fmla="*/ 8 w 139"/>
                  <a:gd name="T57" fmla="*/ 76 h 159"/>
                  <a:gd name="T58" fmla="*/ 15 w 139"/>
                  <a:gd name="T59" fmla="*/ 72 h 159"/>
                  <a:gd name="T60" fmla="*/ 15 w 139"/>
                  <a:gd name="T61" fmla="*/ 20 h 159"/>
                  <a:gd name="T62" fmla="*/ 22 w 139"/>
                  <a:gd name="T63" fmla="*/ 7 h 159"/>
                  <a:gd name="T64" fmla="*/ 40 w 139"/>
                  <a:gd name="T65" fmla="*/ 0 h 159"/>
                  <a:gd name="T66" fmla="*/ 47 w 139"/>
                  <a:gd name="T67" fmla="*/ 3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9" h="159">
                    <a:moveTo>
                      <a:pt x="47" y="3"/>
                    </a:moveTo>
                    <a:lnTo>
                      <a:pt x="86" y="4"/>
                    </a:lnTo>
                    <a:lnTo>
                      <a:pt x="92" y="26"/>
                    </a:lnTo>
                    <a:lnTo>
                      <a:pt x="93" y="37"/>
                    </a:lnTo>
                    <a:lnTo>
                      <a:pt x="101" y="42"/>
                    </a:lnTo>
                    <a:lnTo>
                      <a:pt x="105" y="54"/>
                    </a:lnTo>
                    <a:lnTo>
                      <a:pt x="113" y="54"/>
                    </a:lnTo>
                    <a:lnTo>
                      <a:pt x="117" y="70"/>
                    </a:lnTo>
                    <a:lnTo>
                      <a:pt x="123" y="71"/>
                    </a:lnTo>
                    <a:lnTo>
                      <a:pt x="138" y="77"/>
                    </a:lnTo>
                    <a:lnTo>
                      <a:pt x="135" y="86"/>
                    </a:lnTo>
                    <a:lnTo>
                      <a:pt x="126" y="93"/>
                    </a:lnTo>
                    <a:lnTo>
                      <a:pt x="117" y="102"/>
                    </a:lnTo>
                    <a:lnTo>
                      <a:pt x="106" y="107"/>
                    </a:lnTo>
                    <a:lnTo>
                      <a:pt x="102" y="121"/>
                    </a:lnTo>
                    <a:lnTo>
                      <a:pt x="93" y="124"/>
                    </a:lnTo>
                    <a:lnTo>
                      <a:pt x="87" y="133"/>
                    </a:lnTo>
                    <a:lnTo>
                      <a:pt x="78" y="142"/>
                    </a:lnTo>
                    <a:lnTo>
                      <a:pt x="64" y="142"/>
                    </a:lnTo>
                    <a:lnTo>
                      <a:pt x="55" y="136"/>
                    </a:lnTo>
                    <a:lnTo>
                      <a:pt x="46" y="136"/>
                    </a:lnTo>
                    <a:lnTo>
                      <a:pt x="41" y="144"/>
                    </a:lnTo>
                    <a:lnTo>
                      <a:pt x="38" y="153"/>
                    </a:lnTo>
                    <a:lnTo>
                      <a:pt x="30" y="158"/>
                    </a:lnTo>
                    <a:lnTo>
                      <a:pt x="10" y="153"/>
                    </a:lnTo>
                    <a:lnTo>
                      <a:pt x="6" y="138"/>
                    </a:lnTo>
                    <a:lnTo>
                      <a:pt x="1" y="132"/>
                    </a:lnTo>
                    <a:lnTo>
                      <a:pt x="0" y="80"/>
                    </a:lnTo>
                    <a:lnTo>
                      <a:pt x="8" y="76"/>
                    </a:lnTo>
                    <a:lnTo>
                      <a:pt x="15" y="72"/>
                    </a:lnTo>
                    <a:lnTo>
                      <a:pt x="15" y="20"/>
                    </a:lnTo>
                    <a:lnTo>
                      <a:pt x="22" y="7"/>
                    </a:lnTo>
                    <a:lnTo>
                      <a:pt x="40" y="0"/>
                    </a:lnTo>
                    <a:lnTo>
                      <a:pt x="47" y="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40" name="Freeform 152">
                <a:extLst>
                  <a:ext uri="{FF2B5EF4-FFF2-40B4-BE49-F238E27FC236}">
                    <a16:creationId xmlns:a16="http://schemas.microsoft.com/office/drawing/2014/main" id="{CE3B667F-4C46-40EF-823D-C7526065BE2C}"/>
                  </a:ext>
                </a:extLst>
              </p:cNvPr>
              <p:cNvSpPr>
                <a:spLocks/>
              </p:cNvSpPr>
              <p:nvPr/>
            </p:nvSpPr>
            <p:spPr bwMode="auto">
              <a:xfrm>
                <a:off x="6235951" y="4913725"/>
                <a:ext cx="418281" cy="391665"/>
              </a:xfrm>
              <a:custGeom>
                <a:avLst/>
                <a:gdLst>
                  <a:gd name="T0" fmla="*/ 217 w 237"/>
                  <a:gd name="T1" fmla="*/ 9 h 221"/>
                  <a:gd name="T2" fmla="*/ 201 w 237"/>
                  <a:gd name="T3" fmla="*/ 9 h 221"/>
                  <a:gd name="T4" fmla="*/ 197 w 237"/>
                  <a:gd name="T5" fmla="*/ 4 h 221"/>
                  <a:gd name="T6" fmla="*/ 187 w 237"/>
                  <a:gd name="T7" fmla="*/ 0 h 221"/>
                  <a:gd name="T8" fmla="*/ 184 w 237"/>
                  <a:gd name="T9" fmla="*/ 8 h 221"/>
                  <a:gd name="T10" fmla="*/ 175 w 237"/>
                  <a:gd name="T11" fmla="*/ 15 h 221"/>
                  <a:gd name="T12" fmla="*/ 167 w 237"/>
                  <a:gd name="T13" fmla="*/ 25 h 221"/>
                  <a:gd name="T14" fmla="*/ 156 w 237"/>
                  <a:gd name="T15" fmla="*/ 30 h 221"/>
                  <a:gd name="T16" fmla="*/ 151 w 237"/>
                  <a:gd name="T17" fmla="*/ 44 h 221"/>
                  <a:gd name="T18" fmla="*/ 143 w 237"/>
                  <a:gd name="T19" fmla="*/ 47 h 221"/>
                  <a:gd name="T20" fmla="*/ 137 w 237"/>
                  <a:gd name="T21" fmla="*/ 55 h 221"/>
                  <a:gd name="T22" fmla="*/ 128 w 237"/>
                  <a:gd name="T23" fmla="*/ 65 h 221"/>
                  <a:gd name="T24" fmla="*/ 114 w 237"/>
                  <a:gd name="T25" fmla="*/ 65 h 221"/>
                  <a:gd name="T26" fmla="*/ 105 w 237"/>
                  <a:gd name="T27" fmla="*/ 59 h 221"/>
                  <a:gd name="T28" fmla="*/ 96 w 237"/>
                  <a:gd name="T29" fmla="*/ 59 h 221"/>
                  <a:gd name="T30" fmla="*/ 91 w 237"/>
                  <a:gd name="T31" fmla="*/ 66 h 221"/>
                  <a:gd name="T32" fmla="*/ 88 w 237"/>
                  <a:gd name="T33" fmla="*/ 76 h 221"/>
                  <a:gd name="T34" fmla="*/ 80 w 237"/>
                  <a:gd name="T35" fmla="*/ 81 h 221"/>
                  <a:gd name="T36" fmla="*/ 61 w 237"/>
                  <a:gd name="T37" fmla="*/ 76 h 221"/>
                  <a:gd name="T38" fmla="*/ 57 w 237"/>
                  <a:gd name="T39" fmla="*/ 61 h 221"/>
                  <a:gd name="T40" fmla="*/ 52 w 237"/>
                  <a:gd name="T41" fmla="*/ 54 h 221"/>
                  <a:gd name="T42" fmla="*/ 47 w 237"/>
                  <a:gd name="T43" fmla="*/ 110 h 221"/>
                  <a:gd name="T44" fmla="*/ 40 w 237"/>
                  <a:gd name="T45" fmla="*/ 120 h 221"/>
                  <a:gd name="T46" fmla="*/ 20 w 237"/>
                  <a:gd name="T47" fmla="*/ 117 h 221"/>
                  <a:gd name="T48" fmla="*/ 14 w 237"/>
                  <a:gd name="T49" fmla="*/ 105 h 221"/>
                  <a:gd name="T50" fmla="*/ 10 w 237"/>
                  <a:gd name="T51" fmla="*/ 110 h 221"/>
                  <a:gd name="T52" fmla="*/ 0 w 237"/>
                  <a:gd name="T53" fmla="*/ 111 h 221"/>
                  <a:gd name="T54" fmla="*/ 3 w 237"/>
                  <a:gd name="T55" fmla="*/ 118 h 221"/>
                  <a:gd name="T56" fmla="*/ 3 w 237"/>
                  <a:gd name="T57" fmla="*/ 134 h 221"/>
                  <a:gd name="T58" fmla="*/ 13 w 237"/>
                  <a:gd name="T59" fmla="*/ 138 h 221"/>
                  <a:gd name="T60" fmla="*/ 14 w 237"/>
                  <a:gd name="T61" fmla="*/ 157 h 221"/>
                  <a:gd name="T62" fmla="*/ 20 w 237"/>
                  <a:gd name="T63" fmla="*/ 160 h 221"/>
                  <a:gd name="T64" fmla="*/ 20 w 237"/>
                  <a:gd name="T65" fmla="*/ 166 h 221"/>
                  <a:gd name="T66" fmla="*/ 27 w 237"/>
                  <a:gd name="T67" fmla="*/ 166 h 221"/>
                  <a:gd name="T68" fmla="*/ 25 w 237"/>
                  <a:gd name="T69" fmla="*/ 178 h 221"/>
                  <a:gd name="T70" fmla="*/ 17 w 237"/>
                  <a:gd name="T71" fmla="*/ 184 h 221"/>
                  <a:gd name="T72" fmla="*/ 43 w 237"/>
                  <a:gd name="T73" fmla="*/ 218 h 221"/>
                  <a:gd name="T74" fmla="*/ 61 w 237"/>
                  <a:gd name="T75" fmla="*/ 220 h 221"/>
                  <a:gd name="T76" fmla="*/ 70 w 237"/>
                  <a:gd name="T77" fmla="*/ 214 h 221"/>
                  <a:gd name="T78" fmla="*/ 78 w 237"/>
                  <a:gd name="T79" fmla="*/ 203 h 221"/>
                  <a:gd name="T80" fmla="*/ 108 w 237"/>
                  <a:gd name="T81" fmla="*/ 204 h 221"/>
                  <a:gd name="T82" fmla="*/ 111 w 237"/>
                  <a:gd name="T83" fmla="*/ 209 h 221"/>
                  <a:gd name="T84" fmla="*/ 128 w 237"/>
                  <a:gd name="T85" fmla="*/ 202 h 221"/>
                  <a:gd name="T86" fmla="*/ 135 w 237"/>
                  <a:gd name="T87" fmla="*/ 196 h 221"/>
                  <a:gd name="T88" fmla="*/ 156 w 237"/>
                  <a:gd name="T89" fmla="*/ 193 h 221"/>
                  <a:gd name="T90" fmla="*/ 167 w 237"/>
                  <a:gd name="T91" fmla="*/ 186 h 221"/>
                  <a:gd name="T92" fmla="*/ 178 w 237"/>
                  <a:gd name="T93" fmla="*/ 167 h 221"/>
                  <a:gd name="T94" fmla="*/ 190 w 237"/>
                  <a:gd name="T95" fmla="*/ 158 h 221"/>
                  <a:gd name="T96" fmla="*/ 209 w 237"/>
                  <a:gd name="T97" fmla="*/ 142 h 221"/>
                  <a:gd name="T98" fmla="*/ 212 w 237"/>
                  <a:gd name="T99" fmla="*/ 125 h 221"/>
                  <a:gd name="T100" fmla="*/ 217 w 237"/>
                  <a:gd name="T101" fmla="*/ 110 h 221"/>
                  <a:gd name="T102" fmla="*/ 228 w 237"/>
                  <a:gd name="T103" fmla="*/ 109 h 221"/>
                  <a:gd name="T104" fmla="*/ 236 w 237"/>
                  <a:gd name="T105" fmla="*/ 93 h 221"/>
                  <a:gd name="T106" fmla="*/ 224 w 237"/>
                  <a:gd name="T107" fmla="*/ 88 h 221"/>
                  <a:gd name="T108" fmla="*/ 222 w 237"/>
                  <a:gd name="T109" fmla="*/ 76 h 221"/>
                  <a:gd name="T110" fmla="*/ 216 w 237"/>
                  <a:gd name="T111" fmla="*/ 66 h 221"/>
                  <a:gd name="T112" fmla="*/ 217 w 237"/>
                  <a:gd name="T113" fmla="*/ 52 h 221"/>
                  <a:gd name="T114" fmla="*/ 217 w 237"/>
                  <a:gd name="T115" fmla="*/ 34 h 221"/>
                  <a:gd name="T116" fmla="*/ 217 w 237"/>
                  <a:gd name="T117" fmla="*/ 9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37" h="221">
                    <a:moveTo>
                      <a:pt x="217" y="9"/>
                    </a:moveTo>
                    <a:lnTo>
                      <a:pt x="201" y="9"/>
                    </a:lnTo>
                    <a:lnTo>
                      <a:pt x="197" y="4"/>
                    </a:lnTo>
                    <a:lnTo>
                      <a:pt x="187" y="0"/>
                    </a:lnTo>
                    <a:lnTo>
                      <a:pt x="184" y="8"/>
                    </a:lnTo>
                    <a:lnTo>
                      <a:pt x="175" y="15"/>
                    </a:lnTo>
                    <a:lnTo>
                      <a:pt x="167" y="25"/>
                    </a:lnTo>
                    <a:lnTo>
                      <a:pt x="156" y="30"/>
                    </a:lnTo>
                    <a:lnTo>
                      <a:pt x="151" y="44"/>
                    </a:lnTo>
                    <a:lnTo>
                      <a:pt x="143" y="47"/>
                    </a:lnTo>
                    <a:lnTo>
                      <a:pt x="137" y="55"/>
                    </a:lnTo>
                    <a:lnTo>
                      <a:pt x="128" y="65"/>
                    </a:lnTo>
                    <a:lnTo>
                      <a:pt x="114" y="65"/>
                    </a:lnTo>
                    <a:lnTo>
                      <a:pt x="105" y="59"/>
                    </a:lnTo>
                    <a:lnTo>
                      <a:pt x="96" y="59"/>
                    </a:lnTo>
                    <a:lnTo>
                      <a:pt x="91" y="66"/>
                    </a:lnTo>
                    <a:lnTo>
                      <a:pt x="88" y="76"/>
                    </a:lnTo>
                    <a:lnTo>
                      <a:pt x="80" y="81"/>
                    </a:lnTo>
                    <a:lnTo>
                      <a:pt x="61" y="76"/>
                    </a:lnTo>
                    <a:lnTo>
                      <a:pt x="57" y="61"/>
                    </a:lnTo>
                    <a:lnTo>
                      <a:pt x="52" y="54"/>
                    </a:lnTo>
                    <a:lnTo>
                      <a:pt x="47" y="110"/>
                    </a:lnTo>
                    <a:lnTo>
                      <a:pt x="40" y="120"/>
                    </a:lnTo>
                    <a:lnTo>
                      <a:pt x="20" y="117"/>
                    </a:lnTo>
                    <a:lnTo>
                      <a:pt x="14" y="105"/>
                    </a:lnTo>
                    <a:lnTo>
                      <a:pt x="10" y="110"/>
                    </a:lnTo>
                    <a:lnTo>
                      <a:pt x="0" y="111"/>
                    </a:lnTo>
                    <a:lnTo>
                      <a:pt x="3" y="118"/>
                    </a:lnTo>
                    <a:lnTo>
                      <a:pt x="3" y="134"/>
                    </a:lnTo>
                    <a:lnTo>
                      <a:pt x="13" y="138"/>
                    </a:lnTo>
                    <a:lnTo>
                      <a:pt x="14" y="157"/>
                    </a:lnTo>
                    <a:lnTo>
                      <a:pt x="20" y="160"/>
                    </a:lnTo>
                    <a:lnTo>
                      <a:pt x="20" y="166"/>
                    </a:lnTo>
                    <a:lnTo>
                      <a:pt x="27" y="166"/>
                    </a:lnTo>
                    <a:lnTo>
                      <a:pt x="25" y="178"/>
                    </a:lnTo>
                    <a:lnTo>
                      <a:pt x="17" y="184"/>
                    </a:lnTo>
                    <a:lnTo>
                      <a:pt x="43" y="218"/>
                    </a:lnTo>
                    <a:lnTo>
                      <a:pt x="61" y="220"/>
                    </a:lnTo>
                    <a:lnTo>
                      <a:pt x="70" y="214"/>
                    </a:lnTo>
                    <a:lnTo>
                      <a:pt x="78" y="203"/>
                    </a:lnTo>
                    <a:lnTo>
                      <a:pt x="108" y="204"/>
                    </a:lnTo>
                    <a:lnTo>
                      <a:pt x="111" y="209"/>
                    </a:lnTo>
                    <a:lnTo>
                      <a:pt x="128" y="202"/>
                    </a:lnTo>
                    <a:lnTo>
                      <a:pt x="135" y="196"/>
                    </a:lnTo>
                    <a:lnTo>
                      <a:pt x="156" y="193"/>
                    </a:lnTo>
                    <a:lnTo>
                      <a:pt x="167" y="186"/>
                    </a:lnTo>
                    <a:lnTo>
                      <a:pt x="178" y="167"/>
                    </a:lnTo>
                    <a:lnTo>
                      <a:pt x="190" y="158"/>
                    </a:lnTo>
                    <a:lnTo>
                      <a:pt x="209" y="142"/>
                    </a:lnTo>
                    <a:lnTo>
                      <a:pt x="212" y="125"/>
                    </a:lnTo>
                    <a:lnTo>
                      <a:pt x="217" y="110"/>
                    </a:lnTo>
                    <a:lnTo>
                      <a:pt x="228" y="109"/>
                    </a:lnTo>
                    <a:lnTo>
                      <a:pt x="236" y="93"/>
                    </a:lnTo>
                    <a:lnTo>
                      <a:pt x="224" y="88"/>
                    </a:lnTo>
                    <a:lnTo>
                      <a:pt x="222" y="76"/>
                    </a:lnTo>
                    <a:lnTo>
                      <a:pt x="216" y="66"/>
                    </a:lnTo>
                    <a:lnTo>
                      <a:pt x="217" y="52"/>
                    </a:lnTo>
                    <a:lnTo>
                      <a:pt x="217" y="34"/>
                    </a:lnTo>
                    <a:lnTo>
                      <a:pt x="217" y="9"/>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41" name="Freeform 153">
                <a:extLst>
                  <a:ext uri="{FF2B5EF4-FFF2-40B4-BE49-F238E27FC236}">
                    <a16:creationId xmlns:a16="http://schemas.microsoft.com/office/drawing/2014/main" id="{22CEEF5D-6F2C-474F-81AB-1D254FD66A42}"/>
                  </a:ext>
                </a:extLst>
              </p:cNvPr>
              <p:cNvSpPr>
                <a:spLocks/>
              </p:cNvSpPr>
              <p:nvPr/>
            </p:nvSpPr>
            <p:spPr bwMode="auto">
              <a:xfrm>
                <a:off x="6589760" y="4570821"/>
                <a:ext cx="264177" cy="509637"/>
              </a:xfrm>
              <a:custGeom>
                <a:avLst/>
                <a:gdLst>
                  <a:gd name="T0" fmla="*/ 24 w 150"/>
                  <a:gd name="T1" fmla="*/ 284 h 289"/>
                  <a:gd name="T2" fmla="*/ 15 w 150"/>
                  <a:gd name="T3" fmla="*/ 262 h 289"/>
                  <a:gd name="T4" fmla="*/ 16 w 150"/>
                  <a:gd name="T5" fmla="*/ 229 h 289"/>
                  <a:gd name="T6" fmla="*/ 19 w 150"/>
                  <a:gd name="T7" fmla="*/ 194 h 289"/>
                  <a:gd name="T8" fmla="*/ 26 w 150"/>
                  <a:gd name="T9" fmla="*/ 168 h 289"/>
                  <a:gd name="T10" fmla="*/ 41 w 150"/>
                  <a:gd name="T11" fmla="*/ 155 h 289"/>
                  <a:gd name="T12" fmla="*/ 35 w 150"/>
                  <a:gd name="T13" fmla="*/ 132 h 289"/>
                  <a:gd name="T14" fmla="*/ 32 w 150"/>
                  <a:gd name="T15" fmla="*/ 97 h 289"/>
                  <a:gd name="T16" fmla="*/ 5 w 150"/>
                  <a:gd name="T17" fmla="*/ 82 h 289"/>
                  <a:gd name="T18" fmla="*/ 23 w 150"/>
                  <a:gd name="T19" fmla="*/ 75 h 289"/>
                  <a:gd name="T20" fmla="*/ 38 w 150"/>
                  <a:gd name="T21" fmla="*/ 60 h 289"/>
                  <a:gd name="T22" fmla="*/ 60 w 150"/>
                  <a:gd name="T23" fmla="*/ 68 h 289"/>
                  <a:gd name="T24" fmla="*/ 55 w 150"/>
                  <a:gd name="T25" fmla="*/ 94 h 289"/>
                  <a:gd name="T26" fmla="*/ 71 w 150"/>
                  <a:gd name="T27" fmla="*/ 99 h 289"/>
                  <a:gd name="T28" fmla="*/ 85 w 150"/>
                  <a:gd name="T29" fmla="*/ 81 h 289"/>
                  <a:gd name="T30" fmla="*/ 78 w 150"/>
                  <a:gd name="T31" fmla="*/ 59 h 289"/>
                  <a:gd name="T32" fmla="*/ 69 w 150"/>
                  <a:gd name="T33" fmla="*/ 44 h 289"/>
                  <a:gd name="T34" fmla="*/ 64 w 150"/>
                  <a:gd name="T35" fmla="*/ 26 h 289"/>
                  <a:gd name="T36" fmla="*/ 64 w 150"/>
                  <a:gd name="T37" fmla="*/ 0 h 289"/>
                  <a:gd name="T38" fmla="*/ 80 w 150"/>
                  <a:gd name="T39" fmla="*/ 18 h 289"/>
                  <a:gd name="T40" fmla="*/ 112 w 150"/>
                  <a:gd name="T41" fmla="*/ 11 h 289"/>
                  <a:gd name="T42" fmla="*/ 132 w 150"/>
                  <a:gd name="T43" fmla="*/ 4 h 289"/>
                  <a:gd name="T44" fmla="*/ 149 w 150"/>
                  <a:gd name="T45" fmla="*/ 30 h 289"/>
                  <a:gd name="T46" fmla="*/ 140 w 150"/>
                  <a:gd name="T47" fmla="*/ 93 h 289"/>
                  <a:gd name="T48" fmla="*/ 113 w 150"/>
                  <a:gd name="T49" fmla="*/ 106 h 289"/>
                  <a:gd name="T50" fmla="*/ 101 w 150"/>
                  <a:gd name="T51" fmla="*/ 117 h 289"/>
                  <a:gd name="T52" fmla="*/ 93 w 150"/>
                  <a:gd name="T53" fmla="*/ 139 h 289"/>
                  <a:gd name="T54" fmla="*/ 73 w 150"/>
                  <a:gd name="T55" fmla="*/ 149 h 289"/>
                  <a:gd name="T56" fmla="*/ 68 w 150"/>
                  <a:gd name="T57" fmla="*/ 189 h 289"/>
                  <a:gd name="T58" fmla="*/ 71 w 150"/>
                  <a:gd name="T59" fmla="*/ 220 h 289"/>
                  <a:gd name="T60" fmla="*/ 68 w 150"/>
                  <a:gd name="T61" fmla="*/ 234 h 289"/>
                  <a:gd name="T62" fmla="*/ 56 w 150"/>
                  <a:gd name="T63" fmla="*/ 242 h 289"/>
                  <a:gd name="T64" fmla="*/ 39 w 150"/>
                  <a:gd name="T65" fmla="*/ 248 h 289"/>
                  <a:gd name="T66" fmla="*/ 37 w 150"/>
                  <a:gd name="T67" fmla="*/ 269 h 289"/>
                  <a:gd name="T68" fmla="*/ 36 w 150"/>
                  <a:gd name="T69" fmla="*/ 28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289">
                    <a:moveTo>
                      <a:pt x="36" y="288"/>
                    </a:moveTo>
                    <a:lnTo>
                      <a:pt x="24" y="284"/>
                    </a:lnTo>
                    <a:lnTo>
                      <a:pt x="21" y="272"/>
                    </a:lnTo>
                    <a:lnTo>
                      <a:pt x="15" y="262"/>
                    </a:lnTo>
                    <a:lnTo>
                      <a:pt x="16" y="247"/>
                    </a:lnTo>
                    <a:lnTo>
                      <a:pt x="16" y="229"/>
                    </a:lnTo>
                    <a:lnTo>
                      <a:pt x="16" y="205"/>
                    </a:lnTo>
                    <a:lnTo>
                      <a:pt x="19" y="194"/>
                    </a:lnTo>
                    <a:lnTo>
                      <a:pt x="27" y="189"/>
                    </a:lnTo>
                    <a:lnTo>
                      <a:pt x="26" y="168"/>
                    </a:lnTo>
                    <a:lnTo>
                      <a:pt x="36" y="162"/>
                    </a:lnTo>
                    <a:lnTo>
                      <a:pt x="41" y="155"/>
                    </a:lnTo>
                    <a:lnTo>
                      <a:pt x="36" y="142"/>
                    </a:lnTo>
                    <a:lnTo>
                      <a:pt x="35" y="132"/>
                    </a:lnTo>
                    <a:lnTo>
                      <a:pt x="40" y="111"/>
                    </a:lnTo>
                    <a:lnTo>
                      <a:pt x="32" y="97"/>
                    </a:lnTo>
                    <a:lnTo>
                      <a:pt x="12" y="93"/>
                    </a:lnTo>
                    <a:lnTo>
                      <a:pt x="5" y="82"/>
                    </a:lnTo>
                    <a:lnTo>
                      <a:pt x="0" y="81"/>
                    </a:lnTo>
                    <a:lnTo>
                      <a:pt x="23" y="75"/>
                    </a:lnTo>
                    <a:lnTo>
                      <a:pt x="26" y="66"/>
                    </a:lnTo>
                    <a:lnTo>
                      <a:pt x="38" y="60"/>
                    </a:lnTo>
                    <a:lnTo>
                      <a:pt x="49" y="65"/>
                    </a:lnTo>
                    <a:lnTo>
                      <a:pt x="60" y="68"/>
                    </a:lnTo>
                    <a:lnTo>
                      <a:pt x="59" y="80"/>
                    </a:lnTo>
                    <a:lnTo>
                      <a:pt x="55" y="94"/>
                    </a:lnTo>
                    <a:lnTo>
                      <a:pt x="61" y="101"/>
                    </a:lnTo>
                    <a:lnTo>
                      <a:pt x="71" y="99"/>
                    </a:lnTo>
                    <a:lnTo>
                      <a:pt x="75" y="88"/>
                    </a:lnTo>
                    <a:lnTo>
                      <a:pt x="85" y="81"/>
                    </a:lnTo>
                    <a:lnTo>
                      <a:pt x="82" y="68"/>
                    </a:lnTo>
                    <a:lnTo>
                      <a:pt x="78" y="59"/>
                    </a:lnTo>
                    <a:lnTo>
                      <a:pt x="72" y="49"/>
                    </a:lnTo>
                    <a:lnTo>
                      <a:pt x="69" y="44"/>
                    </a:lnTo>
                    <a:lnTo>
                      <a:pt x="63" y="37"/>
                    </a:lnTo>
                    <a:lnTo>
                      <a:pt x="64" y="26"/>
                    </a:lnTo>
                    <a:lnTo>
                      <a:pt x="67" y="14"/>
                    </a:lnTo>
                    <a:lnTo>
                      <a:pt x="64" y="0"/>
                    </a:lnTo>
                    <a:lnTo>
                      <a:pt x="77" y="9"/>
                    </a:lnTo>
                    <a:lnTo>
                      <a:pt x="80" y="18"/>
                    </a:lnTo>
                    <a:lnTo>
                      <a:pt x="109" y="20"/>
                    </a:lnTo>
                    <a:lnTo>
                      <a:pt x="112" y="11"/>
                    </a:lnTo>
                    <a:lnTo>
                      <a:pt x="129" y="11"/>
                    </a:lnTo>
                    <a:lnTo>
                      <a:pt x="132" y="4"/>
                    </a:lnTo>
                    <a:lnTo>
                      <a:pt x="149" y="0"/>
                    </a:lnTo>
                    <a:lnTo>
                      <a:pt x="149" y="30"/>
                    </a:lnTo>
                    <a:lnTo>
                      <a:pt x="149" y="83"/>
                    </a:lnTo>
                    <a:lnTo>
                      <a:pt x="140" y="93"/>
                    </a:lnTo>
                    <a:lnTo>
                      <a:pt x="136" y="103"/>
                    </a:lnTo>
                    <a:lnTo>
                      <a:pt x="113" y="106"/>
                    </a:lnTo>
                    <a:lnTo>
                      <a:pt x="111" y="114"/>
                    </a:lnTo>
                    <a:lnTo>
                      <a:pt x="101" y="117"/>
                    </a:lnTo>
                    <a:lnTo>
                      <a:pt x="97" y="121"/>
                    </a:lnTo>
                    <a:lnTo>
                      <a:pt x="93" y="139"/>
                    </a:lnTo>
                    <a:lnTo>
                      <a:pt x="81" y="143"/>
                    </a:lnTo>
                    <a:lnTo>
                      <a:pt x="73" y="149"/>
                    </a:lnTo>
                    <a:lnTo>
                      <a:pt x="69" y="157"/>
                    </a:lnTo>
                    <a:lnTo>
                      <a:pt x="68" y="189"/>
                    </a:lnTo>
                    <a:lnTo>
                      <a:pt x="71" y="190"/>
                    </a:lnTo>
                    <a:lnTo>
                      <a:pt x="71" y="220"/>
                    </a:lnTo>
                    <a:lnTo>
                      <a:pt x="73" y="233"/>
                    </a:lnTo>
                    <a:lnTo>
                      <a:pt x="68" y="234"/>
                    </a:lnTo>
                    <a:lnTo>
                      <a:pt x="67" y="242"/>
                    </a:lnTo>
                    <a:lnTo>
                      <a:pt x="56" y="242"/>
                    </a:lnTo>
                    <a:lnTo>
                      <a:pt x="52" y="246"/>
                    </a:lnTo>
                    <a:lnTo>
                      <a:pt x="39" y="248"/>
                    </a:lnTo>
                    <a:lnTo>
                      <a:pt x="37" y="259"/>
                    </a:lnTo>
                    <a:lnTo>
                      <a:pt x="37" y="269"/>
                    </a:lnTo>
                    <a:lnTo>
                      <a:pt x="37" y="280"/>
                    </a:lnTo>
                    <a:lnTo>
                      <a:pt x="36" y="288"/>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42" name="Freeform 154">
                <a:extLst>
                  <a:ext uri="{FF2B5EF4-FFF2-40B4-BE49-F238E27FC236}">
                    <a16:creationId xmlns:a16="http://schemas.microsoft.com/office/drawing/2014/main" id="{8D91ECB2-D33F-4136-8670-033A3D41F9CD}"/>
                  </a:ext>
                </a:extLst>
              </p:cNvPr>
              <p:cNvSpPr>
                <a:spLocks/>
              </p:cNvSpPr>
              <p:nvPr/>
            </p:nvSpPr>
            <p:spPr bwMode="auto">
              <a:xfrm>
                <a:off x="6492266" y="5111917"/>
                <a:ext cx="66044" cy="67637"/>
              </a:xfrm>
              <a:custGeom>
                <a:avLst/>
                <a:gdLst>
                  <a:gd name="T0" fmla="*/ 12 w 38"/>
                  <a:gd name="T1" fmla="*/ 2 h 38"/>
                  <a:gd name="T2" fmla="*/ 9 w 38"/>
                  <a:gd name="T3" fmla="*/ 9 h 38"/>
                  <a:gd name="T4" fmla="*/ 0 w 38"/>
                  <a:gd name="T5" fmla="*/ 11 h 38"/>
                  <a:gd name="T6" fmla="*/ 1 w 38"/>
                  <a:gd name="T7" fmla="*/ 34 h 38"/>
                  <a:gd name="T8" fmla="*/ 13 w 38"/>
                  <a:gd name="T9" fmla="*/ 33 h 38"/>
                  <a:gd name="T10" fmla="*/ 16 w 38"/>
                  <a:gd name="T11" fmla="*/ 37 h 38"/>
                  <a:gd name="T12" fmla="*/ 23 w 38"/>
                  <a:gd name="T13" fmla="*/ 36 h 38"/>
                  <a:gd name="T14" fmla="*/ 28 w 38"/>
                  <a:gd name="T15" fmla="*/ 30 h 38"/>
                  <a:gd name="T16" fmla="*/ 31 w 38"/>
                  <a:gd name="T17" fmla="*/ 22 h 38"/>
                  <a:gd name="T18" fmla="*/ 37 w 38"/>
                  <a:gd name="T19" fmla="*/ 22 h 38"/>
                  <a:gd name="T20" fmla="*/ 37 w 38"/>
                  <a:gd name="T21" fmla="*/ 1 h 38"/>
                  <a:gd name="T22" fmla="*/ 23 w 38"/>
                  <a:gd name="T23" fmla="*/ 0 h 38"/>
                  <a:gd name="T24" fmla="*/ 12 w 38"/>
                  <a:gd name="T25" fmla="*/ 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 h="38">
                    <a:moveTo>
                      <a:pt x="12" y="2"/>
                    </a:moveTo>
                    <a:lnTo>
                      <a:pt x="9" y="9"/>
                    </a:lnTo>
                    <a:lnTo>
                      <a:pt x="0" y="11"/>
                    </a:lnTo>
                    <a:lnTo>
                      <a:pt x="1" y="34"/>
                    </a:lnTo>
                    <a:lnTo>
                      <a:pt x="13" y="33"/>
                    </a:lnTo>
                    <a:lnTo>
                      <a:pt x="16" y="37"/>
                    </a:lnTo>
                    <a:lnTo>
                      <a:pt x="23" y="36"/>
                    </a:lnTo>
                    <a:lnTo>
                      <a:pt x="28" y="30"/>
                    </a:lnTo>
                    <a:lnTo>
                      <a:pt x="31" y="22"/>
                    </a:lnTo>
                    <a:lnTo>
                      <a:pt x="37" y="22"/>
                    </a:lnTo>
                    <a:lnTo>
                      <a:pt x="37" y="1"/>
                    </a:lnTo>
                    <a:lnTo>
                      <a:pt x="23" y="0"/>
                    </a:lnTo>
                    <a:lnTo>
                      <a:pt x="12" y="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43" name="Freeform 155">
                <a:extLst>
                  <a:ext uri="{FF2B5EF4-FFF2-40B4-BE49-F238E27FC236}">
                    <a16:creationId xmlns:a16="http://schemas.microsoft.com/office/drawing/2014/main" id="{87E20483-8CA2-47FD-AE67-19D4E4F5E31E}"/>
                  </a:ext>
                </a:extLst>
              </p:cNvPr>
              <p:cNvSpPr>
                <a:spLocks/>
              </p:cNvSpPr>
              <p:nvPr/>
            </p:nvSpPr>
            <p:spPr bwMode="auto">
              <a:xfrm>
                <a:off x="6369612" y="4481163"/>
                <a:ext cx="306634" cy="305153"/>
              </a:xfrm>
              <a:custGeom>
                <a:avLst/>
                <a:gdLst>
                  <a:gd name="T0" fmla="*/ 59 w 174"/>
                  <a:gd name="T1" fmla="*/ 172 h 173"/>
                  <a:gd name="T2" fmla="*/ 68 w 174"/>
                  <a:gd name="T3" fmla="*/ 169 h 173"/>
                  <a:gd name="T4" fmla="*/ 81 w 174"/>
                  <a:gd name="T5" fmla="*/ 169 h 173"/>
                  <a:gd name="T6" fmla="*/ 89 w 174"/>
                  <a:gd name="T7" fmla="*/ 166 h 173"/>
                  <a:gd name="T8" fmla="*/ 92 w 174"/>
                  <a:gd name="T9" fmla="*/ 156 h 173"/>
                  <a:gd name="T10" fmla="*/ 99 w 174"/>
                  <a:gd name="T11" fmla="*/ 153 h 173"/>
                  <a:gd name="T12" fmla="*/ 104 w 174"/>
                  <a:gd name="T13" fmla="*/ 150 h 173"/>
                  <a:gd name="T14" fmla="*/ 106 w 174"/>
                  <a:gd name="T15" fmla="*/ 140 h 173"/>
                  <a:gd name="T16" fmla="*/ 119 w 174"/>
                  <a:gd name="T17" fmla="*/ 137 h 173"/>
                  <a:gd name="T18" fmla="*/ 125 w 174"/>
                  <a:gd name="T19" fmla="*/ 130 h 173"/>
                  <a:gd name="T20" fmla="*/ 148 w 174"/>
                  <a:gd name="T21" fmla="*/ 125 h 173"/>
                  <a:gd name="T22" fmla="*/ 151 w 174"/>
                  <a:gd name="T23" fmla="*/ 116 h 173"/>
                  <a:gd name="T24" fmla="*/ 163 w 174"/>
                  <a:gd name="T25" fmla="*/ 110 h 173"/>
                  <a:gd name="T26" fmla="*/ 165 w 174"/>
                  <a:gd name="T27" fmla="*/ 83 h 173"/>
                  <a:gd name="T28" fmla="*/ 173 w 174"/>
                  <a:gd name="T29" fmla="*/ 76 h 173"/>
                  <a:gd name="T30" fmla="*/ 170 w 174"/>
                  <a:gd name="T31" fmla="*/ 59 h 173"/>
                  <a:gd name="T32" fmla="*/ 170 w 174"/>
                  <a:gd name="T33" fmla="*/ 39 h 173"/>
                  <a:gd name="T34" fmla="*/ 162 w 174"/>
                  <a:gd name="T35" fmla="*/ 25 h 173"/>
                  <a:gd name="T36" fmla="*/ 148 w 174"/>
                  <a:gd name="T37" fmla="*/ 19 h 173"/>
                  <a:gd name="T38" fmla="*/ 139 w 174"/>
                  <a:gd name="T39" fmla="*/ 8 h 173"/>
                  <a:gd name="T40" fmla="*/ 137 w 174"/>
                  <a:gd name="T41" fmla="*/ 0 h 173"/>
                  <a:gd name="T42" fmla="*/ 126 w 174"/>
                  <a:gd name="T43" fmla="*/ 1 h 173"/>
                  <a:gd name="T44" fmla="*/ 123 w 174"/>
                  <a:gd name="T45" fmla="*/ 10 h 173"/>
                  <a:gd name="T46" fmla="*/ 112 w 174"/>
                  <a:gd name="T47" fmla="*/ 14 h 173"/>
                  <a:gd name="T48" fmla="*/ 107 w 174"/>
                  <a:gd name="T49" fmla="*/ 25 h 173"/>
                  <a:gd name="T50" fmla="*/ 103 w 174"/>
                  <a:gd name="T51" fmla="*/ 69 h 173"/>
                  <a:gd name="T52" fmla="*/ 109 w 174"/>
                  <a:gd name="T53" fmla="*/ 75 h 173"/>
                  <a:gd name="T54" fmla="*/ 119 w 174"/>
                  <a:gd name="T55" fmla="*/ 75 h 173"/>
                  <a:gd name="T56" fmla="*/ 122 w 174"/>
                  <a:gd name="T57" fmla="*/ 93 h 173"/>
                  <a:gd name="T58" fmla="*/ 118 w 174"/>
                  <a:gd name="T59" fmla="*/ 103 h 173"/>
                  <a:gd name="T60" fmla="*/ 102 w 174"/>
                  <a:gd name="T61" fmla="*/ 103 h 173"/>
                  <a:gd name="T62" fmla="*/ 96 w 174"/>
                  <a:gd name="T63" fmla="*/ 96 h 173"/>
                  <a:gd name="T64" fmla="*/ 92 w 174"/>
                  <a:gd name="T65" fmla="*/ 80 h 173"/>
                  <a:gd name="T66" fmla="*/ 81 w 174"/>
                  <a:gd name="T67" fmla="*/ 74 h 173"/>
                  <a:gd name="T68" fmla="*/ 80 w 174"/>
                  <a:gd name="T69" fmla="*/ 69 h 173"/>
                  <a:gd name="T70" fmla="*/ 68 w 174"/>
                  <a:gd name="T71" fmla="*/ 70 h 173"/>
                  <a:gd name="T72" fmla="*/ 64 w 174"/>
                  <a:gd name="T73" fmla="*/ 80 h 173"/>
                  <a:gd name="T74" fmla="*/ 57 w 174"/>
                  <a:gd name="T75" fmla="*/ 77 h 173"/>
                  <a:gd name="T76" fmla="*/ 53 w 174"/>
                  <a:gd name="T77" fmla="*/ 62 h 173"/>
                  <a:gd name="T78" fmla="*/ 37 w 174"/>
                  <a:gd name="T79" fmla="*/ 60 h 173"/>
                  <a:gd name="T80" fmla="*/ 35 w 174"/>
                  <a:gd name="T81" fmla="*/ 94 h 173"/>
                  <a:gd name="T82" fmla="*/ 22 w 174"/>
                  <a:gd name="T83" fmla="*/ 94 h 173"/>
                  <a:gd name="T84" fmla="*/ 17 w 174"/>
                  <a:gd name="T85" fmla="*/ 85 h 173"/>
                  <a:gd name="T86" fmla="*/ 11 w 174"/>
                  <a:gd name="T87" fmla="*/ 86 h 173"/>
                  <a:gd name="T88" fmla="*/ 11 w 174"/>
                  <a:gd name="T89" fmla="*/ 94 h 173"/>
                  <a:gd name="T90" fmla="*/ 1 w 174"/>
                  <a:gd name="T91" fmla="*/ 95 h 173"/>
                  <a:gd name="T92" fmla="*/ 0 w 174"/>
                  <a:gd name="T93" fmla="*/ 134 h 173"/>
                  <a:gd name="T94" fmla="*/ 2 w 174"/>
                  <a:gd name="T95" fmla="*/ 146 h 173"/>
                  <a:gd name="T96" fmla="*/ 14 w 174"/>
                  <a:gd name="T97" fmla="*/ 160 h 173"/>
                  <a:gd name="T98" fmla="*/ 14 w 174"/>
                  <a:gd name="T99" fmla="*/ 168 h 173"/>
                  <a:gd name="T100" fmla="*/ 21 w 174"/>
                  <a:gd name="T101" fmla="*/ 170 h 173"/>
                  <a:gd name="T102" fmla="*/ 59 w 174"/>
                  <a:gd name="T103" fmla="*/ 172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4" h="173">
                    <a:moveTo>
                      <a:pt x="59" y="172"/>
                    </a:moveTo>
                    <a:lnTo>
                      <a:pt x="68" y="169"/>
                    </a:lnTo>
                    <a:lnTo>
                      <a:pt x="81" y="169"/>
                    </a:lnTo>
                    <a:lnTo>
                      <a:pt x="89" y="166"/>
                    </a:lnTo>
                    <a:lnTo>
                      <a:pt x="92" y="156"/>
                    </a:lnTo>
                    <a:lnTo>
                      <a:pt x="99" y="153"/>
                    </a:lnTo>
                    <a:lnTo>
                      <a:pt x="104" y="150"/>
                    </a:lnTo>
                    <a:lnTo>
                      <a:pt x="106" y="140"/>
                    </a:lnTo>
                    <a:lnTo>
                      <a:pt x="119" y="137"/>
                    </a:lnTo>
                    <a:lnTo>
                      <a:pt x="125" y="130"/>
                    </a:lnTo>
                    <a:lnTo>
                      <a:pt x="148" y="125"/>
                    </a:lnTo>
                    <a:lnTo>
                      <a:pt x="151" y="116"/>
                    </a:lnTo>
                    <a:lnTo>
                      <a:pt x="163" y="110"/>
                    </a:lnTo>
                    <a:lnTo>
                      <a:pt x="165" y="83"/>
                    </a:lnTo>
                    <a:lnTo>
                      <a:pt x="173" y="76"/>
                    </a:lnTo>
                    <a:lnTo>
                      <a:pt x="170" y="59"/>
                    </a:lnTo>
                    <a:lnTo>
                      <a:pt x="170" y="39"/>
                    </a:lnTo>
                    <a:lnTo>
                      <a:pt x="162" y="25"/>
                    </a:lnTo>
                    <a:lnTo>
                      <a:pt x="148" y="19"/>
                    </a:lnTo>
                    <a:lnTo>
                      <a:pt x="139" y="8"/>
                    </a:lnTo>
                    <a:lnTo>
                      <a:pt x="137" y="0"/>
                    </a:lnTo>
                    <a:lnTo>
                      <a:pt x="126" y="1"/>
                    </a:lnTo>
                    <a:lnTo>
                      <a:pt x="123" y="10"/>
                    </a:lnTo>
                    <a:lnTo>
                      <a:pt x="112" y="14"/>
                    </a:lnTo>
                    <a:lnTo>
                      <a:pt x="107" y="25"/>
                    </a:lnTo>
                    <a:lnTo>
                      <a:pt x="103" y="69"/>
                    </a:lnTo>
                    <a:lnTo>
                      <a:pt x="109" y="75"/>
                    </a:lnTo>
                    <a:lnTo>
                      <a:pt x="119" y="75"/>
                    </a:lnTo>
                    <a:lnTo>
                      <a:pt x="122" y="93"/>
                    </a:lnTo>
                    <a:lnTo>
                      <a:pt x="118" y="103"/>
                    </a:lnTo>
                    <a:lnTo>
                      <a:pt x="102" y="103"/>
                    </a:lnTo>
                    <a:lnTo>
                      <a:pt x="96" y="96"/>
                    </a:lnTo>
                    <a:lnTo>
                      <a:pt x="92" y="80"/>
                    </a:lnTo>
                    <a:lnTo>
                      <a:pt x="81" y="74"/>
                    </a:lnTo>
                    <a:lnTo>
                      <a:pt x="80" y="69"/>
                    </a:lnTo>
                    <a:lnTo>
                      <a:pt x="68" y="70"/>
                    </a:lnTo>
                    <a:lnTo>
                      <a:pt x="64" y="80"/>
                    </a:lnTo>
                    <a:lnTo>
                      <a:pt x="57" y="77"/>
                    </a:lnTo>
                    <a:lnTo>
                      <a:pt x="53" y="62"/>
                    </a:lnTo>
                    <a:lnTo>
                      <a:pt x="37" y="60"/>
                    </a:lnTo>
                    <a:lnTo>
                      <a:pt x="35" y="94"/>
                    </a:lnTo>
                    <a:lnTo>
                      <a:pt x="22" y="94"/>
                    </a:lnTo>
                    <a:lnTo>
                      <a:pt x="17" y="85"/>
                    </a:lnTo>
                    <a:lnTo>
                      <a:pt x="11" y="86"/>
                    </a:lnTo>
                    <a:lnTo>
                      <a:pt x="11" y="94"/>
                    </a:lnTo>
                    <a:lnTo>
                      <a:pt x="1" y="95"/>
                    </a:lnTo>
                    <a:lnTo>
                      <a:pt x="0" y="134"/>
                    </a:lnTo>
                    <a:lnTo>
                      <a:pt x="2" y="146"/>
                    </a:lnTo>
                    <a:lnTo>
                      <a:pt x="14" y="160"/>
                    </a:lnTo>
                    <a:lnTo>
                      <a:pt x="14" y="168"/>
                    </a:lnTo>
                    <a:lnTo>
                      <a:pt x="21" y="170"/>
                    </a:lnTo>
                    <a:lnTo>
                      <a:pt x="59" y="17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44" name="Freeform 159">
                <a:extLst>
                  <a:ext uri="{FF2B5EF4-FFF2-40B4-BE49-F238E27FC236}">
                    <a16:creationId xmlns:a16="http://schemas.microsoft.com/office/drawing/2014/main" id="{B057965A-50ED-4EE1-9DA9-B305BEA09B6F}"/>
                  </a:ext>
                </a:extLst>
              </p:cNvPr>
              <p:cNvSpPr>
                <a:spLocks/>
              </p:cNvSpPr>
              <p:nvPr/>
            </p:nvSpPr>
            <p:spPr bwMode="auto">
              <a:xfrm>
                <a:off x="6871235" y="3910181"/>
                <a:ext cx="56609" cy="56626"/>
              </a:xfrm>
              <a:custGeom>
                <a:avLst/>
                <a:gdLst>
                  <a:gd name="T0" fmla="*/ 16 w 32"/>
                  <a:gd name="T1" fmla="*/ 30 h 31"/>
                  <a:gd name="T2" fmla="*/ 0 w 32"/>
                  <a:gd name="T3" fmla="*/ 27 h 31"/>
                  <a:gd name="T4" fmla="*/ 3 w 32"/>
                  <a:gd name="T5" fmla="*/ 0 h 31"/>
                  <a:gd name="T6" fmla="*/ 31 w 32"/>
                  <a:gd name="T7" fmla="*/ 17 h 31"/>
                  <a:gd name="T8" fmla="*/ 16 w 32"/>
                  <a:gd name="T9" fmla="*/ 30 h 31"/>
                </a:gdLst>
                <a:ahLst/>
                <a:cxnLst>
                  <a:cxn ang="0">
                    <a:pos x="T0" y="T1"/>
                  </a:cxn>
                  <a:cxn ang="0">
                    <a:pos x="T2" y="T3"/>
                  </a:cxn>
                  <a:cxn ang="0">
                    <a:pos x="T4" y="T5"/>
                  </a:cxn>
                  <a:cxn ang="0">
                    <a:pos x="T6" y="T7"/>
                  </a:cxn>
                  <a:cxn ang="0">
                    <a:pos x="T8" y="T9"/>
                  </a:cxn>
                </a:cxnLst>
                <a:rect l="0" t="0" r="r" b="b"/>
                <a:pathLst>
                  <a:path w="32" h="31">
                    <a:moveTo>
                      <a:pt x="16" y="30"/>
                    </a:moveTo>
                    <a:lnTo>
                      <a:pt x="0" y="27"/>
                    </a:lnTo>
                    <a:lnTo>
                      <a:pt x="3" y="0"/>
                    </a:lnTo>
                    <a:lnTo>
                      <a:pt x="31" y="17"/>
                    </a:lnTo>
                    <a:lnTo>
                      <a:pt x="16" y="3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45" name="Freeform 160">
                <a:extLst>
                  <a:ext uri="{FF2B5EF4-FFF2-40B4-BE49-F238E27FC236}">
                    <a16:creationId xmlns:a16="http://schemas.microsoft.com/office/drawing/2014/main" id="{23D566DE-4C16-4EAF-8A5B-D12644A7391C}"/>
                  </a:ext>
                </a:extLst>
              </p:cNvPr>
              <p:cNvSpPr>
                <a:spLocks/>
              </p:cNvSpPr>
              <p:nvPr/>
            </p:nvSpPr>
            <p:spPr bwMode="auto">
              <a:xfrm>
                <a:off x="5833395" y="3903889"/>
                <a:ext cx="84914" cy="184036"/>
              </a:xfrm>
              <a:custGeom>
                <a:avLst/>
                <a:gdLst>
                  <a:gd name="T0" fmla="*/ 0 w 48"/>
                  <a:gd name="T1" fmla="*/ 36 h 104"/>
                  <a:gd name="T2" fmla="*/ 7 w 48"/>
                  <a:gd name="T3" fmla="*/ 46 h 104"/>
                  <a:gd name="T4" fmla="*/ 10 w 48"/>
                  <a:gd name="T5" fmla="*/ 66 h 104"/>
                  <a:gd name="T6" fmla="*/ 11 w 48"/>
                  <a:gd name="T7" fmla="*/ 84 h 104"/>
                  <a:gd name="T8" fmla="*/ 16 w 48"/>
                  <a:gd name="T9" fmla="*/ 103 h 104"/>
                  <a:gd name="T10" fmla="*/ 34 w 48"/>
                  <a:gd name="T11" fmla="*/ 95 h 104"/>
                  <a:gd name="T12" fmla="*/ 31 w 48"/>
                  <a:gd name="T13" fmla="*/ 62 h 104"/>
                  <a:gd name="T14" fmla="*/ 39 w 48"/>
                  <a:gd name="T15" fmla="*/ 51 h 104"/>
                  <a:gd name="T16" fmla="*/ 47 w 48"/>
                  <a:gd name="T17" fmla="*/ 19 h 104"/>
                  <a:gd name="T18" fmla="*/ 44 w 48"/>
                  <a:gd name="T19" fmla="*/ 0 h 104"/>
                  <a:gd name="T20" fmla="*/ 31 w 48"/>
                  <a:gd name="T21" fmla="*/ 1 h 104"/>
                  <a:gd name="T22" fmla="*/ 27 w 48"/>
                  <a:gd name="T23" fmla="*/ 16 h 104"/>
                  <a:gd name="T24" fmla="*/ 11 w 48"/>
                  <a:gd name="T25" fmla="*/ 21 h 104"/>
                  <a:gd name="T26" fmla="*/ 0 w 48"/>
                  <a:gd name="T27" fmla="*/ 3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04">
                    <a:moveTo>
                      <a:pt x="0" y="36"/>
                    </a:moveTo>
                    <a:lnTo>
                      <a:pt x="7" y="46"/>
                    </a:lnTo>
                    <a:lnTo>
                      <a:pt x="10" y="66"/>
                    </a:lnTo>
                    <a:lnTo>
                      <a:pt x="11" y="84"/>
                    </a:lnTo>
                    <a:lnTo>
                      <a:pt x="16" y="103"/>
                    </a:lnTo>
                    <a:lnTo>
                      <a:pt x="34" y="95"/>
                    </a:lnTo>
                    <a:lnTo>
                      <a:pt x="31" y="62"/>
                    </a:lnTo>
                    <a:lnTo>
                      <a:pt x="39" y="51"/>
                    </a:lnTo>
                    <a:lnTo>
                      <a:pt x="47" y="19"/>
                    </a:lnTo>
                    <a:lnTo>
                      <a:pt x="44" y="0"/>
                    </a:lnTo>
                    <a:lnTo>
                      <a:pt x="31" y="1"/>
                    </a:lnTo>
                    <a:lnTo>
                      <a:pt x="27" y="16"/>
                    </a:lnTo>
                    <a:lnTo>
                      <a:pt x="11" y="21"/>
                    </a:lnTo>
                    <a:lnTo>
                      <a:pt x="0" y="36"/>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46" name="Freeform 161">
                <a:extLst>
                  <a:ext uri="{FF2B5EF4-FFF2-40B4-BE49-F238E27FC236}">
                    <a16:creationId xmlns:a16="http://schemas.microsoft.com/office/drawing/2014/main" id="{1498FCCD-57AA-4CF5-AE17-BB9AD490765F}"/>
                  </a:ext>
                </a:extLst>
              </p:cNvPr>
              <p:cNvSpPr>
                <a:spLocks/>
              </p:cNvSpPr>
              <p:nvPr/>
            </p:nvSpPr>
            <p:spPr bwMode="auto">
              <a:xfrm>
                <a:off x="5489021" y="3977818"/>
                <a:ext cx="88059" cy="94377"/>
              </a:xfrm>
              <a:custGeom>
                <a:avLst/>
                <a:gdLst>
                  <a:gd name="T0" fmla="*/ 48 w 49"/>
                  <a:gd name="T1" fmla="*/ 26 h 53"/>
                  <a:gd name="T2" fmla="*/ 44 w 49"/>
                  <a:gd name="T3" fmla="*/ 9 h 53"/>
                  <a:gd name="T4" fmla="*/ 27 w 49"/>
                  <a:gd name="T5" fmla="*/ 0 h 53"/>
                  <a:gd name="T6" fmla="*/ 15 w 49"/>
                  <a:gd name="T7" fmla="*/ 6 h 53"/>
                  <a:gd name="T8" fmla="*/ 0 w 49"/>
                  <a:gd name="T9" fmla="*/ 10 h 53"/>
                  <a:gd name="T10" fmla="*/ 3 w 49"/>
                  <a:gd name="T11" fmla="*/ 25 h 53"/>
                  <a:gd name="T12" fmla="*/ 14 w 49"/>
                  <a:gd name="T13" fmla="*/ 28 h 53"/>
                  <a:gd name="T14" fmla="*/ 16 w 49"/>
                  <a:gd name="T15" fmla="*/ 40 h 53"/>
                  <a:gd name="T16" fmla="*/ 29 w 49"/>
                  <a:gd name="T17" fmla="*/ 44 h 53"/>
                  <a:gd name="T18" fmla="*/ 33 w 49"/>
                  <a:gd name="T19" fmla="*/ 52 h 53"/>
                  <a:gd name="T20" fmla="*/ 48 w 49"/>
                  <a:gd name="T2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 h="53">
                    <a:moveTo>
                      <a:pt x="48" y="26"/>
                    </a:moveTo>
                    <a:lnTo>
                      <a:pt x="44" y="9"/>
                    </a:lnTo>
                    <a:lnTo>
                      <a:pt x="27" y="0"/>
                    </a:lnTo>
                    <a:lnTo>
                      <a:pt x="15" y="6"/>
                    </a:lnTo>
                    <a:lnTo>
                      <a:pt x="0" y="10"/>
                    </a:lnTo>
                    <a:lnTo>
                      <a:pt x="3" y="25"/>
                    </a:lnTo>
                    <a:lnTo>
                      <a:pt x="14" y="28"/>
                    </a:lnTo>
                    <a:lnTo>
                      <a:pt x="16" y="40"/>
                    </a:lnTo>
                    <a:lnTo>
                      <a:pt x="29" y="44"/>
                    </a:lnTo>
                    <a:lnTo>
                      <a:pt x="33" y="52"/>
                    </a:lnTo>
                    <a:lnTo>
                      <a:pt x="48" y="26"/>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47" name="Freeform 163">
                <a:extLst>
                  <a:ext uri="{FF2B5EF4-FFF2-40B4-BE49-F238E27FC236}">
                    <a16:creationId xmlns:a16="http://schemas.microsoft.com/office/drawing/2014/main" id="{696F3AF8-8F98-45AC-9DC0-080917552DBB}"/>
                  </a:ext>
                </a:extLst>
              </p:cNvPr>
              <p:cNvSpPr>
                <a:spLocks/>
              </p:cNvSpPr>
              <p:nvPr/>
            </p:nvSpPr>
            <p:spPr bwMode="auto">
              <a:xfrm>
                <a:off x="6555165" y="4298700"/>
                <a:ext cx="48747" cy="48762"/>
              </a:xfrm>
              <a:custGeom>
                <a:avLst/>
                <a:gdLst>
                  <a:gd name="T0" fmla="*/ 13 w 28"/>
                  <a:gd name="T1" fmla="*/ 0 h 28"/>
                  <a:gd name="T2" fmla="*/ 3 w 28"/>
                  <a:gd name="T3" fmla="*/ 4 h 28"/>
                  <a:gd name="T4" fmla="*/ 6 w 28"/>
                  <a:gd name="T5" fmla="*/ 14 h 28"/>
                  <a:gd name="T6" fmla="*/ 0 w 28"/>
                  <a:gd name="T7" fmla="*/ 19 h 28"/>
                  <a:gd name="T8" fmla="*/ 1 w 28"/>
                  <a:gd name="T9" fmla="*/ 27 h 28"/>
                  <a:gd name="T10" fmla="*/ 10 w 28"/>
                  <a:gd name="T11" fmla="*/ 26 h 28"/>
                  <a:gd name="T12" fmla="*/ 22 w 28"/>
                  <a:gd name="T13" fmla="*/ 26 h 28"/>
                  <a:gd name="T14" fmla="*/ 27 w 28"/>
                  <a:gd name="T15" fmla="*/ 19 h 28"/>
                  <a:gd name="T16" fmla="*/ 24 w 28"/>
                  <a:gd name="T17" fmla="*/ 4 h 28"/>
                  <a:gd name="T18" fmla="*/ 13 w 28"/>
                  <a:gd name="T1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3" y="0"/>
                    </a:moveTo>
                    <a:lnTo>
                      <a:pt x="3" y="4"/>
                    </a:lnTo>
                    <a:lnTo>
                      <a:pt x="6" y="14"/>
                    </a:lnTo>
                    <a:lnTo>
                      <a:pt x="0" y="19"/>
                    </a:lnTo>
                    <a:lnTo>
                      <a:pt x="1" y="27"/>
                    </a:lnTo>
                    <a:lnTo>
                      <a:pt x="10" y="26"/>
                    </a:lnTo>
                    <a:lnTo>
                      <a:pt x="22" y="26"/>
                    </a:lnTo>
                    <a:lnTo>
                      <a:pt x="27" y="19"/>
                    </a:lnTo>
                    <a:lnTo>
                      <a:pt x="24" y="4"/>
                    </a:lnTo>
                    <a:lnTo>
                      <a:pt x="13"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48" name="Freeform 164">
                <a:extLst>
                  <a:ext uri="{FF2B5EF4-FFF2-40B4-BE49-F238E27FC236}">
                    <a16:creationId xmlns:a16="http://schemas.microsoft.com/office/drawing/2014/main" id="{8851E8F2-F3E8-499C-B9C3-74BAB2CC6CD8}"/>
                  </a:ext>
                </a:extLst>
              </p:cNvPr>
              <p:cNvSpPr>
                <a:spLocks/>
              </p:cNvSpPr>
              <p:nvPr/>
            </p:nvSpPr>
            <p:spPr bwMode="auto">
              <a:xfrm>
                <a:off x="6567745" y="4331732"/>
                <a:ext cx="42457" cy="51907"/>
              </a:xfrm>
              <a:custGeom>
                <a:avLst/>
                <a:gdLst>
                  <a:gd name="T0" fmla="*/ 13 w 25"/>
                  <a:gd name="T1" fmla="*/ 26 h 29"/>
                  <a:gd name="T2" fmla="*/ 24 w 25"/>
                  <a:gd name="T3" fmla="*/ 25 h 29"/>
                  <a:gd name="T4" fmla="*/ 23 w 25"/>
                  <a:gd name="T5" fmla="*/ 7 h 29"/>
                  <a:gd name="T6" fmla="*/ 19 w 25"/>
                  <a:gd name="T7" fmla="*/ 0 h 29"/>
                  <a:gd name="T8" fmla="*/ 14 w 25"/>
                  <a:gd name="T9" fmla="*/ 7 h 29"/>
                  <a:gd name="T10" fmla="*/ 2 w 25"/>
                  <a:gd name="T11" fmla="*/ 7 h 29"/>
                  <a:gd name="T12" fmla="*/ 0 w 25"/>
                  <a:gd name="T13" fmla="*/ 23 h 29"/>
                  <a:gd name="T14" fmla="*/ 6 w 25"/>
                  <a:gd name="T15" fmla="*/ 28 h 29"/>
                  <a:gd name="T16" fmla="*/ 13 w 25"/>
                  <a:gd name="T17" fmla="*/ 2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9">
                    <a:moveTo>
                      <a:pt x="13" y="26"/>
                    </a:moveTo>
                    <a:lnTo>
                      <a:pt x="24" y="25"/>
                    </a:lnTo>
                    <a:lnTo>
                      <a:pt x="23" y="7"/>
                    </a:lnTo>
                    <a:lnTo>
                      <a:pt x="19" y="0"/>
                    </a:lnTo>
                    <a:lnTo>
                      <a:pt x="14" y="7"/>
                    </a:lnTo>
                    <a:lnTo>
                      <a:pt x="2" y="7"/>
                    </a:lnTo>
                    <a:lnTo>
                      <a:pt x="0" y="23"/>
                    </a:lnTo>
                    <a:lnTo>
                      <a:pt x="6" y="28"/>
                    </a:lnTo>
                    <a:lnTo>
                      <a:pt x="13" y="26"/>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49" name="Freeform 167">
                <a:extLst>
                  <a:ext uri="{FF2B5EF4-FFF2-40B4-BE49-F238E27FC236}">
                    <a16:creationId xmlns:a16="http://schemas.microsoft.com/office/drawing/2014/main" id="{1A442657-EEE1-4E9F-BB85-09D5F845CAFB}"/>
                  </a:ext>
                </a:extLst>
              </p:cNvPr>
              <p:cNvSpPr>
                <a:spLocks/>
              </p:cNvSpPr>
              <p:nvPr/>
            </p:nvSpPr>
            <p:spPr bwMode="auto">
              <a:xfrm>
                <a:off x="6042536" y="4199604"/>
                <a:ext cx="163538" cy="191900"/>
              </a:xfrm>
              <a:custGeom>
                <a:avLst/>
                <a:gdLst>
                  <a:gd name="T0" fmla="*/ 68 w 93"/>
                  <a:gd name="T1" fmla="*/ 0 h 109"/>
                  <a:gd name="T2" fmla="*/ 45 w 93"/>
                  <a:gd name="T3" fmla="*/ 2 h 109"/>
                  <a:gd name="T4" fmla="*/ 37 w 93"/>
                  <a:gd name="T5" fmla="*/ 8 h 109"/>
                  <a:gd name="T6" fmla="*/ 37 w 93"/>
                  <a:gd name="T7" fmla="*/ 16 h 109"/>
                  <a:gd name="T8" fmla="*/ 33 w 93"/>
                  <a:gd name="T9" fmla="*/ 27 h 109"/>
                  <a:gd name="T10" fmla="*/ 18 w 93"/>
                  <a:gd name="T11" fmla="*/ 28 h 109"/>
                  <a:gd name="T12" fmla="*/ 14 w 93"/>
                  <a:gd name="T13" fmla="*/ 23 h 109"/>
                  <a:gd name="T14" fmla="*/ 14 w 93"/>
                  <a:gd name="T15" fmla="*/ 42 h 109"/>
                  <a:gd name="T16" fmla="*/ 2 w 93"/>
                  <a:gd name="T17" fmla="*/ 48 h 109"/>
                  <a:gd name="T18" fmla="*/ 0 w 93"/>
                  <a:gd name="T19" fmla="*/ 52 h 109"/>
                  <a:gd name="T20" fmla="*/ 7 w 93"/>
                  <a:gd name="T21" fmla="*/ 56 h 109"/>
                  <a:gd name="T22" fmla="*/ 6 w 93"/>
                  <a:gd name="T23" fmla="*/ 69 h 109"/>
                  <a:gd name="T24" fmla="*/ 24 w 93"/>
                  <a:gd name="T25" fmla="*/ 85 h 109"/>
                  <a:gd name="T26" fmla="*/ 38 w 93"/>
                  <a:gd name="T27" fmla="*/ 102 h 109"/>
                  <a:gd name="T28" fmla="*/ 43 w 93"/>
                  <a:gd name="T29" fmla="*/ 108 h 109"/>
                  <a:gd name="T30" fmla="*/ 49 w 93"/>
                  <a:gd name="T31" fmla="*/ 100 h 109"/>
                  <a:gd name="T32" fmla="*/ 54 w 93"/>
                  <a:gd name="T33" fmla="*/ 89 h 109"/>
                  <a:gd name="T34" fmla="*/ 47 w 93"/>
                  <a:gd name="T35" fmla="*/ 84 h 109"/>
                  <a:gd name="T36" fmla="*/ 45 w 93"/>
                  <a:gd name="T37" fmla="*/ 76 h 109"/>
                  <a:gd name="T38" fmla="*/ 55 w 93"/>
                  <a:gd name="T39" fmla="*/ 71 h 109"/>
                  <a:gd name="T40" fmla="*/ 63 w 93"/>
                  <a:gd name="T41" fmla="*/ 69 h 109"/>
                  <a:gd name="T42" fmla="*/ 71 w 93"/>
                  <a:gd name="T43" fmla="*/ 79 h 109"/>
                  <a:gd name="T44" fmla="*/ 83 w 93"/>
                  <a:gd name="T45" fmla="*/ 74 h 109"/>
                  <a:gd name="T46" fmla="*/ 92 w 93"/>
                  <a:gd name="T47" fmla="*/ 61 h 109"/>
                  <a:gd name="T48" fmla="*/ 89 w 93"/>
                  <a:gd name="T49" fmla="*/ 47 h 109"/>
                  <a:gd name="T50" fmla="*/ 83 w 93"/>
                  <a:gd name="T51" fmla="*/ 41 h 109"/>
                  <a:gd name="T52" fmla="*/ 78 w 93"/>
                  <a:gd name="T53" fmla="*/ 30 h 109"/>
                  <a:gd name="T54" fmla="*/ 82 w 93"/>
                  <a:gd name="T55" fmla="*/ 23 h 109"/>
                  <a:gd name="T56" fmla="*/ 78 w 93"/>
                  <a:gd name="T57" fmla="*/ 14 h 109"/>
                  <a:gd name="T58" fmla="*/ 68 w 93"/>
                  <a:gd name="T59" fmla="*/ 13 h 109"/>
                  <a:gd name="T60" fmla="*/ 68 w 93"/>
                  <a:gd name="T61"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3" h="109">
                    <a:moveTo>
                      <a:pt x="68" y="0"/>
                    </a:moveTo>
                    <a:lnTo>
                      <a:pt x="45" y="2"/>
                    </a:lnTo>
                    <a:lnTo>
                      <a:pt x="37" y="8"/>
                    </a:lnTo>
                    <a:lnTo>
                      <a:pt x="37" y="16"/>
                    </a:lnTo>
                    <a:lnTo>
                      <a:pt x="33" y="27"/>
                    </a:lnTo>
                    <a:lnTo>
                      <a:pt x="18" y="28"/>
                    </a:lnTo>
                    <a:lnTo>
                      <a:pt x="14" y="23"/>
                    </a:lnTo>
                    <a:lnTo>
                      <a:pt x="14" y="42"/>
                    </a:lnTo>
                    <a:lnTo>
                      <a:pt x="2" y="48"/>
                    </a:lnTo>
                    <a:lnTo>
                      <a:pt x="0" y="52"/>
                    </a:lnTo>
                    <a:lnTo>
                      <a:pt x="7" y="56"/>
                    </a:lnTo>
                    <a:lnTo>
                      <a:pt x="6" y="69"/>
                    </a:lnTo>
                    <a:lnTo>
                      <a:pt x="24" y="85"/>
                    </a:lnTo>
                    <a:lnTo>
                      <a:pt x="38" y="102"/>
                    </a:lnTo>
                    <a:lnTo>
                      <a:pt x="43" y="108"/>
                    </a:lnTo>
                    <a:lnTo>
                      <a:pt x="49" y="100"/>
                    </a:lnTo>
                    <a:lnTo>
                      <a:pt x="54" y="89"/>
                    </a:lnTo>
                    <a:lnTo>
                      <a:pt x="47" y="84"/>
                    </a:lnTo>
                    <a:lnTo>
                      <a:pt x="45" y="76"/>
                    </a:lnTo>
                    <a:lnTo>
                      <a:pt x="55" y="71"/>
                    </a:lnTo>
                    <a:lnTo>
                      <a:pt x="63" y="69"/>
                    </a:lnTo>
                    <a:lnTo>
                      <a:pt x="71" y="79"/>
                    </a:lnTo>
                    <a:lnTo>
                      <a:pt x="83" y="74"/>
                    </a:lnTo>
                    <a:lnTo>
                      <a:pt x="92" y="61"/>
                    </a:lnTo>
                    <a:lnTo>
                      <a:pt x="89" y="47"/>
                    </a:lnTo>
                    <a:lnTo>
                      <a:pt x="83" y="41"/>
                    </a:lnTo>
                    <a:lnTo>
                      <a:pt x="78" y="30"/>
                    </a:lnTo>
                    <a:lnTo>
                      <a:pt x="82" y="23"/>
                    </a:lnTo>
                    <a:lnTo>
                      <a:pt x="78" y="14"/>
                    </a:lnTo>
                    <a:lnTo>
                      <a:pt x="68" y="13"/>
                    </a:lnTo>
                    <a:lnTo>
                      <a:pt x="68"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50" name="Freeform 168">
                <a:extLst>
                  <a:ext uri="{FF2B5EF4-FFF2-40B4-BE49-F238E27FC236}">
                    <a16:creationId xmlns:a16="http://schemas.microsoft.com/office/drawing/2014/main" id="{03D0891C-59B6-42D1-854D-ACF093276660}"/>
                  </a:ext>
                </a:extLst>
              </p:cNvPr>
              <p:cNvSpPr>
                <a:spLocks/>
              </p:cNvSpPr>
              <p:nvPr/>
            </p:nvSpPr>
            <p:spPr bwMode="auto">
              <a:xfrm>
                <a:off x="5421404" y="3427284"/>
                <a:ext cx="202850" cy="224932"/>
              </a:xfrm>
              <a:custGeom>
                <a:avLst/>
                <a:gdLst>
                  <a:gd name="T0" fmla="*/ 112 w 115"/>
                  <a:gd name="T1" fmla="*/ 7 h 127"/>
                  <a:gd name="T2" fmla="*/ 114 w 115"/>
                  <a:gd name="T3" fmla="*/ 0 h 127"/>
                  <a:gd name="T4" fmla="*/ 104 w 115"/>
                  <a:gd name="T5" fmla="*/ 0 h 127"/>
                  <a:gd name="T6" fmla="*/ 67 w 115"/>
                  <a:gd name="T7" fmla="*/ 0 h 127"/>
                  <a:gd name="T8" fmla="*/ 61 w 115"/>
                  <a:gd name="T9" fmla="*/ 9 h 127"/>
                  <a:gd name="T10" fmla="*/ 44 w 115"/>
                  <a:gd name="T11" fmla="*/ 6 h 127"/>
                  <a:gd name="T12" fmla="*/ 41 w 115"/>
                  <a:gd name="T13" fmla="*/ 25 h 127"/>
                  <a:gd name="T14" fmla="*/ 35 w 115"/>
                  <a:gd name="T15" fmla="*/ 35 h 127"/>
                  <a:gd name="T16" fmla="*/ 23 w 115"/>
                  <a:gd name="T17" fmla="*/ 40 h 127"/>
                  <a:gd name="T18" fmla="*/ 16 w 115"/>
                  <a:gd name="T19" fmla="*/ 46 h 127"/>
                  <a:gd name="T20" fmla="*/ 18 w 115"/>
                  <a:gd name="T21" fmla="*/ 68 h 127"/>
                  <a:gd name="T22" fmla="*/ 8 w 115"/>
                  <a:gd name="T23" fmla="*/ 70 h 127"/>
                  <a:gd name="T24" fmla="*/ 12 w 115"/>
                  <a:gd name="T25" fmla="*/ 81 h 127"/>
                  <a:gd name="T26" fmla="*/ 5 w 115"/>
                  <a:gd name="T27" fmla="*/ 86 h 127"/>
                  <a:gd name="T28" fmla="*/ 0 w 115"/>
                  <a:gd name="T29" fmla="*/ 100 h 127"/>
                  <a:gd name="T30" fmla="*/ 1 w 115"/>
                  <a:gd name="T31" fmla="*/ 121 h 127"/>
                  <a:gd name="T32" fmla="*/ 7 w 115"/>
                  <a:gd name="T33" fmla="*/ 123 h 127"/>
                  <a:gd name="T34" fmla="*/ 27 w 115"/>
                  <a:gd name="T35" fmla="*/ 126 h 127"/>
                  <a:gd name="T36" fmla="*/ 41 w 115"/>
                  <a:gd name="T37" fmla="*/ 126 h 127"/>
                  <a:gd name="T38" fmla="*/ 41 w 115"/>
                  <a:gd name="T39" fmla="*/ 105 h 127"/>
                  <a:gd name="T40" fmla="*/ 45 w 115"/>
                  <a:gd name="T41" fmla="*/ 92 h 127"/>
                  <a:gd name="T42" fmla="*/ 53 w 115"/>
                  <a:gd name="T43" fmla="*/ 84 h 127"/>
                  <a:gd name="T44" fmla="*/ 67 w 115"/>
                  <a:gd name="T45" fmla="*/ 88 h 127"/>
                  <a:gd name="T46" fmla="*/ 67 w 115"/>
                  <a:gd name="T47" fmla="*/ 39 h 127"/>
                  <a:gd name="T48" fmla="*/ 100 w 115"/>
                  <a:gd name="T49" fmla="*/ 36 h 127"/>
                  <a:gd name="T50" fmla="*/ 107 w 115"/>
                  <a:gd name="T51" fmla="*/ 27 h 127"/>
                  <a:gd name="T52" fmla="*/ 112 w 115"/>
                  <a:gd name="T53" fmla="*/ 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5" h="127">
                    <a:moveTo>
                      <a:pt x="112" y="7"/>
                    </a:moveTo>
                    <a:lnTo>
                      <a:pt x="114" y="0"/>
                    </a:lnTo>
                    <a:lnTo>
                      <a:pt x="104" y="0"/>
                    </a:lnTo>
                    <a:lnTo>
                      <a:pt x="67" y="0"/>
                    </a:lnTo>
                    <a:lnTo>
                      <a:pt x="61" y="9"/>
                    </a:lnTo>
                    <a:lnTo>
                      <a:pt x="44" y="6"/>
                    </a:lnTo>
                    <a:lnTo>
                      <a:pt x="41" y="25"/>
                    </a:lnTo>
                    <a:lnTo>
                      <a:pt x="35" y="35"/>
                    </a:lnTo>
                    <a:lnTo>
                      <a:pt x="23" y="40"/>
                    </a:lnTo>
                    <a:lnTo>
                      <a:pt x="16" y="46"/>
                    </a:lnTo>
                    <a:lnTo>
                      <a:pt x="18" y="68"/>
                    </a:lnTo>
                    <a:lnTo>
                      <a:pt x="8" y="70"/>
                    </a:lnTo>
                    <a:lnTo>
                      <a:pt x="12" y="81"/>
                    </a:lnTo>
                    <a:lnTo>
                      <a:pt x="5" y="86"/>
                    </a:lnTo>
                    <a:lnTo>
                      <a:pt x="0" y="100"/>
                    </a:lnTo>
                    <a:lnTo>
                      <a:pt x="1" y="121"/>
                    </a:lnTo>
                    <a:lnTo>
                      <a:pt x="7" y="123"/>
                    </a:lnTo>
                    <a:lnTo>
                      <a:pt x="27" y="126"/>
                    </a:lnTo>
                    <a:lnTo>
                      <a:pt x="41" y="126"/>
                    </a:lnTo>
                    <a:lnTo>
                      <a:pt x="41" y="105"/>
                    </a:lnTo>
                    <a:lnTo>
                      <a:pt x="45" y="92"/>
                    </a:lnTo>
                    <a:lnTo>
                      <a:pt x="53" y="84"/>
                    </a:lnTo>
                    <a:lnTo>
                      <a:pt x="67" y="88"/>
                    </a:lnTo>
                    <a:lnTo>
                      <a:pt x="67" y="39"/>
                    </a:lnTo>
                    <a:lnTo>
                      <a:pt x="100" y="36"/>
                    </a:lnTo>
                    <a:lnTo>
                      <a:pt x="107" y="27"/>
                    </a:lnTo>
                    <a:lnTo>
                      <a:pt x="112" y="7"/>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51" name="Freeform 169">
                <a:extLst>
                  <a:ext uri="{FF2B5EF4-FFF2-40B4-BE49-F238E27FC236}">
                    <a16:creationId xmlns:a16="http://schemas.microsoft.com/office/drawing/2014/main" id="{DC837F45-AD60-4EC7-A85A-BE43D2F030A5}"/>
                  </a:ext>
                </a:extLst>
              </p:cNvPr>
              <p:cNvSpPr>
                <a:spLocks/>
              </p:cNvSpPr>
              <p:nvPr/>
            </p:nvSpPr>
            <p:spPr bwMode="auto">
              <a:xfrm>
                <a:off x="5380520" y="3779625"/>
                <a:ext cx="174546" cy="147858"/>
              </a:xfrm>
              <a:custGeom>
                <a:avLst/>
                <a:gdLst>
                  <a:gd name="T0" fmla="*/ 17 w 99"/>
                  <a:gd name="T1" fmla="*/ 66 h 84"/>
                  <a:gd name="T2" fmla="*/ 18 w 99"/>
                  <a:gd name="T3" fmla="*/ 77 h 84"/>
                  <a:gd name="T4" fmla="*/ 31 w 99"/>
                  <a:gd name="T5" fmla="*/ 77 h 84"/>
                  <a:gd name="T6" fmla="*/ 36 w 99"/>
                  <a:gd name="T7" fmla="*/ 83 h 84"/>
                  <a:gd name="T8" fmla="*/ 43 w 99"/>
                  <a:gd name="T9" fmla="*/ 74 h 84"/>
                  <a:gd name="T10" fmla="*/ 61 w 99"/>
                  <a:gd name="T11" fmla="*/ 68 h 84"/>
                  <a:gd name="T12" fmla="*/ 81 w 99"/>
                  <a:gd name="T13" fmla="*/ 71 h 84"/>
                  <a:gd name="T14" fmla="*/ 98 w 99"/>
                  <a:gd name="T15" fmla="*/ 71 h 84"/>
                  <a:gd name="T16" fmla="*/ 90 w 99"/>
                  <a:gd name="T17" fmla="*/ 54 h 84"/>
                  <a:gd name="T18" fmla="*/ 82 w 99"/>
                  <a:gd name="T19" fmla="*/ 48 h 84"/>
                  <a:gd name="T20" fmla="*/ 79 w 99"/>
                  <a:gd name="T21" fmla="*/ 36 h 84"/>
                  <a:gd name="T22" fmla="*/ 68 w 99"/>
                  <a:gd name="T23" fmla="*/ 28 h 84"/>
                  <a:gd name="T24" fmla="*/ 57 w 99"/>
                  <a:gd name="T25" fmla="*/ 13 h 84"/>
                  <a:gd name="T26" fmla="*/ 47 w 99"/>
                  <a:gd name="T27" fmla="*/ 8 h 84"/>
                  <a:gd name="T28" fmla="*/ 41 w 99"/>
                  <a:gd name="T29" fmla="*/ 0 h 84"/>
                  <a:gd name="T30" fmla="*/ 28 w 99"/>
                  <a:gd name="T31" fmla="*/ 3 h 84"/>
                  <a:gd name="T32" fmla="*/ 10 w 99"/>
                  <a:gd name="T33" fmla="*/ 24 h 84"/>
                  <a:gd name="T34" fmla="*/ 0 w 99"/>
                  <a:gd name="T35" fmla="*/ 28 h 84"/>
                  <a:gd name="T36" fmla="*/ 11 w 99"/>
                  <a:gd name="T37" fmla="*/ 32 h 84"/>
                  <a:gd name="T38" fmla="*/ 21 w 99"/>
                  <a:gd name="T39" fmla="*/ 44 h 84"/>
                  <a:gd name="T40" fmla="*/ 28 w 99"/>
                  <a:gd name="T41" fmla="*/ 50 h 84"/>
                  <a:gd name="T42" fmla="*/ 19 w 99"/>
                  <a:gd name="T43" fmla="*/ 56 h 84"/>
                  <a:gd name="T44" fmla="*/ 17 w 99"/>
                  <a:gd name="T45" fmla="*/ 6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9" h="84">
                    <a:moveTo>
                      <a:pt x="17" y="66"/>
                    </a:moveTo>
                    <a:lnTo>
                      <a:pt x="18" y="77"/>
                    </a:lnTo>
                    <a:lnTo>
                      <a:pt x="31" y="77"/>
                    </a:lnTo>
                    <a:lnTo>
                      <a:pt x="36" y="83"/>
                    </a:lnTo>
                    <a:lnTo>
                      <a:pt x="43" y="74"/>
                    </a:lnTo>
                    <a:lnTo>
                      <a:pt x="61" y="68"/>
                    </a:lnTo>
                    <a:lnTo>
                      <a:pt x="81" y="71"/>
                    </a:lnTo>
                    <a:lnTo>
                      <a:pt x="98" y="71"/>
                    </a:lnTo>
                    <a:lnTo>
                      <a:pt x="90" y="54"/>
                    </a:lnTo>
                    <a:lnTo>
                      <a:pt x="82" y="48"/>
                    </a:lnTo>
                    <a:lnTo>
                      <a:pt x="79" y="36"/>
                    </a:lnTo>
                    <a:lnTo>
                      <a:pt x="68" y="28"/>
                    </a:lnTo>
                    <a:lnTo>
                      <a:pt x="57" y="13"/>
                    </a:lnTo>
                    <a:lnTo>
                      <a:pt x="47" y="8"/>
                    </a:lnTo>
                    <a:lnTo>
                      <a:pt x="41" y="0"/>
                    </a:lnTo>
                    <a:lnTo>
                      <a:pt x="28" y="3"/>
                    </a:lnTo>
                    <a:lnTo>
                      <a:pt x="10" y="24"/>
                    </a:lnTo>
                    <a:lnTo>
                      <a:pt x="0" y="28"/>
                    </a:lnTo>
                    <a:lnTo>
                      <a:pt x="11" y="32"/>
                    </a:lnTo>
                    <a:lnTo>
                      <a:pt x="21" y="44"/>
                    </a:lnTo>
                    <a:lnTo>
                      <a:pt x="28" y="50"/>
                    </a:lnTo>
                    <a:lnTo>
                      <a:pt x="19" y="56"/>
                    </a:lnTo>
                    <a:lnTo>
                      <a:pt x="17" y="66"/>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52" name="Freeform 170">
                <a:extLst>
                  <a:ext uri="{FF2B5EF4-FFF2-40B4-BE49-F238E27FC236}">
                    <a16:creationId xmlns:a16="http://schemas.microsoft.com/office/drawing/2014/main" id="{AB181EA1-8F7C-4253-99E8-1B7A8AC4CF2F}"/>
                  </a:ext>
                </a:extLst>
              </p:cNvPr>
              <p:cNvSpPr>
                <a:spLocks/>
              </p:cNvSpPr>
              <p:nvPr/>
            </p:nvSpPr>
            <p:spPr bwMode="auto">
              <a:xfrm>
                <a:off x="6015803" y="3142579"/>
                <a:ext cx="95922" cy="188754"/>
              </a:xfrm>
              <a:custGeom>
                <a:avLst/>
                <a:gdLst>
                  <a:gd name="T0" fmla="*/ 29 w 55"/>
                  <a:gd name="T1" fmla="*/ 106 h 107"/>
                  <a:gd name="T2" fmla="*/ 22 w 55"/>
                  <a:gd name="T3" fmla="*/ 105 h 107"/>
                  <a:gd name="T4" fmla="*/ 18 w 55"/>
                  <a:gd name="T5" fmla="*/ 89 h 107"/>
                  <a:gd name="T6" fmla="*/ 5 w 55"/>
                  <a:gd name="T7" fmla="*/ 85 h 107"/>
                  <a:gd name="T8" fmla="*/ 0 w 55"/>
                  <a:gd name="T9" fmla="*/ 68 h 107"/>
                  <a:gd name="T10" fmla="*/ 3 w 55"/>
                  <a:gd name="T11" fmla="*/ 53 h 107"/>
                  <a:gd name="T12" fmla="*/ 17 w 55"/>
                  <a:gd name="T13" fmla="*/ 48 h 107"/>
                  <a:gd name="T14" fmla="*/ 9 w 55"/>
                  <a:gd name="T15" fmla="*/ 37 h 107"/>
                  <a:gd name="T16" fmla="*/ 11 w 55"/>
                  <a:gd name="T17" fmla="*/ 25 h 107"/>
                  <a:gd name="T18" fmla="*/ 18 w 55"/>
                  <a:gd name="T19" fmla="*/ 25 h 107"/>
                  <a:gd name="T20" fmla="*/ 15 w 55"/>
                  <a:gd name="T21" fmla="*/ 7 h 107"/>
                  <a:gd name="T22" fmla="*/ 25 w 55"/>
                  <a:gd name="T23" fmla="*/ 1 h 107"/>
                  <a:gd name="T24" fmla="*/ 32 w 55"/>
                  <a:gd name="T25" fmla="*/ 0 h 107"/>
                  <a:gd name="T26" fmla="*/ 39 w 55"/>
                  <a:gd name="T27" fmla="*/ 5 h 107"/>
                  <a:gd name="T28" fmla="*/ 51 w 55"/>
                  <a:gd name="T29" fmla="*/ 9 h 107"/>
                  <a:gd name="T30" fmla="*/ 47 w 55"/>
                  <a:gd name="T31" fmla="*/ 21 h 107"/>
                  <a:gd name="T32" fmla="*/ 52 w 55"/>
                  <a:gd name="T33" fmla="*/ 30 h 107"/>
                  <a:gd name="T34" fmla="*/ 51 w 55"/>
                  <a:gd name="T35" fmla="*/ 47 h 107"/>
                  <a:gd name="T36" fmla="*/ 40 w 55"/>
                  <a:gd name="T37" fmla="*/ 50 h 107"/>
                  <a:gd name="T38" fmla="*/ 40 w 55"/>
                  <a:gd name="T39" fmla="*/ 64 h 107"/>
                  <a:gd name="T40" fmla="*/ 47 w 55"/>
                  <a:gd name="T41" fmla="*/ 67 h 107"/>
                  <a:gd name="T42" fmla="*/ 54 w 55"/>
                  <a:gd name="T43" fmla="*/ 75 h 107"/>
                  <a:gd name="T44" fmla="*/ 51 w 55"/>
                  <a:gd name="T45" fmla="*/ 97 h 107"/>
                  <a:gd name="T46" fmla="*/ 43 w 55"/>
                  <a:gd name="T47" fmla="*/ 99 h 107"/>
                  <a:gd name="T48" fmla="*/ 29 w 55"/>
                  <a:gd name="T49" fmla="*/ 106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5" h="107">
                    <a:moveTo>
                      <a:pt x="29" y="106"/>
                    </a:moveTo>
                    <a:lnTo>
                      <a:pt x="22" y="105"/>
                    </a:lnTo>
                    <a:lnTo>
                      <a:pt x="18" y="89"/>
                    </a:lnTo>
                    <a:lnTo>
                      <a:pt x="5" y="85"/>
                    </a:lnTo>
                    <a:lnTo>
                      <a:pt x="0" y="68"/>
                    </a:lnTo>
                    <a:lnTo>
                      <a:pt x="3" y="53"/>
                    </a:lnTo>
                    <a:lnTo>
                      <a:pt x="17" y="48"/>
                    </a:lnTo>
                    <a:lnTo>
                      <a:pt x="9" y="37"/>
                    </a:lnTo>
                    <a:lnTo>
                      <a:pt x="11" y="25"/>
                    </a:lnTo>
                    <a:lnTo>
                      <a:pt x="18" y="25"/>
                    </a:lnTo>
                    <a:lnTo>
                      <a:pt x="15" y="7"/>
                    </a:lnTo>
                    <a:lnTo>
                      <a:pt x="25" y="1"/>
                    </a:lnTo>
                    <a:lnTo>
                      <a:pt x="32" y="0"/>
                    </a:lnTo>
                    <a:lnTo>
                      <a:pt x="39" y="5"/>
                    </a:lnTo>
                    <a:lnTo>
                      <a:pt x="51" y="9"/>
                    </a:lnTo>
                    <a:lnTo>
                      <a:pt x="47" y="21"/>
                    </a:lnTo>
                    <a:lnTo>
                      <a:pt x="52" y="30"/>
                    </a:lnTo>
                    <a:lnTo>
                      <a:pt x="51" y="47"/>
                    </a:lnTo>
                    <a:lnTo>
                      <a:pt x="40" y="50"/>
                    </a:lnTo>
                    <a:lnTo>
                      <a:pt x="40" y="64"/>
                    </a:lnTo>
                    <a:lnTo>
                      <a:pt x="47" y="67"/>
                    </a:lnTo>
                    <a:lnTo>
                      <a:pt x="54" y="75"/>
                    </a:lnTo>
                    <a:lnTo>
                      <a:pt x="51" y="97"/>
                    </a:lnTo>
                    <a:lnTo>
                      <a:pt x="43" y="99"/>
                    </a:lnTo>
                    <a:lnTo>
                      <a:pt x="29" y="106"/>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53" name="Freeform 180">
                <a:extLst>
                  <a:ext uri="{FF2B5EF4-FFF2-40B4-BE49-F238E27FC236}">
                    <a16:creationId xmlns:a16="http://schemas.microsoft.com/office/drawing/2014/main" id="{239A63B3-E57E-49EB-8AAE-FFF4D30CA7E3}"/>
                  </a:ext>
                </a:extLst>
              </p:cNvPr>
              <p:cNvSpPr>
                <a:spLocks/>
              </p:cNvSpPr>
              <p:nvPr/>
            </p:nvSpPr>
            <p:spPr bwMode="auto">
              <a:xfrm>
                <a:off x="5518898" y="3502786"/>
                <a:ext cx="418281" cy="470313"/>
              </a:xfrm>
              <a:custGeom>
                <a:avLst/>
                <a:gdLst>
                  <a:gd name="T0" fmla="*/ 0 w 237"/>
                  <a:gd name="T1" fmla="*/ 191 h 266"/>
                  <a:gd name="T2" fmla="*/ 14 w 237"/>
                  <a:gd name="T3" fmla="*/ 173 h 266"/>
                  <a:gd name="T4" fmla="*/ 26 w 237"/>
                  <a:gd name="T5" fmla="*/ 179 h 266"/>
                  <a:gd name="T6" fmla="*/ 78 w 237"/>
                  <a:gd name="T7" fmla="*/ 182 h 266"/>
                  <a:gd name="T8" fmla="*/ 96 w 237"/>
                  <a:gd name="T9" fmla="*/ 180 h 266"/>
                  <a:gd name="T10" fmla="*/ 95 w 237"/>
                  <a:gd name="T11" fmla="*/ 162 h 266"/>
                  <a:gd name="T12" fmla="*/ 83 w 237"/>
                  <a:gd name="T13" fmla="*/ 158 h 266"/>
                  <a:gd name="T14" fmla="*/ 85 w 237"/>
                  <a:gd name="T15" fmla="*/ 47 h 266"/>
                  <a:gd name="T16" fmla="*/ 78 w 237"/>
                  <a:gd name="T17" fmla="*/ 38 h 266"/>
                  <a:gd name="T18" fmla="*/ 78 w 237"/>
                  <a:gd name="T19" fmla="*/ 16 h 266"/>
                  <a:gd name="T20" fmla="*/ 87 w 237"/>
                  <a:gd name="T21" fmla="*/ 14 h 266"/>
                  <a:gd name="T22" fmla="*/ 88 w 237"/>
                  <a:gd name="T23" fmla="*/ 0 h 266"/>
                  <a:gd name="T24" fmla="*/ 103 w 237"/>
                  <a:gd name="T25" fmla="*/ 9 h 266"/>
                  <a:gd name="T26" fmla="*/ 204 w 237"/>
                  <a:gd name="T27" fmla="*/ 89 h 266"/>
                  <a:gd name="T28" fmla="*/ 217 w 237"/>
                  <a:gd name="T29" fmla="*/ 96 h 266"/>
                  <a:gd name="T30" fmla="*/ 221 w 237"/>
                  <a:gd name="T31" fmla="*/ 119 h 266"/>
                  <a:gd name="T32" fmla="*/ 233 w 237"/>
                  <a:gd name="T33" fmla="*/ 117 h 266"/>
                  <a:gd name="T34" fmla="*/ 236 w 237"/>
                  <a:gd name="T35" fmla="*/ 164 h 266"/>
                  <a:gd name="T36" fmla="*/ 226 w 237"/>
                  <a:gd name="T37" fmla="*/ 166 h 266"/>
                  <a:gd name="T38" fmla="*/ 226 w 237"/>
                  <a:gd name="T39" fmla="*/ 174 h 266"/>
                  <a:gd name="T40" fmla="*/ 188 w 237"/>
                  <a:gd name="T41" fmla="*/ 179 h 266"/>
                  <a:gd name="T42" fmla="*/ 177 w 237"/>
                  <a:gd name="T43" fmla="*/ 187 h 266"/>
                  <a:gd name="T44" fmla="*/ 153 w 237"/>
                  <a:gd name="T45" fmla="*/ 186 h 266"/>
                  <a:gd name="T46" fmla="*/ 145 w 237"/>
                  <a:gd name="T47" fmla="*/ 196 h 266"/>
                  <a:gd name="T48" fmla="*/ 137 w 237"/>
                  <a:gd name="T49" fmla="*/ 203 h 266"/>
                  <a:gd name="T50" fmla="*/ 118 w 237"/>
                  <a:gd name="T51" fmla="*/ 209 h 266"/>
                  <a:gd name="T52" fmla="*/ 115 w 237"/>
                  <a:gd name="T53" fmla="*/ 217 h 266"/>
                  <a:gd name="T54" fmla="*/ 110 w 237"/>
                  <a:gd name="T55" fmla="*/ 228 h 266"/>
                  <a:gd name="T56" fmla="*/ 100 w 237"/>
                  <a:gd name="T57" fmla="*/ 242 h 266"/>
                  <a:gd name="T58" fmla="*/ 95 w 237"/>
                  <a:gd name="T59" fmla="*/ 262 h 266"/>
                  <a:gd name="T60" fmla="*/ 78 w 237"/>
                  <a:gd name="T61" fmla="*/ 264 h 266"/>
                  <a:gd name="T62" fmla="*/ 65 w 237"/>
                  <a:gd name="T63" fmla="*/ 265 h 266"/>
                  <a:gd name="T64" fmla="*/ 60 w 237"/>
                  <a:gd name="T65" fmla="*/ 246 h 266"/>
                  <a:gd name="T66" fmla="*/ 49 w 237"/>
                  <a:gd name="T67" fmla="*/ 235 h 266"/>
                  <a:gd name="T68" fmla="*/ 33 w 237"/>
                  <a:gd name="T69" fmla="*/ 231 h 266"/>
                  <a:gd name="T70" fmla="*/ 19 w 237"/>
                  <a:gd name="T71" fmla="*/ 227 h 266"/>
                  <a:gd name="T72" fmla="*/ 11 w 237"/>
                  <a:gd name="T73" fmla="*/ 210 h 266"/>
                  <a:gd name="T74" fmla="*/ 3 w 237"/>
                  <a:gd name="T75" fmla="*/ 204 h 266"/>
                  <a:gd name="T76" fmla="*/ 0 w 237"/>
                  <a:gd name="T77" fmla="*/ 191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37" h="266">
                    <a:moveTo>
                      <a:pt x="0" y="191"/>
                    </a:moveTo>
                    <a:lnTo>
                      <a:pt x="14" y="173"/>
                    </a:lnTo>
                    <a:lnTo>
                      <a:pt x="26" y="179"/>
                    </a:lnTo>
                    <a:lnTo>
                      <a:pt x="78" y="182"/>
                    </a:lnTo>
                    <a:lnTo>
                      <a:pt x="96" y="180"/>
                    </a:lnTo>
                    <a:lnTo>
                      <a:pt x="95" y="162"/>
                    </a:lnTo>
                    <a:lnTo>
                      <a:pt x="83" y="158"/>
                    </a:lnTo>
                    <a:lnTo>
                      <a:pt x="85" y="47"/>
                    </a:lnTo>
                    <a:lnTo>
                      <a:pt x="78" y="38"/>
                    </a:lnTo>
                    <a:lnTo>
                      <a:pt x="78" y="16"/>
                    </a:lnTo>
                    <a:lnTo>
                      <a:pt x="87" y="14"/>
                    </a:lnTo>
                    <a:lnTo>
                      <a:pt x="88" y="0"/>
                    </a:lnTo>
                    <a:lnTo>
                      <a:pt x="103" y="9"/>
                    </a:lnTo>
                    <a:lnTo>
                      <a:pt x="204" y="89"/>
                    </a:lnTo>
                    <a:lnTo>
                      <a:pt x="217" y="96"/>
                    </a:lnTo>
                    <a:lnTo>
                      <a:pt x="221" y="119"/>
                    </a:lnTo>
                    <a:lnTo>
                      <a:pt x="233" y="117"/>
                    </a:lnTo>
                    <a:lnTo>
                      <a:pt x="236" y="164"/>
                    </a:lnTo>
                    <a:lnTo>
                      <a:pt x="226" y="166"/>
                    </a:lnTo>
                    <a:lnTo>
                      <a:pt x="226" y="174"/>
                    </a:lnTo>
                    <a:lnTo>
                      <a:pt x="188" y="179"/>
                    </a:lnTo>
                    <a:lnTo>
                      <a:pt x="177" y="187"/>
                    </a:lnTo>
                    <a:lnTo>
                      <a:pt x="153" y="186"/>
                    </a:lnTo>
                    <a:lnTo>
                      <a:pt x="145" y="196"/>
                    </a:lnTo>
                    <a:lnTo>
                      <a:pt x="137" y="203"/>
                    </a:lnTo>
                    <a:lnTo>
                      <a:pt x="118" y="209"/>
                    </a:lnTo>
                    <a:lnTo>
                      <a:pt x="115" y="217"/>
                    </a:lnTo>
                    <a:lnTo>
                      <a:pt x="110" y="228"/>
                    </a:lnTo>
                    <a:lnTo>
                      <a:pt x="100" y="242"/>
                    </a:lnTo>
                    <a:lnTo>
                      <a:pt x="95" y="262"/>
                    </a:lnTo>
                    <a:lnTo>
                      <a:pt x="78" y="264"/>
                    </a:lnTo>
                    <a:lnTo>
                      <a:pt x="65" y="265"/>
                    </a:lnTo>
                    <a:lnTo>
                      <a:pt x="60" y="246"/>
                    </a:lnTo>
                    <a:lnTo>
                      <a:pt x="49" y="235"/>
                    </a:lnTo>
                    <a:lnTo>
                      <a:pt x="33" y="231"/>
                    </a:lnTo>
                    <a:lnTo>
                      <a:pt x="19" y="227"/>
                    </a:lnTo>
                    <a:lnTo>
                      <a:pt x="11" y="210"/>
                    </a:lnTo>
                    <a:lnTo>
                      <a:pt x="3" y="204"/>
                    </a:lnTo>
                    <a:lnTo>
                      <a:pt x="0" y="191"/>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54" name="Freeform 181">
                <a:extLst>
                  <a:ext uri="{FF2B5EF4-FFF2-40B4-BE49-F238E27FC236}">
                    <a16:creationId xmlns:a16="http://schemas.microsoft.com/office/drawing/2014/main" id="{92EED002-1718-4A09-A1FB-187136925629}"/>
                  </a:ext>
                </a:extLst>
              </p:cNvPr>
              <p:cNvSpPr>
                <a:spLocks/>
              </p:cNvSpPr>
              <p:nvPr/>
            </p:nvSpPr>
            <p:spPr bwMode="auto">
              <a:xfrm>
                <a:off x="5888432" y="3862992"/>
                <a:ext cx="278330" cy="276840"/>
              </a:xfrm>
              <a:custGeom>
                <a:avLst/>
                <a:gdLst>
                  <a:gd name="T0" fmla="*/ 126 w 158"/>
                  <a:gd name="T1" fmla="*/ 101 h 156"/>
                  <a:gd name="T2" fmla="*/ 135 w 158"/>
                  <a:gd name="T3" fmla="*/ 84 h 156"/>
                  <a:gd name="T4" fmla="*/ 142 w 158"/>
                  <a:gd name="T5" fmla="*/ 57 h 156"/>
                  <a:gd name="T6" fmla="*/ 146 w 158"/>
                  <a:gd name="T7" fmla="*/ 49 h 156"/>
                  <a:gd name="T8" fmla="*/ 154 w 158"/>
                  <a:gd name="T9" fmla="*/ 44 h 156"/>
                  <a:gd name="T10" fmla="*/ 157 w 158"/>
                  <a:gd name="T11" fmla="*/ 24 h 156"/>
                  <a:gd name="T12" fmla="*/ 154 w 158"/>
                  <a:gd name="T13" fmla="*/ 0 h 156"/>
                  <a:gd name="T14" fmla="*/ 143 w 158"/>
                  <a:gd name="T15" fmla="*/ 6 h 156"/>
                  <a:gd name="T16" fmla="*/ 137 w 158"/>
                  <a:gd name="T17" fmla="*/ 13 h 156"/>
                  <a:gd name="T18" fmla="*/ 129 w 158"/>
                  <a:gd name="T19" fmla="*/ 6 h 156"/>
                  <a:gd name="T20" fmla="*/ 111 w 158"/>
                  <a:gd name="T21" fmla="*/ 6 h 156"/>
                  <a:gd name="T22" fmla="*/ 109 w 158"/>
                  <a:gd name="T23" fmla="*/ 13 h 156"/>
                  <a:gd name="T24" fmla="*/ 96 w 158"/>
                  <a:gd name="T25" fmla="*/ 13 h 156"/>
                  <a:gd name="T26" fmla="*/ 89 w 158"/>
                  <a:gd name="T27" fmla="*/ 4 h 156"/>
                  <a:gd name="T28" fmla="*/ 78 w 158"/>
                  <a:gd name="T29" fmla="*/ 6 h 156"/>
                  <a:gd name="T30" fmla="*/ 60 w 158"/>
                  <a:gd name="T31" fmla="*/ 7 h 156"/>
                  <a:gd name="T32" fmla="*/ 59 w 158"/>
                  <a:gd name="T33" fmla="*/ 13 h 156"/>
                  <a:gd name="T34" fmla="*/ 52 w 158"/>
                  <a:gd name="T35" fmla="*/ 3 h 156"/>
                  <a:gd name="T36" fmla="*/ 41 w 158"/>
                  <a:gd name="T37" fmla="*/ 2 h 156"/>
                  <a:gd name="T38" fmla="*/ 28 w 158"/>
                  <a:gd name="T39" fmla="*/ 6 h 156"/>
                  <a:gd name="T40" fmla="*/ 23 w 158"/>
                  <a:gd name="T41" fmla="*/ 16 h 156"/>
                  <a:gd name="T42" fmla="*/ 18 w 158"/>
                  <a:gd name="T43" fmla="*/ 23 h 156"/>
                  <a:gd name="T44" fmla="*/ 14 w 158"/>
                  <a:gd name="T45" fmla="*/ 23 h 156"/>
                  <a:gd name="T46" fmla="*/ 16 w 158"/>
                  <a:gd name="T47" fmla="*/ 42 h 156"/>
                  <a:gd name="T48" fmla="*/ 8 w 158"/>
                  <a:gd name="T49" fmla="*/ 74 h 156"/>
                  <a:gd name="T50" fmla="*/ 0 w 158"/>
                  <a:gd name="T51" fmla="*/ 85 h 156"/>
                  <a:gd name="T52" fmla="*/ 3 w 158"/>
                  <a:gd name="T53" fmla="*/ 117 h 156"/>
                  <a:gd name="T54" fmla="*/ 15 w 158"/>
                  <a:gd name="T55" fmla="*/ 119 h 156"/>
                  <a:gd name="T56" fmla="*/ 28 w 158"/>
                  <a:gd name="T57" fmla="*/ 117 h 156"/>
                  <a:gd name="T58" fmla="*/ 34 w 158"/>
                  <a:gd name="T59" fmla="*/ 124 h 156"/>
                  <a:gd name="T60" fmla="*/ 40 w 158"/>
                  <a:gd name="T61" fmla="*/ 132 h 156"/>
                  <a:gd name="T62" fmla="*/ 39 w 158"/>
                  <a:gd name="T63" fmla="*/ 147 h 156"/>
                  <a:gd name="T64" fmla="*/ 50 w 158"/>
                  <a:gd name="T65" fmla="*/ 154 h 156"/>
                  <a:gd name="T66" fmla="*/ 63 w 158"/>
                  <a:gd name="T67" fmla="*/ 155 h 156"/>
                  <a:gd name="T68" fmla="*/ 89 w 158"/>
                  <a:gd name="T69" fmla="*/ 133 h 156"/>
                  <a:gd name="T70" fmla="*/ 98 w 158"/>
                  <a:gd name="T71" fmla="*/ 122 h 156"/>
                  <a:gd name="T72" fmla="*/ 110 w 158"/>
                  <a:gd name="T73" fmla="*/ 111 h 156"/>
                  <a:gd name="T74" fmla="*/ 126 w 158"/>
                  <a:gd name="T75" fmla="*/ 101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8" h="156">
                    <a:moveTo>
                      <a:pt x="126" y="101"/>
                    </a:moveTo>
                    <a:lnTo>
                      <a:pt x="135" y="84"/>
                    </a:lnTo>
                    <a:lnTo>
                      <a:pt x="142" y="57"/>
                    </a:lnTo>
                    <a:lnTo>
                      <a:pt x="146" y="49"/>
                    </a:lnTo>
                    <a:lnTo>
                      <a:pt x="154" y="44"/>
                    </a:lnTo>
                    <a:lnTo>
                      <a:pt x="157" y="24"/>
                    </a:lnTo>
                    <a:lnTo>
                      <a:pt x="154" y="0"/>
                    </a:lnTo>
                    <a:lnTo>
                      <a:pt x="143" y="6"/>
                    </a:lnTo>
                    <a:lnTo>
                      <a:pt x="137" y="13"/>
                    </a:lnTo>
                    <a:lnTo>
                      <a:pt x="129" y="6"/>
                    </a:lnTo>
                    <a:lnTo>
                      <a:pt x="111" y="6"/>
                    </a:lnTo>
                    <a:lnTo>
                      <a:pt x="109" y="13"/>
                    </a:lnTo>
                    <a:lnTo>
                      <a:pt x="96" y="13"/>
                    </a:lnTo>
                    <a:lnTo>
                      <a:pt x="89" y="4"/>
                    </a:lnTo>
                    <a:lnTo>
                      <a:pt x="78" y="6"/>
                    </a:lnTo>
                    <a:lnTo>
                      <a:pt x="60" y="7"/>
                    </a:lnTo>
                    <a:lnTo>
                      <a:pt x="59" y="13"/>
                    </a:lnTo>
                    <a:lnTo>
                      <a:pt x="52" y="3"/>
                    </a:lnTo>
                    <a:lnTo>
                      <a:pt x="41" y="2"/>
                    </a:lnTo>
                    <a:lnTo>
                      <a:pt x="28" y="6"/>
                    </a:lnTo>
                    <a:lnTo>
                      <a:pt x="23" y="16"/>
                    </a:lnTo>
                    <a:lnTo>
                      <a:pt x="18" y="23"/>
                    </a:lnTo>
                    <a:lnTo>
                      <a:pt x="14" y="23"/>
                    </a:lnTo>
                    <a:lnTo>
                      <a:pt x="16" y="42"/>
                    </a:lnTo>
                    <a:lnTo>
                      <a:pt x="8" y="74"/>
                    </a:lnTo>
                    <a:lnTo>
                      <a:pt x="0" y="85"/>
                    </a:lnTo>
                    <a:lnTo>
                      <a:pt x="3" y="117"/>
                    </a:lnTo>
                    <a:lnTo>
                      <a:pt x="15" y="119"/>
                    </a:lnTo>
                    <a:lnTo>
                      <a:pt x="28" y="117"/>
                    </a:lnTo>
                    <a:lnTo>
                      <a:pt x="34" y="124"/>
                    </a:lnTo>
                    <a:lnTo>
                      <a:pt x="40" y="132"/>
                    </a:lnTo>
                    <a:lnTo>
                      <a:pt x="39" y="147"/>
                    </a:lnTo>
                    <a:lnTo>
                      <a:pt x="50" y="154"/>
                    </a:lnTo>
                    <a:lnTo>
                      <a:pt x="63" y="155"/>
                    </a:lnTo>
                    <a:lnTo>
                      <a:pt x="89" y="133"/>
                    </a:lnTo>
                    <a:lnTo>
                      <a:pt x="98" y="122"/>
                    </a:lnTo>
                    <a:lnTo>
                      <a:pt x="110" y="111"/>
                    </a:lnTo>
                    <a:lnTo>
                      <a:pt x="126" y="101"/>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55" name="Freeform 182">
                <a:extLst>
                  <a:ext uri="{FF2B5EF4-FFF2-40B4-BE49-F238E27FC236}">
                    <a16:creationId xmlns:a16="http://schemas.microsoft.com/office/drawing/2014/main" id="{A5432268-8B92-4C69-845B-3485B48F9E10}"/>
                  </a:ext>
                </a:extLst>
              </p:cNvPr>
              <p:cNvSpPr>
                <a:spLocks/>
              </p:cNvSpPr>
              <p:nvPr/>
            </p:nvSpPr>
            <p:spPr bwMode="auto">
              <a:xfrm>
                <a:off x="6202929" y="3941640"/>
                <a:ext cx="311352" cy="251673"/>
              </a:xfrm>
              <a:custGeom>
                <a:avLst/>
                <a:gdLst>
                  <a:gd name="T0" fmla="*/ 174 w 177"/>
                  <a:gd name="T1" fmla="*/ 101 h 142"/>
                  <a:gd name="T2" fmla="*/ 166 w 177"/>
                  <a:gd name="T3" fmla="*/ 100 h 142"/>
                  <a:gd name="T4" fmla="*/ 150 w 177"/>
                  <a:gd name="T5" fmla="*/ 103 h 142"/>
                  <a:gd name="T6" fmla="*/ 136 w 177"/>
                  <a:gd name="T7" fmla="*/ 101 h 142"/>
                  <a:gd name="T8" fmla="*/ 135 w 177"/>
                  <a:gd name="T9" fmla="*/ 108 h 142"/>
                  <a:gd name="T10" fmla="*/ 106 w 177"/>
                  <a:gd name="T11" fmla="*/ 110 h 142"/>
                  <a:gd name="T12" fmla="*/ 103 w 177"/>
                  <a:gd name="T13" fmla="*/ 116 h 142"/>
                  <a:gd name="T14" fmla="*/ 79 w 177"/>
                  <a:gd name="T15" fmla="*/ 120 h 142"/>
                  <a:gd name="T16" fmla="*/ 74 w 177"/>
                  <a:gd name="T17" fmla="*/ 109 h 142"/>
                  <a:gd name="T18" fmla="*/ 64 w 177"/>
                  <a:gd name="T19" fmla="*/ 105 h 142"/>
                  <a:gd name="T20" fmla="*/ 58 w 177"/>
                  <a:gd name="T21" fmla="*/ 114 h 142"/>
                  <a:gd name="T22" fmla="*/ 51 w 177"/>
                  <a:gd name="T23" fmla="*/ 117 h 142"/>
                  <a:gd name="T24" fmla="*/ 46 w 177"/>
                  <a:gd name="T25" fmla="*/ 121 h 142"/>
                  <a:gd name="T26" fmla="*/ 35 w 177"/>
                  <a:gd name="T27" fmla="*/ 123 h 142"/>
                  <a:gd name="T28" fmla="*/ 28 w 177"/>
                  <a:gd name="T29" fmla="*/ 132 h 142"/>
                  <a:gd name="T30" fmla="*/ 22 w 177"/>
                  <a:gd name="T31" fmla="*/ 141 h 142"/>
                  <a:gd name="T32" fmla="*/ 17 w 177"/>
                  <a:gd name="T33" fmla="*/ 132 h 142"/>
                  <a:gd name="T34" fmla="*/ 10 w 177"/>
                  <a:gd name="T35" fmla="*/ 111 h 142"/>
                  <a:gd name="T36" fmla="*/ 0 w 177"/>
                  <a:gd name="T37" fmla="*/ 94 h 142"/>
                  <a:gd name="T38" fmla="*/ 6 w 177"/>
                  <a:gd name="T39" fmla="*/ 75 h 142"/>
                  <a:gd name="T40" fmla="*/ 13 w 177"/>
                  <a:gd name="T41" fmla="*/ 66 h 142"/>
                  <a:gd name="T42" fmla="*/ 21 w 177"/>
                  <a:gd name="T43" fmla="*/ 61 h 142"/>
                  <a:gd name="T44" fmla="*/ 35 w 177"/>
                  <a:gd name="T45" fmla="*/ 62 h 142"/>
                  <a:gd name="T46" fmla="*/ 39 w 177"/>
                  <a:gd name="T47" fmla="*/ 53 h 142"/>
                  <a:gd name="T48" fmla="*/ 55 w 177"/>
                  <a:gd name="T49" fmla="*/ 52 h 142"/>
                  <a:gd name="T50" fmla="*/ 62 w 177"/>
                  <a:gd name="T51" fmla="*/ 42 h 142"/>
                  <a:gd name="T52" fmla="*/ 75 w 177"/>
                  <a:gd name="T53" fmla="*/ 38 h 142"/>
                  <a:gd name="T54" fmla="*/ 80 w 177"/>
                  <a:gd name="T55" fmla="*/ 27 h 142"/>
                  <a:gd name="T56" fmla="*/ 90 w 177"/>
                  <a:gd name="T57" fmla="*/ 24 h 142"/>
                  <a:gd name="T58" fmla="*/ 96 w 177"/>
                  <a:gd name="T59" fmla="*/ 12 h 142"/>
                  <a:gd name="T60" fmla="*/ 106 w 177"/>
                  <a:gd name="T61" fmla="*/ 3 h 142"/>
                  <a:gd name="T62" fmla="*/ 113 w 177"/>
                  <a:gd name="T63" fmla="*/ 0 h 142"/>
                  <a:gd name="T64" fmla="*/ 119 w 177"/>
                  <a:gd name="T65" fmla="*/ 11 h 142"/>
                  <a:gd name="T66" fmla="*/ 126 w 177"/>
                  <a:gd name="T67" fmla="*/ 26 h 142"/>
                  <a:gd name="T68" fmla="*/ 124 w 177"/>
                  <a:gd name="T69" fmla="*/ 38 h 142"/>
                  <a:gd name="T70" fmla="*/ 131 w 177"/>
                  <a:gd name="T71" fmla="*/ 41 h 142"/>
                  <a:gd name="T72" fmla="*/ 132 w 177"/>
                  <a:gd name="T73" fmla="*/ 50 h 142"/>
                  <a:gd name="T74" fmla="*/ 143 w 177"/>
                  <a:gd name="T75" fmla="*/ 47 h 142"/>
                  <a:gd name="T76" fmla="*/ 146 w 177"/>
                  <a:gd name="T77" fmla="*/ 61 h 142"/>
                  <a:gd name="T78" fmla="*/ 159 w 177"/>
                  <a:gd name="T79" fmla="*/ 64 h 142"/>
                  <a:gd name="T80" fmla="*/ 162 w 177"/>
                  <a:gd name="T81" fmla="*/ 80 h 142"/>
                  <a:gd name="T82" fmla="*/ 169 w 177"/>
                  <a:gd name="T83" fmla="*/ 83 h 142"/>
                  <a:gd name="T84" fmla="*/ 173 w 177"/>
                  <a:gd name="T85" fmla="*/ 89 h 142"/>
                  <a:gd name="T86" fmla="*/ 176 w 177"/>
                  <a:gd name="T87" fmla="*/ 94 h 142"/>
                  <a:gd name="T88" fmla="*/ 174 w 177"/>
                  <a:gd name="T89" fmla="*/ 101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7" h="142">
                    <a:moveTo>
                      <a:pt x="174" y="101"/>
                    </a:moveTo>
                    <a:lnTo>
                      <a:pt x="166" y="100"/>
                    </a:lnTo>
                    <a:lnTo>
                      <a:pt x="150" y="103"/>
                    </a:lnTo>
                    <a:lnTo>
                      <a:pt x="136" y="101"/>
                    </a:lnTo>
                    <a:lnTo>
                      <a:pt x="135" y="108"/>
                    </a:lnTo>
                    <a:lnTo>
                      <a:pt x="106" y="110"/>
                    </a:lnTo>
                    <a:lnTo>
                      <a:pt x="103" y="116"/>
                    </a:lnTo>
                    <a:lnTo>
                      <a:pt x="79" y="120"/>
                    </a:lnTo>
                    <a:lnTo>
                      <a:pt x="74" y="109"/>
                    </a:lnTo>
                    <a:lnTo>
                      <a:pt x="64" y="105"/>
                    </a:lnTo>
                    <a:lnTo>
                      <a:pt x="58" y="114"/>
                    </a:lnTo>
                    <a:lnTo>
                      <a:pt x="51" y="117"/>
                    </a:lnTo>
                    <a:lnTo>
                      <a:pt x="46" y="121"/>
                    </a:lnTo>
                    <a:lnTo>
                      <a:pt x="35" y="123"/>
                    </a:lnTo>
                    <a:lnTo>
                      <a:pt x="28" y="132"/>
                    </a:lnTo>
                    <a:lnTo>
                      <a:pt x="22" y="141"/>
                    </a:lnTo>
                    <a:lnTo>
                      <a:pt x="17" y="132"/>
                    </a:lnTo>
                    <a:lnTo>
                      <a:pt x="10" y="111"/>
                    </a:lnTo>
                    <a:lnTo>
                      <a:pt x="0" y="94"/>
                    </a:lnTo>
                    <a:lnTo>
                      <a:pt x="6" y="75"/>
                    </a:lnTo>
                    <a:lnTo>
                      <a:pt x="13" y="66"/>
                    </a:lnTo>
                    <a:lnTo>
                      <a:pt x="21" y="61"/>
                    </a:lnTo>
                    <a:lnTo>
                      <a:pt x="35" y="62"/>
                    </a:lnTo>
                    <a:lnTo>
                      <a:pt x="39" y="53"/>
                    </a:lnTo>
                    <a:lnTo>
                      <a:pt x="55" y="52"/>
                    </a:lnTo>
                    <a:lnTo>
                      <a:pt x="62" y="42"/>
                    </a:lnTo>
                    <a:lnTo>
                      <a:pt x="75" y="38"/>
                    </a:lnTo>
                    <a:lnTo>
                      <a:pt x="80" y="27"/>
                    </a:lnTo>
                    <a:lnTo>
                      <a:pt x="90" y="24"/>
                    </a:lnTo>
                    <a:lnTo>
                      <a:pt x="96" y="12"/>
                    </a:lnTo>
                    <a:lnTo>
                      <a:pt x="106" y="3"/>
                    </a:lnTo>
                    <a:lnTo>
                      <a:pt x="113" y="0"/>
                    </a:lnTo>
                    <a:lnTo>
                      <a:pt x="119" y="11"/>
                    </a:lnTo>
                    <a:lnTo>
                      <a:pt x="126" y="26"/>
                    </a:lnTo>
                    <a:lnTo>
                      <a:pt x="124" y="38"/>
                    </a:lnTo>
                    <a:lnTo>
                      <a:pt x="131" y="41"/>
                    </a:lnTo>
                    <a:lnTo>
                      <a:pt x="132" y="50"/>
                    </a:lnTo>
                    <a:lnTo>
                      <a:pt x="143" y="47"/>
                    </a:lnTo>
                    <a:lnTo>
                      <a:pt x="146" y="61"/>
                    </a:lnTo>
                    <a:lnTo>
                      <a:pt x="159" y="64"/>
                    </a:lnTo>
                    <a:lnTo>
                      <a:pt x="162" y="80"/>
                    </a:lnTo>
                    <a:lnTo>
                      <a:pt x="169" y="83"/>
                    </a:lnTo>
                    <a:lnTo>
                      <a:pt x="173" y="89"/>
                    </a:lnTo>
                    <a:lnTo>
                      <a:pt x="176" y="94"/>
                    </a:lnTo>
                    <a:lnTo>
                      <a:pt x="174" y="101"/>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56" name="Freeform 183">
                <a:extLst>
                  <a:ext uri="{FF2B5EF4-FFF2-40B4-BE49-F238E27FC236}">
                    <a16:creationId xmlns:a16="http://schemas.microsoft.com/office/drawing/2014/main" id="{98C47B98-A6D1-47D3-BC61-13EEDFB16630}"/>
                  </a:ext>
                </a:extLst>
              </p:cNvPr>
              <p:cNvSpPr>
                <a:spLocks/>
              </p:cNvSpPr>
              <p:nvPr/>
            </p:nvSpPr>
            <p:spPr bwMode="auto">
              <a:xfrm>
                <a:off x="6446664" y="3325042"/>
                <a:ext cx="270467" cy="316164"/>
              </a:xfrm>
              <a:custGeom>
                <a:avLst/>
                <a:gdLst>
                  <a:gd name="T0" fmla="*/ 0 w 172"/>
                  <a:gd name="T1" fmla="*/ 2 h 201"/>
                  <a:gd name="T2" fmla="*/ 0 w 172"/>
                  <a:gd name="T3" fmla="*/ 201 h 201"/>
                  <a:gd name="T4" fmla="*/ 10 w 172"/>
                  <a:gd name="T5" fmla="*/ 195 h 201"/>
                  <a:gd name="T6" fmla="*/ 22 w 172"/>
                  <a:gd name="T7" fmla="*/ 186 h 201"/>
                  <a:gd name="T8" fmla="*/ 129 w 172"/>
                  <a:gd name="T9" fmla="*/ 186 h 201"/>
                  <a:gd name="T10" fmla="*/ 138 w 172"/>
                  <a:gd name="T11" fmla="*/ 195 h 201"/>
                  <a:gd name="T12" fmla="*/ 166 w 172"/>
                  <a:gd name="T13" fmla="*/ 172 h 201"/>
                  <a:gd name="T14" fmla="*/ 166 w 172"/>
                  <a:gd name="T15" fmla="*/ 149 h 201"/>
                  <a:gd name="T16" fmla="*/ 172 w 172"/>
                  <a:gd name="T17" fmla="*/ 146 h 201"/>
                  <a:gd name="T18" fmla="*/ 134 w 172"/>
                  <a:gd name="T19" fmla="*/ 85 h 201"/>
                  <a:gd name="T20" fmla="*/ 112 w 172"/>
                  <a:gd name="T21" fmla="*/ 48 h 201"/>
                  <a:gd name="T22" fmla="*/ 112 w 172"/>
                  <a:gd name="T23" fmla="*/ 32 h 201"/>
                  <a:gd name="T24" fmla="*/ 125 w 172"/>
                  <a:gd name="T25" fmla="*/ 45 h 201"/>
                  <a:gd name="T26" fmla="*/ 143 w 172"/>
                  <a:gd name="T27" fmla="*/ 65 h 201"/>
                  <a:gd name="T28" fmla="*/ 151 w 172"/>
                  <a:gd name="T29" fmla="*/ 48 h 201"/>
                  <a:gd name="T30" fmla="*/ 151 w 172"/>
                  <a:gd name="T31" fmla="*/ 28 h 201"/>
                  <a:gd name="T32" fmla="*/ 136 w 172"/>
                  <a:gd name="T33" fmla="*/ 5 h 201"/>
                  <a:gd name="T34" fmla="*/ 112 w 172"/>
                  <a:gd name="T35" fmla="*/ 2 h 201"/>
                  <a:gd name="T36" fmla="*/ 91 w 172"/>
                  <a:gd name="T37" fmla="*/ 3 h 201"/>
                  <a:gd name="T38" fmla="*/ 67 w 172"/>
                  <a:gd name="T39" fmla="*/ 19 h 201"/>
                  <a:gd name="T40" fmla="*/ 55 w 172"/>
                  <a:gd name="T41" fmla="*/ 12 h 201"/>
                  <a:gd name="T42" fmla="*/ 44 w 172"/>
                  <a:gd name="T43" fmla="*/ 0 h 201"/>
                  <a:gd name="T44" fmla="*/ 0 w 172"/>
                  <a:gd name="T45" fmla="*/ 2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2" h="201">
                    <a:moveTo>
                      <a:pt x="0" y="2"/>
                    </a:moveTo>
                    <a:lnTo>
                      <a:pt x="0" y="201"/>
                    </a:lnTo>
                    <a:lnTo>
                      <a:pt x="10" y="195"/>
                    </a:lnTo>
                    <a:lnTo>
                      <a:pt x="22" y="186"/>
                    </a:lnTo>
                    <a:lnTo>
                      <a:pt x="129" y="186"/>
                    </a:lnTo>
                    <a:lnTo>
                      <a:pt x="138" y="195"/>
                    </a:lnTo>
                    <a:lnTo>
                      <a:pt x="166" y="172"/>
                    </a:lnTo>
                    <a:lnTo>
                      <a:pt x="166" y="149"/>
                    </a:lnTo>
                    <a:lnTo>
                      <a:pt x="172" y="146"/>
                    </a:lnTo>
                    <a:lnTo>
                      <a:pt x="134" y="85"/>
                    </a:lnTo>
                    <a:lnTo>
                      <a:pt x="112" y="48"/>
                    </a:lnTo>
                    <a:lnTo>
                      <a:pt x="112" y="32"/>
                    </a:lnTo>
                    <a:lnTo>
                      <a:pt x="125" y="45"/>
                    </a:lnTo>
                    <a:lnTo>
                      <a:pt x="143" y="65"/>
                    </a:lnTo>
                    <a:lnTo>
                      <a:pt x="151" y="48"/>
                    </a:lnTo>
                    <a:lnTo>
                      <a:pt x="151" y="28"/>
                    </a:lnTo>
                    <a:lnTo>
                      <a:pt x="136" y="5"/>
                    </a:lnTo>
                    <a:lnTo>
                      <a:pt x="112" y="2"/>
                    </a:lnTo>
                    <a:lnTo>
                      <a:pt x="91" y="3"/>
                    </a:lnTo>
                    <a:lnTo>
                      <a:pt x="67" y="19"/>
                    </a:lnTo>
                    <a:lnTo>
                      <a:pt x="55" y="12"/>
                    </a:lnTo>
                    <a:lnTo>
                      <a:pt x="44" y="0"/>
                    </a:lnTo>
                    <a:lnTo>
                      <a:pt x="0" y="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57" name="Freeform 189">
                <a:extLst>
                  <a:ext uri="{FF2B5EF4-FFF2-40B4-BE49-F238E27FC236}">
                    <a16:creationId xmlns:a16="http://schemas.microsoft.com/office/drawing/2014/main" id="{D9D99F02-DE45-4EEE-BCEF-EEFF2EB82014}"/>
                  </a:ext>
                </a:extLst>
              </p:cNvPr>
              <p:cNvSpPr>
                <a:spLocks/>
              </p:cNvSpPr>
              <p:nvPr/>
            </p:nvSpPr>
            <p:spPr bwMode="auto">
              <a:xfrm>
                <a:off x="5537768" y="3192914"/>
                <a:ext cx="264177" cy="246954"/>
              </a:xfrm>
              <a:custGeom>
                <a:avLst/>
                <a:gdLst>
                  <a:gd name="T0" fmla="*/ 118 w 149"/>
                  <a:gd name="T1" fmla="*/ 19 h 140"/>
                  <a:gd name="T2" fmla="*/ 135 w 149"/>
                  <a:gd name="T3" fmla="*/ 16 h 140"/>
                  <a:gd name="T4" fmla="*/ 146 w 149"/>
                  <a:gd name="T5" fmla="*/ 27 h 140"/>
                  <a:gd name="T6" fmla="*/ 139 w 149"/>
                  <a:gd name="T7" fmla="*/ 41 h 140"/>
                  <a:gd name="T8" fmla="*/ 148 w 149"/>
                  <a:gd name="T9" fmla="*/ 46 h 140"/>
                  <a:gd name="T10" fmla="*/ 141 w 149"/>
                  <a:gd name="T11" fmla="*/ 70 h 140"/>
                  <a:gd name="T12" fmla="*/ 126 w 149"/>
                  <a:gd name="T13" fmla="*/ 71 h 140"/>
                  <a:gd name="T14" fmla="*/ 122 w 149"/>
                  <a:gd name="T15" fmla="*/ 82 h 140"/>
                  <a:gd name="T16" fmla="*/ 130 w 149"/>
                  <a:gd name="T17" fmla="*/ 89 h 140"/>
                  <a:gd name="T18" fmla="*/ 111 w 149"/>
                  <a:gd name="T19" fmla="*/ 105 h 140"/>
                  <a:gd name="T20" fmla="*/ 100 w 149"/>
                  <a:gd name="T21" fmla="*/ 118 h 140"/>
                  <a:gd name="T22" fmla="*/ 88 w 149"/>
                  <a:gd name="T23" fmla="*/ 124 h 140"/>
                  <a:gd name="T24" fmla="*/ 77 w 149"/>
                  <a:gd name="T25" fmla="*/ 124 h 140"/>
                  <a:gd name="T26" fmla="*/ 74 w 149"/>
                  <a:gd name="T27" fmla="*/ 131 h 140"/>
                  <a:gd name="T28" fmla="*/ 63 w 149"/>
                  <a:gd name="T29" fmla="*/ 130 h 140"/>
                  <a:gd name="T30" fmla="*/ 61 w 149"/>
                  <a:gd name="T31" fmla="*/ 139 h 140"/>
                  <a:gd name="T32" fmla="*/ 46 w 149"/>
                  <a:gd name="T33" fmla="*/ 139 h 140"/>
                  <a:gd name="T34" fmla="*/ 48 w 149"/>
                  <a:gd name="T35" fmla="*/ 132 h 140"/>
                  <a:gd name="T36" fmla="*/ 37 w 149"/>
                  <a:gd name="T37" fmla="*/ 132 h 140"/>
                  <a:gd name="T38" fmla="*/ 0 w 149"/>
                  <a:gd name="T39" fmla="*/ 132 h 140"/>
                  <a:gd name="T40" fmla="*/ 9 w 149"/>
                  <a:gd name="T41" fmla="*/ 120 h 140"/>
                  <a:gd name="T42" fmla="*/ 17 w 149"/>
                  <a:gd name="T43" fmla="*/ 115 h 140"/>
                  <a:gd name="T44" fmla="*/ 25 w 149"/>
                  <a:gd name="T45" fmla="*/ 108 h 140"/>
                  <a:gd name="T46" fmla="*/ 31 w 149"/>
                  <a:gd name="T47" fmla="*/ 64 h 140"/>
                  <a:gd name="T48" fmla="*/ 36 w 149"/>
                  <a:gd name="T49" fmla="*/ 49 h 140"/>
                  <a:gd name="T50" fmla="*/ 42 w 149"/>
                  <a:gd name="T51" fmla="*/ 51 h 140"/>
                  <a:gd name="T52" fmla="*/ 43 w 149"/>
                  <a:gd name="T53" fmla="*/ 41 h 140"/>
                  <a:gd name="T54" fmla="*/ 67 w 149"/>
                  <a:gd name="T55" fmla="*/ 40 h 140"/>
                  <a:gd name="T56" fmla="*/ 67 w 149"/>
                  <a:gd name="T57" fmla="*/ 28 h 140"/>
                  <a:gd name="T58" fmla="*/ 76 w 149"/>
                  <a:gd name="T59" fmla="*/ 19 h 140"/>
                  <a:gd name="T60" fmla="*/ 82 w 149"/>
                  <a:gd name="T61" fmla="*/ 9 h 140"/>
                  <a:gd name="T62" fmla="*/ 85 w 149"/>
                  <a:gd name="T63" fmla="*/ 0 h 140"/>
                  <a:gd name="T64" fmla="*/ 96 w 149"/>
                  <a:gd name="T65" fmla="*/ 7 h 140"/>
                  <a:gd name="T66" fmla="*/ 108 w 149"/>
                  <a:gd name="T67" fmla="*/ 8 h 140"/>
                  <a:gd name="T68" fmla="*/ 118 w 149"/>
                  <a:gd name="T69" fmla="*/ 1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9" h="140">
                    <a:moveTo>
                      <a:pt x="118" y="19"/>
                    </a:moveTo>
                    <a:lnTo>
                      <a:pt x="135" y="16"/>
                    </a:lnTo>
                    <a:lnTo>
                      <a:pt x="146" y="27"/>
                    </a:lnTo>
                    <a:lnTo>
                      <a:pt x="139" y="41"/>
                    </a:lnTo>
                    <a:lnTo>
                      <a:pt x="148" y="46"/>
                    </a:lnTo>
                    <a:lnTo>
                      <a:pt x="141" y="70"/>
                    </a:lnTo>
                    <a:lnTo>
                      <a:pt x="126" y="71"/>
                    </a:lnTo>
                    <a:lnTo>
                      <a:pt x="122" y="82"/>
                    </a:lnTo>
                    <a:lnTo>
                      <a:pt x="130" y="89"/>
                    </a:lnTo>
                    <a:lnTo>
                      <a:pt x="111" y="105"/>
                    </a:lnTo>
                    <a:lnTo>
                      <a:pt x="100" y="118"/>
                    </a:lnTo>
                    <a:lnTo>
                      <a:pt x="88" y="124"/>
                    </a:lnTo>
                    <a:lnTo>
                      <a:pt x="77" y="124"/>
                    </a:lnTo>
                    <a:lnTo>
                      <a:pt x="74" y="131"/>
                    </a:lnTo>
                    <a:lnTo>
                      <a:pt x="63" y="130"/>
                    </a:lnTo>
                    <a:lnTo>
                      <a:pt x="61" y="139"/>
                    </a:lnTo>
                    <a:lnTo>
                      <a:pt x="46" y="139"/>
                    </a:lnTo>
                    <a:lnTo>
                      <a:pt x="48" y="132"/>
                    </a:lnTo>
                    <a:lnTo>
                      <a:pt x="37" y="132"/>
                    </a:lnTo>
                    <a:lnTo>
                      <a:pt x="0" y="132"/>
                    </a:lnTo>
                    <a:lnTo>
                      <a:pt x="9" y="120"/>
                    </a:lnTo>
                    <a:lnTo>
                      <a:pt x="17" y="115"/>
                    </a:lnTo>
                    <a:lnTo>
                      <a:pt x="25" y="108"/>
                    </a:lnTo>
                    <a:lnTo>
                      <a:pt x="31" y="64"/>
                    </a:lnTo>
                    <a:lnTo>
                      <a:pt x="36" y="49"/>
                    </a:lnTo>
                    <a:lnTo>
                      <a:pt x="42" y="51"/>
                    </a:lnTo>
                    <a:lnTo>
                      <a:pt x="43" y="41"/>
                    </a:lnTo>
                    <a:lnTo>
                      <a:pt x="67" y="40"/>
                    </a:lnTo>
                    <a:lnTo>
                      <a:pt x="67" y="28"/>
                    </a:lnTo>
                    <a:lnTo>
                      <a:pt x="76" y="19"/>
                    </a:lnTo>
                    <a:lnTo>
                      <a:pt x="82" y="9"/>
                    </a:lnTo>
                    <a:lnTo>
                      <a:pt x="85" y="0"/>
                    </a:lnTo>
                    <a:lnTo>
                      <a:pt x="96" y="7"/>
                    </a:lnTo>
                    <a:lnTo>
                      <a:pt x="108" y="8"/>
                    </a:lnTo>
                    <a:lnTo>
                      <a:pt x="118" y="19"/>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58" name="Freeform 190">
                <a:extLst>
                  <a:ext uri="{FF2B5EF4-FFF2-40B4-BE49-F238E27FC236}">
                    <a16:creationId xmlns:a16="http://schemas.microsoft.com/office/drawing/2014/main" id="{5A1ECB70-B09E-487F-B344-B0C105347F1E}"/>
                  </a:ext>
                </a:extLst>
              </p:cNvPr>
              <p:cNvSpPr>
                <a:spLocks/>
              </p:cNvSpPr>
              <p:nvPr/>
            </p:nvSpPr>
            <p:spPr bwMode="auto">
              <a:xfrm>
                <a:off x="5619537" y="3152017"/>
                <a:ext cx="503195" cy="564690"/>
              </a:xfrm>
              <a:custGeom>
                <a:avLst/>
                <a:gdLst>
                  <a:gd name="T0" fmla="*/ 89 w 285"/>
                  <a:gd name="T1" fmla="*/ 41 h 320"/>
                  <a:gd name="T2" fmla="*/ 100 w 285"/>
                  <a:gd name="T3" fmla="*/ 52 h 320"/>
                  <a:gd name="T4" fmla="*/ 94 w 285"/>
                  <a:gd name="T5" fmla="*/ 65 h 320"/>
                  <a:gd name="T6" fmla="*/ 102 w 285"/>
                  <a:gd name="T7" fmla="*/ 70 h 320"/>
                  <a:gd name="T8" fmla="*/ 95 w 285"/>
                  <a:gd name="T9" fmla="*/ 95 h 320"/>
                  <a:gd name="T10" fmla="*/ 80 w 285"/>
                  <a:gd name="T11" fmla="*/ 96 h 320"/>
                  <a:gd name="T12" fmla="*/ 77 w 285"/>
                  <a:gd name="T13" fmla="*/ 107 h 320"/>
                  <a:gd name="T14" fmla="*/ 84 w 285"/>
                  <a:gd name="T15" fmla="*/ 113 h 320"/>
                  <a:gd name="T16" fmla="*/ 65 w 285"/>
                  <a:gd name="T17" fmla="*/ 129 h 320"/>
                  <a:gd name="T18" fmla="*/ 54 w 285"/>
                  <a:gd name="T19" fmla="*/ 142 h 320"/>
                  <a:gd name="T20" fmla="*/ 42 w 285"/>
                  <a:gd name="T21" fmla="*/ 148 h 320"/>
                  <a:gd name="T22" fmla="*/ 31 w 285"/>
                  <a:gd name="T23" fmla="*/ 148 h 320"/>
                  <a:gd name="T24" fmla="*/ 28 w 285"/>
                  <a:gd name="T25" fmla="*/ 156 h 320"/>
                  <a:gd name="T26" fmla="*/ 17 w 285"/>
                  <a:gd name="T27" fmla="*/ 154 h 320"/>
                  <a:gd name="T28" fmla="*/ 15 w 285"/>
                  <a:gd name="T29" fmla="*/ 163 h 320"/>
                  <a:gd name="T30" fmla="*/ 0 w 285"/>
                  <a:gd name="T31" fmla="*/ 163 h 320"/>
                  <a:gd name="T32" fmla="*/ 31 w 285"/>
                  <a:gd name="T33" fmla="*/ 200 h 320"/>
                  <a:gd name="T34" fmla="*/ 46 w 285"/>
                  <a:gd name="T35" fmla="*/ 209 h 320"/>
                  <a:gd name="T36" fmla="*/ 146 w 285"/>
                  <a:gd name="T37" fmla="*/ 289 h 320"/>
                  <a:gd name="T38" fmla="*/ 160 w 285"/>
                  <a:gd name="T39" fmla="*/ 295 h 320"/>
                  <a:gd name="T40" fmla="*/ 163 w 285"/>
                  <a:gd name="T41" fmla="*/ 319 h 320"/>
                  <a:gd name="T42" fmla="*/ 176 w 285"/>
                  <a:gd name="T43" fmla="*/ 316 h 320"/>
                  <a:gd name="T44" fmla="*/ 178 w 285"/>
                  <a:gd name="T45" fmla="*/ 309 h 320"/>
                  <a:gd name="T46" fmla="*/ 202 w 285"/>
                  <a:gd name="T47" fmla="*/ 307 h 320"/>
                  <a:gd name="T48" fmla="*/ 212 w 285"/>
                  <a:gd name="T49" fmla="*/ 296 h 320"/>
                  <a:gd name="T50" fmla="*/ 220 w 285"/>
                  <a:gd name="T51" fmla="*/ 291 h 320"/>
                  <a:gd name="T52" fmla="*/ 223 w 285"/>
                  <a:gd name="T53" fmla="*/ 282 h 320"/>
                  <a:gd name="T54" fmla="*/ 246 w 285"/>
                  <a:gd name="T55" fmla="*/ 274 h 320"/>
                  <a:gd name="T56" fmla="*/ 253 w 285"/>
                  <a:gd name="T57" fmla="*/ 264 h 320"/>
                  <a:gd name="T58" fmla="*/ 264 w 285"/>
                  <a:gd name="T59" fmla="*/ 254 h 320"/>
                  <a:gd name="T60" fmla="*/ 279 w 285"/>
                  <a:gd name="T61" fmla="*/ 248 h 320"/>
                  <a:gd name="T62" fmla="*/ 284 w 285"/>
                  <a:gd name="T63" fmla="*/ 241 h 320"/>
                  <a:gd name="T64" fmla="*/ 282 w 285"/>
                  <a:gd name="T65" fmla="*/ 227 h 320"/>
                  <a:gd name="T66" fmla="*/ 259 w 285"/>
                  <a:gd name="T67" fmla="*/ 223 h 320"/>
                  <a:gd name="T68" fmla="*/ 252 w 285"/>
                  <a:gd name="T69" fmla="*/ 216 h 320"/>
                  <a:gd name="T70" fmla="*/ 250 w 285"/>
                  <a:gd name="T71" fmla="*/ 198 h 320"/>
                  <a:gd name="T72" fmla="*/ 253 w 285"/>
                  <a:gd name="T73" fmla="*/ 102 h 320"/>
                  <a:gd name="T74" fmla="*/ 246 w 285"/>
                  <a:gd name="T75" fmla="*/ 101 h 320"/>
                  <a:gd name="T76" fmla="*/ 242 w 285"/>
                  <a:gd name="T77" fmla="*/ 85 h 320"/>
                  <a:gd name="T78" fmla="*/ 229 w 285"/>
                  <a:gd name="T79" fmla="*/ 80 h 320"/>
                  <a:gd name="T80" fmla="*/ 224 w 285"/>
                  <a:gd name="T81" fmla="*/ 63 h 320"/>
                  <a:gd name="T82" fmla="*/ 227 w 285"/>
                  <a:gd name="T83" fmla="*/ 48 h 320"/>
                  <a:gd name="T84" fmla="*/ 241 w 285"/>
                  <a:gd name="T85" fmla="*/ 44 h 320"/>
                  <a:gd name="T86" fmla="*/ 233 w 285"/>
                  <a:gd name="T87" fmla="*/ 33 h 320"/>
                  <a:gd name="T88" fmla="*/ 235 w 285"/>
                  <a:gd name="T89" fmla="*/ 21 h 320"/>
                  <a:gd name="T90" fmla="*/ 242 w 285"/>
                  <a:gd name="T91" fmla="*/ 21 h 320"/>
                  <a:gd name="T92" fmla="*/ 239 w 285"/>
                  <a:gd name="T93" fmla="*/ 3 h 320"/>
                  <a:gd name="T94" fmla="*/ 196 w 285"/>
                  <a:gd name="T95" fmla="*/ 0 h 320"/>
                  <a:gd name="T96" fmla="*/ 176 w 285"/>
                  <a:gd name="T97" fmla="*/ 3 h 320"/>
                  <a:gd name="T98" fmla="*/ 160 w 285"/>
                  <a:gd name="T99" fmla="*/ 8 h 320"/>
                  <a:gd name="T100" fmla="*/ 128 w 285"/>
                  <a:gd name="T101" fmla="*/ 11 h 320"/>
                  <a:gd name="T102" fmla="*/ 117 w 285"/>
                  <a:gd name="T103" fmla="*/ 21 h 320"/>
                  <a:gd name="T104" fmla="*/ 96 w 285"/>
                  <a:gd name="T105" fmla="*/ 25 h 320"/>
                  <a:gd name="T106" fmla="*/ 89 w 285"/>
                  <a:gd name="T107" fmla="*/ 41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85" h="320">
                    <a:moveTo>
                      <a:pt x="89" y="41"/>
                    </a:moveTo>
                    <a:lnTo>
                      <a:pt x="100" y="52"/>
                    </a:lnTo>
                    <a:lnTo>
                      <a:pt x="94" y="65"/>
                    </a:lnTo>
                    <a:lnTo>
                      <a:pt x="102" y="70"/>
                    </a:lnTo>
                    <a:lnTo>
                      <a:pt x="95" y="95"/>
                    </a:lnTo>
                    <a:lnTo>
                      <a:pt x="80" y="96"/>
                    </a:lnTo>
                    <a:lnTo>
                      <a:pt x="77" y="107"/>
                    </a:lnTo>
                    <a:lnTo>
                      <a:pt x="84" y="113"/>
                    </a:lnTo>
                    <a:lnTo>
                      <a:pt x="65" y="129"/>
                    </a:lnTo>
                    <a:lnTo>
                      <a:pt x="54" y="142"/>
                    </a:lnTo>
                    <a:lnTo>
                      <a:pt x="42" y="148"/>
                    </a:lnTo>
                    <a:lnTo>
                      <a:pt x="31" y="148"/>
                    </a:lnTo>
                    <a:lnTo>
                      <a:pt x="28" y="156"/>
                    </a:lnTo>
                    <a:lnTo>
                      <a:pt x="17" y="154"/>
                    </a:lnTo>
                    <a:lnTo>
                      <a:pt x="15" y="163"/>
                    </a:lnTo>
                    <a:lnTo>
                      <a:pt x="0" y="163"/>
                    </a:lnTo>
                    <a:lnTo>
                      <a:pt x="31" y="200"/>
                    </a:lnTo>
                    <a:lnTo>
                      <a:pt x="46" y="209"/>
                    </a:lnTo>
                    <a:lnTo>
                      <a:pt x="146" y="289"/>
                    </a:lnTo>
                    <a:lnTo>
                      <a:pt x="160" y="295"/>
                    </a:lnTo>
                    <a:lnTo>
                      <a:pt x="163" y="319"/>
                    </a:lnTo>
                    <a:lnTo>
                      <a:pt x="176" y="316"/>
                    </a:lnTo>
                    <a:lnTo>
                      <a:pt x="178" y="309"/>
                    </a:lnTo>
                    <a:lnTo>
                      <a:pt x="202" y="307"/>
                    </a:lnTo>
                    <a:lnTo>
                      <a:pt x="212" y="296"/>
                    </a:lnTo>
                    <a:lnTo>
                      <a:pt x="220" y="291"/>
                    </a:lnTo>
                    <a:lnTo>
                      <a:pt x="223" y="282"/>
                    </a:lnTo>
                    <a:lnTo>
                      <a:pt x="246" y="274"/>
                    </a:lnTo>
                    <a:lnTo>
                      <a:pt x="253" y="264"/>
                    </a:lnTo>
                    <a:lnTo>
                      <a:pt x="264" y="254"/>
                    </a:lnTo>
                    <a:lnTo>
                      <a:pt x="279" y="248"/>
                    </a:lnTo>
                    <a:lnTo>
                      <a:pt x="284" y="241"/>
                    </a:lnTo>
                    <a:lnTo>
                      <a:pt x="282" y="227"/>
                    </a:lnTo>
                    <a:lnTo>
                      <a:pt x="259" y="223"/>
                    </a:lnTo>
                    <a:lnTo>
                      <a:pt x="252" y="216"/>
                    </a:lnTo>
                    <a:lnTo>
                      <a:pt x="250" y="198"/>
                    </a:lnTo>
                    <a:lnTo>
                      <a:pt x="253" y="102"/>
                    </a:lnTo>
                    <a:lnTo>
                      <a:pt x="246" y="101"/>
                    </a:lnTo>
                    <a:lnTo>
                      <a:pt x="242" y="85"/>
                    </a:lnTo>
                    <a:lnTo>
                      <a:pt x="229" y="80"/>
                    </a:lnTo>
                    <a:lnTo>
                      <a:pt x="224" y="63"/>
                    </a:lnTo>
                    <a:lnTo>
                      <a:pt x="227" y="48"/>
                    </a:lnTo>
                    <a:lnTo>
                      <a:pt x="241" y="44"/>
                    </a:lnTo>
                    <a:lnTo>
                      <a:pt x="233" y="33"/>
                    </a:lnTo>
                    <a:lnTo>
                      <a:pt x="235" y="21"/>
                    </a:lnTo>
                    <a:lnTo>
                      <a:pt x="242" y="21"/>
                    </a:lnTo>
                    <a:lnTo>
                      <a:pt x="239" y="3"/>
                    </a:lnTo>
                    <a:lnTo>
                      <a:pt x="196" y="0"/>
                    </a:lnTo>
                    <a:lnTo>
                      <a:pt x="176" y="3"/>
                    </a:lnTo>
                    <a:lnTo>
                      <a:pt x="160" y="8"/>
                    </a:lnTo>
                    <a:lnTo>
                      <a:pt x="128" y="11"/>
                    </a:lnTo>
                    <a:lnTo>
                      <a:pt x="117" y="21"/>
                    </a:lnTo>
                    <a:lnTo>
                      <a:pt x="96" y="25"/>
                    </a:lnTo>
                    <a:lnTo>
                      <a:pt x="89" y="41"/>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59" name="Freeform 191">
                <a:extLst>
                  <a:ext uri="{FF2B5EF4-FFF2-40B4-BE49-F238E27FC236}">
                    <a16:creationId xmlns:a16="http://schemas.microsoft.com/office/drawing/2014/main" id="{05A9B352-9E61-4F9C-9983-A853573A9365}"/>
                  </a:ext>
                </a:extLst>
              </p:cNvPr>
              <p:cNvSpPr>
                <a:spLocks/>
              </p:cNvSpPr>
              <p:nvPr/>
            </p:nvSpPr>
            <p:spPr bwMode="auto">
              <a:xfrm>
                <a:off x="6000078" y="3862992"/>
                <a:ext cx="242163" cy="369644"/>
              </a:xfrm>
              <a:custGeom>
                <a:avLst/>
                <a:gdLst>
                  <a:gd name="T0" fmla="*/ 0 w 138"/>
                  <a:gd name="T1" fmla="*/ 157 h 209"/>
                  <a:gd name="T2" fmla="*/ 26 w 138"/>
                  <a:gd name="T3" fmla="*/ 135 h 209"/>
                  <a:gd name="T4" fmla="*/ 35 w 138"/>
                  <a:gd name="T5" fmla="*/ 124 h 209"/>
                  <a:gd name="T6" fmla="*/ 47 w 138"/>
                  <a:gd name="T7" fmla="*/ 113 h 209"/>
                  <a:gd name="T8" fmla="*/ 63 w 138"/>
                  <a:gd name="T9" fmla="*/ 102 h 209"/>
                  <a:gd name="T10" fmla="*/ 72 w 138"/>
                  <a:gd name="T11" fmla="*/ 85 h 209"/>
                  <a:gd name="T12" fmla="*/ 79 w 138"/>
                  <a:gd name="T13" fmla="*/ 58 h 209"/>
                  <a:gd name="T14" fmla="*/ 83 w 138"/>
                  <a:gd name="T15" fmla="*/ 51 h 209"/>
                  <a:gd name="T16" fmla="*/ 92 w 138"/>
                  <a:gd name="T17" fmla="*/ 45 h 209"/>
                  <a:gd name="T18" fmla="*/ 94 w 138"/>
                  <a:gd name="T19" fmla="*/ 25 h 209"/>
                  <a:gd name="T20" fmla="*/ 91 w 138"/>
                  <a:gd name="T21" fmla="*/ 1 h 209"/>
                  <a:gd name="T22" fmla="*/ 97 w 138"/>
                  <a:gd name="T23" fmla="*/ 0 h 209"/>
                  <a:gd name="T24" fmla="*/ 100 w 138"/>
                  <a:gd name="T25" fmla="*/ 10 h 209"/>
                  <a:gd name="T26" fmla="*/ 104 w 138"/>
                  <a:gd name="T27" fmla="*/ 18 h 209"/>
                  <a:gd name="T28" fmla="*/ 111 w 138"/>
                  <a:gd name="T29" fmla="*/ 32 h 209"/>
                  <a:gd name="T30" fmla="*/ 111 w 138"/>
                  <a:gd name="T31" fmla="*/ 40 h 209"/>
                  <a:gd name="T32" fmla="*/ 105 w 138"/>
                  <a:gd name="T33" fmla="*/ 43 h 209"/>
                  <a:gd name="T34" fmla="*/ 108 w 138"/>
                  <a:gd name="T35" fmla="*/ 46 h 209"/>
                  <a:gd name="T36" fmla="*/ 111 w 138"/>
                  <a:gd name="T37" fmla="*/ 54 h 209"/>
                  <a:gd name="T38" fmla="*/ 116 w 138"/>
                  <a:gd name="T39" fmla="*/ 62 h 209"/>
                  <a:gd name="T40" fmla="*/ 115 w 138"/>
                  <a:gd name="T41" fmla="*/ 69 h 209"/>
                  <a:gd name="T42" fmla="*/ 108 w 138"/>
                  <a:gd name="T43" fmla="*/ 73 h 209"/>
                  <a:gd name="T44" fmla="*/ 109 w 138"/>
                  <a:gd name="T45" fmla="*/ 81 h 209"/>
                  <a:gd name="T46" fmla="*/ 120 w 138"/>
                  <a:gd name="T47" fmla="*/ 95 h 209"/>
                  <a:gd name="T48" fmla="*/ 128 w 138"/>
                  <a:gd name="T49" fmla="*/ 111 h 209"/>
                  <a:gd name="T50" fmla="*/ 121 w 138"/>
                  <a:gd name="T51" fmla="*/ 120 h 209"/>
                  <a:gd name="T52" fmla="*/ 115 w 138"/>
                  <a:gd name="T53" fmla="*/ 139 h 209"/>
                  <a:gd name="T54" fmla="*/ 125 w 138"/>
                  <a:gd name="T55" fmla="*/ 156 h 209"/>
                  <a:gd name="T56" fmla="*/ 132 w 138"/>
                  <a:gd name="T57" fmla="*/ 176 h 209"/>
                  <a:gd name="T58" fmla="*/ 137 w 138"/>
                  <a:gd name="T59" fmla="*/ 185 h 209"/>
                  <a:gd name="T60" fmla="*/ 92 w 138"/>
                  <a:gd name="T61" fmla="*/ 190 h 209"/>
                  <a:gd name="T62" fmla="*/ 69 w 138"/>
                  <a:gd name="T63" fmla="*/ 193 h 209"/>
                  <a:gd name="T64" fmla="*/ 60 w 138"/>
                  <a:gd name="T65" fmla="*/ 200 h 209"/>
                  <a:gd name="T66" fmla="*/ 60 w 138"/>
                  <a:gd name="T67" fmla="*/ 206 h 209"/>
                  <a:gd name="T68" fmla="*/ 40 w 138"/>
                  <a:gd name="T69" fmla="*/ 208 h 209"/>
                  <a:gd name="T70" fmla="*/ 37 w 138"/>
                  <a:gd name="T71" fmla="*/ 193 h 209"/>
                  <a:gd name="T72" fmla="*/ 44 w 138"/>
                  <a:gd name="T73" fmla="*/ 178 h 209"/>
                  <a:gd name="T74" fmla="*/ 37 w 138"/>
                  <a:gd name="T75" fmla="*/ 170 h 209"/>
                  <a:gd name="T76" fmla="*/ 22 w 138"/>
                  <a:gd name="T77" fmla="*/ 164 h 209"/>
                  <a:gd name="T78" fmla="*/ 0 w 138"/>
                  <a:gd name="T79" fmla="*/ 157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8" h="209">
                    <a:moveTo>
                      <a:pt x="0" y="157"/>
                    </a:moveTo>
                    <a:lnTo>
                      <a:pt x="26" y="135"/>
                    </a:lnTo>
                    <a:lnTo>
                      <a:pt x="35" y="124"/>
                    </a:lnTo>
                    <a:lnTo>
                      <a:pt x="47" y="113"/>
                    </a:lnTo>
                    <a:lnTo>
                      <a:pt x="63" y="102"/>
                    </a:lnTo>
                    <a:lnTo>
                      <a:pt x="72" y="85"/>
                    </a:lnTo>
                    <a:lnTo>
                      <a:pt x="79" y="58"/>
                    </a:lnTo>
                    <a:lnTo>
                      <a:pt x="83" y="51"/>
                    </a:lnTo>
                    <a:lnTo>
                      <a:pt x="92" y="45"/>
                    </a:lnTo>
                    <a:lnTo>
                      <a:pt x="94" y="25"/>
                    </a:lnTo>
                    <a:lnTo>
                      <a:pt x="91" y="1"/>
                    </a:lnTo>
                    <a:lnTo>
                      <a:pt x="97" y="0"/>
                    </a:lnTo>
                    <a:lnTo>
                      <a:pt x="100" y="10"/>
                    </a:lnTo>
                    <a:lnTo>
                      <a:pt x="104" y="18"/>
                    </a:lnTo>
                    <a:lnTo>
                      <a:pt x="111" y="32"/>
                    </a:lnTo>
                    <a:lnTo>
                      <a:pt x="111" y="40"/>
                    </a:lnTo>
                    <a:lnTo>
                      <a:pt x="105" y="43"/>
                    </a:lnTo>
                    <a:lnTo>
                      <a:pt x="108" y="46"/>
                    </a:lnTo>
                    <a:lnTo>
                      <a:pt x="111" y="54"/>
                    </a:lnTo>
                    <a:lnTo>
                      <a:pt x="116" y="62"/>
                    </a:lnTo>
                    <a:lnTo>
                      <a:pt x="115" y="69"/>
                    </a:lnTo>
                    <a:lnTo>
                      <a:pt x="108" y="73"/>
                    </a:lnTo>
                    <a:lnTo>
                      <a:pt x="109" y="81"/>
                    </a:lnTo>
                    <a:lnTo>
                      <a:pt x="120" y="95"/>
                    </a:lnTo>
                    <a:lnTo>
                      <a:pt x="128" y="111"/>
                    </a:lnTo>
                    <a:lnTo>
                      <a:pt x="121" y="120"/>
                    </a:lnTo>
                    <a:lnTo>
                      <a:pt x="115" y="139"/>
                    </a:lnTo>
                    <a:lnTo>
                      <a:pt x="125" y="156"/>
                    </a:lnTo>
                    <a:lnTo>
                      <a:pt x="132" y="176"/>
                    </a:lnTo>
                    <a:lnTo>
                      <a:pt x="137" y="185"/>
                    </a:lnTo>
                    <a:lnTo>
                      <a:pt x="92" y="190"/>
                    </a:lnTo>
                    <a:lnTo>
                      <a:pt x="69" y="193"/>
                    </a:lnTo>
                    <a:lnTo>
                      <a:pt x="60" y="200"/>
                    </a:lnTo>
                    <a:lnTo>
                      <a:pt x="60" y="206"/>
                    </a:lnTo>
                    <a:lnTo>
                      <a:pt x="40" y="208"/>
                    </a:lnTo>
                    <a:lnTo>
                      <a:pt x="37" y="193"/>
                    </a:lnTo>
                    <a:lnTo>
                      <a:pt x="44" y="178"/>
                    </a:lnTo>
                    <a:lnTo>
                      <a:pt x="37" y="170"/>
                    </a:lnTo>
                    <a:lnTo>
                      <a:pt x="22" y="164"/>
                    </a:lnTo>
                    <a:lnTo>
                      <a:pt x="0" y="157"/>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60" name="Freeform 210">
                <a:extLst>
                  <a:ext uri="{FF2B5EF4-FFF2-40B4-BE49-F238E27FC236}">
                    <a16:creationId xmlns:a16="http://schemas.microsoft.com/office/drawing/2014/main" id="{C0A5EC67-0EBC-4C2B-83CC-6C347396309F}"/>
                  </a:ext>
                </a:extLst>
              </p:cNvPr>
              <p:cNvSpPr>
                <a:spLocks/>
              </p:cNvSpPr>
              <p:nvPr/>
            </p:nvSpPr>
            <p:spPr bwMode="auto">
              <a:xfrm>
                <a:off x="5547203" y="4025006"/>
                <a:ext cx="117936" cy="128982"/>
              </a:xfrm>
              <a:custGeom>
                <a:avLst/>
                <a:gdLst>
                  <a:gd name="T0" fmla="*/ 0 w 67"/>
                  <a:gd name="T1" fmla="*/ 26 h 74"/>
                  <a:gd name="T2" fmla="*/ 14 w 67"/>
                  <a:gd name="T3" fmla="*/ 0 h 74"/>
                  <a:gd name="T4" fmla="*/ 23 w 67"/>
                  <a:gd name="T5" fmla="*/ 17 h 74"/>
                  <a:gd name="T6" fmla="*/ 34 w 67"/>
                  <a:gd name="T7" fmla="*/ 20 h 74"/>
                  <a:gd name="T8" fmla="*/ 38 w 67"/>
                  <a:gd name="T9" fmla="*/ 34 h 74"/>
                  <a:gd name="T10" fmla="*/ 47 w 67"/>
                  <a:gd name="T11" fmla="*/ 36 h 74"/>
                  <a:gd name="T12" fmla="*/ 49 w 67"/>
                  <a:gd name="T13" fmla="*/ 53 h 74"/>
                  <a:gd name="T14" fmla="*/ 66 w 67"/>
                  <a:gd name="T15" fmla="*/ 59 h 74"/>
                  <a:gd name="T16" fmla="*/ 63 w 67"/>
                  <a:gd name="T17" fmla="*/ 67 h 74"/>
                  <a:gd name="T18" fmla="*/ 54 w 67"/>
                  <a:gd name="T19" fmla="*/ 73 h 74"/>
                  <a:gd name="T20" fmla="*/ 36 w 67"/>
                  <a:gd name="T21" fmla="*/ 68 h 74"/>
                  <a:gd name="T22" fmla="*/ 0 w 67"/>
                  <a:gd name="T23" fmla="*/ 2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74">
                    <a:moveTo>
                      <a:pt x="0" y="26"/>
                    </a:moveTo>
                    <a:lnTo>
                      <a:pt x="14" y="0"/>
                    </a:lnTo>
                    <a:lnTo>
                      <a:pt x="23" y="17"/>
                    </a:lnTo>
                    <a:lnTo>
                      <a:pt x="34" y="20"/>
                    </a:lnTo>
                    <a:lnTo>
                      <a:pt x="38" y="34"/>
                    </a:lnTo>
                    <a:lnTo>
                      <a:pt x="47" y="36"/>
                    </a:lnTo>
                    <a:lnTo>
                      <a:pt x="49" y="53"/>
                    </a:lnTo>
                    <a:lnTo>
                      <a:pt x="66" y="59"/>
                    </a:lnTo>
                    <a:lnTo>
                      <a:pt x="63" y="67"/>
                    </a:lnTo>
                    <a:lnTo>
                      <a:pt x="54" y="73"/>
                    </a:lnTo>
                    <a:lnTo>
                      <a:pt x="36" y="68"/>
                    </a:lnTo>
                    <a:lnTo>
                      <a:pt x="0" y="26"/>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61" name="Freeform 211">
                <a:extLst>
                  <a:ext uri="{FF2B5EF4-FFF2-40B4-BE49-F238E27FC236}">
                    <a16:creationId xmlns:a16="http://schemas.microsoft.com/office/drawing/2014/main" id="{040B6AA1-44A0-40D6-977F-768718998C9E}"/>
                  </a:ext>
                </a:extLst>
              </p:cNvPr>
              <p:cNvSpPr>
                <a:spLocks/>
              </p:cNvSpPr>
              <p:nvPr/>
            </p:nvSpPr>
            <p:spPr bwMode="auto">
              <a:xfrm>
                <a:off x="5422977" y="3438295"/>
                <a:ext cx="268895" cy="405822"/>
              </a:xfrm>
              <a:custGeom>
                <a:avLst/>
                <a:gdLst>
                  <a:gd name="T0" fmla="*/ 112 w 152"/>
                  <a:gd name="T1" fmla="*/ 0 h 229"/>
                  <a:gd name="T2" fmla="*/ 107 w 152"/>
                  <a:gd name="T3" fmla="*/ 20 h 229"/>
                  <a:gd name="T4" fmla="*/ 100 w 152"/>
                  <a:gd name="T5" fmla="*/ 29 h 229"/>
                  <a:gd name="T6" fmla="*/ 66 w 152"/>
                  <a:gd name="T7" fmla="*/ 31 h 229"/>
                  <a:gd name="T8" fmla="*/ 66 w 152"/>
                  <a:gd name="T9" fmla="*/ 81 h 229"/>
                  <a:gd name="T10" fmla="*/ 53 w 152"/>
                  <a:gd name="T11" fmla="*/ 76 h 229"/>
                  <a:gd name="T12" fmla="*/ 44 w 152"/>
                  <a:gd name="T13" fmla="*/ 84 h 229"/>
                  <a:gd name="T14" fmla="*/ 41 w 152"/>
                  <a:gd name="T15" fmla="*/ 97 h 229"/>
                  <a:gd name="T16" fmla="*/ 40 w 152"/>
                  <a:gd name="T17" fmla="*/ 118 h 229"/>
                  <a:gd name="T18" fmla="*/ 26 w 152"/>
                  <a:gd name="T19" fmla="*/ 118 h 229"/>
                  <a:gd name="T20" fmla="*/ 6 w 152"/>
                  <a:gd name="T21" fmla="*/ 115 h 229"/>
                  <a:gd name="T22" fmla="*/ 0 w 152"/>
                  <a:gd name="T23" fmla="*/ 113 h 229"/>
                  <a:gd name="T24" fmla="*/ 0 w 152"/>
                  <a:gd name="T25" fmla="*/ 156 h 229"/>
                  <a:gd name="T26" fmla="*/ 4 w 152"/>
                  <a:gd name="T27" fmla="*/ 162 h 229"/>
                  <a:gd name="T28" fmla="*/ 4 w 152"/>
                  <a:gd name="T29" fmla="*/ 195 h 229"/>
                  <a:gd name="T30" fmla="*/ 17 w 152"/>
                  <a:gd name="T31" fmla="*/ 192 h 229"/>
                  <a:gd name="T32" fmla="*/ 23 w 152"/>
                  <a:gd name="T33" fmla="*/ 201 h 229"/>
                  <a:gd name="T34" fmla="*/ 33 w 152"/>
                  <a:gd name="T35" fmla="*/ 205 h 229"/>
                  <a:gd name="T36" fmla="*/ 44 w 152"/>
                  <a:gd name="T37" fmla="*/ 220 h 229"/>
                  <a:gd name="T38" fmla="*/ 55 w 152"/>
                  <a:gd name="T39" fmla="*/ 228 h 229"/>
                  <a:gd name="T40" fmla="*/ 70 w 152"/>
                  <a:gd name="T41" fmla="*/ 209 h 229"/>
                  <a:gd name="T42" fmla="*/ 81 w 152"/>
                  <a:gd name="T43" fmla="*/ 215 h 229"/>
                  <a:gd name="T44" fmla="*/ 132 w 152"/>
                  <a:gd name="T45" fmla="*/ 219 h 229"/>
                  <a:gd name="T46" fmla="*/ 151 w 152"/>
                  <a:gd name="T47" fmla="*/ 217 h 229"/>
                  <a:gd name="T48" fmla="*/ 149 w 152"/>
                  <a:gd name="T49" fmla="*/ 198 h 229"/>
                  <a:gd name="T50" fmla="*/ 138 w 152"/>
                  <a:gd name="T51" fmla="*/ 195 h 229"/>
                  <a:gd name="T52" fmla="*/ 140 w 152"/>
                  <a:gd name="T53" fmla="*/ 84 h 229"/>
                  <a:gd name="T54" fmla="*/ 132 w 152"/>
                  <a:gd name="T55" fmla="*/ 75 h 229"/>
                  <a:gd name="T56" fmla="*/ 132 w 152"/>
                  <a:gd name="T57" fmla="*/ 53 h 229"/>
                  <a:gd name="T58" fmla="*/ 142 w 152"/>
                  <a:gd name="T59" fmla="*/ 50 h 229"/>
                  <a:gd name="T60" fmla="*/ 143 w 152"/>
                  <a:gd name="T61" fmla="*/ 36 h 229"/>
                  <a:gd name="T62" fmla="*/ 112 w 152"/>
                  <a:gd name="T63" fmla="*/ 0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2" h="229">
                    <a:moveTo>
                      <a:pt x="112" y="0"/>
                    </a:moveTo>
                    <a:lnTo>
                      <a:pt x="107" y="20"/>
                    </a:lnTo>
                    <a:lnTo>
                      <a:pt x="100" y="29"/>
                    </a:lnTo>
                    <a:lnTo>
                      <a:pt x="66" y="31"/>
                    </a:lnTo>
                    <a:lnTo>
                      <a:pt x="66" y="81"/>
                    </a:lnTo>
                    <a:lnTo>
                      <a:pt x="53" y="76"/>
                    </a:lnTo>
                    <a:lnTo>
                      <a:pt x="44" y="84"/>
                    </a:lnTo>
                    <a:lnTo>
                      <a:pt x="41" y="97"/>
                    </a:lnTo>
                    <a:lnTo>
                      <a:pt x="40" y="118"/>
                    </a:lnTo>
                    <a:lnTo>
                      <a:pt x="26" y="118"/>
                    </a:lnTo>
                    <a:lnTo>
                      <a:pt x="6" y="115"/>
                    </a:lnTo>
                    <a:lnTo>
                      <a:pt x="0" y="113"/>
                    </a:lnTo>
                    <a:lnTo>
                      <a:pt x="0" y="156"/>
                    </a:lnTo>
                    <a:lnTo>
                      <a:pt x="4" y="162"/>
                    </a:lnTo>
                    <a:lnTo>
                      <a:pt x="4" y="195"/>
                    </a:lnTo>
                    <a:lnTo>
                      <a:pt x="17" y="192"/>
                    </a:lnTo>
                    <a:lnTo>
                      <a:pt x="23" y="201"/>
                    </a:lnTo>
                    <a:lnTo>
                      <a:pt x="33" y="205"/>
                    </a:lnTo>
                    <a:lnTo>
                      <a:pt x="44" y="220"/>
                    </a:lnTo>
                    <a:lnTo>
                      <a:pt x="55" y="228"/>
                    </a:lnTo>
                    <a:lnTo>
                      <a:pt x="70" y="209"/>
                    </a:lnTo>
                    <a:lnTo>
                      <a:pt x="81" y="215"/>
                    </a:lnTo>
                    <a:lnTo>
                      <a:pt x="132" y="219"/>
                    </a:lnTo>
                    <a:lnTo>
                      <a:pt x="151" y="217"/>
                    </a:lnTo>
                    <a:lnTo>
                      <a:pt x="149" y="198"/>
                    </a:lnTo>
                    <a:lnTo>
                      <a:pt x="138" y="195"/>
                    </a:lnTo>
                    <a:lnTo>
                      <a:pt x="140" y="84"/>
                    </a:lnTo>
                    <a:lnTo>
                      <a:pt x="132" y="75"/>
                    </a:lnTo>
                    <a:lnTo>
                      <a:pt x="132" y="53"/>
                    </a:lnTo>
                    <a:lnTo>
                      <a:pt x="142" y="50"/>
                    </a:lnTo>
                    <a:lnTo>
                      <a:pt x="143" y="36"/>
                    </a:lnTo>
                    <a:lnTo>
                      <a:pt x="112"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62" name="Freeform 212">
                <a:extLst>
                  <a:ext uri="{FF2B5EF4-FFF2-40B4-BE49-F238E27FC236}">
                    <a16:creationId xmlns:a16="http://schemas.microsoft.com/office/drawing/2014/main" id="{0371F5EE-D1B4-4710-91A8-6919C0EE2868}"/>
                  </a:ext>
                </a:extLst>
              </p:cNvPr>
              <p:cNvSpPr>
                <a:spLocks/>
              </p:cNvSpPr>
              <p:nvPr/>
            </p:nvSpPr>
            <p:spPr bwMode="auto">
              <a:xfrm>
                <a:off x="6118015" y="4153988"/>
                <a:ext cx="182408" cy="254818"/>
              </a:xfrm>
              <a:custGeom>
                <a:avLst/>
                <a:gdLst>
                  <a:gd name="T0" fmla="*/ 0 w 103"/>
                  <a:gd name="T1" fmla="*/ 133 h 145"/>
                  <a:gd name="T2" fmla="*/ 5 w 103"/>
                  <a:gd name="T3" fmla="*/ 126 h 145"/>
                  <a:gd name="T4" fmla="*/ 10 w 103"/>
                  <a:gd name="T5" fmla="*/ 114 h 145"/>
                  <a:gd name="T6" fmla="*/ 3 w 103"/>
                  <a:gd name="T7" fmla="*/ 108 h 145"/>
                  <a:gd name="T8" fmla="*/ 2 w 103"/>
                  <a:gd name="T9" fmla="*/ 101 h 145"/>
                  <a:gd name="T10" fmla="*/ 12 w 103"/>
                  <a:gd name="T11" fmla="*/ 97 h 145"/>
                  <a:gd name="T12" fmla="*/ 19 w 103"/>
                  <a:gd name="T13" fmla="*/ 95 h 145"/>
                  <a:gd name="T14" fmla="*/ 27 w 103"/>
                  <a:gd name="T15" fmla="*/ 104 h 145"/>
                  <a:gd name="T16" fmla="*/ 39 w 103"/>
                  <a:gd name="T17" fmla="*/ 100 h 145"/>
                  <a:gd name="T18" fmla="*/ 48 w 103"/>
                  <a:gd name="T19" fmla="*/ 86 h 145"/>
                  <a:gd name="T20" fmla="*/ 46 w 103"/>
                  <a:gd name="T21" fmla="*/ 72 h 145"/>
                  <a:gd name="T22" fmla="*/ 38 w 103"/>
                  <a:gd name="T23" fmla="*/ 65 h 145"/>
                  <a:gd name="T24" fmla="*/ 34 w 103"/>
                  <a:gd name="T25" fmla="*/ 55 h 145"/>
                  <a:gd name="T26" fmla="*/ 37 w 103"/>
                  <a:gd name="T27" fmla="*/ 47 h 145"/>
                  <a:gd name="T28" fmla="*/ 35 w 103"/>
                  <a:gd name="T29" fmla="*/ 38 h 145"/>
                  <a:gd name="T30" fmla="*/ 24 w 103"/>
                  <a:gd name="T31" fmla="*/ 38 h 145"/>
                  <a:gd name="T32" fmla="*/ 24 w 103"/>
                  <a:gd name="T33" fmla="*/ 25 h 145"/>
                  <a:gd name="T34" fmla="*/ 69 w 103"/>
                  <a:gd name="T35" fmla="*/ 19 h 145"/>
                  <a:gd name="T36" fmla="*/ 75 w 103"/>
                  <a:gd name="T37" fmla="*/ 10 h 145"/>
                  <a:gd name="T38" fmla="*/ 82 w 103"/>
                  <a:gd name="T39" fmla="*/ 2 h 145"/>
                  <a:gd name="T40" fmla="*/ 93 w 103"/>
                  <a:gd name="T41" fmla="*/ 0 h 145"/>
                  <a:gd name="T42" fmla="*/ 102 w 103"/>
                  <a:gd name="T43" fmla="*/ 3 h 145"/>
                  <a:gd name="T44" fmla="*/ 98 w 103"/>
                  <a:gd name="T45" fmla="*/ 22 h 145"/>
                  <a:gd name="T46" fmla="*/ 94 w 103"/>
                  <a:gd name="T47" fmla="*/ 26 h 145"/>
                  <a:gd name="T48" fmla="*/ 93 w 103"/>
                  <a:gd name="T49" fmla="*/ 71 h 145"/>
                  <a:gd name="T50" fmla="*/ 89 w 103"/>
                  <a:gd name="T51" fmla="*/ 77 h 145"/>
                  <a:gd name="T52" fmla="*/ 83 w 103"/>
                  <a:gd name="T53" fmla="*/ 84 h 145"/>
                  <a:gd name="T54" fmla="*/ 82 w 103"/>
                  <a:gd name="T55" fmla="*/ 103 h 145"/>
                  <a:gd name="T56" fmla="*/ 70 w 103"/>
                  <a:gd name="T57" fmla="*/ 104 h 145"/>
                  <a:gd name="T58" fmla="*/ 69 w 103"/>
                  <a:gd name="T59" fmla="*/ 128 h 145"/>
                  <a:gd name="T60" fmla="*/ 54 w 103"/>
                  <a:gd name="T61" fmla="*/ 134 h 145"/>
                  <a:gd name="T62" fmla="*/ 51 w 103"/>
                  <a:gd name="T63" fmla="*/ 139 h 145"/>
                  <a:gd name="T64" fmla="*/ 39 w 103"/>
                  <a:gd name="T65" fmla="*/ 139 h 145"/>
                  <a:gd name="T66" fmla="*/ 32 w 103"/>
                  <a:gd name="T67" fmla="*/ 135 h 145"/>
                  <a:gd name="T68" fmla="*/ 22 w 103"/>
                  <a:gd name="T69" fmla="*/ 139 h 145"/>
                  <a:gd name="T70" fmla="*/ 14 w 103"/>
                  <a:gd name="T71" fmla="*/ 142 h 145"/>
                  <a:gd name="T72" fmla="*/ 8 w 103"/>
                  <a:gd name="T73" fmla="*/ 144 h 145"/>
                  <a:gd name="T74" fmla="*/ 8 w 103"/>
                  <a:gd name="T75" fmla="*/ 137 h 145"/>
                  <a:gd name="T76" fmla="*/ 0 w 103"/>
                  <a:gd name="T77" fmla="*/ 133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3" h="145">
                    <a:moveTo>
                      <a:pt x="0" y="133"/>
                    </a:moveTo>
                    <a:lnTo>
                      <a:pt x="5" y="126"/>
                    </a:lnTo>
                    <a:lnTo>
                      <a:pt x="10" y="114"/>
                    </a:lnTo>
                    <a:lnTo>
                      <a:pt x="3" y="108"/>
                    </a:lnTo>
                    <a:lnTo>
                      <a:pt x="2" y="101"/>
                    </a:lnTo>
                    <a:lnTo>
                      <a:pt x="12" y="97"/>
                    </a:lnTo>
                    <a:lnTo>
                      <a:pt x="19" y="95"/>
                    </a:lnTo>
                    <a:lnTo>
                      <a:pt x="27" y="104"/>
                    </a:lnTo>
                    <a:lnTo>
                      <a:pt x="39" y="100"/>
                    </a:lnTo>
                    <a:lnTo>
                      <a:pt x="48" y="86"/>
                    </a:lnTo>
                    <a:lnTo>
                      <a:pt x="46" y="72"/>
                    </a:lnTo>
                    <a:lnTo>
                      <a:pt x="38" y="65"/>
                    </a:lnTo>
                    <a:lnTo>
                      <a:pt x="34" y="55"/>
                    </a:lnTo>
                    <a:lnTo>
                      <a:pt x="37" y="47"/>
                    </a:lnTo>
                    <a:lnTo>
                      <a:pt x="35" y="38"/>
                    </a:lnTo>
                    <a:lnTo>
                      <a:pt x="24" y="38"/>
                    </a:lnTo>
                    <a:lnTo>
                      <a:pt x="24" y="25"/>
                    </a:lnTo>
                    <a:lnTo>
                      <a:pt x="69" y="19"/>
                    </a:lnTo>
                    <a:lnTo>
                      <a:pt x="75" y="10"/>
                    </a:lnTo>
                    <a:lnTo>
                      <a:pt x="82" y="2"/>
                    </a:lnTo>
                    <a:lnTo>
                      <a:pt x="93" y="0"/>
                    </a:lnTo>
                    <a:lnTo>
                      <a:pt x="102" y="3"/>
                    </a:lnTo>
                    <a:lnTo>
                      <a:pt x="98" y="22"/>
                    </a:lnTo>
                    <a:lnTo>
                      <a:pt x="94" y="26"/>
                    </a:lnTo>
                    <a:lnTo>
                      <a:pt x="93" y="71"/>
                    </a:lnTo>
                    <a:lnTo>
                      <a:pt x="89" y="77"/>
                    </a:lnTo>
                    <a:lnTo>
                      <a:pt x="83" y="84"/>
                    </a:lnTo>
                    <a:lnTo>
                      <a:pt x="82" y="103"/>
                    </a:lnTo>
                    <a:lnTo>
                      <a:pt x="70" y="104"/>
                    </a:lnTo>
                    <a:lnTo>
                      <a:pt x="69" y="128"/>
                    </a:lnTo>
                    <a:lnTo>
                      <a:pt x="54" y="134"/>
                    </a:lnTo>
                    <a:lnTo>
                      <a:pt x="51" y="139"/>
                    </a:lnTo>
                    <a:lnTo>
                      <a:pt x="39" y="139"/>
                    </a:lnTo>
                    <a:lnTo>
                      <a:pt x="32" y="135"/>
                    </a:lnTo>
                    <a:lnTo>
                      <a:pt x="22" y="139"/>
                    </a:lnTo>
                    <a:lnTo>
                      <a:pt x="14" y="142"/>
                    </a:lnTo>
                    <a:lnTo>
                      <a:pt x="8" y="144"/>
                    </a:lnTo>
                    <a:lnTo>
                      <a:pt x="8" y="137"/>
                    </a:lnTo>
                    <a:lnTo>
                      <a:pt x="0" y="13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63" name="Freeform 213">
                <a:extLst>
                  <a:ext uri="{FF2B5EF4-FFF2-40B4-BE49-F238E27FC236}">
                    <a16:creationId xmlns:a16="http://schemas.microsoft.com/office/drawing/2014/main" id="{831EBC56-39EE-4F00-9A0A-92580E55F3ED}"/>
                  </a:ext>
                </a:extLst>
              </p:cNvPr>
              <p:cNvSpPr>
                <a:spLocks/>
              </p:cNvSpPr>
              <p:nvPr/>
            </p:nvSpPr>
            <p:spPr bwMode="auto">
              <a:xfrm>
                <a:off x="6132167" y="4116237"/>
                <a:ext cx="495332" cy="550534"/>
              </a:xfrm>
              <a:custGeom>
                <a:avLst/>
                <a:gdLst>
                  <a:gd name="T0" fmla="*/ 1 w 282"/>
                  <a:gd name="T1" fmla="*/ 174 h 311"/>
                  <a:gd name="T2" fmla="*/ 7 w 282"/>
                  <a:gd name="T3" fmla="*/ 183 h 311"/>
                  <a:gd name="T4" fmla="*/ 42 w 282"/>
                  <a:gd name="T5" fmla="*/ 178 h 311"/>
                  <a:gd name="T6" fmla="*/ 75 w 282"/>
                  <a:gd name="T7" fmla="*/ 206 h 311"/>
                  <a:gd name="T8" fmla="*/ 82 w 282"/>
                  <a:gd name="T9" fmla="*/ 217 h 311"/>
                  <a:gd name="T10" fmla="*/ 110 w 282"/>
                  <a:gd name="T11" fmla="*/ 201 h 311"/>
                  <a:gd name="T12" fmla="*/ 124 w 282"/>
                  <a:gd name="T13" fmla="*/ 213 h 311"/>
                  <a:gd name="T14" fmla="*/ 139 w 282"/>
                  <a:gd name="T15" fmla="*/ 206 h 311"/>
                  <a:gd name="T16" fmla="*/ 146 w 282"/>
                  <a:gd name="T17" fmla="*/ 247 h 311"/>
                  <a:gd name="T18" fmla="*/ 155 w 282"/>
                  <a:gd name="T19" fmla="*/ 267 h 311"/>
                  <a:gd name="T20" fmla="*/ 188 w 282"/>
                  <a:gd name="T21" fmla="*/ 268 h 311"/>
                  <a:gd name="T22" fmla="*/ 199 w 282"/>
                  <a:gd name="T23" fmla="*/ 286 h 311"/>
                  <a:gd name="T24" fmla="*/ 215 w 282"/>
                  <a:gd name="T25" fmla="*/ 275 h 311"/>
                  <a:gd name="T26" fmla="*/ 228 w 282"/>
                  <a:gd name="T27" fmla="*/ 286 h 311"/>
                  <a:gd name="T28" fmla="*/ 237 w 282"/>
                  <a:gd name="T29" fmla="*/ 310 h 311"/>
                  <a:gd name="T30" fmla="*/ 257 w 282"/>
                  <a:gd name="T31" fmla="*/ 300 h 311"/>
                  <a:gd name="T32" fmla="*/ 244 w 282"/>
                  <a:gd name="T33" fmla="*/ 281 h 311"/>
                  <a:gd name="T34" fmla="*/ 242 w 282"/>
                  <a:gd name="T35" fmla="*/ 231 h 311"/>
                  <a:gd name="T36" fmla="*/ 258 w 282"/>
                  <a:gd name="T37" fmla="*/ 217 h 311"/>
                  <a:gd name="T38" fmla="*/ 262 w 282"/>
                  <a:gd name="T39" fmla="*/ 200 h 311"/>
                  <a:gd name="T40" fmla="*/ 257 w 282"/>
                  <a:gd name="T41" fmla="*/ 180 h 311"/>
                  <a:gd name="T42" fmla="*/ 257 w 282"/>
                  <a:gd name="T43" fmla="*/ 159 h 311"/>
                  <a:gd name="T44" fmla="*/ 247 w 282"/>
                  <a:gd name="T45" fmla="*/ 144 h 311"/>
                  <a:gd name="T46" fmla="*/ 241 w 282"/>
                  <a:gd name="T47" fmla="*/ 130 h 311"/>
                  <a:gd name="T48" fmla="*/ 246 w 282"/>
                  <a:gd name="T49" fmla="*/ 116 h 311"/>
                  <a:gd name="T50" fmla="*/ 253 w 282"/>
                  <a:gd name="T51" fmla="*/ 102 h 311"/>
                  <a:gd name="T52" fmla="*/ 272 w 282"/>
                  <a:gd name="T53" fmla="*/ 62 h 311"/>
                  <a:gd name="T54" fmla="*/ 281 w 282"/>
                  <a:gd name="T55" fmla="*/ 48 h 311"/>
                  <a:gd name="T56" fmla="*/ 272 w 282"/>
                  <a:gd name="T57" fmla="*/ 42 h 311"/>
                  <a:gd name="T58" fmla="*/ 268 w 282"/>
                  <a:gd name="T59" fmla="*/ 21 h 311"/>
                  <a:gd name="T60" fmla="*/ 253 w 282"/>
                  <a:gd name="T61" fmla="*/ 11 h 311"/>
                  <a:gd name="T62" fmla="*/ 215 w 282"/>
                  <a:gd name="T63" fmla="*/ 1 h 311"/>
                  <a:gd name="T64" fmla="*/ 190 w 282"/>
                  <a:gd name="T65" fmla="*/ 3 h 311"/>
                  <a:gd name="T66" fmla="*/ 176 w 282"/>
                  <a:gd name="T67" fmla="*/ 8 h 311"/>
                  <a:gd name="T68" fmla="*/ 143 w 282"/>
                  <a:gd name="T69" fmla="*/ 16 h 311"/>
                  <a:gd name="T70" fmla="*/ 114 w 282"/>
                  <a:gd name="T71" fmla="*/ 8 h 311"/>
                  <a:gd name="T72" fmla="*/ 98 w 282"/>
                  <a:gd name="T73" fmla="*/ 14 h 311"/>
                  <a:gd name="T74" fmla="*/ 86 w 282"/>
                  <a:gd name="T75" fmla="*/ 21 h 311"/>
                  <a:gd name="T76" fmla="*/ 91 w 282"/>
                  <a:gd name="T77" fmla="*/ 43 h 311"/>
                  <a:gd name="T78" fmla="*/ 86 w 282"/>
                  <a:gd name="T79" fmla="*/ 92 h 311"/>
                  <a:gd name="T80" fmla="*/ 76 w 282"/>
                  <a:gd name="T81" fmla="*/ 105 h 311"/>
                  <a:gd name="T82" fmla="*/ 63 w 282"/>
                  <a:gd name="T83" fmla="*/ 125 h 311"/>
                  <a:gd name="T84" fmla="*/ 47 w 282"/>
                  <a:gd name="T85" fmla="*/ 155 h 311"/>
                  <a:gd name="T86" fmla="*/ 31 w 282"/>
                  <a:gd name="T87" fmla="*/ 160 h 311"/>
                  <a:gd name="T88" fmla="*/ 14 w 282"/>
                  <a:gd name="T89" fmla="*/ 160 h 311"/>
                  <a:gd name="T90" fmla="*/ 1 w 282"/>
                  <a:gd name="T91" fmla="*/ 165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82" h="311">
                    <a:moveTo>
                      <a:pt x="7" y="171"/>
                    </a:moveTo>
                    <a:lnTo>
                      <a:pt x="1" y="174"/>
                    </a:lnTo>
                    <a:lnTo>
                      <a:pt x="0" y="180"/>
                    </a:lnTo>
                    <a:lnTo>
                      <a:pt x="7" y="183"/>
                    </a:lnTo>
                    <a:lnTo>
                      <a:pt x="28" y="184"/>
                    </a:lnTo>
                    <a:lnTo>
                      <a:pt x="42" y="178"/>
                    </a:lnTo>
                    <a:lnTo>
                      <a:pt x="69" y="181"/>
                    </a:lnTo>
                    <a:lnTo>
                      <a:pt x="75" y="206"/>
                    </a:lnTo>
                    <a:lnTo>
                      <a:pt x="81" y="208"/>
                    </a:lnTo>
                    <a:lnTo>
                      <a:pt x="82" y="217"/>
                    </a:lnTo>
                    <a:lnTo>
                      <a:pt x="109" y="217"/>
                    </a:lnTo>
                    <a:lnTo>
                      <a:pt x="110" y="201"/>
                    </a:lnTo>
                    <a:lnTo>
                      <a:pt x="116" y="195"/>
                    </a:lnTo>
                    <a:lnTo>
                      <a:pt x="124" y="213"/>
                    </a:lnTo>
                    <a:lnTo>
                      <a:pt x="130" y="208"/>
                    </a:lnTo>
                    <a:lnTo>
                      <a:pt x="139" y="206"/>
                    </a:lnTo>
                    <a:lnTo>
                      <a:pt x="145" y="215"/>
                    </a:lnTo>
                    <a:lnTo>
                      <a:pt x="146" y="247"/>
                    </a:lnTo>
                    <a:lnTo>
                      <a:pt x="146" y="259"/>
                    </a:lnTo>
                    <a:lnTo>
                      <a:pt x="155" y="267"/>
                    </a:lnTo>
                    <a:lnTo>
                      <a:pt x="172" y="267"/>
                    </a:lnTo>
                    <a:lnTo>
                      <a:pt x="188" y="268"/>
                    </a:lnTo>
                    <a:lnTo>
                      <a:pt x="192" y="284"/>
                    </a:lnTo>
                    <a:lnTo>
                      <a:pt x="199" y="286"/>
                    </a:lnTo>
                    <a:lnTo>
                      <a:pt x="203" y="277"/>
                    </a:lnTo>
                    <a:lnTo>
                      <a:pt x="215" y="275"/>
                    </a:lnTo>
                    <a:lnTo>
                      <a:pt x="216" y="280"/>
                    </a:lnTo>
                    <a:lnTo>
                      <a:pt x="228" y="286"/>
                    </a:lnTo>
                    <a:lnTo>
                      <a:pt x="231" y="302"/>
                    </a:lnTo>
                    <a:lnTo>
                      <a:pt x="237" y="310"/>
                    </a:lnTo>
                    <a:lnTo>
                      <a:pt x="253" y="309"/>
                    </a:lnTo>
                    <a:lnTo>
                      <a:pt x="257" y="300"/>
                    </a:lnTo>
                    <a:lnTo>
                      <a:pt x="254" y="282"/>
                    </a:lnTo>
                    <a:lnTo>
                      <a:pt x="244" y="281"/>
                    </a:lnTo>
                    <a:lnTo>
                      <a:pt x="238" y="275"/>
                    </a:lnTo>
                    <a:lnTo>
                      <a:pt x="242" y="231"/>
                    </a:lnTo>
                    <a:lnTo>
                      <a:pt x="247" y="221"/>
                    </a:lnTo>
                    <a:lnTo>
                      <a:pt x="258" y="217"/>
                    </a:lnTo>
                    <a:lnTo>
                      <a:pt x="261" y="208"/>
                    </a:lnTo>
                    <a:lnTo>
                      <a:pt x="262" y="200"/>
                    </a:lnTo>
                    <a:lnTo>
                      <a:pt x="261" y="190"/>
                    </a:lnTo>
                    <a:lnTo>
                      <a:pt x="257" y="180"/>
                    </a:lnTo>
                    <a:lnTo>
                      <a:pt x="256" y="173"/>
                    </a:lnTo>
                    <a:lnTo>
                      <a:pt x="257" y="159"/>
                    </a:lnTo>
                    <a:lnTo>
                      <a:pt x="253" y="149"/>
                    </a:lnTo>
                    <a:lnTo>
                      <a:pt x="247" y="144"/>
                    </a:lnTo>
                    <a:lnTo>
                      <a:pt x="250" y="129"/>
                    </a:lnTo>
                    <a:lnTo>
                      <a:pt x="241" y="130"/>
                    </a:lnTo>
                    <a:lnTo>
                      <a:pt x="240" y="122"/>
                    </a:lnTo>
                    <a:lnTo>
                      <a:pt x="246" y="116"/>
                    </a:lnTo>
                    <a:lnTo>
                      <a:pt x="244" y="107"/>
                    </a:lnTo>
                    <a:lnTo>
                      <a:pt x="253" y="102"/>
                    </a:lnTo>
                    <a:lnTo>
                      <a:pt x="257" y="68"/>
                    </a:lnTo>
                    <a:lnTo>
                      <a:pt x="272" y="62"/>
                    </a:lnTo>
                    <a:lnTo>
                      <a:pt x="280" y="58"/>
                    </a:lnTo>
                    <a:lnTo>
                      <a:pt x="281" y="48"/>
                    </a:lnTo>
                    <a:lnTo>
                      <a:pt x="272" y="48"/>
                    </a:lnTo>
                    <a:lnTo>
                      <a:pt x="272" y="42"/>
                    </a:lnTo>
                    <a:lnTo>
                      <a:pt x="268" y="23"/>
                    </a:lnTo>
                    <a:lnTo>
                      <a:pt x="268" y="21"/>
                    </a:lnTo>
                    <a:lnTo>
                      <a:pt x="258" y="19"/>
                    </a:lnTo>
                    <a:lnTo>
                      <a:pt x="253" y="11"/>
                    </a:lnTo>
                    <a:lnTo>
                      <a:pt x="220" y="8"/>
                    </a:lnTo>
                    <a:lnTo>
                      <a:pt x="215" y="1"/>
                    </a:lnTo>
                    <a:lnTo>
                      <a:pt x="206" y="0"/>
                    </a:lnTo>
                    <a:lnTo>
                      <a:pt x="190" y="3"/>
                    </a:lnTo>
                    <a:lnTo>
                      <a:pt x="177" y="1"/>
                    </a:lnTo>
                    <a:lnTo>
                      <a:pt x="176" y="8"/>
                    </a:lnTo>
                    <a:lnTo>
                      <a:pt x="146" y="10"/>
                    </a:lnTo>
                    <a:lnTo>
                      <a:pt x="143" y="16"/>
                    </a:lnTo>
                    <a:lnTo>
                      <a:pt x="119" y="19"/>
                    </a:lnTo>
                    <a:lnTo>
                      <a:pt x="114" y="8"/>
                    </a:lnTo>
                    <a:lnTo>
                      <a:pt x="104" y="5"/>
                    </a:lnTo>
                    <a:lnTo>
                      <a:pt x="98" y="14"/>
                    </a:lnTo>
                    <a:lnTo>
                      <a:pt x="91" y="17"/>
                    </a:lnTo>
                    <a:lnTo>
                      <a:pt x="86" y="21"/>
                    </a:lnTo>
                    <a:lnTo>
                      <a:pt x="95" y="25"/>
                    </a:lnTo>
                    <a:lnTo>
                      <a:pt x="91" y="43"/>
                    </a:lnTo>
                    <a:lnTo>
                      <a:pt x="87" y="47"/>
                    </a:lnTo>
                    <a:lnTo>
                      <a:pt x="86" y="92"/>
                    </a:lnTo>
                    <a:lnTo>
                      <a:pt x="82" y="98"/>
                    </a:lnTo>
                    <a:lnTo>
                      <a:pt x="76" y="105"/>
                    </a:lnTo>
                    <a:lnTo>
                      <a:pt x="75" y="125"/>
                    </a:lnTo>
                    <a:lnTo>
                      <a:pt x="63" y="125"/>
                    </a:lnTo>
                    <a:lnTo>
                      <a:pt x="62" y="149"/>
                    </a:lnTo>
                    <a:lnTo>
                      <a:pt x="47" y="155"/>
                    </a:lnTo>
                    <a:lnTo>
                      <a:pt x="43" y="160"/>
                    </a:lnTo>
                    <a:lnTo>
                      <a:pt x="31" y="160"/>
                    </a:lnTo>
                    <a:lnTo>
                      <a:pt x="25" y="156"/>
                    </a:lnTo>
                    <a:lnTo>
                      <a:pt x="14" y="160"/>
                    </a:lnTo>
                    <a:lnTo>
                      <a:pt x="7" y="163"/>
                    </a:lnTo>
                    <a:lnTo>
                      <a:pt x="1" y="165"/>
                    </a:lnTo>
                    <a:lnTo>
                      <a:pt x="4" y="17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64" name="Freeform 214">
                <a:extLst>
                  <a:ext uri="{FF2B5EF4-FFF2-40B4-BE49-F238E27FC236}">
                    <a16:creationId xmlns:a16="http://schemas.microsoft.com/office/drawing/2014/main" id="{AAF05CA7-38FC-49B0-BDB2-B89B930E73E0}"/>
                  </a:ext>
                </a:extLst>
              </p:cNvPr>
              <p:cNvSpPr>
                <a:spLocks/>
              </p:cNvSpPr>
              <p:nvPr/>
            </p:nvSpPr>
            <p:spPr bwMode="auto">
              <a:xfrm>
                <a:off x="6118015" y="4432401"/>
                <a:ext cx="317642" cy="358633"/>
              </a:xfrm>
              <a:custGeom>
                <a:avLst/>
                <a:gdLst>
                  <a:gd name="T0" fmla="*/ 8 w 180"/>
                  <a:gd name="T1" fmla="*/ 3 h 203"/>
                  <a:gd name="T2" fmla="*/ 14 w 180"/>
                  <a:gd name="T3" fmla="*/ 5 h 203"/>
                  <a:gd name="T4" fmla="*/ 35 w 180"/>
                  <a:gd name="T5" fmla="*/ 6 h 203"/>
                  <a:gd name="T6" fmla="*/ 50 w 180"/>
                  <a:gd name="T7" fmla="*/ 0 h 203"/>
                  <a:gd name="T8" fmla="*/ 76 w 180"/>
                  <a:gd name="T9" fmla="*/ 3 h 203"/>
                  <a:gd name="T10" fmla="*/ 82 w 180"/>
                  <a:gd name="T11" fmla="*/ 28 h 203"/>
                  <a:gd name="T12" fmla="*/ 89 w 180"/>
                  <a:gd name="T13" fmla="*/ 30 h 203"/>
                  <a:gd name="T14" fmla="*/ 90 w 180"/>
                  <a:gd name="T15" fmla="*/ 39 h 203"/>
                  <a:gd name="T16" fmla="*/ 116 w 180"/>
                  <a:gd name="T17" fmla="*/ 39 h 203"/>
                  <a:gd name="T18" fmla="*/ 117 w 180"/>
                  <a:gd name="T19" fmla="*/ 23 h 203"/>
                  <a:gd name="T20" fmla="*/ 123 w 180"/>
                  <a:gd name="T21" fmla="*/ 17 h 203"/>
                  <a:gd name="T22" fmla="*/ 131 w 180"/>
                  <a:gd name="T23" fmla="*/ 35 h 203"/>
                  <a:gd name="T24" fmla="*/ 137 w 180"/>
                  <a:gd name="T25" fmla="*/ 30 h 203"/>
                  <a:gd name="T26" fmla="*/ 146 w 180"/>
                  <a:gd name="T27" fmla="*/ 28 h 203"/>
                  <a:gd name="T28" fmla="*/ 152 w 180"/>
                  <a:gd name="T29" fmla="*/ 37 h 203"/>
                  <a:gd name="T30" fmla="*/ 153 w 180"/>
                  <a:gd name="T31" fmla="*/ 69 h 203"/>
                  <a:gd name="T32" fmla="*/ 153 w 180"/>
                  <a:gd name="T33" fmla="*/ 81 h 203"/>
                  <a:gd name="T34" fmla="*/ 162 w 180"/>
                  <a:gd name="T35" fmla="*/ 88 h 203"/>
                  <a:gd name="T36" fmla="*/ 179 w 180"/>
                  <a:gd name="T37" fmla="*/ 88 h 203"/>
                  <a:gd name="T38" fmla="*/ 176 w 180"/>
                  <a:gd name="T39" fmla="*/ 122 h 203"/>
                  <a:gd name="T40" fmla="*/ 164 w 180"/>
                  <a:gd name="T41" fmla="*/ 122 h 203"/>
                  <a:gd name="T42" fmla="*/ 159 w 180"/>
                  <a:gd name="T43" fmla="*/ 113 h 203"/>
                  <a:gd name="T44" fmla="*/ 153 w 180"/>
                  <a:gd name="T45" fmla="*/ 114 h 203"/>
                  <a:gd name="T46" fmla="*/ 153 w 180"/>
                  <a:gd name="T47" fmla="*/ 122 h 203"/>
                  <a:gd name="T48" fmla="*/ 143 w 180"/>
                  <a:gd name="T49" fmla="*/ 123 h 203"/>
                  <a:gd name="T50" fmla="*/ 142 w 180"/>
                  <a:gd name="T51" fmla="*/ 162 h 203"/>
                  <a:gd name="T52" fmla="*/ 144 w 180"/>
                  <a:gd name="T53" fmla="*/ 173 h 203"/>
                  <a:gd name="T54" fmla="*/ 155 w 180"/>
                  <a:gd name="T55" fmla="*/ 188 h 203"/>
                  <a:gd name="T56" fmla="*/ 156 w 180"/>
                  <a:gd name="T57" fmla="*/ 195 h 203"/>
                  <a:gd name="T58" fmla="*/ 138 w 180"/>
                  <a:gd name="T59" fmla="*/ 202 h 203"/>
                  <a:gd name="T60" fmla="*/ 127 w 180"/>
                  <a:gd name="T61" fmla="*/ 200 h 203"/>
                  <a:gd name="T62" fmla="*/ 97 w 180"/>
                  <a:gd name="T63" fmla="*/ 196 h 203"/>
                  <a:gd name="T64" fmla="*/ 92 w 180"/>
                  <a:gd name="T65" fmla="*/ 188 h 203"/>
                  <a:gd name="T66" fmla="*/ 55 w 180"/>
                  <a:gd name="T67" fmla="*/ 189 h 203"/>
                  <a:gd name="T68" fmla="*/ 30 w 180"/>
                  <a:gd name="T69" fmla="*/ 187 h 203"/>
                  <a:gd name="T70" fmla="*/ 14 w 180"/>
                  <a:gd name="T71" fmla="*/ 180 h 203"/>
                  <a:gd name="T72" fmla="*/ 0 w 180"/>
                  <a:gd name="T73" fmla="*/ 186 h 203"/>
                  <a:gd name="T74" fmla="*/ 0 w 180"/>
                  <a:gd name="T75" fmla="*/ 162 h 203"/>
                  <a:gd name="T76" fmla="*/ 16 w 180"/>
                  <a:gd name="T77" fmla="*/ 133 h 203"/>
                  <a:gd name="T78" fmla="*/ 24 w 180"/>
                  <a:gd name="T79" fmla="*/ 114 h 203"/>
                  <a:gd name="T80" fmla="*/ 25 w 180"/>
                  <a:gd name="T81" fmla="*/ 110 h 203"/>
                  <a:gd name="T82" fmla="*/ 32 w 180"/>
                  <a:gd name="T83" fmla="*/ 108 h 203"/>
                  <a:gd name="T84" fmla="*/ 35 w 180"/>
                  <a:gd name="T85" fmla="*/ 93 h 203"/>
                  <a:gd name="T86" fmla="*/ 26 w 180"/>
                  <a:gd name="T87" fmla="*/ 78 h 203"/>
                  <a:gd name="T88" fmla="*/ 23 w 180"/>
                  <a:gd name="T89" fmla="*/ 59 h 203"/>
                  <a:gd name="T90" fmla="*/ 21 w 180"/>
                  <a:gd name="T91" fmla="*/ 39 h 203"/>
                  <a:gd name="T92" fmla="*/ 14 w 180"/>
                  <a:gd name="T93" fmla="*/ 34 h 203"/>
                  <a:gd name="T94" fmla="*/ 14 w 180"/>
                  <a:gd name="T95" fmla="*/ 12 h 203"/>
                  <a:gd name="T96" fmla="*/ 5 w 180"/>
                  <a:gd name="T97" fmla="*/ 12 h 203"/>
                  <a:gd name="T98" fmla="*/ 8 w 180"/>
                  <a:gd name="T99" fmla="*/ 3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 h="203">
                    <a:moveTo>
                      <a:pt x="8" y="3"/>
                    </a:moveTo>
                    <a:lnTo>
                      <a:pt x="14" y="5"/>
                    </a:lnTo>
                    <a:lnTo>
                      <a:pt x="35" y="6"/>
                    </a:lnTo>
                    <a:lnTo>
                      <a:pt x="50" y="0"/>
                    </a:lnTo>
                    <a:lnTo>
                      <a:pt x="76" y="3"/>
                    </a:lnTo>
                    <a:lnTo>
                      <a:pt x="82" y="28"/>
                    </a:lnTo>
                    <a:lnTo>
                      <a:pt x="89" y="30"/>
                    </a:lnTo>
                    <a:lnTo>
                      <a:pt x="90" y="39"/>
                    </a:lnTo>
                    <a:lnTo>
                      <a:pt x="116" y="39"/>
                    </a:lnTo>
                    <a:lnTo>
                      <a:pt x="117" y="23"/>
                    </a:lnTo>
                    <a:lnTo>
                      <a:pt x="123" y="17"/>
                    </a:lnTo>
                    <a:lnTo>
                      <a:pt x="131" y="35"/>
                    </a:lnTo>
                    <a:lnTo>
                      <a:pt x="137" y="30"/>
                    </a:lnTo>
                    <a:lnTo>
                      <a:pt x="146" y="28"/>
                    </a:lnTo>
                    <a:lnTo>
                      <a:pt x="152" y="37"/>
                    </a:lnTo>
                    <a:lnTo>
                      <a:pt x="153" y="69"/>
                    </a:lnTo>
                    <a:lnTo>
                      <a:pt x="153" y="81"/>
                    </a:lnTo>
                    <a:lnTo>
                      <a:pt x="162" y="88"/>
                    </a:lnTo>
                    <a:lnTo>
                      <a:pt x="179" y="88"/>
                    </a:lnTo>
                    <a:lnTo>
                      <a:pt x="176" y="122"/>
                    </a:lnTo>
                    <a:lnTo>
                      <a:pt x="164" y="122"/>
                    </a:lnTo>
                    <a:lnTo>
                      <a:pt x="159" y="113"/>
                    </a:lnTo>
                    <a:lnTo>
                      <a:pt x="153" y="114"/>
                    </a:lnTo>
                    <a:lnTo>
                      <a:pt x="153" y="122"/>
                    </a:lnTo>
                    <a:lnTo>
                      <a:pt x="143" y="123"/>
                    </a:lnTo>
                    <a:lnTo>
                      <a:pt x="142" y="162"/>
                    </a:lnTo>
                    <a:lnTo>
                      <a:pt x="144" y="173"/>
                    </a:lnTo>
                    <a:lnTo>
                      <a:pt x="155" y="188"/>
                    </a:lnTo>
                    <a:lnTo>
                      <a:pt x="156" y="195"/>
                    </a:lnTo>
                    <a:lnTo>
                      <a:pt x="138" y="202"/>
                    </a:lnTo>
                    <a:lnTo>
                      <a:pt x="127" y="200"/>
                    </a:lnTo>
                    <a:lnTo>
                      <a:pt x="97" y="196"/>
                    </a:lnTo>
                    <a:lnTo>
                      <a:pt x="92" y="188"/>
                    </a:lnTo>
                    <a:lnTo>
                      <a:pt x="55" y="189"/>
                    </a:lnTo>
                    <a:lnTo>
                      <a:pt x="30" y="187"/>
                    </a:lnTo>
                    <a:lnTo>
                      <a:pt x="14" y="180"/>
                    </a:lnTo>
                    <a:lnTo>
                      <a:pt x="0" y="186"/>
                    </a:lnTo>
                    <a:lnTo>
                      <a:pt x="0" y="162"/>
                    </a:lnTo>
                    <a:lnTo>
                      <a:pt x="16" y="133"/>
                    </a:lnTo>
                    <a:lnTo>
                      <a:pt x="24" y="114"/>
                    </a:lnTo>
                    <a:lnTo>
                      <a:pt x="25" y="110"/>
                    </a:lnTo>
                    <a:lnTo>
                      <a:pt x="32" y="108"/>
                    </a:lnTo>
                    <a:lnTo>
                      <a:pt x="35" y="93"/>
                    </a:lnTo>
                    <a:lnTo>
                      <a:pt x="26" y="78"/>
                    </a:lnTo>
                    <a:lnTo>
                      <a:pt x="23" y="59"/>
                    </a:lnTo>
                    <a:lnTo>
                      <a:pt x="21" y="39"/>
                    </a:lnTo>
                    <a:lnTo>
                      <a:pt x="14" y="34"/>
                    </a:lnTo>
                    <a:lnTo>
                      <a:pt x="14" y="12"/>
                    </a:lnTo>
                    <a:lnTo>
                      <a:pt x="5" y="12"/>
                    </a:lnTo>
                    <a:lnTo>
                      <a:pt x="8" y="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65" name="Freeform 215">
                <a:extLst>
                  <a:ext uri="{FF2B5EF4-FFF2-40B4-BE49-F238E27FC236}">
                    <a16:creationId xmlns:a16="http://schemas.microsoft.com/office/drawing/2014/main" id="{FFF414AE-D9E2-4E26-9F08-CF1F18326A0D}"/>
                  </a:ext>
                </a:extLst>
              </p:cNvPr>
              <p:cNvSpPr>
                <a:spLocks/>
              </p:cNvSpPr>
              <p:nvPr/>
            </p:nvSpPr>
            <p:spPr bwMode="auto">
              <a:xfrm>
                <a:off x="6679391" y="4127248"/>
                <a:ext cx="205995" cy="264256"/>
              </a:xfrm>
              <a:custGeom>
                <a:avLst/>
                <a:gdLst>
                  <a:gd name="T0" fmla="*/ 83 w 116"/>
                  <a:gd name="T1" fmla="*/ 150 h 151"/>
                  <a:gd name="T2" fmla="*/ 60 w 116"/>
                  <a:gd name="T3" fmla="*/ 138 h 151"/>
                  <a:gd name="T4" fmla="*/ 60 w 116"/>
                  <a:gd name="T5" fmla="*/ 126 h 151"/>
                  <a:gd name="T6" fmla="*/ 44 w 116"/>
                  <a:gd name="T7" fmla="*/ 121 h 151"/>
                  <a:gd name="T8" fmla="*/ 15 w 116"/>
                  <a:gd name="T9" fmla="*/ 98 h 151"/>
                  <a:gd name="T10" fmla="*/ 4 w 116"/>
                  <a:gd name="T11" fmla="*/ 98 h 151"/>
                  <a:gd name="T12" fmla="*/ 0 w 116"/>
                  <a:gd name="T13" fmla="*/ 88 h 151"/>
                  <a:gd name="T14" fmla="*/ 3 w 116"/>
                  <a:gd name="T15" fmla="*/ 72 h 151"/>
                  <a:gd name="T16" fmla="*/ 11 w 116"/>
                  <a:gd name="T17" fmla="*/ 56 h 151"/>
                  <a:gd name="T18" fmla="*/ 11 w 116"/>
                  <a:gd name="T19" fmla="*/ 29 h 151"/>
                  <a:gd name="T20" fmla="*/ 3 w 116"/>
                  <a:gd name="T21" fmla="*/ 14 h 151"/>
                  <a:gd name="T22" fmla="*/ 23 w 116"/>
                  <a:gd name="T23" fmla="*/ 0 h 151"/>
                  <a:gd name="T24" fmla="*/ 37 w 116"/>
                  <a:gd name="T25" fmla="*/ 3 h 151"/>
                  <a:gd name="T26" fmla="*/ 51 w 116"/>
                  <a:gd name="T27" fmla="*/ 13 h 151"/>
                  <a:gd name="T28" fmla="*/ 53 w 116"/>
                  <a:gd name="T29" fmla="*/ 23 h 151"/>
                  <a:gd name="T30" fmla="*/ 84 w 116"/>
                  <a:gd name="T31" fmla="*/ 20 h 151"/>
                  <a:gd name="T32" fmla="*/ 84 w 116"/>
                  <a:gd name="T33" fmla="*/ 14 h 151"/>
                  <a:gd name="T34" fmla="*/ 104 w 116"/>
                  <a:gd name="T35" fmla="*/ 13 h 151"/>
                  <a:gd name="T36" fmla="*/ 108 w 116"/>
                  <a:gd name="T37" fmla="*/ 19 h 151"/>
                  <a:gd name="T38" fmla="*/ 115 w 116"/>
                  <a:gd name="T39" fmla="*/ 23 h 151"/>
                  <a:gd name="T40" fmla="*/ 107 w 116"/>
                  <a:gd name="T41" fmla="*/ 29 h 151"/>
                  <a:gd name="T42" fmla="*/ 103 w 116"/>
                  <a:gd name="T43" fmla="*/ 39 h 151"/>
                  <a:gd name="T44" fmla="*/ 106 w 116"/>
                  <a:gd name="T45" fmla="*/ 102 h 151"/>
                  <a:gd name="T46" fmla="*/ 112 w 116"/>
                  <a:gd name="T47" fmla="*/ 105 h 151"/>
                  <a:gd name="T48" fmla="*/ 106 w 116"/>
                  <a:gd name="T49" fmla="*/ 111 h 151"/>
                  <a:gd name="T50" fmla="*/ 101 w 116"/>
                  <a:gd name="T51" fmla="*/ 121 h 151"/>
                  <a:gd name="T52" fmla="*/ 90 w 116"/>
                  <a:gd name="T53" fmla="*/ 131 h 151"/>
                  <a:gd name="T54" fmla="*/ 88 w 116"/>
                  <a:gd name="T55" fmla="*/ 140 h 151"/>
                  <a:gd name="T56" fmla="*/ 83 w 116"/>
                  <a:gd name="T57" fmla="*/ 15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6" h="151">
                    <a:moveTo>
                      <a:pt x="83" y="150"/>
                    </a:moveTo>
                    <a:lnTo>
                      <a:pt x="60" y="138"/>
                    </a:lnTo>
                    <a:lnTo>
                      <a:pt x="60" y="126"/>
                    </a:lnTo>
                    <a:lnTo>
                      <a:pt x="44" y="121"/>
                    </a:lnTo>
                    <a:lnTo>
                      <a:pt x="15" y="98"/>
                    </a:lnTo>
                    <a:lnTo>
                      <a:pt x="4" y="98"/>
                    </a:lnTo>
                    <a:lnTo>
                      <a:pt x="0" y="88"/>
                    </a:lnTo>
                    <a:lnTo>
                      <a:pt x="3" y="72"/>
                    </a:lnTo>
                    <a:lnTo>
                      <a:pt x="11" y="56"/>
                    </a:lnTo>
                    <a:lnTo>
                      <a:pt x="11" y="29"/>
                    </a:lnTo>
                    <a:lnTo>
                      <a:pt x="3" y="14"/>
                    </a:lnTo>
                    <a:lnTo>
                      <a:pt x="23" y="0"/>
                    </a:lnTo>
                    <a:lnTo>
                      <a:pt x="37" y="3"/>
                    </a:lnTo>
                    <a:lnTo>
                      <a:pt x="51" y="13"/>
                    </a:lnTo>
                    <a:lnTo>
                      <a:pt x="53" y="23"/>
                    </a:lnTo>
                    <a:lnTo>
                      <a:pt x="84" y="20"/>
                    </a:lnTo>
                    <a:lnTo>
                      <a:pt x="84" y="14"/>
                    </a:lnTo>
                    <a:lnTo>
                      <a:pt x="104" y="13"/>
                    </a:lnTo>
                    <a:lnTo>
                      <a:pt x="108" y="19"/>
                    </a:lnTo>
                    <a:lnTo>
                      <a:pt x="115" y="23"/>
                    </a:lnTo>
                    <a:lnTo>
                      <a:pt x="107" y="29"/>
                    </a:lnTo>
                    <a:lnTo>
                      <a:pt x="103" y="39"/>
                    </a:lnTo>
                    <a:lnTo>
                      <a:pt x="106" y="102"/>
                    </a:lnTo>
                    <a:lnTo>
                      <a:pt x="112" y="105"/>
                    </a:lnTo>
                    <a:lnTo>
                      <a:pt x="106" y="111"/>
                    </a:lnTo>
                    <a:lnTo>
                      <a:pt x="101" y="121"/>
                    </a:lnTo>
                    <a:lnTo>
                      <a:pt x="90" y="131"/>
                    </a:lnTo>
                    <a:lnTo>
                      <a:pt x="88" y="140"/>
                    </a:lnTo>
                    <a:lnTo>
                      <a:pt x="83" y="15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66" name="Freeform 216">
                <a:extLst>
                  <a:ext uri="{FF2B5EF4-FFF2-40B4-BE49-F238E27FC236}">
                    <a16:creationId xmlns:a16="http://schemas.microsoft.com/office/drawing/2014/main" id="{D7766B44-F779-46C6-A741-ED9054887BAF}"/>
                  </a:ext>
                </a:extLst>
              </p:cNvPr>
              <p:cNvSpPr>
                <a:spLocks/>
              </p:cNvSpPr>
              <p:nvPr/>
            </p:nvSpPr>
            <p:spPr bwMode="auto">
              <a:xfrm>
                <a:off x="6660522" y="3680529"/>
                <a:ext cx="360099" cy="484470"/>
              </a:xfrm>
              <a:custGeom>
                <a:avLst/>
                <a:gdLst>
                  <a:gd name="T0" fmla="*/ 126 w 204"/>
                  <a:gd name="T1" fmla="*/ 275 h 276"/>
                  <a:gd name="T2" fmla="*/ 119 w 204"/>
                  <a:gd name="T3" fmla="*/ 271 h 276"/>
                  <a:gd name="T4" fmla="*/ 115 w 204"/>
                  <a:gd name="T5" fmla="*/ 265 h 276"/>
                  <a:gd name="T6" fmla="*/ 96 w 204"/>
                  <a:gd name="T7" fmla="*/ 267 h 276"/>
                  <a:gd name="T8" fmla="*/ 96 w 204"/>
                  <a:gd name="T9" fmla="*/ 272 h 276"/>
                  <a:gd name="T10" fmla="*/ 64 w 204"/>
                  <a:gd name="T11" fmla="*/ 275 h 276"/>
                  <a:gd name="T12" fmla="*/ 63 w 204"/>
                  <a:gd name="T13" fmla="*/ 265 h 276"/>
                  <a:gd name="T14" fmla="*/ 49 w 204"/>
                  <a:gd name="T15" fmla="*/ 256 h 276"/>
                  <a:gd name="T16" fmla="*/ 35 w 204"/>
                  <a:gd name="T17" fmla="*/ 252 h 276"/>
                  <a:gd name="T18" fmla="*/ 35 w 204"/>
                  <a:gd name="T19" fmla="*/ 243 h 276"/>
                  <a:gd name="T20" fmla="*/ 28 w 204"/>
                  <a:gd name="T21" fmla="*/ 231 h 276"/>
                  <a:gd name="T22" fmla="*/ 24 w 204"/>
                  <a:gd name="T23" fmla="*/ 228 h 276"/>
                  <a:gd name="T24" fmla="*/ 16 w 204"/>
                  <a:gd name="T25" fmla="*/ 223 h 276"/>
                  <a:gd name="T26" fmla="*/ 16 w 204"/>
                  <a:gd name="T27" fmla="*/ 211 h 276"/>
                  <a:gd name="T28" fmla="*/ 8 w 204"/>
                  <a:gd name="T29" fmla="*/ 209 h 276"/>
                  <a:gd name="T30" fmla="*/ 0 w 204"/>
                  <a:gd name="T31" fmla="*/ 195 h 276"/>
                  <a:gd name="T32" fmla="*/ 15 w 204"/>
                  <a:gd name="T33" fmla="*/ 194 h 276"/>
                  <a:gd name="T34" fmla="*/ 19 w 204"/>
                  <a:gd name="T35" fmla="*/ 162 h 276"/>
                  <a:gd name="T36" fmla="*/ 30 w 204"/>
                  <a:gd name="T37" fmla="*/ 161 h 276"/>
                  <a:gd name="T38" fmla="*/ 33 w 204"/>
                  <a:gd name="T39" fmla="*/ 128 h 276"/>
                  <a:gd name="T40" fmla="*/ 52 w 204"/>
                  <a:gd name="T41" fmla="*/ 124 h 276"/>
                  <a:gd name="T42" fmla="*/ 49 w 204"/>
                  <a:gd name="T43" fmla="*/ 85 h 276"/>
                  <a:gd name="T44" fmla="*/ 39 w 204"/>
                  <a:gd name="T45" fmla="*/ 82 h 276"/>
                  <a:gd name="T46" fmla="*/ 40 w 204"/>
                  <a:gd name="T47" fmla="*/ 71 h 276"/>
                  <a:gd name="T48" fmla="*/ 52 w 204"/>
                  <a:gd name="T49" fmla="*/ 72 h 276"/>
                  <a:gd name="T50" fmla="*/ 52 w 204"/>
                  <a:gd name="T51" fmla="*/ 60 h 276"/>
                  <a:gd name="T52" fmla="*/ 46 w 204"/>
                  <a:gd name="T53" fmla="*/ 46 h 276"/>
                  <a:gd name="T54" fmla="*/ 45 w 204"/>
                  <a:gd name="T55" fmla="*/ 27 h 276"/>
                  <a:gd name="T56" fmla="*/ 55 w 204"/>
                  <a:gd name="T57" fmla="*/ 0 h 276"/>
                  <a:gd name="T58" fmla="*/ 60 w 204"/>
                  <a:gd name="T59" fmla="*/ 12 h 276"/>
                  <a:gd name="T60" fmla="*/ 68 w 204"/>
                  <a:gd name="T61" fmla="*/ 25 h 276"/>
                  <a:gd name="T62" fmla="*/ 74 w 204"/>
                  <a:gd name="T63" fmla="*/ 34 h 276"/>
                  <a:gd name="T64" fmla="*/ 84 w 204"/>
                  <a:gd name="T65" fmla="*/ 52 h 276"/>
                  <a:gd name="T66" fmla="*/ 90 w 204"/>
                  <a:gd name="T67" fmla="*/ 63 h 276"/>
                  <a:gd name="T68" fmla="*/ 91 w 204"/>
                  <a:gd name="T69" fmla="*/ 76 h 276"/>
                  <a:gd name="T70" fmla="*/ 108 w 204"/>
                  <a:gd name="T71" fmla="*/ 81 h 276"/>
                  <a:gd name="T72" fmla="*/ 116 w 204"/>
                  <a:gd name="T73" fmla="*/ 100 h 276"/>
                  <a:gd name="T74" fmla="*/ 127 w 204"/>
                  <a:gd name="T75" fmla="*/ 121 h 276"/>
                  <a:gd name="T76" fmla="*/ 123 w 204"/>
                  <a:gd name="T77" fmla="*/ 132 h 276"/>
                  <a:gd name="T78" fmla="*/ 121 w 204"/>
                  <a:gd name="T79" fmla="*/ 159 h 276"/>
                  <a:gd name="T80" fmla="*/ 137 w 204"/>
                  <a:gd name="T81" fmla="*/ 162 h 276"/>
                  <a:gd name="T82" fmla="*/ 148 w 204"/>
                  <a:gd name="T83" fmla="*/ 172 h 276"/>
                  <a:gd name="T84" fmla="*/ 173 w 204"/>
                  <a:gd name="T85" fmla="*/ 195 h 276"/>
                  <a:gd name="T86" fmla="*/ 189 w 204"/>
                  <a:gd name="T87" fmla="*/ 195 h 276"/>
                  <a:gd name="T88" fmla="*/ 203 w 204"/>
                  <a:gd name="T89" fmla="*/ 208 h 276"/>
                  <a:gd name="T90" fmla="*/ 189 w 204"/>
                  <a:gd name="T91" fmla="*/ 220 h 276"/>
                  <a:gd name="T92" fmla="*/ 185 w 204"/>
                  <a:gd name="T93" fmla="*/ 240 h 276"/>
                  <a:gd name="T94" fmla="*/ 171 w 204"/>
                  <a:gd name="T95" fmla="*/ 256 h 276"/>
                  <a:gd name="T96" fmla="*/ 151 w 204"/>
                  <a:gd name="T97" fmla="*/ 260 h 276"/>
                  <a:gd name="T98" fmla="*/ 137 w 204"/>
                  <a:gd name="T99" fmla="*/ 260 h 276"/>
                  <a:gd name="T100" fmla="*/ 126 w 204"/>
                  <a:gd name="T101" fmla="*/ 275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4" h="276">
                    <a:moveTo>
                      <a:pt x="126" y="275"/>
                    </a:moveTo>
                    <a:lnTo>
                      <a:pt x="119" y="271"/>
                    </a:lnTo>
                    <a:lnTo>
                      <a:pt x="115" y="265"/>
                    </a:lnTo>
                    <a:lnTo>
                      <a:pt x="96" y="267"/>
                    </a:lnTo>
                    <a:lnTo>
                      <a:pt x="96" y="272"/>
                    </a:lnTo>
                    <a:lnTo>
                      <a:pt x="64" y="275"/>
                    </a:lnTo>
                    <a:lnTo>
                      <a:pt x="63" y="265"/>
                    </a:lnTo>
                    <a:lnTo>
                      <a:pt x="49" y="256"/>
                    </a:lnTo>
                    <a:lnTo>
                      <a:pt x="35" y="252"/>
                    </a:lnTo>
                    <a:lnTo>
                      <a:pt x="35" y="243"/>
                    </a:lnTo>
                    <a:lnTo>
                      <a:pt x="28" y="231"/>
                    </a:lnTo>
                    <a:lnTo>
                      <a:pt x="24" y="228"/>
                    </a:lnTo>
                    <a:lnTo>
                      <a:pt x="16" y="223"/>
                    </a:lnTo>
                    <a:lnTo>
                      <a:pt x="16" y="211"/>
                    </a:lnTo>
                    <a:lnTo>
                      <a:pt x="8" y="209"/>
                    </a:lnTo>
                    <a:lnTo>
                      <a:pt x="0" y="195"/>
                    </a:lnTo>
                    <a:lnTo>
                      <a:pt x="15" y="194"/>
                    </a:lnTo>
                    <a:lnTo>
                      <a:pt x="19" y="162"/>
                    </a:lnTo>
                    <a:lnTo>
                      <a:pt x="30" y="161"/>
                    </a:lnTo>
                    <a:lnTo>
                      <a:pt x="33" y="128"/>
                    </a:lnTo>
                    <a:lnTo>
                      <a:pt x="52" y="124"/>
                    </a:lnTo>
                    <a:lnTo>
                      <a:pt x="49" y="85"/>
                    </a:lnTo>
                    <a:lnTo>
                      <a:pt x="39" y="82"/>
                    </a:lnTo>
                    <a:lnTo>
                      <a:pt x="40" y="71"/>
                    </a:lnTo>
                    <a:lnTo>
                      <a:pt x="52" y="72"/>
                    </a:lnTo>
                    <a:lnTo>
                      <a:pt x="52" y="60"/>
                    </a:lnTo>
                    <a:lnTo>
                      <a:pt x="46" y="46"/>
                    </a:lnTo>
                    <a:lnTo>
                      <a:pt x="45" y="27"/>
                    </a:lnTo>
                    <a:lnTo>
                      <a:pt x="55" y="0"/>
                    </a:lnTo>
                    <a:lnTo>
                      <a:pt x="60" y="12"/>
                    </a:lnTo>
                    <a:lnTo>
                      <a:pt x="68" y="25"/>
                    </a:lnTo>
                    <a:lnTo>
                      <a:pt x="74" y="34"/>
                    </a:lnTo>
                    <a:lnTo>
                      <a:pt x="84" y="52"/>
                    </a:lnTo>
                    <a:lnTo>
                      <a:pt x="90" y="63"/>
                    </a:lnTo>
                    <a:lnTo>
                      <a:pt x="91" y="76"/>
                    </a:lnTo>
                    <a:lnTo>
                      <a:pt x="108" y="81"/>
                    </a:lnTo>
                    <a:lnTo>
                      <a:pt x="116" y="100"/>
                    </a:lnTo>
                    <a:lnTo>
                      <a:pt x="127" y="121"/>
                    </a:lnTo>
                    <a:lnTo>
                      <a:pt x="123" y="132"/>
                    </a:lnTo>
                    <a:lnTo>
                      <a:pt x="121" y="159"/>
                    </a:lnTo>
                    <a:lnTo>
                      <a:pt x="137" y="162"/>
                    </a:lnTo>
                    <a:lnTo>
                      <a:pt x="148" y="172"/>
                    </a:lnTo>
                    <a:lnTo>
                      <a:pt x="173" y="195"/>
                    </a:lnTo>
                    <a:lnTo>
                      <a:pt x="189" y="195"/>
                    </a:lnTo>
                    <a:lnTo>
                      <a:pt x="203" y="208"/>
                    </a:lnTo>
                    <a:lnTo>
                      <a:pt x="189" y="220"/>
                    </a:lnTo>
                    <a:lnTo>
                      <a:pt x="185" y="240"/>
                    </a:lnTo>
                    <a:lnTo>
                      <a:pt x="171" y="256"/>
                    </a:lnTo>
                    <a:lnTo>
                      <a:pt x="151" y="260"/>
                    </a:lnTo>
                    <a:lnTo>
                      <a:pt x="137" y="260"/>
                    </a:lnTo>
                    <a:lnTo>
                      <a:pt x="126" y="275"/>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67" name="Freeform 217">
                <a:extLst>
                  <a:ext uri="{FF2B5EF4-FFF2-40B4-BE49-F238E27FC236}">
                    <a16:creationId xmlns:a16="http://schemas.microsoft.com/office/drawing/2014/main" id="{91E9B961-58C1-4C56-B32D-011545A8C907}"/>
                  </a:ext>
                </a:extLst>
              </p:cNvPr>
              <p:cNvSpPr>
                <a:spLocks/>
              </p:cNvSpPr>
              <p:nvPr/>
            </p:nvSpPr>
            <p:spPr bwMode="auto">
              <a:xfrm>
                <a:off x="6861800" y="3907035"/>
                <a:ext cx="273612" cy="407395"/>
              </a:xfrm>
              <a:custGeom>
                <a:avLst/>
                <a:gdLst>
                  <a:gd name="T0" fmla="*/ 23 w 155"/>
                  <a:gd name="T1" fmla="*/ 33 h 231"/>
                  <a:gd name="T2" fmla="*/ 34 w 155"/>
                  <a:gd name="T3" fmla="*/ 43 h 231"/>
                  <a:gd name="T4" fmla="*/ 58 w 155"/>
                  <a:gd name="T5" fmla="*/ 67 h 231"/>
                  <a:gd name="T6" fmla="*/ 75 w 155"/>
                  <a:gd name="T7" fmla="*/ 66 h 231"/>
                  <a:gd name="T8" fmla="*/ 89 w 155"/>
                  <a:gd name="T9" fmla="*/ 80 h 231"/>
                  <a:gd name="T10" fmla="*/ 74 w 155"/>
                  <a:gd name="T11" fmla="*/ 92 h 231"/>
                  <a:gd name="T12" fmla="*/ 71 w 155"/>
                  <a:gd name="T13" fmla="*/ 112 h 231"/>
                  <a:gd name="T14" fmla="*/ 57 w 155"/>
                  <a:gd name="T15" fmla="*/ 127 h 231"/>
                  <a:gd name="T16" fmla="*/ 37 w 155"/>
                  <a:gd name="T17" fmla="*/ 132 h 231"/>
                  <a:gd name="T18" fmla="*/ 23 w 155"/>
                  <a:gd name="T19" fmla="*/ 132 h 231"/>
                  <a:gd name="T20" fmla="*/ 12 w 155"/>
                  <a:gd name="T21" fmla="*/ 147 h 231"/>
                  <a:gd name="T22" fmla="*/ 4 w 155"/>
                  <a:gd name="T23" fmla="*/ 154 h 231"/>
                  <a:gd name="T24" fmla="*/ 0 w 155"/>
                  <a:gd name="T25" fmla="*/ 163 h 231"/>
                  <a:gd name="T26" fmla="*/ 3 w 155"/>
                  <a:gd name="T27" fmla="*/ 227 h 231"/>
                  <a:gd name="T28" fmla="*/ 8 w 155"/>
                  <a:gd name="T29" fmla="*/ 230 h 231"/>
                  <a:gd name="T30" fmla="*/ 19 w 155"/>
                  <a:gd name="T31" fmla="*/ 216 h 231"/>
                  <a:gd name="T32" fmla="*/ 28 w 155"/>
                  <a:gd name="T33" fmla="*/ 201 h 231"/>
                  <a:gd name="T34" fmla="*/ 45 w 155"/>
                  <a:gd name="T35" fmla="*/ 189 h 231"/>
                  <a:gd name="T36" fmla="*/ 72 w 155"/>
                  <a:gd name="T37" fmla="*/ 165 h 231"/>
                  <a:gd name="T38" fmla="*/ 98 w 155"/>
                  <a:gd name="T39" fmla="*/ 138 h 231"/>
                  <a:gd name="T40" fmla="*/ 114 w 155"/>
                  <a:gd name="T41" fmla="*/ 115 h 231"/>
                  <a:gd name="T42" fmla="*/ 120 w 155"/>
                  <a:gd name="T43" fmla="*/ 87 h 231"/>
                  <a:gd name="T44" fmla="*/ 129 w 155"/>
                  <a:gd name="T45" fmla="*/ 67 h 231"/>
                  <a:gd name="T46" fmla="*/ 141 w 155"/>
                  <a:gd name="T47" fmla="*/ 51 h 231"/>
                  <a:gd name="T48" fmla="*/ 146 w 155"/>
                  <a:gd name="T49" fmla="*/ 33 h 231"/>
                  <a:gd name="T50" fmla="*/ 154 w 155"/>
                  <a:gd name="T51" fmla="*/ 25 h 231"/>
                  <a:gd name="T52" fmla="*/ 146 w 155"/>
                  <a:gd name="T53" fmla="*/ 15 h 231"/>
                  <a:gd name="T54" fmla="*/ 134 w 155"/>
                  <a:gd name="T55" fmla="*/ 0 h 231"/>
                  <a:gd name="T56" fmla="*/ 118 w 155"/>
                  <a:gd name="T57" fmla="*/ 14 h 231"/>
                  <a:gd name="T58" fmla="*/ 103 w 155"/>
                  <a:gd name="T59" fmla="*/ 17 h 231"/>
                  <a:gd name="T60" fmla="*/ 93 w 155"/>
                  <a:gd name="T61" fmla="*/ 22 h 231"/>
                  <a:gd name="T62" fmla="*/ 84 w 155"/>
                  <a:gd name="T63" fmla="*/ 29 h 231"/>
                  <a:gd name="T64" fmla="*/ 54 w 155"/>
                  <a:gd name="T65" fmla="*/ 26 h 231"/>
                  <a:gd name="T66" fmla="*/ 37 w 155"/>
                  <a:gd name="T67" fmla="*/ 20 h 231"/>
                  <a:gd name="T68" fmla="*/ 23 w 155"/>
                  <a:gd name="T69" fmla="*/ 3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5" h="231">
                    <a:moveTo>
                      <a:pt x="23" y="33"/>
                    </a:moveTo>
                    <a:lnTo>
                      <a:pt x="34" y="43"/>
                    </a:lnTo>
                    <a:lnTo>
                      <a:pt x="58" y="67"/>
                    </a:lnTo>
                    <a:lnTo>
                      <a:pt x="75" y="66"/>
                    </a:lnTo>
                    <a:lnTo>
                      <a:pt x="89" y="80"/>
                    </a:lnTo>
                    <a:lnTo>
                      <a:pt x="74" y="92"/>
                    </a:lnTo>
                    <a:lnTo>
                      <a:pt x="71" y="112"/>
                    </a:lnTo>
                    <a:lnTo>
                      <a:pt x="57" y="127"/>
                    </a:lnTo>
                    <a:lnTo>
                      <a:pt x="37" y="132"/>
                    </a:lnTo>
                    <a:lnTo>
                      <a:pt x="23" y="132"/>
                    </a:lnTo>
                    <a:lnTo>
                      <a:pt x="12" y="147"/>
                    </a:lnTo>
                    <a:lnTo>
                      <a:pt x="4" y="154"/>
                    </a:lnTo>
                    <a:lnTo>
                      <a:pt x="0" y="163"/>
                    </a:lnTo>
                    <a:lnTo>
                      <a:pt x="3" y="227"/>
                    </a:lnTo>
                    <a:lnTo>
                      <a:pt x="8" y="230"/>
                    </a:lnTo>
                    <a:lnTo>
                      <a:pt x="19" y="216"/>
                    </a:lnTo>
                    <a:lnTo>
                      <a:pt x="28" y="201"/>
                    </a:lnTo>
                    <a:lnTo>
                      <a:pt x="45" y="189"/>
                    </a:lnTo>
                    <a:lnTo>
                      <a:pt x="72" y="165"/>
                    </a:lnTo>
                    <a:lnTo>
                      <a:pt x="98" y="138"/>
                    </a:lnTo>
                    <a:lnTo>
                      <a:pt x="114" y="115"/>
                    </a:lnTo>
                    <a:lnTo>
                      <a:pt x="120" y="87"/>
                    </a:lnTo>
                    <a:lnTo>
                      <a:pt x="129" y="67"/>
                    </a:lnTo>
                    <a:lnTo>
                      <a:pt x="141" y="51"/>
                    </a:lnTo>
                    <a:lnTo>
                      <a:pt x="146" y="33"/>
                    </a:lnTo>
                    <a:lnTo>
                      <a:pt x="154" y="25"/>
                    </a:lnTo>
                    <a:lnTo>
                      <a:pt x="146" y="15"/>
                    </a:lnTo>
                    <a:lnTo>
                      <a:pt x="134" y="0"/>
                    </a:lnTo>
                    <a:lnTo>
                      <a:pt x="118" y="14"/>
                    </a:lnTo>
                    <a:lnTo>
                      <a:pt x="103" y="17"/>
                    </a:lnTo>
                    <a:lnTo>
                      <a:pt x="93" y="22"/>
                    </a:lnTo>
                    <a:lnTo>
                      <a:pt x="84" y="29"/>
                    </a:lnTo>
                    <a:lnTo>
                      <a:pt x="54" y="26"/>
                    </a:lnTo>
                    <a:lnTo>
                      <a:pt x="37" y="20"/>
                    </a:lnTo>
                    <a:lnTo>
                      <a:pt x="23" y="33"/>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68" name="Freeform 218">
                <a:extLst>
                  <a:ext uri="{FF2B5EF4-FFF2-40B4-BE49-F238E27FC236}">
                    <a16:creationId xmlns:a16="http://schemas.microsoft.com/office/drawing/2014/main" id="{1E8917E3-6FE3-498D-9D20-D31FD1BD0383}"/>
                  </a:ext>
                </a:extLst>
              </p:cNvPr>
              <p:cNvSpPr>
                <a:spLocks/>
              </p:cNvSpPr>
              <p:nvPr/>
            </p:nvSpPr>
            <p:spPr bwMode="auto">
              <a:xfrm>
                <a:off x="6059833" y="3271561"/>
                <a:ext cx="391548" cy="467167"/>
              </a:xfrm>
              <a:custGeom>
                <a:avLst/>
                <a:gdLst>
                  <a:gd name="T0" fmla="*/ 28 w 221"/>
                  <a:gd name="T1" fmla="*/ 2 h 264"/>
                  <a:gd name="T2" fmla="*/ 40 w 221"/>
                  <a:gd name="T3" fmla="*/ 8 h 264"/>
                  <a:gd name="T4" fmla="*/ 48 w 221"/>
                  <a:gd name="T5" fmla="*/ 9 h 264"/>
                  <a:gd name="T6" fmla="*/ 81 w 221"/>
                  <a:gd name="T7" fmla="*/ 15 h 264"/>
                  <a:gd name="T8" fmla="*/ 85 w 221"/>
                  <a:gd name="T9" fmla="*/ 27 h 264"/>
                  <a:gd name="T10" fmla="*/ 108 w 221"/>
                  <a:gd name="T11" fmla="*/ 31 h 264"/>
                  <a:gd name="T12" fmla="*/ 109 w 221"/>
                  <a:gd name="T13" fmla="*/ 38 h 264"/>
                  <a:gd name="T14" fmla="*/ 129 w 221"/>
                  <a:gd name="T15" fmla="*/ 42 h 264"/>
                  <a:gd name="T16" fmla="*/ 142 w 221"/>
                  <a:gd name="T17" fmla="*/ 48 h 264"/>
                  <a:gd name="T18" fmla="*/ 146 w 221"/>
                  <a:gd name="T19" fmla="*/ 41 h 264"/>
                  <a:gd name="T20" fmla="*/ 146 w 221"/>
                  <a:gd name="T21" fmla="*/ 20 h 264"/>
                  <a:gd name="T22" fmla="*/ 152 w 221"/>
                  <a:gd name="T23" fmla="*/ 14 h 264"/>
                  <a:gd name="T24" fmla="*/ 158 w 221"/>
                  <a:gd name="T25" fmla="*/ 5 h 264"/>
                  <a:gd name="T26" fmla="*/ 164 w 221"/>
                  <a:gd name="T27" fmla="*/ 0 h 264"/>
                  <a:gd name="T28" fmla="*/ 179 w 221"/>
                  <a:gd name="T29" fmla="*/ 1 h 264"/>
                  <a:gd name="T30" fmla="*/ 187 w 221"/>
                  <a:gd name="T31" fmla="*/ 9 h 264"/>
                  <a:gd name="T32" fmla="*/ 195 w 221"/>
                  <a:gd name="T33" fmla="*/ 16 h 264"/>
                  <a:gd name="T34" fmla="*/ 208 w 221"/>
                  <a:gd name="T35" fmla="*/ 16 h 264"/>
                  <a:gd name="T36" fmla="*/ 220 w 221"/>
                  <a:gd name="T37" fmla="*/ 20 h 264"/>
                  <a:gd name="T38" fmla="*/ 219 w 221"/>
                  <a:gd name="T39" fmla="*/ 34 h 264"/>
                  <a:gd name="T40" fmla="*/ 219 w 221"/>
                  <a:gd name="T41" fmla="*/ 210 h 264"/>
                  <a:gd name="T42" fmla="*/ 218 w 221"/>
                  <a:gd name="T43" fmla="*/ 234 h 264"/>
                  <a:gd name="T44" fmla="*/ 208 w 221"/>
                  <a:gd name="T45" fmla="*/ 237 h 264"/>
                  <a:gd name="T46" fmla="*/ 211 w 221"/>
                  <a:gd name="T47" fmla="*/ 263 h 264"/>
                  <a:gd name="T48" fmla="*/ 201 w 221"/>
                  <a:gd name="T49" fmla="*/ 261 h 264"/>
                  <a:gd name="T50" fmla="*/ 177 w 221"/>
                  <a:gd name="T51" fmla="*/ 243 h 264"/>
                  <a:gd name="T52" fmla="*/ 168 w 221"/>
                  <a:gd name="T53" fmla="*/ 238 h 264"/>
                  <a:gd name="T54" fmla="*/ 146 w 221"/>
                  <a:gd name="T55" fmla="*/ 227 h 264"/>
                  <a:gd name="T56" fmla="*/ 138 w 221"/>
                  <a:gd name="T57" fmla="*/ 214 h 264"/>
                  <a:gd name="T58" fmla="*/ 113 w 221"/>
                  <a:gd name="T59" fmla="*/ 210 h 264"/>
                  <a:gd name="T60" fmla="*/ 108 w 221"/>
                  <a:gd name="T61" fmla="*/ 198 h 264"/>
                  <a:gd name="T62" fmla="*/ 95 w 221"/>
                  <a:gd name="T63" fmla="*/ 193 h 264"/>
                  <a:gd name="T64" fmla="*/ 95 w 221"/>
                  <a:gd name="T65" fmla="*/ 187 h 264"/>
                  <a:gd name="T66" fmla="*/ 80 w 221"/>
                  <a:gd name="T67" fmla="*/ 186 h 264"/>
                  <a:gd name="T68" fmla="*/ 72 w 221"/>
                  <a:gd name="T69" fmla="*/ 182 h 264"/>
                  <a:gd name="T70" fmla="*/ 54 w 221"/>
                  <a:gd name="T71" fmla="*/ 181 h 264"/>
                  <a:gd name="T72" fmla="*/ 52 w 221"/>
                  <a:gd name="T73" fmla="*/ 173 h 264"/>
                  <a:gd name="T74" fmla="*/ 34 w 221"/>
                  <a:gd name="T75" fmla="*/ 173 h 264"/>
                  <a:gd name="T76" fmla="*/ 32 w 221"/>
                  <a:gd name="T77" fmla="*/ 159 h 264"/>
                  <a:gd name="T78" fmla="*/ 9 w 221"/>
                  <a:gd name="T79" fmla="*/ 155 h 264"/>
                  <a:gd name="T80" fmla="*/ 2 w 221"/>
                  <a:gd name="T81" fmla="*/ 148 h 264"/>
                  <a:gd name="T82" fmla="*/ 0 w 221"/>
                  <a:gd name="T83" fmla="*/ 130 h 264"/>
                  <a:gd name="T84" fmla="*/ 3 w 221"/>
                  <a:gd name="T85" fmla="*/ 33 h 264"/>
                  <a:gd name="T86" fmla="*/ 18 w 221"/>
                  <a:gd name="T87" fmla="*/ 26 h 264"/>
                  <a:gd name="T88" fmla="*/ 25 w 221"/>
                  <a:gd name="T89" fmla="*/ 24 h 264"/>
                  <a:gd name="T90" fmla="*/ 28 w 221"/>
                  <a:gd name="T91" fmla="*/ 2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1" h="264">
                    <a:moveTo>
                      <a:pt x="28" y="2"/>
                    </a:moveTo>
                    <a:lnTo>
                      <a:pt x="40" y="8"/>
                    </a:lnTo>
                    <a:lnTo>
                      <a:pt x="48" y="9"/>
                    </a:lnTo>
                    <a:lnTo>
                      <a:pt x="81" y="15"/>
                    </a:lnTo>
                    <a:lnTo>
                      <a:pt x="85" y="27"/>
                    </a:lnTo>
                    <a:lnTo>
                      <a:pt x="108" y="31"/>
                    </a:lnTo>
                    <a:lnTo>
                      <a:pt x="109" y="38"/>
                    </a:lnTo>
                    <a:lnTo>
                      <a:pt x="129" y="42"/>
                    </a:lnTo>
                    <a:lnTo>
                      <a:pt x="142" y="48"/>
                    </a:lnTo>
                    <a:lnTo>
                      <a:pt x="146" y="41"/>
                    </a:lnTo>
                    <a:lnTo>
                      <a:pt x="146" y="20"/>
                    </a:lnTo>
                    <a:lnTo>
                      <a:pt x="152" y="14"/>
                    </a:lnTo>
                    <a:lnTo>
                      <a:pt x="158" y="5"/>
                    </a:lnTo>
                    <a:lnTo>
                      <a:pt x="164" y="0"/>
                    </a:lnTo>
                    <a:lnTo>
                      <a:pt x="179" y="1"/>
                    </a:lnTo>
                    <a:lnTo>
                      <a:pt x="187" y="9"/>
                    </a:lnTo>
                    <a:lnTo>
                      <a:pt x="195" y="16"/>
                    </a:lnTo>
                    <a:lnTo>
                      <a:pt x="208" y="16"/>
                    </a:lnTo>
                    <a:lnTo>
                      <a:pt x="220" y="20"/>
                    </a:lnTo>
                    <a:lnTo>
                      <a:pt x="219" y="34"/>
                    </a:lnTo>
                    <a:lnTo>
                      <a:pt x="219" y="210"/>
                    </a:lnTo>
                    <a:lnTo>
                      <a:pt x="218" y="234"/>
                    </a:lnTo>
                    <a:lnTo>
                      <a:pt x="208" y="237"/>
                    </a:lnTo>
                    <a:lnTo>
                      <a:pt x="211" y="263"/>
                    </a:lnTo>
                    <a:lnTo>
                      <a:pt x="201" y="261"/>
                    </a:lnTo>
                    <a:lnTo>
                      <a:pt x="177" y="243"/>
                    </a:lnTo>
                    <a:lnTo>
                      <a:pt x="168" y="238"/>
                    </a:lnTo>
                    <a:lnTo>
                      <a:pt x="146" y="227"/>
                    </a:lnTo>
                    <a:lnTo>
                      <a:pt x="138" y="214"/>
                    </a:lnTo>
                    <a:lnTo>
                      <a:pt x="113" y="210"/>
                    </a:lnTo>
                    <a:lnTo>
                      <a:pt x="108" y="198"/>
                    </a:lnTo>
                    <a:lnTo>
                      <a:pt x="95" y="193"/>
                    </a:lnTo>
                    <a:lnTo>
                      <a:pt x="95" y="187"/>
                    </a:lnTo>
                    <a:lnTo>
                      <a:pt x="80" y="186"/>
                    </a:lnTo>
                    <a:lnTo>
                      <a:pt x="72" y="182"/>
                    </a:lnTo>
                    <a:lnTo>
                      <a:pt x="54" y="181"/>
                    </a:lnTo>
                    <a:lnTo>
                      <a:pt x="52" y="173"/>
                    </a:lnTo>
                    <a:lnTo>
                      <a:pt x="34" y="173"/>
                    </a:lnTo>
                    <a:lnTo>
                      <a:pt x="32" y="159"/>
                    </a:lnTo>
                    <a:lnTo>
                      <a:pt x="9" y="155"/>
                    </a:lnTo>
                    <a:lnTo>
                      <a:pt x="2" y="148"/>
                    </a:lnTo>
                    <a:lnTo>
                      <a:pt x="0" y="130"/>
                    </a:lnTo>
                    <a:lnTo>
                      <a:pt x="3" y="33"/>
                    </a:lnTo>
                    <a:lnTo>
                      <a:pt x="18" y="26"/>
                    </a:lnTo>
                    <a:lnTo>
                      <a:pt x="25" y="24"/>
                    </a:lnTo>
                    <a:lnTo>
                      <a:pt x="28" y="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69" name="Freeform 219">
                <a:extLst>
                  <a:ext uri="{FF2B5EF4-FFF2-40B4-BE49-F238E27FC236}">
                    <a16:creationId xmlns:a16="http://schemas.microsoft.com/office/drawing/2014/main" id="{871E74C3-DA81-4B59-85C2-74BAF719F0A0}"/>
                  </a:ext>
                </a:extLst>
              </p:cNvPr>
              <p:cNvSpPr>
                <a:spLocks/>
              </p:cNvSpPr>
              <p:nvPr/>
            </p:nvSpPr>
            <p:spPr bwMode="auto">
              <a:xfrm>
                <a:off x="6369612" y="3595590"/>
                <a:ext cx="388404" cy="566263"/>
              </a:xfrm>
              <a:custGeom>
                <a:avLst/>
                <a:gdLst>
                  <a:gd name="T0" fmla="*/ 34 w 220"/>
                  <a:gd name="T1" fmla="*/ 121 h 320"/>
                  <a:gd name="T2" fmla="*/ 16 w 220"/>
                  <a:gd name="T3" fmla="*/ 141 h 320"/>
                  <a:gd name="T4" fmla="*/ 2 w 220"/>
                  <a:gd name="T5" fmla="*/ 156 h 320"/>
                  <a:gd name="T6" fmla="*/ 11 w 220"/>
                  <a:gd name="T7" fmla="*/ 170 h 320"/>
                  <a:gd name="T8" fmla="*/ 20 w 220"/>
                  <a:gd name="T9" fmla="*/ 184 h 320"/>
                  <a:gd name="T10" fmla="*/ 18 w 220"/>
                  <a:gd name="T11" fmla="*/ 196 h 320"/>
                  <a:gd name="T12" fmla="*/ 31 w 220"/>
                  <a:gd name="T13" fmla="*/ 221 h 320"/>
                  <a:gd name="T14" fmla="*/ 36 w 220"/>
                  <a:gd name="T15" fmla="*/ 237 h 320"/>
                  <a:gd name="T16" fmla="*/ 48 w 220"/>
                  <a:gd name="T17" fmla="*/ 243 h 320"/>
                  <a:gd name="T18" fmla="*/ 64 w 220"/>
                  <a:gd name="T19" fmla="*/ 260 h 320"/>
                  <a:gd name="T20" fmla="*/ 74 w 220"/>
                  <a:gd name="T21" fmla="*/ 278 h 320"/>
                  <a:gd name="T22" fmla="*/ 81 w 220"/>
                  <a:gd name="T23" fmla="*/ 289 h 320"/>
                  <a:gd name="T24" fmla="*/ 85 w 220"/>
                  <a:gd name="T25" fmla="*/ 304 h 320"/>
                  <a:gd name="T26" fmla="*/ 123 w 220"/>
                  <a:gd name="T27" fmla="*/ 314 h 320"/>
                  <a:gd name="T28" fmla="*/ 133 w 220"/>
                  <a:gd name="T29" fmla="*/ 318 h 320"/>
                  <a:gd name="T30" fmla="*/ 162 w 220"/>
                  <a:gd name="T31" fmla="*/ 319 h 320"/>
                  <a:gd name="T32" fmla="*/ 199 w 220"/>
                  <a:gd name="T33" fmla="*/ 299 h 320"/>
                  <a:gd name="T34" fmla="*/ 192 w 220"/>
                  <a:gd name="T35" fmla="*/ 278 h 320"/>
                  <a:gd name="T36" fmla="*/ 180 w 220"/>
                  <a:gd name="T37" fmla="*/ 270 h 320"/>
                  <a:gd name="T38" fmla="*/ 172 w 220"/>
                  <a:gd name="T39" fmla="*/ 256 h 320"/>
                  <a:gd name="T40" fmla="*/ 179 w 220"/>
                  <a:gd name="T41" fmla="*/ 241 h 320"/>
                  <a:gd name="T42" fmla="*/ 194 w 220"/>
                  <a:gd name="T43" fmla="*/ 208 h 320"/>
                  <a:gd name="T44" fmla="*/ 216 w 220"/>
                  <a:gd name="T45" fmla="*/ 171 h 320"/>
                  <a:gd name="T46" fmla="*/ 203 w 220"/>
                  <a:gd name="T47" fmla="*/ 129 h 320"/>
                  <a:gd name="T48" fmla="*/ 216 w 220"/>
                  <a:gd name="T49" fmla="*/ 119 h 320"/>
                  <a:gd name="T50" fmla="*/ 210 w 220"/>
                  <a:gd name="T51" fmla="*/ 92 h 320"/>
                  <a:gd name="T52" fmla="*/ 219 w 220"/>
                  <a:gd name="T53" fmla="*/ 47 h 320"/>
                  <a:gd name="T54" fmla="*/ 210 w 220"/>
                  <a:gd name="T55" fmla="*/ 14 h 320"/>
                  <a:gd name="T56" fmla="*/ 167 w 220"/>
                  <a:gd name="T57" fmla="*/ 20 h 320"/>
                  <a:gd name="T58" fmla="*/ 64 w 220"/>
                  <a:gd name="T59" fmla="*/ 13 h 320"/>
                  <a:gd name="T60" fmla="*/ 44 w 220"/>
                  <a:gd name="T61" fmla="*/ 25 h 320"/>
                  <a:gd name="T62" fmla="*/ 33 w 220"/>
                  <a:gd name="T63" fmla="*/ 53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0" h="320">
                    <a:moveTo>
                      <a:pt x="36" y="79"/>
                    </a:moveTo>
                    <a:lnTo>
                      <a:pt x="34" y="121"/>
                    </a:lnTo>
                    <a:lnTo>
                      <a:pt x="25" y="125"/>
                    </a:lnTo>
                    <a:lnTo>
                      <a:pt x="16" y="141"/>
                    </a:lnTo>
                    <a:lnTo>
                      <a:pt x="13" y="155"/>
                    </a:lnTo>
                    <a:lnTo>
                      <a:pt x="2" y="156"/>
                    </a:lnTo>
                    <a:lnTo>
                      <a:pt x="0" y="165"/>
                    </a:lnTo>
                    <a:lnTo>
                      <a:pt x="11" y="170"/>
                    </a:lnTo>
                    <a:lnTo>
                      <a:pt x="14" y="182"/>
                    </a:lnTo>
                    <a:lnTo>
                      <a:pt x="20" y="184"/>
                    </a:lnTo>
                    <a:lnTo>
                      <a:pt x="20" y="191"/>
                    </a:lnTo>
                    <a:lnTo>
                      <a:pt x="18" y="196"/>
                    </a:lnTo>
                    <a:lnTo>
                      <a:pt x="25" y="207"/>
                    </a:lnTo>
                    <a:lnTo>
                      <a:pt x="31" y="221"/>
                    </a:lnTo>
                    <a:lnTo>
                      <a:pt x="30" y="234"/>
                    </a:lnTo>
                    <a:lnTo>
                      <a:pt x="36" y="237"/>
                    </a:lnTo>
                    <a:lnTo>
                      <a:pt x="37" y="245"/>
                    </a:lnTo>
                    <a:lnTo>
                      <a:pt x="48" y="243"/>
                    </a:lnTo>
                    <a:lnTo>
                      <a:pt x="52" y="256"/>
                    </a:lnTo>
                    <a:lnTo>
                      <a:pt x="64" y="260"/>
                    </a:lnTo>
                    <a:lnTo>
                      <a:pt x="67" y="276"/>
                    </a:lnTo>
                    <a:lnTo>
                      <a:pt x="74" y="278"/>
                    </a:lnTo>
                    <a:lnTo>
                      <a:pt x="79" y="284"/>
                    </a:lnTo>
                    <a:lnTo>
                      <a:pt x="81" y="289"/>
                    </a:lnTo>
                    <a:lnTo>
                      <a:pt x="79" y="296"/>
                    </a:lnTo>
                    <a:lnTo>
                      <a:pt x="85" y="304"/>
                    </a:lnTo>
                    <a:lnTo>
                      <a:pt x="118" y="306"/>
                    </a:lnTo>
                    <a:lnTo>
                      <a:pt x="123" y="314"/>
                    </a:lnTo>
                    <a:lnTo>
                      <a:pt x="133" y="316"/>
                    </a:lnTo>
                    <a:lnTo>
                      <a:pt x="133" y="318"/>
                    </a:lnTo>
                    <a:lnTo>
                      <a:pt x="148" y="318"/>
                    </a:lnTo>
                    <a:lnTo>
                      <a:pt x="162" y="319"/>
                    </a:lnTo>
                    <a:lnTo>
                      <a:pt x="178" y="314"/>
                    </a:lnTo>
                    <a:lnTo>
                      <a:pt x="199" y="299"/>
                    </a:lnTo>
                    <a:lnTo>
                      <a:pt x="199" y="290"/>
                    </a:lnTo>
                    <a:lnTo>
                      <a:pt x="192" y="278"/>
                    </a:lnTo>
                    <a:lnTo>
                      <a:pt x="188" y="275"/>
                    </a:lnTo>
                    <a:lnTo>
                      <a:pt x="180" y="270"/>
                    </a:lnTo>
                    <a:lnTo>
                      <a:pt x="180" y="258"/>
                    </a:lnTo>
                    <a:lnTo>
                      <a:pt x="172" y="256"/>
                    </a:lnTo>
                    <a:lnTo>
                      <a:pt x="164" y="242"/>
                    </a:lnTo>
                    <a:lnTo>
                      <a:pt x="179" y="241"/>
                    </a:lnTo>
                    <a:lnTo>
                      <a:pt x="183" y="209"/>
                    </a:lnTo>
                    <a:lnTo>
                      <a:pt x="194" y="208"/>
                    </a:lnTo>
                    <a:lnTo>
                      <a:pt x="197" y="175"/>
                    </a:lnTo>
                    <a:lnTo>
                      <a:pt x="216" y="171"/>
                    </a:lnTo>
                    <a:lnTo>
                      <a:pt x="213" y="132"/>
                    </a:lnTo>
                    <a:lnTo>
                      <a:pt x="203" y="129"/>
                    </a:lnTo>
                    <a:lnTo>
                      <a:pt x="204" y="118"/>
                    </a:lnTo>
                    <a:lnTo>
                      <a:pt x="216" y="119"/>
                    </a:lnTo>
                    <a:lnTo>
                      <a:pt x="216" y="107"/>
                    </a:lnTo>
                    <a:lnTo>
                      <a:pt x="210" y="92"/>
                    </a:lnTo>
                    <a:lnTo>
                      <a:pt x="209" y="74"/>
                    </a:lnTo>
                    <a:lnTo>
                      <a:pt x="219" y="47"/>
                    </a:lnTo>
                    <a:lnTo>
                      <a:pt x="217" y="33"/>
                    </a:lnTo>
                    <a:lnTo>
                      <a:pt x="210" y="14"/>
                    </a:lnTo>
                    <a:lnTo>
                      <a:pt x="191" y="0"/>
                    </a:lnTo>
                    <a:lnTo>
                      <a:pt x="167" y="20"/>
                    </a:lnTo>
                    <a:lnTo>
                      <a:pt x="158" y="13"/>
                    </a:lnTo>
                    <a:lnTo>
                      <a:pt x="64" y="13"/>
                    </a:lnTo>
                    <a:lnTo>
                      <a:pt x="53" y="20"/>
                    </a:lnTo>
                    <a:lnTo>
                      <a:pt x="44" y="25"/>
                    </a:lnTo>
                    <a:lnTo>
                      <a:pt x="43" y="50"/>
                    </a:lnTo>
                    <a:lnTo>
                      <a:pt x="33" y="53"/>
                    </a:lnTo>
                    <a:lnTo>
                      <a:pt x="36" y="79"/>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70" name="Freeform 223">
                <a:extLst>
                  <a:ext uri="{FF2B5EF4-FFF2-40B4-BE49-F238E27FC236}">
                    <a16:creationId xmlns:a16="http://schemas.microsoft.com/office/drawing/2014/main" id="{E49EFDB6-17C4-486A-92C5-ABFCEB489E4A}"/>
                  </a:ext>
                </a:extLst>
              </p:cNvPr>
              <p:cNvSpPr>
                <a:spLocks/>
              </p:cNvSpPr>
              <p:nvPr/>
            </p:nvSpPr>
            <p:spPr bwMode="auto">
              <a:xfrm>
                <a:off x="5606958" y="3966807"/>
                <a:ext cx="166683" cy="163587"/>
              </a:xfrm>
              <a:custGeom>
                <a:avLst/>
                <a:gdLst>
                  <a:gd name="T0" fmla="*/ 32 w 94"/>
                  <a:gd name="T1" fmla="*/ 92 h 93"/>
                  <a:gd name="T2" fmla="*/ 15 w 94"/>
                  <a:gd name="T3" fmla="*/ 86 h 93"/>
                  <a:gd name="T4" fmla="*/ 14 w 94"/>
                  <a:gd name="T5" fmla="*/ 69 h 93"/>
                  <a:gd name="T6" fmla="*/ 4 w 94"/>
                  <a:gd name="T7" fmla="*/ 68 h 93"/>
                  <a:gd name="T8" fmla="*/ 0 w 94"/>
                  <a:gd name="T9" fmla="*/ 53 h 93"/>
                  <a:gd name="T10" fmla="*/ 4 w 94"/>
                  <a:gd name="T11" fmla="*/ 35 h 93"/>
                  <a:gd name="T12" fmla="*/ 20 w 94"/>
                  <a:gd name="T13" fmla="*/ 24 h 93"/>
                  <a:gd name="T14" fmla="*/ 10 w 94"/>
                  <a:gd name="T15" fmla="*/ 15 h 93"/>
                  <a:gd name="T16" fmla="*/ 15 w 94"/>
                  <a:gd name="T17" fmla="*/ 3 h 93"/>
                  <a:gd name="T18" fmla="*/ 28 w 94"/>
                  <a:gd name="T19" fmla="*/ 3 h 93"/>
                  <a:gd name="T20" fmla="*/ 46 w 94"/>
                  <a:gd name="T21" fmla="*/ 0 h 93"/>
                  <a:gd name="T22" fmla="*/ 54 w 94"/>
                  <a:gd name="T23" fmla="*/ 6 h 93"/>
                  <a:gd name="T24" fmla="*/ 83 w 94"/>
                  <a:gd name="T25" fmla="*/ 8 h 93"/>
                  <a:gd name="T26" fmla="*/ 84 w 94"/>
                  <a:gd name="T27" fmla="*/ 21 h 93"/>
                  <a:gd name="T28" fmla="*/ 93 w 94"/>
                  <a:gd name="T29" fmla="*/ 26 h 93"/>
                  <a:gd name="T30" fmla="*/ 91 w 94"/>
                  <a:gd name="T31" fmla="*/ 37 h 93"/>
                  <a:gd name="T32" fmla="*/ 84 w 94"/>
                  <a:gd name="T33" fmla="*/ 39 h 93"/>
                  <a:gd name="T34" fmla="*/ 81 w 94"/>
                  <a:gd name="T35" fmla="*/ 61 h 93"/>
                  <a:gd name="T36" fmla="*/ 84 w 94"/>
                  <a:gd name="T37" fmla="*/ 84 h 93"/>
                  <a:gd name="T38" fmla="*/ 48 w 94"/>
                  <a:gd name="T39" fmla="*/ 85 h 93"/>
                  <a:gd name="T40" fmla="*/ 32 w 94"/>
                  <a:gd name="T41" fmla="*/ 9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4" h="93">
                    <a:moveTo>
                      <a:pt x="32" y="92"/>
                    </a:moveTo>
                    <a:lnTo>
                      <a:pt x="15" y="86"/>
                    </a:lnTo>
                    <a:lnTo>
                      <a:pt x="14" y="69"/>
                    </a:lnTo>
                    <a:lnTo>
                      <a:pt x="4" y="68"/>
                    </a:lnTo>
                    <a:lnTo>
                      <a:pt x="0" y="53"/>
                    </a:lnTo>
                    <a:lnTo>
                      <a:pt x="4" y="35"/>
                    </a:lnTo>
                    <a:lnTo>
                      <a:pt x="20" y="24"/>
                    </a:lnTo>
                    <a:lnTo>
                      <a:pt x="10" y="15"/>
                    </a:lnTo>
                    <a:lnTo>
                      <a:pt x="15" y="3"/>
                    </a:lnTo>
                    <a:lnTo>
                      <a:pt x="28" y="3"/>
                    </a:lnTo>
                    <a:lnTo>
                      <a:pt x="46" y="0"/>
                    </a:lnTo>
                    <a:lnTo>
                      <a:pt x="54" y="6"/>
                    </a:lnTo>
                    <a:lnTo>
                      <a:pt x="83" y="8"/>
                    </a:lnTo>
                    <a:lnTo>
                      <a:pt x="84" y="21"/>
                    </a:lnTo>
                    <a:lnTo>
                      <a:pt x="93" y="26"/>
                    </a:lnTo>
                    <a:lnTo>
                      <a:pt x="91" y="37"/>
                    </a:lnTo>
                    <a:lnTo>
                      <a:pt x="84" y="39"/>
                    </a:lnTo>
                    <a:lnTo>
                      <a:pt x="81" y="61"/>
                    </a:lnTo>
                    <a:lnTo>
                      <a:pt x="84" y="84"/>
                    </a:lnTo>
                    <a:lnTo>
                      <a:pt x="48" y="85"/>
                    </a:lnTo>
                    <a:lnTo>
                      <a:pt x="32" y="9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71" name="Freeform 226">
                <a:extLst>
                  <a:ext uri="{FF2B5EF4-FFF2-40B4-BE49-F238E27FC236}">
                    <a16:creationId xmlns:a16="http://schemas.microsoft.com/office/drawing/2014/main" id="{9680C185-E491-4670-8442-28BC26338E2E}"/>
                  </a:ext>
                </a:extLst>
              </p:cNvPr>
              <p:cNvSpPr>
                <a:spLocks/>
              </p:cNvSpPr>
              <p:nvPr/>
            </p:nvSpPr>
            <p:spPr bwMode="auto">
              <a:xfrm>
                <a:off x="5688727" y="3833106"/>
                <a:ext cx="201278" cy="149431"/>
              </a:xfrm>
              <a:custGeom>
                <a:avLst/>
                <a:gdLst>
                  <a:gd name="T0" fmla="*/ 113 w 114"/>
                  <a:gd name="T1" fmla="*/ 42 h 84"/>
                  <a:gd name="T2" fmla="*/ 109 w 114"/>
                  <a:gd name="T3" fmla="*/ 57 h 84"/>
                  <a:gd name="T4" fmla="*/ 93 w 114"/>
                  <a:gd name="T5" fmla="*/ 62 h 84"/>
                  <a:gd name="T6" fmla="*/ 82 w 114"/>
                  <a:gd name="T7" fmla="*/ 77 h 84"/>
                  <a:gd name="T8" fmla="*/ 75 w 114"/>
                  <a:gd name="T9" fmla="*/ 78 h 84"/>
                  <a:gd name="T10" fmla="*/ 63 w 114"/>
                  <a:gd name="T11" fmla="*/ 75 h 84"/>
                  <a:gd name="T12" fmla="*/ 52 w 114"/>
                  <a:gd name="T13" fmla="*/ 69 h 84"/>
                  <a:gd name="T14" fmla="*/ 45 w 114"/>
                  <a:gd name="T15" fmla="*/ 69 h 84"/>
                  <a:gd name="T16" fmla="*/ 37 w 114"/>
                  <a:gd name="T17" fmla="*/ 83 h 84"/>
                  <a:gd name="T18" fmla="*/ 8 w 114"/>
                  <a:gd name="T19" fmla="*/ 81 h 84"/>
                  <a:gd name="T20" fmla="*/ 0 w 114"/>
                  <a:gd name="T21" fmla="*/ 75 h 84"/>
                  <a:gd name="T22" fmla="*/ 4 w 114"/>
                  <a:gd name="T23" fmla="*/ 56 h 84"/>
                  <a:gd name="T24" fmla="*/ 14 w 114"/>
                  <a:gd name="T25" fmla="*/ 42 h 84"/>
                  <a:gd name="T26" fmla="*/ 19 w 114"/>
                  <a:gd name="T27" fmla="*/ 30 h 84"/>
                  <a:gd name="T28" fmla="*/ 23 w 114"/>
                  <a:gd name="T29" fmla="*/ 23 h 84"/>
                  <a:gd name="T30" fmla="*/ 41 w 114"/>
                  <a:gd name="T31" fmla="*/ 17 h 84"/>
                  <a:gd name="T32" fmla="*/ 49 w 114"/>
                  <a:gd name="T33" fmla="*/ 9 h 84"/>
                  <a:gd name="T34" fmla="*/ 57 w 114"/>
                  <a:gd name="T35" fmla="*/ 0 h 84"/>
                  <a:gd name="T36" fmla="*/ 81 w 114"/>
                  <a:gd name="T37" fmla="*/ 1 h 84"/>
                  <a:gd name="T38" fmla="*/ 85 w 114"/>
                  <a:gd name="T39" fmla="*/ 9 h 84"/>
                  <a:gd name="T40" fmla="*/ 94 w 114"/>
                  <a:gd name="T41" fmla="*/ 14 h 84"/>
                  <a:gd name="T42" fmla="*/ 95 w 114"/>
                  <a:gd name="T43" fmla="*/ 30 h 84"/>
                  <a:gd name="T44" fmla="*/ 105 w 114"/>
                  <a:gd name="T45" fmla="*/ 30 h 84"/>
                  <a:gd name="T46" fmla="*/ 113 w 114"/>
                  <a:gd name="T47"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4" h="84">
                    <a:moveTo>
                      <a:pt x="113" y="42"/>
                    </a:moveTo>
                    <a:lnTo>
                      <a:pt x="109" y="57"/>
                    </a:lnTo>
                    <a:lnTo>
                      <a:pt x="93" y="62"/>
                    </a:lnTo>
                    <a:lnTo>
                      <a:pt x="82" y="77"/>
                    </a:lnTo>
                    <a:lnTo>
                      <a:pt x="75" y="78"/>
                    </a:lnTo>
                    <a:lnTo>
                      <a:pt x="63" y="75"/>
                    </a:lnTo>
                    <a:lnTo>
                      <a:pt x="52" y="69"/>
                    </a:lnTo>
                    <a:lnTo>
                      <a:pt x="45" y="69"/>
                    </a:lnTo>
                    <a:lnTo>
                      <a:pt x="37" y="83"/>
                    </a:lnTo>
                    <a:lnTo>
                      <a:pt x="8" y="81"/>
                    </a:lnTo>
                    <a:lnTo>
                      <a:pt x="0" y="75"/>
                    </a:lnTo>
                    <a:lnTo>
                      <a:pt x="4" y="56"/>
                    </a:lnTo>
                    <a:lnTo>
                      <a:pt x="14" y="42"/>
                    </a:lnTo>
                    <a:lnTo>
                      <a:pt x="19" y="30"/>
                    </a:lnTo>
                    <a:lnTo>
                      <a:pt x="23" y="23"/>
                    </a:lnTo>
                    <a:lnTo>
                      <a:pt x="41" y="17"/>
                    </a:lnTo>
                    <a:lnTo>
                      <a:pt x="49" y="9"/>
                    </a:lnTo>
                    <a:lnTo>
                      <a:pt x="57" y="0"/>
                    </a:lnTo>
                    <a:lnTo>
                      <a:pt x="81" y="1"/>
                    </a:lnTo>
                    <a:lnTo>
                      <a:pt x="85" y="9"/>
                    </a:lnTo>
                    <a:lnTo>
                      <a:pt x="94" y="14"/>
                    </a:lnTo>
                    <a:lnTo>
                      <a:pt x="95" y="30"/>
                    </a:lnTo>
                    <a:lnTo>
                      <a:pt x="105" y="30"/>
                    </a:lnTo>
                    <a:lnTo>
                      <a:pt x="113" y="42"/>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72" name="Freeform 227">
                <a:extLst>
                  <a:ext uri="{FF2B5EF4-FFF2-40B4-BE49-F238E27FC236}">
                    <a16:creationId xmlns:a16="http://schemas.microsoft.com/office/drawing/2014/main" id="{CFE22A29-48C5-4881-8E51-22E31C2C23E8}"/>
                  </a:ext>
                </a:extLst>
              </p:cNvPr>
              <p:cNvSpPr>
                <a:spLocks/>
              </p:cNvSpPr>
              <p:nvPr/>
            </p:nvSpPr>
            <p:spPr bwMode="auto">
              <a:xfrm>
                <a:off x="5444992" y="3897597"/>
                <a:ext cx="198133" cy="163587"/>
              </a:xfrm>
              <a:custGeom>
                <a:avLst/>
                <a:gdLst>
                  <a:gd name="T0" fmla="*/ 0 w 113"/>
                  <a:gd name="T1" fmla="*/ 15 h 93"/>
                  <a:gd name="T2" fmla="*/ 8 w 113"/>
                  <a:gd name="T3" fmla="*/ 6 h 93"/>
                  <a:gd name="T4" fmla="*/ 25 w 113"/>
                  <a:gd name="T5" fmla="*/ 0 h 93"/>
                  <a:gd name="T6" fmla="*/ 45 w 113"/>
                  <a:gd name="T7" fmla="*/ 3 h 93"/>
                  <a:gd name="T8" fmla="*/ 61 w 113"/>
                  <a:gd name="T9" fmla="*/ 3 h 93"/>
                  <a:gd name="T10" fmla="*/ 76 w 113"/>
                  <a:gd name="T11" fmla="*/ 8 h 93"/>
                  <a:gd name="T12" fmla="*/ 92 w 113"/>
                  <a:gd name="T13" fmla="*/ 11 h 93"/>
                  <a:gd name="T14" fmla="*/ 103 w 113"/>
                  <a:gd name="T15" fmla="*/ 23 h 93"/>
                  <a:gd name="T16" fmla="*/ 107 w 113"/>
                  <a:gd name="T17" fmla="*/ 42 h 93"/>
                  <a:gd name="T18" fmla="*/ 102 w 113"/>
                  <a:gd name="T19" fmla="*/ 54 h 93"/>
                  <a:gd name="T20" fmla="*/ 112 w 113"/>
                  <a:gd name="T21" fmla="*/ 62 h 93"/>
                  <a:gd name="T22" fmla="*/ 96 w 113"/>
                  <a:gd name="T23" fmla="*/ 74 h 93"/>
                  <a:gd name="T24" fmla="*/ 92 w 113"/>
                  <a:gd name="T25" fmla="*/ 92 h 93"/>
                  <a:gd name="T26" fmla="*/ 81 w 113"/>
                  <a:gd name="T27" fmla="*/ 89 h 93"/>
                  <a:gd name="T28" fmla="*/ 72 w 113"/>
                  <a:gd name="T29" fmla="*/ 72 h 93"/>
                  <a:gd name="T30" fmla="*/ 68 w 113"/>
                  <a:gd name="T31" fmla="*/ 55 h 93"/>
                  <a:gd name="T32" fmla="*/ 52 w 113"/>
                  <a:gd name="T33" fmla="*/ 46 h 93"/>
                  <a:gd name="T34" fmla="*/ 40 w 113"/>
                  <a:gd name="T35" fmla="*/ 52 h 93"/>
                  <a:gd name="T36" fmla="*/ 25 w 113"/>
                  <a:gd name="T37" fmla="*/ 56 h 93"/>
                  <a:gd name="T38" fmla="*/ 7 w 113"/>
                  <a:gd name="T39" fmla="*/ 37 h 93"/>
                  <a:gd name="T40" fmla="*/ 0 w 113"/>
                  <a:gd name="T41" fmla="*/ 15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3" h="93">
                    <a:moveTo>
                      <a:pt x="0" y="15"/>
                    </a:moveTo>
                    <a:lnTo>
                      <a:pt x="8" y="6"/>
                    </a:lnTo>
                    <a:lnTo>
                      <a:pt x="25" y="0"/>
                    </a:lnTo>
                    <a:lnTo>
                      <a:pt x="45" y="3"/>
                    </a:lnTo>
                    <a:lnTo>
                      <a:pt x="61" y="3"/>
                    </a:lnTo>
                    <a:lnTo>
                      <a:pt x="76" y="8"/>
                    </a:lnTo>
                    <a:lnTo>
                      <a:pt x="92" y="11"/>
                    </a:lnTo>
                    <a:lnTo>
                      <a:pt x="103" y="23"/>
                    </a:lnTo>
                    <a:lnTo>
                      <a:pt x="107" y="42"/>
                    </a:lnTo>
                    <a:lnTo>
                      <a:pt x="102" y="54"/>
                    </a:lnTo>
                    <a:lnTo>
                      <a:pt x="112" y="62"/>
                    </a:lnTo>
                    <a:lnTo>
                      <a:pt x="96" y="74"/>
                    </a:lnTo>
                    <a:lnTo>
                      <a:pt x="92" y="92"/>
                    </a:lnTo>
                    <a:lnTo>
                      <a:pt x="81" y="89"/>
                    </a:lnTo>
                    <a:lnTo>
                      <a:pt x="72" y="72"/>
                    </a:lnTo>
                    <a:lnTo>
                      <a:pt x="68" y="55"/>
                    </a:lnTo>
                    <a:lnTo>
                      <a:pt x="52" y="46"/>
                    </a:lnTo>
                    <a:lnTo>
                      <a:pt x="40" y="52"/>
                    </a:lnTo>
                    <a:lnTo>
                      <a:pt x="25" y="56"/>
                    </a:lnTo>
                    <a:lnTo>
                      <a:pt x="7" y="37"/>
                    </a:lnTo>
                    <a:lnTo>
                      <a:pt x="0" y="15"/>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73" name="Freeform 228">
                <a:extLst>
                  <a:ext uri="{FF2B5EF4-FFF2-40B4-BE49-F238E27FC236}">
                    <a16:creationId xmlns:a16="http://schemas.microsoft.com/office/drawing/2014/main" id="{C06CDD92-05B6-4CA2-B5FF-652E46436373}"/>
                  </a:ext>
                </a:extLst>
              </p:cNvPr>
              <p:cNvSpPr>
                <a:spLocks/>
              </p:cNvSpPr>
              <p:nvPr/>
            </p:nvSpPr>
            <p:spPr bwMode="auto">
              <a:xfrm>
                <a:off x="5751626" y="3954223"/>
                <a:ext cx="92777" cy="168306"/>
              </a:xfrm>
              <a:custGeom>
                <a:avLst/>
                <a:gdLst>
                  <a:gd name="T0" fmla="*/ 2 w 53"/>
                  <a:gd name="T1" fmla="*/ 91 h 95"/>
                  <a:gd name="T2" fmla="*/ 0 w 53"/>
                  <a:gd name="T3" fmla="*/ 68 h 95"/>
                  <a:gd name="T4" fmla="*/ 2 w 53"/>
                  <a:gd name="T5" fmla="*/ 45 h 95"/>
                  <a:gd name="T6" fmla="*/ 10 w 53"/>
                  <a:gd name="T7" fmla="*/ 44 h 95"/>
                  <a:gd name="T8" fmla="*/ 12 w 53"/>
                  <a:gd name="T9" fmla="*/ 32 h 95"/>
                  <a:gd name="T10" fmla="*/ 2 w 53"/>
                  <a:gd name="T11" fmla="*/ 27 h 95"/>
                  <a:gd name="T12" fmla="*/ 2 w 53"/>
                  <a:gd name="T13" fmla="*/ 14 h 95"/>
                  <a:gd name="T14" fmla="*/ 9 w 53"/>
                  <a:gd name="T15" fmla="*/ 0 h 95"/>
                  <a:gd name="T16" fmla="*/ 17 w 53"/>
                  <a:gd name="T17" fmla="*/ 0 h 95"/>
                  <a:gd name="T18" fmla="*/ 27 w 53"/>
                  <a:gd name="T19" fmla="*/ 6 h 95"/>
                  <a:gd name="T20" fmla="*/ 39 w 53"/>
                  <a:gd name="T21" fmla="*/ 9 h 95"/>
                  <a:gd name="T22" fmla="*/ 40 w 53"/>
                  <a:gd name="T23" fmla="*/ 23 h 95"/>
                  <a:gd name="T24" fmla="*/ 46 w 53"/>
                  <a:gd name="T25" fmla="*/ 26 h 95"/>
                  <a:gd name="T26" fmla="*/ 45 w 53"/>
                  <a:gd name="T27" fmla="*/ 39 h 95"/>
                  <a:gd name="T28" fmla="*/ 48 w 53"/>
                  <a:gd name="T29" fmla="*/ 60 h 95"/>
                  <a:gd name="T30" fmla="*/ 52 w 53"/>
                  <a:gd name="T31" fmla="*/ 79 h 95"/>
                  <a:gd name="T32" fmla="*/ 46 w 53"/>
                  <a:gd name="T33" fmla="*/ 86 h 95"/>
                  <a:gd name="T34" fmla="*/ 35 w 53"/>
                  <a:gd name="T35" fmla="*/ 86 h 95"/>
                  <a:gd name="T36" fmla="*/ 29 w 53"/>
                  <a:gd name="T37" fmla="*/ 93 h 95"/>
                  <a:gd name="T38" fmla="*/ 18 w 53"/>
                  <a:gd name="T39" fmla="*/ 94 h 95"/>
                  <a:gd name="T40" fmla="*/ 2 w 53"/>
                  <a:gd name="T41" fmla="*/ 9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3" h="95">
                    <a:moveTo>
                      <a:pt x="2" y="91"/>
                    </a:moveTo>
                    <a:lnTo>
                      <a:pt x="0" y="68"/>
                    </a:lnTo>
                    <a:lnTo>
                      <a:pt x="2" y="45"/>
                    </a:lnTo>
                    <a:lnTo>
                      <a:pt x="10" y="44"/>
                    </a:lnTo>
                    <a:lnTo>
                      <a:pt x="12" y="32"/>
                    </a:lnTo>
                    <a:lnTo>
                      <a:pt x="2" y="27"/>
                    </a:lnTo>
                    <a:lnTo>
                      <a:pt x="2" y="14"/>
                    </a:lnTo>
                    <a:lnTo>
                      <a:pt x="9" y="0"/>
                    </a:lnTo>
                    <a:lnTo>
                      <a:pt x="17" y="0"/>
                    </a:lnTo>
                    <a:lnTo>
                      <a:pt x="27" y="6"/>
                    </a:lnTo>
                    <a:lnTo>
                      <a:pt x="39" y="9"/>
                    </a:lnTo>
                    <a:lnTo>
                      <a:pt x="40" y="23"/>
                    </a:lnTo>
                    <a:lnTo>
                      <a:pt x="46" y="26"/>
                    </a:lnTo>
                    <a:lnTo>
                      <a:pt x="45" y="39"/>
                    </a:lnTo>
                    <a:lnTo>
                      <a:pt x="48" y="60"/>
                    </a:lnTo>
                    <a:lnTo>
                      <a:pt x="52" y="79"/>
                    </a:lnTo>
                    <a:lnTo>
                      <a:pt x="46" y="86"/>
                    </a:lnTo>
                    <a:lnTo>
                      <a:pt x="35" y="86"/>
                    </a:lnTo>
                    <a:lnTo>
                      <a:pt x="29" y="93"/>
                    </a:lnTo>
                    <a:lnTo>
                      <a:pt x="18" y="94"/>
                    </a:lnTo>
                    <a:lnTo>
                      <a:pt x="2" y="91"/>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74" name="Freeform 229">
                <a:extLst>
                  <a:ext uri="{FF2B5EF4-FFF2-40B4-BE49-F238E27FC236}">
                    <a16:creationId xmlns:a16="http://schemas.microsoft.com/office/drawing/2014/main" id="{C25094A3-5D0F-4B43-B500-D82E2870594D}"/>
                  </a:ext>
                </a:extLst>
              </p:cNvPr>
              <p:cNvSpPr>
                <a:spLocks/>
              </p:cNvSpPr>
              <p:nvPr/>
            </p:nvSpPr>
            <p:spPr bwMode="auto">
              <a:xfrm>
                <a:off x="6575608" y="4298700"/>
                <a:ext cx="278330" cy="308299"/>
              </a:xfrm>
              <a:custGeom>
                <a:avLst/>
                <a:gdLst>
                  <a:gd name="T0" fmla="*/ 156 w 157"/>
                  <a:gd name="T1" fmla="*/ 154 h 175"/>
                  <a:gd name="T2" fmla="*/ 139 w 157"/>
                  <a:gd name="T3" fmla="*/ 158 h 175"/>
                  <a:gd name="T4" fmla="*/ 136 w 157"/>
                  <a:gd name="T5" fmla="*/ 165 h 175"/>
                  <a:gd name="T6" fmla="*/ 119 w 157"/>
                  <a:gd name="T7" fmla="*/ 165 h 175"/>
                  <a:gd name="T8" fmla="*/ 116 w 157"/>
                  <a:gd name="T9" fmla="*/ 174 h 175"/>
                  <a:gd name="T10" fmla="*/ 86 w 157"/>
                  <a:gd name="T11" fmla="*/ 171 h 175"/>
                  <a:gd name="T12" fmla="*/ 84 w 157"/>
                  <a:gd name="T13" fmla="*/ 163 h 175"/>
                  <a:gd name="T14" fmla="*/ 71 w 157"/>
                  <a:gd name="T15" fmla="*/ 154 h 175"/>
                  <a:gd name="T16" fmla="*/ 60 w 157"/>
                  <a:gd name="T17" fmla="*/ 146 h 175"/>
                  <a:gd name="T18" fmla="*/ 53 w 157"/>
                  <a:gd name="T19" fmla="*/ 143 h 175"/>
                  <a:gd name="T20" fmla="*/ 44 w 157"/>
                  <a:gd name="T21" fmla="*/ 129 h 175"/>
                  <a:gd name="T22" fmla="*/ 31 w 157"/>
                  <a:gd name="T23" fmla="*/ 122 h 175"/>
                  <a:gd name="T24" fmla="*/ 21 w 157"/>
                  <a:gd name="T25" fmla="*/ 112 h 175"/>
                  <a:gd name="T26" fmla="*/ 19 w 157"/>
                  <a:gd name="T27" fmla="*/ 104 h 175"/>
                  <a:gd name="T28" fmla="*/ 8 w 157"/>
                  <a:gd name="T29" fmla="*/ 105 h 175"/>
                  <a:gd name="T30" fmla="*/ 9 w 157"/>
                  <a:gd name="T31" fmla="*/ 97 h 175"/>
                  <a:gd name="T32" fmla="*/ 8 w 157"/>
                  <a:gd name="T33" fmla="*/ 87 h 175"/>
                  <a:gd name="T34" fmla="*/ 4 w 157"/>
                  <a:gd name="T35" fmla="*/ 78 h 175"/>
                  <a:gd name="T36" fmla="*/ 3 w 157"/>
                  <a:gd name="T37" fmla="*/ 70 h 175"/>
                  <a:gd name="T38" fmla="*/ 4 w 157"/>
                  <a:gd name="T39" fmla="*/ 57 h 175"/>
                  <a:gd name="T40" fmla="*/ 0 w 157"/>
                  <a:gd name="T41" fmla="*/ 46 h 175"/>
                  <a:gd name="T42" fmla="*/ 8 w 157"/>
                  <a:gd name="T43" fmla="*/ 45 h 175"/>
                  <a:gd name="T44" fmla="*/ 19 w 157"/>
                  <a:gd name="T45" fmla="*/ 43 h 175"/>
                  <a:gd name="T46" fmla="*/ 18 w 157"/>
                  <a:gd name="T47" fmla="*/ 26 h 175"/>
                  <a:gd name="T48" fmla="*/ 14 w 157"/>
                  <a:gd name="T49" fmla="*/ 19 h 175"/>
                  <a:gd name="T50" fmla="*/ 11 w 157"/>
                  <a:gd name="T51" fmla="*/ 4 h 175"/>
                  <a:gd name="T52" fmla="*/ 18 w 157"/>
                  <a:gd name="T53" fmla="*/ 0 h 175"/>
                  <a:gd name="T54" fmla="*/ 33 w 157"/>
                  <a:gd name="T55" fmla="*/ 1 h 175"/>
                  <a:gd name="T56" fmla="*/ 63 w 157"/>
                  <a:gd name="T57" fmla="*/ 0 h 175"/>
                  <a:gd name="T58" fmla="*/ 74 w 157"/>
                  <a:gd name="T59" fmla="*/ 0 h 175"/>
                  <a:gd name="T60" fmla="*/ 103 w 157"/>
                  <a:gd name="T61" fmla="*/ 24 h 175"/>
                  <a:gd name="T62" fmla="*/ 118 w 157"/>
                  <a:gd name="T63" fmla="*/ 28 h 175"/>
                  <a:gd name="T64" fmla="*/ 119 w 157"/>
                  <a:gd name="T65" fmla="*/ 41 h 175"/>
                  <a:gd name="T66" fmla="*/ 141 w 157"/>
                  <a:gd name="T67" fmla="*/ 52 h 175"/>
                  <a:gd name="T68" fmla="*/ 142 w 157"/>
                  <a:gd name="T69" fmla="*/ 60 h 175"/>
                  <a:gd name="T70" fmla="*/ 142 w 157"/>
                  <a:gd name="T71" fmla="*/ 71 h 175"/>
                  <a:gd name="T72" fmla="*/ 137 w 157"/>
                  <a:gd name="T73" fmla="*/ 77 h 175"/>
                  <a:gd name="T74" fmla="*/ 135 w 157"/>
                  <a:gd name="T75" fmla="*/ 88 h 175"/>
                  <a:gd name="T76" fmla="*/ 143 w 157"/>
                  <a:gd name="T77" fmla="*/ 90 h 175"/>
                  <a:gd name="T78" fmla="*/ 142 w 157"/>
                  <a:gd name="T79" fmla="*/ 106 h 175"/>
                  <a:gd name="T80" fmla="*/ 145 w 157"/>
                  <a:gd name="T81" fmla="*/ 122 h 175"/>
                  <a:gd name="T82" fmla="*/ 146 w 157"/>
                  <a:gd name="T83" fmla="*/ 140 h 175"/>
                  <a:gd name="T84" fmla="*/ 152 w 157"/>
                  <a:gd name="T85" fmla="*/ 146 h 175"/>
                  <a:gd name="T86" fmla="*/ 156 w 157"/>
                  <a:gd name="T87" fmla="*/ 154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57" h="175">
                    <a:moveTo>
                      <a:pt x="156" y="154"/>
                    </a:moveTo>
                    <a:lnTo>
                      <a:pt x="139" y="158"/>
                    </a:lnTo>
                    <a:lnTo>
                      <a:pt x="136" y="165"/>
                    </a:lnTo>
                    <a:lnTo>
                      <a:pt x="119" y="165"/>
                    </a:lnTo>
                    <a:lnTo>
                      <a:pt x="116" y="174"/>
                    </a:lnTo>
                    <a:lnTo>
                      <a:pt x="86" y="171"/>
                    </a:lnTo>
                    <a:lnTo>
                      <a:pt x="84" y="163"/>
                    </a:lnTo>
                    <a:lnTo>
                      <a:pt x="71" y="154"/>
                    </a:lnTo>
                    <a:lnTo>
                      <a:pt x="60" y="146"/>
                    </a:lnTo>
                    <a:lnTo>
                      <a:pt x="53" y="143"/>
                    </a:lnTo>
                    <a:lnTo>
                      <a:pt x="44" y="129"/>
                    </a:lnTo>
                    <a:lnTo>
                      <a:pt x="31" y="122"/>
                    </a:lnTo>
                    <a:lnTo>
                      <a:pt x="21" y="112"/>
                    </a:lnTo>
                    <a:lnTo>
                      <a:pt x="19" y="104"/>
                    </a:lnTo>
                    <a:lnTo>
                      <a:pt x="8" y="105"/>
                    </a:lnTo>
                    <a:lnTo>
                      <a:pt x="9" y="97"/>
                    </a:lnTo>
                    <a:lnTo>
                      <a:pt x="8" y="87"/>
                    </a:lnTo>
                    <a:lnTo>
                      <a:pt x="4" y="78"/>
                    </a:lnTo>
                    <a:lnTo>
                      <a:pt x="3" y="70"/>
                    </a:lnTo>
                    <a:lnTo>
                      <a:pt x="4" y="57"/>
                    </a:lnTo>
                    <a:lnTo>
                      <a:pt x="0" y="46"/>
                    </a:lnTo>
                    <a:lnTo>
                      <a:pt x="8" y="45"/>
                    </a:lnTo>
                    <a:lnTo>
                      <a:pt x="19" y="43"/>
                    </a:lnTo>
                    <a:lnTo>
                      <a:pt x="18" y="26"/>
                    </a:lnTo>
                    <a:lnTo>
                      <a:pt x="14" y="19"/>
                    </a:lnTo>
                    <a:lnTo>
                      <a:pt x="11" y="4"/>
                    </a:lnTo>
                    <a:lnTo>
                      <a:pt x="18" y="0"/>
                    </a:lnTo>
                    <a:lnTo>
                      <a:pt x="33" y="1"/>
                    </a:lnTo>
                    <a:lnTo>
                      <a:pt x="63" y="0"/>
                    </a:lnTo>
                    <a:lnTo>
                      <a:pt x="74" y="0"/>
                    </a:lnTo>
                    <a:lnTo>
                      <a:pt x="103" y="24"/>
                    </a:lnTo>
                    <a:lnTo>
                      <a:pt x="118" y="28"/>
                    </a:lnTo>
                    <a:lnTo>
                      <a:pt x="119" y="41"/>
                    </a:lnTo>
                    <a:lnTo>
                      <a:pt x="141" y="52"/>
                    </a:lnTo>
                    <a:lnTo>
                      <a:pt x="142" y="60"/>
                    </a:lnTo>
                    <a:lnTo>
                      <a:pt x="142" y="71"/>
                    </a:lnTo>
                    <a:lnTo>
                      <a:pt x="137" y="77"/>
                    </a:lnTo>
                    <a:lnTo>
                      <a:pt x="135" y="88"/>
                    </a:lnTo>
                    <a:lnTo>
                      <a:pt x="143" y="90"/>
                    </a:lnTo>
                    <a:lnTo>
                      <a:pt x="142" y="106"/>
                    </a:lnTo>
                    <a:lnTo>
                      <a:pt x="145" y="122"/>
                    </a:lnTo>
                    <a:lnTo>
                      <a:pt x="146" y="140"/>
                    </a:lnTo>
                    <a:lnTo>
                      <a:pt x="152" y="146"/>
                    </a:lnTo>
                    <a:lnTo>
                      <a:pt x="156" y="154"/>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75" name="Freeform 230">
                <a:extLst>
                  <a:ext uri="{FF2B5EF4-FFF2-40B4-BE49-F238E27FC236}">
                    <a16:creationId xmlns:a16="http://schemas.microsoft.com/office/drawing/2014/main" id="{05CDF8B1-9A28-4579-9974-9D2942A567EB}"/>
                  </a:ext>
                </a:extLst>
              </p:cNvPr>
              <p:cNvSpPr>
                <a:spLocks/>
              </p:cNvSpPr>
              <p:nvPr/>
            </p:nvSpPr>
            <p:spPr bwMode="auto">
              <a:xfrm>
                <a:off x="6575608" y="4150842"/>
                <a:ext cx="125799" cy="157295"/>
              </a:xfrm>
              <a:custGeom>
                <a:avLst/>
                <a:gdLst>
                  <a:gd name="T0" fmla="*/ 61 w 71"/>
                  <a:gd name="T1" fmla="*/ 0 h 89"/>
                  <a:gd name="T2" fmla="*/ 70 w 71"/>
                  <a:gd name="T3" fmla="*/ 14 h 89"/>
                  <a:gd name="T4" fmla="*/ 70 w 71"/>
                  <a:gd name="T5" fmla="*/ 41 h 89"/>
                  <a:gd name="T6" fmla="*/ 61 w 71"/>
                  <a:gd name="T7" fmla="*/ 58 h 89"/>
                  <a:gd name="T8" fmla="*/ 59 w 71"/>
                  <a:gd name="T9" fmla="*/ 74 h 89"/>
                  <a:gd name="T10" fmla="*/ 63 w 71"/>
                  <a:gd name="T11" fmla="*/ 84 h 89"/>
                  <a:gd name="T12" fmla="*/ 33 w 71"/>
                  <a:gd name="T13" fmla="*/ 85 h 89"/>
                  <a:gd name="T14" fmla="*/ 18 w 71"/>
                  <a:gd name="T15" fmla="*/ 84 h 89"/>
                  <a:gd name="T16" fmla="*/ 11 w 71"/>
                  <a:gd name="T17" fmla="*/ 88 h 89"/>
                  <a:gd name="T18" fmla="*/ 0 w 71"/>
                  <a:gd name="T19" fmla="*/ 84 h 89"/>
                  <a:gd name="T20" fmla="*/ 4 w 71"/>
                  <a:gd name="T21" fmla="*/ 49 h 89"/>
                  <a:gd name="T22" fmla="*/ 19 w 71"/>
                  <a:gd name="T23" fmla="*/ 43 h 89"/>
                  <a:gd name="T24" fmla="*/ 27 w 71"/>
                  <a:gd name="T25" fmla="*/ 39 h 89"/>
                  <a:gd name="T26" fmla="*/ 28 w 71"/>
                  <a:gd name="T27" fmla="*/ 30 h 89"/>
                  <a:gd name="T28" fmla="*/ 19 w 71"/>
                  <a:gd name="T29" fmla="*/ 30 h 89"/>
                  <a:gd name="T30" fmla="*/ 19 w 71"/>
                  <a:gd name="T31" fmla="*/ 23 h 89"/>
                  <a:gd name="T32" fmla="*/ 15 w 71"/>
                  <a:gd name="T33" fmla="*/ 4 h 89"/>
                  <a:gd name="T34" fmla="*/ 31 w 71"/>
                  <a:gd name="T35" fmla="*/ 4 h 89"/>
                  <a:gd name="T36" fmla="*/ 44 w 71"/>
                  <a:gd name="T37" fmla="*/ 5 h 89"/>
                  <a:gd name="T38" fmla="*/ 61 w 71"/>
                  <a:gd name="T3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1" h="89">
                    <a:moveTo>
                      <a:pt x="61" y="0"/>
                    </a:moveTo>
                    <a:lnTo>
                      <a:pt x="70" y="14"/>
                    </a:lnTo>
                    <a:lnTo>
                      <a:pt x="70" y="41"/>
                    </a:lnTo>
                    <a:lnTo>
                      <a:pt x="61" y="58"/>
                    </a:lnTo>
                    <a:lnTo>
                      <a:pt x="59" y="74"/>
                    </a:lnTo>
                    <a:lnTo>
                      <a:pt x="63" y="84"/>
                    </a:lnTo>
                    <a:lnTo>
                      <a:pt x="33" y="85"/>
                    </a:lnTo>
                    <a:lnTo>
                      <a:pt x="18" y="84"/>
                    </a:lnTo>
                    <a:lnTo>
                      <a:pt x="11" y="88"/>
                    </a:lnTo>
                    <a:lnTo>
                      <a:pt x="0" y="84"/>
                    </a:lnTo>
                    <a:lnTo>
                      <a:pt x="4" y="49"/>
                    </a:lnTo>
                    <a:lnTo>
                      <a:pt x="19" y="43"/>
                    </a:lnTo>
                    <a:lnTo>
                      <a:pt x="27" y="39"/>
                    </a:lnTo>
                    <a:lnTo>
                      <a:pt x="28" y="30"/>
                    </a:lnTo>
                    <a:lnTo>
                      <a:pt x="19" y="30"/>
                    </a:lnTo>
                    <a:lnTo>
                      <a:pt x="19" y="23"/>
                    </a:lnTo>
                    <a:lnTo>
                      <a:pt x="15" y="4"/>
                    </a:lnTo>
                    <a:lnTo>
                      <a:pt x="31" y="4"/>
                    </a:lnTo>
                    <a:lnTo>
                      <a:pt x="44" y="5"/>
                    </a:lnTo>
                    <a:lnTo>
                      <a:pt x="61"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76" name="Freeform 232">
                <a:extLst>
                  <a:ext uri="{FF2B5EF4-FFF2-40B4-BE49-F238E27FC236}">
                    <a16:creationId xmlns:a16="http://schemas.microsoft.com/office/drawing/2014/main" id="{031B258E-4259-4581-9310-20B7B63DF58C}"/>
                  </a:ext>
                </a:extLst>
              </p:cNvPr>
              <p:cNvSpPr>
                <a:spLocks/>
              </p:cNvSpPr>
              <p:nvPr/>
            </p:nvSpPr>
            <p:spPr bwMode="auto">
              <a:xfrm>
                <a:off x="6158899" y="3600309"/>
                <a:ext cx="275185" cy="457729"/>
              </a:xfrm>
              <a:custGeom>
                <a:avLst/>
                <a:gdLst>
                  <a:gd name="T0" fmla="*/ 24 w 155"/>
                  <a:gd name="T1" fmla="*/ 0 h 260"/>
                  <a:gd name="T2" fmla="*/ 26 w 155"/>
                  <a:gd name="T3" fmla="*/ 8 h 260"/>
                  <a:gd name="T4" fmla="*/ 29 w 155"/>
                  <a:gd name="T5" fmla="*/ 14 h 260"/>
                  <a:gd name="T6" fmla="*/ 36 w 155"/>
                  <a:gd name="T7" fmla="*/ 30 h 260"/>
                  <a:gd name="T8" fmla="*/ 30 w 155"/>
                  <a:gd name="T9" fmla="*/ 108 h 260"/>
                  <a:gd name="T10" fmla="*/ 20 w 155"/>
                  <a:gd name="T11" fmla="*/ 112 h 260"/>
                  <a:gd name="T12" fmla="*/ 15 w 155"/>
                  <a:gd name="T13" fmla="*/ 121 h 260"/>
                  <a:gd name="T14" fmla="*/ 5 w 155"/>
                  <a:gd name="T15" fmla="*/ 127 h 260"/>
                  <a:gd name="T16" fmla="*/ 0 w 155"/>
                  <a:gd name="T17" fmla="*/ 135 h 260"/>
                  <a:gd name="T18" fmla="*/ 0 w 155"/>
                  <a:gd name="T19" fmla="*/ 149 h 260"/>
                  <a:gd name="T20" fmla="*/ 6 w 155"/>
                  <a:gd name="T21" fmla="*/ 148 h 260"/>
                  <a:gd name="T22" fmla="*/ 8 w 155"/>
                  <a:gd name="T23" fmla="*/ 158 h 260"/>
                  <a:gd name="T24" fmla="*/ 13 w 155"/>
                  <a:gd name="T25" fmla="*/ 166 h 260"/>
                  <a:gd name="T26" fmla="*/ 19 w 155"/>
                  <a:gd name="T27" fmla="*/ 180 h 260"/>
                  <a:gd name="T28" fmla="*/ 19 w 155"/>
                  <a:gd name="T29" fmla="*/ 188 h 260"/>
                  <a:gd name="T30" fmla="*/ 14 w 155"/>
                  <a:gd name="T31" fmla="*/ 191 h 260"/>
                  <a:gd name="T32" fmla="*/ 17 w 155"/>
                  <a:gd name="T33" fmla="*/ 194 h 260"/>
                  <a:gd name="T34" fmla="*/ 19 w 155"/>
                  <a:gd name="T35" fmla="*/ 202 h 260"/>
                  <a:gd name="T36" fmla="*/ 25 w 155"/>
                  <a:gd name="T37" fmla="*/ 210 h 260"/>
                  <a:gd name="T38" fmla="*/ 24 w 155"/>
                  <a:gd name="T39" fmla="*/ 218 h 260"/>
                  <a:gd name="T40" fmla="*/ 17 w 155"/>
                  <a:gd name="T41" fmla="*/ 221 h 260"/>
                  <a:gd name="T42" fmla="*/ 18 w 155"/>
                  <a:gd name="T43" fmla="*/ 229 h 260"/>
                  <a:gd name="T44" fmla="*/ 29 w 155"/>
                  <a:gd name="T45" fmla="*/ 243 h 260"/>
                  <a:gd name="T46" fmla="*/ 36 w 155"/>
                  <a:gd name="T47" fmla="*/ 259 h 260"/>
                  <a:gd name="T48" fmla="*/ 45 w 155"/>
                  <a:gd name="T49" fmla="*/ 254 h 260"/>
                  <a:gd name="T50" fmla="*/ 58 w 155"/>
                  <a:gd name="T51" fmla="*/ 256 h 260"/>
                  <a:gd name="T52" fmla="*/ 63 w 155"/>
                  <a:gd name="T53" fmla="*/ 246 h 260"/>
                  <a:gd name="T54" fmla="*/ 79 w 155"/>
                  <a:gd name="T55" fmla="*/ 245 h 260"/>
                  <a:gd name="T56" fmla="*/ 85 w 155"/>
                  <a:gd name="T57" fmla="*/ 235 h 260"/>
                  <a:gd name="T58" fmla="*/ 99 w 155"/>
                  <a:gd name="T59" fmla="*/ 232 h 260"/>
                  <a:gd name="T60" fmla="*/ 104 w 155"/>
                  <a:gd name="T61" fmla="*/ 221 h 260"/>
                  <a:gd name="T62" fmla="*/ 113 w 155"/>
                  <a:gd name="T63" fmla="*/ 218 h 260"/>
                  <a:gd name="T64" fmla="*/ 119 w 155"/>
                  <a:gd name="T65" fmla="*/ 206 h 260"/>
                  <a:gd name="T66" fmla="*/ 129 w 155"/>
                  <a:gd name="T67" fmla="*/ 196 h 260"/>
                  <a:gd name="T68" fmla="*/ 136 w 155"/>
                  <a:gd name="T69" fmla="*/ 194 h 260"/>
                  <a:gd name="T70" fmla="*/ 139 w 155"/>
                  <a:gd name="T71" fmla="*/ 189 h 260"/>
                  <a:gd name="T72" fmla="*/ 139 w 155"/>
                  <a:gd name="T73" fmla="*/ 182 h 260"/>
                  <a:gd name="T74" fmla="*/ 133 w 155"/>
                  <a:gd name="T75" fmla="*/ 179 h 260"/>
                  <a:gd name="T76" fmla="*/ 129 w 155"/>
                  <a:gd name="T77" fmla="*/ 168 h 260"/>
                  <a:gd name="T78" fmla="*/ 118 w 155"/>
                  <a:gd name="T79" fmla="*/ 163 h 260"/>
                  <a:gd name="T80" fmla="*/ 120 w 155"/>
                  <a:gd name="T81" fmla="*/ 154 h 260"/>
                  <a:gd name="T82" fmla="*/ 131 w 155"/>
                  <a:gd name="T83" fmla="*/ 153 h 260"/>
                  <a:gd name="T84" fmla="*/ 135 w 155"/>
                  <a:gd name="T85" fmla="*/ 139 h 260"/>
                  <a:gd name="T86" fmla="*/ 144 w 155"/>
                  <a:gd name="T87" fmla="*/ 123 h 260"/>
                  <a:gd name="T88" fmla="*/ 152 w 155"/>
                  <a:gd name="T89" fmla="*/ 119 h 260"/>
                  <a:gd name="T90" fmla="*/ 154 w 155"/>
                  <a:gd name="T91" fmla="*/ 77 h 260"/>
                  <a:gd name="T92" fmla="*/ 145 w 155"/>
                  <a:gd name="T93" fmla="*/ 75 h 260"/>
                  <a:gd name="T94" fmla="*/ 120 w 155"/>
                  <a:gd name="T95" fmla="*/ 57 h 260"/>
                  <a:gd name="T96" fmla="*/ 111 w 155"/>
                  <a:gd name="T97" fmla="*/ 52 h 260"/>
                  <a:gd name="T98" fmla="*/ 89 w 155"/>
                  <a:gd name="T99" fmla="*/ 41 h 260"/>
                  <a:gd name="T100" fmla="*/ 81 w 155"/>
                  <a:gd name="T101" fmla="*/ 28 h 260"/>
                  <a:gd name="T102" fmla="*/ 57 w 155"/>
                  <a:gd name="T103" fmla="*/ 24 h 260"/>
                  <a:gd name="T104" fmla="*/ 52 w 155"/>
                  <a:gd name="T105" fmla="*/ 12 h 260"/>
                  <a:gd name="T106" fmla="*/ 38 w 155"/>
                  <a:gd name="T107" fmla="*/ 7 h 260"/>
                  <a:gd name="T108" fmla="*/ 38 w 155"/>
                  <a:gd name="T109" fmla="*/ 2 h 260"/>
                  <a:gd name="T110" fmla="*/ 24 w 155"/>
                  <a:gd name="T111" fmla="*/ 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55" h="260">
                    <a:moveTo>
                      <a:pt x="24" y="0"/>
                    </a:moveTo>
                    <a:lnTo>
                      <a:pt x="26" y="8"/>
                    </a:lnTo>
                    <a:lnTo>
                      <a:pt x="29" y="14"/>
                    </a:lnTo>
                    <a:lnTo>
                      <a:pt x="36" y="30"/>
                    </a:lnTo>
                    <a:lnTo>
                      <a:pt x="30" y="108"/>
                    </a:lnTo>
                    <a:lnTo>
                      <a:pt x="20" y="112"/>
                    </a:lnTo>
                    <a:lnTo>
                      <a:pt x="15" y="121"/>
                    </a:lnTo>
                    <a:lnTo>
                      <a:pt x="5" y="127"/>
                    </a:lnTo>
                    <a:lnTo>
                      <a:pt x="0" y="135"/>
                    </a:lnTo>
                    <a:lnTo>
                      <a:pt x="0" y="149"/>
                    </a:lnTo>
                    <a:lnTo>
                      <a:pt x="6" y="148"/>
                    </a:lnTo>
                    <a:lnTo>
                      <a:pt x="8" y="158"/>
                    </a:lnTo>
                    <a:lnTo>
                      <a:pt x="13" y="166"/>
                    </a:lnTo>
                    <a:lnTo>
                      <a:pt x="19" y="180"/>
                    </a:lnTo>
                    <a:lnTo>
                      <a:pt x="19" y="188"/>
                    </a:lnTo>
                    <a:lnTo>
                      <a:pt x="14" y="191"/>
                    </a:lnTo>
                    <a:lnTo>
                      <a:pt x="17" y="194"/>
                    </a:lnTo>
                    <a:lnTo>
                      <a:pt x="19" y="202"/>
                    </a:lnTo>
                    <a:lnTo>
                      <a:pt x="25" y="210"/>
                    </a:lnTo>
                    <a:lnTo>
                      <a:pt x="24" y="218"/>
                    </a:lnTo>
                    <a:lnTo>
                      <a:pt x="17" y="221"/>
                    </a:lnTo>
                    <a:lnTo>
                      <a:pt x="18" y="229"/>
                    </a:lnTo>
                    <a:lnTo>
                      <a:pt x="29" y="243"/>
                    </a:lnTo>
                    <a:lnTo>
                      <a:pt x="36" y="259"/>
                    </a:lnTo>
                    <a:lnTo>
                      <a:pt x="45" y="254"/>
                    </a:lnTo>
                    <a:lnTo>
                      <a:pt x="58" y="256"/>
                    </a:lnTo>
                    <a:lnTo>
                      <a:pt x="63" y="246"/>
                    </a:lnTo>
                    <a:lnTo>
                      <a:pt x="79" y="245"/>
                    </a:lnTo>
                    <a:lnTo>
                      <a:pt x="85" y="235"/>
                    </a:lnTo>
                    <a:lnTo>
                      <a:pt x="99" y="232"/>
                    </a:lnTo>
                    <a:lnTo>
                      <a:pt x="104" y="221"/>
                    </a:lnTo>
                    <a:lnTo>
                      <a:pt x="113" y="218"/>
                    </a:lnTo>
                    <a:lnTo>
                      <a:pt x="119" y="206"/>
                    </a:lnTo>
                    <a:lnTo>
                      <a:pt x="129" y="196"/>
                    </a:lnTo>
                    <a:lnTo>
                      <a:pt x="136" y="194"/>
                    </a:lnTo>
                    <a:lnTo>
                      <a:pt x="139" y="189"/>
                    </a:lnTo>
                    <a:lnTo>
                      <a:pt x="139" y="182"/>
                    </a:lnTo>
                    <a:lnTo>
                      <a:pt x="133" y="179"/>
                    </a:lnTo>
                    <a:lnTo>
                      <a:pt x="129" y="168"/>
                    </a:lnTo>
                    <a:lnTo>
                      <a:pt x="118" y="163"/>
                    </a:lnTo>
                    <a:lnTo>
                      <a:pt x="120" y="154"/>
                    </a:lnTo>
                    <a:lnTo>
                      <a:pt x="131" y="153"/>
                    </a:lnTo>
                    <a:lnTo>
                      <a:pt x="135" y="139"/>
                    </a:lnTo>
                    <a:lnTo>
                      <a:pt x="144" y="123"/>
                    </a:lnTo>
                    <a:lnTo>
                      <a:pt x="152" y="119"/>
                    </a:lnTo>
                    <a:lnTo>
                      <a:pt x="154" y="77"/>
                    </a:lnTo>
                    <a:lnTo>
                      <a:pt x="145" y="75"/>
                    </a:lnTo>
                    <a:lnTo>
                      <a:pt x="120" y="57"/>
                    </a:lnTo>
                    <a:lnTo>
                      <a:pt x="111" y="52"/>
                    </a:lnTo>
                    <a:lnTo>
                      <a:pt x="89" y="41"/>
                    </a:lnTo>
                    <a:lnTo>
                      <a:pt x="81" y="28"/>
                    </a:lnTo>
                    <a:lnTo>
                      <a:pt x="57" y="24"/>
                    </a:lnTo>
                    <a:lnTo>
                      <a:pt x="52" y="12"/>
                    </a:lnTo>
                    <a:lnTo>
                      <a:pt x="38" y="7"/>
                    </a:lnTo>
                    <a:lnTo>
                      <a:pt x="38" y="2"/>
                    </a:lnTo>
                    <a:lnTo>
                      <a:pt x="24" y="0"/>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77" name="Freeform 233">
                <a:extLst>
                  <a:ext uri="{FF2B5EF4-FFF2-40B4-BE49-F238E27FC236}">
                    <a16:creationId xmlns:a16="http://schemas.microsoft.com/office/drawing/2014/main" id="{202C4039-CC2A-4D1B-AF94-78F82979A6C1}"/>
                  </a:ext>
                </a:extLst>
              </p:cNvPr>
              <p:cNvSpPr>
                <a:spLocks/>
              </p:cNvSpPr>
              <p:nvPr/>
            </p:nvSpPr>
            <p:spPr bwMode="auto">
              <a:xfrm>
                <a:off x="5833395" y="3576714"/>
                <a:ext cx="388404" cy="331893"/>
              </a:xfrm>
              <a:custGeom>
                <a:avLst/>
                <a:gdLst>
                  <a:gd name="T0" fmla="*/ 50 w 221"/>
                  <a:gd name="T1" fmla="*/ 186 h 188"/>
                  <a:gd name="T2" fmla="*/ 55 w 221"/>
                  <a:gd name="T3" fmla="*/ 179 h 188"/>
                  <a:gd name="T4" fmla="*/ 60 w 221"/>
                  <a:gd name="T5" fmla="*/ 168 h 188"/>
                  <a:gd name="T6" fmla="*/ 73 w 221"/>
                  <a:gd name="T7" fmla="*/ 164 h 188"/>
                  <a:gd name="T8" fmla="*/ 84 w 221"/>
                  <a:gd name="T9" fmla="*/ 166 h 188"/>
                  <a:gd name="T10" fmla="*/ 91 w 221"/>
                  <a:gd name="T11" fmla="*/ 176 h 188"/>
                  <a:gd name="T12" fmla="*/ 92 w 221"/>
                  <a:gd name="T13" fmla="*/ 169 h 188"/>
                  <a:gd name="T14" fmla="*/ 109 w 221"/>
                  <a:gd name="T15" fmla="*/ 168 h 188"/>
                  <a:gd name="T16" fmla="*/ 120 w 221"/>
                  <a:gd name="T17" fmla="*/ 167 h 188"/>
                  <a:gd name="T18" fmla="*/ 128 w 221"/>
                  <a:gd name="T19" fmla="*/ 175 h 188"/>
                  <a:gd name="T20" fmla="*/ 140 w 221"/>
                  <a:gd name="T21" fmla="*/ 176 h 188"/>
                  <a:gd name="T22" fmla="*/ 142 w 221"/>
                  <a:gd name="T23" fmla="*/ 168 h 188"/>
                  <a:gd name="T24" fmla="*/ 160 w 221"/>
                  <a:gd name="T25" fmla="*/ 168 h 188"/>
                  <a:gd name="T26" fmla="*/ 168 w 221"/>
                  <a:gd name="T27" fmla="*/ 176 h 188"/>
                  <a:gd name="T28" fmla="*/ 175 w 221"/>
                  <a:gd name="T29" fmla="*/ 168 h 188"/>
                  <a:gd name="T30" fmla="*/ 185 w 221"/>
                  <a:gd name="T31" fmla="*/ 162 h 188"/>
                  <a:gd name="T32" fmla="*/ 185 w 221"/>
                  <a:gd name="T33" fmla="*/ 148 h 188"/>
                  <a:gd name="T34" fmla="*/ 190 w 221"/>
                  <a:gd name="T35" fmla="*/ 140 h 188"/>
                  <a:gd name="T36" fmla="*/ 200 w 221"/>
                  <a:gd name="T37" fmla="*/ 134 h 188"/>
                  <a:gd name="T38" fmla="*/ 205 w 221"/>
                  <a:gd name="T39" fmla="*/ 125 h 188"/>
                  <a:gd name="T40" fmla="*/ 215 w 221"/>
                  <a:gd name="T41" fmla="*/ 122 h 188"/>
                  <a:gd name="T42" fmla="*/ 220 w 221"/>
                  <a:gd name="T43" fmla="*/ 43 h 188"/>
                  <a:gd name="T44" fmla="*/ 213 w 221"/>
                  <a:gd name="T45" fmla="*/ 27 h 188"/>
                  <a:gd name="T46" fmla="*/ 211 w 221"/>
                  <a:gd name="T47" fmla="*/ 21 h 188"/>
                  <a:gd name="T48" fmla="*/ 208 w 221"/>
                  <a:gd name="T49" fmla="*/ 13 h 188"/>
                  <a:gd name="T50" fmla="*/ 200 w 221"/>
                  <a:gd name="T51" fmla="*/ 9 h 188"/>
                  <a:gd name="T52" fmla="*/ 182 w 221"/>
                  <a:gd name="T53" fmla="*/ 8 h 188"/>
                  <a:gd name="T54" fmla="*/ 181 w 221"/>
                  <a:gd name="T55" fmla="*/ 0 h 188"/>
                  <a:gd name="T56" fmla="*/ 162 w 221"/>
                  <a:gd name="T57" fmla="*/ 0 h 188"/>
                  <a:gd name="T58" fmla="*/ 157 w 221"/>
                  <a:gd name="T59" fmla="*/ 7 h 188"/>
                  <a:gd name="T60" fmla="*/ 143 w 221"/>
                  <a:gd name="T61" fmla="*/ 13 h 188"/>
                  <a:gd name="T62" fmla="*/ 131 w 221"/>
                  <a:gd name="T63" fmla="*/ 23 h 188"/>
                  <a:gd name="T64" fmla="*/ 124 w 221"/>
                  <a:gd name="T65" fmla="*/ 33 h 188"/>
                  <a:gd name="T66" fmla="*/ 102 w 221"/>
                  <a:gd name="T67" fmla="*/ 41 h 188"/>
                  <a:gd name="T68" fmla="*/ 99 w 221"/>
                  <a:gd name="T69" fmla="*/ 50 h 188"/>
                  <a:gd name="T70" fmla="*/ 91 w 221"/>
                  <a:gd name="T71" fmla="*/ 55 h 188"/>
                  <a:gd name="T72" fmla="*/ 81 w 221"/>
                  <a:gd name="T73" fmla="*/ 66 h 188"/>
                  <a:gd name="T74" fmla="*/ 57 w 221"/>
                  <a:gd name="T75" fmla="*/ 68 h 188"/>
                  <a:gd name="T76" fmla="*/ 55 w 221"/>
                  <a:gd name="T77" fmla="*/ 76 h 188"/>
                  <a:gd name="T78" fmla="*/ 58 w 221"/>
                  <a:gd name="T79" fmla="*/ 123 h 188"/>
                  <a:gd name="T80" fmla="*/ 48 w 221"/>
                  <a:gd name="T81" fmla="*/ 125 h 188"/>
                  <a:gd name="T82" fmla="*/ 48 w 221"/>
                  <a:gd name="T83" fmla="*/ 133 h 188"/>
                  <a:gd name="T84" fmla="*/ 11 w 221"/>
                  <a:gd name="T85" fmla="*/ 139 h 188"/>
                  <a:gd name="T86" fmla="*/ 0 w 221"/>
                  <a:gd name="T87" fmla="*/ 146 h 188"/>
                  <a:gd name="T88" fmla="*/ 4 w 221"/>
                  <a:gd name="T89" fmla="*/ 155 h 188"/>
                  <a:gd name="T90" fmla="*/ 13 w 221"/>
                  <a:gd name="T91" fmla="*/ 160 h 188"/>
                  <a:gd name="T92" fmla="*/ 14 w 221"/>
                  <a:gd name="T93" fmla="*/ 175 h 188"/>
                  <a:gd name="T94" fmla="*/ 24 w 221"/>
                  <a:gd name="T95" fmla="*/ 176 h 188"/>
                  <a:gd name="T96" fmla="*/ 32 w 221"/>
                  <a:gd name="T97" fmla="*/ 187 h 188"/>
                  <a:gd name="T98" fmla="*/ 45 w 221"/>
                  <a:gd name="T99" fmla="*/ 186 h 188"/>
                  <a:gd name="T100" fmla="*/ 50 w 221"/>
                  <a:gd name="T101" fmla="*/ 186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1" h="188">
                    <a:moveTo>
                      <a:pt x="50" y="186"/>
                    </a:moveTo>
                    <a:lnTo>
                      <a:pt x="55" y="179"/>
                    </a:lnTo>
                    <a:lnTo>
                      <a:pt x="60" y="168"/>
                    </a:lnTo>
                    <a:lnTo>
                      <a:pt x="73" y="164"/>
                    </a:lnTo>
                    <a:lnTo>
                      <a:pt x="84" y="166"/>
                    </a:lnTo>
                    <a:lnTo>
                      <a:pt x="91" y="176"/>
                    </a:lnTo>
                    <a:lnTo>
                      <a:pt x="92" y="169"/>
                    </a:lnTo>
                    <a:lnTo>
                      <a:pt x="109" y="168"/>
                    </a:lnTo>
                    <a:lnTo>
                      <a:pt x="120" y="167"/>
                    </a:lnTo>
                    <a:lnTo>
                      <a:pt x="128" y="175"/>
                    </a:lnTo>
                    <a:lnTo>
                      <a:pt x="140" y="176"/>
                    </a:lnTo>
                    <a:lnTo>
                      <a:pt x="142" y="168"/>
                    </a:lnTo>
                    <a:lnTo>
                      <a:pt x="160" y="168"/>
                    </a:lnTo>
                    <a:lnTo>
                      <a:pt x="168" y="176"/>
                    </a:lnTo>
                    <a:lnTo>
                      <a:pt x="175" y="168"/>
                    </a:lnTo>
                    <a:lnTo>
                      <a:pt x="185" y="162"/>
                    </a:lnTo>
                    <a:lnTo>
                      <a:pt x="185" y="148"/>
                    </a:lnTo>
                    <a:lnTo>
                      <a:pt x="190" y="140"/>
                    </a:lnTo>
                    <a:lnTo>
                      <a:pt x="200" y="134"/>
                    </a:lnTo>
                    <a:lnTo>
                      <a:pt x="205" y="125"/>
                    </a:lnTo>
                    <a:lnTo>
                      <a:pt x="215" y="122"/>
                    </a:lnTo>
                    <a:lnTo>
                      <a:pt x="220" y="43"/>
                    </a:lnTo>
                    <a:lnTo>
                      <a:pt x="213" y="27"/>
                    </a:lnTo>
                    <a:lnTo>
                      <a:pt x="211" y="21"/>
                    </a:lnTo>
                    <a:lnTo>
                      <a:pt x="208" y="13"/>
                    </a:lnTo>
                    <a:lnTo>
                      <a:pt x="200" y="9"/>
                    </a:lnTo>
                    <a:lnTo>
                      <a:pt x="182" y="8"/>
                    </a:lnTo>
                    <a:lnTo>
                      <a:pt x="181" y="0"/>
                    </a:lnTo>
                    <a:lnTo>
                      <a:pt x="162" y="0"/>
                    </a:lnTo>
                    <a:lnTo>
                      <a:pt x="157" y="7"/>
                    </a:lnTo>
                    <a:lnTo>
                      <a:pt x="143" y="13"/>
                    </a:lnTo>
                    <a:lnTo>
                      <a:pt x="131" y="23"/>
                    </a:lnTo>
                    <a:lnTo>
                      <a:pt x="124" y="33"/>
                    </a:lnTo>
                    <a:lnTo>
                      <a:pt x="102" y="41"/>
                    </a:lnTo>
                    <a:lnTo>
                      <a:pt x="99" y="50"/>
                    </a:lnTo>
                    <a:lnTo>
                      <a:pt x="91" y="55"/>
                    </a:lnTo>
                    <a:lnTo>
                      <a:pt x="81" y="66"/>
                    </a:lnTo>
                    <a:lnTo>
                      <a:pt x="57" y="68"/>
                    </a:lnTo>
                    <a:lnTo>
                      <a:pt x="55" y="76"/>
                    </a:lnTo>
                    <a:lnTo>
                      <a:pt x="58" y="123"/>
                    </a:lnTo>
                    <a:lnTo>
                      <a:pt x="48" y="125"/>
                    </a:lnTo>
                    <a:lnTo>
                      <a:pt x="48" y="133"/>
                    </a:lnTo>
                    <a:lnTo>
                      <a:pt x="11" y="139"/>
                    </a:lnTo>
                    <a:lnTo>
                      <a:pt x="0" y="146"/>
                    </a:lnTo>
                    <a:lnTo>
                      <a:pt x="4" y="155"/>
                    </a:lnTo>
                    <a:lnTo>
                      <a:pt x="13" y="160"/>
                    </a:lnTo>
                    <a:lnTo>
                      <a:pt x="14" y="175"/>
                    </a:lnTo>
                    <a:lnTo>
                      <a:pt x="24" y="176"/>
                    </a:lnTo>
                    <a:lnTo>
                      <a:pt x="32" y="187"/>
                    </a:lnTo>
                    <a:lnTo>
                      <a:pt x="45" y="186"/>
                    </a:lnTo>
                    <a:lnTo>
                      <a:pt x="50" y="186"/>
                    </a:lnTo>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78" name="Freeform 275">
                <a:extLst>
                  <a:ext uri="{FF2B5EF4-FFF2-40B4-BE49-F238E27FC236}">
                    <a16:creationId xmlns:a16="http://schemas.microsoft.com/office/drawing/2014/main" id="{1D990360-D6FA-47B2-A477-2AB671515F1E}"/>
                  </a:ext>
                </a:extLst>
              </p:cNvPr>
              <p:cNvSpPr>
                <a:spLocks/>
              </p:cNvSpPr>
              <p:nvPr/>
            </p:nvSpPr>
            <p:spPr bwMode="auto">
              <a:xfrm>
                <a:off x="5816098" y="3968380"/>
                <a:ext cx="42457" cy="130555"/>
              </a:xfrm>
              <a:custGeom>
                <a:avLst/>
                <a:gdLst>
                  <a:gd name="T0" fmla="*/ 15 w 27"/>
                  <a:gd name="T1" fmla="*/ 83 h 83"/>
                  <a:gd name="T2" fmla="*/ 27 w 27"/>
                  <a:gd name="T3" fmla="*/ 72 h 83"/>
                  <a:gd name="T4" fmla="*/ 20 w 27"/>
                  <a:gd name="T5" fmla="*/ 48 h 83"/>
                  <a:gd name="T6" fmla="*/ 20 w 27"/>
                  <a:gd name="T7" fmla="*/ 26 h 83"/>
                  <a:gd name="T8" fmla="*/ 18 w 27"/>
                  <a:gd name="T9" fmla="*/ 11 h 83"/>
                  <a:gd name="T10" fmla="*/ 12 w 27"/>
                  <a:gd name="T11" fmla="*/ 2 h 83"/>
                  <a:gd name="T12" fmla="*/ 2 w 27"/>
                  <a:gd name="T13" fmla="*/ 0 h 83"/>
                  <a:gd name="T14" fmla="*/ 0 w 27"/>
                  <a:gd name="T15" fmla="*/ 14 h 83"/>
                  <a:gd name="T16" fmla="*/ 6 w 27"/>
                  <a:gd name="T17" fmla="*/ 24 h 83"/>
                  <a:gd name="T18" fmla="*/ 9 w 27"/>
                  <a:gd name="T19" fmla="*/ 48 h 83"/>
                  <a:gd name="T20" fmla="*/ 15 w 27"/>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83">
                    <a:moveTo>
                      <a:pt x="15" y="83"/>
                    </a:moveTo>
                    <a:lnTo>
                      <a:pt x="27" y="72"/>
                    </a:lnTo>
                    <a:lnTo>
                      <a:pt x="20" y="48"/>
                    </a:lnTo>
                    <a:lnTo>
                      <a:pt x="20" y="26"/>
                    </a:lnTo>
                    <a:lnTo>
                      <a:pt x="18" y="11"/>
                    </a:lnTo>
                    <a:lnTo>
                      <a:pt x="12" y="2"/>
                    </a:lnTo>
                    <a:lnTo>
                      <a:pt x="2" y="0"/>
                    </a:lnTo>
                    <a:lnTo>
                      <a:pt x="0" y="14"/>
                    </a:lnTo>
                    <a:lnTo>
                      <a:pt x="6" y="24"/>
                    </a:lnTo>
                    <a:lnTo>
                      <a:pt x="9" y="48"/>
                    </a:lnTo>
                    <a:lnTo>
                      <a:pt x="15" y="83"/>
                    </a:lnTo>
                    <a:close/>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79" name="Freeform 278">
                <a:extLst>
                  <a:ext uri="{FF2B5EF4-FFF2-40B4-BE49-F238E27FC236}">
                    <a16:creationId xmlns:a16="http://schemas.microsoft.com/office/drawing/2014/main" id="{79BF435F-20B3-4CB8-A2DA-9E20E6FBE0A1}"/>
                  </a:ext>
                </a:extLst>
              </p:cNvPr>
              <p:cNvSpPr>
                <a:spLocks/>
              </p:cNvSpPr>
              <p:nvPr/>
            </p:nvSpPr>
            <p:spPr bwMode="auto">
              <a:xfrm>
                <a:off x="6066123" y="4223198"/>
                <a:ext cx="45602" cy="26740"/>
              </a:xfrm>
              <a:custGeom>
                <a:avLst/>
                <a:gdLst>
                  <a:gd name="T0" fmla="*/ 0 w 29"/>
                  <a:gd name="T1" fmla="*/ 14 h 17"/>
                  <a:gd name="T2" fmla="*/ 2 w 29"/>
                  <a:gd name="T3" fmla="*/ 0 h 17"/>
                  <a:gd name="T4" fmla="*/ 29 w 29"/>
                  <a:gd name="T5" fmla="*/ 3 h 17"/>
                  <a:gd name="T6" fmla="*/ 18 w 29"/>
                  <a:gd name="T7" fmla="*/ 17 h 17"/>
                  <a:gd name="T8" fmla="*/ 0 w 29"/>
                  <a:gd name="T9" fmla="*/ 14 h 17"/>
                </a:gdLst>
                <a:ahLst/>
                <a:cxnLst>
                  <a:cxn ang="0">
                    <a:pos x="T0" y="T1"/>
                  </a:cxn>
                  <a:cxn ang="0">
                    <a:pos x="T2" y="T3"/>
                  </a:cxn>
                  <a:cxn ang="0">
                    <a:pos x="T4" y="T5"/>
                  </a:cxn>
                  <a:cxn ang="0">
                    <a:pos x="T6" y="T7"/>
                  </a:cxn>
                  <a:cxn ang="0">
                    <a:pos x="T8" y="T9"/>
                  </a:cxn>
                </a:cxnLst>
                <a:rect l="0" t="0" r="r" b="b"/>
                <a:pathLst>
                  <a:path w="29" h="17">
                    <a:moveTo>
                      <a:pt x="0" y="14"/>
                    </a:moveTo>
                    <a:lnTo>
                      <a:pt x="2" y="0"/>
                    </a:lnTo>
                    <a:lnTo>
                      <a:pt x="29" y="3"/>
                    </a:lnTo>
                    <a:lnTo>
                      <a:pt x="18" y="17"/>
                    </a:lnTo>
                    <a:lnTo>
                      <a:pt x="0" y="14"/>
                    </a:lnTo>
                    <a:close/>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80" name="Freeform 279">
                <a:extLst>
                  <a:ext uri="{FF2B5EF4-FFF2-40B4-BE49-F238E27FC236}">
                    <a16:creationId xmlns:a16="http://schemas.microsoft.com/office/drawing/2014/main" id="{38352133-BCBA-402E-AE55-051A36C54D29}"/>
                  </a:ext>
                </a:extLst>
              </p:cNvPr>
              <p:cNvSpPr>
                <a:spLocks/>
              </p:cNvSpPr>
              <p:nvPr/>
            </p:nvSpPr>
            <p:spPr bwMode="auto">
              <a:xfrm>
                <a:off x="6658949" y="4548800"/>
                <a:ext cx="81769" cy="206057"/>
              </a:xfrm>
              <a:custGeom>
                <a:avLst/>
                <a:gdLst>
                  <a:gd name="T0" fmla="*/ 16 w 52"/>
                  <a:gd name="T1" fmla="*/ 119 h 131"/>
                  <a:gd name="T2" fmla="*/ 24 w 52"/>
                  <a:gd name="T3" fmla="*/ 90 h 131"/>
                  <a:gd name="T4" fmla="*/ 0 w 52"/>
                  <a:gd name="T5" fmla="*/ 81 h 131"/>
                  <a:gd name="T6" fmla="*/ 0 w 52"/>
                  <a:gd name="T7" fmla="*/ 50 h 131"/>
                  <a:gd name="T8" fmla="*/ 10 w 52"/>
                  <a:gd name="T9" fmla="*/ 41 h 131"/>
                  <a:gd name="T10" fmla="*/ 4 w 52"/>
                  <a:gd name="T11" fmla="*/ 17 h 131"/>
                  <a:gd name="T12" fmla="*/ 7 w 52"/>
                  <a:gd name="T13" fmla="*/ 0 h 131"/>
                  <a:gd name="T14" fmla="*/ 30 w 52"/>
                  <a:gd name="T15" fmla="*/ 14 h 131"/>
                  <a:gd name="T16" fmla="*/ 33 w 52"/>
                  <a:gd name="T17" fmla="*/ 30 h 131"/>
                  <a:gd name="T18" fmla="*/ 28 w 52"/>
                  <a:gd name="T19" fmla="*/ 56 h 131"/>
                  <a:gd name="T20" fmla="*/ 45 w 52"/>
                  <a:gd name="T21" fmla="*/ 81 h 131"/>
                  <a:gd name="T22" fmla="*/ 52 w 52"/>
                  <a:gd name="T23" fmla="*/ 104 h 131"/>
                  <a:gd name="T24" fmla="*/ 40 w 52"/>
                  <a:gd name="T25" fmla="*/ 110 h 131"/>
                  <a:gd name="T26" fmla="*/ 39 w 52"/>
                  <a:gd name="T27" fmla="*/ 126 h 131"/>
                  <a:gd name="T28" fmla="*/ 24 w 52"/>
                  <a:gd name="T29" fmla="*/ 131 h 131"/>
                  <a:gd name="T30" fmla="*/ 16 w 52"/>
                  <a:gd name="T31" fmla="*/ 119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2" h="131">
                    <a:moveTo>
                      <a:pt x="16" y="119"/>
                    </a:moveTo>
                    <a:lnTo>
                      <a:pt x="24" y="90"/>
                    </a:lnTo>
                    <a:lnTo>
                      <a:pt x="0" y="81"/>
                    </a:lnTo>
                    <a:lnTo>
                      <a:pt x="0" y="50"/>
                    </a:lnTo>
                    <a:lnTo>
                      <a:pt x="10" y="41"/>
                    </a:lnTo>
                    <a:lnTo>
                      <a:pt x="4" y="17"/>
                    </a:lnTo>
                    <a:lnTo>
                      <a:pt x="7" y="0"/>
                    </a:lnTo>
                    <a:lnTo>
                      <a:pt x="30" y="14"/>
                    </a:lnTo>
                    <a:lnTo>
                      <a:pt x="33" y="30"/>
                    </a:lnTo>
                    <a:lnTo>
                      <a:pt x="28" y="56"/>
                    </a:lnTo>
                    <a:lnTo>
                      <a:pt x="45" y="81"/>
                    </a:lnTo>
                    <a:lnTo>
                      <a:pt x="52" y="104"/>
                    </a:lnTo>
                    <a:lnTo>
                      <a:pt x="40" y="110"/>
                    </a:lnTo>
                    <a:lnTo>
                      <a:pt x="39" y="126"/>
                    </a:lnTo>
                    <a:lnTo>
                      <a:pt x="24" y="131"/>
                    </a:lnTo>
                    <a:lnTo>
                      <a:pt x="16" y="119"/>
                    </a:lnTo>
                    <a:close/>
                  </a:path>
                </a:pathLst>
              </a:custGeom>
              <a:grpFill/>
              <a:ln w="9525" cap="flat" cmpd="sng">
                <a:no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grpSp>
        <p:grpSp>
          <p:nvGrpSpPr>
            <p:cNvPr id="294" name="Group 293">
              <a:extLst>
                <a:ext uri="{FF2B5EF4-FFF2-40B4-BE49-F238E27FC236}">
                  <a16:creationId xmlns:a16="http://schemas.microsoft.com/office/drawing/2014/main" id="{E08EFCBD-F0DE-42A9-A1F2-83ED2CC43306}"/>
                </a:ext>
              </a:extLst>
            </p:cNvPr>
            <p:cNvGrpSpPr/>
            <p:nvPr/>
          </p:nvGrpSpPr>
          <p:grpSpPr>
            <a:xfrm>
              <a:off x="3382965" y="2337532"/>
              <a:ext cx="2377300" cy="1811729"/>
              <a:chOff x="1968230" y="1289640"/>
              <a:chExt cx="3616713" cy="2806149"/>
            </a:xfrm>
            <a:solidFill>
              <a:schemeClr val="bg1">
                <a:lumMod val="75000"/>
              </a:schemeClr>
            </a:solidFill>
          </p:grpSpPr>
          <p:sp>
            <p:nvSpPr>
              <p:cNvPr id="295" name="Freeform 55">
                <a:extLst>
                  <a:ext uri="{FF2B5EF4-FFF2-40B4-BE49-F238E27FC236}">
                    <a16:creationId xmlns:a16="http://schemas.microsoft.com/office/drawing/2014/main" id="{F52B0DC0-D4E3-44CF-B212-1C172575C2E3}"/>
                  </a:ext>
                </a:extLst>
              </p:cNvPr>
              <p:cNvSpPr>
                <a:spLocks/>
              </p:cNvSpPr>
              <p:nvPr/>
            </p:nvSpPr>
            <p:spPr bwMode="auto">
              <a:xfrm>
                <a:off x="3526561" y="3774907"/>
                <a:ext cx="88059" cy="111680"/>
              </a:xfrm>
              <a:custGeom>
                <a:avLst/>
                <a:gdLst>
                  <a:gd name="T0" fmla="*/ 0 w 50"/>
                  <a:gd name="T1" fmla="*/ 49 h 63"/>
                  <a:gd name="T2" fmla="*/ 6 w 50"/>
                  <a:gd name="T3" fmla="*/ 31 h 63"/>
                  <a:gd name="T4" fmla="*/ 19 w 50"/>
                  <a:gd name="T5" fmla="*/ 28 h 63"/>
                  <a:gd name="T6" fmla="*/ 21 w 50"/>
                  <a:gd name="T7" fmla="*/ 9 h 63"/>
                  <a:gd name="T8" fmla="*/ 43 w 50"/>
                  <a:gd name="T9" fmla="*/ 0 h 63"/>
                  <a:gd name="T10" fmla="*/ 41 w 50"/>
                  <a:gd name="T11" fmla="*/ 20 h 63"/>
                  <a:gd name="T12" fmla="*/ 41 w 50"/>
                  <a:gd name="T13" fmla="*/ 34 h 63"/>
                  <a:gd name="T14" fmla="*/ 49 w 50"/>
                  <a:gd name="T15" fmla="*/ 35 h 63"/>
                  <a:gd name="T16" fmla="*/ 47 w 50"/>
                  <a:gd name="T17" fmla="*/ 48 h 63"/>
                  <a:gd name="T18" fmla="*/ 37 w 50"/>
                  <a:gd name="T19" fmla="*/ 48 h 63"/>
                  <a:gd name="T20" fmla="*/ 34 w 50"/>
                  <a:gd name="T21" fmla="*/ 62 h 63"/>
                  <a:gd name="T22" fmla="*/ 14 w 50"/>
                  <a:gd name="T23" fmla="*/ 61 h 63"/>
                  <a:gd name="T24" fmla="*/ 0 w 50"/>
                  <a:gd name="T25" fmla="*/ 4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63">
                    <a:moveTo>
                      <a:pt x="0" y="49"/>
                    </a:moveTo>
                    <a:lnTo>
                      <a:pt x="6" y="31"/>
                    </a:lnTo>
                    <a:lnTo>
                      <a:pt x="19" y="28"/>
                    </a:lnTo>
                    <a:lnTo>
                      <a:pt x="21" y="9"/>
                    </a:lnTo>
                    <a:lnTo>
                      <a:pt x="43" y="0"/>
                    </a:lnTo>
                    <a:lnTo>
                      <a:pt x="41" y="20"/>
                    </a:lnTo>
                    <a:lnTo>
                      <a:pt x="41" y="34"/>
                    </a:lnTo>
                    <a:lnTo>
                      <a:pt x="49" y="35"/>
                    </a:lnTo>
                    <a:lnTo>
                      <a:pt x="47" y="48"/>
                    </a:lnTo>
                    <a:lnTo>
                      <a:pt x="37" y="48"/>
                    </a:lnTo>
                    <a:lnTo>
                      <a:pt x="34" y="62"/>
                    </a:lnTo>
                    <a:lnTo>
                      <a:pt x="14" y="61"/>
                    </a:lnTo>
                    <a:lnTo>
                      <a:pt x="0" y="49"/>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296" name="Freeform 46">
                <a:extLst>
                  <a:ext uri="{FF2B5EF4-FFF2-40B4-BE49-F238E27FC236}">
                    <a16:creationId xmlns:a16="http://schemas.microsoft.com/office/drawing/2014/main" id="{897E6D0F-0F23-4FAA-82D8-7D2548C01081}"/>
                  </a:ext>
                </a:extLst>
              </p:cNvPr>
              <p:cNvSpPr>
                <a:spLocks/>
              </p:cNvSpPr>
              <p:nvPr/>
            </p:nvSpPr>
            <p:spPr bwMode="auto">
              <a:xfrm>
                <a:off x="3982582" y="3699405"/>
                <a:ext cx="75479" cy="70783"/>
              </a:xfrm>
              <a:custGeom>
                <a:avLst/>
                <a:gdLst>
                  <a:gd name="T0" fmla="*/ 32 w 43"/>
                  <a:gd name="T1" fmla="*/ 1 h 41"/>
                  <a:gd name="T2" fmla="*/ 26 w 43"/>
                  <a:gd name="T3" fmla="*/ 14 h 41"/>
                  <a:gd name="T4" fmla="*/ 32 w 43"/>
                  <a:gd name="T5" fmla="*/ 21 h 41"/>
                  <a:gd name="T6" fmla="*/ 23 w 43"/>
                  <a:gd name="T7" fmla="*/ 26 h 41"/>
                  <a:gd name="T8" fmla="*/ 0 w 43"/>
                  <a:gd name="T9" fmla="*/ 26 h 41"/>
                  <a:gd name="T10" fmla="*/ 3 w 43"/>
                  <a:gd name="T11" fmla="*/ 37 h 41"/>
                  <a:gd name="T12" fmla="*/ 21 w 43"/>
                  <a:gd name="T13" fmla="*/ 38 h 41"/>
                  <a:gd name="T14" fmla="*/ 37 w 43"/>
                  <a:gd name="T15" fmla="*/ 40 h 41"/>
                  <a:gd name="T16" fmla="*/ 42 w 43"/>
                  <a:gd name="T17" fmla="*/ 29 h 41"/>
                  <a:gd name="T18" fmla="*/ 42 w 43"/>
                  <a:gd name="T19" fmla="*/ 8 h 41"/>
                  <a:gd name="T20" fmla="*/ 42 w 43"/>
                  <a:gd name="T21" fmla="*/ 0 h 41"/>
                  <a:gd name="T22" fmla="*/ 32 w 43"/>
                  <a:gd name="T23"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41">
                    <a:moveTo>
                      <a:pt x="32" y="1"/>
                    </a:moveTo>
                    <a:lnTo>
                      <a:pt x="26" y="14"/>
                    </a:lnTo>
                    <a:lnTo>
                      <a:pt x="32" y="21"/>
                    </a:lnTo>
                    <a:lnTo>
                      <a:pt x="23" y="26"/>
                    </a:lnTo>
                    <a:lnTo>
                      <a:pt x="0" y="26"/>
                    </a:lnTo>
                    <a:lnTo>
                      <a:pt x="3" y="37"/>
                    </a:lnTo>
                    <a:lnTo>
                      <a:pt x="21" y="38"/>
                    </a:lnTo>
                    <a:lnTo>
                      <a:pt x="37" y="40"/>
                    </a:lnTo>
                    <a:lnTo>
                      <a:pt x="42" y="29"/>
                    </a:lnTo>
                    <a:lnTo>
                      <a:pt x="42" y="8"/>
                    </a:lnTo>
                    <a:lnTo>
                      <a:pt x="42" y="0"/>
                    </a:lnTo>
                    <a:lnTo>
                      <a:pt x="32" y="1"/>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297" name="Freeform 47">
                <a:extLst>
                  <a:ext uri="{FF2B5EF4-FFF2-40B4-BE49-F238E27FC236}">
                    <a16:creationId xmlns:a16="http://schemas.microsoft.com/office/drawing/2014/main" id="{E44FAE5F-BD1E-42DA-BF4B-1767C0BC973F}"/>
                  </a:ext>
                </a:extLst>
              </p:cNvPr>
              <p:cNvSpPr>
                <a:spLocks/>
              </p:cNvSpPr>
              <p:nvPr/>
            </p:nvSpPr>
            <p:spPr bwMode="auto">
              <a:xfrm>
                <a:off x="2951032" y="3314031"/>
                <a:ext cx="726488" cy="548961"/>
              </a:xfrm>
              <a:custGeom>
                <a:avLst/>
                <a:gdLst>
                  <a:gd name="T0" fmla="*/ 245 w 412"/>
                  <a:gd name="T1" fmla="*/ 119 h 312"/>
                  <a:gd name="T2" fmla="*/ 229 w 412"/>
                  <a:gd name="T3" fmla="*/ 93 h 312"/>
                  <a:gd name="T4" fmla="*/ 216 w 412"/>
                  <a:gd name="T5" fmla="*/ 60 h 312"/>
                  <a:gd name="T6" fmla="*/ 196 w 412"/>
                  <a:gd name="T7" fmla="*/ 70 h 312"/>
                  <a:gd name="T8" fmla="*/ 174 w 412"/>
                  <a:gd name="T9" fmla="*/ 45 h 312"/>
                  <a:gd name="T10" fmla="*/ 164 w 412"/>
                  <a:gd name="T11" fmla="*/ 29 h 312"/>
                  <a:gd name="T12" fmla="*/ 147 w 412"/>
                  <a:gd name="T13" fmla="*/ 11 h 312"/>
                  <a:gd name="T14" fmla="*/ 125 w 412"/>
                  <a:gd name="T15" fmla="*/ 20 h 312"/>
                  <a:gd name="T16" fmla="*/ 101 w 412"/>
                  <a:gd name="T17" fmla="*/ 29 h 312"/>
                  <a:gd name="T18" fmla="*/ 63 w 412"/>
                  <a:gd name="T19" fmla="*/ 31 h 312"/>
                  <a:gd name="T20" fmla="*/ 35 w 412"/>
                  <a:gd name="T21" fmla="*/ 11 h 312"/>
                  <a:gd name="T22" fmla="*/ 0 w 412"/>
                  <a:gd name="T23" fmla="*/ 0 h 312"/>
                  <a:gd name="T24" fmla="*/ 16 w 412"/>
                  <a:gd name="T25" fmla="*/ 53 h 312"/>
                  <a:gd name="T26" fmla="*/ 25 w 412"/>
                  <a:gd name="T27" fmla="*/ 87 h 312"/>
                  <a:gd name="T28" fmla="*/ 41 w 412"/>
                  <a:gd name="T29" fmla="*/ 110 h 312"/>
                  <a:gd name="T30" fmla="*/ 59 w 412"/>
                  <a:gd name="T31" fmla="*/ 146 h 312"/>
                  <a:gd name="T32" fmla="*/ 98 w 412"/>
                  <a:gd name="T33" fmla="*/ 177 h 312"/>
                  <a:gd name="T34" fmla="*/ 78 w 412"/>
                  <a:gd name="T35" fmla="*/ 129 h 312"/>
                  <a:gd name="T36" fmla="*/ 51 w 412"/>
                  <a:gd name="T37" fmla="*/ 83 h 312"/>
                  <a:gd name="T38" fmla="*/ 31 w 412"/>
                  <a:gd name="T39" fmla="*/ 45 h 312"/>
                  <a:gd name="T40" fmla="*/ 41 w 412"/>
                  <a:gd name="T41" fmla="*/ 28 h 312"/>
                  <a:gd name="T42" fmla="*/ 64 w 412"/>
                  <a:gd name="T43" fmla="*/ 49 h 312"/>
                  <a:gd name="T44" fmla="*/ 78 w 412"/>
                  <a:gd name="T45" fmla="*/ 88 h 312"/>
                  <a:gd name="T46" fmla="*/ 97 w 412"/>
                  <a:gd name="T47" fmla="*/ 112 h 312"/>
                  <a:gd name="T48" fmla="*/ 110 w 412"/>
                  <a:gd name="T49" fmla="*/ 132 h 312"/>
                  <a:gd name="T50" fmla="*/ 129 w 412"/>
                  <a:gd name="T51" fmla="*/ 158 h 312"/>
                  <a:gd name="T52" fmla="*/ 140 w 412"/>
                  <a:gd name="T53" fmla="*/ 172 h 312"/>
                  <a:gd name="T54" fmla="*/ 147 w 412"/>
                  <a:gd name="T55" fmla="*/ 207 h 312"/>
                  <a:gd name="T56" fmla="*/ 156 w 412"/>
                  <a:gd name="T57" fmla="*/ 230 h 312"/>
                  <a:gd name="T58" fmla="*/ 275 w 412"/>
                  <a:gd name="T59" fmla="*/ 295 h 312"/>
                  <a:gd name="T60" fmla="*/ 299 w 412"/>
                  <a:gd name="T61" fmla="*/ 291 h 312"/>
                  <a:gd name="T62" fmla="*/ 327 w 412"/>
                  <a:gd name="T63" fmla="*/ 311 h 312"/>
                  <a:gd name="T64" fmla="*/ 346 w 412"/>
                  <a:gd name="T65" fmla="*/ 290 h 312"/>
                  <a:gd name="T66" fmla="*/ 370 w 412"/>
                  <a:gd name="T67" fmla="*/ 263 h 312"/>
                  <a:gd name="T68" fmla="*/ 396 w 412"/>
                  <a:gd name="T69" fmla="*/ 250 h 312"/>
                  <a:gd name="T70" fmla="*/ 405 w 412"/>
                  <a:gd name="T71" fmla="*/ 218 h 312"/>
                  <a:gd name="T72" fmla="*/ 408 w 412"/>
                  <a:gd name="T73" fmla="*/ 200 h 312"/>
                  <a:gd name="T74" fmla="*/ 362 w 412"/>
                  <a:gd name="T75" fmla="*/ 208 h 312"/>
                  <a:gd name="T76" fmla="*/ 325 w 412"/>
                  <a:gd name="T77" fmla="*/ 245 h 312"/>
                  <a:gd name="T78" fmla="*/ 269 w 412"/>
                  <a:gd name="T79" fmla="*/ 229 h 312"/>
                  <a:gd name="T80" fmla="*/ 254 w 412"/>
                  <a:gd name="T81" fmla="*/ 160 h 312"/>
                  <a:gd name="T82" fmla="*/ 265 w 412"/>
                  <a:gd name="T83" fmla="*/ 11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12" h="312">
                    <a:moveTo>
                      <a:pt x="265" y="119"/>
                    </a:moveTo>
                    <a:lnTo>
                      <a:pt x="245" y="119"/>
                    </a:lnTo>
                    <a:lnTo>
                      <a:pt x="241" y="99"/>
                    </a:lnTo>
                    <a:lnTo>
                      <a:pt x="229" y="93"/>
                    </a:lnTo>
                    <a:lnTo>
                      <a:pt x="225" y="72"/>
                    </a:lnTo>
                    <a:lnTo>
                      <a:pt x="216" y="60"/>
                    </a:lnTo>
                    <a:lnTo>
                      <a:pt x="201" y="49"/>
                    </a:lnTo>
                    <a:lnTo>
                      <a:pt x="196" y="70"/>
                    </a:lnTo>
                    <a:lnTo>
                      <a:pt x="181" y="70"/>
                    </a:lnTo>
                    <a:lnTo>
                      <a:pt x="174" y="45"/>
                    </a:lnTo>
                    <a:lnTo>
                      <a:pt x="165" y="43"/>
                    </a:lnTo>
                    <a:lnTo>
                      <a:pt x="164" y="29"/>
                    </a:lnTo>
                    <a:lnTo>
                      <a:pt x="152" y="26"/>
                    </a:lnTo>
                    <a:lnTo>
                      <a:pt x="147" y="11"/>
                    </a:lnTo>
                    <a:lnTo>
                      <a:pt x="137" y="19"/>
                    </a:lnTo>
                    <a:lnTo>
                      <a:pt x="125" y="20"/>
                    </a:lnTo>
                    <a:lnTo>
                      <a:pt x="122" y="29"/>
                    </a:lnTo>
                    <a:lnTo>
                      <a:pt x="101" y="29"/>
                    </a:lnTo>
                    <a:lnTo>
                      <a:pt x="85" y="36"/>
                    </a:lnTo>
                    <a:lnTo>
                      <a:pt x="63" y="31"/>
                    </a:lnTo>
                    <a:lnTo>
                      <a:pt x="47" y="15"/>
                    </a:lnTo>
                    <a:lnTo>
                      <a:pt x="35" y="11"/>
                    </a:lnTo>
                    <a:lnTo>
                      <a:pt x="31" y="2"/>
                    </a:lnTo>
                    <a:lnTo>
                      <a:pt x="0" y="0"/>
                    </a:lnTo>
                    <a:lnTo>
                      <a:pt x="3" y="37"/>
                    </a:lnTo>
                    <a:lnTo>
                      <a:pt x="16" y="53"/>
                    </a:lnTo>
                    <a:lnTo>
                      <a:pt x="29" y="73"/>
                    </a:lnTo>
                    <a:lnTo>
                      <a:pt x="25" y="87"/>
                    </a:lnTo>
                    <a:lnTo>
                      <a:pt x="17" y="92"/>
                    </a:lnTo>
                    <a:lnTo>
                      <a:pt x="41" y="110"/>
                    </a:lnTo>
                    <a:lnTo>
                      <a:pt x="57" y="123"/>
                    </a:lnTo>
                    <a:lnTo>
                      <a:pt x="59" y="146"/>
                    </a:lnTo>
                    <a:lnTo>
                      <a:pt x="87" y="177"/>
                    </a:lnTo>
                    <a:lnTo>
                      <a:pt x="98" y="177"/>
                    </a:lnTo>
                    <a:lnTo>
                      <a:pt x="91" y="154"/>
                    </a:lnTo>
                    <a:lnTo>
                      <a:pt x="78" y="129"/>
                    </a:lnTo>
                    <a:lnTo>
                      <a:pt x="69" y="105"/>
                    </a:lnTo>
                    <a:lnTo>
                      <a:pt x="51" y="83"/>
                    </a:lnTo>
                    <a:lnTo>
                      <a:pt x="40" y="63"/>
                    </a:lnTo>
                    <a:lnTo>
                      <a:pt x="31" y="45"/>
                    </a:lnTo>
                    <a:lnTo>
                      <a:pt x="31" y="22"/>
                    </a:lnTo>
                    <a:lnTo>
                      <a:pt x="41" y="28"/>
                    </a:lnTo>
                    <a:lnTo>
                      <a:pt x="52" y="40"/>
                    </a:lnTo>
                    <a:lnTo>
                      <a:pt x="64" y="49"/>
                    </a:lnTo>
                    <a:lnTo>
                      <a:pt x="66" y="76"/>
                    </a:lnTo>
                    <a:lnTo>
                      <a:pt x="78" y="88"/>
                    </a:lnTo>
                    <a:lnTo>
                      <a:pt x="89" y="106"/>
                    </a:lnTo>
                    <a:lnTo>
                      <a:pt x="97" y="112"/>
                    </a:lnTo>
                    <a:lnTo>
                      <a:pt x="96" y="127"/>
                    </a:lnTo>
                    <a:lnTo>
                      <a:pt x="110" y="132"/>
                    </a:lnTo>
                    <a:lnTo>
                      <a:pt x="111" y="150"/>
                    </a:lnTo>
                    <a:lnTo>
                      <a:pt x="129" y="158"/>
                    </a:lnTo>
                    <a:lnTo>
                      <a:pt x="129" y="171"/>
                    </a:lnTo>
                    <a:lnTo>
                      <a:pt x="140" y="172"/>
                    </a:lnTo>
                    <a:lnTo>
                      <a:pt x="141" y="190"/>
                    </a:lnTo>
                    <a:lnTo>
                      <a:pt x="147" y="207"/>
                    </a:lnTo>
                    <a:lnTo>
                      <a:pt x="142" y="222"/>
                    </a:lnTo>
                    <a:lnTo>
                      <a:pt x="156" y="230"/>
                    </a:lnTo>
                    <a:lnTo>
                      <a:pt x="235" y="282"/>
                    </a:lnTo>
                    <a:lnTo>
                      <a:pt x="275" y="295"/>
                    </a:lnTo>
                    <a:lnTo>
                      <a:pt x="288" y="286"/>
                    </a:lnTo>
                    <a:lnTo>
                      <a:pt x="299" y="291"/>
                    </a:lnTo>
                    <a:lnTo>
                      <a:pt x="316" y="297"/>
                    </a:lnTo>
                    <a:lnTo>
                      <a:pt x="327" y="311"/>
                    </a:lnTo>
                    <a:lnTo>
                      <a:pt x="333" y="293"/>
                    </a:lnTo>
                    <a:lnTo>
                      <a:pt x="346" y="290"/>
                    </a:lnTo>
                    <a:lnTo>
                      <a:pt x="348" y="272"/>
                    </a:lnTo>
                    <a:lnTo>
                      <a:pt x="370" y="263"/>
                    </a:lnTo>
                    <a:lnTo>
                      <a:pt x="378" y="260"/>
                    </a:lnTo>
                    <a:lnTo>
                      <a:pt x="396" y="250"/>
                    </a:lnTo>
                    <a:lnTo>
                      <a:pt x="406" y="237"/>
                    </a:lnTo>
                    <a:lnTo>
                      <a:pt x="405" y="218"/>
                    </a:lnTo>
                    <a:lnTo>
                      <a:pt x="411" y="214"/>
                    </a:lnTo>
                    <a:lnTo>
                      <a:pt x="408" y="200"/>
                    </a:lnTo>
                    <a:lnTo>
                      <a:pt x="375" y="197"/>
                    </a:lnTo>
                    <a:lnTo>
                      <a:pt x="362" y="208"/>
                    </a:lnTo>
                    <a:lnTo>
                      <a:pt x="347" y="238"/>
                    </a:lnTo>
                    <a:lnTo>
                      <a:pt x="325" y="245"/>
                    </a:lnTo>
                    <a:lnTo>
                      <a:pt x="293" y="246"/>
                    </a:lnTo>
                    <a:lnTo>
                      <a:pt x="269" y="229"/>
                    </a:lnTo>
                    <a:lnTo>
                      <a:pt x="262" y="188"/>
                    </a:lnTo>
                    <a:lnTo>
                      <a:pt x="254" y="160"/>
                    </a:lnTo>
                    <a:lnTo>
                      <a:pt x="261" y="139"/>
                    </a:lnTo>
                    <a:lnTo>
                      <a:pt x="265" y="119"/>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298" name="Freeform 48">
                <a:extLst>
                  <a:ext uri="{FF2B5EF4-FFF2-40B4-BE49-F238E27FC236}">
                    <a16:creationId xmlns:a16="http://schemas.microsoft.com/office/drawing/2014/main" id="{AC46C5A4-B5C7-4E3B-A8EA-E6E982A2C202}"/>
                  </a:ext>
                </a:extLst>
              </p:cNvPr>
              <p:cNvSpPr>
                <a:spLocks/>
              </p:cNvSpPr>
              <p:nvPr/>
            </p:nvSpPr>
            <p:spPr bwMode="auto">
              <a:xfrm>
                <a:off x="3586316" y="3825241"/>
                <a:ext cx="172973" cy="84939"/>
              </a:xfrm>
              <a:custGeom>
                <a:avLst/>
                <a:gdLst>
                  <a:gd name="T0" fmla="*/ 15 w 98"/>
                  <a:gd name="T1" fmla="*/ 8 h 49"/>
                  <a:gd name="T2" fmla="*/ 13 w 98"/>
                  <a:gd name="T3" fmla="*/ 20 h 49"/>
                  <a:gd name="T4" fmla="*/ 3 w 98"/>
                  <a:gd name="T5" fmla="*/ 20 h 49"/>
                  <a:gd name="T6" fmla="*/ 0 w 98"/>
                  <a:gd name="T7" fmla="*/ 34 h 49"/>
                  <a:gd name="T8" fmla="*/ 11 w 98"/>
                  <a:gd name="T9" fmla="*/ 29 h 49"/>
                  <a:gd name="T10" fmla="*/ 27 w 98"/>
                  <a:gd name="T11" fmla="*/ 29 h 49"/>
                  <a:gd name="T12" fmla="*/ 29 w 98"/>
                  <a:gd name="T13" fmla="*/ 48 h 49"/>
                  <a:gd name="T14" fmla="*/ 42 w 98"/>
                  <a:gd name="T15" fmla="*/ 40 h 49"/>
                  <a:gd name="T16" fmla="*/ 61 w 98"/>
                  <a:gd name="T17" fmla="*/ 40 h 49"/>
                  <a:gd name="T18" fmla="*/ 66 w 98"/>
                  <a:gd name="T19" fmla="*/ 25 h 49"/>
                  <a:gd name="T20" fmla="*/ 88 w 98"/>
                  <a:gd name="T21" fmla="*/ 25 h 49"/>
                  <a:gd name="T22" fmla="*/ 97 w 98"/>
                  <a:gd name="T23" fmla="*/ 14 h 49"/>
                  <a:gd name="T24" fmla="*/ 82 w 98"/>
                  <a:gd name="T25" fmla="*/ 10 h 49"/>
                  <a:gd name="T26" fmla="*/ 73 w 98"/>
                  <a:gd name="T27" fmla="*/ 1 h 49"/>
                  <a:gd name="T28" fmla="*/ 50 w 98"/>
                  <a:gd name="T29" fmla="*/ 1 h 49"/>
                  <a:gd name="T30" fmla="*/ 40 w 98"/>
                  <a:gd name="T31" fmla="*/ 8 h 49"/>
                  <a:gd name="T32" fmla="*/ 35 w 98"/>
                  <a:gd name="T33" fmla="*/ 0 h 49"/>
                  <a:gd name="T34" fmla="*/ 24 w 98"/>
                  <a:gd name="T35" fmla="*/ 7 h 49"/>
                  <a:gd name="T36" fmla="*/ 15 w 98"/>
                  <a:gd name="T37"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8" h="49">
                    <a:moveTo>
                      <a:pt x="15" y="8"/>
                    </a:moveTo>
                    <a:lnTo>
                      <a:pt x="13" y="20"/>
                    </a:lnTo>
                    <a:lnTo>
                      <a:pt x="3" y="20"/>
                    </a:lnTo>
                    <a:lnTo>
                      <a:pt x="0" y="34"/>
                    </a:lnTo>
                    <a:lnTo>
                      <a:pt x="11" y="29"/>
                    </a:lnTo>
                    <a:lnTo>
                      <a:pt x="27" y="29"/>
                    </a:lnTo>
                    <a:lnTo>
                      <a:pt x="29" y="48"/>
                    </a:lnTo>
                    <a:lnTo>
                      <a:pt x="42" y="40"/>
                    </a:lnTo>
                    <a:lnTo>
                      <a:pt x="61" y="40"/>
                    </a:lnTo>
                    <a:lnTo>
                      <a:pt x="66" y="25"/>
                    </a:lnTo>
                    <a:lnTo>
                      <a:pt x="88" y="25"/>
                    </a:lnTo>
                    <a:lnTo>
                      <a:pt x="97" y="14"/>
                    </a:lnTo>
                    <a:lnTo>
                      <a:pt x="82" y="10"/>
                    </a:lnTo>
                    <a:lnTo>
                      <a:pt x="73" y="1"/>
                    </a:lnTo>
                    <a:lnTo>
                      <a:pt x="50" y="1"/>
                    </a:lnTo>
                    <a:lnTo>
                      <a:pt x="40" y="8"/>
                    </a:lnTo>
                    <a:lnTo>
                      <a:pt x="35" y="0"/>
                    </a:lnTo>
                    <a:lnTo>
                      <a:pt x="24" y="7"/>
                    </a:lnTo>
                    <a:lnTo>
                      <a:pt x="15" y="8"/>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299" name="Freeform 49">
                <a:extLst>
                  <a:ext uri="{FF2B5EF4-FFF2-40B4-BE49-F238E27FC236}">
                    <a16:creationId xmlns:a16="http://schemas.microsoft.com/office/drawing/2014/main" id="{706A245F-F734-4B3D-86EE-D5C6D119272E}"/>
                  </a:ext>
                </a:extLst>
              </p:cNvPr>
              <p:cNvSpPr>
                <a:spLocks/>
              </p:cNvSpPr>
              <p:nvPr/>
            </p:nvSpPr>
            <p:spPr bwMode="auto">
              <a:xfrm>
                <a:off x="3636635" y="3869284"/>
                <a:ext cx="116364" cy="113253"/>
              </a:xfrm>
              <a:custGeom>
                <a:avLst/>
                <a:gdLst>
                  <a:gd name="T0" fmla="*/ 60 w 66"/>
                  <a:gd name="T1" fmla="*/ 0 h 63"/>
                  <a:gd name="T2" fmla="*/ 38 w 66"/>
                  <a:gd name="T3" fmla="*/ 0 h 63"/>
                  <a:gd name="T4" fmla="*/ 33 w 66"/>
                  <a:gd name="T5" fmla="*/ 14 h 63"/>
                  <a:gd name="T6" fmla="*/ 14 w 66"/>
                  <a:gd name="T7" fmla="*/ 15 h 63"/>
                  <a:gd name="T8" fmla="*/ 0 w 66"/>
                  <a:gd name="T9" fmla="*/ 23 h 63"/>
                  <a:gd name="T10" fmla="*/ 8 w 66"/>
                  <a:gd name="T11" fmla="*/ 31 h 63"/>
                  <a:gd name="T12" fmla="*/ 15 w 66"/>
                  <a:gd name="T13" fmla="*/ 49 h 63"/>
                  <a:gd name="T14" fmla="*/ 25 w 66"/>
                  <a:gd name="T15" fmla="*/ 60 h 63"/>
                  <a:gd name="T16" fmla="*/ 56 w 66"/>
                  <a:gd name="T17" fmla="*/ 62 h 63"/>
                  <a:gd name="T18" fmla="*/ 60 w 66"/>
                  <a:gd name="T19" fmla="*/ 18 h 63"/>
                  <a:gd name="T20" fmla="*/ 65 w 66"/>
                  <a:gd name="T21" fmla="*/ 7 h 63"/>
                  <a:gd name="T22" fmla="*/ 60 w 66"/>
                  <a:gd name="T23"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63">
                    <a:moveTo>
                      <a:pt x="60" y="0"/>
                    </a:moveTo>
                    <a:lnTo>
                      <a:pt x="38" y="0"/>
                    </a:lnTo>
                    <a:lnTo>
                      <a:pt x="33" y="14"/>
                    </a:lnTo>
                    <a:lnTo>
                      <a:pt x="14" y="15"/>
                    </a:lnTo>
                    <a:lnTo>
                      <a:pt x="0" y="23"/>
                    </a:lnTo>
                    <a:lnTo>
                      <a:pt x="8" y="31"/>
                    </a:lnTo>
                    <a:lnTo>
                      <a:pt x="15" y="49"/>
                    </a:lnTo>
                    <a:lnTo>
                      <a:pt x="25" y="60"/>
                    </a:lnTo>
                    <a:lnTo>
                      <a:pt x="56" y="62"/>
                    </a:lnTo>
                    <a:lnTo>
                      <a:pt x="60" y="18"/>
                    </a:lnTo>
                    <a:lnTo>
                      <a:pt x="65" y="7"/>
                    </a:lnTo>
                    <a:lnTo>
                      <a:pt x="60"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00" name="Freeform 52">
                <a:extLst>
                  <a:ext uri="{FF2B5EF4-FFF2-40B4-BE49-F238E27FC236}">
                    <a16:creationId xmlns:a16="http://schemas.microsoft.com/office/drawing/2014/main" id="{AF2CEBFD-AAC9-48B0-BCFD-A6A6DBDCBF4A}"/>
                  </a:ext>
                </a:extLst>
              </p:cNvPr>
              <p:cNvSpPr>
                <a:spLocks/>
              </p:cNvSpPr>
              <p:nvPr/>
            </p:nvSpPr>
            <p:spPr bwMode="auto">
              <a:xfrm>
                <a:off x="3881943" y="3741875"/>
                <a:ext cx="61327" cy="33032"/>
              </a:xfrm>
              <a:custGeom>
                <a:avLst/>
                <a:gdLst>
                  <a:gd name="T0" fmla="*/ 8 w 34"/>
                  <a:gd name="T1" fmla="*/ 0 h 18"/>
                  <a:gd name="T2" fmla="*/ 19 w 34"/>
                  <a:gd name="T3" fmla="*/ 0 h 18"/>
                  <a:gd name="T4" fmla="*/ 33 w 34"/>
                  <a:gd name="T5" fmla="*/ 6 h 18"/>
                  <a:gd name="T6" fmla="*/ 29 w 34"/>
                  <a:gd name="T7" fmla="*/ 16 h 18"/>
                  <a:gd name="T8" fmla="*/ 11 w 34"/>
                  <a:gd name="T9" fmla="*/ 17 h 18"/>
                  <a:gd name="T10" fmla="*/ 0 w 34"/>
                  <a:gd name="T11" fmla="*/ 9 h 18"/>
                  <a:gd name="T12" fmla="*/ 8 w 34"/>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34" h="18">
                    <a:moveTo>
                      <a:pt x="8" y="0"/>
                    </a:moveTo>
                    <a:lnTo>
                      <a:pt x="19" y="0"/>
                    </a:lnTo>
                    <a:lnTo>
                      <a:pt x="33" y="6"/>
                    </a:lnTo>
                    <a:lnTo>
                      <a:pt x="29" y="16"/>
                    </a:lnTo>
                    <a:lnTo>
                      <a:pt x="11" y="17"/>
                    </a:lnTo>
                    <a:lnTo>
                      <a:pt x="0" y="9"/>
                    </a:lnTo>
                    <a:lnTo>
                      <a:pt x="8"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01" name="Freeform 53">
                <a:extLst>
                  <a:ext uri="{FF2B5EF4-FFF2-40B4-BE49-F238E27FC236}">
                    <a16:creationId xmlns:a16="http://schemas.microsoft.com/office/drawing/2014/main" id="{39F86124-31C9-49A3-9AE7-80C35ECF8C34}"/>
                  </a:ext>
                </a:extLst>
              </p:cNvPr>
              <p:cNvSpPr>
                <a:spLocks/>
              </p:cNvSpPr>
              <p:nvPr/>
            </p:nvSpPr>
            <p:spPr bwMode="auto">
              <a:xfrm>
                <a:off x="4043909" y="3699405"/>
                <a:ext cx="102211" cy="70783"/>
              </a:xfrm>
              <a:custGeom>
                <a:avLst/>
                <a:gdLst>
                  <a:gd name="T0" fmla="*/ 0 w 57"/>
                  <a:gd name="T1" fmla="*/ 40 h 41"/>
                  <a:gd name="T2" fmla="*/ 5 w 57"/>
                  <a:gd name="T3" fmla="*/ 29 h 41"/>
                  <a:gd name="T4" fmla="*/ 5 w 57"/>
                  <a:gd name="T5" fmla="*/ 8 h 41"/>
                  <a:gd name="T6" fmla="*/ 5 w 57"/>
                  <a:gd name="T7" fmla="*/ 0 h 41"/>
                  <a:gd name="T8" fmla="*/ 18 w 57"/>
                  <a:gd name="T9" fmla="*/ 2 h 41"/>
                  <a:gd name="T10" fmla="*/ 23 w 57"/>
                  <a:gd name="T11" fmla="*/ 9 h 41"/>
                  <a:gd name="T12" fmla="*/ 29 w 57"/>
                  <a:gd name="T13" fmla="*/ 11 h 41"/>
                  <a:gd name="T14" fmla="*/ 36 w 57"/>
                  <a:gd name="T15" fmla="*/ 11 h 41"/>
                  <a:gd name="T16" fmla="*/ 39 w 57"/>
                  <a:gd name="T17" fmla="*/ 20 h 41"/>
                  <a:gd name="T18" fmla="*/ 47 w 57"/>
                  <a:gd name="T19" fmla="*/ 24 h 41"/>
                  <a:gd name="T20" fmla="*/ 56 w 57"/>
                  <a:gd name="T21" fmla="*/ 31 h 41"/>
                  <a:gd name="T22" fmla="*/ 53 w 57"/>
                  <a:gd name="T23" fmla="*/ 37 h 41"/>
                  <a:gd name="T24" fmla="*/ 40 w 57"/>
                  <a:gd name="T25" fmla="*/ 38 h 41"/>
                  <a:gd name="T26" fmla="*/ 18 w 57"/>
                  <a:gd name="T27" fmla="*/ 37 h 41"/>
                  <a:gd name="T28" fmla="*/ 0 w 57"/>
                  <a:gd name="T29" fmla="*/ 4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41">
                    <a:moveTo>
                      <a:pt x="0" y="40"/>
                    </a:moveTo>
                    <a:lnTo>
                      <a:pt x="5" y="29"/>
                    </a:lnTo>
                    <a:lnTo>
                      <a:pt x="5" y="8"/>
                    </a:lnTo>
                    <a:lnTo>
                      <a:pt x="5" y="0"/>
                    </a:lnTo>
                    <a:lnTo>
                      <a:pt x="18" y="2"/>
                    </a:lnTo>
                    <a:lnTo>
                      <a:pt x="23" y="9"/>
                    </a:lnTo>
                    <a:lnTo>
                      <a:pt x="29" y="11"/>
                    </a:lnTo>
                    <a:lnTo>
                      <a:pt x="36" y="11"/>
                    </a:lnTo>
                    <a:lnTo>
                      <a:pt x="39" y="20"/>
                    </a:lnTo>
                    <a:lnTo>
                      <a:pt x="47" y="24"/>
                    </a:lnTo>
                    <a:lnTo>
                      <a:pt x="56" y="31"/>
                    </a:lnTo>
                    <a:lnTo>
                      <a:pt x="53" y="37"/>
                    </a:lnTo>
                    <a:lnTo>
                      <a:pt x="40" y="38"/>
                    </a:lnTo>
                    <a:lnTo>
                      <a:pt x="18" y="37"/>
                    </a:lnTo>
                    <a:lnTo>
                      <a:pt x="0" y="4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02" name="Freeform 54">
                <a:extLst>
                  <a:ext uri="{FF2B5EF4-FFF2-40B4-BE49-F238E27FC236}">
                    <a16:creationId xmlns:a16="http://schemas.microsoft.com/office/drawing/2014/main" id="{953981FE-245B-41FF-88D7-BE9D51C876A9}"/>
                  </a:ext>
                </a:extLst>
              </p:cNvPr>
              <p:cNvSpPr>
                <a:spLocks/>
              </p:cNvSpPr>
              <p:nvPr/>
            </p:nvSpPr>
            <p:spPr bwMode="auto">
              <a:xfrm>
                <a:off x="4163417" y="3746593"/>
                <a:ext cx="40885" cy="28313"/>
              </a:xfrm>
              <a:custGeom>
                <a:avLst/>
                <a:gdLst>
                  <a:gd name="T0" fmla="*/ 8 w 23"/>
                  <a:gd name="T1" fmla="*/ 2 h 16"/>
                  <a:gd name="T2" fmla="*/ 0 w 23"/>
                  <a:gd name="T3" fmla="*/ 7 h 16"/>
                  <a:gd name="T4" fmla="*/ 6 w 23"/>
                  <a:gd name="T5" fmla="*/ 11 h 16"/>
                  <a:gd name="T6" fmla="*/ 14 w 23"/>
                  <a:gd name="T7" fmla="*/ 15 h 16"/>
                  <a:gd name="T8" fmla="*/ 22 w 23"/>
                  <a:gd name="T9" fmla="*/ 11 h 16"/>
                  <a:gd name="T10" fmla="*/ 22 w 23"/>
                  <a:gd name="T11" fmla="*/ 0 h 16"/>
                  <a:gd name="T12" fmla="*/ 8 w 23"/>
                  <a:gd name="T13" fmla="*/ 2 h 16"/>
                </a:gdLst>
                <a:ahLst/>
                <a:cxnLst>
                  <a:cxn ang="0">
                    <a:pos x="T0" y="T1"/>
                  </a:cxn>
                  <a:cxn ang="0">
                    <a:pos x="T2" y="T3"/>
                  </a:cxn>
                  <a:cxn ang="0">
                    <a:pos x="T4" y="T5"/>
                  </a:cxn>
                  <a:cxn ang="0">
                    <a:pos x="T6" y="T7"/>
                  </a:cxn>
                  <a:cxn ang="0">
                    <a:pos x="T8" y="T9"/>
                  </a:cxn>
                  <a:cxn ang="0">
                    <a:pos x="T10" y="T11"/>
                  </a:cxn>
                  <a:cxn ang="0">
                    <a:pos x="T12" y="T13"/>
                  </a:cxn>
                </a:cxnLst>
                <a:rect l="0" t="0" r="r" b="b"/>
                <a:pathLst>
                  <a:path w="23" h="16">
                    <a:moveTo>
                      <a:pt x="8" y="2"/>
                    </a:moveTo>
                    <a:lnTo>
                      <a:pt x="0" y="7"/>
                    </a:lnTo>
                    <a:lnTo>
                      <a:pt x="6" y="11"/>
                    </a:lnTo>
                    <a:lnTo>
                      <a:pt x="14" y="15"/>
                    </a:lnTo>
                    <a:lnTo>
                      <a:pt x="22" y="11"/>
                    </a:lnTo>
                    <a:lnTo>
                      <a:pt x="22" y="0"/>
                    </a:lnTo>
                    <a:lnTo>
                      <a:pt x="8" y="2"/>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03" name="Freeform 60">
                <a:extLst>
                  <a:ext uri="{FF2B5EF4-FFF2-40B4-BE49-F238E27FC236}">
                    <a16:creationId xmlns:a16="http://schemas.microsoft.com/office/drawing/2014/main" id="{71E9EC58-F3B6-4839-86ED-DEC4C3A21911}"/>
                  </a:ext>
                </a:extLst>
              </p:cNvPr>
              <p:cNvSpPr>
                <a:spLocks/>
              </p:cNvSpPr>
              <p:nvPr/>
            </p:nvSpPr>
            <p:spPr bwMode="auto">
              <a:xfrm>
                <a:off x="3600468" y="3756031"/>
                <a:ext cx="48747" cy="83367"/>
              </a:xfrm>
              <a:custGeom>
                <a:avLst/>
                <a:gdLst>
                  <a:gd name="T0" fmla="*/ 2 w 29"/>
                  <a:gd name="T1" fmla="*/ 13 h 48"/>
                  <a:gd name="T2" fmla="*/ 10 w 29"/>
                  <a:gd name="T3" fmla="*/ 10 h 48"/>
                  <a:gd name="T4" fmla="*/ 28 w 29"/>
                  <a:gd name="T5" fmla="*/ 0 h 48"/>
                  <a:gd name="T6" fmla="*/ 25 w 29"/>
                  <a:gd name="T7" fmla="*/ 19 h 48"/>
                  <a:gd name="T8" fmla="*/ 28 w 29"/>
                  <a:gd name="T9" fmla="*/ 39 h 48"/>
                  <a:gd name="T10" fmla="*/ 18 w 29"/>
                  <a:gd name="T11" fmla="*/ 46 h 48"/>
                  <a:gd name="T12" fmla="*/ 8 w 29"/>
                  <a:gd name="T13" fmla="*/ 47 h 48"/>
                  <a:gd name="T14" fmla="*/ 0 w 29"/>
                  <a:gd name="T15" fmla="*/ 45 h 48"/>
                  <a:gd name="T16" fmla="*/ 0 w 29"/>
                  <a:gd name="T17" fmla="*/ 32 h 48"/>
                  <a:gd name="T18" fmla="*/ 2 w 29"/>
                  <a:gd name="T19" fmla="*/ 1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48">
                    <a:moveTo>
                      <a:pt x="2" y="13"/>
                    </a:moveTo>
                    <a:lnTo>
                      <a:pt x="10" y="10"/>
                    </a:lnTo>
                    <a:lnTo>
                      <a:pt x="28" y="0"/>
                    </a:lnTo>
                    <a:lnTo>
                      <a:pt x="25" y="19"/>
                    </a:lnTo>
                    <a:lnTo>
                      <a:pt x="28" y="39"/>
                    </a:lnTo>
                    <a:lnTo>
                      <a:pt x="18" y="46"/>
                    </a:lnTo>
                    <a:lnTo>
                      <a:pt x="8" y="47"/>
                    </a:lnTo>
                    <a:lnTo>
                      <a:pt x="0" y="45"/>
                    </a:lnTo>
                    <a:lnTo>
                      <a:pt x="0" y="32"/>
                    </a:lnTo>
                    <a:lnTo>
                      <a:pt x="2" y="13"/>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04" name="Freeform 61">
                <a:extLst>
                  <a:ext uri="{FF2B5EF4-FFF2-40B4-BE49-F238E27FC236}">
                    <a16:creationId xmlns:a16="http://schemas.microsoft.com/office/drawing/2014/main" id="{C4B553CF-6726-4337-8A5D-99E6892AB6B8}"/>
                  </a:ext>
                </a:extLst>
              </p:cNvPr>
              <p:cNvSpPr>
                <a:spLocks/>
              </p:cNvSpPr>
              <p:nvPr/>
            </p:nvSpPr>
            <p:spPr bwMode="auto">
              <a:xfrm>
                <a:off x="3677520" y="3976245"/>
                <a:ext cx="86487" cy="53480"/>
              </a:xfrm>
              <a:custGeom>
                <a:avLst/>
                <a:gdLst>
                  <a:gd name="T0" fmla="*/ 33 w 49"/>
                  <a:gd name="T1" fmla="*/ 2 h 31"/>
                  <a:gd name="T2" fmla="*/ 1 w 49"/>
                  <a:gd name="T3" fmla="*/ 0 h 31"/>
                  <a:gd name="T4" fmla="*/ 0 w 49"/>
                  <a:gd name="T5" fmla="*/ 12 h 31"/>
                  <a:gd name="T6" fmla="*/ 7 w 49"/>
                  <a:gd name="T7" fmla="*/ 23 h 31"/>
                  <a:gd name="T8" fmla="*/ 35 w 49"/>
                  <a:gd name="T9" fmla="*/ 30 h 31"/>
                  <a:gd name="T10" fmla="*/ 48 w 49"/>
                  <a:gd name="T11" fmla="*/ 23 h 31"/>
                  <a:gd name="T12" fmla="*/ 47 w 49"/>
                  <a:gd name="T13" fmla="*/ 10 h 31"/>
                  <a:gd name="T14" fmla="*/ 33 w 49"/>
                  <a:gd name="T15" fmla="*/ 2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31">
                    <a:moveTo>
                      <a:pt x="33" y="2"/>
                    </a:moveTo>
                    <a:lnTo>
                      <a:pt x="1" y="0"/>
                    </a:lnTo>
                    <a:lnTo>
                      <a:pt x="0" y="12"/>
                    </a:lnTo>
                    <a:lnTo>
                      <a:pt x="7" y="23"/>
                    </a:lnTo>
                    <a:lnTo>
                      <a:pt x="35" y="30"/>
                    </a:lnTo>
                    <a:lnTo>
                      <a:pt x="48" y="23"/>
                    </a:lnTo>
                    <a:lnTo>
                      <a:pt x="47" y="10"/>
                    </a:lnTo>
                    <a:lnTo>
                      <a:pt x="33" y="2"/>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05" name="Freeform 67">
                <a:extLst>
                  <a:ext uri="{FF2B5EF4-FFF2-40B4-BE49-F238E27FC236}">
                    <a16:creationId xmlns:a16="http://schemas.microsoft.com/office/drawing/2014/main" id="{295026CB-AA68-4239-88D5-CDC0573D084C}"/>
                  </a:ext>
                </a:extLst>
              </p:cNvPr>
              <p:cNvSpPr>
                <a:spLocks/>
              </p:cNvSpPr>
              <p:nvPr/>
            </p:nvSpPr>
            <p:spPr bwMode="auto">
              <a:xfrm>
                <a:off x="4622583" y="1961291"/>
                <a:ext cx="64472" cy="31459"/>
              </a:xfrm>
              <a:custGeom>
                <a:avLst/>
                <a:gdLst>
                  <a:gd name="T0" fmla="*/ 10 w 36"/>
                  <a:gd name="T1" fmla="*/ 0 h 18"/>
                  <a:gd name="T2" fmla="*/ 0 w 36"/>
                  <a:gd name="T3" fmla="*/ 17 h 18"/>
                  <a:gd name="T4" fmla="*/ 17 w 36"/>
                  <a:gd name="T5" fmla="*/ 17 h 18"/>
                  <a:gd name="T6" fmla="*/ 35 w 36"/>
                  <a:gd name="T7" fmla="*/ 10 h 18"/>
                  <a:gd name="T8" fmla="*/ 10 w 36"/>
                  <a:gd name="T9" fmla="*/ 0 h 18"/>
                </a:gdLst>
                <a:ahLst/>
                <a:cxnLst>
                  <a:cxn ang="0">
                    <a:pos x="T0" y="T1"/>
                  </a:cxn>
                  <a:cxn ang="0">
                    <a:pos x="T2" y="T3"/>
                  </a:cxn>
                  <a:cxn ang="0">
                    <a:pos x="T4" y="T5"/>
                  </a:cxn>
                  <a:cxn ang="0">
                    <a:pos x="T6" y="T7"/>
                  </a:cxn>
                  <a:cxn ang="0">
                    <a:pos x="T8" y="T9"/>
                  </a:cxn>
                </a:cxnLst>
                <a:rect l="0" t="0" r="r" b="b"/>
                <a:pathLst>
                  <a:path w="36" h="18">
                    <a:moveTo>
                      <a:pt x="10" y="0"/>
                    </a:moveTo>
                    <a:lnTo>
                      <a:pt x="0" y="17"/>
                    </a:lnTo>
                    <a:lnTo>
                      <a:pt x="17" y="17"/>
                    </a:lnTo>
                    <a:lnTo>
                      <a:pt x="35" y="10"/>
                    </a:lnTo>
                    <a:lnTo>
                      <a:pt x="10"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06" name="Freeform 68">
                <a:extLst>
                  <a:ext uri="{FF2B5EF4-FFF2-40B4-BE49-F238E27FC236}">
                    <a16:creationId xmlns:a16="http://schemas.microsoft.com/office/drawing/2014/main" id="{9F69B87F-A9BE-4F48-BACC-B3ED2360E9FE}"/>
                  </a:ext>
                </a:extLst>
              </p:cNvPr>
              <p:cNvSpPr>
                <a:spLocks/>
              </p:cNvSpPr>
              <p:nvPr/>
            </p:nvSpPr>
            <p:spPr bwMode="auto">
              <a:xfrm>
                <a:off x="1968230" y="1912530"/>
                <a:ext cx="839706" cy="690527"/>
              </a:xfrm>
              <a:custGeom>
                <a:avLst/>
                <a:gdLst>
                  <a:gd name="T0" fmla="*/ 229 w 476"/>
                  <a:gd name="T1" fmla="*/ 10 h 391"/>
                  <a:gd name="T2" fmla="*/ 191 w 476"/>
                  <a:gd name="T3" fmla="*/ 25 h 391"/>
                  <a:gd name="T4" fmla="*/ 143 w 476"/>
                  <a:gd name="T5" fmla="*/ 55 h 391"/>
                  <a:gd name="T6" fmla="*/ 88 w 476"/>
                  <a:gd name="T7" fmla="*/ 75 h 391"/>
                  <a:gd name="T8" fmla="*/ 158 w 476"/>
                  <a:gd name="T9" fmla="*/ 112 h 391"/>
                  <a:gd name="T10" fmla="*/ 108 w 476"/>
                  <a:gd name="T11" fmla="*/ 122 h 391"/>
                  <a:gd name="T12" fmla="*/ 83 w 476"/>
                  <a:gd name="T13" fmla="*/ 115 h 391"/>
                  <a:gd name="T14" fmla="*/ 58 w 476"/>
                  <a:gd name="T15" fmla="*/ 125 h 391"/>
                  <a:gd name="T16" fmla="*/ 66 w 476"/>
                  <a:gd name="T17" fmla="*/ 143 h 391"/>
                  <a:gd name="T18" fmla="*/ 74 w 476"/>
                  <a:gd name="T19" fmla="*/ 165 h 391"/>
                  <a:gd name="T20" fmla="*/ 123 w 476"/>
                  <a:gd name="T21" fmla="*/ 153 h 391"/>
                  <a:gd name="T22" fmla="*/ 121 w 476"/>
                  <a:gd name="T23" fmla="*/ 167 h 391"/>
                  <a:gd name="T24" fmla="*/ 96 w 476"/>
                  <a:gd name="T25" fmla="*/ 185 h 391"/>
                  <a:gd name="T26" fmla="*/ 79 w 476"/>
                  <a:gd name="T27" fmla="*/ 190 h 391"/>
                  <a:gd name="T28" fmla="*/ 56 w 476"/>
                  <a:gd name="T29" fmla="*/ 215 h 391"/>
                  <a:gd name="T30" fmla="*/ 43 w 476"/>
                  <a:gd name="T31" fmla="*/ 238 h 391"/>
                  <a:gd name="T32" fmla="*/ 38 w 476"/>
                  <a:gd name="T33" fmla="*/ 253 h 391"/>
                  <a:gd name="T34" fmla="*/ 66 w 476"/>
                  <a:gd name="T35" fmla="*/ 265 h 391"/>
                  <a:gd name="T36" fmla="*/ 74 w 476"/>
                  <a:gd name="T37" fmla="*/ 273 h 391"/>
                  <a:gd name="T38" fmla="*/ 68 w 476"/>
                  <a:gd name="T39" fmla="*/ 301 h 391"/>
                  <a:gd name="T40" fmla="*/ 98 w 476"/>
                  <a:gd name="T41" fmla="*/ 299 h 391"/>
                  <a:gd name="T42" fmla="*/ 119 w 476"/>
                  <a:gd name="T43" fmla="*/ 316 h 391"/>
                  <a:gd name="T44" fmla="*/ 20 w 476"/>
                  <a:gd name="T45" fmla="*/ 373 h 391"/>
                  <a:gd name="T46" fmla="*/ 1 w 476"/>
                  <a:gd name="T47" fmla="*/ 390 h 391"/>
                  <a:gd name="T48" fmla="*/ 138 w 476"/>
                  <a:gd name="T49" fmla="*/ 330 h 391"/>
                  <a:gd name="T50" fmla="*/ 157 w 476"/>
                  <a:gd name="T51" fmla="*/ 315 h 391"/>
                  <a:gd name="T52" fmla="*/ 174 w 476"/>
                  <a:gd name="T53" fmla="*/ 289 h 391"/>
                  <a:gd name="T54" fmla="*/ 223 w 476"/>
                  <a:gd name="T55" fmla="*/ 235 h 391"/>
                  <a:gd name="T56" fmla="*/ 209 w 476"/>
                  <a:gd name="T57" fmla="*/ 268 h 391"/>
                  <a:gd name="T58" fmla="*/ 206 w 476"/>
                  <a:gd name="T59" fmla="*/ 285 h 391"/>
                  <a:gd name="T60" fmla="*/ 221 w 476"/>
                  <a:gd name="T61" fmla="*/ 293 h 391"/>
                  <a:gd name="T62" fmla="*/ 229 w 476"/>
                  <a:gd name="T63" fmla="*/ 291 h 391"/>
                  <a:gd name="T64" fmla="*/ 236 w 476"/>
                  <a:gd name="T65" fmla="*/ 285 h 391"/>
                  <a:gd name="T66" fmla="*/ 244 w 476"/>
                  <a:gd name="T67" fmla="*/ 278 h 391"/>
                  <a:gd name="T68" fmla="*/ 249 w 476"/>
                  <a:gd name="T69" fmla="*/ 271 h 391"/>
                  <a:gd name="T70" fmla="*/ 251 w 476"/>
                  <a:gd name="T71" fmla="*/ 268 h 391"/>
                  <a:gd name="T72" fmla="*/ 264 w 476"/>
                  <a:gd name="T73" fmla="*/ 260 h 391"/>
                  <a:gd name="T74" fmla="*/ 285 w 476"/>
                  <a:gd name="T75" fmla="*/ 238 h 391"/>
                  <a:gd name="T76" fmla="*/ 303 w 476"/>
                  <a:gd name="T77" fmla="*/ 249 h 391"/>
                  <a:gd name="T78" fmla="*/ 347 w 476"/>
                  <a:gd name="T79" fmla="*/ 264 h 391"/>
                  <a:gd name="T80" fmla="*/ 353 w 476"/>
                  <a:gd name="T81" fmla="*/ 276 h 391"/>
                  <a:gd name="T82" fmla="*/ 370 w 476"/>
                  <a:gd name="T83" fmla="*/ 291 h 391"/>
                  <a:gd name="T84" fmla="*/ 385 w 476"/>
                  <a:gd name="T85" fmla="*/ 301 h 391"/>
                  <a:gd name="T86" fmla="*/ 403 w 476"/>
                  <a:gd name="T87" fmla="*/ 297 h 391"/>
                  <a:gd name="T88" fmla="*/ 417 w 476"/>
                  <a:gd name="T89" fmla="*/ 312 h 391"/>
                  <a:gd name="T90" fmla="*/ 429 w 476"/>
                  <a:gd name="T91" fmla="*/ 308 h 391"/>
                  <a:gd name="T92" fmla="*/ 428 w 476"/>
                  <a:gd name="T93" fmla="*/ 328 h 391"/>
                  <a:gd name="T94" fmla="*/ 443 w 476"/>
                  <a:gd name="T95" fmla="*/ 336 h 391"/>
                  <a:gd name="T96" fmla="*/ 454 w 476"/>
                  <a:gd name="T97" fmla="*/ 354 h 391"/>
                  <a:gd name="T98" fmla="*/ 475 w 476"/>
                  <a:gd name="T99" fmla="*/ 344 h 391"/>
                  <a:gd name="T100" fmla="*/ 450 w 476"/>
                  <a:gd name="T101" fmla="*/ 315 h 391"/>
                  <a:gd name="T102" fmla="*/ 439 w 476"/>
                  <a:gd name="T103" fmla="*/ 294 h 391"/>
                  <a:gd name="T104" fmla="*/ 409 w 476"/>
                  <a:gd name="T105" fmla="*/ 268 h 391"/>
                  <a:gd name="T106" fmla="*/ 398 w 476"/>
                  <a:gd name="T107" fmla="*/ 279 h 391"/>
                  <a:gd name="T108" fmla="*/ 382 w 476"/>
                  <a:gd name="T109" fmla="*/ 279 h 391"/>
                  <a:gd name="T110" fmla="*/ 372 w 476"/>
                  <a:gd name="T111" fmla="*/ 255 h 391"/>
                  <a:gd name="T112" fmla="*/ 423 w 476"/>
                  <a:gd name="T113" fmla="*/ 40 h 391"/>
                  <a:gd name="T114" fmla="*/ 373 w 476"/>
                  <a:gd name="T115" fmla="*/ 30 h 391"/>
                  <a:gd name="T116" fmla="*/ 348 w 476"/>
                  <a:gd name="T117" fmla="*/ 21 h 391"/>
                  <a:gd name="T118" fmla="*/ 288 w 476"/>
                  <a:gd name="T119" fmla="*/ 4 h 391"/>
                  <a:gd name="T120" fmla="*/ 251 w 476"/>
                  <a:gd name="T121" fmla="*/ 15 h 391"/>
                  <a:gd name="T122" fmla="*/ 240 w 476"/>
                  <a:gd name="T123" fmla="*/ 0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76" h="391">
                    <a:moveTo>
                      <a:pt x="240" y="0"/>
                    </a:moveTo>
                    <a:lnTo>
                      <a:pt x="229" y="10"/>
                    </a:lnTo>
                    <a:lnTo>
                      <a:pt x="198" y="10"/>
                    </a:lnTo>
                    <a:lnTo>
                      <a:pt x="191" y="25"/>
                    </a:lnTo>
                    <a:lnTo>
                      <a:pt x="156" y="27"/>
                    </a:lnTo>
                    <a:lnTo>
                      <a:pt x="143" y="55"/>
                    </a:lnTo>
                    <a:lnTo>
                      <a:pt x="93" y="63"/>
                    </a:lnTo>
                    <a:lnTo>
                      <a:pt x="88" y="75"/>
                    </a:lnTo>
                    <a:lnTo>
                      <a:pt x="115" y="95"/>
                    </a:lnTo>
                    <a:lnTo>
                      <a:pt x="158" y="112"/>
                    </a:lnTo>
                    <a:lnTo>
                      <a:pt x="128" y="117"/>
                    </a:lnTo>
                    <a:lnTo>
                      <a:pt x="108" y="122"/>
                    </a:lnTo>
                    <a:lnTo>
                      <a:pt x="98" y="110"/>
                    </a:lnTo>
                    <a:lnTo>
                      <a:pt x="83" y="115"/>
                    </a:lnTo>
                    <a:lnTo>
                      <a:pt x="83" y="122"/>
                    </a:lnTo>
                    <a:lnTo>
                      <a:pt x="58" y="125"/>
                    </a:lnTo>
                    <a:lnTo>
                      <a:pt x="51" y="135"/>
                    </a:lnTo>
                    <a:lnTo>
                      <a:pt x="66" y="143"/>
                    </a:lnTo>
                    <a:lnTo>
                      <a:pt x="64" y="158"/>
                    </a:lnTo>
                    <a:lnTo>
                      <a:pt x="74" y="165"/>
                    </a:lnTo>
                    <a:lnTo>
                      <a:pt x="103" y="165"/>
                    </a:lnTo>
                    <a:lnTo>
                      <a:pt x="123" y="153"/>
                    </a:lnTo>
                    <a:lnTo>
                      <a:pt x="130" y="160"/>
                    </a:lnTo>
                    <a:lnTo>
                      <a:pt x="121" y="167"/>
                    </a:lnTo>
                    <a:lnTo>
                      <a:pt x="119" y="185"/>
                    </a:lnTo>
                    <a:lnTo>
                      <a:pt x="96" y="185"/>
                    </a:lnTo>
                    <a:lnTo>
                      <a:pt x="91" y="200"/>
                    </a:lnTo>
                    <a:lnTo>
                      <a:pt x="79" y="190"/>
                    </a:lnTo>
                    <a:lnTo>
                      <a:pt x="58" y="200"/>
                    </a:lnTo>
                    <a:lnTo>
                      <a:pt x="56" y="215"/>
                    </a:lnTo>
                    <a:lnTo>
                      <a:pt x="36" y="225"/>
                    </a:lnTo>
                    <a:lnTo>
                      <a:pt x="43" y="238"/>
                    </a:lnTo>
                    <a:lnTo>
                      <a:pt x="56" y="242"/>
                    </a:lnTo>
                    <a:lnTo>
                      <a:pt x="38" y="253"/>
                    </a:lnTo>
                    <a:lnTo>
                      <a:pt x="51" y="268"/>
                    </a:lnTo>
                    <a:lnTo>
                      <a:pt x="66" y="265"/>
                    </a:lnTo>
                    <a:lnTo>
                      <a:pt x="74" y="253"/>
                    </a:lnTo>
                    <a:lnTo>
                      <a:pt x="74" y="273"/>
                    </a:lnTo>
                    <a:lnTo>
                      <a:pt x="66" y="285"/>
                    </a:lnTo>
                    <a:lnTo>
                      <a:pt x="68" y="301"/>
                    </a:lnTo>
                    <a:lnTo>
                      <a:pt x="91" y="293"/>
                    </a:lnTo>
                    <a:lnTo>
                      <a:pt x="98" y="299"/>
                    </a:lnTo>
                    <a:lnTo>
                      <a:pt x="115" y="293"/>
                    </a:lnTo>
                    <a:lnTo>
                      <a:pt x="119" y="316"/>
                    </a:lnTo>
                    <a:lnTo>
                      <a:pt x="61" y="354"/>
                    </a:lnTo>
                    <a:lnTo>
                      <a:pt x="20" y="373"/>
                    </a:lnTo>
                    <a:lnTo>
                      <a:pt x="0" y="382"/>
                    </a:lnTo>
                    <a:lnTo>
                      <a:pt x="1" y="390"/>
                    </a:lnTo>
                    <a:lnTo>
                      <a:pt x="68" y="377"/>
                    </a:lnTo>
                    <a:lnTo>
                      <a:pt x="138" y="330"/>
                    </a:lnTo>
                    <a:lnTo>
                      <a:pt x="146" y="323"/>
                    </a:lnTo>
                    <a:lnTo>
                      <a:pt x="157" y="315"/>
                    </a:lnTo>
                    <a:lnTo>
                      <a:pt x="177" y="302"/>
                    </a:lnTo>
                    <a:lnTo>
                      <a:pt x="174" y="289"/>
                    </a:lnTo>
                    <a:lnTo>
                      <a:pt x="196" y="268"/>
                    </a:lnTo>
                    <a:lnTo>
                      <a:pt x="223" y="235"/>
                    </a:lnTo>
                    <a:lnTo>
                      <a:pt x="247" y="241"/>
                    </a:lnTo>
                    <a:lnTo>
                      <a:pt x="209" y="268"/>
                    </a:lnTo>
                    <a:lnTo>
                      <a:pt x="216" y="278"/>
                    </a:lnTo>
                    <a:lnTo>
                      <a:pt x="206" y="285"/>
                    </a:lnTo>
                    <a:lnTo>
                      <a:pt x="217" y="293"/>
                    </a:lnTo>
                    <a:lnTo>
                      <a:pt x="221" y="293"/>
                    </a:lnTo>
                    <a:lnTo>
                      <a:pt x="225" y="292"/>
                    </a:lnTo>
                    <a:lnTo>
                      <a:pt x="229" y="291"/>
                    </a:lnTo>
                    <a:lnTo>
                      <a:pt x="233" y="288"/>
                    </a:lnTo>
                    <a:lnTo>
                      <a:pt x="236" y="285"/>
                    </a:lnTo>
                    <a:lnTo>
                      <a:pt x="240" y="281"/>
                    </a:lnTo>
                    <a:lnTo>
                      <a:pt x="244" y="278"/>
                    </a:lnTo>
                    <a:lnTo>
                      <a:pt x="246" y="274"/>
                    </a:lnTo>
                    <a:lnTo>
                      <a:pt x="249" y="271"/>
                    </a:lnTo>
                    <a:lnTo>
                      <a:pt x="251" y="269"/>
                    </a:lnTo>
                    <a:lnTo>
                      <a:pt x="251" y="268"/>
                    </a:lnTo>
                    <a:lnTo>
                      <a:pt x="251" y="267"/>
                    </a:lnTo>
                    <a:lnTo>
                      <a:pt x="264" y="260"/>
                    </a:lnTo>
                    <a:lnTo>
                      <a:pt x="267" y="244"/>
                    </a:lnTo>
                    <a:lnTo>
                      <a:pt x="285" y="238"/>
                    </a:lnTo>
                    <a:lnTo>
                      <a:pt x="290" y="247"/>
                    </a:lnTo>
                    <a:lnTo>
                      <a:pt x="303" y="249"/>
                    </a:lnTo>
                    <a:lnTo>
                      <a:pt x="303" y="261"/>
                    </a:lnTo>
                    <a:lnTo>
                      <a:pt x="347" y="264"/>
                    </a:lnTo>
                    <a:lnTo>
                      <a:pt x="351" y="268"/>
                    </a:lnTo>
                    <a:lnTo>
                      <a:pt x="353" y="276"/>
                    </a:lnTo>
                    <a:lnTo>
                      <a:pt x="368" y="280"/>
                    </a:lnTo>
                    <a:lnTo>
                      <a:pt x="370" y="291"/>
                    </a:lnTo>
                    <a:lnTo>
                      <a:pt x="382" y="290"/>
                    </a:lnTo>
                    <a:lnTo>
                      <a:pt x="385" y="301"/>
                    </a:lnTo>
                    <a:lnTo>
                      <a:pt x="397" y="307"/>
                    </a:lnTo>
                    <a:lnTo>
                      <a:pt x="403" y="297"/>
                    </a:lnTo>
                    <a:lnTo>
                      <a:pt x="409" y="307"/>
                    </a:lnTo>
                    <a:lnTo>
                      <a:pt x="417" y="312"/>
                    </a:lnTo>
                    <a:lnTo>
                      <a:pt x="423" y="307"/>
                    </a:lnTo>
                    <a:lnTo>
                      <a:pt x="429" y="308"/>
                    </a:lnTo>
                    <a:lnTo>
                      <a:pt x="428" y="315"/>
                    </a:lnTo>
                    <a:lnTo>
                      <a:pt x="428" y="328"/>
                    </a:lnTo>
                    <a:lnTo>
                      <a:pt x="434" y="335"/>
                    </a:lnTo>
                    <a:lnTo>
                      <a:pt x="443" y="336"/>
                    </a:lnTo>
                    <a:lnTo>
                      <a:pt x="443" y="348"/>
                    </a:lnTo>
                    <a:lnTo>
                      <a:pt x="454" y="354"/>
                    </a:lnTo>
                    <a:lnTo>
                      <a:pt x="465" y="354"/>
                    </a:lnTo>
                    <a:lnTo>
                      <a:pt x="475" y="344"/>
                    </a:lnTo>
                    <a:lnTo>
                      <a:pt x="456" y="339"/>
                    </a:lnTo>
                    <a:lnTo>
                      <a:pt x="450" y="315"/>
                    </a:lnTo>
                    <a:lnTo>
                      <a:pt x="443" y="312"/>
                    </a:lnTo>
                    <a:lnTo>
                      <a:pt x="439" y="294"/>
                    </a:lnTo>
                    <a:lnTo>
                      <a:pt x="417" y="270"/>
                    </a:lnTo>
                    <a:lnTo>
                      <a:pt x="409" y="268"/>
                    </a:lnTo>
                    <a:lnTo>
                      <a:pt x="406" y="279"/>
                    </a:lnTo>
                    <a:lnTo>
                      <a:pt x="398" y="279"/>
                    </a:lnTo>
                    <a:lnTo>
                      <a:pt x="395" y="287"/>
                    </a:lnTo>
                    <a:lnTo>
                      <a:pt x="382" y="279"/>
                    </a:lnTo>
                    <a:lnTo>
                      <a:pt x="378" y="260"/>
                    </a:lnTo>
                    <a:lnTo>
                      <a:pt x="372" y="255"/>
                    </a:lnTo>
                    <a:lnTo>
                      <a:pt x="359" y="260"/>
                    </a:lnTo>
                    <a:lnTo>
                      <a:pt x="423" y="40"/>
                    </a:lnTo>
                    <a:lnTo>
                      <a:pt x="408" y="26"/>
                    </a:lnTo>
                    <a:lnTo>
                      <a:pt x="373" y="30"/>
                    </a:lnTo>
                    <a:lnTo>
                      <a:pt x="358" y="31"/>
                    </a:lnTo>
                    <a:lnTo>
                      <a:pt x="348" y="21"/>
                    </a:lnTo>
                    <a:lnTo>
                      <a:pt x="303" y="25"/>
                    </a:lnTo>
                    <a:lnTo>
                      <a:pt x="288" y="4"/>
                    </a:lnTo>
                    <a:lnTo>
                      <a:pt x="273" y="18"/>
                    </a:lnTo>
                    <a:lnTo>
                      <a:pt x="251" y="15"/>
                    </a:lnTo>
                    <a:lnTo>
                      <a:pt x="251" y="1"/>
                    </a:lnTo>
                    <a:lnTo>
                      <a:pt x="240"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07" name="Freeform 69">
                <a:extLst>
                  <a:ext uri="{FF2B5EF4-FFF2-40B4-BE49-F238E27FC236}">
                    <a16:creationId xmlns:a16="http://schemas.microsoft.com/office/drawing/2014/main" id="{3F20A4B0-1168-49EC-BB50-006D79271AA2}"/>
                  </a:ext>
                </a:extLst>
              </p:cNvPr>
              <p:cNvSpPr>
                <a:spLocks/>
              </p:cNvSpPr>
              <p:nvPr/>
            </p:nvSpPr>
            <p:spPr bwMode="auto">
              <a:xfrm>
                <a:off x="2814226" y="2785519"/>
                <a:ext cx="1423098" cy="794342"/>
              </a:xfrm>
              <a:custGeom>
                <a:avLst/>
                <a:gdLst>
                  <a:gd name="T0" fmla="*/ 488 w 905"/>
                  <a:gd name="T1" fmla="*/ 10 h 505"/>
                  <a:gd name="T2" fmla="*/ 531 w 905"/>
                  <a:gd name="T3" fmla="*/ 37 h 505"/>
                  <a:gd name="T4" fmla="*/ 583 w 905"/>
                  <a:gd name="T5" fmla="*/ 26 h 505"/>
                  <a:gd name="T6" fmla="*/ 622 w 905"/>
                  <a:gd name="T7" fmla="*/ 53 h 505"/>
                  <a:gd name="T8" fmla="*/ 576 w 905"/>
                  <a:gd name="T9" fmla="*/ 89 h 505"/>
                  <a:gd name="T10" fmla="*/ 579 w 905"/>
                  <a:gd name="T11" fmla="*/ 143 h 505"/>
                  <a:gd name="T12" fmla="*/ 603 w 905"/>
                  <a:gd name="T13" fmla="*/ 106 h 505"/>
                  <a:gd name="T14" fmla="*/ 622 w 905"/>
                  <a:gd name="T15" fmla="*/ 56 h 505"/>
                  <a:gd name="T16" fmla="*/ 657 w 905"/>
                  <a:gd name="T17" fmla="*/ 107 h 505"/>
                  <a:gd name="T18" fmla="*/ 643 w 905"/>
                  <a:gd name="T19" fmla="*/ 150 h 505"/>
                  <a:gd name="T20" fmla="*/ 716 w 905"/>
                  <a:gd name="T21" fmla="*/ 117 h 505"/>
                  <a:gd name="T22" fmla="*/ 772 w 905"/>
                  <a:gd name="T23" fmla="*/ 83 h 505"/>
                  <a:gd name="T24" fmla="*/ 858 w 905"/>
                  <a:gd name="T25" fmla="*/ 55 h 505"/>
                  <a:gd name="T26" fmla="*/ 894 w 905"/>
                  <a:gd name="T27" fmla="*/ 77 h 505"/>
                  <a:gd name="T28" fmla="*/ 881 w 905"/>
                  <a:gd name="T29" fmla="*/ 95 h 505"/>
                  <a:gd name="T30" fmla="*/ 860 w 905"/>
                  <a:gd name="T31" fmla="*/ 113 h 505"/>
                  <a:gd name="T32" fmla="*/ 839 w 905"/>
                  <a:gd name="T33" fmla="*/ 139 h 505"/>
                  <a:gd name="T34" fmla="*/ 807 w 905"/>
                  <a:gd name="T35" fmla="*/ 162 h 505"/>
                  <a:gd name="T36" fmla="*/ 778 w 905"/>
                  <a:gd name="T37" fmla="*/ 185 h 505"/>
                  <a:gd name="T38" fmla="*/ 754 w 905"/>
                  <a:gd name="T39" fmla="*/ 229 h 505"/>
                  <a:gd name="T40" fmla="*/ 749 w 905"/>
                  <a:gd name="T41" fmla="*/ 252 h 505"/>
                  <a:gd name="T42" fmla="*/ 733 w 905"/>
                  <a:gd name="T43" fmla="*/ 304 h 505"/>
                  <a:gd name="T44" fmla="*/ 689 w 905"/>
                  <a:gd name="T45" fmla="*/ 320 h 505"/>
                  <a:gd name="T46" fmla="*/ 658 w 905"/>
                  <a:gd name="T47" fmla="*/ 350 h 505"/>
                  <a:gd name="T48" fmla="*/ 652 w 905"/>
                  <a:gd name="T49" fmla="*/ 412 h 505"/>
                  <a:gd name="T50" fmla="*/ 665 w 905"/>
                  <a:gd name="T51" fmla="*/ 450 h 505"/>
                  <a:gd name="T52" fmla="*/ 656 w 905"/>
                  <a:gd name="T53" fmla="*/ 495 h 505"/>
                  <a:gd name="T54" fmla="*/ 624 w 905"/>
                  <a:gd name="T55" fmla="*/ 439 h 505"/>
                  <a:gd name="T56" fmla="*/ 598 w 905"/>
                  <a:gd name="T57" fmla="*/ 388 h 505"/>
                  <a:gd name="T58" fmla="*/ 528 w 905"/>
                  <a:gd name="T59" fmla="*/ 386 h 505"/>
                  <a:gd name="T60" fmla="*/ 506 w 905"/>
                  <a:gd name="T61" fmla="*/ 414 h 505"/>
                  <a:gd name="T62" fmla="*/ 473 w 905"/>
                  <a:gd name="T63" fmla="*/ 390 h 505"/>
                  <a:gd name="T64" fmla="*/ 449 w 905"/>
                  <a:gd name="T65" fmla="*/ 390 h 505"/>
                  <a:gd name="T66" fmla="*/ 418 w 905"/>
                  <a:gd name="T67" fmla="*/ 423 h 505"/>
                  <a:gd name="T68" fmla="*/ 384 w 905"/>
                  <a:gd name="T69" fmla="*/ 469 h 505"/>
                  <a:gd name="T70" fmla="*/ 342 w 905"/>
                  <a:gd name="T71" fmla="*/ 440 h 505"/>
                  <a:gd name="T72" fmla="*/ 311 w 905"/>
                  <a:gd name="T73" fmla="*/ 390 h 505"/>
                  <a:gd name="T74" fmla="*/ 281 w 905"/>
                  <a:gd name="T75" fmla="*/ 386 h 505"/>
                  <a:gd name="T76" fmla="*/ 256 w 905"/>
                  <a:gd name="T77" fmla="*/ 366 h 505"/>
                  <a:gd name="T78" fmla="*/ 226 w 905"/>
                  <a:gd name="T79" fmla="*/ 359 h 505"/>
                  <a:gd name="T80" fmla="*/ 181 w 905"/>
                  <a:gd name="T81" fmla="*/ 376 h 505"/>
                  <a:gd name="T82" fmla="*/ 125 w 905"/>
                  <a:gd name="T83" fmla="*/ 348 h 505"/>
                  <a:gd name="T84" fmla="*/ 86 w 905"/>
                  <a:gd name="T85" fmla="*/ 323 h 505"/>
                  <a:gd name="T86" fmla="*/ 37 w 905"/>
                  <a:gd name="T87" fmla="*/ 297 h 505"/>
                  <a:gd name="T88" fmla="*/ 21 w 905"/>
                  <a:gd name="T89" fmla="*/ 258 h 505"/>
                  <a:gd name="T90" fmla="*/ 3 w 905"/>
                  <a:gd name="T91" fmla="*/ 217 h 505"/>
                  <a:gd name="T92" fmla="*/ 3 w 905"/>
                  <a:gd name="T93" fmla="*/ 153 h 505"/>
                  <a:gd name="T94" fmla="*/ 8 w 905"/>
                  <a:gd name="T95" fmla="*/ 119 h 505"/>
                  <a:gd name="T96" fmla="*/ 25 w 905"/>
                  <a:gd name="T97" fmla="*/ 77 h 505"/>
                  <a:gd name="T98" fmla="*/ 28 w 905"/>
                  <a:gd name="T99" fmla="*/ 28 h 505"/>
                  <a:gd name="T100" fmla="*/ 53 w 905"/>
                  <a:gd name="T101" fmla="*/ 2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05" h="505">
                    <a:moveTo>
                      <a:pt x="63" y="1"/>
                    </a:moveTo>
                    <a:lnTo>
                      <a:pt x="489" y="0"/>
                    </a:lnTo>
                    <a:lnTo>
                      <a:pt x="488" y="10"/>
                    </a:lnTo>
                    <a:lnTo>
                      <a:pt x="518" y="10"/>
                    </a:lnTo>
                    <a:lnTo>
                      <a:pt x="562" y="16"/>
                    </a:lnTo>
                    <a:lnTo>
                      <a:pt x="531" y="37"/>
                    </a:lnTo>
                    <a:lnTo>
                      <a:pt x="531" y="50"/>
                    </a:lnTo>
                    <a:lnTo>
                      <a:pt x="558" y="58"/>
                    </a:lnTo>
                    <a:lnTo>
                      <a:pt x="583" y="26"/>
                    </a:lnTo>
                    <a:lnTo>
                      <a:pt x="585" y="32"/>
                    </a:lnTo>
                    <a:lnTo>
                      <a:pt x="616" y="37"/>
                    </a:lnTo>
                    <a:lnTo>
                      <a:pt x="622" y="53"/>
                    </a:lnTo>
                    <a:lnTo>
                      <a:pt x="596" y="53"/>
                    </a:lnTo>
                    <a:lnTo>
                      <a:pt x="577" y="71"/>
                    </a:lnTo>
                    <a:lnTo>
                      <a:pt x="576" y="89"/>
                    </a:lnTo>
                    <a:lnTo>
                      <a:pt x="589" y="77"/>
                    </a:lnTo>
                    <a:lnTo>
                      <a:pt x="580" y="110"/>
                    </a:lnTo>
                    <a:lnTo>
                      <a:pt x="579" y="143"/>
                    </a:lnTo>
                    <a:lnTo>
                      <a:pt x="594" y="163"/>
                    </a:lnTo>
                    <a:lnTo>
                      <a:pt x="613" y="145"/>
                    </a:lnTo>
                    <a:lnTo>
                      <a:pt x="603" y="106"/>
                    </a:lnTo>
                    <a:lnTo>
                      <a:pt x="604" y="85"/>
                    </a:lnTo>
                    <a:lnTo>
                      <a:pt x="622" y="76"/>
                    </a:lnTo>
                    <a:lnTo>
                      <a:pt x="622" y="56"/>
                    </a:lnTo>
                    <a:lnTo>
                      <a:pt x="649" y="86"/>
                    </a:lnTo>
                    <a:lnTo>
                      <a:pt x="643" y="115"/>
                    </a:lnTo>
                    <a:lnTo>
                      <a:pt x="657" y="107"/>
                    </a:lnTo>
                    <a:lnTo>
                      <a:pt x="664" y="118"/>
                    </a:lnTo>
                    <a:lnTo>
                      <a:pt x="652" y="138"/>
                    </a:lnTo>
                    <a:lnTo>
                      <a:pt x="643" y="150"/>
                    </a:lnTo>
                    <a:lnTo>
                      <a:pt x="668" y="160"/>
                    </a:lnTo>
                    <a:lnTo>
                      <a:pt x="702" y="130"/>
                    </a:lnTo>
                    <a:lnTo>
                      <a:pt x="716" y="117"/>
                    </a:lnTo>
                    <a:lnTo>
                      <a:pt x="753" y="119"/>
                    </a:lnTo>
                    <a:lnTo>
                      <a:pt x="760" y="94"/>
                    </a:lnTo>
                    <a:lnTo>
                      <a:pt x="772" y="83"/>
                    </a:lnTo>
                    <a:lnTo>
                      <a:pt x="839" y="86"/>
                    </a:lnTo>
                    <a:lnTo>
                      <a:pt x="850" y="71"/>
                    </a:lnTo>
                    <a:lnTo>
                      <a:pt x="858" y="55"/>
                    </a:lnTo>
                    <a:lnTo>
                      <a:pt x="868" y="28"/>
                    </a:lnTo>
                    <a:lnTo>
                      <a:pt x="890" y="34"/>
                    </a:lnTo>
                    <a:lnTo>
                      <a:pt x="894" y="77"/>
                    </a:lnTo>
                    <a:lnTo>
                      <a:pt x="905" y="83"/>
                    </a:lnTo>
                    <a:lnTo>
                      <a:pt x="896" y="94"/>
                    </a:lnTo>
                    <a:lnTo>
                      <a:pt x="881" y="95"/>
                    </a:lnTo>
                    <a:lnTo>
                      <a:pt x="875" y="107"/>
                    </a:lnTo>
                    <a:lnTo>
                      <a:pt x="862" y="104"/>
                    </a:lnTo>
                    <a:lnTo>
                      <a:pt x="860" y="113"/>
                    </a:lnTo>
                    <a:lnTo>
                      <a:pt x="846" y="113"/>
                    </a:lnTo>
                    <a:lnTo>
                      <a:pt x="841" y="127"/>
                    </a:lnTo>
                    <a:lnTo>
                      <a:pt x="839" y="139"/>
                    </a:lnTo>
                    <a:lnTo>
                      <a:pt x="850" y="150"/>
                    </a:lnTo>
                    <a:lnTo>
                      <a:pt x="836" y="159"/>
                    </a:lnTo>
                    <a:lnTo>
                      <a:pt x="807" y="162"/>
                    </a:lnTo>
                    <a:lnTo>
                      <a:pt x="800" y="175"/>
                    </a:lnTo>
                    <a:lnTo>
                      <a:pt x="796" y="183"/>
                    </a:lnTo>
                    <a:lnTo>
                      <a:pt x="778" y="185"/>
                    </a:lnTo>
                    <a:lnTo>
                      <a:pt x="770" y="196"/>
                    </a:lnTo>
                    <a:lnTo>
                      <a:pt x="766" y="224"/>
                    </a:lnTo>
                    <a:lnTo>
                      <a:pt x="754" y="229"/>
                    </a:lnTo>
                    <a:lnTo>
                      <a:pt x="747" y="237"/>
                    </a:lnTo>
                    <a:lnTo>
                      <a:pt x="740" y="247"/>
                    </a:lnTo>
                    <a:lnTo>
                      <a:pt x="749" y="252"/>
                    </a:lnTo>
                    <a:lnTo>
                      <a:pt x="747" y="286"/>
                    </a:lnTo>
                    <a:lnTo>
                      <a:pt x="736" y="292"/>
                    </a:lnTo>
                    <a:lnTo>
                      <a:pt x="733" y="304"/>
                    </a:lnTo>
                    <a:lnTo>
                      <a:pt x="715" y="303"/>
                    </a:lnTo>
                    <a:lnTo>
                      <a:pt x="707" y="314"/>
                    </a:lnTo>
                    <a:lnTo>
                      <a:pt x="689" y="320"/>
                    </a:lnTo>
                    <a:lnTo>
                      <a:pt x="685" y="335"/>
                    </a:lnTo>
                    <a:lnTo>
                      <a:pt x="671" y="338"/>
                    </a:lnTo>
                    <a:lnTo>
                      <a:pt x="658" y="350"/>
                    </a:lnTo>
                    <a:lnTo>
                      <a:pt x="653" y="366"/>
                    </a:lnTo>
                    <a:lnTo>
                      <a:pt x="653" y="390"/>
                    </a:lnTo>
                    <a:lnTo>
                      <a:pt x="652" y="412"/>
                    </a:lnTo>
                    <a:lnTo>
                      <a:pt x="659" y="415"/>
                    </a:lnTo>
                    <a:lnTo>
                      <a:pt x="660" y="442"/>
                    </a:lnTo>
                    <a:lnTo>
                      <a:pt x="665" y="450"/>
                    </a:lnTo>
                    <a:lnTo>
                      <a:pt x="671" y="489"/>
                    </a:lnTo>
                    <a:lnTo>
                      <a:pt x="665" y="505"/>
                    </a:lnTo>
                    <a:lnTo>
                      <a:pt x="656" y="495"/>
                    </a:lnTo>
                    <a:lnTo>
                      <a:pt x="640" y="484"/>
                    </a:lnTo>
                    <a:lnTo>
                      <a:pt x="631" y="462"/>
                    </a:lnTo>
                    <a:lnTo>
                      <a:pt x="624" y="439"/>
                    </a:lnTo>
                    <a:lnTo>
                      <a:pt x="628" y="414"/>
                    </a:lnTo>
                    <a:lnTo>
                      <a:pt x="615" y="402"/>
                    </a:lnTo>
                    <a:lnTo>
                      <a:pt x="598" y="388"/>
                    </a:lnTo>
                    <a:lnTo>
                      <a:pt x="579" y="393"/>
                    </a:lnTo>
                    <a:lnTo>
                      <a:pt x="565" y="385"/>
                    </a:lnTo>
                    <a:lnTo>
                      <a:pt x="528" y="386"/>
                    </a:lnTo>
                    <a:lnTo>
                      <a:pt x="515" y="395"/>
                    </a:lnTo>
                    <a:lnTo>
                      <a:pt x="523" y="412"/>
                    </a:lnTo>
                    <a:lnTo>
                      <a:pt x="506" y="414"/>
                    </a:lnTo>
                    <a:lnTo>
                      <a:pt x="488" y="410"/>
                    </a:lnTo>
                    <a:lnTo>
                      <a:pt x="485" y="386"/>
                    </a:lnTo>
                    <a:lnTo>
                      <a:pt x="473" y="390"/>
                    </a:lnTo>
                    <a:lnTo>
                      <a:pt x="468" y="408"/>
                    </a:lnTo>
                    <a:lnTo>
                      <a:pt x="459" y="405"/>
                    </a:lnTo>
                    <a:lnTo>
                      <a:pt x="449" y="390"/>
                    </a:lnTo>
                    <a:lnTo>
                      <a:pt x="437" y="397"/>
                    </a:lnTo>
                    <a:lnTo>
                      <a:pt x="428" y="408"/>
                    </a:lnTo>
                    <a:lnTo>
                      <a:pt x="418" y="423"/>
                    </a:lnTo>
                    <a:lnTo>
                      <a:pt x="409" y="434"/>
                    </a:lnTo>
                    <a:lnTo>
                      <a:pt x="390" y="442"/>
                    </a:lnTo>
                    <a:lnTo>
                      <a:pt x="384" y="469"/>
                    </a:lnTo>
                    <a:lnTo>
                      <a:pt x="360" y="469"/>
                    </a:lnTo>
                    <a:lnTo>
                      <a:pt x="356" y="447"/>
                    </a:lnTo>
                    <a:lnTo>
                      <a:pt x="342" y="440"/>
                    </a:lnTo>
                    <a:lnTo>
                      <a:pt x="338" y="416"/>
                    </a:lnTo>
                    <a:lnTo>
                      <a:pt x="328" y="403"/>
                    </a:lnTo>
                    <a:lnTo>
                      <a:pt x="311" y="390"/>
                    </a:lnTo>
                    <a:lnTo>
                      <a:pt x="305" y="414"/>
                    </a:lnTo>
                    <a:lnTo>
                      <a:pt x="289" y="414"/>
                    </a:lnTo>
                    <a:lnTo>
                      <a:pt x="281" y="386"/>
                    </a:lnTo>
                    <a:lnTo>
                      <a:pt x="272" y="385"/>
                    </a:lnTo>
                    <a:lnTo>
                      <a:pt x="269" y="368"/>
                    </a:lnTo>
                    <a:lnTo>
                      <a:pt x="256" y="366"/>
                    </a:lnTo>
                    <a:lnTo>
                      <a:pt x="251" y="348"/>
                    </a:lnTo>
                    <a:lnTo>
                      <a:pt x="240" y="357"/>
                    </a:lnTo>
                    <a:lnTo>
                      <a:pt x="226" y="359"/>
                    </a:lnTo>
                    <a:lnTo>
                      <a:pt x="222" y="368"/>
                    </a:lnTo>
                    <a:lnTo>
                      <a:pt x="199" y="368"/>
                    </a:lnTo>
                    <a:lnTo>
                      <a:pt x="181" y="376"/>
                    </a:lnTo>
                    <a:lnTo>
                      <a:pt x="156" y="370"/>
                    </a:lnTo>
                    <a:lnTo>
                      <a:pt x="139" y="353"/>
                    </a:lnTo>
                    <a:lnTo>
                      <a:pt x="125" y="348"/>
                    </a:lnTo>
                    <a:lnTo>
                      <a:pt x="120" y="338"/>
                    </a:lnTo>
                    <a:lnTo>
                      <a:pt x="85" y="335"/>
                    </a:lnTo>
                    <a:lnTo>
                      <a:pt x="86" y="323"/>
                    </a:lnTo>
                    <a:lnTo>
                      <a:pt x="65" y="315"/>
                    </a:lnTo>
                    <a:lnTo>
                      <a:pt x="52" y="304"/>
                    </a:lnTo>
                    <a:lnTo>
                      <a:pt x="37" y="297"/>
                    </a:lnTo>
                    <a:lnTo>
                      <a:pt x="39" y="274"/>
                    </a:lnTo>
                    <a:lnTo>
                      <a:pt x="20" y="270"/>
                    </a:lnTo>
                    <a:lnTo>
                      <a:pt x="21" y="258"/>
                    </a:lnTo>
                    <a:lnTo>
                      <a:pt x="27" y="243"/>
                    </a:lnTo>
                    <a:lnTo>
                      <a:pt x="16" y="230"/>
                    </a:lnTo>
                    <a:lnTo>
                      <a:pt x="3" y="217"/>
                    </a:lnTo>
                    <a:lnTo>
                      <a:pt x="0" y="168"/>
                    </a:lnTo>
                    <a:lnTo>
                      <a:pt x="9" y="160"/>
                    </a:lnTo>
                    <a:lnTo>
                      <a:pt x="3" y="153"/>
                    </a:lnTo>
                    <a:lnTo>
                      <a:pt x="1" y="145"/>
                    </a:lnTo>
                    <a:lnTo>
                      <a:pt x="6" y="137"/>
                    </a:lnTo>
                    <a:lnTo>
                      <a:pt x="8" y="119"/>
                    </a:lnTo>
                    <a:lnTo>
                      <a:pt x="16" y="113"/>
                    </a:lnTo>
                    <a:lnTo>
                      <a:pt x="16" y="85"/>
                    </a:lnTo>
                    <a:lnTo>
                      <a:pt x="25" y="77"/>
                    </a:lnTo>
                    <a:lnTo>
                      <a:pt x="33" y="46"/>
                    </a:lnTo>
                    <a:lnTo>
                      <a:pt x="40" y="43"/>
                    </a:lnTo>
                    <a:lnTo>
                      <a:pt x="28" y="28"/>
                    </a:lnTo>
                    <a:lnTo>
                      <a:pt x="28" y="16"/>
                    </a:lnTo>
                    <a:lnTo>
                      <a:pt x="44" y="12"/>
                    </a:lnTo>
                    <a:lnTo>
                      <a:pt x="53" y="24"/>
                    </a:lnTo>
                    <a:lnTo>
                      <a:pt x="60" y="34"/>
                    </a:lnTo>
                    <a:lnTo>
                      <a:pt x="63" y="1"/>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08" name="Freeform 70">
                <a:extLst>
                  <a:ext uri="{FF2B5EF4-FFF2-40B4-BE49-F238E27FC236}">
                    <a16:creationId xmlns:a16="http://schemas.microsoft.com/office/drawing/2014/main" id="{4930E7AC-6C82-479C-B767-1BCC85F6EA36}"/>
                  </a:ext>
                </a:extLst>
              </p:cNvPr>
              <p:cNvSpPr>
                <a:spLocks/>
              </p:cNvSpPr>
              <p:nvPr/>
            </p:nvSpPr>
            <p:spPr bwMode="auto">
              <a:xfrm>
                <a:off x="2603513" y="1895227"/>
                <a:ext cx="1927865" cy="1141964"/>
              </a:xfrm>
              <a:custGeom>
                <a:avLst/>
                <a:gdLst>
                  <a:gd name="T0" fmla="*/ 1145 w 1226"/>
                  <a:gd name="T1" fmla="*/ 335 h 726"/>
                  <a:gd name="T2" fmla="*/ 1148 w 1226"/>
                  <a:gd name="T3" fmla="*/ 380 h 726"/>
                  <a:gd name="T4" fmla="*/ 1188 w 1226"/>
                  <a:gd name="T5" fmla="*/ 418 h 726"/>
                  <a:gd name="T6" fmla="*/ 1186 w 1226"/>
                  <a:gd name="T7" fmla="*/ 453 h 726"/>
                  <a:gd name="T8" fmla="*/ 1207 w 1226"/>
                  <a:gd name="T9" fmla="*/ 450 h 726"/>
                  <a:gd name="T10" fmla="*/ 1226 w 1226"/>
                  <a:gd name="T11" fmla="*/ 496 h 726"/>
                  <a:gd name="T12" fmla="*/ 1166 w 1226"/>
                  <a:gd name="T13" fmla="*/ 528 h 726"/>
                  <a:gd name="T14" fmla="*/ 1054 w 1226"/>
                  <a:gd name="T15" fmla="*/ 543 h 726"/>
                  <a:gd name="T16" fmla="*/ 1067 w 1226"/>
                  <a:gd name="T17" fmla="*/ 553 h 726"/>
                  <a:gd name="T18" fmla="*/ 1137 w 1226"/>
                  <a:gd name="T19" fmla="*/ 627 h 726"/>
                  <a:gd name="T20" fmla="*/ 1097 w 1226"/>
                  <a:gd name="T21" fmla="*/ 620 h 726"/>
                  <a:gd name="T22" fmla="*/ 1028 w 1226"/>
                  <a:gd name="T23" fmla="*/ 643 h 726"/>
                  <a:gd name="T24" fmla="*/ 985 w 1226"/>
                  <a:gd name="T25" fmla="*/ 636 h 726"/>
                  <a:gd name="T26" fmla="*/ 888 w 1226"/>
                  <a:gd name="T27" fmla="*/ 684 h 726"/>
                  <a:gd name="T28" fmla="*/ 778 w 1226"/>
                  <a:gd name="T29" fmla="*/ 717 h 726"/>
                  <a:gd name="T30" fmla="*/ 815 w 1226"/>
                  <a:gd name="T31" fmla="*/ 654 h 726"/>
                  <a:gd name="T32" fmla="*/ 752 w 1226"/>
                  <a:gd name="T33" fmla="*/ 564 h 726"/>
                  <a:gd name="T34" fmla="*/ 622 w 1226"/>
                  <a:gd name="T35" fmla="*/ 576 h 726"/>
                  <a:gd name="T36" fmla="*/ 156 w 1226"/>
                  <a:gd name="T37" fmla="*/ 525 h 726"/>
                  <a:gd name="T38" fmla="*/ 121 w 1226"/>
                  <a:gd name="T39" fmla="*/ 463 h 726"/>
                  <a:gd name="T40" fmla="*/ 119 w 1226"/>
                  <a:gd name="T41" fmla="*/ 408 h 726"/>
                  <a:gd name="T42" fmla="*/ 94 w 1226"/>
                  <a:gd name="T43" fmla="*/ 361 h 726"/>
                  <a:gd name="T44" fmla="*/ 53 w 1226"/>
                  <a:gd name="T45" fmla="*/ 324 h 726"/>
                  <a:gd name="T46" fmla="*/ 21 w 1226"/>
                  <a:gd name="T47" fmla="*/ 303 h 726"/>
                  <a:gd name="T48" fmla="*/ 118 w 1226"/>
                  <a:gd name="T49" fmla="*/ 65 h 726"/>
                  <a:gd name="T50" fmla="*/ 194 w 1226"/>
                  <a:gd name="T51" fmla="*/ 58 h 726"/>
                  <a:gd name="T52" fmla="*/ 247 w 1226"/>
                  <a:gd name="T53" fmla="*/ 57 h 726"/>
                  <a:gd name="T54" fmla="*/ 287 w 1226"/>
                  <a:gd name="T55" fmla="*/ 53 h 726"/>
                  <a:gd name="T56" fmla="*/ 340 w 1226"/>
                  <a:gd name="T57" fmla="*/ 52 h 726"/>
                  <a:gd name="T58" fmla="*/ 460 w 1226"/>
                  <a:gd name="T59" fmla="*/ 107 h 726"/>
                  <a:gd name="T60" fmla="*/ 542 w 1226"/>
                  <a:gd name="T61" fmla="*/ 107 h 726"/>
                  <a:gd name="T62" fmla="*/ 672 w 1226"/>
                  <a:gd name="T63" fmla="*/ 90 h 726"/>
                  <a:gd name="T64" fmla="*/ 737 w 1226"/>
                  <a:gd name="T65" fmla="*/ 84 h 726"/>
                  <a:gd name="T66" fmla="*/ 732 w 1226"/>
                  <a:gd name="T67" fmla="*/ 13 h 726"/>
                  <a:gd name="T68" fmla="*/ 773 w 1226"/>
                  <a:gd name="T69" fmla="*/ 53 h 726"/>
                  <a:gd name="T70" fmla="*/ 822 w 1226"/>
                  <a:gd name="T71" fmla="*/ 85 h 726"/>
                  <a:gd name="T72" fmla="*/ 860 w 1226"/>
                  <a:gd name="T73" fmla="*/ 79 h 726"/>
                  <a:gd name="T74" fmla="*/ 898 w 1226"/>
                  <a:gd name="T75" fmla="*/ 90 h 726"/>
                  <a:gd name="T76" fmla="*/ 830 w 1226"/>
                  <a:gd name="T77" fmla="*/ 137 h 726"/>
                  <a:gd name="T78" fmla="*/ 778 w 1226"/>
                  <a:gd name="T79" fmla="*/ 149 h 726"/>
                  <a:gd name="T80" fmla="*/ 785 w 1226"/>
                  <a:gd name="T81" fmla="*/ 205 h 726"/>
                  <a:gd name="T82" fmla="*/ 694 w 1226"/>
                  <a:gd name="T83" fmla="*/ 274 h 726"/>
                  <a:gd name="T84" fmla="*/ 701 w 1226"/>
                  <a:gd name="T85" fmla="*/ 374 h 726"/>
                  <a:gd name="T86" fmla="*/ 806 w 1226"/>
                  <a:gd name="T87" fmla="*/ 426 h 726"/>
                  <a:gd name="T88" fmla="*/ 841 w 1226"/>
                  <a:gd name="T89" fmla="*/ 512 h 726"/>
                  <a:gd name="T90" fmla="*/ 882 w 1226"/>
                  <a:gd name="T91" fmla="*/ 499 h 726"/>
                  <a:gd name="T92" fmla="*/ 914 w 1226"/>
                  <a:gd name="T93" fmla="*/ 414 h 726"/>
                  <a:gd name="T94" fmla="*/ 917 w 1226"/>
                  <a:gd name="T95" fmla="*/ 395 h 726"/>
                  <a:gd name="T96" fmla="*/ 917 w 1226"/>
                  <a:gd name="T97" fmla="*/ 358 h 726"/>
                  <a:gd name="T98" fmla="*/ 906 w 1226"/>
                  <a:gd name="T99" fmla="*/ 332 h 726"/>
                  <a:gd name="T100" fmla="*/ 926 w 1226"/>
                  <a:gd name="T101" fmla="*/ 257 h 726"/>
                  <a:gd name="T102" fmla="*/ 1017 w 1226"/>
                  <a:gd name="T103" fmla="*/ 259 h 726"/>
                  <a:gd name="T104" fmla="*/ 1046 w 1226"/>
                  <a:gd name="T105" fmla="*/ 340 h 726"/>
                  <a:gd name="T106" fmla="*/ 1119 w 1226"/>
                  <a:gd name="T107" fmla="*/ 301 h 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26" h="726">
                    <a:moveTo>
                      <a:pt x="1119" y="301"/>
                    </a:moveTo>
                    <a:lnTo>
                      <a:pt x="1127" y="313"/>
                    </a:lnTo>
                    <a:lnTo>
                      <a:pt x="1132" y="335"/>
                    </a:lnTo>
                    <a:lnTo>
                      <a:pt x="1145" y="335"/>
                    </a:lnTo>
                    <a:lnTo>
                      <a:pt x="1148" y="364"/>
                    </a:lnTo>
                    <a:lnTo>
                      <a:pt x="1157" y="362"/>
                    </a:lnTo>
                    <a:lnTo>
                      <a:pt x="1157" y="375"/>
                    </a:lnTo>
                    <a:lnTo>
                      <a:pt x="1148" y="380"/>
                    </a:lnTo>
                    <a:lnTo>
                      <a:pt x="1150" y="392"/>
                    </a:lnTo>
                    <a:lnTo>
                      <a:pt x="1161" y="394"/>
                    </a:lnTo>
                    <a:lnTo>
                      <a:pt x="1166" y="421"/>
                    </a:lnTo>
                    <a:lnTo>
                      <a:pt x="1188" y="418"/>
                    </a:lnTo>
                    <a:lnTo>
                      <a:pt x="1186" y="430"/>
                    </a:lnTo>
                    <a:lnTo>
                      <a:pt x="1202" y="426"/>
                    </a:lnTo>
                    <a:lnTo>
                      <a:pt x="1191" y="442"/>
                    </a:lnTo>
                    <a:lnTo>
                      <a:pt x="1186" y="453"/>
                    </a:lnTo>
                    <a:lnTo>
                      <a:pt x="1164" y="459"/>
                    </a:lnTo>
                    <a:lnTo>
                      <a:pt x="1173" y="463"/>
                    </a:lnTo>
                    <a:lnTo>
                      <a:pt x="1191" y="459"/>
                    </a:lnTo>
                    <a:lnTo>
                      <a:pt x="1207" y="450"/>
                    </a:lnTo>
                    <a:lnTo>
                      <a:pt x="1221" y="451"/>
                    </a:lnTo>
                    <a:lnTo>
                      <a:pt x="1224" y="466"/>
                    </a:lnTo>
                    <a:lnTo>
                      <a:pt x="1224" y="485"/>
                    </a:lnTo>
                    <a:lnTo>
                      <a:pt x="1226" y="496"/>
                    </a:lnTo>
                    <a:lnTo>
                      <a:pt x="1224" y="505"/>
                    </a:lnTo>
                    <a:lnTo>
                      <a:pt x="1205" y="510"/>
                    </a:lnTo>
                    <a:lnTo>
                      <a:pt x="1188" y="508"/>
                    </a:lnTo>
                    <a:lnTo>
                      <a:pt x="1166" y="528"/>
                    </a:lnTo>
                    <a:lnTo>
                      <a:pt x="1128" y="533"/>
                    </a:lnTo>
                    <a:lnTo>
                      <a:pt x="1088" y="533"/>
                    </a:lnTo>
                    <a:lnTo>
                      <a:pt x="1069" y="530"/>
                    </a:lnTo>
                    <a:lnTo>
                      <a:pt x="1054" y="543"/>
                    </a:lnTo>
                    <a:lnTo>
                      <a:pt x="1034" y="553"/>
                    </a:lnTo>
                    <a:lnTo>
                      <a:pt x="1014" y="578"/>
                    </a:lnTo>
                    <a:lnTo>
                      <a:pt x="1048" y="563"/>
                    </a:lnTo>
                    <a:lnTo>
                      <a:pt x="1067" y="553"/>
                    </a:lnTo>
                    <a:lnTo>
                      <a:pt x="1087" y="565"/>
                    </a:lnTo>
                    <a:lnTo>
                      <a:pt x="1074" y="585"/>
                    </a:lnTo>
                    <a:lnTo>
                      <a:pt x="1092" y="605"/>
                    </a:lnTo>
                    <a:lnTo>
                      <a:pt x="1137" y="627"/>
                    </a:lnTo>
                    <a:lnTo>
                      <a:pt x="1097" y="648"/>
                    </a:lnTo>
                    <a:lnTo>
                      <a:pt x="1058" y="675"/>
                    </a:lnTo>
                    <a:lnTo>
                      <a:pt x="1049" y="665"/>
                    </a:lnTo>
                    <a:lnTo>
                      <a:pt x="1097" y="620"/>
                    </a:lnTo>
                    <a:lnTo>
                      <a:pt x="1094" y="614"/>
                    </a:lnTo>
                    <a:lnTo>
                      <a:pt x="1079" y="614"/>
                    </a:lnTo>
                    <a:lnTo>
                      <a:pt x="1040" y="648"/>
                    </a:lnTo>
                    <a:lnTo>
                      <a:pt x="1028" y="643"/>
                    </a:lnTo>
                    <a:lnTo>
                      <a:pt x="1025" y="599"/>
                    </a:lnTo>
                    <a:lnTo>
                      <a:pt x="1003" y="593"/>
                    </a:lnTo>
                    <a:lnTo>
                      <a:pt x="993" y="620"/>
                    </a:lnTo>
                    <a:lnTo>
                      <a:pt x="985" y="636"/>
                    </a:lnTo>
                    <a:lnTo>
                      <a:pt x="972" y="652"/>
                    </a:lnTo>
                    <a:lnTo>
                      <a:pt x="907" y="648"/>
                    </a:lnTo>
                    <a:lnTo>
                      <a:pt x="895" y="660"/>
                    </a:lnTo>
                    <a:lnTo>
                      <a:pt x="888" y="684"/>
                    </a:lnTo>
                    <a:lnTo>
                      <a:pt x="851" y="682"/>
                    </a:lnTo>
                    <a:lnTo>
                      <a:pt x="837" y="696"/>
                    </a:lnTo>
                    <a:lnTo>
                      <a:pt x="803" y="726"/>
                    </a:lnTo>
                    <a:lnTo>
                      <a:pt x="778" y="717"/>
                    </a:lnTo>
                    <a:lnTo>
                      <a:pt x="786" y="703"/>
                    </a:lnTo>
                    <a:lnTo>
                      <a:pt x="801" y="682"/>
                    </a:lnTo>
                    <a:lnTo>
                      <a:pt x="812" y="691"/>
                    </a:lnTo>
                    <a:lnTo>
                      <a:pt x="815" y="654"/>
                    </a:lnTo>
                    <a:lnTo>
                      <a:pt x="834" y="657"/>
                    </a:lnTo>
                    <a:lnTo>
                      <a:pt x="818" y="628"/>
                    </a:lnTo>
                    <a:lnTo>
                      <a:pt x="767" y="619"/>
                    </a:lnTo>
                    <a:lnTo>
                      <a:pt x="752" y="564"/>
                    </a:lnTo>
                    <a:lnTo>
                      <a:pt x="696" y="571"/>
                    </a:lnTo>
                    <a:lnTo>
                      <a:pt x="698" y="580"/>
                    </a:lnTo>
                    <a:lnTo>
                      <a:pt x="653" y="576"/>
                    </a:lnTo>
                    <a:lnTo>
                      <a:pt x="622" y="576"/>
                    </a:lnTo>
                    <a:lnTo>
                      <a:pt x="625" y="565"/>
                    </a:lnTo>
                    <a:lnTo>
                      <a:pt x="197" y="567"/>
                    </a:lnTo>
                    <a:lnTo>
                      <a:pt x="177" y="540"/>
                    </a:lnTo>
                    <a:lnTo>
                      <a:pt x="156" y="525"/>
                    </a:lnTo>
                    <a:lnTo>
                      <a:pt x="139" y="506"/>
                    </a:lnTo>
                    <a:lnTo>
                      <a:pt x="138" y="482"/>
                    </a:lnTo>
                    <a:lnTo>
                      <a:pt x="136" y="462"/>
                    </a:lnTo>
                    <a:lnTo>
                      <a:pt x="121" y="463"/>
                    </a:lnTo>
                    <a:lnTo>
                      <a:pt x="119" y="449"/>
                    </a:lnTo>
                    <a:lnTo>
                      <a:pt x="110" y="444"/>
                    </a:lnTo>
                    <a:lnTo>
                      <a:pt x="112" y="421"/>
                    </a:lnTo>
                    <a:lnTo>
                      <a:pt x="119" y="408"/>
                    </a:lnTo>
                    <a:lnTo>
                      <a:pt x="130" y="397"/>
                    </a:lnTo>
                    <a:lnTo>
                      <a:pt x="109" y="392"/>
                    </a:lnTo>
                    <a:lnTo>
                      <a:pt x="103" y="365"/>
                    </a:lnTo>
                    <a:lnTo>
                      <a:pt x="94" y="361"/>
                    </a:lnTo>
                    <a:lnTo>
                      <a:pt x="90" y="341"/>
                    </a:lnTo>
                    <a:lnTo>
                      <a:pt x="66" y="314"/>
                    </a:lnTo>
                    <a:lnTo>
                      <a:pt x="56" y="313"/>
                    </a:lnTo>
                    <a:lnTo>
                      <a:pt x="53" y="324"/>
                    </a:lnTo>
                    <a:lnTo>
                      <a:pt x="44" y="324"/>
                    </a:lnTo>
                    <a:lnTo>
                      <a:pt x="40" y="333"/>
                    </a:lnTo>
                    <a:lnTo>
                      <a:pt x="26" y="324"/>
                    </a:lnTo>
                    <a:lnTo>
                      <a:pt x="21" y="303"/>
                    </a:lnTo>
                    <a:lnTo>
                      <a:pt x="15" y="297"/>
                    </a:lnTo>
                    <a:lnTo>
                      <a:pt x="0" y="303"/>
                    </a:lnTo>
                    <a:lnTo>
                      <a:pt x="72" y="57"/>
                    </a:lnTo>
                    <a:lnTo>
                      <a:pt x="118" y="65"/>
                    </a:lnTo>
                    <a:lnTo>
                      <a:pt x="159" y="85"/>
                    </a:lnTo>
                    <a:lnTo>
                      <a:pt x="177" y="86"/>
                    </a:lnTo>
                    <a:lnTo>
                      <a:pt x="178" y="71"/>
                    </a:lnTo>
                    <a:lnTo>
                      <a:pt x="194" y="58"/>
                    </a:lnTo>
                    <a:lnTo>
                      <a:pt x="233" y="34"/>
                    </a:lnTo>
                    <a:lnTo>
                      <a:pt x="245" y="40"/>
                    </a:lnTo>
                    <a:lnTo>
                      <a:pt x="216" y="58"/>
                    </a:lnTo>
                    <a:lnTo>
                      <a:pt x="247" y="57"/>
                    </a:lnTo>
                    <a:lnTo>
                      <a:pt x="257" y="46"/>
                    </a:lnTo>
                    <a:lnTo>
                      <a:pt x="264" y="34"/>
                    </a:lnTo>
                    <a:lnTo>
                      <a:pt x="274" y="29"/>
                    </a:lnTo>
                    <a:lnTo>
                      <a:pt x="287" y="53"/>
                    </a:lnTo>
                    <a:lnTo>
                      <a:pt x="306" y="55"/>
                    </a:lnTo>
                    <a:lnTo>
                      <a:pt x="315" y="46"/>
                    </a:lnTo>
                    <a:lnTo>
                      <a:pt x="325" y="62"/>
                    </a:lnTo>
                    <a:lnTo>
                      <a:pt x="340" y="52"/>
                    </a:lnTo>
                    <a:lnTo>
                      <a:pt x="399" y="71"/>
                    </a:lnTo>
                    <a:lnTo>
                      <a:pt x="437" y="72"/>
                    </a:lnTo>
                    <a:lnTo>
                      <a:pt x="465" y="86"/>
                    </a:lnTo>
                    <a:lnTo>
                      <a:pt x="460" y="107"/>
                    </a:lnTo>
                    <a:lnTo>
                      <a:pt x="497" y="95"/>
                    </a:lnTo>
                    <a:lnTo>
                      <a:pt x="525" y="121"/>
                    </a:lnTo>
                    <a:lnTo>
                      <a:pt x="544" y="120"/>
                    </a:lnTo>
                    <a:lnTo>
                      <a:pt x="542" y="107"/>
                    </a:lnTo>
                    <a:lnTo>
                      <a:pt x="564" y="84"/>
                    </a:lnTo>
                    <a:lnTo>
                      <a:pt x="588" y="102"/>
                    </a:lnTo>
                    <a:lnTo>
                      <a:pt x="659" y="107"/>
                    </a:lnTo>
                    <a:lnTo>
                      <a:pt x="672" y="90"/>
                    </a:lnTo>
                    <a:lnTo>
                      <a:pt x="692" y="88"/>
                    </a:lnTo>
                    <a:lnTo>
                      <a:pt x="703" y="104"/>
                    </a:lnTo>
                    <a:lnTo>
                      <a:pt x="721" y="95"/>
                    </a:lnTo>
                    <a:lnTo>
                      <a:pt x="737" y="84"/>
                    </a:lnTo>
                    <a:lnTo>
                      <a:pt x="729" y="52"/>
                    </a:lnTo>
                    <a:lnTo>
                      <a:pt x="708" y="37"/>
                    </a:lnTo>
                    <a:lnTo>
                      <a:pt x="723" y="28"/>
                    </a:lnTo>
                    <a:lnTo>
                      <a:pt x="732" y="13"/>
                    </a:lnTo>
                    <a:lnTo>
                      <a:pt x="754" y="0"/>
                    </a:lnTo>
                    <a:lnTo>
                      <a:pt x="776" y="19"/>
                    </a:lnTo>
                    <a:lnTo>
                      <a:pt x="769" y="37"/>
                    </a:lnTo>
                    <a:lnTo>
                      <a:pt x="773" y="53"/>
                    </a:lnTo>
                    <a:lnTo>
                      <a:pt x="786" y="65"/>
                    </a:lnTo>
                    <a:lnTo>
                      <a:pt x="794" y="88"/>
                    </a:lnTo>
                    <a:lnTo>
                      <a:pt x="812" y="65"/>
                    </a:lnTo>
                    <a:lnTo>
                      <a:pt x="822" y="85"/>
                    </a:lnTo>
                    <a:lnTo>
                      <a:pt x="821" y="117"/>
                    </a:lnTo>
                    <a:lnTo>
                      <a:pt x="834" y="117"/>
                    </a:lnTo>
                    <a:lnTo>
                      <a:pt x="840" y="99"/>
                    </a:lnTo>
                    <a:lnTo>
                      <a:pt x="860" y="79"/>
                    </a:lnTo>
                    <a:lnTo>
                      <a:pt x="868" y="53"/>
                    </a:lnTo>
                    <a:lnTo>
                      <a:pt x="904" y="57"/>
                    </a:lnTo>
                    <a:lnTo>
                      <a:pt x="913" y="83"/>
                    </a:lnTo>
                    <a:lnTo>
                      <a:pt x="898" y="90"/>
                    </a:lnTo>
                    <a:lnTo>
                      <a:pt x="906" y="123"/>
                    </a:lnTo>
                    <a:lnTo>
                      <a:pt x="860" y="146"/>
                    </a:lnTo>
                    <a:lnTo>
                      <a:pt x="854" y="136"/>
                    </a:lnTo>
                    <a:lnTo>
                      <a:pt x="830" y="137"/>
                    </a:lnTo>
                    <a:lnTo>
                      <a:pt x="827" y="156"/>
                    </a:lnTo>
                    <a:lnTo>
                      <a:pt x="799" y="156"/>
                    </a:lnTo>
                    <a:lnTo>
                      <a:pt x="791" y="148"/>
                    </a:lnTo>
                    <a:lnTo>
                      <a:pt x="778" y="149"/>
                    </a:lnTo>
                    <a:lnTo>
                      <a:pt x="779" y="160"/>
                    </a:lnTo>
                    <a:lnTo>
                      <a:pt x="806" y="171"/>
                    </a:lnTo>
                    <a:lnTo>
                      <a:pt x="799" y="195"/>
                    </a:lnTo>
                    <a:lnTo>
                      <a:pt x="785" y="205"/>
                    </a:lnTo>
                    <a:lnTo>
                      <a:pt x="763" y="208"/>
                    </a:lnTo>
                    <a:lnTo>
                      <a:pt x="750" y="228"/>
                    </a:lnTo>
                    <a:lnTo>
                      <a:pt x="720" y="251"/>
                    </a:lnTo>
                    <a:lnTo>
                      <a:pt x="694" y="274"/>
                    </a:lnTo>
                    <a:lnTo>
                      <a:pt x="673" y="306"/>
                    </a:lnTo>
                    <a:lnTo>
                      <a:pt x="672" y="330"/>
                    </a:lnTo>
                    <a:lnTo>
                      <a:pt x="691" y="333"/>
                    </a:lnTo>
                    <a:lnTo>
                      <a:pt x="701" y="374"/>
                    </a:lnTo>
                    <a:lnTo>
                      <a:pt x="745" y="379"/>
                    </a:lnTo>
                    <a:lnTo>
                      <a:pt x="773" y="406"/>
                    </a:lnTo>
                    <a:lnTo>
                      <a:pt x="791" y="408"/>
                    </a:lnTo>
                    <a:lnTo>
                      <a:pt x="806" y="426"/>
                    </a:lnTo>
                    <a:lnTo>
                      <a:pt x="836" y="424"/>
                    </a:lnTo>
                    <a:lnTo>
                      <a:pt x="833" y="459"/>
                    </a:lnTo>
                    <a:lnTo>
                      <a:pt x="830" y="489"/>
                    </a:lnTo>
                    <a:lnTo>
                      <a:pt x="841" y="512"/>
                    </a:lnTo>
                    <a:lnTo>
                      <a:pt x="854" y="513"/>
                    </a:lnTo>
                    <a:lnTo>
                      <a:pt x="865" y="501"/>
                    </a:lnTo>
                    <a:lnTo>
                      <a:pt x="877" y="512"/>
                    </a:lnTo>
                    <a:lnTo>
                      <a:pt x="882" y="499"/>
                    </a:lnTo>
                    <a:lnTo>
                      <a:pt x="889" y="463"/>
                    </a:lnTo>
                    <a:lnTo>
                      <a:pt x="888" y="450"/>
                    </a:lnTo>
                    <a:lnTo>
                      <a:pt x="891" y="426"/>
                    </a:lnTo>
                    <a:lnTo>
                      <a:pt x="914" y="414"/>
                    </a:lnTo>
                    <a:lnTo>
                      <a:pt x="915" y="413"/>
                    </a:lnTo>
                    <a:lnTo>
                      <a:pt x="916" y="409"/>
                    </a:lnTo>
                    <a:lnTo>
                      <a:pt x="916" y="403"/>
                    </a:lnTo>
                    <a:lnTo>
                      <a:pt x="917" y="395"/>
                    </a:lnTo>
                    <a:lnTo>
                      <a:pt x="919" y="387"/>
                    </a:lnTo>
                    <a:lnTo>
                      <a:pt x="919" y="377"/>
                    </a:lnTo>
                    <a:lnTo>
                      <a:pt x="919" y="368"/>
                    </a:lnTo>
                    <a:lnTo>
                      <a:pt x="917" y="358"/>
                    </a:lnTo>
                    <a:lnTo>
                      <a:pt x="916" y="350"/>
                    </a:lnTo>
                    <a:lnTo>
                      <a:pt x="914" y="342"/>
                    </a:lnTo>
                    <a:lnTo>
                      <a:pt x="910" y="337"/>
                    </a:lnTo>
                    <a:lnTo>
                      <a:pt x="906" y="332"/>
                    </a:lnTo>
                    <a:lnTo>
                      <a:pt x="922" y="325"/>
                    </a:lnTo>
                    <a:lnTo>
                      <a:pt x="926" y="294"/>
                    </a:lnTo>
                    <a:lnTo>
                      <a:pt x="923" y="283"/>
                    </a:lnTo>
                    <a:lnTo>
                      <a:pt x="926" y="257"/>
                    </a:lnTo>
                    <a:lnTo>
                      <a:pt x="943" y="232"/>
                    </a:lnTo>
                    <a:lnTo>
                      <a:pt x="969" y="246"/>
                    </a:lnTo>
                    <a:lnTo>
                      <a:pt x="1004" y="246"/>
                    </a:lnTo>
                    <a:lnTo>
                      <a:pt x="1017" y="259"/>
                    </a:lnTo>
                    <a:lnTo>
                      <a:pt x="1033" y="275"/>
                    </a:lnTo>
                    <a:lnTo>
                      <a:pt x="1054" y="283"/>
                    </a:lnTo>
                    <a:lnTo>
                      <a:pt x="1045" y="295"/>
                    </a:lnTo>
                    <a:lnTo>
                      <a:pt x="1046" y="340"/>
                    </a:lnTo>
                    <a:lnTo>
                      <a:pt x="1071" y="347"/>
                    </a:lnTo>
                    <a:lnTo>
                      <a:pt x="1096" y="338"/>
                    </a:lnTo>
                    <a:lnTo>
                      <a:pt x="1105" y="324"/>
                    </a:lnTo>
                    <a:lnTo>
                      <a:pt x="1119" y="301"/>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dirty="0">
                  <a:solidFill>
                    <a:schemeClr val="bg1"/>
                  </a:solidFill>
                  <a:latin typeface="Lato"/>
                  <a:ea typeface="PT Sans" panose="020B0503020203020204" pitchFamily="34" charset="0"/>
                </a:endParaRPr>
              </a:p>
            </p:txBody>
          </p:sp>
          <p:sp>
            <p:nvSpPr>
              <p:cNvPr id="309" name="Freeform 71">
                <a:extLst>
                  <a:ext uri="{FF2B5EF4-FFF2-40B4-BE49-F238E27FC236}">
                    <a16:creationId xmlns:a16="http://schemas.microsoft.com/office/drawing/2014/main" id="{5F7357FE-5D84-4484-B166-4346D5CB6AE6}"/>
                  </a:ext>
                </a:extLst>
              </p:cNvPr>
              <p:cNvSpPr>
                <a:spLocks/>
              </p:cNvSpPr>
              <p:nvPr/>
            </p:nvSpPr>
            <p:spPr bwMode="auto">
              <a:xfrm>
                <a:off x="4430740" y="2713163"/>
                <a:ext cx="143096" cy="149431"/>
              </a:xfrm>
              <a:custGeom>
                <a:avLst/>
                <a:gdLst>
                  <a:gd name="T0" fmla="*/ 44 w 81"/>
                  <a:gd name="T1" fmla="*/ 0 h 84"/>
                  <a:gd name="T2" fmla="*/ 34 w 81"/>
                  <a:gd name="T3" fmla="*/ 3 h 84"/>
                  <a:gd name="T4" fmla="*/ 27 w 81"/>
                  <a:gd name="T5" fmla="*/ 13 h 84"/>
                  <a:gd name="T6" fmla="*/ 19 w 81"/>
                  <a:gd name="T7" fmla="*/ 24 h 84"/>
                  <a:gd name="T8" fmla="*/ 6 w 81"/>
                  <a:gd name="T9" fmla="*/ 30 h 84"/>
                  <a:gd name="T10" fmla="*/ 0 w 81"/>
                  <a:gd name="T11" fmla="*/ 44 h 84"/>
                  <a:gd name="T12" fmla="*/ 0 w 81"/>
                  <a:gd name="T13" fmla="*/ 64 h 84"/>
                  <a:gd name="T14" fmla="*/ 16 w 81"/>
                  <a:gd name="T15" fmla="*/ 66 h 84"/>
                  <a:gd name="T16" fmla="*/ 31 w 81"/>
                  <a:gd name="T17" fmla="*/ 60 h 84"/>
                  <a:gd name="T18" fmla="*/ 42 w 81"/>
                  <a:gd name="T19" fmla="*/ 60 h 84"/>
                  <a:gd name="T20" fmla="*/ 44 w 81"/>
                  <a:gd name="T21" fmla="*/ 79 h 84"/>
                  <a:gd name="T22" fmla="*/ 54 w 81"/>
                  <a:gd name="T23" fmla="*/ 83 h 84"/>
                  <a:gd name="T24" fmla="*/ 54 w 81"/>
                  <a:gd name="T25" fmla="*/ 70 h 84"/>
                  <a:gd name="T26" fmla="*/ 63 w 81"/>
                  <a:gd name="T27" fmla="*/ 71 h 84"/>
                  <a:gd name="T28" fmla="*/ 66 w 81"/>
                  <a:gd name="T29" fmla="*/ 83 h 84"/>
                  <a:gd name="T30" fmla="*/ 74 w 81"/>
                  <a:gd name="T31" fmla="*/ 65 h 84"/>
                  <a:gd name="T32" fmla="*/ 80 w 81"/>
                  <a:gd name="T33" fmla="*/ 50 h 84"/>
                  <a:gd name="T34" fmla="*/ 77 w 81"/>
                  <a:gd name="T35" fmla="*/ 30 h 84"/>
                  <a:gd name="T36" fmla="*/ 66 w 81"/>
                  <a:gd name="T37" fmla="*/ 26 h 84"/>
                  <a:gd name="T38" fmla="*/ 54 w 81"/>
                  <a:gd name="T39" fmla="*/ 26 h 84"/>
                  <a:gd name="T40" fmla="*/ 49 w 81"/>
                  <a:gd name="T41" fmla="*/ 13 h 84"/>
                  <a:gd name="T42" fmla="*/ 50 w 81"/>
                  <a:gd name="T43" fmla="*/ 5 h 84"/>
                  <a:gd name="T44" fmla="*/ 40 w 81"/>
                  <a:gd name="T4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1" h="84">
                    <a:moveTo>
                      <a:pt x="44" y="0"/>
                    </a:moveTo>
                    <a:lnTo>
                      <a:pt x="34" y="3"/>
                    </a:lnTo>
                    <a:lnTo>
                      <a:pt x="27" y="13"/>
                    </a:lnTo>
                    <a:lnTo>
                      <a:pt x="19" y="24"/>
                    </a:lnTo>
                    <a:lnTo>
                      <a:pt x="6" y="30"/>
                    </a:lnTo>
                    <a:lnTo>
                      <a:pt x="0" y="44"/>
                    </a:lnTo>
                    <a:lnTo>
                      <a:pt x="0" y="64"/>
                    </a:lnTo>
                    <a:lnTo>
                      <a:pt x="16" y="66"/>
                    </a:lnTo>
                    <a:lnTo>
                      <a:pt x="31" y="60"/>
                    </a:lnTo>
                    <a:lnTo>
                      <a:pt x="42" y="60"/>
                    </a:lnTo>
                    <a:lnTo>
                      <a:pt x="44" y="79"/>
                    </a:lnTo>
                    <a:lnTo>
                      <a:pt x="54" y="83"/>
                    </a:lnTo>
                    <a:lnTo>
                      <a:pt x="54" y="70"/>
                    </a:lnTo>
                    <a:lnTo>
                      <a:pt x="63" y="71"/>
                    </a:lnTo>
                    <a:lnTo>
                      <a:pt x="66" y="83"/>
                    </a:lnTo>
                    <a:lnTo>
                      <a:pt x="74" y="65"/>
                    </a:lnTo>
                    <a:lnTo>
                      <a:pt x="80" y="50"/>
                    </a:lnTo>
                    <a:lnTo>
                      <a:pt x="77" y="30"/>
                    </a:lnTo>
                    <a:lnTo>
                      <a:pt x="66" y="26"/>
                    </a:lnTo>
                    <a:lnTo>
                      <a:pt x="54" y="26"/>
                    </a:lnTo>
                    <a:lnTo>
                      <a:pt x="49" y="13"/>
                    </a:lnTo>
                    <a:lnTo>
                      <a:pt x="50" y="5"/>
                    </a:lnTo>
                    <a:lnTo>
                      <a:pt x="40"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10" name="Freeform 72">
                <a:extLst>
                  <a:ext uri="{FF2B5EF4-FFF2-40B4-BE49-F238E27FC236}">
                    <a16:creationId xmlns:a16="http://schemas.microsoft.com/office/drawing/2014/main" id="{EAAE8226-B461-434F-A7E4-550A28F195E0}"/>
                  </a:ext>
                </a:extLst>
              </p:cNvPr>
              <p:cNvSpPr>
                <a:spLocks/>
              </p:cNvSpPr>
              <p:nvPr/>
            </p:nvSpPr>
            <p:spPr bwMode="auto">
              <a:xfrm>
                <a:off x="3092556" y="1741078"/>
                <a:ext cx="250025" cy="171452"/>
              </a:xfrm>
              <a:custGeom>
                <a:avLst/>
                <a:gdLst>
                  <a:gd name="T0" fmla="*/ 45 w 142"/>
                  <a:gd name="T1" fmla="*/ 4 h 98"/>
                  <a:gd name="T2" fmla="*/ 28 w 142"/>
                  <a:gd name="T3" fmla="*/ 32 h 98"/>
                  <a:gd name="T4" fmla="*/ 18 w 142"/>
                  <a:gd name="T5" fmla="*/ 50 h 98"/>
                  <a:gd name="T6" fmla="*/ 0 w 142"/>
                  <a:gd name="T7" fmla="*/ 70 h 98"/>
                  <a:gd name="T8" fmla="*/ 13 w 142"/>
                  <a:gd name="T9" fmla="*/ 84 h 98"/>
                  <a:gd name="T10" fmla="*/ 32 w 142"/>
                  <a:gd name="T11" fmla="*/ 97 h 98"/>
                  <a:gd name="T12" fmla="*/ 71 w 142"/>
                  <a:gd name="T13" fmla="*/ 77 h 98"/>
                  <a:gd name="T14" fmla="*/ 91 w 142"/>
                  <a:gd name="T15" fmla="*/ 64 h 98"/>
                  <a:gd name="T16" fmla="*/ 121 w 142"/>
                  <a:gd name="T17" fmla="*/ 57 h 98"/>
                  <a:gd name="T18" fmla="*/ 141 w 142"/>
                  <a:gd name="T19" fmla="*/ 42 h 98"/>
                  <a:gd name="T20" fmla="*/ 116 w 142"/>
                  <a:gd name="T21" fmla="*/ 19 h 98"/>
                  <a:gd name="T22" fmla="*/ 84 w 142"/>
                  <a:gd name="T23" fmla="*/ 12 h 98"/>
                  <a:gd name="T24" fmla="*/ 71 w 142"/>
                  <a:gd name="T25" fmla="*/ 0 h 98"/>
                  <a:gd name="T26" fmla="*/ 56 w 142"/>
                  <a:gd name="T27" fmla="*/ 15 h 98"/>
                  <a:gd name="T28" fmla="*/ 45 w 142"/>
                  <a:gd name="T29" fmla="*/ 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2" h="98">
                    <a:moveTo>
                      <a:pt x="45" y="4"/>
                    </a:moveTo>
                    <a:lnTo>
                      <a:pt x="28" y="32"/>
                    </a:lnTo>
                    <a:lnTo>
                      <a:pt x="18" y="50"/>
                    </a:lnTo>
                    <a:lnTo>
                      <a:pt x="0" y="70"/>
                    </a:lnTo>
                    <a:lnTo>
                      <a:pt x="13" y="84"/>
                    </a:lnTo>
                    <a:lnTo>
                      <a:pt x="32" y="97"/>
                    </a:lnTo>
                    <a:lnTo>
                      <a:pt x="71" y="77"/>
                    </a:lnTo>
                    <a:lnTo>
                      <a:pt x="91" y="64"/>
                    </a:lnTo>
                    <a:lnTo>
                      <a:pt x="121" y="57"/>
                    </a:lnTo>
                    <a:lnTo>
                      <a:pt x="141" y="42"/>
                    </a:lnTo>
                    <a:lnTo>
                      <a:pt x="116" y="19"/>
                    </a:lnTo>
                    <a:lnTo>
                      <a:pt x="84" y="12"/>
                    </a:lnTo>
                    <a:lnTo>
                      <a:pt x="71" y="0"/>
                    </a:lnTo>
                    <a:lnTo>
                      <a:pt x="56" y="15"/>
                    </a:lnTo>
                    <a:lnTo>
                      <a:pt x="45" y="4"/>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11" name="Freeform 73">
                <a:extLst>
                  <a:ext uri="{FF2B5EF4-FFF2-40B4-BE49-F238E27FC236}">
                    <a16:creationId xmlns:a16="http://schemas.microsoft.com/office/drawing/2014/main" id="{924EEA3C-E244-4497-95E5-72B62C9D76A6}"/>
                  </a:ext>
                </a:extLst>
              </p:cNvPr>
              <p:cNvSpPr>
                <a:spLocks/>
              </p:cNvSpPr>
              <p:nvPr/>
            </p:nvSpPr>
            <p:spPr bwMode="auto">
              <a:xfrm>
                <a:off x="3254522" y="1816579"/>
                <a:ext cx="358526" cy="191900"/>
              </a:xfrm>
              <a:custGeom>
                <a:avLst/>
                <a:gdLst>
                  <a:gd name="T0" fmla="*/ 62 w 203"/>
                  <a:gd name="T1" fmla="*/ 9 h 109"/>
                  <a:gd name="T2" fmla="*/ 34 w 203"/>
                  <a:gd name="T3" fmla="*/ 25 h 109"/>
                  <a:gd name="T4" fmla="*/ 34 w 203"/>
                  <a:gd name="T5" fmla="*/ 37 h 109"/>
                  <a:gd name="T6" fmla="*/ 2 w 203"/>
                  <a:gd name="T7" fmla="*/ 40 h 109"/>
                  <a:gd name="T8" fmla="*/ 0 w 203"/>
                  <a:gd name="T9" fmla="*/ 53 h 109"/>
                  <a:gd name="T10" fmla="*/ 52 w 203"/>
                  <a:gd name="T11" fmla="*/ 62 h 109"/>
                  <a:gd name="T12" fmla="*/ 12 w 203"/>
                  <a:gd name="T13" fmla="*/ 72 h 109"/>
                  <a:gd name="T14" fmla="*/ 4 w 203"/>
                  <a:gd name="T15" fmla="*/ 80 h 109"/>
                  <a:gd name="T16" fmla="*/ 32 w 203"/>
                  <a:gd name="T17" fmla="*/ 95 h 109"/>
                  <a:gd name="T18" fmla="*/ 57 w 203"/>
                  <a:gd name="T19" fmla="*/ 108 h 109"/>
                  <a:gd name="T20" fmla="*/ 92 w 203"/>
                  <a:gd name="T21" fmla="*/ 108 h 109"/>
                  <a:gd name="T22" fmla="*/ 151 w 203"/>
                  <a:gd name="T23" fmla="*/ 105 h 109"/>
                  <a:gd name="T24" fmla="*/ 188 w 203"/>
                  <a:gd name="T25" fmla="*/ 98 h 109"/>
                  <a:gd name="T26" fmla="*/ 179 w 203"/>
                  <a:gd name="T27" fmla="*/ 72 h 109"/>
                  <a:gd name="T28" fmla="*/ 202 w 203"/>
                  <a:gd name="T29" fmla="*/ 68 h 109"/>
                  <a:gd name="T30" fmla="*/ 177 w 203"/>
                  <a:gd name="T31" fmla="*/ 53 h 109"/>
                  <a:gd name="T32" fmla="*/ 161 w 203"/>
                  <a:gd name="T33" fmla="*/ 22 h 109"/>
                  <a:gd name="T34" fmla="*/ 169 w 203"/>
                  <a:gd name="T35" fmla="*/ 5 h 109"/>
                  <a:gd name="T36" fmla="*/ 139 w 203"/>
                  <a:gd name="T37" fmla="*/ 0 h 109"/>
                  <a:gd name="T38" fmla="*/ 132 w 203"/>
                  <a:gd name="T39" fmla="*/ 32 h 109"/>
                  <a:gd name="T40" fmla="*/ 117 w 203"/>
                  <a:gd name="T41" fmla="*/ 14 h 109"/>
                  <a:gd name="T42" fmla="*/ 104 w 203"/>
                  <a:gd name="T43" fmla="*/ 5 h 109"/>
                  <a:gd name="T44" fmla="*/ 94 w 203"/>
                  <a:gd name="T45" fmla="*/ 22 h 109"/>
                  <a:gd name="T46" fmla="*/ 85 w 203"/>
                  <a:gd name="T47" fmla="*/ 3 h 109"/>
                  <a:gd name="T48" fmla="*/ 62 w 203"/>
                  <a:gd name="T49" fmla="*/ 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3" h="109">
                    <a:moveTo>
                      <a:pt x="62" y="9"/>
                    </a:moveTo>
                    <a:lnTo>
                      <a:pt x="34" y="25"/>
                    </a:lnTo>
                    <a:lnTo>
                      <a:pt x="34" y="37"/>
                    </a:lnTo>
                    <a:lnTo>
                      <a:pt x="2" y="40"/>
                    </a:lnTo>
                    <a:lnTo>
                      <a:pt x="0" y="53"/>
                    </a:lnTo>
                    <a:lnTo>
                      <a:pt x="52" y="62"/>
                    </a:lnTo>
                    <a:lnTo>
                      <a:pt x="12" y="72"/>
                    </a:lnTo>
                    <a:lnTo>
                      <a:pt x="4" y="80"/>
                    </a:lnTo>
                    <a:lnTo>
                      <a:pt x="32" y="95"/>
                    </a:lnTo>
                    <a:lnTo>
                      <a:pt x="57" y="108"/>
                    </a:lnTo>
                    <a:lnTo>
                      <a:pt x="92" y="108"/>
                    </a:lnTo>
                    <a:lnTo>
                      <a:pt x="151" y="105"/>
                    </a:lnTo>
                    <a:lnTo>
                      <a:pt x="188" y="98"/>
                    </a:lnTo>
                    <a:lnTo>
                      <a:pt x="179" y="72"/>
                    </a:lnTo>
                    <a:lnTo>
                      <a:pt x="202" y="68"/>
                    </a:lnTo>
                    <a:lnTo>
                      <a:pt x="177" y="53"/>
                    </a:lnTo>
                    <a:lnTo>
                      <a:pt x="161" y="22"/>
                    </a:lnTo>
                    <a:lnTo>
                      <a:pt x="169" y="5"/>
                    </a:lnTo>
                    <a:lnTo>
                      <a:pt x="139" y="0"/>
                    </a:lnTo>
                    <a:lnTo>
                      <a:pt x="132" y="32"/>
                    </a:lnTo>
                    <a:lnTo>
                      <a:pt x="117" y="14"/>
                    </a:lnTo>
                    <a:lnTo>
                      <a:pt x="104" y="5"/>
                    </a:lnTo>
                    <a:lnTo>
                      <a:pt x="94" y="22"/>
                    </a:lnTo>
                    <a:lnTo>
                      <a:pt x="85" y="3"/>
                    </a:lnTo>
                    <a:lnTo>
                      <a:pt x="62" y="9"/>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12" name="Freeform 74">
                <a:extLst>
                  <a:ext uri="{FF2B5EF4-FFF2-40B4-BE49-F238E27FC236}">
                    <a16:creationId xmlns:a16="http://schemas.microsoft.com/office/drawing/2014/main" id="{3AD224EB-F64B-4B50-9EFD-B0BD723A757E}"/>
                  </a:ext>
                </a:extLst>
              </p:cNvPr>
              <p:cNvSpPr>
                <a:spLocks/>
              </p:cNvSpPr>
              <p:nvPr/>
            </p:nvSpPr>
            <p:spPr bwMode="auto">
              <a:xfrm>
                <a:off x="3534424" y="1778829"/>
                <a:ext cx="55037" cy="28313"/>
              </a:xfrm>
              <a:custGeom>
                <a:avLst/>
                <a:gdLst>
                  <a:gd name="T0" fmla="*/ 15 w 30"/>
                  <a:gd name="T1" fmla="*/ 14 h 15"/>
                  <a:gd name="T2" fmla="*/ 18 w 30"/>
                  <a:gd name="T3" fmla="*/ 14 h 15"/>
                  <a:gd name="T4" fmla="*/ 19 w 30"/>
                  <a:gd name="T5" fmla="*/ 14 h 15"/>
                  <a:gd name="T6" fmla="*/ 21 w 30"/>
                  <a:gd name="T7" fmla="*/ 14 h 15"/>
                  <a:gd name="T8" fmla="*/ 23 w 30"/>
                  <a:gd name="T9" fmla="*/ 13 h 15"/>
                  <a:gd name="T10" fmla="*/ 25 w 30"/>
                  <a:gd name="T11" fmla="*/ 12 h 15"/>
                  <a:gd name="T12" fmla="*/ 26 w 30"/>
                  <a:gd name="T13" fmla="*/ 11 h 15"/>
                  <a:gd name="T14" fmla="*/ 28 w 30"/>
                  <a:gd name="T15" fmla="*/ 11 h 15"/>
                  <a:gd name="T16" fmla="*/ 29 w 30"/>
                  <a:gd name="T17" fmla="*/ 10 h 15"/>
                  <a:gd name="T18" fmla="*/ 29 w 30"/>
                  <a:gd name="T19" fmla="*/ 9 h 15"/>
                  <a:gd name="T20" fmla="*/ 29 w 30"/>
                  <a:gd name="T21" fmla="*/ 8 h 15"/>
                  <a:gd name="T22" fmla="*/ 29 w 30"/>
                  <a:gd name="T23" fmla="*/ 7 h 15"/>
                  <a:gd name="T24" fmla="*/ 29 w 30"/>
                  <a:gd name="T25" fmla="*/ 6 h 15"/>
                  <a:gd name="T26" fmla="*/ 29 w 30"/>
                  <a:gd name="T27" fmla="*/ 4 h 15"/>
                  <a:gd name="T28" fmla="*/ 28 w 30"/>
                  <a:gd name="T29" fmla="*/ 3 h 15"/>
                  <a:gd name="T30" fmla="*/ 26 w 30"/>
                  <a:gd name="T31" fmla="*/ 3 h 15"/>
                  <a:gd name="T32" fmla="*/ 25 w 30"/>
                  <a:gd name="T33" fmla="*/ 2 h 15"/>
                  <a:gd name="T34" fmla="*/ 23 w 30"/>
                  <a:gd name="T35" fmla="*/ 1 h 15"/>
                  <a:gd name="T36" fmla="*/ 21 w 30"/>
                  <a:gd name="T37" fmla="*/ 0 h 15"/>
                  <a:gd name="T38" fmla="*/ 19 w 30"/>
                  <a:gd name="T39" fmla="*/ 0 h 15"/>
                  <a:gd name="T40" fmla="*/ 18 w 30"/>
                  <a:gd name="T41" fmla="*/ 0 h 15"/>
                  <a:gd name="T42" fmla="*/ 15 w 30"/>
                  <a:gd name="T43" fmla="*/ 0 h 15"/>
                  <a:gd name="T44" fmla="*/ 13 w 30"/>
                  <a:gd name="T45" fmla="*/ 0 h 15"/>
                  <a:gd name="T46" fmla="*/ 11 w 30"/>
                  <a:gd name="T47" fmla="*/ 0 h 15"/>
                  <a:gd name="T48" fmla="*/ 10 w 30"/>
                  <a:gd name="T49" fmla="*/ 0 h 15"/>
                  <a:gd name="T50" fmla="*/ 8 w 30"/>
                  <a:gd name="T51" fmla="*/ 1 h 15"/>
                  <a:gd name="T52" fmla="*/ 6 w 30"/>
                  <a:gd name="T53" fmla="*/ 2 h 15"/>
                  <a:gd name="T54" fmla="*/ 5 w 30"/>
                  <a:gd name="T55" fmla="*/ 2 h 15"/>
                  <a:gd name="T56" fmla="*/ 4 w 30"/>
                  <a:gd name="T57" fmla="*/ 3 h 15"/>
                  <a:gd name="T58" fmla="*/ 2 w 30"/>
                  <a:gd name="T59" fmla="*/ 3 h 15"/>
                  <a:gd name="T60" fmla="*/ 2 w 30"/>
                  <a:gd name="T61" fmla="*/ 4 h 15"/>
                  <a:gd name="T62" fmla="*/ 1 w 30"/>
                  <a:gd name="T63" fmla="*/ 6 h 15"/>
                  <a:gd name="T64" fmla="*/ 1 w 30"/>
                  <a:gd name="T65" fmla="*/ 7 h 15"/>
                  <a:gd name="T66" fmla="*/ 0 w 30"/>
                  <a:gd name="T67" fmla="*/ 7 h 15"/>
                  <a:gd name="T68" fmla="*/ 1 w 30"/>
                  <a:gd name="T69" fmla="*/ 8 h 15"/>
                  <a:gd name="T70" fmla="*/ 1 w 30"/>
                  <a:gd name="T71" fmla="*/ 9 h 15"/>
                  <a:gd name="T72" fmla="*/ 2 w 30"/>
                  <a:gd name="T73" fmla="*/ 10 h 15"/>
                  <a:gd name="T74" fmla="*/ 2 w 30"/>
                  <a:gd name="T75" fmla="*/ 11 h 15"/>
                  <a:gd name="T76" fmla="*/ 4 w 30"/>
                  <a:gd name="T77" fmla="*/ 11 h 15"/>
                  <a:gd name="T78" fmla="*/ 5 w 30"/>
                  <a:gd name="T79" fmla="*/ 12 h 15"/>
                  <a:gd name="T80" fmla="*/ 6 w 30"/>
                  <a:gd name="T81" fmla="*/ 12 h 15"/>
                  <a:gd name="T82" fmla="*/ 8 w 30"/>
                  <a:gd name="T83" fmla="*/ 13 h 15"/>
                  <a:gd name="T84" fmla="*/ 10 w 30"/>
                  <a:gd name="T85" fmla="*/ 14 h 15"/>
                  <a:gd name="T86" fmla="*/ 11 w 30"/>
                  <a:gd name="T87" fmla="*/ 14 h 15"/>
                  <a:gd name="T88" fmla="*/ 13 w 30"/>
                  <a:gd name="T89" fmla="*/ 14 h 15"/>
                  <a:gd name="T90" fmla="*/ 15 w 30"/>
                  <a:gd name="T91"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0" h="15">
                    <a:moveTo>
                      <a:pt x="15" y="14"/>
                    </a:moveTo>
                    <a:lnTo>
                      <a:pt x="18" y="14"/>
                    </a:lnTo>
                    <a:lnTo>
                      <a:pt x="19" y="14"/>
                    </a:lnTo>
                    <a:lnTo>
                      <a:pt x="21" y="14"/>
                    </a:lnTo>
                    <a:lnTo>
                      <a:pt x="23" y="13"/>
                    </a:lnTo>
                    <a:lnTo>
                      <a:pt x="25" y="12"/>
                    </a:lnTo>
                    <a:lnTo>
                      <a:pt x="26" y="11"/>
                    </a:lnTo>
                    <a:lnTo>
                      <a:pt x="28" y="11"/>
                    </a:lnTo>
                    <a:lnTo>
                      <a:pt x="29" y="10"/>
                    </a:lnTo>
                    <a:lnTo>
                      <a:pt x="29" y="9"/>
                    </a:lnTo>
                    <a:lnTo>
                      <a:pt x="29" y="8"/>
                    </a:lnTo>
                    <a:lnTo>
                      <a:pt x="29" y="7"/>
                    </a:lnTo>
                    <a:lnTo>
                      <a:pt x="29" y="6"/>
                    </a:lnTo>
                    <a:lnTo>
                      <a:pt x="29" y="4"/>
                    </a:lnTo>
                    <a:lnTo>
                      <a:pt x="28" y="3"/>
                    </a:lnTo>
                    <a:lnTo>
                      <a:pt x="26" y="3"/>
                    </a:lnTo>
                    <a:lnTo>
                      <a:pt x="25" y="2"/>
                    </a:lnTo>
                    <a:lnTo>
                      <a:pt x="23" y="1"/>
                    </a:lnTo>
                    <a:lnTo>
                      <a:pt x="21" y="0"/>
                    </a:lnTo>
                    <a:lnTo>
                      <a:pt x="19" y="0"/>
                    </a:lnTo>
                    <a:lnTo>
                      <a:pt x="18" y="0"/>
                    </a:lnTo>
                    <a:lnTo>
                      <a:pt x="15" y="0"/>
                    </a:lnTo>
                    <a:lnTo>
                      <a:pt x="13" y="0"/>
                    </a:lnTo>
                    <a:lnTo>
                      <a:pt x="11" y="0"/>
                    </a:lnTo>
                    <a:lnTo>
                      <a:pt x="10" y="0"/>
                    </a:lnTo>
                    <a:lnTo>
                      <a:pt x="8" y="1"/>
                    </a:lnTo>
                    <a:lnTo>
                      <a:pt x="6" y="2"/>
                    </a:lnTo>
                    <a:lnTo>
                      <a:pt x="5" y="2"/>
                    </a:lnTo>
                    <a:lnTo>
                      <a:pt x="4" y="3"/>
                    </a:lnTo>
                    <a:lnTo>
                      <a:pt x="2" y="3"/>
                    </a:lnTo>
                    <a:lnTo>
                      <a:pt x="2" y="4"/>
                    </a:lnTo>
                    <a:lnTo>
                      <a:pt x="1" y="6"/>
                    </a:lnTo>
                    <a:lnTo>
                      <a:pt x="1" y="7"/>
                    </a:lnTo>
                    <a:lnTo>
                      <a:pt x="0" y="7"/>
                    </a:lnTo>
                    <a:lnTo>
                      <a:pt x="1" y="8"/>
                    </a:lnTo>
                    <a:lnTo>
                      <a:pt x="1" y="9"/>
                    </a:lnTo>
                    <a:lnTo>
                      <a:pt x="2" y="10"/>
                    </a:lnTo>
                    <a:lnTo>
                      <a:pt x="2" y="11"/>
                    </a:lnTo>
                    <a:lnTo>
                      <a:pt x="4" y="11"/>
                    </a:lnTo>
                    <a:lnTo>
                      <a:pt x="5" y="12"/>
                    </a:lnTo>
                    <a:lnTo>
                      <a:pt x="6" y="12"/>
                    </a:lnTo>
                    <a:lnTo>
                      <a:pt x="8" y="13"/>
                    </a:lnTo>
                    <a:lnTo>
                      <a:pt x="10" y="14"/>
                    </a:lnTo>
                    <a:lnTo>
                      <a:pt x="11" y="14"/>
                    </a:lnTo>
                    <a:lnTo>
                      <a:pt x="13" y="14"/>
                    </a:lnTo>
                    <a:lnTo>
                      <a:pt x="15" y="14"/>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13" name="Freeform 75">
                <a:extLst>
                  <a:ext uri="{FF2B5EF4-FFF2-40B4-BE49-F238E27FC236}">
                    <a16:creationId xmlns:a16="http://schemas.microsoft.com/office/drawing/2014/main" id="{A97841D8-B2D7-480C-B964-44AE3A06FAC8}"/>
                  </a:ext>
                </a:extLst>
              </p:cNvPr>
              <p:cNvSpPr>
                <a:spLocks/>
              </p:cNvSpPr>
              <p:nvPr/>
            </p:nvSpPr>
            <p:spPr bwMode="auto">
              <a:xfrm>
                <a:off x="3226217" y="1604231"/>
                <a:ext cx="154103" cy="97523"/>
              </a:xfrm>
              <a:custGeom>
                <a:avLst/>
                <a:gdLst>
                  <a:gd name="T0" fmla="*/ 85 w 86"/>
                  <a:gd name="T1" fmla="*/ 0 h 55"/>
                  <a:gd name="T2" fmla="*/ 63 w 86"/>
                  <a:gd name="T3" fmla="*/ 8 h 55"/>
                  <a:gd name="T4" fmla="*/ 30 w 86"/>
                  <a:gd name="T5" fmla="*/ 24 h 55"/>
                  <a:gd name="T6" fmla="*/ 2 w 86"/>
                  <a:gd name="T7" fmla="*/ 31 h 55"/>
                  <a:gd name="T8" fmla="*/ 0 w 86"/>
                  <a:gd name="T9" fmla="*/ 49 h 55"/>
                  <a:gd name="T10" fmla="*/ 37 w 86"/>
                  <a:gd name="T11" fmla="*/ 54 h 55"/>
                  <a:gd name="T12" fmla="*/ 63 w 86"/>
                  <a:gd name="T13" fmla="*/ 29 h 55"/>
                  <a:gd name="T14" fmla="*/ 85 w 86"/>
                  <a:gd name="T15" fmla="*/ 29 h 55"/>
                  <a:gd name="T16" fmla="*/ 85 w 86"/>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 h="55">
                    <a:moveTo>
                      <a:pt x="85" y="0"/>
                    </a:moveTo>
                    <a:lnTo>
                      <a:pt x="63" y="8"/>
                    </a:lnTo>
                    <a:lnTo>
                      <a:pt x="30" y="24"/>
                    </a:lnTo>
                    <a:lnTo>
                      <a:pt x="2" y="31"/>
                    </a:lnTo>
                    <a:lnTo>
                      <a:pt x="0" y="49"/>
                    </a:lnTo>
                    <a:lnTo>
                      <a:pt x="37" y="54"/>
                    </a:lnTo>
                    <a:lnTo>
                      <a:pt x="63" y="29"/>
                    </a:lnTo>
                    <a:lnTo>
                      <a:pt x="85" y="29"/>
                    </a:lnTo>
                    <a:lnTo>
                      <a:pt x="85"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14" name="Freeform 76">
                <a:extLst>
                  <a:ext uri="{FF2B5EF4-FFF2-40B4-BE49-F238E27FC236}">
                    <a16:creationId xmlns:a16="http://schemas.microsoft.com/office/drawing/2014/main" id="{EDA9928B-DDE6-4709-90D7-E835DD3FE6C9}"/>
                  </a:ext>
                </a:extLst>
              </p:cNvPr>
              <p:cNvSpPr>
                <a:spLocks/>
              </p:cNvSpPr>
              <p:nvPr/>
            </p:nvSpPr>
            <p:spPr bwMode="auto">
              <a:xfrm>
                <a:off x="3318994" y="1692316"/>
                <a:ext cx="28305" cy="48762"/>
              </a:xfrm>
              <a:custGeom>
                <a:avLst/>
                <a:gdLst>
                  <a:gd name="T0" fmla="*/ 7 w 15"/>
                  <a:gd name="T1" fmla="*/ 25 h 26"/>
                  <a:gd name="T2" fmla="*/ 6 w 15"/>
                  <a:gd name="T3" fmla="*/ 25 h 26"/>
                  <a:gd name="T4" fmla="*/ 4 w 15"/>
                  <a:gd name="T5" fmla="*/ 24 h 26"/>
                  <a:gd name="T6" fmla="*/ 3 w 15"/>
                  <a:gd name="T7" fmla="*/ 24 h 26"/>
                  <a:gd name="T8" fmla="*/ 3 w 15"/>
                  <a:gd name="T9" fmla="*/ 23 h 26"/>
                  <a:gd name="T10" fmla="*/ 2 w 15"/>
                  <a:gd name="T11" fmla="*/ 22 h 26"/>
                  <a:gd name="T12" fmla="*/ 2 w 15"/>
                  <a:gd name="T13" fmla="*/ 21 h 26"/>
                  <a:gd name="T14" fmla="*/ 2 w 15"/>
                  <a:gd name="T15" fmla="*/ 20 h 26"/>
                  <a:gd name="T16" fmla="*/ 1 w 15"/>
                  <a:gd name="T17" fmla="*/ 18 h 26"/>
                  <a:gd name="T18" fmla="*/ 1 w 15"/>
                  <a:gd name="T19" fmla="*/ 16 h 26"/>
                  <a:gd name="T20" fmla="*/ 1 w 15"/>
                  <a:gd name="T21" fmla="*/ 15 h 26"/>
                  <a:gd name="T22" fmla="*/ 0 w 15"/>
                  <a:gd name="T23" fmla="*/ 13 h 26"/>
                  <a:gd name="T24" fmla="*/ 1 w 15"/>
                  <a:gd name="T25" fmla="*/ 11 h 26"/>
                  <a:gd name="T26" fmla="*/ 1 w 15"/>
                  <a:gd name="T27" fmla="*/ 9 h 26"/>
                  <a:gd name="T28" fmla="*/ 1 w 15"/>
                  <a:gd name="T29" fmla="*/ 8 h 26"/>
                  <a:gd name="T30" fmla="*/ 2 w 15"/>
                  <a:gd name="T31" fmla="*/ 6 h 26"/>
                  <a:gd name="T32" fmla="*/ 2 w 15"/>
                  <a:gd name="T33" fmla="*/ 5 h 26"/>
                  <a:gd name="T34" fmla="*/ 2 w 15"/>
                  <a:gd name="T35" fmla="*/ 4 h 26"/>
                  <a:gd name="T36" fmla="*/ 3 w 15"/>
                  <a:gd name="T37" fmla="*/ 3 h 26"/>
                  <a:gd name="T38" fmla="*/ 3 w 15"/>
                  <a:gd name="T39" fmla="*/ 2 h 26"/>
                  <a:gd name="T40" fmla="*/ 4 w 15"/>
                  <a:gd name="T41" fmla="*/ 2 h 26"/>
                  <a:gd name="T42" fmla="*/ 6 w 15"/>
                  <a:gd name="T43" fmla="*/ 1 h 26"/>
                  <a:gd name="T44" fmla="*/ 7 w 15"/>
                  <a:gd name="T45" fmla="*/ 1 h 26"/>
                  <a:gd name="T46" fmla="*/ 7 w 15"/>
                  <a:gd name="T47" fmla="*/ 0 h 26"/>
                  <a:gd name="T48" fmla="*/ 8 w 15"/>
                  <a:gd name="T49" fmla="*/ 1 h 26"/>
                  <a:gd name="T50" fmla="*/ 9 w 15"/>
                  <a:gd name="T51" fmla="*/ 1 h 26"/>
                  <a:gd name="T52" fmla="*/ 11 w 15"/>
                  <a:gd name="T53" fmla="*/ 2 h 26"/>
                  <a:gd name="T54" fmla="*/ 12 w 15"/>
                  <a:gd name="T55" fmla="*/ 3 h 26"/>
                  <a:gd name="T56" fmla="*/ 12 w 15"/>
                  <a:gd name="T57" fmla="*/ 4 h 26"/>
                  <a:gd name="T58" fmla="*/ 13 w 15"/>
                  <a:gd name="T59" fmla="*/ 5 h 26"/>
                  <a:gd name="T60" fmla="*/ 13 w 15"/>
                  <a:gd name="T61" fmla="*/ 6 h 26"/>
                  <a:gd name="T62" fmla="*/ 14 w 15"/>
                  <a:gd name="T63" fmla="*/ 8 h 26"/>
                  <a:gd name="T64" fmla="*/ 14 w 15"/>
                  <a:gd name="T65" fmla="*/ 9 h 26"/>
                  <a:gd name="T66" fmla="*/ 14 w 15"/>
                  <a:gd name="T67" fmla="*/ 11 h 26"/>
                  <a:gd name="T68" fmla="*/ 14 w 15"/>
                  <a:gd name="T69" fmla="*/ 13 h 26"/>
                  <a:gd name="T70" fmla="*/ 14 w 15"/>
                  <a:gd name="T71" fmla="*/ 15 h 26"/>
                  <a:gd name="T72" fmla="*/ 14 w 15"/>
                  <a:gd name="T73" fmla="*/ 16 h 26"/>
                  <a:gd name="T74" fmla="*/ 14 w 15"/>
                  <a:gd name="T75" fmla="*/ 18 h 26"/>
                  <a:gd name="T76" fmla="*/ 13 w 15"/>
                  <a:gd name="T77" fmla="*/ 20 h 26"/>
                  <a:gd name="T78" fmla="*/ 13 w 15"/>
                  <a:gd name="T79" fmla="*/ 21 h 26"/>
                  <a:gd name="T80" fmla="*/ 12 w 15"/>
                  <a:gd name="T81" fmla="*/ 22 h 26"/>
                  <a:gd name="T82" fmla="*/ 12 w 15"/>
                  <a:gd name="T83" fmla="*/ 23 h 26"/>
                  <a:gd name="T84" fmla="*/ 11 w 15"/>
                  <a:gd name="T85" fmla="*/ 24 h 26"/>
                  <a:gd name="T86" fmla="*/ 9 w 15"/>
                  <a:gd name="T87" fmla="*/ 25 h 26"/>
                  <a:gd name="T88" fmla="*/ 8 w 15"/>
                  <a:gd name="T89" fmla="*/ 25 h 26"/>
                  <a:gd name="T90" fmla="*/ 7 w 15"/>
                  <a:gd name="T91"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5" h="26">
                    <a:moveTo>
                      <a:pt x="7" y="25"/>
                    </a:moveTo>
                    <a:lnTo>
                      <a:pt x="6" y="25"/>
                    </a:lnTo>
                    <a:lnTo>
                      <a:pt x="4" y="24"/>
                    </a:lnTo>
                    <a:lnTo>
                      <a:pt x="3" y="24"/>
                    </a:lnTo>
                    <a:lnTo>
                      <a:pt x="3" y="23"/>
                    </a:lnTo>
                    <a:lnTo>
                      <a:pt x="2" y="22"/>
                    </a:lnTo>
                    <a:lnTo>
                      <a:pt x="2" y="21"/>
                    </a:lnTo>
                    <a:lnTo>
                      <a:pt x="2" y="20"/>
                    </a:lnTo>
                    <a:lnTo>
                      <a:pt x="1" y="18"/>
                    </a:lnTo>
                    <a:lnTo>
                      <a:pt x="1" y="16"/>
                    </a:lnTo>
                    <a:lnTo>
                      <a:pt x="1" y="15"/>
                    </a:lnTo>
                    <a:lnTo>
                      <a:pt x="0" y="13"/>
                    </a:lnTo>
                    <a:lnTo>
                      <a:pt x="1" y="11"/>
                    </a:lnTo>
                    <a:lnTo>
                      <a:pt x="1" y="9"/>
                    </a:lnTo>
                    <a:lnTo>
                      <a:pt x="1" y="8"/>
                    </a:lnTo>
                    <a:lnTo>
                      <a:pt x="2" y="6"/>
                    </a:lnTo>
                    <a:lnTo>
                      <a:pt x="2" y="5"/>
                    </a:lnTo>
                    <a:lnTo>
                      <a:pt x="2" y="4"/>
                    </a:lnTo>
                    <a:lnTo>
                      <a:pt x="3" y="3"/>
                    </a:lnTo>
                    <a:lnTo>
                      <a:pt x="3" y="2"/>
                    </a:lnTo>
                    <a:lnTo>
                      <a:pt x="4" y="2"/>
                    </a:lnTo>
                    <a:lnTo>
                      <a:pt x="6" y="1"/>
                    </a:lnTo>
                    <a:lnTo>
                      <a:pt x="7" y="1"/>
                    </a:lnTo>
                    <a:lnTo>
                      <a:pt x="7" y="0"/>
                    </a:lnTo>
                    <a:lnTo>
                      <a:pt x="8" y="1"/>
                    </a:lnTo>
                    <a:lnTo>
                      <a:pt x="9" y="1"/>
                    </a:lnTo>
                    <a:lnTo>
                      <a:pt x="11" y="2"/>
                    </a:lnTo>
                    <a:lnTo>
                      <a:pt x="12" y="3"/>
                    </a:lnTo>
                    <a:lnTo>
                      <a:pt x="12" y="4"/>
                    </a:lnTo>
                    <a:lnTo>
                      <a:pt x="13" y="5"/>
                    </a:lnTo>
                    <a:lnTo>
                      <a:pt x="13" y="6"/>
                    </a:lnTo>
                    <a:lnTo>
                      <a:pt x="14" y="8"/>
                    </a:lnTo>
                    <a:lnTo>
                      <a:pt x="14" y="9"/>
                    </a:lnTo>
                    <a:lnTo>
                      <a:pt x="14" y="11"/>
                    </a:lnTo>
                    <a:lnTo>
                      <a:pt x="14" y="13"/>
                    </a:lnTo>
                    <a:lnTo>
                      <a:pt x="14" y="15"/>
                    </a:lnTo>
                    <a:lnTo>
                      <a:pt x="14" y="16"/>
                    </a:lnTo>
                    <a:lnTo>
                      <a:pt x="14" y="18"/>
                    </a:lnTo>
                    <a:lnTo>
                      <a:pt x="13" y="20"/>
                    </a:lnTo>
                    <a:lnTo>
                      <a:pt x="13" y="21"/>
                    </a:lnTo>
                    <a:lnTo>
                      <a:pt x="12" y="22"/>
                    </a:lnTo>
                    <a:lnTo>
                      <a:pt x="12" y="23"/>
                    </a:lnTo>
                    <a:lnTo>
                      <a:pt x="11" y="24"/>
                    </a:lnTo>
                    <a:lnTo>
                      <a:pt x="9" y="25"/>
                    </a:lnTo>
                    <a:lnTo>
                      <a:pt x="8" y="25"/>
                    </a:lnTo>
                    <a:lnTo>
                      <a:pt x="7" y="25"/>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15" name="Freeform 77">
                <a:extLst>
                  <a:ext uri="{FF2B5EF4-FFF2-40B4-BE49-F238E27FC236}">
                    <a16:creationId xmlns:a16="http://schemas.microsoft.com/office/drawing/2014/main" id="{1100464A-6D4F-46B1-940B-746BB2D40287}"/>
                  </a:ext>
                </a:extLst>
              </p:cNvPr>
              <p:cNvSpPr>
                <a:spLocks/>
              </p:cNvSpPr>
              <p:nvPr/>
            </p:nvSpPr>
            <p:spPr bwMode="auto">
              <a:xfrm>
                <a:off x="3370886" y="1649846"/>
                <a:ext cx="231155" cy="114826"/>
              </a:xfrm>
              <a:custGeom>
                <a:avLst/>
                <a:gdLst>
                  <a:gd name="T0" fmla="*/ 45 w 131"/>
                  <a:gd name="T1" fmla="*/ 20 h 64"/>
                  <a:gd name="T2" fmla="*/ 33 w 131"/>
                  <a:gd name="T3" fmla="*/ 33 h 64"/>
                  <a:gd name="T4" fmla="*/ 5 w 131"/>
                  <a:gd name="T5" fmla="*/ 33 h 64"/>
                  <a:gd name="T6" fmla="*/ 0 w 131"/>
                  <a:gd name="T7" fmla="*/ 55 h 64"/>
                  <a:gd name="T8" fmla="*/ 30 w 131"/>
                  <a:gd name="T9" fmla="*/ 63 h 64"/>
                  <a:gd name="T10" fmla="*/ 55 w 131"/>
                  <a:gd name="T11" fmla="*/ 59 h 64"/>
                  <a:gd name="T12" fmla="*/ 77 w 131"/>
                  <a:gd name="T13" fmla="*/ 51 h 64"/>
                  <a:gd name="T14" fmla="*/ 105 w 131"/>
                  <a:gd name="T15" fmla="*/ 46 h 64"/>
                  <a:gd name="T16" fmla="*/ 130 w 131"/>
                  <a:gd name="T17" fmla="*/ 54 h 64"/>
                  <a:gd name="T18" fmla="*/ 117 w 131"/>
                  <a:gd name="T19" fmla="*/ 26 h 64"/>
                  <a:gd name="T20" fmla="*/ 90 w 131"/>
                  <a:gd name="T21" fmla="*/ 18 h 64"/>
                  <a:gd name="T22" fmla="*/ 85 w 131"/>
                  <a:gd name="T23" fmla="*/ 0 h 64"/>
                  <a:gd name="T24" fmla="*/ 62 w 131"/>
                  <a:gd name="T25" fmla="*/ 3 h 64"/>
                  <a:gd name="T26" fmla="*/ 60 w 131"/>
                  <a:gd name="T27" fmla="*/ 18 h 64"/>
                  <a:gd name="T28" fmla="*/ 45 w 131"/>
                  <a:gd name="T29" fmla="*/ 2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1" h="64">
                    <a:moveTo>
                      <a:pt x="45" y="20"/>
                    </a:moveTo>
                    <a:lnTo>
                      <a:pt x="33" y="33"/>
                    </a:lnTo>
                    <a:lnTo>
                      <a:pt x="5" y="33"/>
                    </a:lnTo>
                    <a:lnTo>
                      <a:pt x="0" y="55"/>
                    </a:lnTo>
                    <a:lnTo>
                      <a:pt x="30" y="63"/>
                    </a:lnTo>
                    <a:lnTo>
                      <a:pt x="55" y="59"/>
                    </a:lnTo>
                    <a:lnTo>
                      <a:pt x="77" y="51"/>
                    </a:lnTo>
                    <a:lnTo>
                      <a:pt x="105" y="46"/>
                    </a:lnTo>
                    <a:lnTo>
                      <a:pt x="130" y="54"/>
                    </a:lnTo>
                    <a:lnTo>
                      <a:pt x="117" y="26"/>
                    </a:lnTo>
                    <a:lnTo>
                      <a:pt x="90" y="18"/>
                    </a:lnTo>
                    <a:lnTo>
                      <a:pt x="85" y="0"/>
                    </a:lnTo>
                    <a:lnTo>
                      <a:pt x="62" y="3"/>
                    </a:lnTo>
                    <a:lnTo>
                      <a:pt x="60" y="18"/>
                    </a:lnTo>
                    <a:lnTo>
                      <a:pt x="45" y="2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16" name="Freeform 78">
                <a:extLst>
                  <a:ext uri="{FF2B5EF4-FFF2-40B4-BE49-F238E27FC236}">
                    <a16:creationId xmlns:a16="http://schemas.microsoft.com/office/drawing/2014/main" id="{1014C9E5-7802-4616-8534-22976A555FE7}"/>
                  </a:ext>
                </a:extLst>
              </p:cNvPr>
              <p:cNvSpPr>
                <a:spLocks/>
              </p:cNvSpPr>
              <p:nvPr/>
            </p:nvSpPr>
            <p:spPr bwMode="auto">
              <a:xfrm>
                <a:off x="3446365" y="1590074"/>
                <a:ext cx="73907" cy="53480"/>
              </a:xfrm>
              <a:custGeom>
                <a:avLst/>
                <a:gdLst>
                  <a:gd name="T0" fmla="*/ 26 w 41"/>
                  <a:gd name="T1" fmla="*/ 2 h 31"/>
                  <a:gd name="T2" fmla="*/ 8 w 41"/>
                  <a:gd name="T3" fmla="*/ 2 h 31"/>
                  <a:gd name="T4" fmla="*/ 0 w 41"/>
                  <a:gd name="T5" fmla="*/ 17 h 31"/>
                  <a:gd name="T6" fmla="*/ 0 w 41"/>
                  <a:gd name="T7" fmla="*/ 30 h 31"/>
                  <a:gd name="T8" fmla="*/ 18 w 41"/>
                  <a:gd name="T9" fmla="*/ 20 h 31"/>
                  <a:gd name="T10" fmla="*/ 38 w 41"/>
                  <a:gd name="T11" fmla="*/ 15 h 31"/>
                  <a:gd name="T12" fmla="*/ 40 w 41"/>
                  <a:gd name="T13" fmla="*/ 0 h 31"/>
                  <a:gd name="T14" fmla="*/ 26 w 41"/>
                  <a:gd name="T15" fmla="*/ 2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31">
                    <a:moveTo>
                      <a:pt x="26" y="2"/>
                    </a:moveTo>
                    <a:lnTo>
                      <a:pt x="8" y="2"/>
                    </a:lnTo>
                    <a:lnTo>
                      <a:pt x="0" y="17"/>
                    </a:lnTo>
                    <a:lnTo>
                      <a:pt x="0" y="30"/>
                    </a:lnTo>
                    <a:lnTo>
                      <a:pt x="18" y="20"/>
                    </a:lnTo>
                    <a:lnTo>
                      <a:pt x="38" y="15"/>
                    </a:lnTo>
                    <a:lnTo>
                      <a:pt x="40" y="0"/>
                    </a:lnTo>
                    <a:lnTo>
                      <a:pt x="26" y="2"/>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17" name="Freeform 79">
                <a:extLst>
                  <a:ext uri="{FF2B5EF4-FFF2-40B4-BE49-F238E27FC236}">
                    <a16:creationId xmlns:a16="http://schemas.microsoft.com/office/drawing/2014/main" id="{41E851EA-DC42-4856-ABFF-55AEDC36BAE4}"/>
                  </a:ext>
                </a:extLst>
              </p:cNvPr>
              <p:cNvSpPr>
                <a:spLocks/>
              </p:cNvSpPr>
              <p:nvPr/>
            </p:nvSpPr>
            <p:spPr bwMode="auto">
              <a:xfrm>
                <a:off x="3444792" y="1527156"/>
                <a:ext cx="88059" cy="47189"/>
              </a:xfrm>
              <a:custGeom>
                <a:avLst/>
                <a:gdLst>
                  <a:gd name="T0" fmla="*/ 13 w 51"/>
                  <a:gd name="T1" fmla="*/ 7 h 27"/>
                  <a:gd name="T2" fmla="*/ 25 w 51"/>
                  <a:gd name="T3" fmla="*/ 0 h 27"/>
                  <a:gd name="T4" fmla="*/ 42 w 51"/>
                  <a:gd name="T5" fmla="*/ 2 h 27"/>
                  <a:gd name="T6" fmla="*/ 50 w 51"/>
                  <a:gd name="T7" fmla="*/ 15 h 27"/>
                  <a:gd name="T8" fmla="*/ 28 w 51"/>
                  <a:gd name="T9" fmla="*/ 23 h 27"/>
                  <a:gd name="T10" fmla="*/ 0 w 51"/>
                  <a:gd name="T11" fmla="*/ 26 h 27"/>
                  <a:gd name="T12" fmla="*/ 13 w 51"/>
                  <a:gd name="T13" fmla="*/ 7 h 27"/>
                </a:gdLst>
                <a:ahLst/>
                <a:cxnLst>
                  <a:cxn ang="0">
                    <a:pos x="T0" y="T1"/>
                  </a:cxn>
                  <a:cxn ang="0">
                    <a:pos x="T2" y="T3"/>
                  </a:cxn>
                  <a:cxn ang="0">
                    <a:pos x="T4" y="T5"/>
                  </a:cxn>
                  <a:cxn ang="0">
                    <a:pos x="T6" y="T7"/>
                  </a:cxn>
                  <a:cxn ang="0">
                    <a:pos x="T8" y="T9"/>
                  </a:cxn>
                  <a:cxn ang="0">
                    <a:pos x="T10" y="T11"/>
                  </a:cxn>
                  <a:cxn ang="0">
                    <a:pos x="T12" y="T13"/>
                  </a:cxn>
                </a:cxnLst>
                <a:rect l="0" t="0" r="r" b="b"/>
                <a:pathLst>
                  <a:path w="51" h="27">
                    <a:moveTo>
                      <a:pt x="13" y="7"/>
                    </a:moveTo>
                    <a:lnTo>
                      <a:pt x="25" y="0"/>
                    </a:lnTo>
                    <a:lnTo>
                      <a:pt x="42" y="2"/>
                    </a:lnTo>
                    <a:lnTo>
                      <a:pt x="50" y="15"/>
                    </a:lnTo>
                    <a:lnTo>
                      <a:pt x="28" y="23"/>
                    </a:lnTo>
                    <a:lnTo>
                      <a:pt x="0" y="26"/>
                    </a:lnTo>
                    <a:lnTo>
                      <a:pt x="13" y="7"/>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18" name="Freeform 80">
                <a:extLst>
                  <a:ext uri="{FF2B5EF4-FFF2-40B4-BE49-F238E27FC236}">
                    <a16:creationId xmlns:a16="http://schemas.microsoft.com/office/drawing/2014/main" id="{0AD40CFF-AFCF-47C1-8597-79087C7038B2}"/>
                  </a:ext>
                </a:extLst>
              </p:cNvPr>
              <p:cNvSpPr>
                <a:spLocks/>
              </p:cNvSpPr>
              <p:nvPr/>
            </p:nvSpPr>
            <p:spPr bwMode="auto">
              <a:xfrm>
                <a:off x="3613048" y="1527156"/>
                <a:ext cx="122654" cy="80221"/>
              </a:xfrm>
              <a:custGeom>
                <a:avLst/>
                <a:gdLst>
                  <a:gd name="T0" fmla="*/ 13 w 70"/>
                  <a:gd name="T1" fmla="*/ 0 h 45"/>
                  <a:gd name="T2" fmla="*/ 31 w 70"/>
                  <a:gd name="T3" fmla="*/ 2 h 45"/>
                  <a:gd name="T4" fmla="*/ 48 w 70"/>
                  <a:gd name="T5" fmla="*/ 7 h 45"/>
                  <a:gd name="T6" fmla="*/ 64 w 70"/>
                  <a:gd name="T7" fmla="*/ 25 h 45"/>
                  <a:gd name="T8" fmla="*/ 69 w 70"/>
                  <a:gd name="T9" fmla="*/ 40 h 45"/>
                  <a:gd name="T10" fmla="*/ 39 w 70"/>
                  <a:gd name="T11" fmla="*/ 44 h 45"/>
                  <a:gd name="T12" fmla="*/ 31 w 70"/>
                  <a:gd name="T13" fmla="*/ 29 h 45"/>
                  <a:gd name="T14" fmla="*/ 13 w 70"/>
                  <a:gd name="T15" fmla="*/ 27 h 45"/>
                  <a:gd name="T16" fmla="*/ 0 w 70"/>
                  <a:gd name="T17" fmla="*/ 9 h 45"/>
                  <a:gd name="T18" fmla="*/ 13 w 70"/>
                  <a:gd name="T1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45">
                    <a:moveTo>
                      <a:pt x="13" y="0"/>
                    </a:moveTo>
                    <a:lnTo>
                      <a:pt x="31" y="2"/>
                    </a:lnTo>
                    <a:lnTo>
                      <a:pt x="48" y="7"/>
                    </a:lnTo>
                    <a:lnTo>
                      <a:pt x="64" y="25"/>
                    </a:lnTo>
                    <a:lnTo>
                      <a:pt x="69" y="40"/>
                    </a:lnTo>
                    <a:lnTo>
                      <a:pt x="39" y="44"/>
                    </a:lnTo>
                    <a:lnTo>
                      <a:pt x="31" y="29"/>
                    </a:lnTo>
                    <a:lnTo>
                      <a:pt x="13" y="27"/>
                    </a:lnTo>
                    <a:lnTo>
                      <a:pt x="0" y="9"/>
                    </a:lnTo>
                    <a:lnTo>
                      <a:pt x="13"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19" name="Freeform 81">
                <a:extLst>
                  <a:ext uri="{FF2B5EF4-FFF2-40B4-BE49-F238E27FC236}">
                    <a16:creationId xmlns:a16="http://schemas.microsoft.com/office/drawing/2014/main" id="{7CEEC82A-953D-417B-992A-93EACA57D7FB}"/>
                  </a:ext>
                </a:extLst>
              </p:cNvPr>
              <p:cNvSpPr>
                <a:spLocks/>
              </p:cNvSpPr>
              <p:nvPr/>
            </p:nvSpPr>
            <p:spPr bwMode="auto">
              <a:xfrm>
                <a:off x="3613048" y="1772537"/>
                <a:ext cx="117936" cy="122690"/>
              </a:xfrm>
              <a:custGeom>
                <a:avLst/>
                <a:gdLst>
                  <a:gd name="T0" fmla="*/ 23 w 67"/>
                  <a:gd name="T1" fmla="*/ 5 h 70"/>
                  <a:gd name="T2" fmla="*/ 28 w 67"/>
                  <a:gd name="T3" fmla="*/ 21 h 70"/>
                  <a:gd name="T4" fmla="*/ 25 w 67"/>
                  <a:gd name="T5" fmla="*/ 38 h 70"/>
                  <a:gd name="T6" fmla="*/ 3 w 67"/>
                  <a:gd name="T7" fmla="*/ 26 h 70"/>
                  <a:gd name="T8" fmla="*/ 0 w 67"/>
                  <a:gd name="T9" fmla="*/ 41 h 70"/>
                  <a:gd name="T10" fmla="*/ 21 w 67"/>
                  <a:gd name="T11" fmla="*/ 53 h 70"/>
                  <a:gd name="T12" fmla="*/ 31 w 67"/>
                  <a:gd name="T13" fmla="*/ 66 h 70"/>
                  <a:gd name="T14" fmla="*/ 53 w 67"/>
                  <a:gd name="T15" fmla="*/ 69 h 70"/>
                  <a:gd name="T16" fmla="*/ 66 w 67"/>
                  <a:gd name="T17" fmla="*/ 46 h 70"/>
                  <a:gd name="T18" fmla="*/ 58 w 67"/>
                  <a:gd name="T19" fmla="*/ 28 h 70"/>
                  <a:gd name="T20" fmla="*/ 61 w 67"/>
                  <a:gd name="T21" fmla="*/ 0 h 70"/>
                  <a:gd name="T22" fmla="*/ 23 w 67"/>
                  <a:gd name="T23" fmla="*/ 5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70">
                    <a:moveTo>
                      <a:pt x="23" y="5"/>
                    </a:moveTo>
                    <a:lnTo>
                      <a:pt x="28" y="21"/>
                    </a:lnTo>
                    <a:lnTo>
                      <a:pt x="25" y="38"/>
                    </a:lnTo>
                    <a:lnTo>
                      <a:pt x="3" y="26"/>
                    </a:lnTo>
                    <a:lnTo>
                      <a:pt x="0" y="41"/>
                    </a:lnTo>
                    <a:lnTo>
                      <a:pt x="21" y="53"/>
                    </a:lnTo>
                    <a:lnTo>
                      <a:pt x="31" y="66"/>
                    </a:lnTo>
                    <a:lnTo>
                      <a:pt x="53" y="69"/>
                    </a:lnTo>
                    <a:lnTo>
                      <a:pt x="66" y="46"/>
                    </a:lnTo>
                    <a:lnTo>
                      <a:pt x="58" y="28"/>
                    </a:lnTo>
                    <a:lnTo>
                      <a:pt x="61" y="0"/>
                    </a:lnTo>
                    <a:lnTo>
                      <a:pt x="23" y="5"/>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20" name="Freeform 82">
                <a:extLst>
                  <a:ext uri="{FF2B5EF4-FFF2-40B4-BE49-F238E27FC236}">
                    <a16:creationId xmlns:a16="http://schemas.microsoft.com/office/drawing/2014/main" id="{8010F51F-7762-431E-A12D-BBED31EA812D}"/>
                  </a:ext>
                </a:extLst>
              </p:cNvPr>
              <p:cNvSpPr>
                <a:spLocks/>
              </p:cNvSpPr>
              <p:nvPr/>
            </p:nvSpPr>
            <p:spPr bwMode="auto">
              <a:xfrm>
                <a:off x="3641353" y="1951853"/>
                <a:ext cx="72334" cy="56626"/>
              </a:xfrm>
              <a:custGeom>
                <a:avLst/>
                <a:gdLst>
                  <a:gd name="T0" fmla="*/ 20 w 42"/>
                  <a:gd name="T1" fmla="*/ 0 h 32"/>
                  <a:gd name="T2" fmla="*/ 5 w 42"/>
                  <a:gd name="T3" fmla="*/ 10 h 32"/>
                  <a:gd name="T4" fmla="*/ 0 w 42"/>
                  <a:gd name="T5" fmla="*/ 28 h 32"/>
                  <a:gd name="T6" fmla="*/ 25 w 42"/>
                  <a:gd name="T7" fmla="*/ 31 h 32"/>
                  <a:gd name="T8" fmla="*/ 41 w 42"/>
                  <a:gd name="T9" fmla="*/ 21 h 32"/>
                  <a:gd name="T10" fmla="*/ 20 w 42"/>
                  <a:gd name="T11" fmla="*/ 0 h 32"/>
                </a:gdLst>
                <a:ahLst/>
                <a:cxnLst>
                  <a:cxn ang="0">
                    <a:pos x="T0" y="T1"/>
                  </a:cxn>
                  <a:cxn ang="0">
                    <a:pos x="T2" y="T3"/>
                  </a:cxn>
                  <a:cxn ang="0">
                    <a:pos x="T4" y="T5"/>
                  </a:cxn>
                  <a:cxn ang="0">
                    <a:pos x="T6" y="T7"/>
                  </a:cxn>
                  <a:cxn ang="0">
                    <a:pos x="T8" y="T9"/>
                  </a:cxn>
                  <a:cxn ang="0">
                    <a:pos x="T10" y="T11"/>
                  </a:cxn>
                </a:cxnLst>
                <a:rect l="0" t="0" r="r" b="b"/>
                <a:pathLst>
                  <a:path w="42" h="32">
                    <a:moveTo>
                      <a:pt x="20" y="0"/>
                    </a:moveTo>
                    <a:lnTo>
                      <a:pt x="5" y="10"/>
                    </a:lnTo>
                    <a:lnTo>
                      <a:pt x="0" y="28"/>
                    </a:lnTo>
                    <a:lnTo>
                      <a:pt x="25" y="31"/>
                    </a:lnTo>
                    <a:lnTo>
                      <a:pt x="41" y="21"/>
                    </a:lnTo>
                    <a:lnTo>
                      <a:pt x="20"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21" name="Freeform 83">
                <a:extLst>
                  <a:ext uri="{FF2B5EF4-FFF2-40B4-BE49-F238E27FC236}">
                    <a16:creationId xmlns:a16="http://schemas.microsoft.com/office/drawing/2014/main" id="{CA068C81-DA71-47BC-B250-E9322367A3EF}"/>
                  </a:ext>
                </a:extLst>
              </p:cNvPr>
              <p:cNvSpPr>
                <a:spLocks/>
              </p:cNvSpPr>
              <p:nvPr/>
            </p:nvSpPr>
            <p:spPr bwMode="auto">
              <a:xfrm>
                <a:off x="3765579" y="1767818"/>
                <a:ext cx="119509" cy="97523"/>
              </a:xfrm>
              <a:custGeom>
                <a:avLst/>
                <a:gdLst>
                  <a:gd name="T0" fmla="*/ 0 w 67"/>
                  <a:gd name="T1" fmla="*/ 54 h 55"/>
                  <a:gd name="T2" fmla="*/ 2 w 67"/>
                  <a:gd name="T3" fmla="*/ 31 h 55"/>
                  <a:gd name="T4" fmla="*/ 9 w 67"/>
                  <a:gd name="T5" fmla="*/ 10 h 55"/>
                  <a:gd name="T6" fmla="*/ 32 w 67"/>
                  <a:gd name="T7" fmla="*/ 0 h 55"/>
                  <a:gd name="T8" fmla="*/ 52 w 67"/>
                  <a:gd name="T9" fmla="*/ 3 h 55"/>
                  <a:gd name="T10" fmla="*/ 66 w 67"/>
                  <a:gd name="T11" fmla="*/ 8 h 55"/>
                  <a:gd name="T12" fmla="*/ 53 w 67"/>
                  <a:gd name="T13" fmla="*/ 23 h 55"/>
                  <a:gd name="T14" fmla="*/ 33 w 67"/>
                  <a:gd name="T15" fmla="*/ 39 h 55"/>
                  <a:gd name="T16" fmla="*/ 19 w 67"/>
                  <a:gd name="T17" fmla="*/ 39 h 55"/>
                  <a:gd name="T18" fmla="*/ 14 w 67"/>
                  <a:gd name="T19" fmla="*/ 54 h 55"/>
                  <a:gd name="T20" fmla="*/ 0 w 67"/>
                  <a:gd name="T21" fmla="*/ 54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7" h="55">
                    <a:moveTo>
                      <a:pt x="0" y="54"/>
                    </a:moveTo>
                    <a:lnTo>
                      <a:pt x="2" y="31"/>
                    </a:lnTo>
                    <a:lnTo>
                      <a:pt x="9" y="10"/>
                    </a:lnTo>
                    <a:lnTo>
                      <a:pt x="32" y="0"/>
                    </a:lnTo>
                    <a:lnTo>
                      <a:pt x="52" y="3"/>
                    </a:lnTo>
                    <a:lnTo>
                      <a:pt x="66" y="8"/>
                    </a:lnTo>
                    <a:lnTo>
                      <a:pt x="53" y="23"/>
                    </a:lnTo>
                    <a:lnTo>
                      <a:pt x="33" y="39"/>
                    </a:lnTo>
                    <a:lnTo>
                      <a:pt x="19" y="39"/>
                    </a:lnTo>
                    <a:lnTo>
                      <a:pt x="14" y="54"/>
                    </a:lnTo>
                    <a:lnTo>
                      <a:pt x="0" y="54"/>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22" name="Freeform 84">
                <a:extLst>
                  <a:ext uri="{FF2B5EF4-FFF2-40B4-BE49-F238E27FC236}">
                    <a16:creationId xmlns:a16="http://schemas.microsoft.com/office/drawing/2014/main" id="{B7935C03-2B04-4141-97B3-4160B85A3BF6}"/>
                  </a:ext>
                </a:extLst>
              </p:cNvPr>
              <p:cNvSpPr>
                <a:spLocks/>
              </p:cNvSpPr>
              <p:nvPr/>
            </p:nvSpPr>
            <p:spPr bwMode="auto">
              <a:xfrm>
                <a:off x="3892950" y="1778829"/>
                <a:ext cx="570812" cy="511210"/>
              </a:xfrm>
              <a:custGeom>
                <a:avLst/>
                <a:gdLst>
                  <a:gd name="T0" fmla="*/ 47 w 323"/>
                  <a:gd name="T1" fmla="*/ 0 h 289"/>
                  <a:gd name="T2" fmla="*/ 17 w 323"/>
                  <a:gd name="T3" fmla="*/ 9 h 289"/>
                  <a:gd name="T4" fmla="*/ 0 w 323"/>
                  <a:gd name="T5" fmla="*/ 40 h 289"/>
                  <a:gd name="T6" fmla="*/ 3 w 323"/>
                  <a:gd name="T7" fmla="*/ 67 h 289"/>
                  <a:gd name="T8" fmla="*/ 25 w 323"/>
                  <a:gd name="T9" fmla="*/ 76 h 289"/>
                  <a:gd name="T10" fmla="*/ 15 w 323"/>
                  <a:gd name="T11" fmla="*/ 87 h 289"/>
                  <a:gd name="T12" fmla="*/ 20 w 323"/>
                  <a:gd name="T13" fmla="*/ 96 h 289"/>
                  <a:gd name="T14" fmla="*/ 68 w 323"/>
                  <a:gd name="T15" fmla="*/ 89 h 289"/>
                  <a:gd name="T16" fmla="*/ 97 w 323"/>
                  <a:gd name="T17" fmla="*/ 104 h 289"/>
                  <a:gd name="T18" fmla="*/ 120 w 323"/>
                  <a:gd name="T19" fmla="*/ 89 h 289"/>
                  <a:gd name="T20" fmla="*/ 147 w 323"/>
                  <a:gd name="T21" fmla="*/ 114 h 289"/>
                  <a:gd name="T22" fmla="*/ 145 w 323"/>
                  <a:gd name="T23" fmla="*/ 131 h 289"/>
                  <a:gd name="T24" fmla="*/ 170 w 323"/>
                  <a:gd name="T25" fmla="*/ 131 h 289"/>
                  <a:gd name="T26" fmla="*/ 185 w 323"/>
                  <a:gd name="T27" fmla="*/ 144 h 289"/>
                  <a:gd name="T28" fmla="*/ 187 w 323"/>
                  <a:gd name="T29" fmla="*/ 171 h 289"/>
                  <a:gd name="T30" fmla="*/ 160 w 323"/>
                  <a:gd name="T31" fmla="*/ 201 h 289"/>
                  <a:gd name="T32" fmla="*/ 115 w 323"/>
                  <a:gd name="T33" fmla="*/ 211 h 289"/>
                  <a:gd name="T34" fmla="*/ 105 w 323"/>
                  <a:gd name="T35" fmla="*/ 226 h 289"/>
                  <a:gd name="T36" fmla="*/ 123 w 323"/>
                  <a:gd name="T37" fmla="*/ 243 h 289"/>
                  <a:gd name="T38" fmla="*/ 160 w 323"/>
                  <a:gd name="T39" fmla="*/ 233 h 289"/>
                  <a:gd name="T40" fmla="*/ 197 w 323"/>
                  <a:gd name="T41" fmla="*/ 263 h 289"/>
                  <a:gd name="T42" fmla="*/ 247 w 323"/>
                  <a:gd name="T43" fmla="*/ 288 h 289"/>
                  <a:gd name="T44" fmla="*/ 230 w 323"/>
                  <a:gd name="T45" fmla="*/ 248 h 289"/>
                  <a:gd name="T46" fmla="*/ 264 w 323"/>
                  <a:gd name="T47" fmla="*/ 270 h 289"/>
                  <a:gd name="T48" fmla="*/ 275 w 323"/>
                  <a:gd name="T49" fmla="*/ 246 h 289"/>
                  <a:gd name="T50" fmla="*/ 267 w 323"/>
                  <a:gd name="T51" fmla="*/ 215 h 289"/>
                  <a:gd name="T52" fmla="*/ 242 w 323"/>
                  <a:gd name="T53" fmla="*/ 211 h 289"/>
                  <a:gd name="T54" fmla="*/ 245 w 323"/>
                  <a:gd name="T55" fmla="*/ 182 h 289"/>
                  <a:gd name="T56" fmla="*/ 258 w 323"/>
                  <a:gd name="T57" fmla="*/ 178 h 289"/>
                  <a:gd name="T58" fmla="*/ 297 w 323"/>
                  <a:gd name="T59" fmla="*/ 218 h 289"/>
                  <a:gd name="T60" fmla="*/ 312 w 323"/>
                  <a:gd name="T61" fmla="*/ 193 h 289"/>
                  <a:gd name="T62" fmla="*/ 322 w 323"/>
                  <a:gd name="T63" fmla="*/ 176 h 289"/>
                  <a:gd name="T64" fmla="*/ 297 w 323"/>
                  <a:gd name="T65" fmla="*/ 159 h 289"/>
                  <a:gd name="T66" fmla="*/ 270 w 323"/>
                  <a:gd name="T67" fmla="*/ 151 h 289"/>
                  <a:gd name="T68" fmla="*/ 250 w 323"/>
                  <a:gd name="T69" fmla="*/ 123 h 289"/>
                  <a:gd name="T70" fmla="*/ 264 w 323"/>
                  <a:gd name="T71" fmla="*/ 106 h 289"/>
                  <a:gd name="T72" fmla="*/ 253 w 323"/>
                  <a:gd name="T73" fmla="*/ 84 h 289"/>
                  <a:gd name="T74" fmla="*/ 212 w 323"/>
                  <a:gd name="T75" fmla="*/ 67 h 289"/>
                  <a:gd name="T76" fmla="*/ 187 w 323"/>
                  <a:gd name="T77" fmla="*/ 54 h 289"/>
                  <a:gd name="T78" fmla="*/ 168 w 323"/>
                  <a:gd name="T79" fmla="*/ 22 h 289"/>
                  <a:gd name="T80" fmla="*/ 117 w 323"/>
                  <a:gd name="T81" fmla="*/ 27 h 289"/>
                  <a:gd name="T82" fmla="*/ 103 w 323"/>
                  <a:gd name="T83" fmla="*/ 47 h 289"/>
                  <a:gd name="T84" fmla="*/ 109 w 323"/>
                  <a:gd name="T85" fmla="*/ 2 h 289"/>
                  <a:gd name="T86" fmla="*/ 75 w 323"/>
                  <a:gd name="T87" fmla="*/ 0 h 289"/>
                  <a:gd name="T88" fmla="*/ 58 w 323"/>
                  <a:gd name="T89" fmla="*/ 22 h 289"/>
                  <a:gd name="T90" fmla="*/ 55 w 323"/>
                  <a:gd name="T91" fmla="*/ 40 h 289"/>
                  <a:gd name="T92" fmla="*/ 37 w 323"/>
                  <a:gd name="T93" fmla="*/ 36 h 289"/>
                  <a:gd name="T94" fmla="*/ 47 w 323"/>
                  <a:gd name="T9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3" h="289">
                    <a:moveTo>
                      <a:pt x="47" y="0"/>
                    </a:moveTo>
                    <a:lnTo>
                      <a:pt x="17" y="9"/>
                    </a:lnTo>
                    <a:lnTo>
                      <a:pt x="0" y="40"/>
                    </a:lnTo>
                    <a:lnTo>
                      <a:pt x="3" y="67"/>
                    </a:lnTo>
                    <a:lnTo>
                      <a:pt x="25" y="76"/>
                    </a:lnTo>
                    <a:lnTo>
                      <a:pt x="15" y="87"/>
                    </a:lnTo>
                    <a:lnTo>
                      <a:pt x="20" y="96"/>
                    </a:lnTo>
                    <a:lnTo>
                      <a:pt x="68" y="89"/>
                    </a:lnTo>
                    <a:lnTo>
                      <a:pt x="97" y="104"/>
                    </a:lnTo>
                    <a:lnTo>
                      <a:pt x="120" y="89"/>
                    </a:lnTo>
                    <a:lnTo>
                      <a:pt x="147" y="114"/>
                    </a:lnTo>
                    <a:lnTo>
                      <a:pt x="145" y="131"/>
                    </a:lnTo>
                    <a:lnTo>
                      <a:pt x="170" y="131"/>
                    </a:lnTo>
                    <a:lnTo>
                      <a:pt x="185" y="144"/>
                    </a:lnTo>
                    <a:lnTo>
                      <a:pt x="187" y="171"/>
                    </a:lnTo>
                    <a:lnTo>
                      <a:pt x="160" y="201"/>
                    </a:lnTo>
                    <a:lnTo>
                      <a:pt x="115" y="211"/>
                    </a:lnTo>
                    <a:lnTo>
                      <a:pt x="105" y="226"/>
                    </a:lnTo>
                    <a:lnTo>
                      <a:pt x="123" y="243"/>
                    </a:lnTo>
                    <a:lnTo>
                      <a:pt x="160" y="233"/>
                    </a:lnTo>
                    <a:lnTo>
                      <a:pt x="197" y="263"/>
                    </a:lnTo>
                    <a:lnTo>
                      <a:pt x="247" y="288"/>
                    </a:lnTo>
                    <a:lnTo>
                      <a:pt x="230" y="248"/>
                    </a:lnTo>
                    <a:lnTo>
                      <a:pt x="264" y="270"/>
                    </a:lnTo>
                    <a:lnTo>
                      <a:pt x="275" y="246"/>
                    </a:lnTo>
                    <a:lnTo>
                      <a:pt x="267" y="215"/>
                    </a:lnTo>
                    <a:lnTo>
                      <a:pt x="242" y="211"/>
                    </a:lnTo>
                    <a:lnTo>
                      <a:pt x="245" y="182"/>
                    </a:lnTo>
                    <a:lnTo>
                      <a:pt x="258" y="178"/>
                    </a:lnTo>
                    <a:lnTo>
                      <a:pt x="297" y="218"/>
                    </a:lnTo>
                    <a:lnTo>
                      <a:pt x="312" y="193"/>
                    </a:lnTo>
                    <a:lnTo>
                      <a:pt x="322" y="176"/>
                    </a:lnTo>
                    <a:lnTo>
                      <a:pt x="297" y="159"/>
                    </a:lnTo>
                    <a:lnTo>
                      <a:pt x="270" y="151"/>
                    </a:lnTo>
                    <a:lnTo>
                      <a:pt x="250" y="123"/>
                    </a:lnTo>
                    <a:lnTo>
                      <a:pt x="264" y="106"/>
                    </a:lnTo>
                    <a:lnTo>
                      <a:pt x="253" y="84"/>
                    </a:lnTo>
                    <a:lnTo>
                      <a:pt x="212" y="67"/>
                    </a:lnTo>
                    <a:lnTo>
                      <a:pt x="187" y="54"/>
                    </a:lnTo>
                    <a:lnTo>
                      <a:pt x="168" y="22"/>
                    </a:lnTo>
                    <a:lnTo>
                      <a:pt x="117" y="27"/>
                    </a:lnTo>
                    <a:lnTo>
                      <a:pt x="103" y="47"/>
                    </a:lnTo>
                    <a:lnTo>
                      <a:pt x="109" y="2"/>
                    </a:lnTo>
                    <a:lnTo>
                      <a:pt x="75" y="0"/>
                    </a:lnTo>
                    <a:lnTo>
                      <a:pt x="58" y="22"/>
                    </a:lnTo>
                    <a:lnTo>
                      <a:pt x="55" y="40"/>
                    </a:lnTo>
                    <a:lnTo>
                      <a:pt x="37" y="36"/>
                    </a:lnTo>
                    <a:lnTo>
                      <a:pt x="47"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23" name="Freeform 85">
                <a:extLst>
                  <a:ext uri="{FF2B5EF4-FFF2-40B4-BE49-F238E27FC236}">
                    <a16:creationId xmlns:a16="http://schemas.microsoft.com/office/drawing/2014/main" id="{4C4F0133-05DB-413B-B091-6E3FADA110B9}"/>
                  </a:ext>
                </a:extLst>
              </p:cNvPr>
              <p:cNvSpPr>
                <a:spLocks/>
              </p:cNvSpPr>
              <p:nvPr/>
            </p:nvSpPr>
            <p:spPr bwMode="auto">
              <a:xfrm>
                <a:off x="4105235" y="2044658"/>
                <a:ext cx="47175" cy="53480"/>
              </a:xfrm>
              <a:custGeom>
                <a:avLst/>
                <a:gdLst>
                  <a:gd name="T0" fmla="*/ 3 w 27"/>
                  <a:gd name="T1" fmla="*/ 29 h 30"/>
                  <a:gd name="T2" fmla="*/ 2 w 27"/>
                  <a:gd name="T3" fmla="*/ 29 h 30"/>
                  <a:gd name="T4" fmla="*/ 1 w 27"/>
                  <a:gd name="T5" fmla="*/ 28 h 30"/>
                  <a:gd name="T6" fmla="*/ 0 w 27"/>
                  <a:gd name="T7" fmla="*/ 28 h 30"/>
                  <a:gd name="T8" fmla="*/ 0 w 27"/>
                  <a:gd name="T9" fmla="*/ 27 h 30"/>
                  <a:gd name="T10" fmla="*/ 1 w 27"/>
                  <a:gd name="T11" fmla="*/ 25 h 30"/>
                  <a:gd name="T12" fmla="*/ 2 w 27"/>
                  <a:gd name="T13" fmla="*/ 24 h 30"/>
                  <a:gd name="T14" fmla="*/ 2 w 27"/>
                  <a:gd name="T15" fmla="*/ 22 h 30"/>
                  <a:gd name="T16" fmla="*/ 3 w 27"/>
                  <a:gd name="T17" fmla="*/ 20 h 30"/>
                  <a:gd name="T18" fmla="*/ 3 w 27"/>
                  <a:gd name="T19" fmla="*/ 18 h 30"/>
                  <a:gd name="T20" fmla="*/ 3 w 27"/>
                  <a:gd name="T21" fmla="*/ 17 h 30"/>
                  <a:gd name="T22" fmla="*/ 3 w 27"/>
                  <a:gd name="T23" fmla="*/ 14 h 30"/>
                  <a:gd name="T24" fmla="*/ 3 w 27"/>
                  <a:gd name="T25" fmla="*/ 12 h 30"/>
                  <a:gd name="T26" fmla="*/ 4 w 27"/>
                  <a:gd name="T27" fmla="*/ 11 h 30"/>
                  <a:gd name="T28" fmla="*/ 4 w 27"/>
                  <a:gd name="T29" fmla="*/ 10 h 30"/>
                  <a:gd name="T30" fmla="*/ 5 w 27"/>
                  <a:gd name="T31" fmla="*/ 7 h 30"/>
                  <a:gd name="T32" fmla="*/ 6 w 27"/>
                  <a:gd name="T33" fmla="*/ 7 h 30"/>
                  <a:gd name="T34" fmla="*/ 7 w 27"/>
                  <a:gd name="T35" fmla="*/ 5 h 30"/>
                  <a:gd name="T36" fmla="*/ 7 w 27"/>
                  <a:gd name="T37" fmla="*/ 4 h 30"/>
                  <a:gd name="T38" fmla="*/ 9 w 27"/>
                  <a:gd name="T39" fmla="*/ 3 h 30"/>
                  <a:gd name="T40" fmla="*/ 10 w 27"/>
                  <a:gd name="T41" fmla="*/ 2 h 30"/>
                  <a:gd name="T42" fmla="*/ 11 w 27"/>
                  <a:gd name="T43" fmla="*/ 2 h 30"/>
                  <a:gd name="T44" fmla="*/ 12 w 27"/>
                  <a:gd name="T45" fmla="*/ 1 h 30"/>
                  <a:gd name="T46" fmla="*/ 14 w 27"/>
                  <a:gd name="T47" fmla="*/ 1 h 30"/>
                  <a:gd name="T48" fmla="*/ 15 w 27"/>
                  <a:gd name="T49" fmla="*/ 0 h 30"/>
                  <a:gd name="T50" fmla="*/ 16 w 27"/>
                  <a:gd name="T51" fmla="*/ 1 h 30"/>
                  <a:gd name="T52" fmla="*/ 18 w 27"/>
                  <a:gd name="T53" fmla="*/ 1 h 30"/>
                  <a:gd name="T54" fmla="*/ 19 w 27"/>
                  <a:gd name="T55" fmla="*/ 2 h 30"/>
                  <a:gd name="T56" fmla="*/ 21 w 27"/>
                  <a:gd name="T57" fmla="*/ 2 h 30"/>
                  <a:gd name="T58" fmla="*/ 23 w 27"/>
                  <a:gd name="T59" fmla="*/ 3 h 30"/>
                  <a:gd name="T60" fmla="*/ 23 w 27"/>
                  <a:gd name="T61" fmla="*/ 4 h 30"/>
                  <a:gd name="T62" fmla="*/ 23 w 27"/>
                  <a:gd name="T63" fmla="*/ 5 h 30"/>
                  <a:gd name="T64" fmla="*/ 24 w 27"/>
                  <a:gd name="T65" fmla="*/ 7 h 30"/>
                  <a:gd name="T66" fmla="*/ 25 w 27"/>
                  <a:gd name="T67" fmla="*/ 7 h 30"/>
                  <a:gd name="T68" fmla="*/ 26 w 27"/>
                  <a:gd name="T69" fmla="*/ 10 h 30"/>
                  <a:gd name="T70" fmla="*/ 26 w 27"/>
                  <a:gd name="T71" fmla="*/ 11 h 30"/>
                  <a:gd name="T72" fmla="*/ 26 w 27"/>
                  <a:gd name="T73" fmla="*/ 12 h 30"/>
                  <a:gd name="T74" fmla="*/ 26 w 27"/>
                  <a:gd name="T75" fmla="*/ 14 h 30"/>
                  <a:gd name="T76" fmla="*/ 25 w 27"/>
                  <a:gd name="T77" fmla="*/ 17 h 30"/>
                  <a:gd name="T78" fmla="*/ 23 w 27"/>
                  <a:gd name="T79" fmla="*/ 18 h 30"/>
                  <a:gd name="T80" fmla="*/ 22 w 27"/>
                  <a:gd name="T81" fmla="*/ 20 h 30"/>
                  <a:gd name="T82" fmla="*/ 19 w 27"/>
                  <a:gd name="T83" fmla="*/ 22 h 30"/>
                  <a:gd name="T84" fmla="*/ 16 w 27"/>
                  <a:gd name="T85" fmla="*/ 24 h 30"/>
                  <a:gd name="T86" fmla="*/ 15 w 27"/>
                  <a:gd name="T87" fmla="*/ 25 h 30"/>
                  <a:gd name="T88" fmla="*/ 11 w 27"/>
                  <a:gd name="T89" fmla="*/ 27 h 30"/>
                  <a:gd name="T90" fmla="*/ 9 w 27"/>
                  <a:gd name="T91" fmla="*/ 28 h 30"/>
                  <a:gd name="T92" fmla="*/ 7 w 27"/>
                  <a:gd name="T93" fmla="*/ 28 h 30"/>
                  <a:gd name="T94" fmla="*/ 4 w 27"/>
                  <a:gd name="T95" fmla="*/ 29 h 30"/>
                  <a:gd name="T96" fmla="*/ 3 w 27"/>
                  <a:gd name="T97" fmla="*/ 2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7" h="30">
                    <a:moveTo>
                      <a:pt x="3" y="29"/>
                    </a:moveTo>
                    <a:lnTo>
                      <a:pt x="2" y="29"/>
                    </a:lnTo>
                    <a:lnTo>
                      <a:pt x="1" y="28"/>
                    </a:lnTo>
                    <a:lnTo>
                      <a:pt x="0" y="28"/>
                    </a:lnTo>
                    <a:lnTo>
                      <a:pt x="0" y="27"/>
                    </a:lnTo>
                    <a:lnTo>
                      <a:pt x="1" y="25"/>
                    </a:lnTo>
                    <a:lnTo>
                      <a:pt x="2" y="24"/>
                    </a:lnTo>
                    <a:lnTo>
                      <a:pt x="2" y="22"/>
                    </a:lnTo>
                    <a:lnTo>
                      <a:pt x="3" y="20"/>
                    </a:lnTo>
                    <a:lnTo>
                      <a:pt x="3" y="18"/>
                    </a:lnTo>
                    <a:lnTo>
                      <a:pt x="3" y="17"/>
                    </a:lnTo>
                    <a:lnTo>
                      <a:pt x="3" y="14"/>
                    </a:lnTo>
                    <a:lnTo>
                      <a:pt x="3" y="12"/>
                    </a:lnTo>
                    <a:lnTo>
                      <a:pt x="4" y="11"/>
                    </a:lnTo>
                    <a:lnTo>
                      <a:pt x="4" y="10"/>
                    </a:lnTo>
                    <a:lnTo>
                      <a:pt x="5" y="7"/>
                    </a:lnTo>
                    <a:lnTo>
                      <a:pt x="6" y="7"/>
                    </a:lnTo>
                    <a:lnTo>
                      <a:pt x="7" y="5"/>
                    </a:lnTo>
                    <a:lnTo>
                      <a:pt x="7" y="4"/>
                    </a:lnTo>
                    <a:lnTo>
                      <a:pt x="9" y="3"/>
                    </a:lnTo>
                    <a:lnTo>
                      <a:pt x="10" y="2"/>
                    </a:lnTo>
                    <a:lnTo>
                      <a:pt x="11" y="2"/>
                    </a:lnTo>
                    <a:lnTo>
                      <a:pt x="12" y="1"/>
                    </a:lnTo>
                    <a:lnTo>
                      <a:pt x="14" y="1"/>
                    </a:lnTo>
                    <a:lnTo>
                      <a:pt x="15" y="0"/>
                    </a:lnTo>
                    <a:lnTo>
                      <a:pt x="16" y="1"/>
                    </a:lnTo>
                    <a:lnTo>
                      <a:pt x="18" y="1"/>
                    </a:lnTo>
                    <a:lnTo>
                      <a:pt x="19" y="2"/>
                    </a:lnTo>
                    <a:lnTo>
                      <a:pt x="21" y="2"/>
                    </a:lnTo>
                    <a:lnTo>
                      <a:pt x="23" y="3"/>
                    </a:lnTo>
                    <a:lnTo>
                      <a:pt x="23" y="4"/>
                    </a:lnTo>
                    <a:lnTo>
                      <a:pt x="23" y="5"/>
                    </a:lnTo>
                    <a:lnTo>
                      <a:pt x="24" y="7"/>
                    </a:lnTo>
                    <a:lnTo>
                      <a:pt x="25" y="7"/>
                    </a:lnTo>
                    <a:lnTo>
                      <a:pt x="26" y="10"/>
                    </a:lnTo>
                    <a:lnTo>
                      <a:pt x="26" y="11"/>
                    </a:lnTo>
                    <a:lnTo>
                      <a:pt x="26" y="12"/>
                    </a:lnTo>
                    <a:lnTo>
                      <a:pt x="26" y="14"/>
                    </a:lnTo>
                    <a:lnTo>
                      <a:pt x="25" y="17"/>
                    </a:lnTo>
                    <a:lnTo>
                      <a:pt x="23" y="18"/>
                    </a:lnTo>
                    <a:lnTo>
                      <a:pt x="22" y="20"/>
                    </a:lnTo>
                    <a:lnTo>
                      <a:pt x="19" y="22"/>
                    </a:lnTo>
                    <a:lnTo>
                      <a:pt x="16" y="24"/>
                    </a:lnTo>
                    <a:lnTo>
                      <a:pt x="15" y="25"/>
                    </a:lnTo>
                    <a:lnTo>
                      <a:pt x="11" y="27"/>
                    </a:lnTo>
                    <a:lnTo>
                      <a:pt x="9" y="28"/>
                    </a:lnTo>
                    <a:lnTo>
                      <a:pt x="7" y="28"/>
                    </a:lnTo>
                    <a:lnTo>
                      <a:pt x="4" y="29"/>
                    </a:lnTo>
                    <a:lnTo>
                      <a:pt x="3" y="29"/>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24" name="Freeform 86">
                <a:extLst>
                  <a:ext uri="{FF2B5EF4-FFF2-40B4-BE49-F238E27FC236}">
                    <a16:creationId xmlns:a16="http://schemas.microsoft.com/office/drawing/2014/main" id="{2B5C1DB3-7510-4ACC-916B-A6008AA2966E}"/>
                  </a:ext>
                </a:extLst>
              </p:cNvPr>
              <p:cNvSpPr>
                <a:spLocks/>
              </p:cNvSpPr>
              <p:nvPr/>
            </p:nvSpPr>
            <p:spPr bwMode="auto">
              <a:xfrm>
                <a:off x="4078503" y="1973875"/>
                <a:ext cx="26732" cy="53480"/>
              </a:xfrm>
              <a:custGeom>
                <a:avLst/>
                <a:gdLst>
                  <a:gd name="T0" fmla="*/ 7 w 15"/>
                  <a:gd name="T1" fmla="*/ 30 h 31"/>
                  <a:gd name="T2" fmla="*/ 6 w 15"/>
                  <a:gd name="T3" fmla="*/ 30 h 31"/>
                  <a:gd name="T4" fmla="*/ 4 w 15"/>
                  <a:gd name="T5" fmla="*/ 29 h 31"/>
                  <a:gd name="T6" fmla="*/ 4 w 15"/>
                  <a:gd name="T7" fmla="*/ 27 h 31"/>
                  <a:gd name="T8" fmla="*/ 3 w 15"/>
                  <a:gd name="T9" fmla="*/ 26 h 31"/>
                  <a:gd name="T10" fmla="*/ 2 w 15"/>
                  <a:gd name="T11" fmla="*/ 26 h 31"/>
                  <a:gd name="T12" fmla="*/ 2 w 15"/>
                  <a:gd name="T13" fmla="*/ 24 h 31"/>
                  <a:gd name="T14" fmla="*/ 2 w 15"/>
                  <a:gd name="T15" fmla="*/ 22 h 31"/>
                  <a:gd name="T16" fmla="*/ 1 w 15"/>
                  <a:gd name="T17" fmla="*/ 20 h 31"/>
                  <a:gd name="T18" fmla="*/ 1 w 15"/>
                  <a:gd name="T19" fmla="*/ 19 h 31"/>
                  <a:gd name="T20" fmla="*/ 1 w 15"/>
                  <a:gd name="T21" fmla="*/ 17 h 31"/>
                  <a:gd name="T22" fmla="*/ 0 w 15"/>
                  <a:gd name="T23" fmla="*/ 14 h 31"/>
                  <a:gd name="T24" fmla="*/ 1 w 15"/>
                  <a:gd name="T25" fmla="*/ 13 h 31"/>
                  <a:gd name="T26" fmla="*/ 1 w 15"/>
                  <a:gd name="T27" fmla="*/ 11 h 31"/>
                  <a:gd name="T28" fmla="*/ 1 w 15"/>
                  <a:gd name="T29" fmla="*/ 10 h 31"/>
                  <a:gd name="T30" fmla="*/ 2 w 15"/>
                  <a:gd name="T31" fmla="*/ 7 h 31"/>
                  <a:gd name="T32" fmla="*/ 2 w 15"/>
                  <a:gd name="T33" fmla="*/ 6 h 31"/>
                  <a:gd name="T34" fmla="*/ 2 w 15"/>
                  <a:gd name="T35" fmla="*/ 4 h 31"/>
                  <a:gd name="T36" fmla="*/ 3 w 15"/>
                  <a:gd name="T37" fmla="*/ 4 h 31"/>
                  <a:gd name="T38" fmla="*/ 4 w 15"/>
                  <a:gd name="T39" fmla="*/ 3 h 31"/>
                  <a:gd name="T40" fmla="*/ 4 w 15"/>
                  <a:gd name="T41" fmla="*/ 2 h 31"/>
                  <a:gd name="T42" fmla="*/ 6 w 15"/>
                  <a:gd name="T43" fmla="*/ 1 h 31"/>
                  <a:gd name="T44" fmla="*/ 7 w 15"/>
                  <a:gd name="T45" fmla="*/ 1 h 31"/>
                  <a:gd name="T46" fmla="*/ 7 w 15"/>
                  <a:gd name="T47" fmla="*/ 0 h 31"/>
                  <a:gd name="T48" fmla="*/ 8 w 15"/>
                  <a:gd name="T49" fmla="*/ 1 h 31"/>
                  <a:gd name="T50" fmla="*/ 9 w 15"/>
                  <a:gd name="T51" fmla="*/ 1 h 31"/>
                  <a:gd name="T52" fmla="*/ 11 w 15"/>
                  <a:gd name="T53" fmla="*/ 2 h 31"/>
                  <a:gd name="T54" fmla="*/ 11 w 15"/>
                  <a:gd name="T55" fmla="*/ 3 h 31"/>
                  <a:gd name="T56" fmla="*/ 12 w 15"/>
                  <a:gd name="T57" fmla="*/ 4 h 31"/>
                  <a:gd name="T58" fmla="*/ 13 w 15"/>
                  <a:gd name="T59" fmla="*/ 6 h 31"/>
                  <a:gd name="T60" fmla="*/ 13 w 15"/>
                  <a:gd name="T61" fmla="*/ 7 h 31"/>
                  <a:gd name="T62" fmla="*/ 14 w 15"/>
                  <a:gd name="T63" fmla="*/ 10 h 31"/>
                  <a:gd name="T64" fmla="*/ 14 w 15"/>
                  <a:gd name="T65" fmla="*/ 11 h 31"/>
                  <a:gd name="T66" fmla="*/ 14 w 15"/>
                  <a:gd name="T67" fmla="*/ 13 h 31"/>
                  <a:gd name="T68" fmla="*/ 14 w 15"/>
                  <a:gd name="T69" fmla="*/ 14 h 31"/>
                  <a:gd name="T70" fmla="*/ 14 w 15"/>
                  <a:gd name="T71" fmla="*/ 17 h 31"/>
                  <a:gd name="T72" fmla="*/ 14 w 15"/>
                  <a:gd name="T73" fmla="*/ 19 h 31"/>
                  <a:gd name="T74" fmla="*/ 14 w 15"/>
                  <a:gd name="T75" fmla="*/ 20 h 31"/>
                  <a:gd name="T76" fmla="*/ 13 w 15"/>
                  <a:gd name="T77" fmla="*/ 22 h 31"/>
                  <a:gd name="T78" fmla="*/ 13 w 15"/>
                  <a:gd name="T79" fmla="*/ 24 h 31"/>
                  <a:gd name="T80" fmla="*/ 12 w 15"/>
                  <a:gd name="T81" fmla="*/ 26 h 31"/>
                  <a:gd name="T82" fmla="*/ 11 w 15"/>
                  <a:gd name="T83" fmla="*/ 27 h 31"/>
                  <a:gd name="T84" fmla="*/ 11 w 15"/>
                  <a:gd name="T85" fmla="*/ 29 h 31"/>
                  <a:gd name="T86" fmla="*/ 9 w 15"/>
                  <a:gd name="T87" fmla="*/ 30 h 31"/>
                  <a:gd name="T88" fmla="*/ 8 w 15"/>
                  <a:gd name="T89" fmla="*/ 30 h 31"/>
                  <a:gd name="T90" fmla="*/ 7 w 15"/>
                  <a:gd name="T91"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5" h="31">
                    <a:moveTo>
                      <a:pt x="7" y="30"/>
                    </a:moveTo>
                    <a:lnTo>
                      <a:pt x="6" y="30"/>
                    </a:lnTo>
                    <a:lnTo>
                      <a:pt x="4" y="29"/>
                    </a:lnTo>
                    <a:lnTo>
                      <a:pt x="4" y="27"/>
                    </a:lnTo>
                    <a:lnTo>
                      <a:pt x="3" y="26"/>
                    </a:lnTo>
                    <a:lnTo>
                      <a:pt x="2" y="26"/>
                    </a:lnTo>
                    <a:lnTo>
                      <a:pt x="2" y="24"/>
                    </a:lnTo>
                    <a:lnTo>
                      <a:pt x="2" y="22"/>
                    </a:lnTo>
                    <a:lnTo>
                      <a:pt x="1" y="20"/>
                    </a:lnTo>
                    <a:lnTo>
                      <a:pt x="1" y="19"/>
                    </a:lnTo>
                    <a:lnTo>
                      <a:pt x="1" y="17"/>
                    </a:lnTo>
                    <a:lnTo>
                      <a:pt x="0" y="14"/>
                    </a:lnTo>
                    <a:lnTo>
                      <a:pt x="1" y="13"/>
                    </a:lnTo>
                    <a:lnTo>
                      <a:pt x="1" y="11"/>
                    </a:lnTo>
                    <a:lnTo>
                      <a:pt x="1" y="10"/>
                    </a:lnTo>
                    <a:lnTo>
                      <a:pt x="2" y="7"/>
                    </a:lnTo>
                    <a:lnTo>
                      <a:pt x="2" y="6"/>
                    </a:lnTo>
                    <a:lnTo>
                      <a:pt x="2" y="4"/>
                    </a:lnTo>
                    <a:lnTo>
                      <a:pt x="3" y="4"/>
                    </a:lnTo>
                    <a:lnTo>
                      <a:pt x="4" y="3"/>
                    </a:lnTo>
                    <a:lnTo>
                      <a:pt x="4" y="2"/>
                    </a:lnTo>
                    <a:lnTo>
                      <a:pt x="6" y="1"/>
                    </a:lnTo>
                    <a:lnTo>
                      <a:pt x="7" y="1"/>
                    </a:lnTo>
                    <a:lnTo>
                      <a:pt x="7" y="0"/>
                    </a:lnTo>
                    <a:lnTo>
                      <a:pt x="8" y="1"/>
                    </a:lnTo>
                    <a:lnTo>
                      <a:pt x="9" y="1"/>
                    </a:lnTo>
                    <a:lnTo>
                      <a:pt x="11" y="2"/>
                    </a:lnTo>
                    <a:lnTo>
                      <a:pt x="11" y="3"/>
                    </a:lnTo>
                    <a:lnTo>
                      <a:pt x="12" y="4"/>
                    </a:lnTo>
                    <a:lnTo>
                      <a:pt x="13" y="6"/>
                    </a:lnTo>
                    <a:lnTo>
                      <a:pt x="13" y="7"/>
                    </a:lnTo>
                    <a:lnTo>
                      <a:pt x="14" y="10"/>
                    </a:lnTo>
                    <a:lnTo>
                      <a:pt x="14" y="11"/>
                    </a:lnTo>
                    <a:lnTo>
                      <a:pt x="14" y="13"/>
                    </a:lnTo>
                    <a:lnTo>
                      <a:pt x="14" y="14"/>
                    </a:lnTo>
                    <a:lnTo>
                      <a:pt x="14" y="17"/>
                    </a:lnTo>
                    <a:lnTo>
                      <a:pt x="14" y="19"/>
                    </a:lnTo>
                    <a:lnTo>
                      <a:pt x="14" y="20"/>
                    </a:lnTo>
                    <a:lnTo>
                      <a:pt x="13" y="22"/>
                    </a:lnTo>
                    <a:lnTo>
                      <a:pt x="13" y="24"/>
                    </a:lnTo>
                    <a:lnTo>
                      <a:pt x="12" y="26"/>
                    </a:lnTo>
                    <a:lnTo>
                      <a:pt x="11" y="27"/>
                    </a:lnTo>
                    <a:lnTo>
                      <a:pt x="11" y="29"/>
                    </a:lnTo>
                    <a:lnTo>
                      <a:pt x="9" y="30"/>
                    </a:lnTo>
                    <a:lnTo>
                      <a:pt x="8" y="30"/>
                    </a:lnTo>
                    <a:lnTo>
                      <a:pt x="7" y="3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25" name="Freeform 87">
                <a:extLst>
                  <a:ext uri="{FF2B5EF4-FFF2-40B4-BE49-F238E27FC236}">
                    <a16:creationId xmlns:a16="http://schemas.microsoft.com/office/drawing/2014/main" id="{C0124CE9-BEBA-4674-A1DA-0C82490F281A}"/>
                  </a:ext>
                </a:extLst>
              </p:cNvPr>
              <p:cNvSpPr>
                <a:spLocks/>
              </p:cNvSpPr>
              <p:nvPr/>
            </p:nvSpPr>
            <p:spPr bwMode="auto">
              <a:xfrm>
                <a:off x="3881943" y="2161056"/>
                <a:ext cx="103784" cy="91231"/>
              </a:xfrm>
              <a:custGeom>
                <a:avLst/>
                <a:gdLst>
                  <a:gd name="T0" fmla="*/ 26 w 59"/>
                  <a:gd name="T1" fmla="*/ 0 h 51"/>
                  <a:gd name="T2" fmla="*/ 50 w 59"/>
                  <a:gd name="T3" fmla="*/ 8 h 51"/>
                  <a:gd name="T4" fmla="*/ 58 w 59"/>
                  <a:gd name="T5" fmla="*/ 23 h 51"/>
                  <a:gd name="T6" fmla="*/ 38 w 59"/>
                  <a:gd name="T7" fmla="*/ 31 h 51"/>
                  <a:gd name="T8" fmla="*/ 15 w 59"/>
                  <a:gd name="T9" fmla="*/ 50 h 51"/>
                  <a:gd name="T10" fmla="*/ 0 w 59"/>
                  <a:gd name="T11" fmla="*/ 31 h 51"/>
                  <a:gd name="T12" fmla="*/ 3 w 59"/>
                  <a:gd name="T13" fmla="*/ 10 h 51"/>
                  <a:gd name="T14" fmla="*/ 26 w 59"/>
                  <a:gd name="T15" fmla="*/ 0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 h="51">
                    <a:moveTo>
                      <a:pt x="26" y="0"/>
                    </a:moveTo>
                    <a:lnTo>
                      <a:pt x="50" y="8"/>
                    </a:lnTo>
                    <a:lnTo>
                      <a:pt x="58" y="23"/>
                    </a:lnTo>
                    <a:lnTo>
                      <a:pt x="38" y="31"/>
                    </a:lnTo>
                    <a:lnTo>
                      <a:pt x="15" y="50"/>
                    </a:lnTo>
                    <a:lnTo>
                      <a:pt x="0" y="31"/>
                    </a:lnTo>
                    <a:lnTo>
                      <a:pt x="3" y="10"/>
                    </a:lnTo>
                    <a:lnTo>
                      <a:pt x="26"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26" name="Freeform 88">
                <a:extLst>
                  <a:ext uri="{FF2B5EF4-FFF2-40B4-BE49-F238E27FC236}">
                    <a16:creationId xmlns:a16="http://schemas.microsoft.com/office/drawing/2014/main" id="{9352CB50-16AF-4CAA-A876-E41AB525AA6A}"/>
                  </a:ext>
                </a:extLst>
              </p:cNvPr>
              <p:cNvSpPr>
                <a:spLocks/>
              </p:cNvSpPr>
              <p:nvPr/>
            </p:nvSpPr>
            <p:spPr bwMode="auto">
              <a:xfrm>
                <a:off x="3617766" y="1649846"/>
                <a:ext cx="124226" cy="81794"/>
              </a:xfrm>
              <a:custGeom>
                <a:avLst/>
                <a:gdLst>
                  <a:gd name="T0" fmla="*/ 30 w 71"/>
                  <a:gd name="T1" fmla="*/ 18 h 46"/>
                  <a:gd name="T2" fmla="*/ 50 w 71"/>
                  <a:gd name="T3" fmla="*/ 5 h 46"/>
                  <a:gd name="T4" fmla="*/ 70 w 71"/>
                  <a:gd name="T5" fmla="*/ 7 h 46"/>
                  <a:gd name="T6" fmla="*/ 68 w 71"/>
                  <a:gd name="T7" fmla="*/ 37 h 46"/>
                  <a:gd name="T8" fmla="*/ 26 w 71"/>
                  <a:gd name="T9" fmla="*/ 45 h 46"/>
                  <a:gd name="T10" fmla="*/ 13 w 71"/>
                  <a:gd name="T11" fmla="*/ 30 h 46"/>
                  <a:gd name="T12" fmla="*/ 0 w 71"/>
                  <a:gd name="T13" fmla="*/ 10 h 46"/>
                  <a:gd name="T14" fmla="*/ 10 w 71"/>
                  <a:gd name="T15" fmla="*/ 0 h 46"/>
                  <a:gd name="T16" fmla="*/ 22 w 71"/>
                  <a:gd name="T17" fmla="*/ 1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46">
                    <a:moveTo>
                      <a:pt x="30" y="18"/>
                    </a:moveTo>
                    <a:lnTo>
                      <a:pt x="50" y="5"/>
                    </a:lnTo>
                    <a:lnTo>
                      <a:pt x="70" y="7"/>
                    </a:lnTo>
                    <a:lnTo>
                      <a:pt x="68" y="37"/>
                    </a:lnTo>
                    <a:lnTo>
                      <a:pt x="26" y="45"/>
                    </a:lnTo>
                    <a:lnTo>
                      <a:pt x="13" y="30"/>
                    </a:lnTo>
                    <a:lnTo>
                      <a:pt x="0" y="10"/>
                    </a:lnTo>
                    <a:lnTo>
                      <a:pt x="10" y="0"/>
                    </a:lnTo>
                    <a:lnTo>
                      <a:pt x="22" y="14"/>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27" name="Freeform 89">
                <a:extLst>
                  <a:ext uri="{FF2B5EF4-FFF2-40B4-BE49-F238E27FC236}">
                    <a16:creationId xmlns:a16="http://schemas.microsoft.com/office/drawing/2014/main" id="{377816EA-175D-470B-8F83-A22069624412}"/>
                  </a:ext>
                </a:extLst>
              </p:cNvPr>
              <p:cNvSpPr>
                <a:spLocks/>
              </p:cNvSpPr>
              <p:nvPr/>
            </p:nvSpPr>
            <p:spPr bwMode="auto">
              <a:xfrm>
                <a:off x="3776586" y="1541313"/>
                <a:ext cx="62899" cy="66064"/>
              </a:xfrm>
              <a:custGeom>
                <a:avLst/>
                <a:gdLst>
                  <a:gd name="T0" fmla="*/ 0 w 36"/>
                  <a:gd name="T1" fmla="*/ 7 h 37"/>
                  <a:gd name="T2" fmla="*/ 0 w 36"/>
                  <a:gd name="T3" fmla="*/ 25 h 37"/>
                  <a:gd name="T4" fmla="*/ 13 w 36"/>
                  <a:gd name="T5" fmla="*/ 36 h 37"/>
                  <a:gd name="T6" fmla="*/ 27 w 36"/>
                  <a:gd name="T7" fmla="*/ 34 h 37"/>
                  <a:gd name="T8" fmla="*/ 35 w 36"/>
                  <a:gd name="T9" fmla="*/ 17 h 37"/>
                  <a:gd name="T10" fmla="*/ 23 w 36"/>
                  <a:gd name="T11" fmla="*/ 0 h 37"/>
                  <a:gd name="T12" fmla="*/ 0 w 36"/>
                  <a:gd name="T13" fmla="*/ 7 h 37"/>
                </a:gdLst>
                <a:ahLst/>
                <a:cxnLst>
                  <a:cxn ang="0">
                    <a:pos x="T0" y="T1"/>
                  </a:cxn>
                  <a:cxn ang="0">
                    <a:pos x="T2" y="T3"/>
                  </a:cxn>
                  <a:cxn ang="0">
                    <a:pos x="T4" y="T5"/>
                  </a:cxn>
                  <a:cxn ang="0">
                    <a:pos x="T6" y="T7"/>
                  </a:cxn>
                  <a:cxn ang="0">
                    <a:pos x="T8" y="T9"/>
                  </a:cxn>
                  <a:cxn ang="0">
                    <a:pos x="T10" y="T11"/>
                  </a:cxn>
                  <a:cxn ang="0">
                    <a:pos x="T12" y="T13"/>
                  </a:cxn>
                </a:cxnLst>
                <a:rect l="0" t="0" r="r" b="b"/>
                <a:pathLst>
                  <a:path w="36" h="37">
                    <a:moveTo>
                      <a:pt x="0" y="7"/>
                    </a:moveTo>
                    <a:lnTo>
                      <a:pt x="0" y="25"/>
                    </a:lnTo>
                    <a:lnTo>
                      <a:pt x="13" y="36"/>
                    </a:lnTo>
                    <a:lnTo>
                      <a:pt x="27" y="34"/>
                    </a:lnTo>
                    <a:lnTo>
                      <a:pt x="35" y="17"/>
                    </a:lnTo>
                    <a:lnTo>
                      <a:pt x="23" y="0"/>
                    </a:lnTo>
                    <a:lnTo>
                      <a:pt x="0" y="7"/>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dirty="0">
                  <a:solidFill>
                    <a:schemeClr val="bg1"/>
                  </a:solidFill>
                  <a:latin typeface="Lato"/>
                  <a:ea typeface="PT Sans" panose="020B0503020203020204" pitchFamily="34" charset="0"/>
                </a:endParaRPr>
              </a:p>
            </p:txBody>
          </p:sp>
          <p:sp>
            <p:nvSpPr>
              <p:cNvPr id="328" name="Freeform 90">
                <a:extLst>
                  <a:ext uri="{FF2B5EF4-FFF2-40B4-BE49-F238E27FC236}">
                    <a16:creationId xmlns:a16="http://schemas.microsoft.com/office/drawing/2014/main" id="{F265AE38-E343-4B02-86A9-0552CDB9CBE6}"/>
                  </a:ext>
                </a:extLst>
              </p:cNvPr>
              <p:cNvSpPr>
                <a:spLocks/>
              </p:cNvSpPr>
              <p:nvPr/>
            </p:nvSpPr>
            <p:spPr bwMode="auto">
              <a:xfrm>
                <a:off x="3765579" y="1475249"/>
                <a:ext cx="44030" cy="36178"/>
              </a:xfrm>
              <a:custGeom>
                <a:avLst/>
                <a:gdLst>
                  <a:gd name="T0" fmla="*/ 2 w 25"/>
                  <a:gd name="T1" fmla="*/ 0 h 21"/>
                  <a:gd name="T2" fmla="*/ 0 w 25"/>
                  <a:gd name="T3" fmla="*/ 20 h 21"/>
                  <a:gd name="T4" fmla="*/ 19 w 25"/>
                  <a:gd name="T5" fmla="*/ 20 h 21"/>
                  <a:gd name="T6" fmla="*/ 24 w 25"/>
                  <a:gd name="T7" fmla="*/ 5 h 21"/>
                  <a:gd name="T8" fmla="*/ 2 w 25"/>
                  <a:gd name="T9" fmla="*/ 0 h 21"/>
                </a:gdLst>
                <a:ahLst/>
                <a:cxnLst>
                  <a:cxn ang="0">
                    <a:pos x="T0" y="T1"/>
                  </a:cxn>
                  <a:cxn ang="0">
                    <a:pos x="T2" y="T3"/>
                  </a:cxn>
                  <a:cxn ang="0">
                    <a:pos x="T4" y="T5"/>
                  </a:cxn>
                  <a:cxn ang="0">
                    <a:pos x="T6" y="T7"/>
                  </a:cxn>
                  <a:cxn ang="0">
                    <a:pos x="T8" y="T9"/>
                  </a:cxn>
                </a:cxnLst>
                <a:rect l="0" t="0" r="r" b="b"/>
                <a:pathLst>
                  <a:path w="25" h="21">
                    <a:moveTo>
                      <a:pt x="2" y="0"/>
                    </a:moveTo>
                    <a:lnTo>
                      <a:pt x="0" y="20"/>
                    </a:lnTo>
                    <a:lnTo>
                      <a:pt x="19" y="20"/>
                    </a:lnTo>
                    <a:lnTo>
                      <a:pt x="24" y="5"/>
                    </a:lnTo>
                    <a:lnTo>
                      <a:pt x="2"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29" name="Freeform 91">
                <a:extLst>
                  <a:ext uri="{FF2B5EF4-FFF2-40B4-BE49-F238E27FC236}">
                    <a16:creationId xmlns:a16="http://schemas.microsoft.com/office/drawing/2014/main" id="{AA29132A-0870-4942-95E2-3604D81868D4}"/>
                  </a:ext>
                </a:extLst>
              </p:cNvPr>
              <p:cNvSpPr>
                <a:spLocks/>
              </p:cNvSpPr>
              <p:nvPr/>
            </p:nvSpPr>
            <p:spPr bwMode="auto">
              <a:xfrm>
                <a:off x="3856783" y="1418622"/>
                <a:ext cx="146241" cy="155722"/>
              </a:xfrm>
              <a:custGeom>
                <a:avLst/>
                <a:gdLst>
                  <a:gd name="T0" fmla="*/ 27 w 83"/>
                  <a:gd name="T1" fmla="*/ 0 h 89"/>
                  <a:gd name="T2" fmla="*/ 15 w 83"/>
                  <a:gd name="T3" fmla="*/ 18 h 89"/>
                  <a:gd name="T4" fmla="*/ 0 w 83"/>
                  <a:gd name="T5" fmla="*/ 35 h 89"/>
                  <a:gd name="T6" fmla="*/ 2 w 83"/>
                  <a:gd name="T7" fmla="*/ 56 h 89"/>
                  <a:gd name="T8" fmla="*/ 20 w 83"/>
                  <a:gd name="T9" fmla="*/ 56 h 89"/>
                  <a:gd name="T10" fmla="*/ 17 w 83"/>
                  <a:gd name="T11" fmla="*/ 67 h 89"/>
                  <a:gd name="T12" fmla="*/ 22 w 83"/>
                  <a:gd name="T13" fmla="*/ 83 h 89"/>
                  <a:gd name="T14" fmla="*/ 67 w 83"/>
                  <a:gd name="T15" fmla="*/ 88 h 89"/>
                  <a:gd name="T16" fmla="*/ 80 w 83"/>
                  <a:gd name="T17" fmla="*/ 70 h 89"/>
                  <a:gd name="T18" fmla="*/ 82 w 83"/>
                  <a:gd name="T19" fmla="*/ 43 h 89"/>
                  <a:gd name="T20" fmla="*/ 65 w 83"/>
                  <a:gd name="T21" fmla="*/ 20 h 89"/>
                  <a:gd name="T22" fmla="*/ 27 w 83"/>
                  <a:gd name="T23"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3" h="89">
                    <a:moveTo>
                      <a:pt x="27" y="0"/>
                    </a:moveTo>
                    <a:lnTo>
                      <a:pt x="15" y="18"/>
                    </a:lnTo>
                    <a:lnTo>
                      <a:pt x="0" y="35"/>
                    </a:lnTo>
                    <a:lnTo>
                      <a:pt x="2" y="56"/>
                    </a:lnTo>
                    <a:lnTo>
                      <a:pt x="20" y="56"/>
                    </a:lnTo>
                    <a:lnTo>
                      <a:pt x="17" y="67"/>
                    </a:lnTo>
                    <a:lnTo>
                      <a:pt x="22" y="83"/>
                    </a:lnTo>
                    <a:lnTo>
                      <a:pt x="67" y="88"/>
                    </a:lnTo>
                    <a:lnTo>
                      <a:pt x="80" y="70"/>
                    </a:lnTo>
                    <a:lnTo>
                      <a:pt x="82" y="43"/>
                    </a:lnTo>
                    <a:lnTo>
                      <a:pt x="65" y="20"/>
                    </a:lnTo>
                    <a:lnTo>
                      <a:pt x="27"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30" name="Freeform 92">
                <a:extLst>
                  <a:ext uri="{FF2B5EF4-FFF2-40B4-BE49-F238E27FC236}">
                    <a16:creationId xmlns:a16="http://schemas.microsoft.com/office/drawing/2014/main" id="{96768FD1-46A1-416F-831A-8ACAAA6E7CBC}"/>
                  </a:ext>
                </a:extLst>
              </p:cNvPr>
              <p:cNvSpPr>
                <a:spLocks/>
              </p:cNvSpPr>
              <p:nvPr/>
            </p:nvSpPr>
            <p:spPr bwMode="auto">
              <a:xfrm>
                <a:off x="3941697" y="1328964"/>
                <a:ext cx="621131" cy="355487"/>
              </a:xfrm>
              <a:custGeom>
                <a:avLst/>
                <a:gdLst>
                  <a:gd name="T0" fmla="*/ 27 w 353"/>
                  <a:gd name="T1" fmla="*/ 37 h 201"/>
                  <a:gd name="T2" fmla="*/ 34 w 353"/>
                  <a:gd name="T3" fmla="*/ 53 h 201"/>
                  <a:gd name="T4" fmla="*/ 47 w 353"/>
                  <a:gd name="T5" fmla="*/ 68 h 201"/>
                  <a:gd name="T6" fmla="*/ 59 w 353"/>
                  <a:gd name="T7" fmla="*/ 72 h 201"/>
                  <a:gd name="T8" fmla="*/ 85 w 353"/>
                  <a:gd name="T9" fmla="*/ 80 h 201"/>
                  <a:gd name="T10" fmla="*/ 107 w 353"/>
                  <a:gd name="T11" fmla="*/ 69 h 201"/>
                  <a:gd name="T12" fmla="*/ 137 w 353"/>
                  <a:gd name="T13" fmla="*/ 62 h 201"/>
                  <a:gd name="T14" fmla="*/ 148 w 353"/>
                  <a:gd name="T15" fmla="*/ 58 h 201"/>
                  <a:gd name="T16" fmla="*/ 148 w 353"/>
                  <a:gd name="T17" fmla="*/ 75 h 201"/>
                  <a:gd name="T18" fmla="*/ 115 w 353"/>
                  <a:gd name="T19" fmla="*/ 82 h 201"/>
                  <a:gd name="T20" fmla="*/ 95 w 353"/>
                  <a:gd name="T21" fmla="*/ 92 h 201"/>
                  <a:gd name="T22" fmla="*/ 112 w 353"/>
                  <a:gd name="T23" fmla="*/ 100 h 201"/>
                  <a:gd name="T24" fmla="*/ 80 w 353"/>
                  <a:gd name="T25" fmla="*/ 100 h 201"/>
                  <a:gd name="T26" fmla="*/ 64 w 353"/>
                  <a:gd name="T27" fmla="*/ 90 h 201"/>
                  <a:gd name="T28" fmla="*/ 62 w 353"/>
                  <a:gd name="T29" fmla="*/ 109 h 201"/>
                  <a:gd name="T30" fmla="*/ 75 w 353"/>
                  <a:gd name="T31" fmla="*/ 127 h 201"/>
                  <a:gd name="T32" fmla="*/ 59 w 353"/>
                  <a:gd name="T33" fmla="*/ 140 h 201"/>
                  <a:gd name="T34" fmla="*/ 47 w 353"/>
                  <a:gd name="T35" fmla="*/ 149 h 201"/>
                  <a:gd name="T36" fmla="*/ 32 w 353"/>
                  <a:gd name="T37" fmla="*/ 160 h 201"/>
                  <a:gd name="T38" fmla="*/ 25 w 353"/>
                  <a:gd name="T39" fmla="*/ 172 h 201"/>
                  <a:gd name="T40" fmla="*/ 0 w 353"/>
                  <a:gd name="T41" fmla="*/ 167 h 201"/>
                  <a:gd name="T42" fmla="*/ 12 w 353"/>
                  <a:gd name="T43" fmla="*/ 189 h 201"/>
                  <a:gd name="T44" fmla="*/ 81 w 353"/>
                  <a:gd name="T45" fmla="*/ 200 h 201"/>
                  <a:gd name="T46" fmla="*/ 121 w 353"/>
                  <a:gd name="T47" fmla="*/ 192 h 201"/>
                  <a:gd name="T48" fmla="*/ 140 w 353"/>
                  <a:gd name="T49" fmla="*/ 172 h 201"/>
                  <a:gd name="T50" fmla="*/ 125 w 353"/>
                  <a:gd name="T51" fmla="*/ 153 h 201"/>
                  <a:gd name="T52" fmla="*/ 140 w 353"/>
                  <a:gd name="T53" fmla="*/ 147 h 201"/>
                  <a:gd name="T54" fmla="*/ 157 w 353"/>
                  <a:gd name="T55" fmla="*/ 142 h 201"/>
                  <a:gd name="T56" fmla="*/ 182 w 353"/>
                  <a:gd name="T57" fmla="*/ 117 h 201"/>
                  <a:gd name="T58" fmla="*/ 189 w 353"/>
                  <a:gd name="T59" fmla="*/ 105 h 201"/>
                  <a:gd name="T60" fmla="*/ 210 w 353"/>
                  <a:gd name="T61" fmla="*/ 92 h 201"/>
                  <a:gd name="T62" fmla="*/ 237 w 353"/>
                  <a:gd name="T63" fmla="*/ 100 h 201"/>
                  <a:gd name="T64" fmla="*/ 287 w 353"/>
                  <a:gd name="T65" fmla="*/ 58 h 201"/>
                  <a:gd name="T66" fmla="*/ 277 w 353"/>
                  <a:gd name="T67" fmla="*/ 40 h 201"/>
                  <a:gd name="T68" fmla="*/ 322 w 353"/>
                  <a:gd name="T69" fmla="*/ 32 h 201"/>
                  <a:gd name="T70" fmla="*/ 352 w 353"/>
                  <a:gd name="T71" fmla="*/ 20 h 201"/>
                  <a:gd name="T72" fmla="*/ 335 w 353"/>
                  <a:gd name="T73" fmla="*/ 3 h 201"/>
                  <a:gd name="T74" fmla="*/ 305 w 353"/>
                  <a:gd name="T75" fmla="*/ 3 h 201"/>
                  <a:gd name="T76" fmla="*/ 230 w 353"/>
                  <a:gd name="T77" fmla="*/ 0 h 201"/>
                  <a:gd name="T78" fmla="*/ 204 w 353"/>
                  <a:gd name="T79" fmla="*/ 20 h 201"/>
                  <a:gd name="T80" fmla="*/ 182 w 353"/>
                  <a:gd name="T81" fmla="*/ 0 h 201"/>
                  <a:gd name="T82" fmla="*/ 180 w 353"/>
                  <a:gd name="T83" fmla="*/ 10 h 201"/>
                  <a:gd name="T84" fmla="*/ 137 w 353"/>
                  <a:gd name="T85" fmla="*/ 7 h 201"/>
                  <a:gd name="T86" fmla="*/ 117 w 353"/>
                  <a:gd name="T87" fmla="*/ 30 h 201"/>
                  <a:gd name="T88" fmla="*/ 97 w 353"/>
                  <a:gd name="T89" fmla="*/ 30 h 201"/>
                  <a:gd name="T90" fmla="*/ 87 w 353"/>
                  <a:gd name="T91" fmla="*/ 18 h 201"/>
                  <a:gd name="T92" fmla="*/ 64 w 353"/>
                  <a:gd name="T93" fmla="*/ 22 h 201"/>
                  <a:gd name="T94" fmla="*/ 59 w 353"/>
                  <a:gd name="T95" fmla="*/ 32 h 201"/>
                  <a:gd name="T96" fmla="*/ 27 w 353"/>
                  <a:gd name="T97" fmla="*/ 37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53" h="201">
                    <a:moveTo>
                      <a:pt x="27" y="37"/>
                    </a:moveTo>
                    <a:lnTo>
                      <a:pt x="34" y="53"/>
                    </a:lnTo>
                    <a:lnTo>
                      <a:pt x="47" y="68"/>
                    </a:lnTo>
                    <a:lnTo>
                      <a:pt x="59" y="72"/>
                    </a:lnTo>
                    <a:lnTo>
                      <a:pt x="85" y="80"/>
                    </a:lnTo>
                    <a:lnTo>
                      <a:pt x="107" y="69"/>
                    </a:lnTo>
                    <a:lnTo>
                      <a:pt x="137" y="62"/>
                    </a:lnTo>
                    <a:lnTo>
                      <a:pt x="148" y="58"/>
                    </a:lnTo>
                    <a:lnTo>
                      <a:pt x="148" y="75"/>
                    </a:lnTo>
                    <a:lnTo>
                      <a:pt x="115" y="82"/>
                    </a:lnTo>
                    <a:lnTo>
                      <a:pt x="95" y="92"/>
                    </a:lnTo>
                    <a:lnTo>
                      <a:pt x="112" y="100"/>
                    </a:lnTo>
                    <a:lnTo>
                      <a:pt x="80" y="100"/>
                    </a:lnTo>
                    <a:lnTo>
                      <a:pt x="64" y="90"/>
                    </a:lnTo>
                    <a:lnTo>
                      <a:pt x="62" y="109"/>
                    </a:lnTo>
                    <a:lnTo>
                      <a:pt x="75" y="127"/>
                    </a:lnTo>
                    <a:lnTo>
                      <a:pt x="59" y="140"/>
                    </a:lnTo>
                    <a:lnTo>
                      <a:pt x="47" y="149"/>
                    </a:lnTo>
                    <a:lnTo>
                      <a:pt x="32" y="160"/>
                    </a:lnTo>
                    <a:lnTo>
                      <a:pt x="25" y="172"/>
                    </a:lnTo>
                    <a:lnTo>
                      <a:pt x="0" y="167"/>
                    </a:lnTo>
                    <a:lnTo>
                      <a:pt x="12" y="189"/>
                    </a:lnTo>
                    <a:lnTo>
                      <a:pt x="81" y="200"/>
                    </a:lnTo>
                    <a:lnTo>
                      <a:pt x="121" y="192"/>
                    </a:lnTo>
                    <a:lnTo>
                      <a:pt x="140" y="172"/>
                    </a:lnTo>
                    <a:lnTo>
                      <a:pt x="125" y="153"/>
                    </a:lnTo>
                    <a:lnTo>
                      <a:pt x="140" y="147"/>
                    </a:lnTo>
                    <a:lnTo>
                      <a:pt x="157" y="142"/>
                    </a:lnTo>
                    <a:lnTo>
                      <a:pt x="182" y="117"/>
                    </a:lnTo>
                    <a:lnTo>
                      <a:pt x="189" y="105"/>
                    </a:lnTo>
                    <a:lnTo>
                      <a:pt x="210" y="92"/>
                    </a:lnTo>
                    <a:lnTo>
                      <a:pt x="237" y="100"/>
                    </a:lnTo>
                    <a:lnTo>
                      <a:pt x="287" y="58"/>
                    </a:lnTo>
                    <a:lnTo>
                      <a:pt x="277" y="40"/>
                    </a:lnTo>
                    <a:lnTo>
                      <a:pt x="322" y="32"/>
                    </a:lnTo>
                    <a:lnTo>
                      <a:pt x="352" y="20"/>
                    </a:lnTo>
                    <a:lnTo>
                      <a:pt x="335" y="3"/>
                    </a:lnTo>
                    <a:lnTo>
                      <a:pt x="305" y="3"/>
                    </a:lnTo>
                    <a:lnTo>
                      <a:pt x="230" y="0"/>
                    </a:lnTo>
                    <a:lnTo>
                      <a:pt x="204" y="20"/>
                    </a:lnTo>
                    <a:lnTo>
                      <a:pt x="182" y="0"/>
                    </a:lnTo>
                    <a:lnTo>
                      <a:pt x="180" y="10"/>
                    </a:lnTo>
                    <a:lnTo>
                      <a:pt x="137" y="7"/>
                    </a:lnTo>
                    <a:lnTo>
                      <a:pt x="117" y="30"/>
                    </a:lnTo>
                    <a:lnTo>
                      <a:pt x="97" y="30"/>
                    </a:lnTo>
                    <a:lnTo>
                      <a:pt x="87" y="18"/>
                    </a:lnTo>
                    <a:lnTo>
                      <a:pt x="64" y="22"/>
                    </a:lnTo>
                    <a:lnTo>
                      <a:pt x="59" y="32"/>
                    </a:lnTo>
                    <a:lnTo>
                      <a:pt x="27" y="37"/>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31" name="Freeform 93">
                <a:extLst>
                  <a:ext uri="{FF2B5EF4-FFF2-40B4-BE49-F238E27FC236}">
                    <a16:creationId xmlns:a16="http://schemas.microsoft.com/office/drawing/2014/main" id="{A1F49392-2CA7-4A01-AC44-D427909104F1}"/>
                  </a:ext>
                </a:extLst>
              </p:cNvPr>
              <p:cNvSpPr>
                <a:spLocks/>
              </p:cNvSpPr>
              <p:nvPr/>
            </p:nvSpPr>
            <p:spPr bwMode="auto">
              <a:xfrm>
                <a:off x="3837913" y="1627825"/>
                <a:ext cx="279902" cy="132128"/>
              </a:xfrm>
              <a:custGeom>
                <a:avLst/>
                <a:gdLst>
                  <a:gd name="T0" fmla="*/ 20 w 160"/>
                  <a:gd name="T1" fmla="*/ 0 h 75"/>
                  <a:gd name="T2" fmla="*/ 0 w 160"/>
                  <a:gd name="T3" fmla="*/ 18 h 75"/>
                  <a:gd name="T4" fmla="*/ 13 w 160"/>
                  <a:gd name="T5" fmla="*/ 35 h 75"/>
                  <a:gd name="T6" fmla="*/ 35 w 160"/>
                  <a:gd name="T7" fmla="*/ 61 h 75"/>
                  <a:gd name="T8" fmla="*/ 57 w 160"/>
                  <a:gd name="T9" fmla="*/ 71 h 75"/>
                  <a:gd name="T10" fmla="*/ 122 w 160"/>
                  <a:gd name="T11" fmla="*/ 64 h 75"/>
                  <a:gd name="T12" fmla="*/ 159 w 160"/>
                  <a:gd name="T13" fmla="*/ 74 h 75"/>
                  <a:gd name="T14" fmla="*/ 155 w 160"/>
                  <a:gd name="T15" fmla="*/ 46 h 75"/>
                  <a:gd name="T16" fmla="*/ 101 w 160"/>
                  <a:gd name="T17" fmla="*/ 43 h 75"/>
                  <a:gd name="T18" fmla="*/ 54 w 160"/>
                  <a:gd name="T19" fmla="*/ 31 h 75"/>
                  <a:gd name="T20" fmla="*/ 47 w 160"/>
                  <a:gd name="T21" fmla="*/ 3 h 75"/>
                  <a:gd name="T22" fmla="*/ 20 w 160"/>
                  <a:gd name="T23"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 h="75">
                    <a:moveTo>
                      <a:pt x="20" y="0"/>
                    </a:moveTo>
                    <a:lnTo>
                      <a:pt x="0" y="18"/>
                    </a:lnTo>
                    <a:lnTo>
                      <a:pt x="13" y="35"/>
                    </a:lnTo>
                    <a:lnTo>
                      <a:pt x="35" y="61"/>
                    </a:lnTo>
                    <a:lnTo>
                      <a:pt x="57" y="71"/>
                    </a:lnTo>
                    <a:lnTo>
                      <a:pt x="122" y="64"/>
                    </a:lnTo>
                    <a:lnTo>
                      <a:pt x="159" y="74"/>
                    </a:lnTo>
                    <a:lnTo>
                      <a:pt x="155" y="46"/>
                    </a:lnTo>
                    <a:lnTo>
                      <a:pt x="101" y="43"/>
                    </a:lnTo>
                    <a:lnTo>
                      <a:pt x="54" y="31"/>
                    </a:lnTo>
                    <a:lnTo>
                      <a:pt x="47" y="3"/>
                    </a:lnTo>
                    <a:lnTo>
                      <a:pt x="20"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32" name="Freeform 94">
                <a:extLst>
                  <a:ext uri="{FF2B5EF4-FFF2-40B4-BE49-F238E27FC236}">
                    <a16:creationId xmlns:a16="http://schemas.microsoft.com/office/drawing/2014/main" id="{E90CF3EE-F212-42CE-BD72-2463F1C40B73}"/>
                  </a:ext>
                </a:extLst>
              </p:cNvPr>
              <p:cNvSpPr>
                <a:spLocks/>
              </p:cNvSpPr>
              <p:nvPr/>
            </p:nvSpPr>
            <p:spPr bwMode="auto">
              <a:xfrm>
                <a:off x="3771869" y="1703327"/>
                <a:ext cx="61327" cy="40897"/>
              </a:xfrm>
              <a:custGeom>
                <a:avLst/>
                <a:gdLst>
                  <a:gd name="T0" fmla="*/ 13 w 34"/>
                  <a:gd name="T1" fmla="*/ 0 h 23"/>
                  <a:gd name="T2" fmla="*/ 0 w 34"/>
                  <a:gd name="T3" fmla="*/ 15 h 23"/>
                  <a:gd name="T4" fmla="*/ 18 w 34"/>
                  <a:gd name="T5" fmla="*/ 22 h 23"/>
                  <a:gd name="T6" fmla="*/ 33 w 34"/>
                  <a:gd name="T7" fmla="*/ 15 h 23"/>
                  <a:gd name="T8" fmla="*/ 30 w 34"/>
                  <a:gd name="T9" fmla="*/ 2 h 23"/>
                  <a:gd name="T10" fmla="*/ 13 w 34"/>
                  <a:gd name="T11" fmla="*/ 0 h 23"/>
                </a:gdLst>
                <a:ahLst/>
                <a:cxnLst>
                  <a:cxn ang="0">
                    <a:pos x="T0" y="T1"/>
                  </a:cxn>
                  <a:cxn ang="0">
                    <a:pos x="T2" y="T3"/>
                  </a:cxn>
                  <a:cxn ang="0">
                    <a:pos x="T4" y="T5"/>
                  </a:cxn>
                  <a:cxn ang="0">
                    <a:pos x="T6" y="T7"/>
                  </a:cxn>
                  <a:cxn ang="0">
                    <a:pos x="T8" y="T9"/>
                  </a:cxn>
                  <a:cxn ang="0">
                    <a:pos x="T10" y="T11"/>
                  </a:cxn>
                </a:cxnLst>
                <a:rect l="0" t="0" r="r" b="b"/>
                <a:pathLst>
                  <a:path w="34" h="23">
                    <a:moveTo>
                      <a:pt x="13" y="0"/>
                    </a:moveTo>
                    <a:lnTo>
                      <a:pt x="0" y="15"/>
                    </a:lnTo>
                    <a:lnTo>
                      <a:pt x="18" y="22"/>
                    </a:lnTo>
                    <a:lnTo>
                      <a:pt x="33" y="15"/>
                    </a:lnTo>
                    <a:lnTo>
                      <a:pt x="30" y="2"/>
                    </a:lnTo>
                    <a:lnTo>
                      <a:pt x="13" y="0"/>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33" name="Freeform 95">
                <a:extLst>
                  <a:ext uri="{FF2B5EF4-FFF2-40B4-BE49-F238E27FC236}">
                    <a16:creationId xmlns:a16="http://schemas.microsoft.com/office/drawing/2014/main" id="{97361599-6AFF-4926-8E0A-4D4788E5DFE2}"/>
                  </a:ext>
                </a:extLst>
              </p:cNvPr>
              <p:cNvSpPr>
                <a:spLocks/>
              </p:cNvSpPr>
              <p:nvPr/>
            </p:nvSpPr>
            <p:spPr bwMode="auto">
              <a:xfrm>
                <a:off x="4314376" y="1289640"/>
                <a:ext cx="1270567" cy="1072754"/>
              </a:xfrm>
              <a:custGeom>
                <a:avLst/>
                <a:gdLst>
                  <a:gd name="T0" fmla="*/ 138 w 720"/>
                  <a:gd name="T1" fmla="*/ 83 h 608"/>
                  <a:gd name="T2" fmla="*/ 93 w 720"/>
                  <a:gd name="T3" fmla="*/ 123 h 608"/>
                  <a:gd name="T4" fmla="*/ 31 w 720"/>
                  <a:gd name="T5" fmla="*/ 155 h 608"/>
                  <a:gd name="T6" fmla="*/ 3 w 720"/>
                  <a:gd name="T7" fmla="*/ 175 h 608"/>
                  <a:gd name="T8" fmla="*/ 65 w 720"/>
                  <a:gd name="T9" fmla="*/ 187 h 608"/>
                  <a:gd name="T10" fmla="*/ 20 w 720"/>
                  <a:gd name="T11" fmla="*/ 195 h 608"/>
                  <a:gd name="T12" fmla="*/ 143 w 720"/>
                  <a:gd name="T13" fmla="*/ 220 h 608"/>
                  <a:gd name="T14" fmla="*/ 180 w 720"/>
                  <a:gd name="T15" fmla="*/ 285 h 608"/>
                  <a:gd name="T16" fmla="*/ 190 w 720"/>
                  <a:gd name="T17" fmla="*/ 342 h 608"/>
                  <a:gd name="T18" fmla="*/ 219 w 720"/>
                  <a:gd name="T19" fmla="*/ 354 h 608"/>
                  <a:gd name="T20" fmla="*/ 227 w 720"/>
                  <a:gd name="T21" fmla="*/ 377 h 608"/>
                  <a:gd name="T22" fmla="*/ 195 w 720"/>
                  <a:gd name="T23" fmla="*/ 422 h 608"/>
                  <a:gd name="T24" fmla="*/ 200 w 720"/>
                  <a:gd name="T25" fmla="*/ 490 h 608"/>
                  <a:gd name="T26" fmla="*/ 240 w 720"/>
                  <a:gd name="T27" fmla="*/ 582 h 608"/>
                  <a:gd name="T28" fmla="*/ 278 w 720"/>
                  <a:gd name="T29" fmla="*/ 607 h 608"/>
                  <a:gd name="T30" fmla="*/ 325 w 720"/>
                  <a:gd name="T31" fmla="*/ 540 h 608"/>
                  <a:gd name="T32" fmla="*/ 345 w 720"/>
                  <a:gd name="T33" fmla="*/ 485 h 608"/>
                  <a:gd name="T34" fmla="*/ 433 w 720"/>
                  <a:gd name="T35" fmla="*/ 465 h 608"/>
                  <a:gd name="T36" fmla="*/ 510 w 720"/>
                  <a:gd name="T37" fmla="*/ 425 h 608"/>
                  <a:gd name="T38" fmla="*/ 581 w 720"/>
                  <a:gd name="T39" fmla="*/ 367 h 608"/>
                  <a:gd name="T40" fmla="*/ 525 w 720"/>
                  <a:gd name="T41" fmla="*/ 354 h 608"/>
                  <a:gd name="T42" fmla="*/ 548 w 720"/>
                  <a:gd name="T43" fmla="*/ 332 h 608"/>
                  <a:gd name="T44" fmla="*/ 588 w 720"/>
                  <a:gd name="T45" fmla="*/ 358 h 608"/>
                  <a:gd name="T46" fmla="*/ 586 w 720"/>
                  <a:gd name="T47" fmla="*/ 318 h 608"/>
                  <a:gd name="T48" fmla="*/ 561 w 720"/>
                  <a:gd name="T49" fmla="*/ 290 h 608"/>
                  <a:gd name="T50" fmla="*/ 588 w 720"/>
                  <a:gd name="T51" fmla="*/ 298 h 608"/>
                  <a:gd name="T52" fmla="*/ 616 w 720"/>
                  <a:gd name="T53" fmla="*/ 280 h 608"/>
                  <a:gd name="T54" fmla="*/ 626 w 720"/>
                  <a:gd name="T55" fmla="*/ 267 h 608"/>
                  <a:gd name="T56" fmla="*/ 646 w 720"/>
                  <a:gd name="T57" fmla="*/ 237 h 608"/>
                  <a:gd name="T58" fmla="*/ 621 w 720"/>
                  <a:gd name="T59" fmla="*/ 210 h 608"/>
                  <a:gd name="T60" fmla="*/ 643 w 720"/>
                  <a:gd name="T61" fmla="*/ 195 h 608"/>
                  <a:gd name="T62" fmla="*/ 598 w 720"/>
                  <a:gd name="T63" fmla="*/ 168 h 608"/>
                  <a:gd name="T64" fmla="*/ 631 w 720"/>
                  <a:gd name="T65" fmla="*/ 128 h 608"/>
                  <a:gd name="T66" fmla="*/ 618 w 720"/>
                  <a:gd name="T67" fmla="*/ 105 h 608"/>
                  <a:gd name="T68" fmla="*/ 651 w 720"/>
                  <a:gd name="T69" fmla="*/ 95 h 608"/>
                  <a:gd name="T70" fmla="*/ 719 w 720"/>
                  <a:gd name="T71" fmla="*/ 63 h 608"/>
                  <a:gd name="T72" fmla="*/ 624 w 720"/>
                  <a:gd name="T73" fmla="*/ 68 h 608"/>
                  <a:gd name="T74" fmla="*/ 601 w 720"/>
                  <a:gd name="T75" fmla="*/ 50 h 608"/>
                  <a:gd name="T76" fmla="*/ 553 w 720"/>
                  <a:gd name="T77" fmla="*/ 45 h 608"/>
                  <a:gd name="T78" fmla="*/ 518 w 720"/>
                  <a:gd name="T79" fmla="*/ 37 h 608"/>
                  <a:gd name="T80" fmla="*/ 598 w 720"/>
                  <a:gd name="T81" fmla="*/ 23 h 608"/>
                  <a:gd name="T82" fmla="*/ 470 w 720"/>
                  <a:gd name="T83" fmla="*/ 20 h 608"/>
                  <a:gd name="T84" fmla="*/ 413 w 720"/>
                  <a:gd name="T85" fmla="*/ 3 h 608"/>
                  <a:gd name="T86" fmla="*/ 340 w 720"/>
                  <a:gd name="T87" fmla="*/ 15 h 608"/>
                  <a:gd name="T88" fmla="*/ 333 w 720"/>
                  <a:gd name="T89" fmla="*/ 58 h 608"/>
                  <a:gd name="T90" fmla="*/ 303 w 720"/>
                  <a:gd name="T91" fmla="*/ 41 h 608"/>
                  <a:gd name="T92" fmla="*/ 283 w 720"/>
                  <a:gd name="T93" fmla="*/ 65 h 608"/>
                  <a:gd name="T94" fmla="*/ 258 w 720"/>
                  <a:gd name="T95" fmla="*/ 45 h 608"/>
                  <a:gd name="T96" fmla="*/ 240 w 720"/>
                  <a:gd name="T97" fmla="*/ 55 h 608"/>
                  <a:gd name="T98" fmla="*/ 183 w 720"/>
                  <a:gd name="T99" fmla="*/ 50 h 608"/>
                  <a:gd name="T100" fmla="*/ 150 w 720"/>
                  <a:gd name="T101" fmla="*/ 65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20" h="608">
                    <a:moveTo>
                      <a:pt x="150" y="65"/>
                    </a:moveTo>
                    <a:lnTo>
                      <a:pt x="138" y="83"/>
                    </a:lnTo>
                    <a:lnTo>
                      <a:pt x="95" y="92"/>
                    </a:lnTo>
                    <a:lnTo>
                      <a:pt x="93" y="123"/>
                    </a:lnTo>
                    <a:lnTo>
                      <a:pt x="60" y="132"/>
                    </a:lnTo>
                    <a:lnTo>
                      <a:pt x="31" y="155"/>
                    </a:lnTo>
                    <a:lnTo>
                      <a:pt x="0" y="164"/>
                    </a:lnTo>
                    <a:lnTo>
                      <a:pt x="3" y="175"/>
                    </a:lnTo>
                    <a:lnTo>
                      <a:pt x="55" y="172"/>
                    </a:lnTo>
                    <a:lnTo>
                      <a:pt x="65" y="187"/>
                    </a:lnTo>
                    <a:lnTo>
                      <a:pt x="42" y="192"/>
                    </a:lnTo>
                    <a:lnTo>
                      <a:pt x="20" y="195"/>
                    </a:lnTo>
                    <a:lnTo>
                      <a:pt x="55" y="220"/>
                    </a:lnTo>
                    <a:lnTo>
                      <a:pt x="143" y="220"/>
                    </a:lnTo>
                    <a:lnTo>
                      <a:pt x="166" y="245"/>
                    </a:lnTo>
                    <a:lnTo>
                      <a:pt x="180" y="285"/>
                    </a:lnTo>
                    <a:lnTo>
                      <a:pt x="188" y="326"/>
                    </a:lnTo>
                    <a:lnTo>
                      <a:pt x="190" y="342"/>
                    </a:lnTo>
                    <a:lnTo>
                      <a:pt x="211" y="332"/>
                    </a:lnTo>
                    <a:lnTo>
                      <a:pt x="219" y="354"/>
                    </a:lnTo>
                    <a:lnTo>
                      <a:pt x="193" y="363"/>
                    </a:lnTo>
                    <a:lnTo>
                      <a:pt x="227" y="377"/>
                    </a:lnTo>
                    <a:lnTo>
                      <a:pt x="222" y="407"/>
                    </a:lnTo>
                    <a:lnTo>
                      <a:pt x="195" y="422"/>
                    </a:lnTo>
                    <a:lnTo>
                      <a:pt x="188" y="445"/>
                    </a:lnTo>
                    <a:lnTo>
                      <a:pt x="200" y="490"/>
                    </a:lnTo>
                    <a:lnTo>
                      <a:pt x="218" y="537"/>
                    </a:lnTo>
                    <a:lnTo>
                      <a:pt x="240" y="582"/>
                    </a:lnTo>
                    <a:lnTo>
                      <a:pt x="266" y="588"/>
                    </a:lnTo>
                    <a:lnTo>
                      <a:pt x="278" y="607"/>
                    </a:lnTo>
                    <a:lnTo>
                      <a:pt x="301" y="602"/>
                    </a:lnTo>
                    <a:lnTo>
                      <a:pt x="325" y="540"/>
                    </a:lnTo>
                    <a:lnTo>
                      <a:pt x="343" y="517"/>
                    </a:lnTo>
                    <a:lnTo>
                      <a:pt x="345" y="485"/>
                    </a:lnTo>
                    <a:lnTo>
                      <a:pt x="388" y="475"/>
                    </a:lnTo>
                    <a:lnTo>
                      <a:pt x="433" y="465"/>
                    </a:lnTo>
                    <a:lnTo>
                      <a:pt x="456" y="420"/>
                    </a:lnTo>
                    <a:lnTo>
                      <a:pt x="510" y="425"/>
                    </a:lnTo>
                    <a:lnTo>
                      <a:pt x="558" y="393"/>
                    </a:lnTo>
                    <a:lnTo>
                      <a:pt x="581" y="367"/>
                    </a:lnTo>
                    <a:lnTo>
                      <a:pt x="556" y="359"/>
                    </a:lnTo>
                    <a:lnTo>
                      <a:pt x="525" y="354"/>
                    </a:lnTo>
                    <a:lnTo>
                      <a:pt x="531" y="337"/>
                    </a:lnTo>
                    <a:lnTo>
                      <a:pt x="548" y="332"/>
                    </a:lnTo>
                    <a:lnTo>
                      <a:pt x="569" y="348"/>
                    </a:lnTo>
                    <a:lnTo>
                      <a:pt x="588" y="358"/>
                    </a:lnTo>
                    <a:lnTo>
                      <a:pt x="598" y="342"/>
                    </a:lnTo>
                    <a:lnTo>
                      <a:pt x="586" y="318"/>
                    </a:lnTo>
                    <a:lnTo>
                      <a:pt x="558" y="307"/>
                    </a:lnTo>
                    <a:lnTo>
                      <a:pt x="561" y="290"/>
                    </a:lnTo>
                    <a:lnTo>
                      <a:pt x="581" y="290"/>
                    </a:lnTo>
                    <a:lnTo>
                      <a:pt x="588" y="298"/>
                    </a:lnTo>
                    <a:lnTo>
                      <a:pt x="596" y="285"/>
                    </a:lnTo>
                    <a:lnTo>
                      <a:pt x="616" y="280"/>
                    </a:lnTo>
                    <a:lnTo>
                      <a:pt x="609" y="267"/>
                    </a:lnTo>
                    <a:lnTo>
                      <a:pt x="626" y="267"/>
                    </a:lnTo>
                    <a:lnTo>
                      <a:pt x="641" y="253"/>
                    </a:lnTo>
                    <a:lnTo>
                      <a:pt x="646" y="237"/>
                    </a:lnTo>
                    <a:lnTo>
                      <a:pt x="624" y="227"/>
                    </a:lnTo>
                    <a:lnTo>
                      <a:pt x="621" y="210"/>
                    </a:lnTo>
                    <a:lnTo>
                      <a:pt x="631" y="198"/>
                    </a:lnTo>
                    <a:lnTo>
                      <a:pt x="643" y="195"/>
                    </a:lnTo>
                    <a:lnTo>
                      <a:pt x="641" y="172"/>
                    </a:lnTo>
                    <a:lnTo>
                      <a:pt x="598" y="168"/>
                    </a:lnTo>
                    <a:lnTo>
                      <a:pt x="609" y="142"/>
                    </a:lnTo>
                    <a:lnTo>
                      <a:pt x="631" y="128"/>
                    </a:lnTo>
                    <a:lnTo>
                      <a:pt x="643" y="117"/>
                    </a:lnTo>
                    <a:lnTo>
                      <a:pt x="618" y="105"/>
                    </a:lnTo>
                    <a:lnTo>
                      <a:pt x="636" y="97"/>
                    </a:lnTo>
                    <a:lnTo>
                      <a:pt x="651" y="95"/>
                    </a:lnTo>
                    <a:lnTo>
                      <a:pt x="686" y="85"/>
                    </a:lnTo>
                    <a:lnTo>
                      <a:pt x="719" y="63"/>
                    </a:lnTo>
                    <a:lnTo>
                      <a:pt x="656" y="58"/>
                    </a:lnTo>
                    <a:lnTo>
                      <a:pt x="624" y="68"/>
                    </a:lnTo>
                    <a:lnTo>
                      <a:pt x="578" y="91"/>
                    </a:lnTo>
                    <a:lnTo>
                      <a:pt x="601" y="50"/>
                    </a:lnTo>
                    <a:lnTo>
                      <a:pt x="550" y="68"/>
                    </a:lnTo>
                    <a:lnTo>
                      <a:pt x="553" y="45"/>
                    </a:lnTo>
                    <a:lnTo>
                      <a:pt x="470" y="53"/>
                    </a:lnTo>
                    <a:lnTo>
                      <a:pt x="518" y="37"/>
                    </a:lnTo>
                    <a:lnTo>
                      <a:pt x="578" y="28"/>
                    </a:lnTo>
                    <a:lnTo>
                      <a:pt x="598" y="23"/>
                    </a:lnTo>
                    <a:lnTo>
                      <a:pt x="558" y="8"/>
                    </a:lnTo>
                    <a:lnTo>
                      <a:pt x="470" y="20"/>
                    </a:lnTo>
                    <a:lnTo>
                      <a:pt x="518" y="0"/>
                    </a:lnTo>
                    <a:lnTo>
                      <a:pt x="413" y="3"/>
                    </a:lnTo>
                    <a:lnTo>
                      <a:pt x="383" y="30"/>
                    </a:lnTo>
                    <a:lnTo>
                      <a:pt x="340" y="15"/>
                    </a:lnTo>
                    <a:lnTo>
                      <a:pt x="340" y="36"/>
                    </a:lnTo>
                    <a:lnTo>
                      <a:pt x="333" y="58"/>
                    </a:lnTo>
                    <a:lnTo>
                      <a:pt x="318" y="41"/>
                    </a:lnTo>
                    <a:lnTo>
                      <a:pt x="303" y="41"/>
                    </a:lnTo>
                    <a:lnTo>
                      <a:pt x="283" y="41"/>
                    </a:lnTo>
                    <a:lnTo>
                      <a:pt x="283" y="65"/>
                    </a:lnTo>
                    <a:lnTo>
                      <a:pt x="261" y="65"/>
                    </a:lnTo>
                    <a:lnTo>
                      <a:pt x="258" y="45"/>
                    </a:lnTo>
                    <a:lnTo>
                      <a:pt x="235" y="43"/>
                    </a:lnTo>
                    <a:lnTo>
                      <a:pt x="240" y="55"/>
                    </a:lnTo>
                    <a:lnTo>
                      <a:pt x="200" y="41"/>
                    </a:lnTo>
                    <a:lnTo>
                      <a:pt x="183" y="50"/>
                    </a:lnTo>
                    <a:lnTo>
                      <a:pt x="167" y="50"/>
                    </a:lnTo>
                    <a:lnTo>
                      <a:pt x="150" y="65"/>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34" name="Freeform 97">
                <a:extLst>
                  <a:ext uri="{FF2B5EF4-FFF2-40B4-BE49-F238E27FC236}">
                    <a16:creationId xmlns:a16="http://schemas.microsoft.com/office/drawing/2014/main" id="{561E47E7-3817-4B70-BE66-4B484CAFF793}"/>
                  </a:ext>
                </a:extLst>
              </p:cNvPr>
              <p:cNvSpPr>
                <a:spLocks/>
              </p:cNvSpPr>
              <p:nvPr/>
            </p:nvSpPr>
            <p:spPr bwMode="auto">
              <a:xfrm>
                <a:off x="3730984" y="3612892"/>
                <a:ext cx="261032" cy="114826"/>
              </a:xfrm>
              <a:custGeom>
                <a:avLst/>
                <a:gdLst>
                  <a:gd name="T0" fmla="*/ 0 w 148"/>
                  <a:gd name="T1" fmla="*/ 19 h 65"/>
                  <a:gd name="T2" fmla="*/ 14 w 148"/>
                  <a:gd name="T3" fmla="*/ 6 h 65"/>
                  <a:gd name="T4" fmla="*/ 26 w 148"/>
                  <a:gd name="T5" fmla="*/ 0 h 65"/>
                  <a:gd name="T6" fmla="*/ 46 w 148"/>
                  <a:gd name="T7" fmla="*/ 3 h 65"/>
                  <a:gd name="T8" fmla="*/ 74 w 148"/>
                  <a:gd name="T9" fmla="*/ 9 h 65"/>
                  <a:gd name="T10" fmla="*/ 100 w 148"/>
                  <a:gd name="T11" fmla="*/ 23 h 65"/>
                  <a:gd name="T12" fmla="*/ 140 w 148"/>
                  <a:gd name="T13" fmla="*/ 42 h 65"/>
                  <a:gd name="T14" fmla="*/ 147 w 148"/>
                  <a:gd name="T15" fmla="*/ 52 h 65"/>
                  <a:gd name="T16" fmla="*/ 127 w 148"/>
                  <a:gd name="T17" fmla="*/ 64 h 65"/>
                  <a:gd name="T18" fmla="*/ 96 w 148"/>
                  <a:gd name="T19" fmla="*/ 61 h 65"/>
                  <a:gd name="T20" fmla="*/ 100 w 148"/>
                  <a:gd name="T21" fmla="*/ 45 h 65"/>
                  <a:gd name="T22" fmla="*/ 90 w 148"/>
                  <a:gd name="T23" fmla="*/ 35 h 65"/>
                  <a:gd name="T24" fmla="*/ 68 w 148"/>
                  <a:gd name="T25" fmla="*/ 20 h 65"/>
                  <a:gd name="T26" fmla="*/ 60 w 148"/>
                  <a:gd name="T27" fmla="*/ 17 h 65"/>
                  <a:gd name="T28" fmla="*/ 17 w 148"/>
                  <a:gd name="T29" fmla="*/ 13 h 65"/>
                  <a:gd name="T30" fmla="*/ 0 w 148"/>
                  <a:gd name="T31" fmla="*/ 19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8" h="65">
                    <a:moveTo>
                      <a:pt x="0" y="19"/>
                    </a:moveTo>
                    <a:lnTo>
                      <a:pt x="14" y="6"/>
                    </a:lnTo>
                    <a:lnTo>
                      <a:pt x="26" y="0"/>
                    </a:lnTo>
                    <a:lnTo>
                      <a:pt x="46" y="3"/>
                    </a:lnTo>
                    <a:lnTo>
                      <a:pt x="74" y="9"/>
                    </a:lnTo>
                    <a:lnTo>
                      <a:pt x="100" y="23"/>
                    </a:lnTo>
                    <a:lnTo>
                      <a:pt x="140" y="42"/>
                    </a:lnTo>
                    <a:lnTo>
                      <a:pt x="147" y="52"/>
                    </a:lnTo>
                    <a:lnTo>
                      <a:pt x="127" y="64"/>
                    </a:lnTo>
                    <a:lnTo>
                      <a:pt x="96" y="61"/>
                    </a:lnTo>
                    <a:lnTo>
                      <a:pt x="100" y="45"/>
                    </a:lnTo>
                    <a:lnTo>
                      <a:pt x="90" y="35"/>
                    </a:lnTo>
                    <a:lnTo>
                      <a:pt x="68" y="20"/>
                    </a:lnTo>
                    <a:lnTo>
                      <a:pt x="60" y="17"/>
                    </a:lnTo>
                    <a:lnTo>
                      <a:pt x="17" y="13"/>
                    </a:lnTo>
                    <a:lnTo>
                      <a:pt x="0" y="19"/>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sp>
            <p:nvSpPr>
              <p:cNvPr id="335" name="Freeform 98">
                <a:extLst>
                  <a:ext uri="{FF2B5EF4-FFF2-40B4-BE49-F238E27FC236}">
                    <a16:creationId xmlns:a16="http://schemas.microsoft.com/office/drawing/2014/main" id="{5D1FF4DB-93ED-4C86-B449-AC60DCB3E502}"/>
                  </a:ext>
                </a:extLst>
              </p:cNvPr>
              <p:cNvSpPr>
                <a:spLocks/>
              </p:cNvSpPr>
              <p:nvPr/>
            </p:nvSpPr>
            <p:spPr bwMode="auto">
              <a:xfrm>
                <a:off x="3740419" y="4010850"/>
                <a:ext cx="152531" cy="84939"/>
              </a:xfrm>
              <a:custGeom>
                <a:avLst/>
                <a:gdLst>
                  <a:gd name="T0" fmla="*/ 13 w 87"/>
                  <a:gd name="T1" fmla="*/ 4 h 49"/>
                  <a:gd name="T2" fmla="*/ 0 w 87"/>
                  <a:gd name="T3" fmla="*/ 11 h 49"/>
                  <a:gd name="T4" fmla="*/ 1 w 87"/>
                  <a:gd name="T5" fmla="*/ 26 h 49"/>
                  <a:gd name="T6" fmla="*/ 30 w 87"/>
                  <a:gd name="T7" fmla="*/ 30 h 49"/>
                  <a:gd name="T8" fmla="*/ 41 w 87"/>
                  <a:gd name="T9" fmla="*/ 40 h 49"/>
                  <a:gd name="T10" fmla="*/ 54 w 87"/>
                  <a:gd name="T11" fmla="*/ 33 h 49"/>
                  <a:gd name="T12" fmla="*/ 49 w 87"/>
                  <a:gd name="T13" fmla="*/ 22 h 49"/>
                  <a:gd name="T14" fmla="*/ 63 w 87"/>
                  <a:gd name="T15" fmla="*/ 21 h 49"/>
                  <a:gd name="T16" fmla="*/ 77 w 87"/>
                  <a:gd name="T17" fmla="*/ 37 h 49"/>
                  <a:gd name="T18" fmla="*/ 83 w 87"/>
                  <a:gd name="T19" fmla="*/ 48 h 49"/>
                  <a:gd name="T20" fmla="*/ 86 w 87"/>
                  <a:gd name="T21" fmla="*/ 17 h 49"/>
                  <a:gd name="T22" fmla="*/ 67 w 87"/>
                  <a:gd name="T23" fmla="*/ 4 h 49"/>
                  <a:gd name="T24" fmla="*/ 52 w 87"/>
                  <a:gd name="T25" fmla="*/ 0 h 49"/>
                  <a:gd name="T26" fmla="*/ 40 w 87"/>
                  <a:gd name="T27" fmla="*/ 11 h 49"/>
                  <a:gd name="T28" fmla="*/ 13 w 87"/>
                  <a:gd name="T29" fmla="*/ 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7" h="49">
                    <a:moveTo>
                      <a:pt x="13" y="4"/>
                    </a:moveTo>
                    <a:lnTo>
                      <a:pt x="0" y="11"/>
                    </a:lnTo>
                    <a:lnTo>
                      <a:pt x="1" y="26"/>
                    </a:lnTo>
                    <a:lnTo>
                      <a:pt x="30" y="30"/>
                    </a:lnTo>
                    <a:lnTo>
                      <a:pt x="41" y="40"/>
                    </a:lnTo>
                    <a:lnTo>
                      <a:pt x="54" y="33"/>
                    </a:lnTo>
                    <a:lnTo>
                      <a:pt x="49" y="22"/>
                    </a:lnTo>
                    <a:lnTo>
                      <a:pt x="63" y="21"/>
                    </a:lnTo>
                    <a:lnTo>
                      <a:pt x="77" y="37"/>
                    </a:lnTo>
                    <a:lnTo>
                      <a:pt x="83" y="48"/>
                    </a:lnTo>
                    <a:lnTo>
                      <a:pt x="86" y="17"/>
                    </a:lnTo>
                    <a:lnTo>
                      <a:pt x="67" y="4"/>
                    </a:lnTo>
                    <a:lnTo>
                      <a:pt x="52" y="0"/>
                    </a:lnTo>
                    <a:lnTo>
                      <a:pt x="40" y="11"/>
                    </a:lnTo>
                    <a:lnTo>
                      <a:pt x="13" y="4"/>
                    </a:lnTo>
                  </a:path>
                </a:pathLst>
              </a:custGeom>
              <a:grpFill/>
              <a:ln w="9525" cap="flat" cmpd="sng">
                <a:noFill/>
                <a:prstDash val="solid"/>
                <a:round/>
                <a:headEnd type="none" w="med" len="med"/>
                <a:tailEnd type="none" w="med" len="med"/>
              </a:ln>
              <a:effectLst/>
            </p:spPr>
            <p:txBody>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endParaRPr lang="fr-FR">
                  <a:solidFill>
                    <a:schemeClr val="bg1"/>
                  </a:solidFill>
                  <a:latin typeface="Lato"/>
                  <a:ea typeface="PT Sans" panose="020B0503020203020204" pitchFamily="34" charset="0"/>
                </a:endParaRPr>
              </a:p>
            </p:txBody>
          </p:sp>
        </p:grpSp>
      </p:grpSp>
      <p:sp>
        <p:nvSpPr>
          <p:cNvPr id="280" name="TextBox 314">
            <a:extLst>
              <a:ext uri="{FF2B5EF4-FFF2-40B4-BE49-F238E27FC236}">
                <a16:creationId xmlns:a16="http://schemas.microsoft.com/office/drawing/2014/main" id="{EADC4754-6DFF-4802-92AF-22132FBED2DF}"/>
              </a:ext>
            </a:extLst>
          </p:cNvPr>
          <p:cNvSpPr txBox="1"/>
          <p:nvPr/>
        </p:nvSpPr>
        <p:spPr>
          <a:xfrm>
            <a:off x="8772316" y="2876892"/>
            <a:ext cx="2445620" cy="153888"/>
          </a:xfrm>
          <a:prstGeom prst="rect">
            <a:avLst/>
          </a:prstGeom>
          <a:noFill/>
          <a:ln>
            <a:noFill/>
          </a:ln>
        </p:spPr>
        <p:txBody>
          <a:bodyPr wrap="square" lIns="0" tIns="0" rIns="0" bIns="0" rtlCol="0">
            <a:spAutoFit/>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r>
              <a:rPr lang="en-US" sz="1000" dirty="0">
                <a:solidFill>
                  <a:schemeClr val="accent2"/>
                </a:solidFill>
                <a:ea typeface="PT Sans" panose="020B0503020203020204" pitchFamily="34" charset="0"/>
                <a:cs typeface="Times Sans Serif" panose="02020603050405020304" pitchFamily="18" charset="0"/>
              </a:rPr>
              <a:t>Continental South American</a:t>
            </a:r>
          </a:p>
        </p:txBody>
      </p:sp>
      <p:sp>
        <p:nvSpPr>
          <p:cNvPr id="281" name="7 CuadroTexto">
            <a:extLst>
              <a:ext uri="{FF2B5EF4-FFF2-40B4-BE49-F238E27FC236}">
                <a16:creationId xmlns:a16="http://schemas.microsoft.com/office/drawing/2014/main" id="{2A424867-030C-4BDB-B3A7-54B488F13B80}"/>
              </a:ext>
            </a:extLst>
          </p:cNvPr>
          <p:cNvSpPr txBox="1"/>
          <p:nvPr/>
        </p:nvSpPr>
        <p:spPr>
          <a:xfrm>
            <a:off x="8772319" y="3064703"/>
            <a:ext cx="2445621" cy="673261"/>
          </a:xfrm>
          <a:prstGeom prst="rect">
            <a:avLst/>
          </a:prstGeom>
          <a:noFill/>
          <a:ln>
            <a:noFill/>
          </a:ln>
        </p:spPr>
        <p:txBody>
          <a:bodyPr wrap="square" lIns="0" tIns="0" rIns="0" bIns="0">
            <a:spAutoFit/>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nSpc>
                <a:spcPct val="150000"/>
              </a:lnSpc>
            </a:pPr>
            <a:r>
              <a:rPr lang="en-US" sz="1000" dirty="0">
                <a:solidFill>
                  <a:schemeClr val="tx1">
                    <a:lumMod val="50000"/>
                    <a:lumOff val="50000"/>
                  </a:schemeClr>
                </a:solidFill>
                <a:ea typeface="PT Sans" panose="020B0503020203020204" pitchFamily="34" charset="0"/>
              </a:rPr>
              <a:t>Proactively envisioned multimedia based expertise and cross rather good.</a:t>
            </a:r>
          </a:p>
        </p:txBody>
      </p:sp>
      <p:sp>
        <p:nvSpPr>
          <p:cNvPr id="282" name="TextBox 316">
            <a:extLst>
              <a:ext uri="{FF2B5EF4-FFF2-40B4-BE49-F238E27FC236}">
                <a16:creationId xmlns:a16="http://schemas.microsoft.com/office/drawing/2014/main" id="{E7A99930-1068-4190-ADB5-18F632440D27}"/>
              </a:ext>
            </a:extLst>
          </p:cNvPr>
          <p:cNvSpPr txBox="1"/>
          <p:nvPr/>
        </p:nvSpPr>
        <p:spPr>
          <a:xfrm>
            <a:off x="8198737" y="2733417"/>
            <a:ext cx="505552" cy="489749"/>
          </a:xfrm>
          <a:prstGeom prst="rect">
            <a:avLst/>
          </a:prstGeom>
          <a:noFill/>
          <a:ln>
            <a:noFill/>
          </a:ln>
        </p:spPr>
        <p:txBody>
          <a:bodyPr wrap="square" lIns="0" tIns="0" rIns="0" bIns="0" rtlCol="0">
            <a:spAutoFit/>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gn="ctr"/>
            <a:r>
              <a:rPr lang="en-US" sz="3200" b="1" dirty="0">
                <a:solidFill>
                  <a:schemeClr val="accent2"/>
                </a:solidFill>
                <a:latin typeface="Source Sans Pro" panose="020B0503030403020204" pitchFamily="34" charset="0"/>
                <a:ea typeface="PT Sans" panose="020B0503020203020204" pitchFamily="34" charset="0"/>
                <a:cs typeface="Times Sans Serif" panose="02020603050405020304" pitchFamily="18" charset="0"/>
              </a:rPr>
              <a:t>01</a:t>
            </a:r>
          </a:p>
        </p:txBody>
      </p:sp>
      <p:sp>
        <p:nvSpPr>
          <p:cNvPr id="283" name="TextBox 318">
            <a:extLst>
              <a:ext uri="{FF2B5EF4-FFF2-40B4-BE49-F238E27FC236}">
                <a16:creationId xmlns:a16="http://schemas.microsoft.com/office/drawing/2014/main" id="{EADC4754-6DFF-4802-92AF-22132FBED2DF}"/>
              </a:ext>
            </a:extLst>
          </p:cNvPr>
          <p:cNvSpPr txBox="1"/>
          <p:nvPr/>
        </p:nvSpPr>
        <p:spPr>
          <a:xfrm>
            <a:off x="8772316" y="4151632"/>
            <a:ext cx="2445620" cy="153888"/>
          </a:xfrm>
          <a:prstGeom prst="rect">
            <a:avLst/>
          </a:prstGeom>
          <a:noFill/>
          <a:ln>
            <a:noFill/>
          </a:ln>
        </p:spPr>
        <p:txBody>
          <a:bodyPr wrap="square" lIns="0" tIns="0" rIns="0" bIns="0" rtlCol="0">
            <a:spAutoFit/>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r>
              <a:rPr lang="en-US" sz="1000" dirty="0">
                <a:ea typeface="PT Sans" panose="020B0503020203020204" pitchFamily="34" charset="0"/>
                <a:cs typeface="Times Sans Serif" panose="02020603050405020304" pitchFamily="18" charset="0"/>
              </a:rPr>
              <a:t>Continental European</a:t>
            </a:r>
          </a:p>
        </p:txBody>
      </p:sp>
      <p:sp>
        <p:nvSpPr>
          <p:cNvPr id="284" name="7 CuadroTexto">
            <a:extLst>
              <a:ext uri="{FF2B5EF4-FFF2-40B4-BE49-F238E27FC236}">
                <a16:creationId xmlns:a16="http://schemas.microsoft.com/office/drawing/2014/main" id="{2A424867-030C-4BDB-B3A7-54B488F13B80}"/>
              </a:ext>
            </a:extLst>
          </p:cNvPr>
          <p:cNvSpPr txBox="1"/>
          <p:nvPr/>
        </p:nvSpPr>
        <p:spPr>
          <a:xfrm>
            <a:off x="8772319" y="4339443"/>
            <a:ext cx="2445621" cy="673261"/>
          </a:xfrm>
          <a:prstGeom prst="rect">
            <a:avLst/>
          </a:prstGeom>
          <a:noFill/>
          <a:ln>
            <a:noFill/>
          </a:ln>
        </p:spPr>
        <p:txBody>
          <a:bodyPr wrap="square" lIns="0" tIns="0" rIns="0" bIns="0">
            <a:spAutoFit/>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nSpc>
                <a:spcPct val="150000"/>
              </a:lnSpc>
            </a:pPr>
            <a:r>
              <a:rPr lang="en-US" sz="1000" dirty="0">
                <a:solidFill>
                  <a:schemeClr val="tx1">
                    <a:lumMod val="50000"/>
                    <a:lumOff val="50000"/>
                  </a:schemeClr>
                </a:solidFill>
                <a:ea typeface="PT Sans" panose="020B0503020203020204" pitchFamily="34" charset="0"/>
              </a:rPr>
              <a:t>Proactively envisioned multimedia based expertise and cross rather good.</a:t>
            </a:r>
          </a:p>
        </p:txBody>
      </p:sp>
      <p:sp>
        <p:nvSpPr>
          <p:cNvPr id="285" name="TextBox 320">
            <a:extLst>
              <a:ext uri="{FF2B5EF4-FFF2-40B4-BE49-F238E27FC236}">
                <a16:creationId xmlns:a16="http://schemas.microsoft.com/office/drawing/2014/main" id="{E7A99930-1068-4190-ADB5-18F632440D27}"/>
              </a:ext>
            </a:extLst>
          </p:cNvPr>
          <p:cNvSpPr txBox="1"/>
          <p:nvPr/>
        </p:nvSpPr>
        <p:spPr>
          <a:xfrm>
            <a:off x="8198737" y="4008157"/>
            <a:ext cx="505552" cy="489749"/>
          </a:xfrm>
          <a:prstGeom prst="rect">
            <a:avLst/>
          </a:prstGeom>
          <a:noFill/>
          <a:ln>
            <a:noFill/>
          </a:ln>
        </p:spPr>
        <p:txBody>
          <a:bodyPr wrap="square" lIns="0" tIns="0" rIns="0" bIns="0" rtlCol="0">
            <a:spAutoFit/>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gn="ctr"/>
            <a:r>
              <a:rPr lang="en-US" sz="3200" b="1" dirty="0">
                <a:latin typeface="Source Sans Pro" panose="020B0503030403020204" pitchFamily="34" charset="0"/>
                <a:ea typeface="PT Sans" panose="020B0503020203020204" pitchFamily="34" charset="0"/>
                <a:cs typeface="Times Sans Serif" panose="02020603050405020304" pitchFamily="18" charset="0"/>
              </a:rPr>
              <a:t>02</a:t>
            </a:r>
          </a:p>
        </p:txBody>
      </p:sp>
      <p:sp>
        <p:nvSpPr>
          <p:cNvPr id="286" name="TextBox 322">
            <a:extLst>
              <a:ext uri="{FF2B5EF4-FFF2-40B4-BE49-F238E27FC236}">
                <a16:creationId xmlns:a16="http://schemas.microsoft.com/office/drawing/2014/main" id="{EADC4754-6DFF-4802-92AF-22132FBED2DF}"/>
              </a:ext>
            </a:extLst>
          </p:cNvPr>
          <p:cNvSpPr txBox="1"/>
          <p:nvPr/>
        </p:nvSpPr>
        <p:spPr>
          <a:xfrm>
            <a:off x="8772316" y="5397198"/>
            <a:ext cx="2445620" cy="153888"/>
          </a:xfrm>
          <a:prstGeom prst="rect">
            <a:avLst/>
          </a:prstGeom>
          <a:noFill/>
          <a:ln>
            <a:noFill/>
          </a:ln>
        </p:spPr>
        <p:txBody>
          <a:bodyPr wrap="square" lIns="0" tIns="0" rIns="0" bIns="0" rtlCol="0">
            <a:spAutoFit/>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r>
              <a:rPr lang="en-US" sz="1000" dirty="0">
                <a:solidFill>
                  <a:schemeClr val="accent4"/>
                </a:solidFill>
                <a:ea typeface="PT Sans" panose="020B0503020203020204" pitchFamily="34" charset="0"/>
                <a:cs typeface="Times Sans Serif" panose="02020603050405020304" pitchFamily="18" charset="0"/>
              </a:rPr>
              <a:t>Continental Australian</a:t>
            </a:r>
          </a:p>
        </p:txBody>
      </p:sp>
      <p:sp>
        <p:nvSpPr>
          <p:cNvPr id="287" name="7 CuadroTexto">
            <a:extLst>
              <a:ext uri="{FF2B5EF4-FFF2-40B4-BE49-F238E27FC236}">
                <a16:creationId xmlns:a16="http://schemas.microsoft.com/office/drawing/2014/main" id="{2A424867-030C-4BDB-B3A7-54B488F13B80}"/>
              </a:ext>
            </a:extLst>
          </p:cNvPr>
          <p:cNvSpPr txBox="1"/>
          <p:nvPr/>
        </p:nvSpPr>
        <p:spPr>
          <a:xfrm>
            <a:off x="8772319" y="5585009"/>
            <a:ext cx="2445621" cy="673261"/>
          </a:xfrm>
          <a:prstGeom prst="rect">
            <a:avLst/>
          </a:prstGeom>
          <a:noFill/>
          <a:ln>
            <a:noFill/>
          </a:ln>
        </p:spPr>
        <p:txBody>
          <a:bodyPr wrap="square" lIns="0" tIns="0" rIns="0" bIns="0">
            <a:spAutoFit/>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nSpc>
                <a:spcPct val="150000"/>
              </a:lnSpc>
            </a:pPr>
            <a:r>
              <a:rPr lang="en-US" sz="1000" dirty="0">
                <a:solidFill>
                  <a:schemeClr val="tx1">
                    <a:lumMod val="50000"/>
                    <a:lumOff val="50000"/>
                  </a:schemeClr>
                </a:solidFill>
                <a:ea typeface="PT Sans" panose="020B0503020203020204" pitchFamily="34" charset="0"/>
              </a:rPr>
              <a:t>Proactively envisioned multimedia based expertise and cross rather good.</a:t>
            </a:r>
          </a:p>
        </p:txBody>
      </p:sp>
      <p:sp>
        <p:nvSpPr>
          <p:cNvPr id="288" name="TextBox 324">
            <a:extLst>
              <a:ext uri="{FF2B5EF4-FFF2-40B4-BE49-F238E27FC236}">
                <a16:creationId xmlns:a16="http://schemas.microsoft.com/office/drawing/2014/main" id="{E7A99930-1068-4190-ADB5-18F632440D27}"/>
              </a:ext>
            </a:extLst>
          </p:cNvPr>
          <p:cNvSpPr txBox="1"/>
          <p:nvPr/>
        </p:nvSpPr>
        <p:spPr>
          <a:xfrm>
            <a:off x="8198737" y="5253723"/>
            <a:ext cx="505552" cy="489749"/>
          </a:xfrm>
          <a:prstGeom prst="rect">
            <a:avLst/>
          </a:prstGeom>
          <a:noFill/>
          <a:ln>
            <a:noFill/>
          </a:ln>
        </p:spPr>
        <p:txBody>
          <a:bodyPr wrap="square" lIns="0" tIns="0" rIns="0" bIns="0" rtlCol="0">
            <a:spAutoFit/>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gn="ctr"/>
            <a:r>
              <a:rPr lang="en-US" sz="3200" b="1" dirty="0">
                <a:solidFill>
                  <a:schemeClr val="accent4"/>
                </a:solidFill>
                <a:latin typeface="Source Sans Pro" panose="020B0503030403020204" pitchFamily="34" charset="0"/>
                <a:ea typeface="PT Sans" panose="020B0503020203020204" pitchFamily="34" charset="0"/>
                <a:cs typeface="Times Sans Serif" panose="02020603050405020304" pitchFamily="18" charset="0"/>
              </a:rPr>
              <a:t>03</a:t>
            </a:r>
          </a:p>
        </p:txBody>
      </p:sp>
      <p:sp>
        <p:nvSpPr>
          <p:cNvPr id="532" name="Rectangle 531">
            <a:extLst>
              <a:ext uri="{FF2B5EF4-FFF2-40B4-BE49-F238E27FC236}">
                <a16:creationId xmlns:a16="http://schemas.microsoft.com/office/drawing/2014/main" id="{77DA4760-AAC7-FD97-895A-B426EA98EA8A}"/>
              </a:ext>
            </a:extLst>
          </p:cNvPr>
          <p:cNvSpPr/>
          <p:nvPr/>
        </p:nvSpPr>
        <p:spPr>
          <a:xfrm>
            <a:off x="2273778" y="1395989"/>
            <a:ext cx="8013850" cy="832920"/>
          </a:xfrm>
          <a:prstGeom prst="rect">
            <a:avLst/>
          </a:prstGeom>
        </p:spPr>
        <p:txBody>
          <a:bodyPr wrap="square">
            <a:spAutoFit/>
          </a:bodyPr>
          <a:lstStyle/>
          <a:p>
            <a:pPr algn="ctr">
              <a:lnSpc>
                <a:spcPct val="150000"/>
              </a:lnSpc>
            </a:pPr>
            <a:r>
              <a:rPr lang="en-US" sz="1100" dirty="0"/>
              <a:t>In </a:t>
            </a:r>
            <a:r>
              <a:rPr lang="en-US" sz="1100" dirty="0" err="1"/>
              <a:t>enim</a:t>
            </a:r>
            <a:r>
              <a:rPr lang="en-US" sz="1100" dirty="0"/>
              <a:t> a </a:t>
            </a:r>
            <a:r>
              <a:rPr lang="en-US" sz="1100" dirty="0" err="1"/>
              <a:t>arcu</a:t>
            </a:r>
            <a:r>
              <a:rPr lang="en-US" sz="1100" dirty="0"/>
              <a:t> </a:t>
            </a:r>
            <a:r>
              <a:rPr lang="en-US" sz="1100" dirty="0" err="1"/>
              <a:t>imperdiet</a:t>
            </a:r>
            <a:r>
              <a:rPr lang="en-US" sz="1100" dirty="0"/>
              <a:t> </a:t>
            </a:r>
            <a:r>
              <a:rPr lang="en-US" sz="1100" dirty="0" err="1"/>
              <a:t>malesuada</a:t>
            </a:r>
            <a:r>
              <a:rPr lang="en-US" sz="1100" dirty="0"/>
              <a:t>. </a:t>
            </a:r>
            <a:r>
              <a:rPr lang="en-US" sz="1100" dirty="0" err="1"/>
              <a:t>Fusce</a:t>
            </a:r>
            <a:r>
              <a:rPr lang="en-US" sz="1100" dirty="0"/>
              <a:t> </a:t>
            </a:r>
            <a:r>
              <a:rPr lang="en-US" sz="1100" dirty="0" err="1"/>
              <a:t>wisi</a:t>
            </a:r>
            <a:r>
              <a:rPr lang="en-US" sz="1100" dirty="0"/>
              <a:t>. </a:t>
            </a:r>
            <a:r>
              <a:rPr lang="en-US" sz="1100" dirty="0" err="1"/>
              <a:t>Nullam</a:t>
            </a:r>
            <a:r>
              <a:rPr lang="en-US" sz="1100" dirty="0"/>
              <a:t> at </a:t>
            </a:r>
            <a:r>
              <a:rPr lang="en-US" sz="1100" dirty="0" err="1"/>
              <a:t>arcu</a:t>
            </a:r>
            <a:r>
              <a:rPr lang="en-US" sz="1100" dirty="0"/>
              <a:t> a </a:t>
            </a:r>
            <a:r>
              <a:rPr lang="en-US" sz="1100" dirty="0" err="1"/>
              <a:t>est</a:t>
            </a:r>
            <a:r>
              <a:rPr lang="en-US" sz="1100" dirty="0"/>
              <a:t> </a:t>
            </a:r>
            <a:r>
              <a:rPr lang="en-US" sz="1100" dirty="0" err="1"/>
              <a:t>sollicitudin</a:t>
            </a:r>
            <a:r>
              <a:rPr lang="en-US" sz="1100" dirty="0"/>
              <a:t> </a:t>
            </a:r>
            <a:r>
              <a:rPr lang="en-US" sz="1100" dirty="0" err="1"/>
              <a:t>euismod</a:t>
            </a:r>
            <a:r>
              <a:rPr lang="en-US" sz="1100" dirty="0"/>
              <a:t>. In convallis. </a:t>
            </a:r>
            <a:r>
              <a:rPr lang="en-US" sz="1100" dirty="0" err="1"/>
              <a:t>Nullam</a:t>
            </a:r>
            <a:r>
              <a:rPr lang="en-US" sz="1100" dirty="0"/>
              <a:t> </a:t>
            </a:r>
            <a:r>
              <a:rPr lang="en-US" sz="1100" dirty="0" err="1"/>
              <a:t>dapibus</a:t>
            </a:r>
            <a:r>
              <a:rPr lang="en-US" sz="1100" dirty="0"/>
              <a:t> </a:t>
            </a:r>
            <a:r>
              <a:rPr lang="en-US" sz="1100" dirty="0" err="1"/>
              <a:t>fermentum</a:t>
            </a:r>
            <a:r>
              <a:rPr lang="en-US" sz="1100" dirty="0"/>
              <a:t> ipsum. </a:t>
            </a:r>
            <a:r>
              <a:rPr lang="en-US" sz="1100" dirty="0" err="1"/>
              <a:t>Aliquam</a:t>
            </a:r>
            <a:r>
              <a:rPr lang="en-US" sz="1100" dirty="0"/>
              <a:t> erat </a:t>
            </a:r>
            <a:r>
              <a:rPr lang="en-US" sz="1100" dirty="0" err="1"/>
              <a:t>volutpat</a:t>
            </a:r>
            <a:r>
              <a:rPr lang="en-US" sz="1100" dirty="0"/>
              <a:t>. </a:t>
            </a:r>
            <a:r>
              <a:rPr lang="en-US" sz="1100" dirty="0" err="1"/>
              <a:t>Excepteur</a:t>
            </a:r>
            <a:r>
              <a:rPr lang="en-US" sz="1100" dirty="0"/>
              <a:t> </a:t>
            </a:r>
            <a:r>
              <a:rPr lang="en-US" sz="1100" dirty="0" err="1"/>
              <a:t>sint</a:t>
            </a:r>
            <a:r>
              <a:rPr lang="en-US" sz="1100" dirty="0"/>
              <a:t> </a:t>
            </a:r>
            <a:r>
              <a:rPr lang="en-US" sz="1100" dirty="0" err="1"/>
              <a:t>occaecat</a:t>
            </a:r>
            <a:r>
              <a:rPr lang="en-US" sz="1100" dirty="0"/>
              <a:t> </a:t>
            </a:r>
            <a:r>
              <a:rPr lang="en-US" sz="1100" dirty="0" err="1"/>
              <a:t>cupidatat</a:t>
            </a:r>
            <a:r>
              <a:rPr lang="en-US" sz="1100" dirty="0"/>
              <a:t> non </a:t>
            </a:r>
            <a:r>
              <a:rPr lang="en-US" sz="1100" dirty="0" err="1"/>
              <a:t>proident</a:t>
            </a:r>
            <a:r>
              <a:rPr lang="en-US" sz="1100" dirty="0"/>
              <a:t>, </a:t>
            </a:r>
            <a:r>
              <a:rPr lang="en-US" sz="1100" dirty="0" err="1"/>
              <a:t>sunt</a:t>
            </a:r>
            <a:r>
              <a:rPr lang="en-US" sz="1100" dirty="0"/>
              <a:t> in culpa qui </a:t>
            </a:r>
            <a:r>
              <a:rPr lang="en-US" sz="1100" dirty="0" err="1"/>
              <a:t>officia</a:t>
            </a:r>
            <a:r>
              <a:rPr lang="en-US" sz="1100" dirty="0"/>
              <a:t> </a:t>
            </a:r>
            <a:r>
              <a:rPr lang="en-US" sz="1100" dirty="0" err="1"/>
              <a:t>deserunt</a:t>
            </a:r>
            <a:r>
              <a:rPr lang="en-US" sz="1100" dirty="0"/>
              <a:t> </a:t>
            </a:r>
            <a:r>
              <a:rPr lang="en-US" sz="1100" dirty="0" err="1"/>
              <a:t>mollit</a:t>
            </a:r>
            <a:r>
              <a:rPr lang="en-US" sz="1100" dirty="0"/>
              <a:t> </a:t>
            </a:r>
            <a:r>
              <a:rPr lang="en-US" sz="1100" dirty="0" err="1"/>
              <a:t>anim</a:t>
            </a:r>
            <a:r>
              <a:rPr lang="en-US" sz="1100" dirty="0"/>
              <a:t> id </a:t>
            </a:r>
            <a:r>
              <a:rPr lang="en-US" sz="1100" dirty="0" err="1"/>
              <a:t>est</a:t>
            </a:r>
            <a:r>
              <a:rPr lang="en-US" sz="1100" dirty="0"/>
              <a:t> </a:t>
            </a:r>
            <a:r>
              <a:rPr lang="en-US" sz="1100" dirty="0" err="1"/>
              <a:t>laborum</a:t>
            </a:r>
            <a:r>
              <a:rPr lang="en-US" sz="1100" dirty="0"/>
              <a:t>. </a:t>
            </a:r>
            <a:r>
              <a:rPr lang="en-US" sz="1100" dirty="0" err="1"/>
              <a:t>Vestibulum</a:t>
            </a:r>
            <a:r>
              <a:rPr lang="en-US" sz="1100" dirty="0"/>
              <a:t> </a:t>
            </a:r>
            <a:r>
              <a:rPr lang="en-US" sz="1100" dirty="0" err="1"/>
              <a:t>fermentum</a:t>
            </a:r>
            <a:r>
              <a:rPr lang="en-US" sz="1100" dirty="0"/>
              <a:t> </a:t>
            </a:r>
            <a:r>
              <a:rPr lang="en-US" sz="1100" dirty="0" err="1"/>
              <a:t>tortor</a:t>
            </a:r>
            <a:r>
              <a:rPr lang="en-US" sz="1100" dirty="0"/>
              <a:t> id mi. </a:t>
            </a:r>
          </a:p>
        </p:txBody>
      </p:sp>
      <p:sp>
        <p:nvSpPr>
          <p:cNvPr id="2" name="Slide Number Placeholder 1">
            <a:extLst>
              <a:ext uri="{FF2B5EF4-FFF2-40B4-BE49-F238E27FC236}">
                <a16:creationId xmlns:a16="http://schemas.microsoft.com/office/drawing/2014/main" id="{2019CF2D-4451-89FB-0AC8-7436B4AC264F}"/>
              </a:ext>
            </a:extLst>
          </p:cNvPr>
          <p:cNvSpPr>
            <a:spLocks noGrp="1"/>
          </p:cNvSpPr>
          <p:nvPr>
            <p:ph type="sldNum" sz="quarter" idx="11"/>
          </p:nvPr>
        </p:nvSpPr>
        <p:spPr/>
        <p:txBody>
          <a:bodyPr/>
          <a:lstStyle/>
          <a:p>
            <a:fld id="{7737D3DD-0AB3-4F16-99FA-6262B2B4036D}" type="slidenum">
              <a:rPr lang="en-MY" smtClean="0"/>
              <a:t>39</a:t>
            </a:fld>
            <a:endParaRPr lang="en-MY"/>
          </a:p>
        </p:txBody>
      </p:sp>
    </p:spTree>
    <p:extLst>
      <p:ext uri="{BB962C8B-B14F-4D97-AF65-F5344CB8AC3E}">
        <p14:creationId xmlns:p14="http://schemas.microsoft.com/office/powerpoint/2010/main" val="32639082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CF3670EC-859F-01A5-D9B4-4B7CD675BCC2}"/>
              </a:ext>
            </a:extLst>
          </p:cNvPr>
          <p:cNvGrpSpPr/>
          <p:nvPr/>
        </p:nvGrpSpPr>
        <p:grpSpPr>
          <a:xfrm>
            <a:off x="2437918" y="1276422"/>
            <a:ext cx="6257904" cy="3067454"/>
            <a:chOff x="-1069022" y="-83099"/>
            <a:chExt cx="14330044" cy="7024198"/>
          </a:xfrm>
        </p:grpSpPr>
        <p:sp>
          <p:nvSpPr>
            <p:cNvPr id="6" name="Freeform 8">
              <a:extLst>
                <a:ext uri="{FF2B5EF4-FFF2-40B4-BE49-F238E27FC236}">
                  <a16:creationId xmlns:a16="http://schemas.microsoft.com/office/drawing/2014/main" id="{B0D5F7C2-AEED-EEF7-542E-AC5A815D9A6C}"/>
                </a:ext>
              </a:extLst>
            </p:cNvPr>
            <p:cNvSpPr>
              <a:spLocks noEditPoints="1"/>
            </p:cNvSpPr>
            <p:nvPr/>
          </p:nvSpPr>
          <p:spPr bwMode="auto">
            <a:xfrm>
              <a:off x="-1069022" y="-83099"/>
              <a:ext cx="14330044" cy="7024198"/>
            </a:xfrm>
            <a:custGeom>
              <a:avLst/>
              <a:gdLst>
                <a:gd name="T0" fmla="*/ 97 w 359"/>
                <a:gd name="T1" fmla="*/ 35 h 176"/>
                <a:gd name="T2" fmla="*/ 6 w 359"/>
                <a:gd name="T3" fmla="*/ 45 h 176"/>
                <a:gd name="T4" fmla="*/ 110 w 359"/>
                <a:gd name="T5" fmla="*/ 95 h 176"/>
                <a:gd name="T6" fmla="*/ 84 w 359"/>
                <a:gd name="T7" fmla="*/ 85 h 176"/>
                <a:gd name="T8" fmla="*/ 103 w 359"/>
                <a:gd name="T9" fmla="*/ 60 h 176"/>
                <a:gd name="T10" fmla="*/ 112 w 359"/>
                <a:gd name="T11" fmla="*/ 49 h 176"/>
                <a:gd name="T12" fmla="*/ 112 w 359"/>
                <a:gd name="T13" fmla="*/ 35 h 176"/>
                <a:gd name="T14" fmla="*/ 90 w 359"/>
                <a:gd name="T15" fmla="*/ 40 h 176"/>
                <a:gd name="T16" fmla="*/ 96 w 359"/>
                <a:gd name="T17" fmla="*/ 25 h 176"/>
                <a:gd name="T18" fmla="*/ 110 w 359"/>
                <a:gd name="T19" fmla="*/ 34 h 176"/>
                <a:gd name="T20" fmla="*/ 90 w 359"/>
                <a:gd name="T21" fmla="*/ 19 h 176"/>
                <a:gd name="T22" fmla="*/ 83 w 359"/>
                <a:gd name="T23" fmla="*/ 18 h 176"/>
                <a:gd name="T24" fmla="*/ 72 w 359"/>
                <a:gd name="T25" fmla="*/ 19 h 176"/>
                <a:gd name="T26" fmla="*/ 67 w 359"/>
                <a:gd name="T27" fmla="*/ 13 h 176"/>
                <a:gd name="T28" fmla="*/ 58 w 359"/>
                <a:gd name="T29" fmla="*/ 24 h 176"/>
                <a:gd name="T30" fmla="*/ 15 w 359"/>
                <a:gd name="T31" fmla="*/ 23 h 176"/>
                <a:gd name="T32" fmla="*/ 15 w 359"/>
                <a:gd name="T33" fmla="*/ 38 h 176"/>
                <a:gd name="T34" fmla="*/ 31 w 359"/>
                <a:gd name="T35" fmla="*/ 36 h 176"/>
                <a:gd name="T36" fmla="*/ 61 w 359"/>
                <a:gd name="T37" fmla="*/ 77 h 176"/>
                <a:gd name="T38" fmla="*/ 92 w 359"/>
                <a:gd name="T39" fmla="*/ 99 h 176"/>
                <a:gd name="T40" fmla="*/ 104 w 359"/>
                <a:gd name="T41" fmla="*/ 148 h 176"/>
                <a:gd name="T42" fmla="*/ 111 w 359"/>
                <a:gd name="T43" fmla="*/ 165 h 176"/>
                <a:gd name="T44" fmla="*/ 139 w 359"/>
                <a:gd name="T45" fmla="*/ 125 h 176"/>
                <a:gd name="T46" fmla="*/ 90 w 359"/>
                <a:gd name="T47" fmla="*/ 54 h 176"/>
                <a:gd name="T48" fmla="*/ 88 w 359"/>
                <a:gd name="T49" fmla="*/ 25 h 176"/>
                <a:gd name="T50" fmla="*/ 126 w 359"/>
                <a:gd name="T51" fmla="*/ 109 h 176"/>
                <a:gd name="T52" fmla="*/ 303 w 359"/>
                <a:gd name="T53" fmla="*/ 97 h 176"/>
                <a:gd name="T54" fmla="*/ 322 w 359"/>
                <a:gd name="T55" fmla="*/ 125 h 176"/>
                <a:gd name="T56" fmla="*/ 319 w 359"/>
                <a:gd name="T57" fmla="*/ 120 h 176"/>
                <a:gd name="T58" fmla="*/ 293 w 359"/>
                <a:gd name="T59" fmla="*/ 145 h 176"/>
                <a:gd name="T60" fmla="*/ 326 w 359"/>
                <a:gd name="T61" fmla="*/ 156 h 176"/>
                <a:gd name="T62" fmla="*/ 354 w 359"/>
                <a:gd name="T63" fmla="*/ 151 h 176"/>
                <a:gd name="T64" fmla="*/ 179 w 359"/>
                <a:gd name="T65" fmla="*/ 61 h 176"/>
                <a:gd name="T66" fmla="*/ 358 w 359"/>
                <a:gd name="T67" fmla="*/ 24 h 176"/>
                <a:gd name="T68" fmla="*/ 312 w 359"/>
                <a:gd name="T69" fmla="*/ 22 h 176"/>
                <a:gd name="T70" fmla="*/ 259 w 359"/>
                <a:gd name="T71" fmla="*/ 19 h 176"/>
                <a:gd name="T72" fmla="*/ 241 w 359"/>
                <a:gd name="T73" fmla="*/ 24 h 176"/>
                <a:gd name="T74" fmla="*/ 186 w 359"/>
                <a:gd name="T75" fmla="*/ 39 h 176"/>
                <a:gd name="T76" fmla="*/ 172 w 359"/>
                <a:gd name="T77" fmla="*/ 47 h 176"/>
                <a:gd name="T78" fmla="*/ 159 w 359"/>
                <a:gd name="T79" fmla="*/ 90 h 176"/>
                <a:gd name="T80" fmla="*/ 198 w 359"/>
                <a:gd name="T81" fmla="*/ 151 h 176"/>
                <a:gd name="T82" fmla="*/ 221 w 359"/>
                <a:gd name="T83" fmla="*/ 95 h 176"/>
                <a:gd name="T84" fmla="*/ 247 w 359"/>
                <a:gd name="T85" fmla="*/ 81 h 176"/>
                <a:gd name="T86" fmla="*/ 275 w 359"/>
                <a:gd name="T87" fmla="*/ 89 h 176"/>
                <a:gd name="T88" fmla="*/ 289 w 359"/>
                <a:gd name="T89" fmla="*/ 84 h 176"/>
                <a:gd name="T90" fmla="*/ 311 w 359"/>
                <a:gd name="T91" fmla="*/ 57 h 176"/>
                <a:gd name="T92" fmla="*/ 334 w 359"/>
                <a:gd name="T93" fmla="*/ 37 h 176"/>
                <a:gd name="T94" fmla="*/ 209 w 359"/>
                <a:gd name="T95" fmla="*/ 35 h 176"/>
                <a:gd name="T96" fmla="*/ 195 w 359"/>
                <a:gd name="T97" fmla="*/ 39 h 176"/>
                <a:gd name="T98" fmla="*/ 187 w 359"/>
                <a:gd name="T99" fmla="*/ 38 h 176"/>
                <a:gd name="T100" fmla="*/ 190 w 359"/>
                <a:gd name="T101" fmla="*/ 69 h 176"/>
                <a:gd name="T102" fmla="*/ 195 w 359"/>
                <a:gd name="T103" fmla="*/ 62 h 176"/>
                <a:gd name="T104" fmla="*/ 220 w 359"/>
                <a:gd name="T105" fmla="*/ 89 h 176"/>
                <a:gd name="T106" fmla="*/ 255 w 359"/>
                <a:gd name="T107" fmla="*/ 25 h 176"/>
                <a:gd name="T108" fmla="*/ 150 w 359"/>
                <a:gd name="T109" fmla="*/ 5 h 176"/>
                <a:gd name="T110" fmla="*/ 106 w 359"/>
                <a:gd name="T111" fmla="*/ 14 h 176"/>
                <a:gd name="T112" fmla="*/ 133 w 359"/>
                <a:gd name="T113" fmla="*/ 33 h 176"/>
                <a:gd name="T114" fmla="*/ 160 w 359"/>
                <a:gd name="T115" fmla="*/ 31 h 176"/>
                <a:gd name="T116" fmla="*/ 227 w 359"/>
                <a:gd name="T117" fmla="*/ 134 h 176"/>
                <a:gd name="T118" fmla="*/ 98 w 359"/>
                <a:gd name="T119" fmla="*/ 78 h 176"/>
                <a:gd name="T120" fmla="*/ 288 w 359"/>
                <a:gd name="T121" fmla="*/ 118 h 176"/>
                <a:gd name="T122" fmla="*/ 320 w 359"/>
                <a:gd name="T123" fmla="*/ 58 h 176"/>
                <a:gd name="T124" fmla="*/ 295 w 359"/>
                <a:gd name="T125" fmla="*/ 10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59" h="176">
                  <a:moveTo>
                    <a:pt x="229" y="23"/>
                  </a:moveTo>
                  <a:cubicBezTo>
                    <a:pt x="229" y="23"/>
                    <a:pt x="229" y="23"/>
                    <a:pt x="229" y="23"/>
                  </a:cubicBezTo>
                  <a:cubicBezTo>
                    <a:pt x="230" y="23"/>
                    <a:pt x="231" y="23"/>
                    <a:pt x="231" y="24"/>
                  </a:cubicBezTo>
                  <a:cubicBezTo>
                    <a:pt x="232" y="24"/>
                    <a:pt x="233" y="24"/>
                    <a:pt x="233" y="24"/>
                  </a:cubicBezTo>
                  <a:cubicBezTo>
                    <a:pt x="233" y="24"/>
                    <a:pt x="233" y="24"/>
                    <a:pt x="233" y="24"/>
                  </a:cubicBezTo>
                  <a:cubicBezTo>
                    <a:pt x="234" y="24"/>
                    <a:pt x="235" y="24"/>
                    <a:pt x="235" y="24"/>
                  </a:cubicBezTo>
                  <a:cubicBezTo>
                    <a:pt x="235" y="23"/>
                    <a:pt x="235" y="23"/>
                    <a:pt x="235" y="23"/>
                  </a:cubicBezTo>
                  <a:cubicBezTo>
                    <a:pt x="235" y="22"/>
                    <a:pt x="235" y="22"/>
                    <a:pt x="235" y="22"/>
                  </a:cubicBezTo>
                  <a:cubicBezTo>
                    <a:pt x="235" y="21"/>
                    <a:pt x="235" y="21"/>
                    <a:pt x="234" y="21"/>
                  </a:cubicBezTo>
                  <a:cubicBezTo>
                    <a:pt x="234" y="21"/>
                    <a:pt x="234" y="21"/>
                    <a:pt x="234" y="21"/>
                  </a:cubicBezTo>
                  <a:cubicBezTo>
                    <a:pt x="234" y="21"/>
                    <a:pt x="234" y="21"/>
                    <a:pt x="234" y="21"/>
                  </a:cubicBezTo>
                  <a:cubicBezTo>
                    <a:pt x="234" y="21"/>
                    <a:pt x="234" y="21"/>
                    <a:pt x="235" y="20"/>
                  </a:cubicBezTo>
                  <a:cubicBezTo>
                    <a:pt x="236" y="19"/>
                    <a:pt x="237" y="19"/>
                    <a:pt x="238" y="18"/>
                  </a:cubicBezTo>
                  <a:cubicBezTo>
                    <a:pt x="239" y="18"/>
                    <a:pt x="240" y="18"/>
                    <a:pt x="241" y="18"/>
                  </a:cubicBezTo>
                  <a:cubicBezTo>
                    <a:pt x="242" y="18"/>
                    <a:pt x="243" y="18"/>
                    <a:pt x="243" y="18"/>
                  </a:cubicBezTo>
                  <a:cubicBezTo>
                    <a:pt x="244" y="18"/>
                    <a:pt x="244" y="18"/>
                    <a:pt x="244" y="18"/>
                  </a:cubicBezTo>
                  <a:cubicBezTo>
                    <a:pt x="245" y="18"/>
                    <a:pt x="245" y="18"/>
                    <a:pt x="246" y="18"/>
                  </a:cubicBezTo>
                  <a:cubicBezTo>
                    <a:pt x="246" y="17"/>
                    <a:pt x="247" y="17"/>
                    <a:pt x="247" y="16"/>
                  </a:cubicBezTo>
                  <a:cubicBezTo>
                    <a:pt x="247" y="16"/>
                    <a:pt x="247" y="16"/>
                    <a:pt x="247" y="16"/>
                  </a:cubicBezTo>
                  <a:cubicBezTo>
                    <a:pt x="247" y="15"/>
                    <a:pt x="247" y="15"/>
                    <a:pt x="246" y="15"/>
                  </a:cubicBezTo>
                  <a:cubicBezTo>
                    <a:pt x="246" y="15"/>
                    <a:pt x="246" y="15"/>
                    <a:pt x="246" y="15"/>
                  </a:cubicBezTo>
                  <a:cubicBezTo>
                    <a:pt x="245" y="15"/>
                    <a:pt x="245" y="15"/>
                    <a:pt x="244" y="15"/>
                  </a:cubicBezTo>
                  <a:cubicBezTo>
                    <a:pt x="244" y="15"/>
                    <a:pt x="243" y="16"/>
                    <a:pt x="243" y="16"/>
                  </a:cubicBezTo>
                  <a:cubicBezTo>
                    <a:pt x="242" y="16"/>
                    <a:pt x="241" y="16"/>
                    <a:pt x="241" y="16"/>
                  </a:cubicBezTo>
                  <a:cubicBezTo>
                    <a:pt x="241" y="15"/>
                    <a:pt x="241" y="15"/>
                    <a:pt x="241" y="15"/>
                  </a:cubicBezTo>
                  <a:cubicBezTo>
                    <a:pt x="240" y="15"/>
                    <a:pt x="239" y="16"/>
                    <a:pt x="238" y="16"/>
                  </a:cubicBezTo>
                  <a:cubicBezTo>
                    <a:pt x="237" y="16"/>
                    <a:pt x="236" y="16"/>
                    <a:pt x="236" y="16"/>
                  </a:cubicBezTo>
                  <a:cubicBezTo>
                    <a:pt x="235" y="16"/>
                    <a:pt x="235" y="17"/>
                    <a:pt x="234" y="17"/>
                  </a:cubicBezTo>
                  <a:cubicBezTo>
                    <a:pt x="234" y="18"/>
                    <a:pt x="234" y="18"/>
                    <a:pt x="233" y="18"/>
                  </a:cubicBezTo>
                  <a:cubicBezTo>
                    <a:pt x="232" y="19"/>
                    <a:pt x="230" y="20"/>
                    <a:pt x="230" y="20"/>
                  </a:cubicBezTo>
                  <a:cubicBezTo>
                    <a:pt x="229" y="20"/>
                    <a:pt x="229" y="21"/>
                    <a:pt x="229" y="22"/>
                  </a:cubicBezTo>
                  <a:cubicBezTo>
                    <a:pt x="228" y="22"/>
                    <a:pt x="229" y="22"/>
                    <a:pt x="229" y="23"/>
                  </a:cubicBezTo>
                  <a:close/>
                  <a:moveTo>
                    <a:pt x="72" y="15"/>
                  </a:moveTo>
                  <a:cubicBezTo>
                    <a:pt x="73" y="15"/>
                    <a:pt x="73" y="14"/>
                    <a:pt x="74" y="14"/>
                  </a:cubicBezTo>
                  <a:cubicBezTo>
                    <a:pt x="74" y="14"/>
                    <a:pt x="74" y="14"/>
                    <a:pt x="74" y="14"/>
                  </a:cubicBezTo>
                  <a:cubicBezTo>
                    <a:pt x="74" y="14"/>
                    <a:pt x="74" y="15"/>
                    <a:pt x="74" y="15"/>
                  </a:cubicBezTo>
                  <a:cubicBezTo>
                    <a:pt x="74" y="15"/>
                    <a:pt x="74" y="15"/>
                    <a:pt x="75" y="15"/>
                  </a:cubicBezTo>
                  <a:cubicBezTo>
                    <a:pt x="76" y="15"/>
                    <a:pt x="76" y="15"/>
                    <a:pt x="77" y="15"/>
                  </a:cubicBezTo>
                  <a:cubicBezTo>
                    <a:pt x="77" y="15"/>
                    <a:pt x="77" y="15"/>
                    <a:pt x="77" y="15"/>
                  </a:cubicBezTo>
                  <a:cubicBezTo>
                    <a:pt x="77" y="15"/>
                    <a:pt x="77" y="15"/>
                    <a:pt x="77" y="15"/>
                  </a:cubicBezTo>
                  <a:cubicBezTo>
                    <a:pt x="77" y="15"/>
                    <a:pt x="77" y="15"/>
                    <a:pt x="77" y="15"/>
                  </a:cubicBezTo>
                  <a:cubicBezTo>
                    <a:pt x="77" y="14"/>
                    <a:pt x="77" y="14"/>
                    <a:pt x="77" y="13"/>
                  </a:cubicBezTo>
                  <a:cubicBezTo>
                    <a:pt x="77" y="13"/>
                    <a:pt x="77" y="13"/>
                    <a:pt x="76" y="13"/>
                  </a:cubicBezTo>
                  <a:cubicBezTo>
                    <a:pt x="76" y="12"/>
                    <a:pt x="76" y="12"/>
                    <a:pt x="75" y="12"/>
                  </a:cubicBezTo>
                  <a:cubicBezTo>
                    <a:pt x="75" y="12"/>
                    <a:pt x="74" y="12"/>
                    <a:pt x="73" y="12"/>
                  </a:cubicBezTo>
                  <a:cubicBezTo>
                    <a:pt x="73" y="12"/>
                    <a:pt x="73" y="12"/>
                    <a:pt x="72" y="12"/>
                  </a:cubicBezTo>
                  <a:cubicBezTo>
                    <a:pt x="72" y="12"/>
                    <a:pt x="72" y="12"/>
                    <a:pt x="71" y="12"/>
                  </a:cubicBezTo>
                  <a:cubicBezTo>
                    <a:pt x="71" y="12"/>
                    <a:pt x="70" y="13"/>
                    <a:pt x="70" y="13"/>
                  </a:cubicBezTo>
                  <a:cubicBezTo>
                    <a:pt x="70" y="13"/>
                    <a:pt x="70" y="13"/>
                    <a:pt x="70" y="13"/>
                  </a:cubicBezTo>
                  <a:cubicBezTo>
                    <a:pt x="70" y="14"/>
                    <a:pt x="71" y="15"/>
                    <a:pt x="72" y="15"/>
                  </a:cubicBezTo>
                  <a:close/>
                  <a:moveTo>
                    <a:pt x="96" y="33"/>
                  </a:moveTo>
                  <a:cubicBezTo>
                    <a:pt x="96" y="33"/>
                    <a:pt x="96" y="33"/>
                    <a:pt x="96" y="33"/>
                  </a:cubicBezTo>
                  <a:cubicBezTo>
                    <a:pt x="96" y="33"/>
                    <a:pt x="96" y="33"/>
                    <a:pt x="96" y="33"/>
                  </a:cubicBezTo>
                  <a:cubicBezTo>
                    <a:pt x="95" y="33"/>
                    <a:pt x="95" y="34"/>
                    <a:pt x="95" y="34"/>
                  </a:cubicBezTo>
                  <a:cubicBezTo>
                    <a:pt x="95" y="35"/>
                    <a:pt x="96" y="35"/>
                    <a:pt x="96" y="35"/>
                  </a:cubicBezTo>
                  <a:cubicBezTo>
                    <a:pt x="96" y="35"/>
                    <a:pt x="97" y="35"/>
                    <a:pt x="97" y="35"/>
                  </a:cubicBezTo>
                  <a:cubicBezTo>
                    <a:pt x="97" y="35"/>
                    <a:pt x="97" y="34"/>
                    <a:pt x="97" y="34"/>
                  </a:cubicBezTo>
                  <a:cubicBezTo>
                    <a:pt x="97" y="34"/>
                    <a:pt x="97" y="33"/>
                    <a:pt x="97" y="33"/>
                  </a:cubicBezTo>
                  <a:cubicBezTo>
                    <a:pt x="97" y="33"/>
                    <a:pt x="97" y="33"/>
                    <a:pt x="96" y="33"/>
                  </a:cubicBezTo>
                  <a:close/>
                  <a:moveTo>
                    <a:pt x="110" y="85"/>
                  </a:moveTo>
                  <a:cubicBezTo>
                    <a:pt x="110" y="85"/>
                    <a:pt x="110" y="85"/>
                    <a:pt x="110" y="85"/>
                  </a:cubicBezTo>
                  <a:cubicBezTo>
                    <a:pt x="110" y="85"/>
                    <a:pt x="110" y="85"/>
                    <a:pt x="110" y="85"/>
                  </a:cubicBezTo>
                  <a:cubicBezTo>
                    <a:pt x="109" y="86"/>
                    <a:pt x="109" y="86"/>
                    <a:pt x="109" y="87"/>
                  </a:cubicBezTo>
                  <a:cubicBezTo>
                    <a:pt x="109" y="87"/>
                    <a:pt x="109" y="87"/>
                    <a:pt x="109" y="87"/>
                  </a:cubicBezTo>
                  <a:cubicBezTo>
                    <a:pt x="109" y="88"/>
                    <a:pt x="110" y="88"/>
                    <a:pt x="110" y="88"/>
                  </a:cubicBezTo>
                  <a:cubicBezTo>
                    <a:pt x="110" y="88"/>
                    <a:pt x="110" y="88"/>
                    <a:pt x="110" y="88"/>
                  </a:cubicBezTo>
                  <a:cubicBezTo>
                    <a:pt x="110" y="88"/>
                    <a:pt x="110" y="88"/>
                    <a:pt x="111" y="88"/>
                  </a:cubicBezTo>
                  <a:cubicBezTo>
                    <a:pt x="111" y="88"/>
                    <a:pt x="111" y="87"/>
                    <a:pt x="111" y="87"/>
                  </a:cubicBezTo>
                  <a:cubicBezTo>
                    <a:pt x="111" y="86"/>
                    <a:pt x="111" y="85"/>
                    <a:pt x="110" y="85"/>
                  </a:cubicBezTo>
                  <a:cubicBezTo>
                    <a:pt x="110" y="85"/>
                    <a:pt x="110" y="85"/>
                    <a:pt x="110" y="85"/>
                  </a:cubicBezTo>
                  <a:cubicBezTo>
                    <a:pt x="110" y="85"/>
                    <a:pt x="110" y="85"/>
                    <a:pt x="110" y="85"/>
                  </a:cubicBezTo>
                  <a:close/>
                  <a:moveTo>
                    <a:pt x="4" y="45"/>
                  </a:moveTo>
                  <a:cubicBezTo>
                    <a:pt x="4" y="45"/>
                    <a:pt x="3" y="45"/>
                    <a:pt x="3" y="45"/>
                  </a:cubicBezTo>
                  <a:cubicBezTo>
                    <a:pt x="3" y="45"/>
                    <a:pt x="3" y="45"/>
                    <a:pt x="3" y="45"/>
                  </a:cubicBezTo>
                  <a:cubicBezTo>
                    <a:pt x="2" y="45"/>
                    <a:pt x="2" y="45"/>
                    <a:pt x="2" y="45"/>
                  </a:cubicBezTo>
                  <a:cubicBezTo>
                    <a:pt x="1" y="45"/>
                    <a:pt x="1" y="45"/>
                    <a:pt x="1" y="45"/>
                  </a:cubicBezTo>
                  <a:cubicBezTo>
                    <a:pt x="0" y="45"/>
                    <a:pt x="0" y="45"/>
                    <a:pt x="0" y="45"/>
                  </a:cubicBezTo>
                  <a:cubicBezTo>
                    <a:pt x="0" y="45"/>
                    <a:pt x="0" y="45"/>
                    <a:pt x="0" y="46"/>
                  </a:cubicBezTo>
                  <a:cubicBezTo>
                    <a:pt x="0" y="46"/>
                    <a:pt x="0" y="46"/>
                    <a:pt x="0" y="46"/>
                  </a:cubicBezTo>
                  <a:cubicBezTo>
                    <a:pt x="1" y="47"/>
                    <a:pt x="1" y="47"/>
                    <a:pt x="2" y="47"/>
                  </a:cubicBezTo>
                  <a:cubicBezTo>
                    <a:pt x="2" y="47"/>
                    <a:pt x="3" y="47"/>
                    <a:pt x="3" y="46"/>
                  </a:cubicBezTo>
                  <a:cubicBezTo>
                    <a:pt x="3" y="46"/>
                    <a:pt x="4" y="46"/>
                    <a:pt x="4" y="46"/>
                  </a:cubicBezTo>
                  <a:cubicBezTo>
                    <a:pt x="4" y="46"/>
                    <a:pt x="4" y="46"/>
                    <a:pt x="4" y="46"/>
                  </a:cubicBezTo>
                  <a:cubicBezTo>
                    <a:pt x="4" y="46"/>
                    <a:pt x="4" y="46"/>
                    <a:pt x="4" y="46"/>
                  </a:cubicBezTo>
                  <a:cubicBezTo>
                    <a:pt x="4" y="45"/>
                    <a:pt x="4" y="45"/>
                    <a:pt x="4" y="45"/>
                  </a:cubicBezTo>
                  <a:close/>
                  <a:moveTo>
                    <a:pt x="106" y="84"/>
                  </a:moveTo>
                  <a:cubicBezTo>
                    <a:pt x="105" y="84"/>
                    <a:pt x="104" y="84"/>
                    <a:pt x="104" y="84"/>
                  </a:cubicBezTo>
                  <a:cubicBezTo>
                    <a:pt x="104" y="84"/>
                    <a:pt x="103" y="85"/>
                    <a:pt x="103" y="85"/>
                  </a:cubicBezTo>
                  <a:cubicBezTo>
                    <a:pt x="102" y="86"/>
                    <a:pt x="102" y="86"/>
                    <a:pt x="102" y="86"/>
                  </a:cubicBezTo>
                  <a:cubicBezTo>
                    <a:pt x="102" y="86"/>
                    <a:pt x="102" y="86"/>
                    <a:pt x="102" y="86"/>
                  </a:cubicBezTo>
                  <a:cubicBezTo>
                    <a:pt x="102" y="87"/>
                    <a:pt x="102" y="87"/>
                    <a:pt x="102" y="87"/>
                  </a:cubicBezTo>
                  <a:cubicBezTo>
                    <a:pt x="102" y="87"/>
                    <a:pt x="103" y="87"/>
                    <a:pt x="104" y="87"/>
                  </a:cubicBezTo>
                  <a:cubicBezTo>
                    <a:pt x="104" y="87"/>
                    <a:pt x="104" y="87"/>
                    <a:pt x="105" y="88"/>
                  </a:cubicBezTo>
                  <a:cubicBezTo>
                    <a:pt x="105" y="88"/>
                    <a:pt x="105" y="88"/>
                    <a:pt x="106" y="88"/>
                  </a:cubicBezTo>
                  <a:cubicBezTo>
                    <a:pt x="106" y="88"/>
                    <a:pt x="106" y="87"/>
                    <a:pt x="107" y="87"/>
                  </a:cubicBezTo>
                  <a:cubicBezTo>
                    <a:pt x="107" y="87"/>
                    <a:pt x="107" y="87"/>
                    <a:pt x="107" y="87"/>
                  </a:cubicBezTo>
                  <a:cubicBezTo>
                    <a:pt x="107" y="87"/>
                    <a:pt x="107" y="87"/>
                    <a:pt x="107" y="87"/>
                  </a:cubicBezTo>
                  <a:cubicBezTo>
                    <a:pt x="107" y="87"/>
                    <a:pt x="107" y="87"/>
                    <a:pt x="107" y="87"/>
                  </a:cubicBezTo>
                  <a:cubicBezTo>
                    <a:pt x="107" y="87"/>
                    <a:pt x="107" y="88"/>
                    <a:pt x="108" y="88"/>
                  </a:cubicBezTo>
                  <a:cubicBezTo>
                    <a:pt x="108" y="88"/>
                    <a:pt x="108" y="87"/>
                    <a:pt x="108" y="87"/>
                  </a:cubicBezTo>
                  <a:cubicBezTo>
                    <a:pt x="108" y="87"/>
                    <a:pt x="108" y="87"/>
                    <a:pt x="108" y="87"/>
                  </a:cubicBezTo>
                  <a:cubicBezTo>
                    <a:pt x="108" y="87"/>
                    <a:pt x="108" y="87"/>
                    <a:pt x="108" y="86"/>
                  </a:cubicBezTo>
                  <a:cubicBezTo>
                    <a:pt x="108" y="85"/>
                    <a:pt x="107" y="84"/>
                    <a:pt x="106" y="84"/>
                  </a:cubicBezTo>
                  <a:cubicBezTo>
                    <a:pt x="106" y="84"/>
                    <a:pt x="106" y="84"/>
                    <a:pt x="106" y="84"/>
                  </a:cubicBezTo>
                  <a:close/>
                  <a:moveTo>
                    <a:pt x="9" y="42"/>
                  </a:moveTo>
                  <a:cubicBezTo>
                    <a:pt x="9" y="42"/>
                    <a:pt x="9" y="42"/>
                    <a:pt x="9" y="42"/>
                  </a:cubicBezTo>
                  <a:cubicBezTo>
                    <a:pt x="9" y="42"/>
                    <a:pt x="9" y="42"/>
                    <a:pt x="9" y="42"/>
                  </a:cubicBezTo>
                  <a:cubicBezTo>
                    <a:pt x="9" y="42"/>
                    <a:pt x="8" y="43"/>
                    <a:pt x="8" y="43"/>
                  </a:cubicBezTo>
                  <a:cubicBezTo>
                    <a:pt x="8" y="43"/>
                    <a:pt x="8" y="43"/>
                    <a:pt x="8" y="44"/>
                  </a:cubicBezTo>
                  <a:cubicBezTo>
                    <a:pt x="8" y="44"/>
                    <a:pt x="8" y="44"/>
                    <a:pt x="8" y="44"/>
                  </a:cubicBezTo>
                  <a:cubicBezTo>
                    <a:pt x="7" y="44"/>
                    <a:pt x="7" y="44"/>
                    <a:pt x="7" y="44"/>
                  </a:cubicBezTo>
                  <a:cubicBezTo>
                    <a:pt x="7" y="44"/>
                    <a:pt x="6" y="44"/>
                    <a:pt x="6" y="45"/>
                  </a:cubicBezTo>
                  <a:cubicBezTo>
                    <a:pt x="6" y="45"/>
                    <a:pt x="6" y="45"/>
                    <a:pt x="6" y="45"/>
                  </a:cubicBezTo>
                  <a:cubicBezTo>
                    <a:pt x="6" y="45"/>
                    <a:pt x="6" y="45"/>
                    <a:pt x="6" y="46"/>
                  </a:cubicBezTo>
                  <a:cubicBezTo>
                    <a:pt x="6" y="46"/>
                    <a:pt x="6" y="46"/>
                    <a:pt x="7" y="46"/>
                  </a:cubicBezTo>
                  <a:cubicBezTo>
                    <a:pt x="7" y="46"/>
                    <a:pt x="7" y="46"/>
                    <a:pt x="7" y="46"/>
                  </a:cubicBezTo>
                  <a:cubicBezTo>
                    <a:pt x="8" y="46"/>
                    <a:pt x="8" y="46"/>
                    <a:pt x="8" y="46"/>
                  </a:cubicBezTo>
                  <a:cubicBezTo>
                    <a:pt x="9" y="46"/>
                    <a:pt x="9" y="45"/>
                    <a:pt x="9" y="45"/>
                  </a:cubicBezTo>
                  <a:cubicBezTo>
                    <a:pt x="10" y="45"/>
                    <a:pt x="10" y="45"/>
                    <a:pt x="10" y="44"/>
                  </a:cubicBezTo>
                  <a:cubicBezTo>
                    <a:pt x="10" y="44"/>
                    <a:pt x="10" y="44"/>
                    <a:pt x="10" y="43"/>
                  </a:cubicBezTo>
                  <a:cubicBezTo>
                    <a:pt x="10" y="43"/>
                    <a:pt x="10" y="43"/>
                    <a:pt x="10" y="43"/>
                  </a:cubicBezTo>
                  <a:cubicBezTo>
                    <a:pt x="10" y="43"/>
                    <a:pt x="10" y="43"/>
                    <a:pt x="9" y="42"/>
                  </a:cubicBezTo>
                  <a:close/>
                  <a:moveTo>
                    <a:pt x="141" y="114"/>
                  </a:moveTo>
                  <a:cubicBezTo>
                    <a:pt x="141" y="114"/>
                    <a:pt x="141" y="114"/>
                    <a:pt x="141" y="114"/>
                  </a:cubicBezTo>
                  <a:cubicBezTo>
                    <a:pt x="140" y="114"/>
                    <a:pt x="139" y="114"/>
                    <a:pt x="139" y="113"/>
                  </a:cubicBezTo>
                  <a:cubicBezTo>
                    <a:pt x="138" y="112"/>
                    <a:pt x="138" y="112"/>
                    <a:pt x="137" y="112"/>
                  </a:cubicBezTo>
                  <a:cubicBezTo>
                    <a:pt x="137" y="112"/>
                    <a:pt x="136" y="111"/>
                    <a:pt x="136" y="111"/>
                  </a:cubicBezTo>
                  <a:cubicBezTo>
                    <a:pt x="136" y="111"/>
                    <a:pt x="136" y="111"/>
                    <a:pt x="135" y="111"/>
                  </a:cubicBezTo>
                  <a:cubicBezTo>
                    <a:pt x="135" y="111"/>
                    <a:pt x="135" y="112"/>
                    <a:pt x="135" y="112"/>
                  </a:cubicBezTo>
                  <a:cubicBezTo>
                    <a:pt x="134" y="112"/>
                    <a:pt x="134" y="111"/>
                    <a:pt x="134" y="111"/>
                  </a:cubicBezTo>
                  <a:cubicBezTo>
                    <a:pt x="133" y="111"/>
                    <a:pt x="132" y="110"/>
                    <a:pt x="132" y="110"/>
                  </a:cubicBezTo>
                  <a:cubicBezTo>
                    <a:pt x="131" y="109"/>
                    <a:pt x="130" y="109"/>
                    <a:pt x="129" y="109"/>
                  </a:cubicBezTo>
                  <a:cubicBezTo>
                    <a:pt x="129" y="109"/>
                    <a:pt x="129" y="109"/>
                    <a:pt x="129" y="109"/>
                  </a:cubicBezTo>
                  <a:cubicBezTo>
                    <a:pt x="129" y="109"/>
                    <a:pt x="129" y="109"/>
                    <a:pt x="128" y="109"/>
                  </a:cubicBezTo>
                  <a:cubicBezTo>
                    <a:pt x="128" y="109"/>
                    <a:pt x="128" y="108"/>
                    <a:pt x="128" y="108"/>
                  </a:cubicBezTo>
                  <a:cubicBezTo>
                    <a:pt x="128" y="108"/>
                    <a:pt x="127" y="108"/>
                    <a:pt x="127" y="108"/>
                  </a:cubicBezTo>
                  <a:cubicBezTo>
                    <a:pt x="127" y="108"/>
                    <a:pt x="127" y="108"/>
                    <a:pt x="127" y="108"/>
                  </a:cubicBezTo>
                  <a:cubicBezTo>
                    <a:pt x="127" y="108"/>
                    <a:pt x="127" y="108"/>
                    <a:pt x="127" y="107"/>
                  </a:cubicBezTo>
                  <a:cubicBezTo>
                    <a:pt x="127" y="107"/>
                    <a:pt x="127" y="107"/>
                    <a:pt x="127" y="106"/>
                  </a:cubicBezTo>
                  <a:cubicBezTo>
                    <a:pt x="127" y="106"/>
                    <a:pt x="127" y="105"/>
                    <a:pt x="126" y="105"/>
                  </a:cubicBezTo>
                  <a:cubicBezTo>
                    <a:pt x="126" y="105"/>
                    <a:pt x="126" y="105"/>
                    <a:pt x="126" y="105"/>
                  </a:cubicBezTo>
                  <a:cubicBezTo>
                    <a:pt x="126" y="105"/>
                    <a:pt x="126" y="105"/>
                    <a:pt x="126" y="105"/>
                  </a:cubicBezTo>
                  <a:cubicBezTo>
                    <a:pt x="126" y="105"/>
                    <a:pt x="126" y="104"/>
                    <a:pt x="125" y="103"/>
                  </a:cubicBezTo>
                  <a:cubicBezTo>
                    <a:pt x="124" y="102"/>
                    <a:pt x="123" y="101"/>
                    <a:pt x="122" y="101"/>
                  </a:cubicBezTo>
                  <a:cubicBezTo>
                    <a:pt x="121" y="101"/>
                    <a:pt x="121" y="101"/>
                    <a:pt x="121" y="101"/>
                  </a:cubicBezTo>
                  <a:cubicBezTo>
                    <a:pt x="121" y="101"/>
                    <a:pt x="120" y="101"/>
                    <a:pt x="120" y="101"/>
                  </a:cubicBezTo>
                  <a:cubicBezTo>
                    <a:pt x="120" y="101"/>
                    <a:pt x="120" y="101"/>
                    <a:pt x="119" y="101"/>
                  </a:cubicBezTo>
                  <a:cubicBezTo>
                    <a:pt x="119" y="99"/>
                    <a:pt x="118" y="99"/>
                    <a:pt x="118" y="99"/>
                  </a:cubicBezTo>
                  <a:cubicBezTo>
                    <a:pt x="118" y="98"/>
                    <a:pt x="117" y="98"/>
                    <a:pt x="117" y="98"/>
                  </a:cubicBezTo>
                  <a:cubicBezTo>
                    <a:pt x="117" y="98"/>
                    <a:pt x="116" y="98"/>
                    <a:pt x="116" y="98"/>
                  </a:cubicBezTo>
                  <a:cubicBezTo>
                    <a:pt x="116" y="98"/>
                    <a:pt x="116" y="98"/>
                    <a:pt x="116" y="98"/>
                  </a:cubicBezTo>
                  <a:cubicBezTo>
                    <a:pt x="116" y="98"/>
                    <a:pt x="116" y="98"/>
                    <a:pt x="116" y="98"/>
                  </a:cubicBezTo>
                  <a:cubicBezTo>
                    <a:pt x="116" y="97"/>
                    <a:pt x="116" y="96"/>
                    <a:pt x="116" y="95"/>
                  </a:cubicBezTo>
                  <a:cubicBezTo>
                    <a:pt x="116" y="95"/>
                    <a:pt x="116" y="95"/>
                    <a:pt x="116" y="95"/>
                  </a:cubicBezTo>
                  <a:cubicBezTo>
                    <a:pt x="116" y="95"/>
                    <a:pt x="116" y="95"/>
                    <a:pt x="116" y="95"/>
                  </a:cubicBezTo>
                  <a:cubicBezTo>
                    <a:pt x="116" y="95"/>
                    <a:pt x="116" y="95"/>
                    <a:pt x="116" y="95"/>
                  </a:cubicBezTo>
                  <a:cubicBezTo>
                    <a:pt x="116" y="95"/>
                    <a:pt x="116" y="95"/>
                    <a:pt x="116" y="95"/>
                  </a:cubicBezTo>
                  <a:cubicBezTo>
                    <a:pt x="116" y="95"/>
                    <a:pt x="116" y="95"/>
                    <a:pt x="116" y="95"/>
                  </a:cubicBezTo>
                  <a:cubicBezTo>
                    <a:pt x="115" y="95"/>
                    <a:pt x="115" y="95"/>
                    <a:pt x="115" y="95"/>
                  </a:cubicBezTo>
                  <a:cubicBezTo>
                    <a:pt x="115" y="95"/>
                    <a:pt x="115" y="96"/>
                    <a:pt x="115" y="96"/>
                  </a:cubicBezTo>
                  <a:cubicBezTo>
                    <a:pt x="115" y="96"/>
                    <a:pt x="115" y="96"/>
                    <a:pt x="115" y="96"/>
                  </a:cubicBezTo>
                  <a:cubicBezTo>
                    <a:pt x="115" y="96"/>
                    <a:pt x="114" y="95"/>
                    <a:pt x="114" y="95"/>
                  </a:cubicBezTo>
                  <a:cubicBezTo>
                    <a:pt x="114" y="95"/>
                    <a:pt x="113" y="95"/>
                    <a:pt x="113" y="95"/>
                  </a:cubicBezTo>
                  <a:cubicBezTo>
                    <a:pt x="112" y="95"/>
                    <a:pt x="112" y="95"/>
                    <a:pt x="112" y="95"/>
                  </a:cubicBezTo>
                  <a:cubicBezTo>
                    <a:pt x="111" y="95"/>
                    <a:pt x="111" y="95"/>
                    <a:pt x="111" y="96"/>
                  </a:cubicBezTo>
                  <a:cubicBezTo>
                    <a:pt x="111" y="96"/>
                    <a:pt x="111" y="96"/>
                    <a:pt x="111" y="96"/>
                  </a:cubicBezTo>
                  <a:cubicBezTo>
                    <a:pt x="111" y="96"/>
                    <a:pt x="111" y="96"/>
                    <a:pt x="111" y="96"/>
                  </a:cubicBezTo>
                  <a:cubicBezTo>
                    <a:pt x="111" y="95"/>
                    <a:pt x="110" y="95"/>
                    <a:pt x="110" y="95"/>
                  </a:cubicBezTo>
                  <a:cubicBezTo>
                    <a:pt x="109" y="95"/>
                    <a:pt x="109" y="95"/>
                    <a:pt x="108" y="95"/>
                  </a:cubicBezTo>
                  <a:cubicBezTo>
                    <a:pt x="108" y="95"/>
                    <a:pt x="108" y="95"/>
                    <a:pt x="108" y="95"/>
                  </a:cubicBezTo>
                  <a:cubicBezTo>
                    <a:pt x="108" y="95"/>
                    <a:pt x="108" y="94"/>
                    <a:pt x="108" y="94"/>
                  </a:cubicBezTo>
                  <a:cubicBezTo>
                    <a:pt x="108" y="94"/>
                    <a:pt x="108" y="94"/>
                    <a:pt x="107" y="94"/>
                  </a:cubicBezTo>
                  <a:cubicBezTo>
                    <a:pt x="106" y="94"/>
                    <a:pt x="106" y="94"/>
                    <a:pt x="105" y="96"/>
                  </a:cubicBezTo>
                  <a:cubicBezTo>
                    <a:pt x="105" y="96"/>
                    <a:pt x="105" y="96"/>
                    <a:pt x="105" y="96"/>
                  </a:cubicBezTo>
                  <a:cubicBezTo>
                    <a:pt x="105" y="96"/>
                    <a:pt x="105" y="96"/>
                    <a:pt x="105" y="96"/>
                  </a:cubicBezTo>
                  <a:cubicBezTo>
                    <a:pt x="105" y="95"/>
                    <a:pt x="105" y="95"/>
                    <a:pt x="105" y="95"/>
                  </a:cubicBezTo>
                  <a:cubicBezTo>
                    <a:pt x="105" y="95"/>
                    <a:pt x="106" y="94"/>
                    <a:pt x="106" y="94"/>
                  </a:cubicBezTo>
                  <a:cubicBezTo>
                    <a:pt x="106" y="94"/>
                    <a:pt x="105" y="93"/>
                    <a:pt x="105" y="93"/>
                  </a:cubicBezTo>
                  <a:cubicBezTo>
                    <a:pt x="105" y="93"/>
                    <a:pt x="105" y="93"/>
                    <a:pt x="105" y="93"/>
                  </a:cubicBezTo>
                  <a:cubicBezTo>
                    <a:pt x="104" y="93"/>
                    <a:pt x="104" y="93"/>
                    <a:pt x="103" y="94"/>
                  </a:cubicBezTo>
                  <a:cubicBezTo>
                    <a:pt x="103" y="94"/>
                    <a:pt x="103" y="94"/>
                    <a:pt x="103" y="94"/>
                  </a:cubicBezTo>
                  <a:cubicBezTo>
                    <a:pt x="103" y="94"/>
                    <a:pt x="103" y="94"/>
                    <a:pt x="103" y="94"/>
                  </a:cubicBezTo>
                  <a:cubicBezTo>
                    <a:pt x="103" y="94"/>
                    <a:pt x="103" y="94"/>
                    <a:pt x="103" y="94"/>
                  </a:cubicBezTo>
                  <a:cubicBezTo>
                    <a:pt x="103" y="94"/>
                    <a:pt x="103" y="94"/>
                    <a:pt x="103" y="94"/>
                  </a:cubicBezTo>
                  <a:cubicBezTo>
                    <a:pt x="102" y="94"/>
                    <a:pt x="101" y="95"/>
                    <a:pt x="101" y="96"/>
                  </a:cubicBezTo>
                  <a:cubicBezTo>
                    <a:pt x="100" y="97"/>
                    <a:pt x="100" y="97"/>
                    <a:pt x="99" y="98"/>
                  </a:cubicBezTo>
                  <a:cubicBezTo>
                    <a:pt x="99" y="98"/>
                    <a:pt x="99" y="98"/>
                    <a:pt x="99" y="98"/>
                  </a:cubicBezTo>
                  <a:cubicBezTo>
                    <a:pt x="99" y="98"/>
                    <a:pt x="99" y="98"/>
                    <a:pt x="99" y="98"/>
                  </a:cubicBezTo>
                  <a:cubicBezTo>
                    <a:pt x="99" y="98"/>
                    <a:pt x="99" y="98"/>
                    <a:pt x="99" y="98"/>
                  </a:cubicBezTo>
                  <a:cubicBezTo>
                    <a:pt x="99" y="97"/>
                    <a:pt x="99" y="97"/>
                    <a:pt x="99" y="97"/>
                  </a:cubicBezTo>
                  <a:cubicBezTo>
                    <a:pt x="98" y="97"/>
                    <a:pt x="98" y="96"/>
                    <a:pt x="97" y="96"/>
                  </a:cubicBezTo>
                  <a:cubicBezTo>
                    <a:pt x="97" y="96"/>
                    <a:pt x="97" y="96"/>
                    <a:pt x="96" y="96"/>
                  </a:cubicBezTo>
                  <a:cubicBezTo>
                    <a:pt x="96" y="97"/>
                    <a:pt x="96" y="97"/>
                    <a:pt x="95" y="97"/>
                  </a:cubicBezTo>
                  <a:cubicBezTo>
                    <a:pt x="95" y="97"/>
                    <a:pt x="95" y="97"/>
                    <a:pt x="95" y="97"/>
                  </a:cubicBezTo>
                  <a:cubicBezTo>
                    <a:pt x="94" y="98"/>
                    <a:pt x="94" y="97"/>
                    <a:pt x="94" y="97"/>
                  </a:cubicBezTo>
                  <a:cubicBezTo>
                    <a:pt x="94" y="96"/>
                    <a:pt x="93" y="96"/>
                    <a:pt x="93" y="95"/>
                  </a:cubicBezTo>
                  <a:cubicBezTo>
                    <a:pt x="93" y="95"/>
                    <a:pt x="93" y="95"/>
                    <a:pt x="93" y="95"/>
                  </a:cubicBezTo>
                  <a:cubicBezTo>
                    <a:pt x="93" y="93"/>
                    <a:pt x="93" y="92"/>
                    <a:pt x="94" y="92"/>
                  </a:cubicBezTo>
                  <a:cubicBezTo>
                    <a:pt x="94" y="91"/>
                    <a:pt x="94" y="91"/>
                    <a:pt x="94" y="91"/>
                  </a:cubicBezTo>
                  <a:cubicBezTo>
                    <a:pt x="94" y="91"/>
                    <a:pt x="93" y="90"/>
                    <a:pt x="93" y="90"/>
                  </a:cubicBezTo>
                  <a:cubicBezTo>
                    <a:pt x="92" y="89"/>
                    <a:pt x="92" y="89"/>
                    <a:pt x="91" y="89"/>
                  </a:cubicBezTo>
                  <a:cubicBezTo>
                    <a:pt x="91" y="89"/>
                    <a:pt x="91" y="89"/>
                    <a:pt x="91" y="89"/>
                  </a:cubicBezTo>
                  <a:cubicBezTo>
                    <a:pt x="91" y="89"/>
                    <a:pt x="91" y="89"/>
                    <a:pt x="90" y="89"/>
                  </a:cubicBezTo>
                  <a:cubicBezTo>
                    <a:pt x="90" y="89"/>
                    <a:pt x="90" y="89"/>
                    <a:pt x="90" y="89"/>
                  </a:cubicBezTo>
                  <a:cubicBezTo>
                    <a:pt x="90" y="89"/>
                    <a:pt x="90" y="89"/>
                    <a:pt x="90" y="89"/>
                  </a:cubicBezTo>
                  <a:cubicBezTo>
                    <a:pt x="89" y="89"/>
                    <a:pt x="89" y="89"/>
                    <a:pt x="89" y="89"/>
                  </a:cubicBezTo>
                  <a:cubicBezTo>
                    <a:pt x="89" y="89"/>
                    <a:pt x="89" y="89"/>
                    <a:pt x="89" y="89"/>
                  </a:cubicBezTo>
                  <a:cubicBezTo>
                    <a:pt x="89" y="89"/>
                    <a:pt x="89" y="89"/>
                    <a:pt x="89" y="88"/>
                  </a:cubicBezTo>
                  <a:cubicBezTo>
                    <a:pt x="89" y="88"/>
                    <a:pt x="89" y="88"/>
                    <a:pt x="89" y="88"/>
                  </a:cubicBezTo>
                  <a:cubicBezTo>
                    <a:pt x="89" y="88"/>
                    <a:pt x="89" y="87"/>
                    <a:pt x="89" y="87"/>
                  </a:cubicBezTo>
                  <a:cubicBezTo>
                    <a:pt x="89" y="86"/>
                    <a:pt x="89" y="86"/>
                    <a:pt x="89" y="86"/>
                  </a:cubicBezTo>
                  <a:cubicBezTo>
                    <a:pt x="90" y="85"/>
                    <a:pt x="90" y="85"/>
                    <a:pt x="90" y="84"/>
                  </a:cubicBezTo>
                  <a:cubicBezTo>
                    <a:pt x="90" y="83"/>
                    <a:pt x="90" y="83"/>
                    <a:pt x="90" y="83"/>
                  </a:cubicBezTo>
                  <a:cubicBezTo>
                    <a:pt x="90" y="82"/>
                    <a:pt x="89" y="82"/>
                    <a:pt x="89" y="82"/>
                  </a:cubicBezTo>
                  <a:cubicBezTo>
                    <a:pt x="89" y="82"/>
                    <a:pt x="89" y="82"/>
                    <a:pt x="89" y="82"/>
                  </a:cubicBezTo>
                  <a:cubicBezTo>
                    <a:pt x="88" y="82"/>
                    <a:pt x="87" y="82"/>
                    <a:pt x="87" y="82"/>
                  </a:cubicBezTo>
                  <a:cubicBezTo>
                    <a:pt x="87" y="82"/>
                    <a:pt x="87" y="82"/>
                    <a:pt x="86" y="82"/>
                  </a:cubicBezTo>
                  <a:cubicBezTo>
                    <a:pt x="86" y="82"/>
                    <a:pt x="86" y="82"/>
                    <a:pt x="86" y="82"/>
                  </a:cubicBezTo>
                  <a:cubicBezTo>
                    <a:pt x="85" y="82"/>
                    <a:pt x="85" y="83"/>
                    <a:pt x="85" y="84"/>
                  </a:cubicBezTo>
                  <a:cubicBezTo>
                    <a:pt x="85" y="84"/>
                    <a:pt x="85" y="84"/>
                    <a:pt x="85" y="84"/>
                  </a:cubicBezTo>
                  <a:cubicBezTo>
                    <a:pt x="85" y="85"/>
                    <a:pt x="85" y="85"/>
                    <a:pt x="85" y="85"/>
                  </a:cubicBezTo>
                  <a:cubicBezTo>
                    <a:pt x="85" y="85"/>
                    <a:pt x="85" y="85"/>
                    <a:pt x="85" y="85"/>
                  </a:cubicBezTo>
                  <a:cubicBezTo>
                    <a:pt x="85" y="85"/>
                    <a:pt x="85" y="85"/>
                    <a:pt x="85" y="85"/>
                  </a:cubicBezTo>
                  <a:cubicBezTo>
                    <a:pt x="85" y="85"/>
                    <a:pt x="84" y="85"/>
                    <a:pt x="84" y="85"/>
                  </a:cubicBezTo>
                  <a:cubicBezTo>
                    <a:pt x="84" y="85"/>
                    <a:pt x="83" y="85"/>
                    <a:pt x="83" y="86"/>
                  </a:cubicBezTo>
                  <a:cubicBezTo>
                    <a:pt x="82" y="86"/>
                    <a:pt x="82" y="86"/>
                    <a:pt x="82" y="86"/>
                  </a:cubicBezTo>
                  <a:cubicBezTo>
                    <a:pt x="82" y="86"/>
                    <a:pt x="82" y="86"/>
                    <a:pt x="81" y="85"/>
                  </a:cubicBezTo>
                  <a:cubicBezTo>
                    <a:pt x="80" y="84"/>
                    <a:pt x="79" y="83"/>
                    <a:pt x="79" y="82"/>
                  </a:cubicBezTo>
                  <a:cubicBezTo>
                    <a:pt x="79" y="82"/>
                    <a:pt x="79" y="81"/>
                    <a:pt x="79" y="80"/>
                  </a:cubicBezTo>
                  <a:cubicBezTo>
                    <a:pt x="79" y="80"/>
                    <a:pt x="79" y="79"/>
                    <a:pt x="79" y="79"/>
                  </a:cubicBezTo>
                  <a:cubicBezTo>
                    <a:pt x="79" y="78"/>
                    <a:pt x="79" y="78"/>
                    <a:pt x="79" y="77"/>
                  </a:cubicBezTo>
                  <a:cubicBezTo>
                    <a:pt x="79" y="77"/>
                    <a:pt x="79" y="77"/>
                    <a:pt x="79" y="76"/>
                  </a:cubicBezTo>
                  <a:cubicBezTo>
                    <a:pt x="79" y="76"/>
                    <a:pt x="79" y="76"/>
                    <a:pt x="79" y="76"/>
                  </a:cubicBezTo>
                  <a:cubicBezTo>
                    <a:pt x="79" y="76"/>
                    <a:pt x="79" y="76"/>
                    <a:pt x="79" y="76"/>
                  </a:cubicBezTo>
                  <a:cubicBezTo>
                    <a:pt x="79" y="76"/>
                    <a:pt x="80" y="75"/>
                    <a:pt x="80" y="75"/>
                  </a:cubicBezTo>
                  <a:cubicBezTo>
                    <a:pt x="81" y="75"/>
                    <a:pt x="82" y="74"/>
                    <a:pt x="82" y="73"/>
                  </a:cubicBezTo>
                  <a:cubicBezTo>
                    <a:pt x="82" y="73"/>
                    <a:pt x="82" y="73"/>
                    <a:pt x="83" y="73"/>
                  </a:cubicBezTo>
                  <a:cubicBezTo>
                    <a:pt x="83" y="73"/>
                    <a:pt x="83" y="73"/>
                    <a:pt x="84" y="73"/>
                  </a:cubicBezTo>
                  <a:cubicBezTo>
                    <a:pt x="84" y="73"/>
                    <a:pt x="84" y="73"/>
                    <a:pt x="85" y="74"/>
                  </a:cubicBezTo>
                  <a:cubicBezTo>
                    <a:pt x="86" y="74"/>
                    <a:pt x="86" y="74"/>
                    <a:pt x="86" y="74"/>
                  </a:cubicBezTo>
                  <a:cubicBezTo>
                    <a:pt x="87" y="74"/>
                    <a:pt x="87" y="74"/>
                    <a:pt x="87" y="74"/>
                  </a:cubicBezTo>
                  <a:cubicBezTo>
                    <a:pt x="87" y="73"/>
                    <a:pt x="87" y="73"/>
                    <a:pt x="87" y="73"/>
                  </a:cubicBezTo>
                  <a:cubicBezTo>
                    <a:pt x="87" y="73"/>
                    <a:pt x="87" y="72"/>
                    <a:pt x="88" y="72"/>
                  </a:cubicBezTo>
                  <a:cubicBezTo>
                    <a:pt x="88" y="72"/>
                    <a:pt x="88" y="72"/>
                    <a:pt x="88" y="73"/>
                  </a:cubicBezTo>
                  <a:cubicBezTo>
                    <a:pt x="88" y="73"/>
                    <a:pt x="88" y="73"/>
                    <a:pt x="88" y="73"/>
                  </a:cubicBezTo>
                  <a:cubicBezTo>
                    <a:pt x="89" y="73"/>
                    <a:pt x="90" y="72"/>
                    <a:pt x="90" y="72"/>
                  </a:cubicBezTo>
                  <a:cubicBezTo>
                    <a:pt x="90" y="72"/>
                    <a:pt x="90" y="72"/>
                    <a:pt x="90" y="72"/>
                  </a:cubicBezTo>
                  <a:cubicBezTo>
                    <a:pt x="91" y="72"/>
                    <a:pt x="91" y="73"/>
                    <a:pt x="91" y="73"/>
                  </a:cubicBezTo>
                  <a:cubicBezTo>
                    <a:pt x="91" y="73"/>
                    <a:pt x="91" y="74"/>
                    <a:pt x="92" y="74"/>
                  </a:cubicBezTo>
                  <a:cubicBezTo>
                    <a:pt x="92" y="74"/>
                    <a:pt x="92" y="74"/>
                    <a:pt x="92" y="73"/>
                  </a:cubicBezTo>
                  <a:cubicBezTo>
                    <a:pt x="92" y="73"/>
                    <a:pt x="92" y="73"/>
                    <a:pt x="92" y="73"/>
                  </a:cubicBezTo>
                  <a:cubicBezTo>
                    <a:pt x="93" y="74"/>
                    <a:pt x="93" y="75"/>
                    <a:pt x="93" y="75"/>
                  </a:cubicBezTo>
                  <a:cubicBezTo>
                    <a:pt x="93" y="76"/>
                    <a:pt x="93" y="77"/>
                    <a:pt x="94" y="77"/>
                  </a:cubicBezTo>
                  <a:cubicBezTo>
                    <a:pt x="94" y="77"/>
                    <a:pt x="94" y="77"/>
                    <a:pt x="94" y="78"/>
                  </a:cubicBezTo>
                  <a:cubicBezTo>
                    <a:pt x="94" y="78"/>
                    <a:pt x="95" y="78"/>
                    <a:pt x="95" y="78"/>
                  </a:cubicBezTo>
                  <a:cubicBezTo>
                    <a:pt x="95" y="78"/>
                    <a:pt x="95" y="79"/>
                    <a:pt x="95" y="79"/>
                  </a:cubicBezTo>
                  <a:cubicBezTo>
                    <a:pt x="95" y="79"/>
                    <a:pt x="95" y="79"/>
                    <a:pt x="95" y="79"/>
                  </a:cubicBezTo>
                  <a:cubicBezTo>
                    <a:pt x="96" y="79"/>
                    <a:pt x="96" y="78"/>
                    <a:pt x="96" y="78"/>
                  </a:cubicBezTo>
                  <a:cubicBezTo>
                    <a:pt x="97" y="78"/>
                    <a:pt x="97" y="77"/>
                    <a:pt x="97" y="76"/>
                  </a:cubicBezTo>
                  <a:cubicBezTo>
                    <a:pt x="97" y="76"/>
                    <a:pt x="97" y="76"/>
                    <a:pt x="97" y="75"/>
                  </a:cubicBezTo>
                  <a:cubicBezTo>
                    <a:pt x="97" y="75"/>
                    <a:pt x="96" y="74"/>
                    <a:pt x="96" y="74"/>
                  </a:cubicBezTo>
                  <a:cubicBezTo>
                    <a:pt x="96" y="73"/>
                    <a:pt x="96" y="72"/>
                    <a:pt x="95" y="72"/>
                  </a:cubicBezTo>
                  <a:cubicBezTo>
                    <a:pt x="95" y="72"/>
                    <a:pt x="95" y="72"/>
                    <a:pt x="95" y="71"/>
                  </a:cubicBezTo>
                  <a:cubicBezTo>
                    <a:pt x="95" y="71"/>
                    <a:pt x="95" y="70"/>
                    <a:pt x="96" y="70"/>
                  </a:cubicBezTo>
                  <a:cubicBezTo>
                    <a:pt x="96" y="70"/>
                    <a:pt x="97" y="69"/>
                    <a:pt x="98" y="69"/>
                  </a:cubicBezTo>
                  <a:cubicBezTo>
                    <a:pt x="98" y="68"/>
                    <a:pt x="99" y="67"/>
                    <a:pt x="99" y="67"/>
                  </a:cubicBezTo>
                  <a:cubicBezTo>
                    <a:pt x="100" y="67"/>
                    <a:pt x="100" y="67"/>
                    <a:pt x="100" y="66"/>
                  </a:cubicBezTo>
                  <a:cubicBezTo>
                    <a:pt x="101" y="66"/>
                    <a:pt x="101" y="66"/>
                    <a:pt x="101" y="65"/>
                  </a:cubicBezTo>
                  <a:cubicBezTo>
                    <a:pt x="101" y="65"/>
                    <a:pt x="101" y="65"/>
                    <a:pt x="101" y="65"/>
                  </a:cubicBezTo>
                  <a:cubicBezTo>
                    <a:pt x="101" y="64"/>
                    <a:pt x="101" y="64"/>
                    <a:pt x="101" y="63"/>
                  </a:cubicBezTo>
                  <a:cubicBezTo>
                    <a:pt x="101" y="63"/>
                    <a:pt x="101" y="63"/>
                    <a:pt x="101" y="63"/>
                  </a:cubicBezTo>
                  <a:cubicBezTo>
                    <a:pt x="101" y="63"/>
                    <a:pt x="102" y="63"/>
                    <a:pt x="102" y="63"/>
                  </a:cubicBezTo>
                  <a:cubicBezTo>
                    <a:pt x="102" y="63"/>
                    <a:pt x="102" y="62"/>
                    <a:pt x="102" y="62"/>
                  </a:cubicBezTo>
                  <a:cubicBezTo>
                    <a:pt x="102" y="62"/>
                    <a:pt x="102" y="62"/>
                    <a:pt x="102" y="62"/>
                  </a:cubicBezTo>
                  <a:cubicBezTo>
                    <a:pt x="102" y="61"/>
                    <a:pt x="102" y="61"/>
                    <a:pt x="102" y="61"/>
                  </a:cubicBezTo>
                  <a:cubicBezTo>
                    <a:pt x="102" y="61"/>
                    <a:pt x="102" y="61"/>
                    <a:pt x="102" y="61"/>
                  </a:cubicBezTo>
                  <a:cubicBezTo>
                    <a:pt x="102" y="61"/>
                    <a:pt x="102" y="61"/>
                    <a:pt x="102" y="61"/>
                  </a:cubicBezTo>
                  <a:cubicBezTo>
                    <a:pt x="102" y="61"/>
                    <a:pt x="102" y="61"/>
                    <a:pt x="102" y="61"/>
                  </a:cubicBezTo>
                  <a:cubicBezTo>
                    <a:pt x="103" y="61"/>
                    <a:pt x="103" y="61"/>
                    <a:pt x="103" y="61"/>
                  </a:cubicBezTo>
                  <a:cubicBezTo>
                    <a:pt x="103" y="61"/>
                    <a:pt x="103" y="60"/>
                    <a:pt x="103" y="60"/>
                  </a:cubicBezTo>
                  <a:cubicBezTo>
                    <a:pt x="103" y="60"/>
                    <a:pt x="103" y="60"/>
                    <a:pt x="103" y="60"/>
                  </a:cubicBezTo>
                  <a:cubicBezTo>
                    <a:pt x="103" y="60"/>
                    <a:pt x="104" y="59"/>
                    <a:pt x="104" y="59"/>
                  </a:cubicBezTo>
                  <a:cubicBezTo>
                    <a:pt x="104" y="59"/>
                    <a:pt x="104" y="59"/>
                    <a:pt x="104" y="59"/>
                  </a:cubicBezTo>
                  <a:cubicBezTo>
                    <a:pt x="104" y="60"/>
                    <a:pt x="104" y="60"/>
                    <a:pt x="104" y="60"/>
                  </a:cubicBezTo>
                  <a:cubicBezTo>
                    <a:pt x="105" y="60"/>
                    <a:pt x="105" y="59"/>
                    <a:pt x="106" y="59"/>
                  </a:cubicBezTo>
                  <a:cubicBezTo>
                    <a:pt x="106" y="59"/>
                    <a:pt x="106" y="59"/>
                    <a:pt x="107" y="59"/>
                  </a:cubicBezTo>
                  <a:cubicBezTo>
                    <a:pt x="107" y="59"/>
                    <a:pt x="107" y="58"/>
                    <a:pt x="107" y="58"/>
                  </a:cubicBezTo>
                  <a:cubicBezTo>
                    <a:pt x="107" y="58"/>
                    <a:pt x="107" y="58"/>
                    <a:pt x="107" y="58"/>
                  </a:cubicBezTo>
                  <a:cubicBezTo>
                    <a:pt x="106" y="57"/>
                    <a:pt x="106" y="57"/>
                    <a:pt x="106" y="57"/>
                  </a:cubicBezTo>
                  <a:cubicBezTo>
                    <a:pt x="106" y="57"/>
                    <a:pt x="106" y="56"/>
                    <a:pt x="107" y="56"/>
                  </a:cubicBezTo>
                  <a:cubicBezTo>
                    <a:pt x="107" y="56"/>
                    <a:pt x="107" y="56"/>
                    <a:pt x="108" y="56"/>
                  </a:cubicBezTo>
                  <a:cubicBezTo>
                    <a:pt x="108" y="56"/>
                    <a:pt x="108" y="56"/>
                    <a:pt x="108" y="56"/>
                  </a:cubicBezTo>
                  <a:cubicBezTo>
                    <a:pt x="109" y="56"/>
                    <a:pt x="109" y="56"/>
                    <a:pt x="109" y="56"/>
                  </a:cubicBezTo>
                  <a:cubicBezTo>
                    <a:pt x="109" y="55"/>
                    <a:pt x="109" y="55"/>
                    <a:pt x="109" y="55"/>
                  </a:cubicBezTo>
                  <a:cubicBezTo>
                    <a:pt x="109" y="55"/>
                    <a:pt x="109" y="55"/>
                    <a:pt x="109" y="55"/>
                  </a:cubicBezTo>
                  <a:cubicBezTo>
                    <a:pt x="109" y="55"/>
                    <a:pt x="109" y="55"/>
                    <a:pt x="110" y="55"/>
                  </a:cubicBezTo>
                  <a:cubicBezTo>
                    <a:pt x="110" y="55"/>
                    <a:pt x="110" y="56"/>
                    <a:pt x="110" y="56"/>
                  </a:cubicBezTo>
                  <a:cubicBezTo>
                    <a:pt x="110" y="56"/>
                    <a:pt x="110" y="56"/>
                    <a:pt x="110" y="57"/>
                  </a:cubicBezTo>
                  <a:cubicBezTo>
                    <a:pt x="110" y="57"/>
                    <a:pt x="110" y="57"/>
                    <a:pt x="111" y="57"/>
                  </a:cubicBezTo>
                  <a:cubicBezTo>
                    <a:pt x="111" y="57"/>
                    <a:pt x="112" y="57"/>
                    <a:pt x="112" y="56"/>
                  </a:cubicBezTo>
                  <a:cubicBezTo>
                    <a:pt x="112" y="56"/>
                    <a:pt x="112" y="56"/>
                    <a:pt x="112" y="56"/>
                  </a:cubicBezTo>
                  <a:cubicBezTo>
                    <a:pt x="112" y="56"/>
                    <a:pt x="113" y="56"/>
                    <a:pt x="113" y="56"/>
                  </a:cubicBezTo>
                  <a:cubicBezTo>
                    <a:pt x="113" y="56"/>
                    <a:pt x="113" y="56"/>
                    <a:pt x="113" y="56"/>
                  </a:cubicBezTo>
                  <a:cubicBezTo>
                    <a:pt x="113" y="56"/>
                    <a:pt x="113" y="56"/>
                    <a:pt x="113" y="56"/>
                  </a:cubicBezTo>
                  <a:cubicBezTo>
                    <a:pt x="113" y="56"/>
                    <a:pt x="114" y="55"/>
                    <a:pt x="115" y="55"/>
                  </a:cubicBezTo>
                  <a:cubicBezTo>
                    <a:pt x="115" y="55"/>
                    <a:pt x="115" y="55"/>
                    <a:pt x="116" y="55"/>
                  </a:cubicBezTo>
                  <a:cubicBezTo>
                    <a:pt x="116" y="55"/>
                    <a:pt x="117" y="55"/>
                    <a:pt x="117" y="55"/>
                  </a:cubicBezTo>
                  <a:cubicBezTo>
                    <a:pt x="117" y="55"/>
                    <a:pt x="117" y="54"/>
                    <a:pt x="117" y="54"/>
                  </a:cubicBezTo>
                  <a:cubicBezTo>
                    <a:pt x="117" y="54"/>
                    <a:pt x="117" y="54"/>
                    <a:pt x="117" y="54"/>
                  </a:cubicBezTo>
                  <a:cubicBezTo>
                    <a:pt x="117" y="53"/>
                    <a:pt x="117" y="52"/>
                    <a:pt x="116" y="52"/>
                  </a:cubicBezTo>
                  <a:cubicBezTo>
                    <a:pt x="116" y="52"/>
                    <a:pt x="116" y="51"/>
                    <a:pt x="116" y="51"/>
                  </a:cubicBezTo>
                  <a:cubicBezTo>
                    <a:pt x="115" y="52"/>
                    <a:pt x="115" y="52"/>
                    <a:pt x="115" y="52"/>
                  </a:cubicBezTo>
                  <a:cubicBezTo>
                    <a:pt x="115" y="52"/>
                    <a:pt x="115" y="52"/>
                    <a:pt x="115" y="52"/>
                  </a:cubicBezTo>
                  <a:cubicBezTo>
                    <a:pt x="115" y="53"/>
                    <a:pt x="115" y="53"/>
                    <a:pt x="115" y="53"/>
                  </a:cubicBezTo>
                  <a:cubicBezTo>
                    <a:pt x="114" y="53"/>
                    <a:pt x="115" y="53"/>
                    <a:pt x="114" y="53"/>
                  </a:cubicBezTo>
                  <a:cubicBezTo>
                    <a:pt x="114" y="53"/>
                    <a:pt x="114" y="52"/>
                    <a:pt x="114" y="52"/>
                  </a:cubicBezTo>
                  <a:cubicBezTo>
                    <a:pt x="114" y="52"/>
                    <a:pt x="114" y="52"/>
                    <a:pt x="114" y="51"/>
                  </a:cubicBezTo>
                  <a:cubicBezTo>
                    <a:pt x="114" y="51"/>
                    <a:pt x="114" y="51"/>
                    <a:pt x="114" y="51"/>
                  </a:cubicBezTo>
                  <a:cubicBezTo>
                    <a:pt x="114" y="51"/>
                    <a:pt x="113" y="51"/>
                    <a:pt x="113" y="51"/>
                  </a:cubicBezTo>
                  <a:cubicBezTo>
                    <a:pt x="113" y="51"/>
                    <a:pt x="113" y="52"/>
                    <a:pt x="113" y="52"/>
                  </a:cubicBezTo>
                  <a:cubicBezTo>
                    <a:pt x="113" y="52"/>
                    <a:pt x="113" y="52"/>
                    <a:pt x="113" y="52"/>
                  </a:cubicBezTo>
                  <a:cubicBezTo>
                    <a:pt x="113" y="52"/>
                    <a:pt x="113" y="52"/>
                    <a:pt x="112" y="51"/>
                  </a:cubicBezTo>
                  <a:cubicBezTo>
                    <a:pt x="112" y="51"/>
                    <a:pt x="112" y="51"/>
                    <a:pt x="112" y="51"/>
                  </a:cubicBezTo>
                  <a:cubicBezTo>
                    <a:pt x="113" y="51"/>
                    <a:pt x="113" y="51"/>
                    <a:pt x="113" y="50"/>
                  </a:cubicBezTo>
                  <a:cubicBezTo>
                    <a:pt x="113" y="50"/>
                    <a:pt x="113" y="50"/>
                    <a:pt x="112" y="50"/>
                  </a:cubicBezTo>
                  <a:cubicBezTo>
                    <a:pt x="112" y="49"/>
                    <a:pt x="112" y="49"/>
                    <a:pt x="111" y="49"/>
                  </a:cubicBezTo>
                  <a:cubicBezTo>
                    <a:pt x="111" y="49"/>
                    <a:pt x="110" y="49"/>
                    <a:pt x="110" y="49"/>
                  </a:cubicBezTo>
                  <a:cubicBezTo>
                    <a:pt x="109" y="50"/>
                    <a:pt x="109" y="50"/>
                    <a:pt x="109" y="50"/>
                  </a:cubicBezTo>
                  <a:cubicBezTo>
                    <a:pt x="109" y="50"/>
                    <a:pt x="109" y="50"/>
                    <a:pt x="109" y="50"/>
                  </a:cubicBezTo>
                  <a:cubicBezTo>
                    <a:pt x="109" y="49"/>
                    <a:pt x="110" y="49"/>
                    <a:pt x="111" y="48"/>
                  </a:cubicBezTo>
                  <a:cubicBezTo>
                    <a:pt x="111" y="48"/>
                    <a:pt x="111" y="48"/>
                    <a:pt x="111" y="48"/>
                  </a:cubicBezTo>
                  <a:cubicBezTo>
                    <a:pt x="111" y="48"/>
                    <a:pt x="111" y="48"/>
                    <a:pt x="112" y="48"/>
                  </a:cubicBezTo>
                  <a:cubicBezTo>
                    <a:pt x="112" y="48"/>
                    <a:pt x="112" y="48"/>
                    <a:pt x="112" y="48"/>
                  </a:cubicBezTo>
                  <a:cubicBezTo>
                    <a:pt x="112" y="49"/>
                    <a:pt x="112" y="49"/>
                    <a:pt x="112" y="48"/>
                  </a:cubicBezTo>
                  <a:cubicBezTo>
                    <a:pt x="112" y="49"/>
                    <a:pt x="112" y="49"/>
                    <a:pt x="112" y="49"/>
                  </a:cubicBezTo>
                  <a:cubicBezTo>
                    <a:pt x="112" y="49"/>
                    <a:pt x="112" y="49"/>
                    <a:pt x="112" y="49"/>
                  </a:cubicBezTo>
                  <a:cubicBezTo>
                    <a:pt x="113" y="50"/>
                    <a:pt x="113" y="50"/>
                    <a:pt x="113" y="50"/>
                  </a:cubicBezTo>
                  <a:cubicBezTo>
                    <a:pt x="114" y="50"/>
                    <a:pt x="114" y="50"/>
                    <a:pt x="114" y="50"/>
                  </a:cubicBezTo>
                  <a:cubicBezTo>
                    <a:pt x="115" y="50"/>
                    <a:pt x="115" y="49"/>
                    <a:pt x="115" y="49"/>
                  </a:cubicBezTo>
                  <a:cubicBezTo>
                    <a:pt x="115" y="49"/>
                    <a:pt x="115" y="49"/>
                    <a:pt x="115" y="49"/>
                  </a:cubicBezTo>
                  <a:cubicBezTo>
                    <a:pt x="115" y="49"/>
                    <a:pt x="115" y="49"/>
                    <a:pt x="115" y="49"/>
                  </a:cubicBezTo>
                  <a:cubicBezTo>
                    <a:pt x="116" y="49"/>
                    <a:pt x="116" y="49"/>
                    <a:pt x="116" y="48"/>
                  </a:cubicBezTo>
                  <a:cubicBezTo>
                    <a:pt x="117" y="48"/>
                    <a:pt x="117" y="48"/>
                    <a:pt x="118" y="48"/>
                  </a:cubicBezTo>
                  <a:cubicBezTo>
                    <a:pt x="118" y="47"/>
                    <a:pt x="118" y="47"/>
                    <a:pt x="119" y="47"/>
                  </a:cubicBezTo>
                  <a:cubicBezTo>
                    <a:pt x="119" y="47"/>
                    <a:pt x="119" y="47"/>
                    <a:pt x="119" y="47"/>
                  </a:cubicBezTo>
                  <a:cubicBezTo>
                    <a:pt x="119" y="47"/>
                    <a:pt x="119" y="47"/>
                    <a:pt x="119" y="47"/>
                  </a:cubicBezTo>
                  <a:cubicBezTo>
                    <a:pt x="119" y="47"/>
                    <a:pt x="119" y="47"/>
                    <a:pt x="119" y="47"/>
                  </a:cubicBezTo>
                  <a:cubicBezTo>
                    <a:pt x="118" y="48"/>
                    <a:pt x="118" y="48"/>
                    <a:pt x="118" y="49"/>
                  </a:cubicBezTo>
                  <a:cubicBezTo>
                    <a:pt x="117" y="49"/>
                    <a:pt x="117" y="50"/>
                    <a:pt x="117" y="50"/>
                  </a:cubicBezTo>
                  <a:cubicBezTo>
                    <a:pt x="117" y="50"/>
                    <a:pt x="117" y="50"/>
                    <a:pt x="117" y="51"/>
                  </a:cubicBezTo>
                  <a:cubicBezTo>
                    <a:pt x="117" y="51"/>
                    <a:pt x="117" y="51"/>
                    <a:pt x="117" y="51"/>
                  </a:cubicBezTo>
                  <a:cubicBezTo>
                    <a:pt x="117" y="52"/>
                    <a:pt x="118" y="52"/>
                    <a:pt x="118" y="52"/>
                  </a:cubicBezTo>
                  <a:cubicBezTo>
                    <a:pt x="118" y="52"/>
                    <a:pt x="118" y="52"/>
                    <a:pt x="118" y="52"/>
                  </a:cubicBezTo>
                  <a:cubicBezTo>
                    <a:pt x="118" y="52"/>
                    <a:pt x="118" y="52"/>
                    <a:pt x="118" y="52"/>
                  </a:cubicBezTo>
                  <a:cubicBezTo>
                    <a:pt x="119" y="52"/>
                    <a:pt x="119" y="52"/>
                    <a:pt x="119" y="52"/>
                  </a:cubicBezTo>
                  <a:cubicBezTo>
                    <a:pt x="119" y="52"/>
                    <a:pt x="120" y="52"/>
                    <a:pt x="120" y="51"/>
                  </a:cubicBezTo>
                  <a:cubicBezTo>
                    <a:pt x="120" y="51"/>
                    <a:pt x="120" y="51"/>
                    <a:pt x="120" y="51"/>
                  </a:cubicBezTo>
                  <a:cubicBezTo>
                    <a:pt x="120" y="51"/>
                    <a:pt x="121" y="52"/>
                    <a:pt x="121" y="52"/>
                  </a:cubicBezTo>
                  <a:cubicBezTo>
                    <a:pt x="121" y="52"/>
                    <a:pt x="121" y="52"/>
                    <a:pt x="121" y="52"/>
                  </a:cubicBezTo>
                  <a:cubicBezTo>
                    <a:pt x="122" y="52"/>
                    <a:pt x="122" y="52"/>
                    <a:pt x="122" y="52"/>
                  </a:cubicBezTo>
                  <a:cubicBezTo>
                    <a:pt x="122" y="52"/>
                    <a:pt x="122" y="52"/>
                    <a:pt x="122" y="52"/>
                  </a:cubicBezTo>
                  <a:cubicBezTo>
                    <a:pt x="122" y="52"/>
                    <a:pt x="122" y="52"/>
                    <a:pt x="122" y="52"/>
                  </a:cubicBezTo>
                  <a:cubicBezTo>
                    <a:pt x="122" y="52"/>
                    <a:pt x="122" y="52"/>
                    <a:pt x="122" y="52"/>
                  </a:cubicBezTo>
                  <a:cubicBezTo>
                    <a:pt x="123" y="52"/>
                    <a:pt x="123" y="52"/>
                    <a:pt x="123" y="52"/>
                  </a:cubicBezTo>
                  <a:cubicBezTo>
                    <a:pt x="123" y="52"/>
                    <a:pt x="123" y="52"/>
                    <a:pt x="123" y="52"/>
                  </a:cubicBezTo>
                  <a:cubicBezTo>
                    <a:pt x="124" y="52"/>
                    <a:pt x="124" y="52"/>
                    <a:pt x="124" y="52"/>
                  </a:cubicBezTo>
                  <a:cubicBezTo>
                    <a:pt x="124" y="51"/>
                    <a:pt x="124" y="51"/>
                    <a:pt x="124" y="51"/>
                  </a:cubicBezTo>
                  <a:cubicBezTo>
                    <a:pt x="124" y="51"/>
                    <a:pt x="124" y="51"/>
                    <a:pt x="124" y="50"/>
                  </a:cubicBezTo>
                  <a:cubicBezTo>
                    <a:pt x="124" y="50"/>
                    <a:pt x="123" y="49"/>
                    <a:pt x="123" y="49"/>
                  </a:cubicBezTo>
                  <a:cubicBezTo>
                    <a:pt x="123" y="48"/>
                    <a:pt x="122" y="48"/>
                    <a:pt x="122" y="48"/>
                  </a:cubicBezTo>
                  <a:cubicBezTo>
                    <a:pt x="122" y="48"/>
                    <a:pt x="121" y="48"/>
                    <a:pt x="121" y="48"/>
                  </a:cubicBezTo>
                  <a:cubicBezTo>
                    <a:pt x="121" y="48"/>
                    <a:pt x="121" y="48"/>
                    <a:pt x="121" y="48"/>
                  </a:cubicBezTo>
                  <a:cubicBezTo>
                    <a:pt x="121" y="48"/>
                    <a:pt x="121" y="48"/>
                    <a:pt x="121" y="48"/>
                  </a:cubicBezTo>
                  <a:cubicBezTo>
                    <a:pt x="121" y="48"/>
                    <a:pt x="121" y="48"/>
                    <a:pt x="120" y="47"/>
                  </a:cubicBezTo>
                  <a:cubicBezTo>
                    <a:pt x="120" y="47"/>
                    <a:pt x="120" y="47"/>
                    <a:pt x="120" y="47"/>
                  </a:cubicBezTo>
                  <a:cubicBezTo>
                    <a:pt x="120" y="47"/>
                    <a:pt x="121" y="47"/>
                    <a:pt x="121" y="46"/>
                  </a:cubicBezTo>
                  <a:cubicBezTo>
                    <a:pt x="121" y="46"/>
                    <a:pt x="121" y="46"/>
                    <a:pt x="121" y="45"/>
                  </a:cubicBezTo>
                  <a:cubicBezTo>
                    <a:pt x="121" y="45"/>
                    <a:pt x="122" y="45"/>
                    <a:pt x="122" y="44"/>
                  </a:cubicBezTo>
                  <a:cubicBezTo>
                    <a:pt x="122" y="44"/>
                    <a:pt x="121" y="44"/>
                    <a:pt x="121" y="44"/>
                  </a:cubicBezTo>
                  <a:cubicBezTo>
                    <a:pt x="120" y="43"/>
                    <a:pt x="120" y="43"/>
                    <a:pt x="120" y="43"/>
                  </a:cubicBezTo>
                  <a:cubicBezTo>
                    <a:pt x="120" y="43"/>
                    <a:pt x="120" y="43"/>
                    <a:pt x="119" y="43"/>
                  </a:cubicBezTo>
                  <a:cubicBezTo>
                    <a:pt x="119" y="42"/>
                    <a:pt x="119" y="42"/>
                    <a:pt x="119" y="41"/>
                  </a:cubicBezTo>
                  <a:cubicBezTo>
                    <a:pt x="118" y="41"/>
                    <a:pt x="118" y="41"/>
                    <a:pt x="118" y="41"/>
                  </a:cubicBezTo>
                  <a:cubicBezTo>
                    <a:pt x="118" y="41"/>
                    <a:pt x="118" y="41"/>
                    <a:pt x="117" y="41"/>
                  </a:cubicBezTo>
                  <a:cubicBezTo>
                    <a:pt x="117" y="41"/>
                    <a:pt x="117" y="41"/>
                    <a:pt x="116" y="41"/>
                  </a:cubicBezTo>
                  <a:cubicBezTo>
                    <a:pt x="116" y="41"/>
                    <a:pt x="116" y="40"/>
                    <a:pt x="116" y="40"/>
                  </a:cubicBezTo>
                  <a:cubicBezTo>
                    <a:pt x="116" y="40"/>
                    <a:pt x="116" y="40"/>
                    <a:pt x="116" y="40"/>
                  </a:cubicBezTo>
                  <a:cubicBezTo>
                    <a:pt x="116" y="40"/>
                    <a:pt x="115" y="39"/>
                    <a:pt x="115" y="38"/>
                  </a:cubicBezTo>
                  <a:cubicBezTo>
                    <a:pt x="114" y="38"/>
                    <a:pt x="114" y="37"/>
                    <a:pt x="113" y="37"/>
                  </a:cubicBezTo>
                  <a:cubicBezTo>
                    <a:pt x="113" y="36"/>
                    <a:pt x="113" y="36"/>
                    <a:pt x="113" y="36"/>
                  </a:cubicBezTo>
                  <a:cubicBezTo>
                    <a:pt x="112" y="35"/>
                    <a:pt x="112" y="35"/>
                    <a:pt x="112" y="35"/>
                  </a:cubicBezTo>
                  <a:cubicBezTo>
                    <a:pt x="112" y="35"/>
                    <a:pt x="112" y="35"/>
                    <a:pt x="112" y="35"/>
                  </a:cubicBezTo>
                  <a:cubicBezTo>
                    <a:pt x="111" y="35"/>
                    <a:pt x="111" y="35"/>
                    <a:pt x="110" y="36"/>
                  </a:cubicBezTo>
                  <a:cubicBezTo>
                    <a:pt x="110" y="37"/>
                    <a:pt x="109" y="37"/>
                    <a:pt x="109" y="37"/>
                  </a:cubicBezTo>
                  <a:cubicBezTo>
                    <a:pt x="109" y="37"/>
                    <a:pt x="109" y="37"/>
                    <a:pt x="109" y="37"/>
                  </a:cubicBezTo>
                  <a:cubicBezTo>
                    <a:pt x="108" y="37"/>
                    <a:pt x="108" y="37"/>
                    <a:pt x="108" y="37"/>
                  </a:cubicBezTo>
                  <a:cubicBezTo>
                    <a:pt x="108" y="37"/>
                    <a:pt x="108" y="37"/>
                    <a:pt x="108" y="36"/>
                  </a:cubicBezTo>
                  <a:cubicBezTo>
                    <a:pt x="108" y="36"/>
                    <a:pt x="108" y="36"/>
                    <a:pt x="108" y="36"/>
                  </a:cubicBezTo>
                  <a:cubicBezTo>
                    <a:pt x="108" y="36"/>
                    <a:pt x="108" y="36"/>
                    <a:pt x="108" y="36"/>
                  </a:cubicBezTo>
                  <a:cubicBezTo>
                    <a:pt x="108" y="36"/>
                    <a:pt x="108" y="36"/>
                    <a:pt x="108" y="35"/>
                  </a:cubicBezTo>
                  <a:cubicBezTo>
                    <a:pt x="108" y="35"/>
                    <a:pt x="108" y="35"/>
                    <a:pt x="108" y="35"/>
                  </a:cubicBezTo>
                  <a:cubicBezTo>
                    <a:pt x="108" y="35"/>
                    <a:pt x="107" y="34"/>
                    <a:pt x="107" y="34"/>
                  </a:cubicBezTo>
                  <a:cubicBezTo>
                    <a:pt x="106" y="34"/>
                    <a:pt x="106" y="34"/>
                    <a:pt x="105" y="34"/>
                  </a:cubicBezTo>
                  <a:cubicBezTo>
                    <a:pt x="105" y="34"/>
                    <a:pt x="105" y="34"/>
                    <a:pt x="104" y="33"/>
                  </a:cubicBezTo>
                  <a:cubicBezTo>
                    <a:pt x="104" y="33"/>
                    <a:pt x="103" y="33"/>
                    <a:pt x="102" y="33"/>
                  </a:cubicBezTo>
                  <a:cubicBezTo>
                    <a:pt x="102" y="33"/>
                    <a:pt x="102" y="33"/>
                    <a:pt x="102" y="33"/>
                  </a:cubicBezTo>
                  <a:cubicBezTo>
                    <a:pt x="101" y="33"/>
                    <a:pt x="99" y="33"/>
                    <a:pt x="99" y="33"/>
                  </a:cubicBezTo>
                  <a:cubicBezTo>
                    <a:pt x="99" y="33"/>
                    <a:pt x="99" y="33"/>
                    <a:pt x="98" y="33"/>
                  </a:cubicBezTo>
                  <a:cubicBezTo>
                    <a:pt x="98" y="34"/>
                    <a:pt x="98" y="34"/>
                    <a:pt x="98" y="35"/>
                  </a:cubicBezTo>
                  <a:cubicBezTo>
                    <a:pt x="98" y="35"/>
                    <a:pt x="98" y="35"/>
                    <a:pt x="98" y="35"/>
                  </a:cubicBezTo>
                  <a:cubicBezTo>
                    <a:pt x="98" y="36"/>
                    <a:pt x="98" y="36"/>
                    <a:pt x="98" y="36"/>
                  </a:cubicBezTo>
                  <a:cubicBezTo>
                    <a:pt x="98" y="36"/>
                    <a:pt x="98" y="36"/>
                    <a:pt x="98" y="36"/>
                  </a:cubicBezTo>
                  <a:cubicBezTo>
                    <a:pt x="98" y="36"/>
                    <a:pt x="98" y="36"/>
                    <a:pt x="98" y="37"/>
                  </a:cubicBezTo>
                  <a:cubicBezTo>
                    <a:pt x="97" y="37"/>
                    <a:pt x="97" y="37"/>
                    <a:pt x="97" y="37"/>
                  </a:cubicBezTo>
                  <a:cubicBezTo>
                    <a:pt x="97" y="37"/>
                    <a:pt x="97" y="37"/>
                    <a:pt x="97" y="37"/>
                  </a:cubicBezTo>
                  <a:cubicBezTo>
                    <a:pt x="97" y="37"/>
                    <a:pt x="97" y="38"/>
                    <a:pt x="97" y="38"/>
                  </a:cubicBezTo>
                  <a:cubicBezTo>
                    <a:pt x="97" y="38"/>
                    <a:pt x="98" y="38"/>
                    <a:pt x="98" y="38"/>
                  </a:cubicBezTo>
                  <a:cubicBezTo>
                    <a:pt x="98" y="38"/>
                    <a:pt x="98" y="39"/>
                    <a:pt x="99" y="39"/>
                  </a:cubicBezTo>
                  <a:cubicBezTo>
                    <a:pt x="99" y="39"/>
                    <a:pt x="99" y="40"/>
                    <a:pt x="99" y="40"/>
                  </a:cubicBezTo>
                  <a:cubicBezTo>
                    <a:pt x="99" y="40"/>
                    <a:pt x="99" y="40"/>
                    <a:pt x="99" y="40"/>
                  </a:cubicBezTo>
                  <a:cubicBezTo>
                    <a:pt x="99" y="40"/>
                    <a:pt x="99" y="40"/>
                    <a:pt x="99" y="41"/>
                  </a:cubicBezTo>
                  <a:cubicBezTo>
                    <a:pt x="99" y="41"/>
                    <a:pt x="98" y="41"/>
                    <a:pt x="98" y="41"/>
                  </a:cubicBezTo>
                  <a:cubicBezTo>
                    <a:pt x="98" y="41"/>
                    <a:pt x="98" y="41"/>
                    <a:pt x="98" y="41"/>
                  </a:cubicBezTo>
                  <a:cubicBezTo>
                    <a:pt x="98" y="41"/>
                    <a:pt x="97" y="41"/>
                    <a:pt x="97" y="41"/>
                  </a:cubicBezTo>
                  <a:cubicBezTo>
                    <a:pt x="97" y="41"/>
                    <a:pt x="97" y="41"/>
                    <a:pt x="96" y="41"/>
                  </a:cubicBezTo>
                  <a:cubicBezTo>
                    <a:pt x="96" y="41"/>
                    <a:pt x="96" y="41"/>
                    <a:pt x="96" y="41"/>
                  </a:cubicBezTo>
                  <a:cubicBezTo>
                    <a:pt x="96" y="41"/>
                    <a:pt x="96" y="42"/>
                    <a:pt x="96" y="42"/>
                  </a:cubicBezTo>
                  <a:cubicBezTo>
                    <a:pt x="96" y="42"/>
                    <a:pt x="97" y="42"/>
                    <a:pt x="97" y="43"/>
                  </a:cubicBezTo>
                  <a:cubicBezTo>
                    <a:pt x="97" y="43"/>
                    <a:pt x="97" y="43"/>
                    <a:pt x="97" y="43"/>
                  </a:cubicBezTo>
                  <a:cubicBezTo>
                    <a:pt x="97" y="43"/>
                    <a:pt x="97" y="44"/>
                    <a:pt x="97" y="44"/>
                  </a:cubicBezTo>
                  <a:cubicBezTo>
                    <a:pt x="97" y="45"/>
                    <a:pt x="97" y="45"/>
                    <a:pt x="97" y="45"/>
                  </a:cubicBezTo>
                  <a:cubicBezTo>
                    <a:pt x="97" y="45"/>
                    <a:pt x="97" y="45"/>
                    <a:pt x="97" y="45"/>
                  </a:cubicBezTo>
                  <a:cubicBezTo>
                    <a:pt x="97" y="45"/>
                    <a:pt x="97" y="46"/>
                    <a:pt x="97" y="46"/>
                  </a:cubicBezTo>
                  <a:cubicBezTo>
                    <a:pt x="97" y="46"/>
                    <a:pt x="97" y="45"/>
                    <a:pt x="96" y="45"/>
                  </a:cubicBezTo>
                  <a:cubicBezTo>
                    <a:pt x="96" y="45"/>
                    <a:pt x="96" y="45"/>
                    <a:pt x="96" y="45"/>
                  </a:cubicBezTo>
                  <a:cubicBezTo>
                    <a:pt x="96" y="45"/>
                    <a:pt x="96" y="45"/>
                    <a:pt x="96" y="45"/>
                  </a:cubicBezTo>
                  <a:cubicBezTo>
                    <a:pt x="96" y="45"/>
                    <a:pt x="96" y="45"/>
                    <a:pt x="96" y="44"/>
                  </a:cubicBezTo>
                  <a:cubicBezTo>
                    <a:pt x="96" y="44"/>
                    <a:pt x="96" y="43"/>
                    <a:pt x="96" y="43"/>
                  </a:cubicBezTo>
                  <a:cubicBezTo>
                    <a:pt x="96" y="43"/>
                    <a:pt x="96" y="43"/>
                    <a:pt x="96" y="43"/>
                  </a:cubicBezTo>
                  <a:cubicBezTo>
                    <a:pt x="95" y="43"/>
                    <a:pt x="95" y="43"/>
                    <a:pt x="95" y="43"/>
                  </a:cubicBezTo>
                  <a:cubicBezTo>
                    <a:pt x="95" y="43"/>
                    <a:pt x="95" y="43"/>
                    <a:pt x="95" y="43"/>
                  </a:cubicBezTo>
                  <a:cubicBezTo>
                    <a:pt x="95" y="43"/>
                    <a:pt x="95" y="43"/>
                    <a:pt x="95" y="43"/>
                  </a:cubicBezTo>
                  <a:cubicBezTo>
                    <a:pt x="95" y="43"/>
                    <a:pt x="95" y="42"/>
                    <a:pt x="95" y="42"/>
                  </a:cubicBezTo>
                  <a:cubicBezTo>
                    <a:pt x="95" y="42"/>
                    <a:pt x="94" y="41"/>
                    <a:pt x="94" y="41"/>
                  </a:cubicBezTo>
                  <a:cubicBezTo>
                    <a:pt x="94" y="41"/>
                    <a:pt x="94" y="41"/>
                    <a:pt x="93" y="41"/>
                  </a:cubicBezTo>
                  <a:cubicBezTo>
                    <a:pt x="93" y="41"/>
                    <a:pt x="93" y="41"/>
                    <a:pt x="93" y="41"/>
                  </a:cubicBezTo>
                  <a:cubicBezTo>
                    <a:pt x="93" y="41"/>
                    <a:pt x="93" y="41"/>
                    <a:pt x="92" y="41"/>
                  </a:cubicBezTo>
                  <a:cubicBezTo>
                    <a:pt x="92" y="41"/>
                    <a:pt x="91" y="41"/>
                    <a:pt x="90" y="40"/>
                  </a:cubicBezTo>
                  <a:cubicBezTo>
                    <a:pt x="88" y="40"/>
                    <a:pt x="88" y="40"/>
                    <a:pt x="87" y="39"/>
                  </a:cubicBezTo>
                  <a:cubicBezTo>
                    <a:pt x="86" y="39"/>
                    <a:pt x="86" y="39"/>
                    <a:pt x="85" y="39"/>
                  </a:cubicBezTo>
                  <a:cubicBezTo>
                    <a:pt x="85" y="39"/>
                    <a:pt x="84" y="39"/>
                    <a:pt x="84" y="39"/>
                  </a:cubicBezTo>
                  <a:cubicBezTo>
                    <a:pt x="84" y="39"/>
                    <a:pt x="84" y="39"/>
                    <a:pt x="84" y="38"/>
                  </a:cubicBezTo>
                  <a:cubicBezTo>
                    <a:pt x="84" y="38"/>
                    <a:pt x="84" y="38"/>
                    <a:pt x="83" y="37"/>
                  </a:cubicBezTo>
                  <a:cubicBezTo>
                    <a:pt x="83" y="37"/>
                    <a:pt x="82" y="37"/>
                    <a:pt x="82" y="37"/>
                  </a:cubicBezTo>
                  <a:cubicBezTo>
                    <a:pt x="82" y="37"/>
                    <a:pt x="82" y="37"/>
                    <a:pt x="82" y="37"/>
                  </a:cubicBezTo>
                  <a:cubicBezTo>
                    <a:pt x="82" y="37"/>
                    <a:pt x="82" y="37"/>
                    <a:pt x="82" y="37"/>
                  </a:cubicBezTo>
                  <a:cubicBezTo>
                    <a:pt x="82" y="36"/>
                    <a:pt x="82" y="36"/>
                    <a:pt x="82" y="36"/>
                  </a:cubicBezTo>
                  <a:cubicBezTo>
                    <a:pt x="82" y="36"/>
                    <a:pt x="82" y="36"/>
                    <a:pt x="82" y="35"/>
                  </a:cubicBezTo>
                  <a:cubicBezTo>
                    <a:pt x="83" y="35"/>
                    <a:pt x="83" y="35"/>
                    <a:pt x="84" y="34"/>
                  </a:cubicBezTo>
                  <a:cubicBezTo>
                    <a:pt x="85" y="33"/>
                    <a:pt x="86" y="33"/>
                    <a:pt x="86" y="32"/>
                  </a:cubicBezTo>
                  <a:cubicBezTo>
                    <a:pt x="86" y="32"/>
                    <a:pt x="86" y="32"/>
                    <a:pt x="87" y="32"/>
                  </a:cubicBezTo>
                  <a:cubicBezTo>
                    <a:pt x="87" y="32"/>
                    <a:pt x="88" y="32"/>
                    <a:pt x="88" y="32"/>
                  </a:cubicBezTo>
                  <a:cubicBezTo>
                    <a:pt x="88" y="32"/>
                    <a:pt x="88" y="32"/>
                    <a:pt x="89" y="32"/>
                  </a:cubicBezTo>
                  <a:cubicBezTo>
                    <a:pt x="89" y="32"/>
                    <a:pt x="89" y="32"/>
                    <a:pt x="89" y="32"/>
                  </a:cubicBezTo>
                  <a:cubicBezTo>
                    <a:pt x="89" y="32"/>
                    <a:pt x="90" y="31"/>
                    <a:pt x="90" y="31"/>
                  </a:cubicBezTo>
                  <a:cubicBezTo>
                    <a:pt x="90" y="31"/>
                    <a:pt x="90" y="31"/>
                    <a:pt x="90" y="31"/>
                  </a:cubicBezTo>
                  <a:cubicBezTo>
                    <a:pt x="90" y="31"/>
                    <a:pt x="90" y="31"/>
                    <a:pt x="90" y="31"/>
                  </a:cubicBezTo>
                  <a:cubicBezTo>
                    <a:pt x="90" y="31"/>
                    <a:pt x="90" y="31"/>
                    <a:pt x="90" y="31"/>
                  </a:cubicBezTo>
                  <a:cubicBezTo>
                    <a:pt x="90" y="31"/>
                    <a:pt x="90" y="31"/>
                    <a:pt x="90" y="31"/>
                  </a:cubicBezTo>
                  <a:cubicBezTo>
                    <a:pt x="90" y="31"/>
                    <a:pt x="90" y="32"/>
                    <a:pt x="90" y="32"/>
                  </a:cubicBezTo>
                  <a:cubicBezTo>
                    <a:pt x="89" y="32"/>
                    <a:pt x="90" y="33"/>
                    <a:pt x="90" y="33"/>
                  </a:cubicBezTo>
                  <a:cubicBezTo>
                    <a:pt x="90" y="33"/>
                    <a:pt x="90" y="33"/>
                    <a:pt x="91" y="33"/>
                  </a:cubicBezTo>
                  <a:cubicBezTo>
                    <a:pt x="91" y="33"/>
                    <a:pt x="92" y="32"/>
                    <a:pt x="92" y="32"/>
                  </a:cubicBezTo>
                  <a:cubicBezTo>
                    <a:pt x="92" y="32"/>
                    <a:pt x="92" y="32"/>
                    <a:pt x="93" y="32"/>
                  </a:cubicBezTo>
                  <a:cubicBezTo>
                    <a:pt x="93" y="32"/>
                    <a:pt x="93" y="32"/>
                    <a:pt x="93" y="32"/>
                  </a:cubicBezTo>
                  <a:cubicBezTo>
                    <a:pt x="93" y="32"/>
                    <a:pt x="93" y="32"/>
                    <a:pt x="94" y="32"/>
                  </a:cubicBezTo>
                  <a:cubicBezTo>
                    <a:pt x="94" y="32"/>
                    <a:pt x="94" y="32"/>
                    <a:pt x="94" y="32"/>
                  </a:cubicBezTo>
                  <a:cubicBezTo>
                    <a:pt x="94" y="32"/>
                    <a:pt x="94" y="32"/>
                    <a:pt x="94" y="32"/>
                  </a:cubicBezTo>
                  <a:cubicBezTo>
                    <a:pt x="94" y="32"/>
                    <a:pt x="94" y="32"/>
                    <a:pt x="94" y="32"/>
                  </a:cubicBezTo>
                  <a:cubicBezTo>
                    <a:pt x="94" y="32"/>
                    <a:pt x="94" y="32"/>
                    <a:pt x="94" y="32"/>
                  </a:cubicBezTo>
                  <a:cubicBezTo>
                    <a:pt x="94" y="32"/>
                    <a:pt x="94" y="32"/>
                    <a:pt x="93" y="32"/>
                  </a:cubicBezTo>
                  <a:cubicBezTo>
                    <a:pt x="93" y="32"/>
                    <a:pt x="93" y="32"/>
                    <a:pt x="92" y="33"/>
                  </a:cubicBezTo>
                  <a:cubicBezTo>
                    <a:pt x="92" y="33"/>
                    <a:pt x="92" y="33"/>
                    <a:pt x="92" y="33"/>
                  </a:cubicBezTo>
                  <a:cubicBezTo>
                    <a:pt x="92" y="33"/>
                    <a:pt x="92" y="33"/>
                    <a:pt x="92" y="33"/>
                  </a:cubicBezTo>
                  <a:cubicBezTo>
                    <a:pt x="92" y="34"/>
                    <a:pt x="93" y="34"/>
                    <a:pt x="93" y="34"/>
                  </a:cubicBezTo>
                  <a:cubicBezTo>
                    <a:pt x="93" y="34"/>
                    <a:pt x="93" y="34"/>
                    <a:pt x="94" y="34"/>
                  </a:cubicBezTo>
                  <a:cubicBezTo>
                    <a:pt x="94" y="34"/>
                    <a:pt x="94" y="34"/>
                    <a:pt x="94" y="34"/>
                  </a:cubicBezTo>
                  <a:cubicBezTo>
                    <a:pt x="94" y="33"/>
                    <a:pt x="94" y="33"/>
                    <a:pt x="94" y="33"/>
                  </a:cubicBezTo>
                  <a:cubicBezTo>
                    <a:pt x="94" y="33"/>
                    <a:pt x="94" y="33"/>
                    <a:pt x="94" y="33"/>
                  </a:cubicBezTo>
                  <a:cubicBezTo>
                    <a:pt x="94" y="33"/>
                    <a:pt x="95" y="33"/>
                    <a:pt x="95" y="33"/>
                  </a:cubicBezTo>
                  <a:cubicBezTo>
                    <a:pt x="95" y="33"/>
                    <a:pt x="96" y="33"/>
                    <a:pt x="96" y="33"/>
                  </a:cubicBezTo>
                  <a:cubicBezTo>
                    <a:pt x="96" y="32"/>
                    <a:pt x="97" y="32"/>
                    <a:pt x="97" y="32"/>
                  </a:cubicBezTo>
                  <a:cubicBezTo>
                    <a:pt x="97" y="31"/>
                    <a:pt x="96" y="31"/>
                    <a:pt x="96" y="31"/>
                  </a:cubicBezTo>
                  <a:cubicBezTo>
                    <a:pt x="95" y="30"/>
                    <a:pt x="95" y="30"/>
                    <a:pt x="95" y="30"/>
                  </a:cubicBezTo>
                  <a:cubicBezTo>
                    <a:pt x="94" y="30"/>
                    <a:pt x="94" y="30"/>
                    <a:pt x="94" y="29"/>
                  </a:cubicBezTo>
                  <a:cubicBezTo>
                    <a:pt x="93" y="29"/>
                    <a:pt x="93" y="29"/>
                    <a:pt x="93" y="29"/>
                  </a:cubicBezTo>
                  <a:cubicBezTo>
                    <a:pt x="94" y="29"/>
                    <a:pt x="94" y="29"/>
                    <a:pt x="94" y="28"/>
                  </a:cubicBezTo>
                  <a:cubicBezTo>
                    <a:pt x="94" y="28"/>
                    <a:pt x="95" y="28"/>
                    <a:pt x="95" y="28"/>
                  </a:cubicBezTo>
                  <a:cubicBezTo>
                    <a:pt x="96" y="28"/>
                    <a:pt x="96" y="28"/>
                    <a:pt x="96" y="27"/>
                  </a:cubicBezTo>
                  <a:cubicBezTo>
                    <a:pt x="96" y="27"/>
                    <a:pt x="96" y="27"/>
                    <a:pt x="96" y="27"/>
                  </a:cubicBezTo>
                  <a:cubicBezTo>
                    <a:pt x="96" y="26"/>
                    <a:pt x="95" y="26"/>
                    <a:pt x="95" y="26"/>
                  </a:cubicBezTo>
                  <a:cubicBezTo>
                    <a:pt x="95" y="26"/>
                    <a:pt x="95" y="25"/>
                    <a:pt x="95" y="25"/>
                  </a:cubicBezTo>
                  <a:cubicBezTo>
                    <a:pt x="95" y="25"/>
                    <a:pt x="95" y="25"/>
                    <a:pt x="95" y="25"/>
                  </a:cubicBezTo>
                  <a:cubicBezTo>
                    <a:pt x="95" y="25"/>
                    <a:pt x="96" y="25"/>
                    <a:pt x="96" y="25"/>
                  </a:cubicBezTo>
                  <a:cubicBezTo>
                    <a:pt x="96" y="25"/>
                    <a:pt x="96" y="25"/>
                    <a:pt x="96" y="25"/>
                  </a:cubicBezTo>
                  <a:cubicBezTo>
                    <a:pt x="97" y="25"/>
                    <a:pt x="97" y="25"/>
                    <a:pt x="97" y="25"/>
                  </a:cubicBezTo>
                  <a:cubicBezTo>
                    <a:pt x="97" y="25"/>
                    <a:pt x="97" y="25"/>
                    <a:pt x="97" y="25"/>
                  </a:cubicBezTo>
                  <a:cubicBezTo>
                    <a:pt x="97" y="25"/>
                    <a:pt x="97" y="25"/>
                    <a:pt x="98" y="25"/>
                  </a:cubicBezTo>
                  <a:cubicBezTo>
                    <a:pt x="98" y="25"/>
                    <a:pt x="98" y="25"/>
                    <a:pt x="98" y="25"/>
                  </a:cubicBezTo>
                  <a:cubicBezTo>
                    <a:pt x="98" y="25"/>
                    <a:pt x="98" y="25"/>
                    <a:pt x="98" y="25"/>
                  </a:cubicBezTo>
                  <a:cubicBezTo>
                    <a:pt x="98" y="25"/>
                    <a:pt x="98" y="25"/>
                    <a:pt x="98" y="25"/>
                  </a:cubicBezTo>
                  <a:cubicBezTo>
                    <a:pt x="99" y="25"/>
                    <a:pt x="99" y="25"/>
                    <a:pt x="99" y="25"/>
                  </a:cubicBezTo>
                  <a:cubicBezTo>
                    <a:pt x="99" y="25"/>
                    <a:pt x="99" y="25"/>
                    <a:pt x="99" y="25"/>
                  </a:cubicBezTo>
                  <a:cubicBezTo>
                    <a:pt x="99" y="25"/>
                    <a:pt x="99" y="25"/>
                    <a:pt x="100" y="25"/>
                  </a:cubicBezTo>
                  <a:cubicBezTo>
                    <a:pt x="100" y="25"/>
                    <a:pt x="100" y="25"/>
                    <a:pt x="100" y="25"/>
                  </a:cubicBezTo>
                  <a:cubicBezTo>
                    <a:pt x="100" y="26"/>
                    <a:pt x="100" y="26"/>
                    <a:pt x="100" y="26"/>
                  </a:cubicBezTo>
                  <a:cubicBezTo>
                    <a:pt x="100" y="26"/>
                    <a:pt x="99" y="26"/>
                    <a:pt x="99" y="26"/>
                  </a:cubicBezTo>
                  <a:cubicBezTo>
                    <a:pt x="99" y="26"/>
                    <a:pt x="99" y="26"/>
                    <a:pt x="99" y="26"/>
                  </a:cubicBezTo>
                  <a:cubicBezTo>
                    <a:pt x="99" y="26"/>
                    <a:pt x="99" y="27"/>
                    <a:pt x="99" y="27"/>
                  </a:cubicBezTo>
                  <a:cubicBezTo>
                    <a:pt x="99" y="27"/>
                    <a:pt x="98" y="27"/>
                    <a:pt x="98" y="27"/>
                  </a:cubicBezTo>
                  <a:cubicBezTo>
                    <a:pt x="98" y="28"/>
                    <a:pt x="99" y="28"/>
                    <a:pt x="99" y="28"/>
                  </a:cubicBezTo>
                  <a:cubicBezTo>
                    <a:pt x="99" y="28"/>
                    <a:pt x="99" y="28"/>
                    <a:pt x="99" y="28"/>
                  </a:cubicBezTo>
                  <a:cubicBezTo>
                    <a:pt x="100" y="28"/>
                    <a:pt x="101" y="28"/>
                    <a:pt x="101" y="28"/>
                  </a:cubicBezTo>
                  <a:cubicBezTo>
                    <a:pt x="101" y="28"/>
                    <a:pt x="101" y="28"/>
                    <a:pt x="101" y="28"/>
                  </a:cubicBezTo>
                  <a:cubicBezTo>
                    <a:pt x="101" y="28"/>
                    <a:pt x="102" y="27"/>
                    <a:pt x="102" y="26"/>
                  </a:cubicBezTo>
                  <a:cubicBezTo>
                    <a:pt x="102" y="26"/>
                    <a:pt x="102" y="26"/>
                    <a:pt x="102" y="26"/>
                  </a:cubicBezTo>
                  <a:cubicBezTo>
                    <a:pt x="102" y="27"/>
                    <a:pt x="102" y="27"/>
                    <a:pt x="103" y="27"/>
                  </a:cubicBezTo>
                  <a:cubicBezTo>
                    <a:pt x="103" y="27"/>
                    <a:pt x="103" y="27"/>
                    <a:pt x="103" y="27"/>
                  </a:cubicBezTo>
                  <a:cubicBezTo>
                    <a:pt x="102" y="27"/>
                    <a:pt x="101" y="28"/>
                    <a:pt x="101" y="28"/>
                  </a:cubicBezTo>
                  <a:cubicBezTo>
                    <a:pt x="101" y="29"/>
                    <a:pt x="101" y="29"/>
                    <a:pt x="101" y="29"/>
                  </a:cubicBezTo>
                  <a:cubicBezTo>
                    <a:pt x="101" y="29"/>
                    <a:pt x="101" y="29"/>
                    <a:pt x="101" y="29"/>
                  </a:cubicBezTo>
                  <a:cubicBezTo>
                    <a:pt x="101" y="29"/>
                    <a:pt x="101" y="29"/>
                    <a:pt x="100" y="29"/>
                  </a:cubicBezTo>
                  <a:cubicBezTo>
                    <a:pt x="100" y="29"/>
                    <a:pt x="99" y="29"/>
                    <a:pt x="99" y="29"/>
                  </a:cubicBezTo>
                  <a:cubicBezTo>
                    <a:pt x="99" y="29"/>
                    <a:pt x="98" y="29"/>
                    <a:pt x="98" y="29"/>
                  </a:cubicBezTo>
                  <a:cubicBezTo>
                    <a:pt x="98" y="30"/>
                    <a:pt x="98" y="30"/>
                    <a:pt x="98" y="30"/>
                  </a:cubicBezTo>
                  <a:cubicBezTo>
                    <a:pt x="98" y="31"/>
                    <a:pt x="98" y="31"/>
                    <a:pt x="98" y="31"/>
                  </a:cubicBezTo>
                  <a:cubicBezTo>
                    <a:pt x="98" y="31"/>
                    <a:pt x="98" y="31"/>
                    <a:pt x="98" y="32"/>
                  </a:cubicBezTo>
                  <a:cubicBezTo>
                    <a:pt x="98" y="32"/>
                    <a:pt x="98" y="32"/>
                    <a:pt x="98" y="32"/>
                  </a:cubicBezTo>
                  <a:cubicBezTo>
                    <a:pt x="99" y="32"/>
                    <a:pt x="99" y="32"/>
                    <a:pt x="99" y="32"/>
                  </a:cubicBezTo>
                  <a:cubicBezTo>
                    <a:pt x="99" y="32"/>
                    <a:pt x="99" y="32"/>
                    <a:pt x="100" y="31"/>
                  </a:cubicBezTo>
                  <a:cubicBezTo>
                    <a:pt x="100" y="31"/>
                    <a:pt x="100" y="31"/>
                    <a:pt x="100" y="31"/>
                  </a:cubicBezTo>
                  <a:cubicBezTo>
                    <a:pt x="101" y="31"/>
                    <a:pt x="102" y="32"/>
                    <a:pt x="103" y="32"/>
                  </a:cubicBezTo>
                  <a:cubicBezTo>
                    <a:pt x="103" y="32"/>
                    <a:pt x="103" y="32"/>
                    <a:pt x="103" y="32"/>
                  </a:cubicBezTo>
                  <a:cubicBezTo>
                    <a:pt x="103" y="32"/>
                    <a:pt x="103" y="32"/>
                    <a:pt x="103" y="32"/>
                  </a:cubicBezTo>
                  <a:cubicBezTo>
                    <a:pt x="103" y="32"/>
                    <a:pt x="104" y="32"/>
                    <a:pt x="104" y="32"/>
                  </a:cubicBezTo>
                  <a:cubicBezTo>
                    <a:pt x="104" y="32"/>
                    <a:pt x="104" y="32"/>
                    <a:pt x="104" y="32"/>
                  </a:cubicBezTo>
                  <a:cubicBezTo>
                    <a:pt x="105" y="32"/>
                    <a:pt x="105" y="32"/>
                    <a:pt x="105" y="32"/>
                  </a:cubicBezTo>
                  <a:cubicBezTo>
                    <a:pt x="105" y="32"/>
                    <a:pt x="105" y="33"/>
                    <a:pt x="106" y="33"/>
                  </a:cubicBezTo>
                  <a:cubicBezTo>
                    <a:pt x="106" y="33"/>
                    <a:pt x="106" y="33"/>
                    <a:pt x="106" y="33"/>
                  </a:cubicBezTo>
                  <a:cubicBezTo>
                    <a:pt x="106" y="33"/>
                    <a:pt x="106" y="33"/>
                    <a:pt x="106" y="33"/>
                  </a:cubicBezTo>
                  <a:cubicBezTo>
                    <a:pt x="107" y="33"/>
                    <a:pt x="107" y="33"/>
                    <a:pt x="107" y="33"/>
                  </a:cubicBezTo>
                  <a:cubicBezTo>
                    <a:pt x="107" y="33"/>
                    <a:pt x="107" y="33"/>
                    <a:pt x="107" y="33"/>
                  </a:cubicBezTo>
                  <a:cubicBezTo>
                    <a:pt x="107" y="33"/>
                    <a:pt x="107" y="34"/>
                    <a:pt x="107" y="34"/>
                  </a:cubicBezTo>
                  <a:cubicBezTo>
                    <a:pt x="107" y="34"/>
                    <a:pt x="107" y="34"/>
                    <a:pt x="108" y="34"/>
                  </a:cubicBezTo>
                  <a:cubicBezTo>
                    <a:pt x="108" y="34"/>
                    <a:pt x="108" y="34"/>
                    <a:pt x="108" y="34"/>
                  </a:cubicBezTo>
                  <a:cubicBezTo>
                    <a:pt x="108" y="34"/>
                    <a:pt x="108" y="34"/>
                    <a:pt x="108" y="34"/>
                  </a:cubicBezTo>
                  <a:cubicBezTo>
                    <a:pt x="109" y="34"/>
                    <a:pt x="110" y="34"/>
                    <a:pt x="110" y="34"/>
                  </a:cubicBezTo>
                  <a:cubicBezTo>
                    <a:pt x="110" y="34"/>
                    <a:pt x="110" y="34"/>
                    <a:pt x="110" y="34"/>
                  </a:cubicBezTo>
                  <a:cubicBezTo>
                    <a:pt x="110" y="34"/>
                    <a:pt x="110" y="34"/>
                    <a:pt x="110" y="34"/>
                  </a:cubicBezTo>
                  <a:cubicBezTo>
                    <a:pt x="110" y="34"/>
                    <a:pt x="110" y="34"/>
                    <a:pt x="110" y="34"/>
                  </a:cubicBezTo>
                  <a:cubicBezTo>
                    <a:pt x="110" y="33"/>
                    <a:pt x="110" y="33"/>
                    <a:pt x="110" y="33"/>
                  </a:cubicBezTo>
                  <a:cubicBezTo>
                    <a:pt x="110" y="33"/>
                    <a:pt x="110" y="33"/>
                    <a:pt x="110" y="33"/>
                  </a:cubicBezTo>
                  <a:cubicBezTo>
                    <a:pt x="110" y="33"/>
                    <a:pt x="111" y="33"/>
                    <a:pt x="111" y="33"/>
                  </a:cubicBezTo>
                  <a:cubicBezTo>
                    <a:pt x="111" y="33"/>
                    <a:pt x="111" y="33"/>
                    <a:pt x="111" y="34"/>
                  </a:cubicBezTo>
                  <a:cubicBezTo>
                    <a:pt x="111" y="34"/>
                    <a:pt x="111" y="34"/>
                    <a:pt x="112" y="34"/>
                  </a:cubicBezTo>
                  <a:cubicBezTo>
                    <a:pt x="112" y="34"/>
                    <a:pt x="112" y="34"/>
                    <a:pt x="112" y="34"/>
                  </a:cubicBezTo>
                  <a:cubicBezTo>
                    <a:pt x="112" y="34"/>
                    <a:pt x="112" y="34"/>
                    <a:pt x="113" y="34"/>
                  </a:cubicBezTo>
                  <a:cubicBezTo>
                    <a:pt x="113" y="34"/>
                    <a:pt x="113" y="34"/>
                    <a:pt x="113" y="33"/>
                  </a:cubicBezTo>
                  <a:cubicBezTo>
                    <a:pt x="113" y="33"/>
                    <a:pt x="113" y="33"/>
                    <a:pt x="113" y="33"/>
                  </a:cubicBezTo>
                  <a:cubicBezTo>
                    <a:pt x="113" y="33"/>
                    <a:pt x="113" y="33"/>
                    <a:pt x="113" y="32"/>
                  </a:cubicBezTo>
                  <a:cubicBezTo>
                    <a:pt x="113" y="32"/>
                    <a:pt x="112" y="31"/>
                    <a:pt x="112" y="31"/>
                  </a:cubicBezTo>
                  <a:cubicBezTo>
                    <a:pt x="111" y="31"/>
                    <a:pt x="111" y="30"/>
                    <a:pt x="111" y="30"/>
                  </a:cubicBezTo>
                  <a:cubicBezTo>
                    <a:pt x="110" y="30"/>
                    <a:pt x="110" y="30"/>
                    <a:pt x="110" y="30"/>
                  </a:cubicBezTo>
                  <a:cubicBezTo>
                    <a:pt x="110" y="30"/>
                    <a:pt x="110" y="30"/>
                    <a:pt x="110" y="30"/>
                  </a:cubicBezTo>
                  <a:cubicBezTo>
                    <a:pt x="110" y="30"/>
                    <a:pt x="110" y="30"/>
                    <a:pt x="110" y="30"/>
                  </a:cubicBezTo>
                  <a:cubicBezTo>
                    <a:pt x="110" y="30"/>
                    <a:pt x="110" y="29"/>
                    <a:pt x="110" y="29"/>
                  </a:cubicBezTo>
                  <a:cubicBezTo>
                    <a:pt x="110" y="29"/>
                    <a:pt x="111" y="30"/>
                    <a:pt x="111" y="30"/>
                  </a:cubicBezTo>
                  <a:cubicBezTo>
                    <a:pt x="112" y="30"/>
                    <a:pt x="112" y="31"/>
                    <a:pt x="113" y="31"/>
                  </a:cubicBezTo>
                  <a:cubicBezTo>
                    <a:pt x="113" y="31"/>
                    <a:pt x="114" y="31"/>
                    <a:pt x="114" y="31"/>
                  </a:cubicBezTo>
                  <a:cubicBezTo>
                    <a:pt x="114" y="30"/>
                    <a:pt x="115" y="30"/>
                    <a:pt x="115" y="30"/>
                  </a:cubicBezTo>
                  <a:cubicBezTo>
                    <a:pt x="115" y="29"/>
                    <a:pt x="116" y="28"/>
                    <a:pt x="116" y="28"/>
                  </a:cubicBezTo>
                  <a:cubicBezTo>
                    <a:pt x="116" y="28"/>
                    <a:pt x="116" y="28"/>
                    <a:pt x="116" y="28"/>
                  </a:cubicBezTo>
                  <a:cubicBezTo>
                    <a:pt x="116" y="28"/>
                    <a:pt x="116" y="28"/>
                    <a:pt x="116" y="28"/>
                  </a:cubicBezTo>
                  <a:cubicBezTo>
                    <a:pt x="116" y="28"/>
                    <a:pt x="115" y="28"/>
                    <a:pt x="114" y="27"/>
                  </a:cubicBezTo>
                  <a:cubicBezTo>
                    <a:pt x="114" y="27"/>
                    <a:pt x="114" y="27"/>
                    <a:pt x="114" y="27"/>
                  </a:cubicBezTo>
                  <a:cubicBezTo>
                    <a:pt x="113" y="27"/>
                    <a:pt x="113" y="27"/>
                    <a:pt x="113" y="27"/>
                  </a:cubicBezTo>
                  <a:cubicBezTo>
                    <a:pt x="113" y="27"/>
                    <a:pt x="113" y="27"/>
                    <a:pt x="113" y="27"/>
                  </a:cubicBezTo>
                  <a:cubicBezTo>
                    <a:pt x="113" y="27"/>
                    <a:pt x="113" y="27"/>
                    <a:pt x="113" y="27"/>
                  </a:cubicBezTo>
                  <a:cubicBezTo>
                    <a:pt x="113" y="27"/>
                    <a:pt x="113" y="26"/>
                    <a:pt x="112" y="26"/>
                  </a:cubicBezTo>
                  <a:cubicBezTo>
                    <a:pt x="112" y="26"/>
                    <a:pt x="111" y="25"/>
                    <a:pt x="111" y="25"/>
                  </a:cubicBezTo>
                  <a:cubicBezTo>
                    <a:pt x="111" y="25"/>
                    <a:pt x="111" y="26"/>
                    <a:pt x="110" y="26"/>
                  </a:cubicBezTo>
                  <a:cubicBezTo>
                    <a:pt x="110" y="26"/>
                    <a:pt x="110" y="26"/>
                    <a:pt x="110" y="26"/>
                  </a:cubicBezTo>
                  <a:cubicBezTo>
                    <a:pt x="110" y="26"/>
                    <a:pt x="110" y="26"/>
                    <a:pt x="110" y="25"/>
                  </a:cubicBezTo>
                  <a:cubicBezTo>
                    <a:pt x="110" y="25"/>
                    <a:pt x="109" y="24"/>
                    <a:pt x="109" y="24"/>
                  </a:cubicBezTo>
                  <a:cubicBezTo>
                    <a:pt x="109" y="24"/>
                    <a:pt x="109" y="24"/>
                    <a:pt x="109" y="23"/>
                  </a:cubicBezTo>
                  <a:cubicBezTo>
                    <a:pt x="109" y="23"/>
                    <a:pt x="109" y="23"/>
                    <a:pt x="109" y="23"/>
                  </a:cubicBezTo>
                  <a:cubicBezTo>
                    <a:pt x="108" y="23"/>
                    <a:pt x="108" y="23"/>
                    <a:pt x="107" y="22"/>
                  </a:cubicBezTo>
                  <a:cubicBezTo>
                    <a:pt x="106" y="22"/>
                    <a:pt x="106" y="22"/>
                    <a:pt x="105" y="22"/>
                  </a:cubicBezTo>
                  <a:cubicBezTo>
                    <a:pt x="105" y="22"/>
                    <a:pt x="104" y="22"/>
                    <a:pt x="104" y="22"/>
                  </a:cubicBezTo>
                  <a:cubicBezTo>
                    <a:pt x="104" y="22"/>
                    <a:pt x="103" y="21"/>
                    <a:pt x="103" y="21"/>
                  </a:cubicBezTo>
                  <a:cubicBezTo>
                    <a:pt x="102" y="21"/>
                    <a:pt x="101" y="21"/>
                    <a:pt x="101" y="20"/>
                  </a:cubicBezTo>
                  <a:cubicBezTo>
                    <a:pt x="100" y="20"/>
                    <a:pt x="99" y="19"/>
                    <a:pt x="98" y="19"/>
                  </a:cubicBezTo>
                  <a:cubicBezTo>
                    <a:pt x="98" y="19"/>
                    <a:pt x="95" y="19"/>
                    <a:pt x="94" y="19"/>
                  </a:cubicBezTo>
                  <a:cubicBezTo>
                    <a:pt x="94" y="19"/>
                    <a:pt x="94" y="19"/>
                    <a:pt x="94" y="19"/>
                  </a:cubicBezTo>
                  <a:cubicBezTo>
                    <a:pt x="94" y="19"/>
                    <a:pt x="94" y="19"/>
                    <a:pt x="94" y="19"/>
                  </a:cubicBezTo>
                  <a:cubicBezTo>
                    <a:pt x="93" y="19"/>
                    <a:pt x="92" y="20"/>
                    <a:pt x="91" y="20"/>
                  </a:cubicBezTo>
                  <a:cubicBezTo>
                    <a:pt x="91" y="20"/>
                    <a:pt x="91" y="20"/>
                    <a:pt x="91" y="20"/>
                  </a:cubicBezTo>
                  <a:cubicBezTo>
                    <a:pt x="91" y="20"/>
                    <a:pt x="91" y="20"/>
                    <a:pt x="91" y="20"/>
                  </a:cubicBezTo>
                  <a:cubicBezTo>
                    <a:pt x="91" y="21"/>
                    <a:pt x="91" y="21"/>
                    <a:pt x="91" y="21"/>
                  </a:cubicBezTo>
                  <a:cubicBezTo>
                    <a:pt x="91" y="21"/>
                    <a:pt x="91" y="21"/>
                    <a:pt x="91" y="21"/>
                  </a:cubicBezTo>
                  <a:cubicBezTo>
                    <a:pt x="91" y="21"/>
                    <a:pt x="91" y="21"/>
                    <a:pt x="91" y="21"/>
                  </a:cubicBezTo>
                  <a:cubicBezTo>
                    <a:pt x="91" y="21"/>
                    <a:pt x="91" y="21"/>
                    <a:pt x="91" y="21"/>
                  </a:cubicBezTo>
                  <a:cubicBezTo>
                    <a:pt x="91" y="21"/>
                    <a:pt x="91" y="21"/>
                    <a:pt x="91" y="20"/>
                  </a:cubicBezTo>
                  <a:cubicBezTo>
                    <a:pt x="91" y="20"/>
                    <a:pt x="91" y="19"/>
                    <a:pt x="90" y="19"/>
                  </a:cubicBezTo>
                  <a:cubicBezTo>
                    <a:pt x="90" y="19"/>
                    <a:pt x="90" y="19"/>
                    <a:pt x="90" y="19"/>
                  </a:cubicBezTo>
                  <a:cubicBezTo>
                    <a:pt x="90" y="19"/>
                    <a:pt x="90" y="19"/>
                    <a:pt x="90" y="19"/>
                  </a:cubicBezTo>
                  <a:cubicBezTo>
                    <a:pt x="90" y="19"/>
                    <a:pt x="90" y="19"/>
                    <a:pt x="91" y="19"/>
                  </a:cubicBezTo>
                  <a:cubicBezTo>
                    <a:pt x="92" y="19"/>
                    <a:pt x="93" y="19"/>
                    <a:pt x="94" y="19"/>
                  </a:cubicBezTo>
                  <a:cubicBezTo>
                    <a:pt x="95" y="19"/>
                    <a:pt x="95" y="19"/>
                    <a:pt x="95" y="19"/>
                  </a:cubicBezTo>
                  <a:cubicBezTo>
                    <a:pt x="96" y="19"/>
                    <a:pt x="96" y="19"/>
                    <a:pt x="96" y="19"/>
                  </a:cubicBezTo>
                  <a:cubicBezTo>
                    <a:pt x="97" y="19"/>
                    <a:pt x="97" y="18"/>
                    <a:pt x="97" y="18"/>
                  </a:cubicBezTo>
                  <a:cubicBezTo>
                    <a:pt x="97" y="18"/>
                    <a:pt x="97" y="18"/>
                    <a:pt x="97" y="18"/>
                  </a:cubicBezTo>
                  <a:cubicBezTo>
                    <a:pt x="97" y="18"/>
                    <a:pt x="97" y="18"/>
                    <a:pt x="96" y="17"/>
                  </a:cubicBezTo>
                  <a:cubicBezTo>
                    <a:pt x="96" y="17"/>
                    <a:pt x="96" y="17"/>
                    <a:pt x="95" y="17"/>
                  </a:cubicBezTo>
                  <a:cubicBezTo>
                    <a:pt x="95" y="17"/>
                    <a:pt x="94" y="17"/>
                    <a:pt x="94" y="17"/>
                  </a:cubicBezTo>
                  <a:cubicBezTo>
                    <a:pt x="94" y="17"/>
                    <a:pt x="94" y="17"/>
                    <a:pt x="94" y="17"/>
                  </a:cubicBezTo>
                  <a:cubicBezTo>
                    <a:pt x="94" y="17"/>
                    <a:pt x="93" y="17"/>
                    <a:pt x="92" y="17"/>
                  </a:cubicBezTo>
                  <a:cubicBezTo>
                    <a:pt x="91" y="17"/>
                    <a:pt x="90" y="17"/>
                    <a:pt x="90" y="17"/>
                  </a:cubicBezTo>
                  <a:cubicBezTo>
                    <a:pt x="89" y="17"/>
                    <a:pt x="89" y="17"/>
                    <a:pt x="88" y="17"/>
                  </a:cubicBezTo>
                  <a:cubicBezTo>
                    <a:pt x="88" y="17"/>
                    <a:pt x="87" y="17"/>
                    <a:pt x="87" y="17"/>
                  </a:cubicBezTo>
                  <a:cubicBezTo>
                    <a:pt x="87" y="17"/>
                    <a:pt x="87" y="17"/>
                    <a:pt x="87" y="17"/>
                  </a:cubicBezTo>
                  <a:cubicBezTo>
                    <a:pt x="86" y="17"/>
                    <a:pt x="86" y="16"/>
                    <a:pt x="85" y="16"/>
                  </a:cubicBezTo>
                  <a:cubicBezTo>
                    <a:pt x="85" y="16"/>
                    <a:pt x="85" y="15"/>
                    <a:pt x="84" y="15"/>
                  </a:cubicBezTo>
                  <a:cubicBezTo>
                    <a:pt x="84" y="15"/>
                    <a:pt x="83" y="14"/>
                    <a:pt x="83" y="14"/>
                  </a:cubicBezTo>
                  <a:cubicBezTo>
                    <a:pt x="82" y="14"/>
                    <a:pt x="82" y="14"/>
                    <a:pt x="81" y="14"/>
                  </a:cubicBezTo>
                  <a:cubicBezTo>
                    <a:pt x="81" y="14"/>
                    <a:pt x="80" y="14"/>
                    <a:pt x="80" y="13"/>
                  </a:cubicBezTo>
                  <a:cubicBezTo>
                    <a:pt x="79" y="13"/>
                    <a:pt x="79" y="13"/>
                    <a:pt x="79" y="13"/>
                  </a:cubicBezTo>
                  <a:cubicBezTo>
                    <a:pt x="79" y="13"/>
                    <a:pt x="79" y="13"/>
                    <a:pt x="79" y="13"/>
                  </a:cubicBezTo>
                  <a:cubicBezTo>
                    <a:pt x="79" y="13"/>
                    <a:pt x="79" y="13"/>
                    <a:pt x="79" y="13"/>
                  </a:cubicBezTo>
                  <a:cubicBezTo>
                    <a:pt x="79" y="13"/>
                    <a:pt x="79" y="13"/>
                    <a:pt x="79" y="13"/>
                  </a:cubicBezTo>
                  <a:cubicBezTo>
                    <a:pt x="79" y="13"/>
                    <a:pt x="79" y="13"/>
                    <a:pt x="79" y="13"/>
                  </a:cubicBezTo>
                  <a:cubicBezTo>
                    <a:pt x="78" y="13"/>
                    <a:pt x="78" y="13"/>
                    <a:pt x="78" y="13"/>
                  </a:cubicBezTo>
                  <a:cubicBezTo>
                    <a:pt x="78" y="14"/>
                    <a:pt x="78" y="14"/>
                    <a:pt x="78" y="14"/>
                  </a:cubicBezTo>
                  <a:cubicBezTo>
                    <a:pt x="78" y="14"/>
                    <a:pt x="78" y="15"/>
                    <a:pt x="79" y="15"/>
                  </a:cubicBezTo>
                  <a:cubicBezTo>
                    <a:pt x="80" y="16"/>
                    <a:pt x="81" y="16"/>
                    <a:pt x="81" y="17"/>
                  </a:cubicBezTo>
                  <a:cubicBezTo>
                    <a:pt x="82" y="17"/>
                    <a:pt x="82" y="17"/>
                    <a:pt x="83" y="17"/>
                  </a:cubicBezTo>
                  <a:cubicBezTo>
                    <a:pt x="83" y="17"/>
                    <a:pt x="84" y="17"/>
                    <a:pt x="84" y="17"/>
                  </a:cubicBezTo>
                  <a:cubicBezTo>
                    <a:pt x="84" y="18"/>
                    <a:pt x="86" y="19"/>
                    <a:pt x="86" y="19"/>
                  </a:cubicBezTo>
                  <a:cubicBezTo>
                    <a:pt x="86" y="19"/>
                    <a:pt x="86" y="19"/>
                    <a:pt x="86" y="19"/>
                  </a:cubicBezTo>
                  <a:cubicBezTo>
                    <a:pt x="88" y="19"/>
                    <a:pt x="88" y="19"/>
                    <a:pt x="88" y="19"/>
                  </a:cubicBezTo>
                  <a:cubicBezTo>
                    <a:pt x="87" y="19"/>
                    <a:pt x="87" y="20"/>
                    <a:pt x="86" y="20"/>
                  </a:cubicBezTo>
                  <a:cubicBezTo>
                    <a:pt x="86" y="20"/>
                    <a:pt x="86" y="20"/>
                    <a:pt x="86" y="20"/>
                  </a:cubicBezTo>
                  <a:cubicBezTo>
                    <a:pt x="85" y="20"/>
                    <a:pt x="85" y="21"/>
                    <a:pt x="85" y="21"/>
                  </a:cubicBezTo>
                  <a:cubicBezTo>
                    <a:pt x="85" y="21"/>
                    <a:pt x="85" y="21"/>
                    <a:pt x="85" y="21"/>
                  </a:cubicBezTo>
                  <a:cubicBezTo>
                    <a:pt x="85" y="22"/>
                    <a:pt x="85" y="22"/>
                    <a:pt x="86" y="22"/>
                  </a:cubicBezTo>
                  <a:cubicBezTo>
                    <a:pt x="86" y="23"/>
                    <a:pt x="86" y="23"/>
                    <a:pt x="86" y="23"/>
                  </a:cubicBezTo>
                  <a:cubicBezTo>
                    <a:pt x="87" y="24"/>
                    <a:pt x="87" y="24"/>
                    <a:pt x="88" y="24"/>
                  </a:cubicBezTo>
                  <a:cubicBezTo>
                    <a:pt x="87" y="24"/>
                    <a:pt x="87" y="24"/>
                    <a:pt x="87" y="24"/>
                  </a:cubicBezTo>
                  <a:cubicBezTo>
                    <a:pt x="87" y="24"/>
                    <a:pt x="87" y="24"/>
                    <a:pt x="86" y="25"/>
                  </a:cubicBezTo>
                  <a:cubicBezTo>
                    <a:pt x="86" y="25"/>
                    <a:pt x="86" y="25"/>
                    <a:pt x="86" y="25"/>
                  </a:cubicBezTo>
                  <a:cubicBezTo>
                    <a:pt x="86" y="25"/>
                    <a:pt x="86" y="25"/>
                    <a:pt x="86" y="25"/>
                  </a:cubicBezTo>
                  <a:cubicBezTo>
                    <a:pt x="86" y="24"/>
                    <a:pt x="85" y="23"/>
                    <a:pt x="85" y="23"/>
                  </a:cubicBezTo>
                  <a:cubicBezTo>
                    <a:pt x="84" y="23"/>
                    <a:pt x="84" y="22"/>
                    <a:pt x="83" y="22"/>
                  </a:cubicBezTo>
                  <a:cubicBezTo>
                    <a:pt x="83" y="21"/>
                    <a:pt x="83" y="21"/>
                    <a:pt x="83" y="21"/>
                  </a:cubicBezTo>
                  <a:cubicBezTo>
                    <a:pt x="83" y="21"/>
                    <a:pt x="84" y="21"/>
                    <a:pt x="84" y="21"/>
                  </a:cubicBezTo>
                  <a:cubicBezTo>
                    <a:pt x="85" y="21"/>
                    <a:pt x="85" y="20"/>
                    <a:pt x="85" y="20"/>
                  </a:cubicBezTo>
                  <a:cubicBezTo>
                    <a:pt x="85" y="20"/>
                    <a:pt x="85" y="19"/>
                    <a:pt x="84" y="19"/>
                  </a:cubicBezTo>
                  <a:cubicBezTo>
                    <a:pt x="84" y="19"/>
                    <a:pt x="84" y="19"/>
                    <a:pt x="84" y="19"/>
                  </a:cubicBezTo>
                  <a:cubicBezTo>
                    <a:pt x="83" y="19"/>
                    <a:pt x="83" y="19"/>
                    <a:pt x="83" y="19"/>
                  </a:cubicBezTo>
                  <a:cubicBezTo>
                    <a:pt x="83" y="19"/>
                    <a:pt x="83" y="19"/>
                    <a:pt x="83" y="19"/>
                  </a:cubicBezTo>
                  <a:cubicBezTo>
                    <a:pt x="83" y="18"/>
                    <a:pt x="83" y="18"/>
                    <a:pt x="83" y="18"/>
                  </a:cubicBezTo>
                  <a:cubicBezTo>
                    <a:pt x="83" y="18"/>
                    <a:pt x="83" y="18"/>
                    <a:pt x="83" y="18"/>
                  </a:cubicBezTo>
                  <a:cubicBezTo>
                    <a:pt x="83" y="18"/>
                    <a:pt x="83" y="18"/>
                    <a:pt x="83" y="18"/>
                  </a:cubicBezTo>
                  <a:cubicBezTo>
                    <a:pt x="82" y="17"/>
                    <a:pt x="82" y="17"/>
                    <a:pt x="81" y="17"/>
                  </a:cubicBezTo>
                  <a:cubicBezTo>
                    <a:pt x="81" y="17"/>
                    <a:pt x="80" y="17"/>
                    <a:pt x="80" y="18"/>
                  </a:cubicBezTo>
                  <a:cubicBezTo>
                    <a:pt x="80" y="18"/>
                    <a:pt x="80" y="18"/>
                    <a:pt x="80" y="18"/>
                  </a:cubicBezTo>
                  <a:cubicBezTo>
                    <a:pt x="80" y="18"/>
                    <a:pt x="80" y="19"/>
                    <a:pt x="81" y="19"/>
                  </a:cubicBezTo>
                  <a:cubicBezTo>
                    <a:pt x="81" y="19"/>
                    <a:pt x="81" y="19"/>
                    <a:pt x="82" y="19"/>
                  </a:cubicBezTo>
                  <a:cubicBezTo>
                    <a:pt x="82" y="19"/>
                    <a:pt x="82" y="19"/>
                    <a:pt x="82" y="19"/>
                  </a:cubicBezTo>
                  <a:cubicBezTo>
                    <a:pt x="82" y="19"/>
                    <a:pt x="81" y="19"/>
                    <a:pt x="81" y="19"/>
                  </a:cubicBezTo>
                  <a:cubicBezTo>
                    <a:pt x="81" y="19"/>
                    <a:pt x="81" y="20"/>
                    <a:pt x="80" y="20"/>
                  </a:cubicBezTo>
                  <a:cubicBezTo>
                    <a:pt x="80" y="20"/>
                    <a:pt x="80" y="20"/>
                    <a:pt x="80" y="21"/>
                  </a:cubicBezTo>
                  <a:cubicBezTo>
                    <a:pt x="80" y="21"/>
                    <a:pt x="80" y="21"/>
                    <a:pt x="80" y="21"/>
                  </a:cubicBezTo>
                  <a:cubicBezTo>
                    <a:pt x="80" y="21"/>
                    <a:pt x="81" y="21"/>
                    <a:pt x="81" y="21"/>
                  </a:cubicBezTo>
                  <a:cubicBezTo>
                    <a:pt x="81" y="22"/>
                    <a:pt x="81" y="22"/>
                    <a:pt x="81" y="22"/>
                  </a:cubicBezTo>
                  <a:cubicBezTo>
                    <a:pt x="81" y="22"/>
                    <a:pt x="81" y="22"/>
                    <a:pt x="81" y="22"/>
                  </a:cubicBezTo>
                  <a:cubicBezTo>
                    <a:pt x="81" y="23"/>
                    <a:pt x="81" y="23"/>
                    <a:pt x="82" y="24"/>
                  </a:cubicBezTo>
                  <a:cubicBezTo>
                    <a:pt x="82" y="25"/>
                    <a:pt x="82" y="25"/>
                    <a:pt x="82" y="26"/>
                  </a:cubicBezTo>
                  <a:cubicBezTo>
                    <a:pt x="82" y="26"/>
                    <a:pt x="82" y="26"/>
                    <a:pt x="82" y="26"/>
                  </a:cubicBezTo>
                  <a:cubicBezTo>
                    <a:pt x="81" y="26"/>
                    <a:pt x="81" y="27"/>
                    <a:pt x="81" y="27"/>
                  </a:cubicBezTo>
                  <a:cubicBezTo>
                    <a:pt x="81" y="27"/>
                    <a:pt x="81" y="27"/>
                    <a:pt x="81" y="27"/>
                  </a:cubicBezTo>
                  <a:cubicBezTo>
                    <a:pt x="81" y="27"/>
                    <a:pt x="81" y="27"/>
                    <a:pt x="81" y="27"/>
                  </a:cubicBezTo>
                  <a:cubicBezTo>
                    <a:pt x="81" y="27"/>
                    <a:pt x="80" y="27"/>
                    <a:pt x="80" y="27"/>
                  </a:cubicBezTo>
                  <a:cubicBezTo>
                    <a:pt x="80" y="26"/>
                    <a:pt x="80" y="26"/>
                    <a:pt x="80" y="26"/>
                  </a:cubicBezTo>
                  <a:cubicBezTo>
                    <a:pt x="80" y="25"/>
                    <a:pt x="80" y="25"/>
                    <a:pt x="80" y="24"/>
                  </a:cubicBezTo>
                  <a:cubicBezTo>
                    <a:pt x="80" y="24"/>
                    <a:pt x="80" y="24"/>
                    <a:pt x="80" y="24"/>
                  </a:cubicBezTo>
                  <a:cubicBezTo>
                    <a:pt x="80" y="24"/>
                    <a:pt x="80" y="24"/>
                    <a:pt x="80" y="24"/>
                  </a:cubicBezTo>
                  <a:cubicBezTo>
                    <a:pt x="80" y="24"/>
                    <a:pt x="80" y="24"/>
                    <a:pt x="80" y="24"/>
                  </a:cubicBezTo>
                  <a:cubicBezTo>
                    <a:pt x="80" y="24"/>
                    <a:pt x="80" y="24"/>
                    <a:pt x="80" y="24"/>
                  </a:cubicBezTo>
                  <a:cubicBezTo>
                    <a:pt x="80" y="24"/>
                    <a:pt x="80" y="24"/>
                    <a:pt x="80" y="24"/>
                  </a:cubicBezTo>
                  <a:cubicBezTo>
                    <a:pt x="79" y="24"/>
                    <a:pt x="79" y="24"/>
                    <a:pt x="79" y="24"/>
                  </a:cubicBezTo>
                  <a:cubicBezTo>
                    <a:pt x="79" y="24"/>
                    <a:pt x="78" y="24"/>
                    <a:pt x="78" y="24"/>
                  </a:cubicBezTo>
                  <a:cubicBezTo>
                    <a:pt x="78" y="24"/>
                    <a:pt x="78" y="24"/>
                    <a:pt x="78" y="24"/>
                  </a:cubicBezTo>
                  <a:cubicBezTo>
                    <a:pt x="78" y="24"/>
                    <a:pt x="77" y="24"/>
                    <a:pt x="77" y="24"/>
                  </a:cubicBezTo>
                  <a:cubicBezTo>
                    <a:pt x="77" y="24"/>
                    <a:pt x="77" y="24"/>
                    <a:pt x="77" y="25"/>
                  </a:cubicBezTo>
                  <a:cubicBezTo>
                    <a:pt x="77" y="25"/>
                    <a:pt x="77" y="25"/>
                    <a:pt x="77" y="25"/>
                  </a:cubicBezTo>
                  <a:cubicBezTo>
                    <a:pt x="78" y="25"/>
                    <a:pt x="78" y="26"/>
                    <a:pt x="78" y="26"/>
                  </a:cubicBezTo>
                  <a:cubicBezTo>
                    <a:pt x="78" y="26"/>
                    <a:pt x="78" y="26"/>
                    <a:pt x="78" y="26"/>
                  </a:cubicBezTo>
                  <a:cubicBezTo>
                    <a:pt x="78" y="26"/>
                    <a:pt x="77" y="26"/>
                    <a:pt x="77" y="26"/>
                  </a:cubicBezTo>
                  <a:cubicBezTo>
                    <a:pt x="75" y="26"/>
                    <a:pt x="74" y="26"/>
                    <a:pt x="73" y="26"/>
                  </a:cubicBezTo>
                  <a:cubicBezTo>
                    <a:pt x="73" y="26"/>
                    <a:pt x="72" y="26"/>
                    <a:pt x="72" y="26"/>
                  </a:cubicBezTo>
                  <a:cubicBezTo>
                    <a:pt x="71" y="26"/>
                    <a:pt x="71" y="26"/>
                    <a:pt x="71" y="26"/>
                  </a:cubicBezTo>
                  <a:cubicBezTo>
                    <a:pt x="71" y="26"/>
                    <a:pt x="71" y="26"/>
                    <a:pt x="71" y="26"/>
                  </a:cubicBezTo>
                  <a:cubicBezTo>
                    <a:pt x="71" y="26"/>
                    <a:pt x="71" y="26"/>
                    <a:pt x="71" y="26"/>
                  </a:cubicBezTo>
                  <a:cubicBezTo>
                    <a:pt x="71" y="26"/>
                    <a:pt x="71" y="26"/>
                    <a:pt x="71" y="26"/>
                  </a:cubicBezTo>
                  <a:cubicBezTo>
                    <a:pt x="71" y="26"/>
                    <a:pt x="72" y="26"/>
                    <a:pt x="72" y="26"/>
                  </a:cubicBezTo>
                  <a:cubicBezTo>
                    <a:pt x="72" y="26"/>
                    <a:pt x="72" y="26"/>
                    <a:pt x="72" y="26"/>
                  </a:cubicBezTo>
                  <a:cubicBezTo>
                    <a:pt x="73" y="26"/>
                    <a:pt x="75" y="26"/>
                    <a:pt x="76" y="25"/>
                  </a:cubicBezTo>
                  <a:cubicBezTo>
                    <a:pt x="76" y="24"/>
                    <a:pt x="76" y="24"/>
                    <a:pt x="76" y="24"/>
                  </a:cubicBezTo>
                  <a:cubicBezTo>
                    <a:pt x="76" y="23"/>
                    <a:pt x="75" y="23"/>
                    <a:pt x="75" y="23"/>
                  </a:cubicBezTo>
                  <a:cubicBezTo>
                    <a:pt x="74" y="23"/>
                    <a:pt x="74" y="23"/>
                    <a:pt x="74" y="23"/>
                  </a:cubicBezTo>
                  <a:cubicBezTo>
                    <a:pt x="73" y="23"/>
                    <a:pt x="73" y="22"/>
                    <a:pt x="72" y="22"/>
                  </a:cubicBezTo>
                  <a:cubicBezTo>
                    <a:pt x="72" y="21"/>
                    <a:pt x="72" y="21"/>
                    <a:pt x="72" y="21"/>
                  </a:cubicBezTo>
                  <a:cubicBezTo>
                    <a:pt x="72" y="21"/>
                    <a:pt x="72" y="21"/>
                    <a:pt x="72" y="21"/>
                  </a:cubicBezTo>
                  <a:cubicBezTo>
                    <a:pt x="72" y="21"/>
                    <a:pt x="72" y="20"/>
                    <a:pt x="72" y="20"/>
                  </a:cubicBezTo>
                  <a:cubicBezTo>
                    <a:pt x="72" y="20"/>
                    <a:pt x="72" y="20"/>
                    <a:pt x="72" y="20"/>
                  </a:cubicBezTo>
                  <a:cubicBezTo>
                    <a:pt x="72" y="20"/>
                    <a:pt x="72" y="19"/>
                    <a:pt x="72" y="19"/>
                  </a:cubicBezTo>
                  <a:cubicBezTo>
                    <a:pt x="72" y="19"/>
                    <a:pt x="72" y="19"/>
                    <a:pt x="72" y="19"/>
                  </a:cubicBezTo>
                  <a:cubicBezTo>
                    <a:pt x="72" y="19"/>
                    <a:pt x="72" y="19"/>
                    <a:pt x="72" y="19"/>
                  </a:cubicBezTo>
                  <a:cubicBezTo>
                    <a:pt x="73" y="19"/>
                    <a:pt x="73" y="19"/>
                    <a:pt x="73" y="18"/>
                  </a:cubicBezTo>
                  <a:cubicBezTo>
                    <a:pt x="73" y="18"/>
                    <a:pt x="73" y="18"/>
                    <a:pt x="73" y="18"/>
                  </a:cubicBezTo>
                  <a:cubicBezTo>
                    <a:pt x="73" y="18"/>
                    <a:pt x="73" y="18"/>
                    <a:pt x="73" y="18"/>
                  </a:cubicBezTo>
                  <a:cubicBezTo>
                    <a:pt x="74" y="18"/>
                    <a:pt x="74" y="18"/>
                    <a:pt x="75" y="18"/>
                  </a:cubicBezTo>
                  <a:cubicBezTo>
                    <a:pt x="75" y="18"/>
                    <a:pt x="75" y="18"/>
                    <a:pt x="75" y="18"/>
                  </a:cubicBezTo>
                  <a:cubicBezTo>
                    <a:pt x="75" y="18"/>
                    <a:pt x="75" y="18"/>
                    <a:pt x="75" y="18"/>
                  </a:cubicBezTo>
                  <a:cubicBezTo>
                    <a:pt x="75" y="18"/>
                    <a:pt x="75" y="18"/>
                    <a:pt x="76" y="18"/>
                  </a:cubicBezTo>
                  <a:cubicBezTo>
                    <a:pt x="76" y="19"/>
                    <a:pt x="76" y="19"/>
                    <a:pt x="76" y="19"/>
                  </a:cubicBezTo>
                  <a:cubicBezTo>
                    <a:pt x="76" y="19"/>
                    <a:pt x="76" y="19"/>
                    <a:pt x="77" y="19"/>
                  </a:cubicBezTo>
                  <a:cubicBezTo>
                    <a:pt x="77" y="19"/>
                    <a:pt x="77" y="19"/>
                    <a:pt x="77" y="19"/>
                  </a:cubicBezTo>
                  <a:cubicBezTo>
                    <a:pt x="77" y="19"/>
                    <a:pt x="77" y="19"/>
                    <a:pt x="77" y="19"/>
                  </a:cubicBezTo>
                  <a:cubicBezTo>
                    <a:pt x="77" y="19"/>
                    <a:pt x="78" y="18"/>
                    <a:pt x="78" y="18"/>
                  </a:cubicBezTo>
                  <a:cubicBezTo>
                    <a:pt x="78" y="18"/>
                    <a:pt x="79" y="17"/>
                    <a:pt x="79" y="17"/>
                  </a:cubicBezTo>
                  <a:cubicBezTo>
                    <a:pt x="79" y="17"/>
                    <a:pt x="79" y="17"/>
                    <a:pt x="79" y="17"/>
                  </a:cubicBezTo>
                  <a:cubicBezTo>
                    <a:pt x="79" y="16"/>
                    <a:pt x="78" y="16"/>
                    <a:pt x="77" y="16"/>
                  </a:cubicBezTo>
                  <a:cubicBezTo>
                    <a:pt x="77" y="16"/>
                    <a:pt x="77" y="16"/>
                    <a:pt x="77" y="16"/>
                  </a:cubicBezTo>
                  <a:cubicBezTo>
                    <a:pt x="77" y="16"/>
                    <a:pt x="76" y="16"/>
                    <a:pt x="76" y="16"/>
                  </a:cubicBezTo>
                  <a:cubicBezTo>
                    <a:pt x="75" y="16"/>
                    <a:pt x="75" y="16"/>
                    <a:pt x="74" y="16"/>
                  </a:cubicBezTo>
                  <a:cubicBezTo>
                    <a:pt x="73" y="16"/>
                    <a:pt x="73" y="16"/>
                    <a:pt x="73" y="16"/>
                  </a:cubicBezTo>
                  <a:cubicBezTo>
                    <a:pt x="72" y="16"/>
                    <a:pt x="72" y="16"/>
                    <a:pt x="72" y="16"/>
                  </a:cubicBezTo>
                  <a:cubicBezTo>
                    <a:pt x="72" y="16"/>
                    <a:pt x="72" y="16"/>
                    <a:pt x="72" y="16"/>
                  </a:cubicBezTo>
                  <a:cubicBezTo>
                    <a:pt x="71" y="16"/>
                    <a:pt x="71" y="17"/>
                    <a:pt x="71" y="17"/>
                  </a:cubicBezTo>
                  <a:cubicBezTo>
                    <a:pt x="71" y="18"/>
                    <a:pt x="71" y="18"/>
                    <a:pt x="71" y="18"/>
                  </a:cubicBezTo>
                  <a:cubicBezTo>
                    <a:pt x="71" y="18"/>
                    <a:pt x="71" y="18"/>
                    <a:pt x="71" y="18"/>
                  </a:cubicBezTo>
                  <a:cubicBezTo>
                    <a:pt x="71" y="19"/>
                    <a:pt x="71" y="19"/>
                    <a:pt x="71" y="19"/>
                  </a:cubicBezTo>
                  <a:cubicBezTo>
                    <a:pt x="72" y="19"/>
                    <a:pt x="72" y="19"/>
                    <a:pt x="72" y="19"/>
                  </a:cubicBezTo>
                  <a:cubicBezTo>
                    <a:pt x="72" y="19"/>
                    <a:pt x="72" y="19"/>
                    <a:pt x="71" y="19"/>
                  </a:cubicBezTo>
                  <a:cubicBezTo>
                    <a:pt x="71" y="19"/>
                    <a:pt x="71" y="19"/>
                    <a:pt x="70" y="19"/>
                  </a:cubicBezTo>
                  <a:cubicBezTo>
                    <a:pt x="70" y="19"/>
                    <a:pt x="70" y="19"/>
                    <a:pt x="70" y="19"/>
                  </a:cubicBezTo>
                  <a:cubicBezTo>
                    <a:pt x="70" y="19"/>
                    <a:pt x="70" y="19"/>
                    <a:pt x="70" y="19"/>
                  </a:cubicBezTo>
                  <a:cubicBezTo>
                    <a:pt x="71" y="19"/>
                    <a:pt x="71" y="19"/>
                    <a:pt x="71" y="18"/>
                  </a:cubicBezTo>
                  <a:cubicBezTo>
                    <a:pt x="71" y="18"/>
                    <a:pt x="71" y="17"/>
                    <a:pt x="71" y="17"/>
                  </a:cubicBezTo>
                  <a:cubicBezTo>
                    <a:pt x="71" y="17"/>
                    <a:pt x="71" y="17"/>
                    <a:pt x="71" y="16"/>
                  </a:cubicBezTo>
                  <a:cubicBezTo>
                    <a:pt x="71" y="16"/>
                    <a:pt x="71" y="16"/>
                    <a:pt x="70" y="16"/>
                  </a:cubicBezTo>
                  <a:cubicBezTo>
                    <a:pt x="70" y="16"/>
                    <a:pt x="70" y="16"/>
                    <a:pt x="70" y="16"/>
                  </a:cubicBezTo>
                  <a:cubicBezTo>
                    <a:pt x="69" y="16"/>
                    <a:pt x="69" y="16"/>
                    <a:pt x="69" y="16"/>
                  </a:cubicBezTo>
                  <a:cubicBezTo>
                    <a:pt x="69" y="16"/>
                    <a:pt x="69" y="16"/>
                    <a:pt x="69" y="16"/>
                  </a:cubicBezTo>
                  <a:cubicBezTo>
                    <a:pt x="69" y="16"/>
                    <a:pt x="69" y="16"/>
                    <a:pt x="69" y="16"/>
                  </a:cubicBezTo>
                  <a:cubicBezTo>
                    <a:pt x="69" y="16"/>
                    <a:pt x="69" y="16"/>
                    <a:pt x="68" y="16"/>
                  </a:cubicBezTo>
                  <a:cubicBezTo>
                    <a:pt x="68" y="15"/>
                    <a:pt x="68" y="15"/>
                    <a:pt x="67" y="15"/>
                  </a:cubicBezTo>
                  <a:cubicBezTo>
                    <a:pt x="67" y="15"/>
                    <a:pt x="67" y="15"/>
                    <a:pt x="67" y="15"/>
                  </a:cubicBezTo>
                  <a:cubicBezTo>
                    <a:pt x="66" y="15"/>
                    <a:pt x="66" y="16"/>
                    <a:pt x="65" y="16"/>
                  </a:cubicBezTo>
                  <a:cubicBezTo>
                    <a:pt x="65" y="16"/>
                    <a:pt x="65" y="17"/>
                    <a:pt x="65" y="17"/>
                  </a:cubicBezTo>
                  <a:cubicBezTo>
                    <a:pt x="65" y="17"/>
                    <a:pt x="65" y="17"/>
                    <a:pt x="65" y="17"/>
                  </a:cubicBezTo>
                  <a:cubicBezTo>
                    <a:pt x="65" y="16"/>
                    <a:pt x="63" y="16"/>
                    <a:pt x="63" y="16"/>
                  </a:cubicBezTo>
                  <a:cubicBezTo>
                    <a:pt x="63" y="16"/>
                    <a:pt x="63" y="16"/>
                    <a:pt x="63" y="16"/>
                  </a:cubicBezTo>
                  <a:cubicBezTo>
                    <a:pt x="64" y="15"/>
                    <a:pt x="64" y="15"/>
                    <a:pt x="65" y="15"/>
                  </a:cubicBezTo>
                  <a:cubicBezTo>
                    <a:pt x="65" y="15"/>
                    <a:pt x="65" y="15"/>
                    <a:pt x="65" y="15"/>
                  </a:cubicBezTo>
                  <a:cubicBezTo>
                    <a:pt x="65" y="16"/>
                    <a:pt x="65" y="16"/>
                    <a:pt x="65" y="16"/>
                  </a:cubicBezTo>
                  <a:cubicBezTo>
                    <a:pt x="66" y="16"/>
                    <a:pt x="66" y="16"/>
                    <a:pt x="66" y="15"/>
                  </a:cubicBezTo>
                  <a:cubicBezTo>
                    <a:pt x="66" y="15"/>
                    <a:pt x="67" y="15"/>
                    <a:pt x="67" y="15"/>
                  </a:cubicBezTo>
                  <a:cubicBezTo>
                    <a:pt x="67" y="15"/>
                    <a:pt x="67" y="15"/>
                    <a:pt x="67" y="15"/>
                  </a:cubicBezTo>
                  <a:cubicBezTo>
                    <a:pt x="67" y="15"/>
                    <a:pt x="67" y="15"/>
                    <a:pt x="67" y="15"/>
                  </a:cubicBezTo>
                  <a:cubicBezTo>
                    <a:pt x="67" y="14"/>
                    <a:pt x="67" y="14"/>
                    <a:pt x="67" y="14"/>
                  </a:cubicBezTo>
                  <a:cubicBezTo>
                    <a:pt x="67" y="13"/>
                    <a:pt x="67" y="13"/>
                    <a:pt x="67" y="13"/>
                  </a:cubicBezTo>
                  <a:cubicBezTo>
                    <a:pt x="66" y="13"/>
                    <a:pt x="66" y="12"/>
                    <a:pt x="66" y="12"/>
                  </a:cubicBezTo>
                  <a:cubicBezTo>
                    <a:pt x="66" y="12"/>
                    <a:pt x="66" y="12"/>
                    <a:pt x="66" y="12"/>
                  </a:cubicBezTo>
                  <a:cubicBezTo>
                    <a:pt x="65" y="13"/>
                    <a:pt x="64" y="13"/>
                    <a:pt x="63" y="14"/>
                  </a:cubicBezTo>
                  <a:cubicBezTo>
                    <a:pt x="62" y="14"/>
                    <a:pt x="62" y="14"/>
                    <a:pt x="62" y="15"/>
                  </a:cubicBezTo>
                  <a:cubicBezTo>
                    <a:pt x="62" y="15"/>
                    <a:pt x="62" y="15"/>
                    <a:pt x="63" y="16"/>
                  </a:cubicBezTo>
                  <a:cubicBezTo>
                    <a:pt x="63" y="15"/>
                    <a:pt x="62" y="15"/>
                    <a:pt x="62" y="15"/>
                  </a:cubicBezTo>
                  <a:cubicBezTo>
                    <a:pt x="61" y="15"/>
                    <a:pt x="61" y="15"/>
                    <a:pt x="61" y="15"/>
                  </a:cubicBezTo>
                  <a:cubicBezTo>
                    <a:pt x="61" y="15"/>
                    <a:pt x="61" y="15"/>
                    <a:pt x="61" y="15"/>
                  </a:cubicBezTo>
                  <a:cubicBezTo>
                    <a:pt x="60" y="15"/>
                    <a:pt x="60" y="14"/>
                    <a:pt x="59" y="14"/>
                  </a:cubicBezTo>
                  <a:cubicBezTo>
                    <a:pt x="59" y="14"/>
                    <a:pt x="59" y="14"/>
                    <a:pt x="58" y="14"/>
                  </a:cubicBezTo>
                  <a:cubicBezTo>
                    <a:pt x="58" y="14"/>
                    <a:pt x="57" y="14"/>
                    <a:pt x="56" y="15"/>
                  </a:cubicBezTo>
                  <a:cubicBezTo>
                    <a:pt x="56" y="15"/>
                    <a:pt x="55" y="15"/>
                    <a:pt x="55" y="15"/>
                  </a:cubicBezTo>
                  <a:cubicBezTo>
                    <a:pt x="55" y="15"/>
                    <a:pt x="55" y="15"/>
                    <a:pt x="55" y="15"/>
                  </a:cubicBezTo>
                  <a:cubicBezTo>
                    <a:pt x="55" y="15"/>
                    <a:pt x="55" y="15"/>
                    <a:pt x="55" y="15"/>
                  </a:cubicBezTo>
                  <a:cubicBezTo>
                    <a:pt x="55" y="15"/>
                    <a:pt x="55" y="15"/>
                    <a:pt x="55" y="15"/>
                  </a:cubicBezTo>
                  <a:cubicBezTo>
                    <a:pt x="55" y="15"/>
                    <a:pt x="54" y="15"/>
                    <a:pt x="54" y="15"/>
                  </a:cubicBezTo>
                  <a:cubicBezTo>
                    <a:pt x="54" y="15"/>
                    <a:pt x="54" y="15"/>
                    <a:pt x="54" y="16"/>
                  </a:cubicBezTo>
                  <a:cubicBezTo>
                    <a:pt x="54" y="16"/>
                    <a:pt x="54" y="16"/>
                    <a:pt x="54" y="16"/>
                  </a:cubicBezTo>
                  <a:cubicBezTo>
                    <a:pt x="54" y="16"/>
                    <a:pt x="54" y="16"/>
                    <a:pt x="54" y="16"/>
                  </a:cubicBezTo>
                  <a:cubicBezTo>
                    <a:pt x="53" y="16"/>
                    <a:pt x="53" y="16"/>
                    <a:pt x="53" y="17"/>
                  </a:cubicBezTo>
                  <a:cubicBezTo>
                    <a:pt x="53" y="17"/>
                    <a:pt x="53" y="17"/>
                    <a:pt x="53" y="17"/>
                  </a:cubicBezTo>
                  <a:cubicBezTo>
                    <a:pt x="53" y="17"/>
                    <a:pt x="53" y="17"/>
                    <a:pt x="53" y="18"/>
                  </a:cubicBezTo>
                  <a:cubicBezTo>
                    <a:pt x="54" y="18"/>
                    <a:pt x="54" y="18"/>
                    <a:pt x="55" y="18"/>
                  </a:cubicBezTo>
                  <a:cubicBezTo>
                    <a:pt x="55" y="18"/>
                    <a:pt x="55" y="18"/>
                    <a:pt x="55" y="18"/>
                  </a:cubicBezTo>
                  <a:cubicBezTo>
                    <a:pt x="55" y="18"/>
                    <a:pt x="56" y="18"/>
                    <a:pt x="56" y="18"/>
                  </a:cubicBezTo>
                  <a:cubicBezTo>
                    <a:pt x="56" y="18"/>
                    <a:pt x="57" y="18"/>
                    <a:pt x="57" y="17"/>
                  </a:cubicBezTo>
                  <a:cubicBezTo>
                    <a:pt x="57" y="17"/>
                    <a:pt x="58" y="17"/>
                    <a:pt x="58" y="17"/>
                  </a:cubicBezTo>
                  <a:cubicBezTo>
                    <a:pt x="58" y="17"/>
                    <a:pt x="58" y="17"/>
                    <a:pt x="58" y="17"/>
                  </a:cubicBezTo>
                  <a:cubicBezTo>
                    <a:pt x="59" y="17"/>
                    <a:pt x="59" y="18"/>
                    <a:pt x="59" y="18"/>
                  </a:cubicBezTo>
                  <a:cubicBezTo>
                    <a:pt x="59" y="18"/>
                    <a:pt x="59" y="18"/>
                    <a:pt x="59" y="18"/>
                  </a:cubicBezTo>
                  <a:cubicBezTo>
                    <a:pt x="58" y="18"/>
                    <a:pt x="58" y="18"/>
                    <a:pt x="58" y="18"/>
                  </a:cubicBezTo>
                  <a:cubicBezTo>
                    <a:pt x="58" y="18"/>
                    <a:pt x="57" y="18"/>
                    <a:pt x="57" y="18"/>
                  </a:cubicBezTo>
                  <a:cubicBezTo>
                    <a:pt x="57" y="18"/>
                    <a:pt x="57" y="18"/>
                    <a:pt x="57" y="18"/>
                  </a:cubicBezTo>
                  <a:cubicBezTo>
                    <a:pt x="56" y="18"/>
                    <a:pt x="56" y="18"/>
                    <a:pt x="56" y="18"/>
                  </a:cubicBezTo>
                  <a:cubicBezTo>
                    <a:pt x="56" y="18"/>
                    <a:pt x="56" y="18"/>
                    <a:pt x="55" y="18"/>
                  </a:cubicBezTo>
                  <a:cubicBezTo>
                    <a:pt x="55" y="18"/>
                    <a:pt x="54" y="18"/>
                    <a:pt x="54" y="18"/>
                  </a:cubicBezTo>
                  <a:cubicBezTo>
                    <a:pt x="54" y="18"/>
                    <a:pt x="54" y="18"/>
                    <a:pt x="53" y="18"/>
                  </a:cubicBezTo>
                  <a:cubicBezTo>
                    <a:pt x="53" y="18"/>
                    <a:pt x="53" y="18"/>
                    <a:pt x="52" y="18"/>
                  </a:cubicBezTo>
                  <a:cubicBezTo>
                    <a:pt x="52" y="18"/>
                    <a:pt x="52" y="18"/>
                    <a:pt x="52" y="18"/>
                  </a:cubicBezTo>
                  <a:cubicBezTo>
                    <a:pt x="51" y="19"/>
                    <a:pt x="51" y="19"/>
                    <a:pt x="51" y="19"/>
                  </a:cubicBezTo>
                  <a:cubicBezTo>
                    <a:pt x="51" y="19"/>
                    <a:pt x="51" y="20"/>
                    <a:pt x="51" y="20"/>
                  </a:cubicBezTo>
                  <a:cubicBezTo>
                    <a:pt x="51" y="20"/>
                    <a:pt x="51" y="21"/>
                    <a:pt x="50" y="21"/>
                  </a:cubicBezTo>
                  <a:cubicBezTo>
                    <a:pt x="50" y="21"/>
                    <a:pt x="50" y="21"/>
                    <a:pt x="50" y="21"/>
                  </a:cubicBezTo>
                  <a:cubicBezTo>
                    <a:pt x="50" y="21"/>
                    <a:pt x="50" y="21"/>
                    <a:pt x="50" y="21"/>
                  </a:cubicBezTo>
                  <a:cubicBezTo>
                    <a:pt x="50" y="21"/>
                    <a:pt x="49" y="21"/>
                    <a:pt x="49" y="22"/>
                  </a:cubicBezTo>
                  <a:cubicBezTo>
                    <a:pt x="49" y="22"/>
                    <a:pt x="50" y="22"/>
                    <a:pt x="50" y="22"/>
                  </a:cubicBezTo>
                  <a:cubicBezTo>
                    <a:pt x="50" y="22"/>
                    <a:pt x="51" y="22"/>
                    <a:pt x="51" y="22"/>
                  </a:cubicBezTo>
                  <a:cubicBezTo>
                    <a:pt x="52" y="23"/>
                    <a:pt x="52" y="23"/>
                    <a:pt x="52" y="23"/>
                  </a:cubicBezTo>
                  <a:cubicBezTo>
                    <a:pt x="52" y="23"/>
                    <a:pt x="52" y="23"/>
                    <a:pt x="52" y="23"/>
                  </a:cubicBezTo>
                  <a:cubicBezTo>
                    <a:pt x="52" y="23"/>
                    <a:pt x="53" y="23"/>
                    <a:pt x="53" y="23"/>
                  </a:cubicBezTo>
                  <a:cubicBezTo>
                    <a:pt x="53" y="23"/>
                    <a:pt x="53" y="23"/>
                    <a:pt x="53" y="23"/>
                  </a:cubicBezTo>
                  <a:cubicBezTo>
                    <a:pt x="54" y="23"/>
                    <a:pt x="55" y="23"/>
                    <a:pt x="55" y="23"/>
                  </a:cubicBezTo>
                  <a:cubicBezTo>
                    <a:pt x="56" y="23"/>
                    <a:pt x="56" y="23"/>
                    <a:pt x="57" y="22"/>
                  </a:cubicBezTo>
                  <a:cubicBezTo>
                    <a:pt x="57" y="22"/>
                    <a:pt x="57" y="22"/>
                    <a:pt x="57" y="22"/>
                  </a:cubicBezTo>
                  <a:cubicBezTo>
                    <a:pt x="57" y="23"/>
                    <a:pt x="58" y="24"/>
                    <a:pt x="58" y="24"/>
                  </a:cubicBezTo>
                  <a:cubicBezTo>
                    <a:pt x="58" y="24"/>
                    <a:pt x="58" y="24"/>
                    <a:pt x="58" y="24"/>
                  </a:cubicBezTo>
                  <a:cubicBezTo>
                    <a:pt x="58" y="24"/>
                    <a:pt x="59" y="25"/>
                    <a:pt x="59" y="25"/>
                  </a:cubicBezTo>
                  <a:cubicBezTo>
                    <a:pt x="59" y="25"/>
                    <a:pt x="59" y="25"/>
                    <a:pt x="59" y="25"/>
                  </a:cubicBezTo>
                  <a:cubicBezTo>
                    <a:pt x="59" y="25"/>
                    <a:pt x="59" y="25"/>
                    <a:pt x="59" y="25"/>
                  </a:cubicBezTo>
                  <a:cubicBezTo>
                    <a:pt x="58" y="25"/>
                    <a:pt x="58" y="24"/>
                    <a:pt x="57" y="24"/>
                  </a:cubicBezTo>
                  <a:cubicBezTo>
                    <a:pt x="57" y="24"/>
                    <a:pt x="57" y="24"/>
                    <a:pt x="56" y="24"/>
                  </a:cubicBezTo>
                  <a:cubicBezTo>
                    <a:pt x="56" y="24"/>
                    <a:pt x="56" y="24"/>
                    <a:pt x="55" y="24"/>
                  </a:cubicBezTo>
                  <a:cubicBezTo>
                    <a:pt x="55" y="23"/>
                    <a:pt x="54" y="23"/>
                    <a:pt x="54" y="23"/>
                  </a:cubicBezTo>
                  <a:cubicBezTo>
                    <a:pt x="53" y="23"/>
                    <a:pt x="53" y="23"/>
                    <a:pt x="53" y="24"/>
                  </a:cubicBezTo>
                  <a:cubicBezTo>
                    <a:pt x="53" y="24"/>
                    <a:pt x="53" y="24"/>
                    <a:pt x="52" y="24"/>
                  </a:cubicBezTo>
                  <a:cubicBezTo>
                    <a:pt x="52" y="24"/>
                    <a:pt x="52" y="23"/>
                    <a:pt x="52" y="23"/>
                  </a:cubicBezTo>
                  <a:cubicBezTo>
                    <a:pt x="51" y="23"/>
                    <a:pt x="51" y="23"/>
                    <a:pt x="51" y="23"/>
                  </a:cubicBezTo>
                  <a:cubicBezTo>
                    <a:pt x="50" y="23"/>
                    <a:pt x="50" y="23"/>
                    <a:pt x="50" y="23"/>
                  </a:cubicBezTo>
                  <a:cubicBezTo>
                    <a:pt x="50" y="24"/>
                    <a:pt x="50" y="24"/>
                    <a:pt x="49" y="24"/>
                  </a:cubicBezTo>
                  <a:cubicBezTo>
                    <a:pt x="49" y="24"/>
                    <a:pt x="49" y="23"/>
                    <a:pt x="49" y="23"/>
                  </a:cubicBezTo>
                  <a:cubicBezTo>
                    <a:pt x="49" y="23"/>
                    <a:pt x="49" y="23"/>
                    <a:pt x="48" y="23"/>
                  </a:cubicBezTo>
                  <a:cubicBezTo>
                    <a:pt x="48" y="23"/>
                    <a:pt x="48" y="23"/>
                    <a:pt x="48" y="23"/>
                  </a:cubicBezTo>
                  <a:cubicBezTo>
                    <a:pt x="48" y="23"/>
                    <a:pt x="48" y="23"/>
                    <a:pt x="47" y="23"/>
                  </a:cubicBezTo>
                  <a:cubicBezTo>
                    <a:pt x="47" y="23"/>
                    <a:pt x="47" y="23"/>
                    <a:pt x="47" y="23"/>
                  </a:cubicBezTo>
                  <a:cubicBezTo>
                    <a:pt x="47" y="23"/>
                    <a:pt x="47" y="23"/>
                    <a:pt x="46" y="23"/>
                  </a:cubicBezTo>
                  <a:cubicBezTo>
                    <a:pt x="45" y="23"/>
                    <a:pt x="45" y="23"/>
                    <a:pt x="45" y="23"/>
                  </a:cubicBezTo>
                  <a:cubicBezTo>
                    <a:pt x="44" y="23"/>
                    <a:pt x="44" y="24"/>
                    <a:pt x="44" y="24"/>
                  </a:cubicBezTo>
                  <a:cubicBezTo>
                    <a:pt x="44" y="24"/>
                    <a:pt x="44" y="24"/>
                    <a:pt x="43" y="24"/>
                  </a:cubicBezTo>
                  <a:cubicBezTo>
                    <a:pt x="43" y="24"/>
                    <a:pt x="43" y="24"/>
                    <a:pt x="43" y="24"/>
                  </a:cubicBezTo>
                  <a:cubicBezTo>
                    <a:pt x="42" y="24"/>
                    <a:pt x="42" y="23"/>
                    <a:pt x="41" y="23"/>
                  </a:cubicBezTo>
                  <a:cubicBezTo>
                    <a:pt x="41" y="23"/>
                    <a:pt x="41" y="23"/>
                    <a:pt x="41" y="24"/>
                  </a:cubicBezTo>
                  <a:cubicBezTo>
                    <a:pt x="40" y="24"/>
                    <a:pt x="40" y="24"/>
                    <a:pt x="40" y="24"/>
                  </a:cubicBezTo>
                  <a:cubicBezTo>
                    <a:pt x="40" y="24"/>
                    <a:pt x="40" y="24"/>
                    <a:pt x="40" y="24"/>
                  </a:cubicBezTo>
                  <a:cubicBezTo>
                    <a:pt x="40" y="24"/>
                    <a:pt x="40" y="24"/>
                    <a:pt x="39" y="25"/>
                  </a:cubicBezTo>
                  <a:cubicBezTo>
                    <a:pt x="39" y="25"/>
                    <a:pt x="39" y="25"/>
                    <a:pt x="39" y="25"/>
                  </a:cubicBezTo>
                  <a:cubicBezTo>
                    <a:pt x="39" y="25"/>
                    <a:pt x="39" y="25"/>
                    <a:pt x="39" y="25"/>
                  </a:cubicBezTo>
                  <a:cubicBezTo>
                    <a:pt x="39" y="25"/>
                    <a:pt x="39" y="25"/>
                    <a:pt x="39" y="25"/>
                  </a:cubicBezTo>
                  <a:cubicBezTo>
                    <a:pt x="39" y="25"/>
                    <a:pt x="39" y="25"/>
                    <a:pt x="39" y="25"/>
                  </a:cubicBezTo>
                  <a:cubicBezTo>
                    <a:pt x="38" y="24"/>
                    <a:pt x="38" y="24"/>
                    <a:pt x="37" y="24"/>
                  </a:cubicBezTo>
                  <a:cubicBezTo>
                    <a:pt x="37" y="24"/>
                    <a:pt x="37" y="24"/>
                    <a:pt x="37" y="24"/>
                  </a:cubicBezTo>
                  <a:cubicBezTo>
                    <a:pt x="37" y="24"/>
                    <a:pt x="36" y="24"/>
                    <a:pt x="36" y="24"/>
                  </a:cubicBezTo>
                  <a:cubicBezTo>
                    <a:pt x="36" y="24"/>
                    <a:pt x="36" y="24"/>
                    <a:pt x="35" y="24"/>
                  </a:cubicBezTo>
                  <a:cubicBezTo>
                    <a:pt x="35" y="24"/>
                    <a:pt x="35" y="24"/>
                    <a:pt x="35" y="24"/>
                  </a:cubicBezTo>
                  <a:cubicBezTo>
                    <a:pt x="34" y="24"/>
                    <a:pt x="34" y="24"/>
                    <a:pt x="33" y="24"/>
                  </a:cubicBezTo>
                  <a:cubicBezTo>
                    <a:pt x="33" y="23"/>
                    <a:pt x="33" y="23"/>
                    <a:pt x="32" y="23"/>
                  </a:cubicBezTo>
                  <a:cubicBezTo>
                    <a:pt x="32" y="23"/>
                    <a:pt x="29" y="23"/>
                    <a:pt x="28" y="23"/>
                  </a:cubicBezTo>
                  <a:cubicBezTo>
                    <a:pt x="28" y="23"/>
                    <a:pt x="27" y="23"/>
                    <a:pt x="26" y="23"/>
                  </a:cubicBezTo>
                  <a:cubicBezTo>
                    <a:pt x="26" y="23"/>
                    <a:pt x="25" y="23"/>
                    <a:pt x="25" y="23"/>
                  </a:cubicBezTo>
                  <a:cubicBezTo>
                    <a:pt x="24" y="23"/>
                    <a:pt x="23" y="23"/>
                    <a:pt x="23" y="23"/>
                  </a:cubicBezTo>
                  <a:cubicBezTo>
                    <a:pt x="23" y="23"/>
                    <a:pt x="22" y="23"/>
                    <a:pt x="22" y="22"/>
                  </a:cubicBezTo>
                  <a:cubicBezTo>
                    <a:pt x="22" y="22"/>
                    <a:pt x="22" y="22"/>
                    <a:pt x="22" y="22"/>
                  </a:cubicBezTo>
                  <a:cubicBezTo>
                    <a:pt x="21" y="22"/>
                    <a:pt x="21" y="22"/>
                    <a:pt x="21" y="22"/>
                  </a:cubicBezTo>
                  <a:cubicBezTo>
                    <a:pt x="21" y="22"/>
                    <a:pt x="21" y="22"/>
                    <a:pt x="20" y="22"/>
                  </a:cubicBezTo>
                  <a:cubicBezTo>
                    <a:pt x="20" y="22"/>
                    <a:pt x="20" y="22"/>
                    <a:pt x="20" y="22"/>
                  </a:cubicBezTo>
                  <a:cubicBezTo>
                    <a:pt x="20" y="22"/>
                    <a:pt x="20" y="22"/>
                    <a:pt x="20" y="22"/>
                  </a:cubicBezTo>
                  <a:cubicBezTo>
                    <a:pt x="19" y="21"/>
                    <a:pt x="18" y="21"/>
                    <a:pt x="18" y="21"/>
                  </a:cubicBezTo>
                  <a:cubicBezTo>
                    <a:pt x="18" y="21"/>
                    <a:pt x="18" y="21"/>
                    <a:pt x="18" y="21"/>
                  </a:cubicBezTo>
                  <a:cubicBezTo>
                    <a:pt x="18" y="21"/>
                    <a:pt x="18" y="21"/>
                    <a:pt x="18" y="21"/>
                  </a:cubicBezTo>
                  <a:cubicBezTo>
                    <a:pt x="18" y="21"/>
                    <a:pt x="18" y="22"/>
                    <a:pt x="18" y="22"/>
                  </a:cubicBezTo>
                  <a:cubicBezTo>
                    <a:pt x="17" y="22"/>
                    <a:pt x="17" y="22"/>
                    <a:pt x="17" y="22"/>
                  </a:cubicBezTo>
                  <a:cubicBezTo>
                    <a:pt x="17" y="23"/>
                    <a:pt x="16" y="23"/>
                    <a:pt x="15" y="23"/>
                  </a:cubicBezTo>
                  <a:cubicBezTo>
                    <a:pt x="15" y="23"/>
                    <a:pt x="15" y="23"/>
                    <a:pt x="15" y="23"/>
                  </a:cubicBezTo>
                  <a:cubicBezTo>
                    <a:pt x="15" y="23"/>
                    <a:pt x="15" y="23"/>
                    <a:pt x="15" y="23"/>
                  </a:cubicBezTo>
                  <a:cubicBezTo>
                    <a:pt x="15" y="23"/>
                    <a:pt x="14" y="23"/>
                    <a:pt x="13" y="23"/>
                  </a:cubicBezTo>
                  <a:cubicBezTo>
                    <a:pt x="13" y="23"/>
                    <a:pt x="12" y="24"/>
                    <a:pt x="12" y="24"/>
                  </a:cubicBezTo>
                  <a:cubicBezTo>
                    <a:pt x="12" y="24"/>
                    <a:pt x="12" y="24"/>
                    <a:pt x="12" y="24"/>
                  </a:cubicBezTo>
                  <a:cubicBezTo>
                    <a:pt x="12" y="24"/>
                    <a:pt x="12" y="24"/>
                    <a:pt x="12" y="24"/>
                  </a:cubicBezTo>
                  <a:cubicBezTo>
                    <a:pt x="11" y="24"/>
                    <a:pt x="11" y="25"/>
                    <a:pt x="11" y="25"/>
                  </a:cubicBezTo>
                  <a:cubicBezTo>
                    <a:pt x="11" y="25"/>
                    <a:pt x="11" y="25"/>
                    <a:pt x="11" y="25"/>
                  </a:cubicBezTo>
                  <a:cubicBezTo>
                    <a:pt x="11" y="25"/>
                    <a:pt x="11" y="25"/>
                    <a:pt x="11" y="25"/>
                  </a:cubicBezTo>
                  <a:cubicBezTo>
                    <a:pt x="11" y="25"/>
                    <a:pt x="10" y="25"/>
                    <a:pt x="10" y="25"/>
                  </a:cubicBezTo>
                  <a:cubicBezTo>
                    <a:pt x="10" y="25"/>
                    <a:pt x="10" y="25"/>
                    <a:pt x="9" y="25"/>
                  </a:cubicBezTo>
                  <a:cubicBezTo>
                    <a:pt x="9" y="25"/>
                    <a:pt x="9" y="25"/>
                    <a:pt x="9" y="25"/>
                  </a:cubicBezTo>
                  <a:cubicBezTo>
                    <a:pt x="9" y="25"/>
                    <a:pt x="9" y="26"/>
                    <a:pt x="9" y="26"/>
                  </a:cubicBezTo>
                  <a:cubicBezTo>
                    <a:pt x="9" y="26"/>
                    <a:pt x="9" y="26"/>
                    <a:pt x="9" y="26"/>
                  </a:cubicBezTo>
                  <a:cubicBezTo>
                    <a:pt x="9" y="27"/>
                    <a:pt x="10" y="27"/>
                    <a:pt x="11" y="27"/>
                  </a:cubicBezTo>
                  <a:cubicBezTo>
                    <a:pt x="11" y="27"/>
                    <a:pt x="12" y="27"/>
                    <a:pt x="12" y="27"/>
                  </a:cubicBezTo>
                  <a:cubicBezTo>
                    <a:pt x="12" y="27"/>
                    <a:pt x="12" y="28"/>
                    <a:pt x="13" y="28"/>
                  </a:cubicBezTo>
                  <a:cubicBezTo>
                    <a:pt x="13" y="28"/>
                    <a:pt x="13" y="28"/>
                    <a:pt x="13" y="28"/>
                  </a:cubicBezTo>
                  <a:cubicBezTo>
                    <a:pt x="13" y="28"/>
                    <a:pt x="13" y="28"/>
                    <a:pt x="14" y="28"/>
                  </a:cubicBezTo>
                  <a:cubicBezTo>
                    <a:pt x="14" y="28"/>
                    <a:pt x="14" y="29"/>
                    <a:pt x="14" y="29"/>
                  </a:cubicBezTo>
                  <a:cubicBezTo>
                    <a:pt x="14" y="29"/>
                    <a:pt x="14" y="29"/>
                    <a:pt x="14" y="29"/>
                  </a:cubicBezTo>
                  <a:cubicBezTo>
                    <a:pt x="13" y="29"/>
                    <a:pt x="12" y="28"/>
                    <a:pt x="12" y="28"/>
                  </a:cubicBezTo>
                  <a:cubicBezTo>
                    <a:pt x="11" y="27"/>
                    <a:pt x="11" y="27"/>
                    <a:pt x="11" y="27"/>
                  </a:cubicBezTo>
                  <a:cubicBezTo>
                    <a:pt x="11" y="27"/>
                    <a:pt x="11" y="27"/>
                    <a:pt x="11" y="27"/>
                  </a:cubicBezTo>
                  <a:cubicBezTo>
                    <a:pt x="10" y="28"/>
                    <a:pt x="10" y="28"/>
                    <a:pt x="10" y="28"/>
                  </a:cubicBezTo>
                  <a:cubicBezTo>
                    <a:pt x="9" y="28"/>
                    <a:pt x="7" y="29"/>
                    <a:pt x="7" y="29"/>
                  </a:cubicBezTo>
                  <a:cubicBezTo>
                    <a:pt x="7" y="29"/>
                    <a:pt x="7" y="29"/>
                    <a:pt x="7" y="29"/>
                  </a:cubicBezTo>
                  <a:cubicBezTo>
                    <a:pt x="7" y="29"/>
                    <a:pt x="8" y="30"/>
                    <a:pt x="8" y="31"/>
                  </a:cubicBezTo>
                  <a:cubicBezTo>
                    <a:pt x="9" y="32"/>
                    <a:pt x="11" y="32"/>
                    <a:pt x="11" y="32"/>
                  </a:cubicBezTo>
                  <a:cubicBezTo>
                    <a:pt x="11" y="32"/>
                    <a:pt x="11" y="32"/>
                    <a:pt x="11" y="32"/>
                  </a:cubicBezTo>
                  <a:cubicBezTo>
                    <a:pt x="11" y="32"/>
                    <a:pt x="11" y="32"/>
                    <a:pt x="10" y="32"/>
                  </a:cubicBezTo>
                  <a:cubicBezTo>
                    <a:pt x="10" y="33"/>
                    <a:pt x="10" y="33"/>
                    <a:pt x="9" y="33"/>
                  </a:cubicBezTo>
                  <a:cubicBezTo>
                    <a:pt x="9" y="33"/>
                    <a:pt x="9" y="33"/>
                    <a:pt x="9" y="34"/>
                  </a:cubicBezTo>
                  <a:cubicBezTo>
                    <a:pt x="9" y="34"/>
                    <a:pt x="9" y="34"/>
                    <a:pt x="9" y="34"/>
                  </a:cubicBezTo>
                  <a:cubicBezTo>
                    <a:pt x="9" y="35"/>
                    <a:pt x="9" y="35"/>
                    <a:pt x="10" y="35"/>
                  </a:cubicBezTo>
                  <a:cubicBezTo>
                    <a:pt x="10" y="35"/>
                    <a:pt x="9" y="35"/>
                    <a:pt x="9" y="35"/>
                  </a:cubicBezTo>
                  <a:cubicBezTo>
                    <a:pt x="9" y="35"/>
                    <a:pt x="9" y="35"/>
                    <a:pt x="9" y="35"/>
                  </a:cubicBezTo>
                  <a:cubicBezTo>
                    <a:pt x="9" y="35"/>
                    <a:pt x="9" y="35"/>
                    <a:pt x="9" y="35"/>
                  </a:cubicBezTo>
                  <a:cubicBezTo>
                    <a:pt x="9" y="36"/>
                    <a:pt x="8" y="36"/>
                    <a:pt x="8" y="36"/>
                  </a:cubicBezTo>
                  <a:cubicBezTo>
                    <a:pt x="8" y="36"/>
                    <a:pt x="8" y="36"/>
                    <a:pt x="8" y="36"/>
                  </a:cubicBezTo>
                  <a:cubicBezTo>
                    <a:pt x="8" y="37"/>
                    <a:pt x="8" y="37"/>
                    <a:pt x="8" y="37"/>
                  </a:cubicBezTo>
                  <a:cubicBezTo>
                    <a:pt x="8" y="37"/>
                    <a:pt x="8" y="37"/>
                    <a:pt x="8" y="37"/>
                  </a:cubicBezTo>
                  <a:cubicBezTo>
                    <a:pt x="9" y="37"/>
                    <a:pt x="9" y="37"/>
                    <a:pt x="9" y="37"/>
                  </a:cubicBezTo>
                  <a:cubicBezTo>
                    <a:pt x="10" y="37"/>
                    <a:pt x="10" y="37"/>
                    <a:pt x="10" y="37"/>
                  </a:cubicBezTo>
                  <a:cubicBezTo>
                    <a:pt x="10" y="37"/>
                    <a:pt x="10" y="36"/>
                    <a:pt x="10" y="36"/>
                  </a:cubicBezTo>
                  <a:cubicBezTo>
                    <a:pt x="10" y="36"/>
                    <a:pt x="10" y="36"/>
                    <a:pt x="10" y="36"/>
                  </a:cubicBezTo>
                  <a:cubicBezTo>
                    <a:pt x="10" y="36"/>
                    <a:pt x="10" y="36"/>
                    <a:pt x="11" y="36"/>
                  </a:cubicBezTo>
                  <a:cubicBezTo>
                    <a:pt x="11" y="37"/>
                    <a:pt x="11" y="37"/>
                    <a:pt x="11" y="37"/>
                  </a:cubicBezTo>
                  <a:cubicBezTo>
                    <a:pt x="11" y="37"/>
                    <a:pt x="11" y="37"/>
                    <a:pt x="11" y="37"/>
                  </a:cubicBezTo>
                  <a:cubicBezTo>
                    <a:pt x="11" y="37"/>
                    <a:pt x="11" y="37"/>
                    <a:pt x="11" y="37"/>
                  </a:cubicBezTo>
                  <a:cubicBezTo>
                    <a:pt x="12" y="37"/>
                    <a:pt x="12" y="37"/>
                    <a:pt x="12" y="37"/>
                  </a:cubicBezTo>
                  <a:cubicBezTo>
                    <a:pt x="13" y="37"/>
                    <a:pt x="13" y="36"/>
                    <a:pt x="13" y="36"/>
                  </a:cubicBezTo>
                  <a:cubicBezTo>
                    <a:pt x="13" y="36"/>
                    <a:pt x="13" y="36"/>
                    <a:pt x="13" y="36"/>
                  </a:cubicBezTo>
                  <a:cubicBezTo>
                    <a:pt x="13" y="37"/>
                    <a:pt x="13" y="37"/>
                    <a:pt x="13" y="37"/>
                  </a:cubicBezTo>
                  <a:cubicBezTo>
                    <a:pt x="13" y="37"/>
                    <a:pt x="14" y="38"/>
                    <a:pt x="14" y="38"/>
                  </a:cubicBezTo>
                  <a:cubicBezTo>
                    <a:pt x="14" y="38"/>
                    <a:pt x="14" y="38"/>
                    <a:pt x="14" y="38"/>
                  </a:cubicBezTo>
                  <a:cubicBezTo>
                    <a:pt x="15" y="38"/>
                    <a:pt x="15" y="38"/>
                    <a:pt x="15" y="38"/>
                  </a:cubicBezTo>
                  <a:cubicBezTo>
                    <a:pt x="15" y="38"/>
                    <a:pt x="15" y="38"/>
                    <a:pt x="15" y="38"/>
                  </a:cubicBezTo>
                  <a:cubicBezTo>
                    <a:pt x="15" y="38"/>
                    <a:pt x="15" y="38"/>
                    <a:pt x="15" y="38"/>
                  </a:cubicBezTo>
                  <a:cubicBezTo>
                    <a:pt x="15" y="38"/>
                    <a:pt x="15" y="38"/>
                    <a:pt x="16" y="38"/>
                  </a:cubicBezTo>
                  <a:cubicBezTo>
                    <a:pt x="16" y="38"/>
                    <a:pt x="16" y="38"/>
                    <a:pt x="16" y="38"/>
                  </a:cubicBezTo>
                  <a:cubicBezTo>
                    <a:pt x="16" y="39"/>
                    <a:pt x="16" y="39"/>
                    <a:pt x="17" y="38"/>
                  </a:cubicBezTo>
                  <a:cubicBezTo>
                    <a:pt x="17" y="38"/>
                    <a:pt x="17" y="38"/>
                    <a:pt x="17" y="38"/>
                  </a:cubicBezTo>
                  <a:cubicBezTo>
                    <a:pt x="17" y="38"/>
                    <a:pt x="17" y="38"/>
                    <a:pt x="17" y="38"/>
                  </a:cubicBezTo>
                  <a:cubicBezTo>
                    <a:pt x="17" y="38"/>
                    <a:pt x="17" y="38"/>
                    <a:pt x="17" y="38"/>
                  </a:cubicBezTo>
                  <a:cubicBezTo>
                    <a:pt x="17" y="38"/>
                    <a:pt x="17" y="38"/>
                    <a:pt x="17" y="38"/>
                  </a:cubicBezTo>
                  <a:cubicBezTo>
                    <a:pt x="17" y="39"/>
                    <a:pt x="17" y="39"/>
                    <a:pt x="17" y="39"/>
                  </a:cubicBezTo>
                  <a:cubicBezTo>
                    <a:pt x="16" y="39"/>
                    <a:pt x="16" y="39"/>
                    <a:pt x="15" y="40"/>
                  </a:cubicBezTo>
                  <a:cubicBezTo>
                    <a:pt x="15" y="40"/>
                    <a:pt x="14" y="40"/>
                    <a:pt x="14" y="40"/>
                  </a:cubicBezTo>
                  <a:cubicBezTo>
                    <a:pt x="14" y="40"/>
                    <a:pt x="13" y="41"/>
                    <a:pt x="13" y="41"/>
                  </a:cubicBezTo>
                  <a:cubicBezTo>
                    <a:pt x="12" y="41"/>
                    <a:pt x="12" y="41"/>
                    <a:pt x="12" y="41"/>
                  </a:cubicBezTo>
                  <a:cubicBezTo>
                    <a:pt x="12" y="41"/>
                    <a:pt x="12" y="41"/>
                    <a:pt x="12" y="41"/>
                  </a:cubicBezTo>
                  <a:cubicBezTo>
                    <a:pt x="12" y="41"/>
                    <a:pt x="12" y="41"/>
                    <a:pt x="12" y="41"/>
                  </a:cubicBezTo>
                  <a:cubicBezTo>
                    <a:pt x="12" y="41"/>
                    <a:pt x="12" y="41"/>
                    <a:pt x="12" y="41"/>
                  </a:cubicBezTo>
                  <a:cubicBezTo>
                    <a:pt x="11" y="41"/>
                    <a:pt x="11" y="42"/>
                    <a:pt x="11" y="42"/>
                  </a:cubicBezTo>
                  <a:cubicBezTo>
                    <a:pt x="11" y="42"/>
                    <a:pt x="11" y="42"/>
                    <a:pt x="11" y="43"/>
                  </a:cubicBezTo>
                  <a:cubicBezTo>
                    <a:pt x="11" y="43"/>
                    <a:pt x="11" y="43"/>
                    <a:pt x="11" y="43"/>
                  </a:cubicBezTo>
                  <a:cubicBezTo>
                    <a:pt x="11" y="43"/>
                    <a:pt x="11" y="43"/>
                    <a:pt x="12" y="43"/>
                  </a:cubicBezTo>
                  <a:cubicBezTo>
                    <a:pt x="12" y="43"/>
                    <a:pt x="12" y="43"/>
                    <a:pt x="12" y="43"/>
                  </a:cubicBezTo>
                  <a:cubicBezTo>
                    <a:pt x="13" y="43"/>
                    <a:pt x="15" y="42"/>
                    <a:pt x="15" y="42"/>
                  </a:cubicBezTo>
                  <a:cubicBezTo>
                    <a:pt x="15" y="42"/>
                    <a:pt x="15" y="42"/>
                    <a:pt x="15" y="42"/>
                  </a:cubicBezTo>
                  <a:cubicBezTo>
                    <a:pt x="15" y="42"/>
                    <a:pt x="15" y="42"/>
                    <a:pt x="15" y="42"/>
                  </a:cubicBezTo>
                  <a:cubicBezTo>
                    <a:pt x="15" y="42"/>
                    <a:pt x="15" y="42"/>
                    <a:pt x="16" y="42"/>
                  </a:cubicBezTo>
                  <a:cubicBezTo>
                    <a:pt x="16" y="42"/>
                    <a:pt x="16" y="42"/>
                    <a:pt x="16" y="42"/>
                  </a:cubicBezTo>
                  <a:cubicBezTo>
                    <a:pt x="16" y="42"/>
                    <a:pt x="17" y="42"/>
                    <a:pt x="17" y="42"/>
                  </a:cubicBezTo>
                  <a:cubicBezTo>
                    <a:pt x="18" y="41"/>
                    <a:pt x="19" y="41"/>
                    <a:pt x="19" y="40"/>
                  </a:cubicBezTo>
                  <a:cubicBezTo>
                    <a:pt x="19" y="40"/>
                    <a:pt x="20" y="40"/>
                    <a:pt x="20" y="40"/>
                  </a:cubicBezTo>
                  <a:cubicBezTo>
                    <a:pt x="20" y="40"/>
                    <a:pt x="20" y="40"/>
                    <a:pt x="20" y="40"/>
                  </a:cubicBezTo>
                  <a:cubicBezTo>
                    <a:pt x="20" y="40"/>
                    <a:pt x="20" y="40"/>
                    <a:pt x="20" y="40"/>
                  </a:cubicBezTo>
                  <a:cubicBezTo>
                    <a:pt x="20" y="40"/>
                    <a:pt x="20" y="41"/>
                    <a:pt x="21" y="41"/>
                  </a:cubicBezTo>
                  <a:cubicBezTo>
                    <a:pt x="21" y="41"/>
                    <a:pt x="21" y="41"/>
                    <a:pt x="21" y="41"/>
                  </a:cubicBezTo>
                  <a:cubicBezTo>
                    <a:pt x="22" y="41"/>
                    <a:pt x="23" y="40"/>
                    <a:pt x="23" y="40"/>
                  </a:cubicBezTo>
                  <a:cubicBezTo>
                    <a:pt x="24" y="40"/>
                    <a:pt x="24" y="39"/>
                    <a:pt x="24" y="38"/>
                  </a:cubicBezTo>
                  <a:cubicBezTo>
                    <a:pt x="24" y="38"/>
                    <a:pt x="24" y="38"/>
                    <a:pt x="24" y="38"/>
                  </a:cubicBezTo>
                  <a:cubicBezTo>
                    <a:pt x="24" y="38"/>
                    <a:pt x="23" y="38"/>
                    <a:pt x="23" y="38"/>
                  </a:cubicBezTo>
                  <a:cubicBezTo>
                    <a:pt x="23" y="38"/>
                    <a:pt x="23" y="38"/>
                    <a:pt x="23" y="38"/>
                  </a:cubicBezTo>
                  <a:cubicBezTo>
                    <a:pt x="23" y="38"/>
                    <a:pt x="23" y="38"/>
                    <a:pt x="23" y="38"/>
                  </a:cubicBezTo>
                  <a:cubicBezTo>
                    <a:pt x="23" y="38"/>
                    <a:pt x="23" y="37"/>
                    <a:pt x="23" y="37"/>
                  </a:cubicBezTo>
                  <a:cubicBezTo>
                    <a:pt x="23" y="37"/>
                    <a:pt x="23" y="36"/>
                    <a:pt x="24" y="36"/>
                  </a:cubicBezTo>
                  <a:cubicBezTo>
                    <a:pt x="24" y="36"/>
                    <a:pt x="24" y="36"/>
                    <a:pt x="24" y="36"/>
                  </a:cubicBezTo>
                  <a:cubicBezTo>
                    <a:pt x="24" y="36"/>
                    <a:pt x="23" y="37"/>
                    <a:pt x="23" y="37"/>
                  </a:cubicBezTo>
                  <a:cubicBezTo>
                    <a:pt x="23" y="37"/>
                    <a:pt x="24" y="37"/>
                    <a:pt x="24" y="37"/>
                  </a:cubicBezTo>
                  <a:cubicBezTo>
                    <a:pt x="24" y="38"/>
                    <a:pt x="24" y="38"/>
                    <a:pt x="24" y="38"/>
                  </a:cubicBezTo>
                  <a:cubicBezTo>
                    <a:pt x="25" y="38"/>
                    <a:pt x="25" y="37"/>
                    <a:pt x="26" y="37"/>
                  </a:cubicBezTo>
                  <a:cubicBezTo>
                    <a:pt x="26" y="37"/>
                    <a:pt x="26" y="37"/>
                    <a:pt x="26" y="37"/>
                  </a:cubicBezTo>
                  <a:cubicBezTo>
                    <a:pt x="26" y="37"/>
                    <a:pt x="27" y="37"/>
                    <a:pt x="27" y="36"/>
                  </a:cubicBezTo>
                  <a:cubicBezTo>
                    <a:pt x="28" y="36"/>
                    <a:pt x="28" y="35"/>
                    <a:pt x="28" y="35"/>
                  </a:cubicBezTo>
                  <a:cubicBezTo>
                    <a:pt x="29" y="35"/>
                    <a:pt x="29" y="35"/>
                    <a:pt x="29" y="35"/>
                  </a:cubicBezTo>
                  <a:cubicBezTo>
                    <a:pt x="29" y="35"/>
                    <a:pt x="29" y="35"/>
                    <a:pt x="29" y="35"/>
                  </a:cubicBezTo>
                  <a:cubicBezTo>
                    <a:pt x="29" y="35"/>
                    <a:pt x="29" y="35"/>
                    <a:pt x="29" y="35"/>
                  </a:cubicBezTo>
                  <a:cubicBezTo>
                    <a:pt x="30" y="36"/>
                    <a:pt x="30" y="36"/>
                    <a:pt x="30" y="36"/>
                  </a:cubicBezTo>
                  <a:cubicBezTo>
                    <a:pt x="31" y="36"/>
                    <a:pt x="31" y="36"/>
                    <a:pt x="31" y="36"/>
                  </a:cubicBezTo>
                  <a:cubicBezTo>
                    <a:pt x="31" y="36"/>
                    <a:pt x="31" y="36"/>
                    <a:pt x="31" y="36"/>
                  </a:cubicBezTo>
                  <a:cubicBezTo>
                    <a:pt x="31" y="36"/>
                    <a:pt x="31" y="36"/>
                    <a:pt x="31" y="36"/>
                  </a:cubicBezTo>
                  <a:cubicBezTo>
                    <a:pt x="31" y="36"/>
                    <a:pt x="32" y="36"/>
                    <a:pt x="32" y="36"/>
                  </a:cubicBezTo>
                  <a:cubicBezTo>
                    <a:pt x="32" y="36"/>
                    <a:pt x="33" y="36"/>
                    <a:pt x="33" y="36"/>
                  </a:cubicBezTo>
                  <a:cubicBezTo>
                    <a:pt x="34" y="36"/>
                    <a:pt x="35" y="37"/>
                    <a:pt x="35" y="37"/>
                  </a:cubicBezTo>
                  <a:cubicBezTo>
                    <a:pt x="36" y="37"/>
                    <a:pt x="36" y="37"/>
                    <a:pt x="37" y="37"/>
                  </a:cubicBezTo>
                  <a:cubicBezTo>
                    <a:pt x="37" y="38"/>
                    <a:pt x="37" y="38"/>
                    <a:pt x="38" y="38"/>
                  </a:cubicBezTo>
                  <a:cubicBezTo>
                    <a:pt x="38" y="38"/>
                    <a:pt x="38" y="38"/>
                    <a:pt x="38" y="38"/>
                  </a:cubicBezTo>
                  <a:cubicBezTo>
                    <a:pt x="39" y="38"/>
                    <a:pt x="39" y="39"/>
                    <a:pt x="39" y="39"/>
                  </a:cubicBezTo>
                  <a:cubicBezTo>
                    <a:pt x="39" y="40"/>
                    <a:pt x="39" y="40"/>
                    <a:pt x="40" y="41"/>
                  </a:cubicBezTo>
                  <a:cubicBezTo>
                    <a:pt x="40" y="41"/>
                    <a:pt x="40" y="41"/>
                    <a:pt x="41" y="41"/>
                  </a:cubicBezTo>
                  <a:cubicBezTo>
                    <a:pt x="41" y="41"/>
                    <a:pt x="41" y="41"/>
                    <a:pt x="41" y="41"/>
                  </a:cubicBezTo>
                  <a:cubicBezTo>
                    <a:pt x="41" y="41"/>
                    <a:pt x="41" y="41"/>
                    <a:pt x="42" y="41"/>
                  </a:cubicBezTo>
                  <a:cubicBezTo>
                    <a:pt x="42" y="41"/>
                    <a:pt x="42" y="41"/>
                    <a:pt x="42" y="41"/>
                  </a:cubicBezTo>
                  <a:cubicBezTo>
                    <a:pt x="42" y="41"/>
                    <a:pt x="42" y="42"/>
                    <a:pt x="42" y="42"/>
                  </a:cubicBezTo>
                  <a:cubicBezTo>
                    <a:pt x="42" y="42"/>
                    <a:pt x="42" y="42"/>
                    <a:pt x="42" y="43"/>
                  </a:cubicBezTo>
                  <a:cubicBezTo>
                    <a:pt x="42" y="44"/>
                    <a:pt x="42" y="44"/>
                    <a:pt x="43" y="45"/>
                  </a:cubicBezTo>
                  <a:cubicBezTo>
                    <a:pt x="43" y="45"/>
                    <a:pt x="43" y="45"/>
                    <a:pt x="44" y="46"/>
                  </a:cubicBezTo>
                  <a:cubicBezTo>
                    <a:pt x="44" y="46"/>
                    <a:pt x="44" y="46"/>
                    <a:pt x="45" y="46"/>
                  </a:cubicBezTo>
                  <a:cubicBezTo>
                    <a:pt x="45" y="46"/>
                    <a:pt x="45" y="46"/>
                    <a:pt x="45" y="46"/>
                  </a:cubicBezTo>
                  <a:cubicBezTo>
                    <a:pt x="46" y="46"/>
                    <a:pt x="46" y="46"/>
                    <a:pt x="46" y="45"/>
                  </a:cubicBezTo>
                  <a:cubicBezTo>
                    <a:pt x="46" y="45"/>
                    <a:pt x="46" y="45"/>
                    <a:pt x="45" y="45"/>
                  </a:cubicBezTo>
                  <a:cubicBezTo>
                    <a:pt x="46" y="45"/>
                    <a:pt x="46" y="45"/>
                    <a:pt x="46" y="45"/>
                  </a:cubicBezTo>
                  <a:cubicBezTo>
                    <a:pt x="46" y="45"/>
                    <a:pt x="46" y="45"/>
                    <a:pt x="46" y="45"/>
                  </a:cubicBezTo>
                  <a:cubicBezTo>
                    <a:pt x="46" y="45"/>
                    <a:pt x="46" y="45"/>
                    <a:pt x="46" y="45"/>
                  </a:cubicBezTo>
                  <a:cubicBezTo>
                    <a:pt x="47" y="45"/>
                    <a:pt x="47" y="46"/>
                    <a:pt x="47" y="46"/>
                  </a:cubicBezTo>
                  <a:cubicBezTo>
                    <a:pt x="47" y="46"/>
                    <a:pt x="47" y="46"/>
                    <a:pt x="47" y="46"/>
                  </a:cubicBezTo>
                  <a:cubicBezTo>
                    <a:pt x="47" y="47"/>
                    <a:pt x="47" y="47"/>
                    <a:pt x="47" y="47"/>
                  </a:cubicBezTo>
                  <a:cubicBezTo>
                    <a:pt x="47" y="48"/>
                    <a:pt x="47" y="49"/>
                    <a:pt x="48" y="49"/>
                  </a:cubicBezTo>
                  <a:cubicBezTo>
                    <a:pt x="49" y="49"/>
                    <a:pt x="49" y="49"/>
                    <a:pt x="49" y="49"/>
                  </a:cubicBezTo>
                  <a:cubicBezTo>
                    <a:pt x="50" y="50"/>
                    <a:pt x="50" y="50"/>
                    <a:pt x="50" y="50"/>
                  </a:cubicBezTo>
                  <a:cubicBezTo>
                    <a:pt x="50" y="50"/>
                    <a:pt x="50" y="50"/>
                    <a:pt x="50" y="50"/>
                  </a:cubicBezTo>
                  <a:cubicBezTo>
                    <a:pt x="50" y="50"/>
                    <a:pt x="51" y="50"/>
                    <a:pt x="51" y="51"/>
                  </a:cubicBezTo>
                  <a:cubicBezTo>
                    <a:pt x="51" y="51"/>
                    <a:pt x="51" y="51"/>
                    <a:pt x="51" y="51"/>
                  </a:cubicBezTo>
                  <a:cubicBezTo>
                    <a:pt x="51" y="51"/>
                    <a:pt x="51" y="51"/>
                    <a:pt x="51" y="51"/>
                  </a:cubicBezTo>
                  <a:cubicBezTo>
                    <a:pt x="51" y="51"/>
                    <a:pt x="51" y="51"/>
                    <a:pt x="51" y="51"/>
                  </a:cubicBezTo>
                  <a:cubicBezTo>
                    <a:pt x="51" y="51"/>
                    <a:pt x="51" y="52"/>
                    <a:pt x="51" y="52"/>
                  </a:cubicBezTo>
                  <a:cubicBezTo>
                    <a:pt x="51" y="53"/>
                    <a:pt x="51" y="53"/>
                    <a:pt x="51" y="54"/>
                  </a:cubicBezTo>
                  <a:cubicBezTo>
                    <a:pt x="51" y="54"/>
                    <a:pt x="51" y="57"/>
                    <a:pt x="51" y="58"/>
                  </a:cubicBezTo>
                  <a:cubicBezTo>
                    <a:pt x="51" y="58"/>
                    <a:pt x="51" y="58"/>
                    <a:pt x="51" y="59"/>
                  </a:cubicBezTo>
                  <a:cubicBezTo>
                    <a:pt x="51" y="60"/>
                    <a:pt x="52" y="62"/>
                    <a:pt x="53" y="63"/>
                  </a:cubicBezTo>
                  <a:cubicBezTo>
                    <a:pt x="53" y="63"/>
                    <a:pt x="53" y="64"/>
                    <a:pt x="54" y="65"/>
                  </a:cubicBezTo>
                  <a:cubicBezTo>
                    <a:pt x="54" y="65"/>
                    <a:pt x="54" y="66"/>
                    <a:pt x="55" y="66"/>
                  </a:cubicBezTo>
                  <a:cubicBezTo>
                    <a:pt x="55" y="66"/>
                    <a:pt x="55" y="67"/>
                    <a:pt x="55" y="67"/>
                  </a:cubicBezTo>
                  <a:cubicBezTo>
                    <a:pt x="56" y="67"/>
                    <a:pt x="56" y="68"/>
                    <a:pt x="57" y="68"/>
                  </a:cubicBezTo>
                  <a:cubicBezTo>
                    <a:pt x="57" y="68"/>
                    <a:pt x="57" y="68"/>
                    <a:pt x="57" y="68"/>
                  </a:cubicBezTo>
                  <a:cubicBezTo>
                    <a:pt x="57" y="68"/>
                    <a:pt x="57" y="68"/>
                    <a:pt x="57" y="68"/>
                  </a:cubicBezTo>
                  <a:cubicBezTo>
                    <a:pt x="57" y="68"/>
                    <a:pt x="57" y="68"/>
                    <a:pt x="57" y="68"/>
                  </a:cubicBezTo>
                  <a:cubicBezTo>
                    <a:pt x="58" y="68"/>
                    <a:pt x="58" y="69"/>
                    <a:pt x="58" y="69"/>
                  </a:cubicBezTo>
                  <a:cubicBezTo>
                    <a:pt x="59" y="70"/>
                    <a:pt x="59" y="71"/>
                    <a:pt x="59" y="72"/>
                  </a:cubicBezTo>
                  <a:cubicBezTo>
                    <a:pt x="59" y="72"/>
                    <a:pt x="60" y="73"/>
                    <a:pt x="60" y="73"/>
                  </a:cubicBezTo>
                  <a:cubicBezTo>
                    <a:pt x="60" y="73"/>
                    <a:pt x="60" y="74"/>
                    <a:pt x="60" y="74"/>
                  </a:cubicBezTo>
                  <a:cubicBezTo>
                    <a:pt x="61" y="74"/>
                    <a:pt x="61" y="74"/>
                    <a:pt x="61" y="74"/>
                  </a:cubicBezTo>
                  <a:cubicBezTo>
                    <a:pt x="61" y="74"/>
                    <a:pt x="61" y="74"/>
                    <a:pt x="61" y="74"/>
                  </a:cubicBezTo>
                  <a:cubicBezTo>
                    <a:pt x="61" y="74"/>
                    <a:pt x="61" y="74"/>
                    <a:pt x="61" y="74"/>
                  </a:cubicBezTo>
                  <a:cubicBezTo>
                    <a:pt x="61" y="75"/>
                    <a:pt x="60" y="75"/>
                    <a:pt x="60" y="76"/>
                  </a:cubicBezTo>
                  <a:cubicBezTo>
                    <a:pt x="60" y="76"/>
                    <a:pt x="60" y="76"/>
                    <a:pt x="61" y="77"/>
                  </a:cubicBezTo>
                  <a:cubicBezTo>
                    <a:pt x="61" y="77"/>
                    <a:pt x="61" y="77"/>
                    <a:pt x="61" y="77"/>
                  </a:cubicBezTo>
                  <a:cubicBezTo>
                    <a:pt x="62" y="77"/>
                    <a:pt x="62" y="77"/>
                    <a:pt x="62" y="77"/>
                  </a:cubicBezTo>
                  <a:cubicBezTo>
                    <a:pt x="62" y="77"/>
                    <a:pt x="62" y="77"/>
                    <a:pt x="62" y="77"/>
                  </a:cubicBezTo>
                  <a:cubicBezTo>
                    <a:pt x="63" y="77"/>
                    <a:pt x="63" y="78"/>
                    <a:pt x="63" y="78"/>
                  </a:cubicBezTo>
                  <a:cubicBezTo>
                    <a:pt x="64" y="78"/>
                    <a:pt x="64" y="79"/>
                    <a:pt x="64" y="79"/>
                  </a:cubicBezTo>
                  <a:cubicBezTo>
                    <a:pt x="64" y="79"/>
                    <a:pt x="64" y="79"/>
                    <a:pt x="64" y="79"/>
                  </a:cubicBezTo>
                  <a:cubicBezTo>
                    <a:pt x="64" y="79"/>
                    <a:pt x="64" y="79"/>
                    <a:pt x="64" y="79"/>
                  </a:cubicBezTo>
                  <a:cubicBezTo>
                    <a:pt x="64" y="79"/>
                    <a:pt x="64" y="80"/>
                    <a:pt x="64" y="80"/>
                  </a:cubicBezTo>
                  <a:cubicBezTo>
                    <a:pt x="64" y="80"/>
                    <a:pt x="65" y="80"/>
                    <a:pt x="65" y="80"/>
                  </a:cubicBezTo>
                  <a:cubicBezTo>
                    <a:pt x="65" y="80"/>
                    <a:pt x="65" y="80"/>
                    <a:pt x="65" y="80"/>
                  </a:cubicBezTo>
                  <a:cubicBezTo>
                    <a:pt x="65" y="80"/>
                    <a:pt x="65" y="81"/>
                    <a:pt x="66" y="81"/>
                  </a:cubicBezTo>
                  <a:cubicBezTo>
                    <a:pt x="66" y="81"/>
                    <a:pt x="66" y="82"/>
                    <a:pt x="67" y="82"/>
                  </a:cubicBezTo>
                  <a:cubicBezTo>
                    <a:pt x="67" y="82"/>
                    <a:pt x="67" y="81"/>
                    <a:pt x="67" y="81"/>
                  </a:cubicBezTo>
                  <a:cubicBezTo>
                    <a:pt x="68" y="81"/>
                    <a:pt x="68" y="81"/>
                    <a:pt x="68" y="80"/>
                  </a:cubicBezTo>
                  <a:cubicBezTo>
                    <a:pt x="68" y="80"/>
                    <a:pt x="67" y="79"/>
                    <a:pt x="67" y="79"/>
                  </a:cubicBezTo>
                  <a:cubicBezTo>
                    <a:pt x="66" y="79"/>
                    <a:pt x="66" y="78"/>
                    <a:pt x="66" y="78"/>
                  </a:cubicBezTo>
                  <a:cubicBezTo>
                    <a:pt x="66" y="78"/>
                    <a:pt x="66" y="78"/>
                    <a:pt x="66" y="77"/>
                  </a:cubicBezTo>
                  <a:cubicBezTo>
                    <a:pt x="65" y="77"/>
                    <a:pt x="65" y="76"/>
                    <a:pt x="65" y="75"/>
                  </a:cubicBezTo>
                  <a:cubicBezTo>
                    <a:pt x="64" y="75"/>
                    <a:pt x="64" y="74"/>
                    <a:pt x="64" y="74"/>
                  </a:cubicBezTo>
                  <a:cubicBezTo>
                    <a:pt x="64" y="75"/>
                    <a:pt x="65" y="76"/>
                    <a:pt x="66" y="76"/>
                  </a:cubicBezTo>
                  <a:cubicBezTo>
                    <a:pt x="66" y="76"/>
                    <a:pt x="66" y="77"/>
                    <a:pt x="67" y="78"/>
                  </a:cubicBezTo>
                  <a:cubicBezTo>
                    <a:pt x="67" y="79"/>
                    <a:pt x="67" y="79"/>
                    <a:pt x="68" y="79"/>
                  </a:cubicBezTo>
                  <a:cubicBezTo>
                    <a:pt x="68" y="79"/>
                    <a:pt x="68" y="80"/>
                    <a:pt x="68" y="80"/>
                  </a:cubicBezTo>
                  <a:cubicBezTo>
                    <a:pt x="68" y="80"/>
                    <a:pt x="68" y="80"/>
                    <a:pt x="68" y="80"/>
                  </a:cubicBezTo>
                  <a:cubicBezTo>
                    <a:pt x="68" y="80"/>
                    <a:pt x="69" y="80"/>
                    <a:pt x="69" y="81"/>
                  </a:cubicBezTo>
                  <a:cubicBezTo>
                    <a:pt x="69" y="81"/>
                    <a:pt x="70" y="81"/>
                    <a:pt x="70" y="81"/>
                  </a:cubicBezTo>
                  <a:cubicBezTo>
                    <a:pt x="70" y="81"/>
                    <a:pt x="70" y="82"/>
                    <a:pt x="70" y="82"/>
                  </a:cubicBezTo>
                  <a:cubicBezTo>
                    <a:pt x="70" y="82"/>
                    <a:pt x="70" y="82"/>
                    <a:pt x="70" y="83"/>
                  </a:cubicBezTo>
                  <a:cubicBezTo>
                    <a:pt x="70" y="83"/>
                    <a:pt x="70" y="83"/>
                    <a:pt x="70" y="83"/>
                  </a:cubicBezTo>
                  <a:cubicBezTo>
                    <a:pt x="70" y="83"/>
                    <a:pt x="70" y="83"/>
                    <a:pt x="70" y="83"/>
                  </a:cubicBezTo>
                  <a:cubicBezTo>
                    <a:pt x="70" y="84"/>
                    <a:pt x="70" y="85"/>
                    <a:pt x="71" y="86"/>
                  </a:cubicBezTo>
                  <a:cubicBezTo>
                    <a:pt x="72" y="86"/>
                    <a:pt x="74" y="87"/>
                    <a:pt x="75" y="88"/>
                  </a:cubicBezTo>
                  <a:cubicBezTo>
                    <a:pt x="75" y="88"/>
                    <a:pt x="75" y="88"/>
                    <a:pt x="75" y="88"/>
                  </a:cubicBezTo>
                  <a:cubicBezTo>
                    <a:pt x="76" y="89"/>
                    <a:pt x="76" y="89"/>
                    <a:pt x="77" y="89"/>
                  </a:cubicBezTo>
                  <a:cubicBezTo>
                    <a:pt x="78" y="89"/>
                    <a:pt x="78" y="90"/>
                    <a:pt x="78" y="90"/>
                  </a:cubicBezTo>
                  <a:cubicBezTo>
                    <a:pt x="78" y="90"/>
                    <a:pt x="79" y="90"/>
                    <a:pt x="79" y="90"/>
                  </a:cubicBezTo>
                  <a:cubicBezTo>
                    <a:pt x="79" y="90"/>
                    <a:pt x="79" y="91"/>
                    <a:pt x="80" y="91"/>
                  </a:cubicBezTo>
                  <a:cubicBezTo>
                    <a:pt x="80" y="91"/>
                    <a:pt x="80" y="91"/>
                    <a:pt x="81" y="90"/>
                  </a:cubicBezTo>
                  <a:cubicBezTo>
                    <a:pt x="81" y="90"/>
                    <a:pt x="81" y="90"/>
                    <a:pt x="81" y="90"/>
                  </a:cubicBezTo>
                  <a:cubicBezTo>
                    <a:pt x="81" y="90"/>
                    <a:pt x="81" y="90"/>
                    <a:pt x="82" y="90"/>
                  </a:cubicBezTo>
                  <a:cubicBezTo>
                    <a:pt x="82" y="90"/>
                    <a:pt x="82" y="90"/>
                    <a:pt x="82" y="90"/>
                  </a:cubicBezTo>
                  <a:cubicBezTo>
                    <a:pt x="82" y="90"/>
                    <a:pt x="83" y="90"/>
                    <a:pt x="83" y="91"/>
                  </a:cubicBezTo>
                  <a:cubicBezTo>
                    <a:pt x="83" y="91"/>
                    <a:pt x="83" y="91"/>
                    <a:pt x="84" y="92"/>
                  </a:cubicBezTo>
                  <a:cubicBezTo>
                    <a:pt x="84" y="92"/>
                    <a:pt x="85" y="92"/>
                    <a:pt x="85" y="93"/>
                  </a:cubicBezTo>
                  <a:cubicBezTo>
                    <a:pt x="85" y="93"/>
                    <a:pt x="85" y="93"/>
                    <a:pt x="85" y="93"/>
                  </a:cubicBezTo>
                  <a:cubicBezTo>
                    <a:pt x="85" y="93"/>
                    <a:pt x="85" y="93"/>
                    <a:pt x="85" y="93"/>
                  </a:cubicBezTo>
                  <a:cubicBezTo>
                    <a:pt x="85" y="92"/>
                    <a:pt x="86" y="93"/>
                    <a:pt x="86" y="93"/>
                  </a:cubicBezTo>
                  <a:cubicBezTo>
                    <a:pt x="86" y="93"/>
                    <a:pt x="86" y="93"/>
                    <a:pt x="87" y="93"/>
                  </a:cubicBezTo>
                  <a:cubicBezTo>
                    <a:pt x="87" y="93"/>
                    <a:pt x="87" y="93"/>
                    <a:pt x="87" y="93"/>
                  </a:cubicBezTo>
                  <a:cubicBezTo>
                    <a:pt x="87" y="93"/>
                    <a:pt x="87" y="93"/>
                    <a:pt x="87" y="93"/>
                  </a:cubicBezTo>
                  <a:cubicBezTo>
                    <a:pt x="88" y="93"/>
                    <a:pt x="88" y="93"/>
                    <a:pt x="88" y="93"/>
                  </a:cubicBezTo>
                  <a:cubicBezTo>
                    <a:pt x="89" y="94"/>
                    <a:pt x="90" y="94"/>
                    <a:pt x="90" y="95"/>
                  </a:cubicBezTo>
                  <a:cubicBezTo>
                    <a:pt x="90" y="95"/>
                    <a:pt x="90" y="95"/>
                    <a:pt x="90" y="95"/>
                  </a:cubicBezTo>
                  <a:cubicBezTo>
                    <a:pt x="90" y="95"/>
                    <a:pt x="90" y="95"/>
                    <a:pt x="90" y="95"/>
                  </a:cubicBezTo>
                  <a:cubicBezTo>
                    <a:pt x="90" y="97"/>
                    <a:pt x="91" y="97"/>
                    <a:pt x="91" y="97"/>
                  </a:cubicBezTo>
                  <a:cubicBezTo>
                    <a:pt x="91" y="98"/>
                    <a:pt x="92" y="98"/>
                    <a:pt x="92" y="99"/>
                  </a:cubicBezTo>
                  <a:cubicBezTo>
                    <a:pt x="93" y="99"/>
                    <a:pt x="93" y="99"/>
                    <a:pt x="94" y="99"/>
                  </a:cubicBezTo>
                  <a:cubicBezTo>
                    <a:pt x="94" y="100"/>
                    <a:pt x="94" y="100"/>
                    <a:pt x="94" y="100"/>
                  </a:cubicBezTo>
                  <a:cubicBezTo>
                    <a:pt x="94" y="100"/>
                    <a:pt x="94" y="100"/>
                    <a:pt x="94" y="100"/>
                  </a:cubicBezTo>
                  <a:cubicBezTo>
                    <a:pt x="94" y="100"/>
                    <a:pt x="94" y="100"/>
                    <a:pt x="94" y="100"/>
                  </a:cubicBezTo>
                  <a:cubicBezTo>
                    <a:pt x="94" y="100"/>
                    <a:pt x="94" y="100"/>
                    <a:pt x="94" y="100"/>
                  </a:cubicBezTo>
                  <a:cubicBezTo>
                    <a:pt x="95" y="100"/>
                    <a:pt x="95" y="100"/>
                    <a:pt x="95" y="100"/>
                  </a:cubicBezTo>
                  <a:cubicBezTo>
                    <a:pt x="95" y="100"/>
                    <a:pt x="96" y="100"/>
                    <a:pt x="96" y="100"/>
                  </a:cubicBezTo>
                  <a:cubicBezTo>
                    <a:pt x="97" y="100"/>
                    <a:pt x="97" y="99"/>
                    <a:pt x="97" y="99"/>
                  </a:cubicBezTo>
                  <a:cubicBezTo>
                    <a:pt x="97" y="99"/>
                    <a:pt x="97" y="99"/>
                    <a:pt x="97" y="99"/>
                  </a:cubicBezTo>
                  <a:cubicBezTo>
                    <a:pt x="97" y="99"/>
                    <a:pt x="97" y="99"/>
                    <a:pt x="97" y="99"/>
                  </a:cubicBezTo>
                  <a:cubicBezTo>
                    <a:pt x="97" y="99"/>
                    <a:pt x="98" y="99"/>
                    <a:pt x="98" y="100"/>
                  </a:cubicBezTo>
                  <a:cubicBezTo>
                    <a:pt x="98" y="100"/>
                    <a:pt x="98" y="100"/>
                    <a:pt x="98" y="100"/>
                  </a:cubicBezTo>
                  <a:cubicBezTo>
                    <a:pt x="98" y="101"/>
                    <a:pt x="98" y="101"/>
                    <a:pt x="98" y="101"/>
                  </a:cubicBezTo>
                  <a:cubicBezTo>
                    <a:pt x="98" y="101"/>
                    <a:pt x="98" y="101"/>
                    <a:pt x="98" y="101"/>
                  </a:cubicBezTo>
                  <a:cubicBezTo>
                    <a:pt x="98" y="101"/>
                    <a:pt x="98" y="101"/>
                    <a:pt x="98" y="101"/>
                  </a:cubicBezTo>
                  <a:cubicBezTo>
                    <a:pt x="99" y="102"/>
                    <a:pt x="99" y="102"/>
                    <a:pt x="99" y="103"/>
                  </a:cubicBezTo>
                  <a:cubicBezTo>
                    <a:pt x="99" y="103"/>
                    <a:pt x="99" y="103"/>
                    <a:pt x="98" y="103"/>
                  </a:cubicBezTo>
                  <a:cubicBezTo>
                    <a:pt x="98" y="104"/>
                    <a:pt x="98" y="105"/>
                    <a:pt x="98" y="105"/>
                  </a:cubicBezTo>
                  <a:cubicBezTo>
                    <a:pt x="98" y="105"/>
                    <a:pt x="98" y="105"/>
                    <a:pt x="98" y="105"/>
                  </a:cubicBezTo>
                  <a:cubicBezTo>
                    <a:pt x="98" y="105"/>
                    <a:pt x="98" y="106"/>
                    <a:pt x="98" y="106"/>
                  </a:cubicBezTo>
                  <a:cubicBezTo>
                    <a:pt x="98" y="106"/>
                    <a:pt x="97" y="106"/>
                    <a:pt x="97" y="106"/>
                  </a:cubicBezTo>
                  <a:cubicBezTo>
                    <a:pt x="97" y="107"/>
                    <a:pt x="97" y="107"/>
                    <a:pt x="97" y="107"/>
                  </a:cubicBezTo>
                  <a:cubicBezTo>
                    <a:pt x="96" y="107"/>
                    <a:pt x="96" y="108"/>
                    <a:pt x="96" y="108"/>
                  </a:cubicBezTo>
                  <a:cubicBezTo>
                    <a:pt x="95" y="109"/>
                    <a:pt x="95" y="109"/>
                    <a:pt x="95" y="110"/>
                  </a:cubicBezTo>
                  <a:cubicBezTo>
                    <a:pt x="95" y="110"/>
                    <a:pt x="95" y="110"/>
                    <a:pt x="95" y="110"/>
                  </a:cubicBezTo>
                  <a:cubicBezTo>
                    <a:pt x="95" y="110"/>
                    <a:pt x="95" y="110"/>
                    <a:pt x="95" y="111"/>
                  </a:cubicBezTo>
                  <a:cubicBezTo>
                    <a:pt x="95" y="111"/>
                    <a:pt x="95" y="112"/>
                    <a:pt x="95" y="112"/>
                  </a:cubicBezTo>
                  <a:cubicBezTo>
                    <a:pt x="95" y="112"/>
                    <a:pt x="95" y="112"/>
                    <a:pt x="95" y="112"/>
                  </a:cubicBezTo>
                  <a:cubicBezTo>
                    <a:pt x="95" y="112"/>
                    <a:pt x="95" y="113"/>
                    <a:pt x="95" y="113"/>
                  </a:cubicBezTo>
                  <a:cubicBezTo>
                    <a:pt x="95" y="114"/>
                    <a:pt x="94" y="114"/>
                    <a:pt x="94" y="115"/>
                  </a:cubicBezTo>
                  <a:cubicBezTo>
                    <a:pt x="94" y="115"/>
                    <a:pt x="94" y="115"/>
                    <a:pt x="94" y="115"/>
                  </a:cubicBezTo>
                  <a:cubicBezTo>
                    <a:pt x="95" y="116"/>
                    <a:pt x="95" y="116"/>
                    <a:pt x="96" y="117"/>
                  </a:cubicBezTo>
                  <a:cubicBezTo>
                    <a:pt x="96" y="117"/>
                    <a:pt x="97" y="117"/>
                    <a:pt x="97" y="118"/>
                  </a:cubicBezTo>
                  <a:cubicBezTo>
                    <a:pt x="97" y="118"/>
                    <a:pt x="97" y="119"/>
                    <a:pt x="97" y="120"/>
                  </a:cubicBezTo>
                  <a:cubicBezTo>
                    <a:pt x="98" y="121"/>
                    <a:pt x="98" y="121"/>
                    <a:pt x="98" y="122"/>
                  </a:cubicBezTo>
                  <a:cubicBezTo>
                    <a:pt x="98" y="123"/>
                    <a:pt x="99" y="123"/>
                    <a:pt x="99" y="124"/>
                  </a:cubicBezTo>
                  <a:cubicBezTo>
                    <a:pt x="99" y="124"/>
                    <a:pt x="100" y="125"/>
                    <a:pt x="100" y="125"/>
                  </a:cubicBezTo>
                  <a:cubicBezTo>
                    <a:pt x="100" y="126"/>
                    <a:pt x="100" y="127"/>
                    <a:pt x="101" y="127"/>
                  </a:cubicBezTo>
                  <a:cubicBezTo>
                    <a:pt x="102" y="128"/>
                    <a:pt x="102" y="128"/>
                    <a:pt x="103" y="128"/>
                  </a:cubicBezTo>
                  <a:cubicBezTo>
                    <a:pt x="103" y="128"/>
                    <a:pt x="103" y="129"/>
                    <a:pt x="103" y="129"/>
                  </a:cubicBezTo>
                  <a:cubicBezTo>
                    <a:pt x="104" y="129"/>
                    <a:pt x="104" y="129"/>
                    <a:pt x="104" y="130"/>
                  </a:cubicBezTo>
                  <a:cubicBezTo>
                    <a:pt x="105" y="130"/>
                    <a:pt x="105" y="130"/>
                    <a:pt x="106" y="131"/>
                  </a:cubicBezTo>
                  <a:cubicBezTo>
                    <a:pt x="106" y="132"/>
                    <a:pt x="106" y="132"/>
                    <a:pt x="106" y="133"/>
                  </a:cubicBezTo>
                  <a:cubicBezTo>
                    <a:pt x="106" y="133"/>
                    <a:pt x="106" y="133"/>
                    <a:pt x="106" y="133"/>
                  </a:cubicBezTo>
                  <a:cubicBezTo>
                    <a:pt x="106" y="134"/>
                    <a:pt x="106" y="137"/>
                    <a:pt x="105" y="139"/>
                  </a:cubicBezTo>
                  <a:cubicBezTo>
                    <a:pt x="105" y="139"/>
                    <a:pt x="105" y="139"/>
                    <a:pt x="105" y="140"/>
                  </a:cubicBezTo>
                  <a:cubicBezTo>
                    <a:pt x="105" y="140"/>
                    <a:pt x="105" y="141"/>
                    <a:pt x="105" y="142"/>
                  </a:cubicBezTo>
                  <a:cubicBezTo>
                    <a:pt x="105" y="142"/>
                    <a:pt x="105" y="142"/>
                    <a:pt x="105" y="142"/>
                  </a:cubicBezTo>
                  <a:cubicBezTo>
                    <a:pt x="105" y="142"/>
                    <a:pt x="104" y="143"/>
                    <a:pt x="104" y="144"/>
                  </a:cubicBezTo>
                  <a:cubicBezTo>
                    <a:pt x="104" y="144"/>
                    <a:pt x="104" y="144"/>
                    <a:pt x="105" y="144"/>
                  </a:cubicBezTo>
                  <a:cubicBezTo>
                    <a:pt x="105" y="144"/>
                    <a:pt x="105" y="144"/>
                    <a:pt x="105" y="144"/>
                  </a:cubicBezTo>
                  <a:cubicBezTo>
                    <a:pt x="105" y="144"/>
                    <a:pt x="105" y="145"/>
                    <a:pt x="104" y="145"/>
                  </a:cubicBezTo>
                  <a:cubicBezTo>
                    <a:pt x="104" y="145"/>
                    <a:pt x="104" y="145"/>
                    <a:pt x="104" y="145"/>
                  </a:cubicBezTo>
                  <a:cubicBezTo>
                    <a:pt x="104" y="145"/>
                    <a:pt x="104" y="145"/>
                    <a:pt x="104" y="145"/>
                  </a:cubicBezTo>
                  <a:cubicBezTo>
                    <a:pt x="104" y="146"/>
                    <a:pt x="104" y="146"/>
                    <a:pt x="104" y="146"/>
                  </a:cubicBezTo>
                  <a:cubicBezTo>
                    <a:pt x="104" y="147"/>
                    <a:pt x="104" y="147"/>
                    <a:pt x="104" y="148"/>
                  </a:cubicBezTo>
                  <a:cubicBezTo>
                    <a:pt x="104" y="148"/>
                    <a:pt x="104" y="148"/>
                    <a:pt x="104" y="148"/>
                  </a:cubicBezTo>
                  <a:cubicBezTo>
                    <a:pt x="104" y="149"/>
                    <a:pt x="104" y="150"/>
                    <a:pt x="103" y="150"/>
                  </a:cubicBezTo>
                  <a:cubicBezTo>
                    <a:pt x="103" y="151"/>
                    <a:pt x="103" y="151"/>
                    <a:pt x="103" y="152"/>
                  </a:cubicBezTo>
                  <a:cubicBezTo>
                    <a:pt x="103" y="152"/>
                    <a:pt x="103" y="153"/>
                    <a:pt x="103" y="153"/>
                  </a:cubicBezTo>
                  <a:cubicBezTo>
                    <a:pt x="103" y="153"/>
                    <a:pt x="103" y="153"/>
                    <a:pt x="103" y="153"/>
                  </a:cubicBezTo>
                  <a:cubicBezTo>
                    <a:pt x="103" y="153"/>
                    <a:pt x="103" y="153"/>
                    <a:pt x="103" y="153"/>
                  </a:cubicBezTo>
                  <a:cubicBezTo>
                    <a:pt x="102" y="153"/>
                    <a:pt x="102" y="154"/>
                    <a:pt x="102" y="154"/>
                  </a:cubicBezTo>
                  <a:cubicBezTo>
                    <a:pt x="102" y="155"/>
                    <a:pt x="102" y="155"/>
                    <a:pt x="103" y="155"/>
                  </a:cubicBezTo>
                  <a:cubicBezTo>
                    <a:pt x="103" y="155"/>
                    <a:pt x="103" y="155"/>
                    <a:pt x="103" y="155"/>
                  </a:cubicBezTo>
                  <a:cubicBezTo>
                    <a:pt x="103" y="156"/>
                    <a:pt x="103" y="156"/>
                    <a:pt x="103" y="156"/>
                  </a:cubicBezTo>
                  <a:cubicBezTo>
                    <a:pt x="103" y="156"/>
                    <a:pt x="102" y="157"/>
                    <a:pt x="102" y="157"/>
                  </a:cubicBezTo>
                  <a:cubicBezTo>
                    <a:pt x="102" y="157"/>
                    <a:pt x="102" y="158"/>
                    <a:pt x="102" y="158"/>
                  </a:cubicBezTo>
                  <a:cubicBezTo>
                    <a:pt x="102" y="158"/>
                    <a:pt x="102" y="159"/>
                    <a:pt x="102" y="159"/>
                  </a:cubicBezTo>
                  <a:cubicBezTo>
                    <a:pt x="102" y="160"/>
                    <a:pt x="103" y="160"/>
                    <a:pt x="102" y="160"/>
                  </a:cubicBezTo>
                  <a:cubicBezTo>
                    <a:pt x="103" y="160"/>
                    <a:pt x="102" y="161"/>
                    <a:pt x="102" y="161"/>
                  </a:cubicBezTo>
                  <a:cubicBezTo>
                    <a:pt x="102" y="161"/>
                    <a:pt x="102" y="162"/>
                    <a:pt x="102" y="162"/>
                  </a:cubicBezTo>
                  <a:cubicBezTo>
                    <a:pt x="101" y="163"/>
                    <a:pt x="101" y="163"/>
                    <a:pt x="101" y="164"/>
                  </a:cubicBezTo>
                  <a:cubicBezTo>
                    <a:pt x="101" y="164"/>
                    <a:pt x="101" y="164"/>
                    <a:pt x="101" y="164"/>
                  </a:cubicBezTo>
                  <a:cubicBezTo>
                    <a:pt x="101" y="165"/>
                    <a:pt x="101" y="165"/>
                    <a:pt x="101" y="165"/>
                  </a:cubicBezTo>
                  <a:cubicBezTo>
                    <a:pt x="101" y="165"/>
                    <a:pt x="101" y="165"/>
                    <a:pt x="101" y="166"/>
                  </a:cubicBezTo>
                  <a:cubicBezTo>
                    <a:pt x="101" y="166"/>
                    <a:pt x="101" y="166"/>
                    <a:pt x="101" y="166"/>
                  </a:cubicBezTo>
                  <a:cubicBezTo>
                    <a:pt x="101" y="166"/>
                    <a:pt x="101" y="166"/>
                    <a:pt x="101" y="166"/>
                  </a:cubicBezTo>
                  <a:cubicBezTo>
                    <a:pt x="101" y="167"/>
                    <a:pt x="100" y="167"/>
                    <a:pt x="100" y="168"/>
                  </a:cubicBezTo>
                  <a:cubicBezTo>
                    <a:pt x="100" y="168"/>
                    <a:pt x="100" y="168"/>
                    <a:pt x="100" y="168"/>
                  </a:cubicBezTo>
                  <a:cubicBezTo>
                    <a:pt x="100" y="168"/>
                    <a:pt x="101" y="169"/>
                    <a:pt x="101" y="169"/>
                  </a:cubicBezTo>
                  <a:cubicBezTo>
                    <a:pt x="101" y="169"/>
                    <a:pt x="101" y="169"/>
                    <a:pt x="101" y="169"/>
                  </a:cubicBezTo>
                  <a:cubicBezTo>
                    <a:pt x="101" y="169"/>
                    <a:pt x="101" y="169"/>
                    <a:pt x="101" y="169"/>
                  </a:cubicBezTo>
                  <a:cubicBezTo>
                    <a:pt x="101" y="169"/>
                    <a:pt x="101" y="169"/>
                    <a:pt x="101" y="170"/>
                  </a:cubicBezTo>
                  <a:cubicBezTo>
                    <a:pt x="101" y="170"/>
                    <a:pt x="101" y="170"/>
                    <a:pt x="101" y="170"/>
                  </a:cubicBezTo>
                  <a:cubicBezTo>
                    <a:pt x="101" y="171"/>
                    <a:pt x="102" y="171"/>
                    <a:pt x="102" y="171"/>
                  </a:cubicBezTo>
                  <a:cubicBezTo>
                    <a:pt x="102" y="171"/>
                    <a:pt x="102" y="171"/>
                    <a:pt x="102" y="171"/>
                  </a:cubicBezTo>
                  <a:cubicBezTo>
                    <a:pt x="102" y="171"/>
                    <a:pt x="102" y="172"/>
                    <a:pt x="102" y="172"/>
                  </a:cubicBezTo>
                  <a:cubicBezTo>
                    <a:pt x="102" y="172"/>
                    <a:pt x="102" y="172"/>
                    <a:pt x="102" y="172"/>
                  </a:cubicBezTo>
                  <a:cubicBezTo>
                    <a:pt x="102" y="173"/>
                    <a:pt x="103" y="174"/>
                    <a:pt x="103" y="174"/>
                  </a:cubicBezTo>
                  <a:cubicBezTo>
                    <a:pt x="103" y="174"/>
                    <a:pt x="104" y="174"/>
                    <a:pt x="104" y="175"/>
                  </a:cubicBezTo>
                  <a:cubicBezTo>
                    <a:pt x="104" y="175"/>
                    <a:pt x="104" y="175"/>
                    <a:pt x="105" y="175"/>
                  </a:cubicBezTo>
                  <a:cubicBezTo>
                    <a:pt x="105" y="175"/>
                    <a:pt x="105" y="175"/>
                    <a:pt x="105" y="175"/>
                  </a:cubicBezTo>
                  <a:cubicBezTo>
                    <a:pt x="105" y="175"/>
                    <a:pt x="105" y="175"/>
                    <a:pt x="105" y="175"/>
                  </a:cubicBezTo>
                  <a:cubicBezTo>
                    <a:pt x="105" y="175"/>
                    <a:pt x="106" y="176"/>
                    <a:pt x="106" y="176"/>
                  </a:cubicBezTo>
                  <a:cubicBezTo>
                    <a:pt x="106" y="176"/>
                    <a:pt x="107" y="176"/>
                    <a:pt x="107" y="176"/>
                  </a:cubicBezTo>
                  <a:cubicBezTo>
                    <a:pt x="108" y="176"/>
                    <a:pt x="110" y="176"/>
                    <a:pt x="110" y="176"/>
                  </a:cubicBezTo>
                  <a:cubicBezTo>
                    <a:pt x="110" y="176"/>
                    <a:pt x="110" y="176"/>
                    <a:pt x="111" y="175"/>
                  </a:cubicBezTo>
                  <a:cubicBezTo>
                    <a:pt x="111" y="175"/>
                    <a:pt x="112" y="175"/>
                    <a:pt x="112" y="175"/>
                  </a:cubicBezTo>
                  <a:cubicBezTo>
                    <a:pt x="112" y="175"/>
                    <a:pt x="112" y="175"/>
                    <a:pt x="112" y="175"/>
                  </a:cubicBezTo>
                  <a:cubicBezTo>
                    <a:pt x="112" y="175"/>
                    <a:pt x="112" y="175"/>
                    <a:pt x="112" y="175"/>
                  </a:cubicBezTo>
                  <a:cubicBezTo>
                    <a:pt x="112" y="174"/>
                    <a:pt x="112" y="174"/>
                    <a:pt x="112" y="174"/>
                  </a:cubicBezTo>
                  <a:cubicBezTo>
                    <a:pt x="112" y="174"/>
                    <a:pt x="111" y="174"/>
                    <a:pt x="111" y="174"/>
                  </a:cubicBezTo>
                  <a:cubicBezTo>
                    <a:pt x="111" y="174"/>
                    <a:pt x="110" y="174"/>
                    <a:pt x="110" y="174"/>
                  </a:cubicBezTo>
                  <a:cubicBezTo>
                    <a:pt x="110" y="174"/>
                    <a:pt x="109" y="173"/>
                    <a:pt x="109" y="173"/>
                  </a:cubicBezTo>
                  <a:cubicBezTo>
                    <a:pt x="108" y="172"/>
                    <a:pt x="108" y="172"/>
                    <a:pt x="108" y="172"/>
                  </a:cubicBezTo>
                  <a:cubicBezTo>
                    <a:pt x="108" y="171"/>
                    <a:pt x="108" y="171"/>
                    <a:pt x="108" y="171"/>
                  </a:cubicBezTo>
                  <a:cubicBezTo>
                    <a:pt x="108" y="170"/>
                    <a:pt x="108" y="170"/>
                    <a:pt x="108" y="170"/>
                  </a:cubicBezTo>
                  <a:cubicBezTo>
                    <a:pt x="109" y="169"/>
                    <a:pt x="110" y="168"/>
                    <a:pt x="111" y="168"/>
                  </a:cubicBezTo>
                  <a:cubicBezTo>
                    <a:pt x="111" y="167"/>
                    <a:pt x="111" y="167"/>
                    <a:pt x="111" y="167"/>
                  </a:cubicBezTo>
                  <a:cubicBezTo>
                    <a:pt x="111" y="166"/>
                    <a:pt x="111" y="166"/>
                    <a:pt x="111" y="166"/>
                  </a:cubicBezTo>
                  <a:cubicBezTo>
                    <a:pt x="111" y="165"/>
                    <a:pt x="111" y="165"/>
                    <a:pt x="111" y="165"/>
                  </a:cubicBezTo>
                  <a:cubicBezTo>
                    <a:pt x="111" y="165"/>
                    <a:pt x="111" y="165"/>
                    <a:pt x="111" y="165"/>
                  </a:cubicBezTo>
                  <a:cubicBezTo>
                    <a:pt x="110" y="165"/>
                    <a:pt x="110" y="165"/>
                    <a:pt x="110" y="165"/>
                  </a:cubicBezTo>
                  <a:cubicBezTo>
                    <a:pt x="110" y="165"/>
                    <a:pt x="110" y="165"/>
                    <a:pt x="110" y="165"/>
                  </a:cubicBezTo>
                  <a:cubicBezTo>
                    <a:pt x="110" y="165"/>
                    <a:pt x="110" y="165"/>
                    <a:pt x="110" y="165"/>
                  </a:cubicBezTo>
                  <a:cubicBezTo>
                    <a:pt x="110" y="165"/>
                    <a:pt x="110" y="164"/>
                    <a:pt x="110" y="164"/>
                  </a:cubicBezTo>
                  <a:cubicBezTo>
                    <a:pt x="111" y="163"/>
                    <a:pt x="111" y="163"/>
                    <a:pt x="111" y="163"/>
                  </a:cubicBezTo>
                  <a:cubicBezTo>
                    <a:pt x="112" y="162"/>
                    <a:pt x="112" y="162"/>
                    <a:pt x="112" y="162"/>
                  </a:cubicBezTo>
                  <a:cubicBezTo>
                    <a:pt x="112" y="162"/>
                    <a:pt x="113" y="161"/>
                    <a:pt x="113" y="160"/>
                  </a:cubicBezTo>
                  <a:cubicBezTo>
                    <a:pt x="113" y="160"/>
                    <a:pt x="113" y="160"/>
                    <a:pt x="113" y="160"/>
                  </a:cubicBezTo>
                  <a:cubicBezTo>
                    <a:pt x="113" y="159"/>
                    <a:pt x="113" y="159"/>
                    <a:pt x="113" y="159"/>
                  </a:cubicBezTo>
                  <a:cubicBezTo>
                    <a:pt x="113" y="159"/>
                    <a:pt x="113" y="159"/>
                    <a:pt x="113" y="159"/>
                  </a:cubicBezTo>
                  <a:cubicBezTo>
                    <a:pt x="112" y="159"/>
                    <a:pt x="112" y="159"/>
                    <a:pt x="112" y="159"/>
                  </a:cubicBezTo>
                  <a:cubicBezTo>
                    <a:pt x="112" y="159"/>
                    <a:pt x="112" y="159"/>
                    <a:pt x="112" y="159"/>
                  </a:cubicBezTo>
                  <a:cubicBezTo>
                    <a:pt x="112" y="159"/>
                    <a:pt x="112" y="158"/>
                    <a:pt x="112" y="158"/>
                  </a:cubicBezTo>
                  <a:cubicBezTo>
                    <a:pt x="112" y="158"/>
                    <a:pt x="112" y="158"/>
                    <a:pt x="112" y="158"/>
                  </a:cubicBezTo>
                  <a:cubicBezTo>
                    <a:pt x="113" y="159"/>
                    <a:pt x="113" y="159"/>
                    <a:pt x="113" y="159"/>
                  </a:cubicBezTo>
                  <a:cubicBezTo>
                    <a:pt x="114" y="159"/>
                    <a:pt x="114" y="159"/>
                    <a:pt x="114" y="159"/>
                  </a:cubicBezTo>
                  <a:cubicBezTo>
                    <a:pt x="114" y="159"/>
                    <a:pt x="114" y="159"/>
                    <a:pt x="114" y="159"/>
                  </a:cubicBezTo>
                  <a:cubicBezTo>
                    <a:pt x="114" y="158"/>
                    <a:pt x="115" y="158"/>
                    <a:pt x="115" y="158"/>
                  </a:cubicBezTo>
                  <a:cubicBezTo>
                    <a:pt x="115" y="158"/>
                    <a:pt x="114" y="157"/>
                    <a:pt x="114" y="157"/>
                  </a:cubicBezTo>
                  <a:cubicBezTo>
                    <a:pt x="114" y="157"/>
                    <a:pt x="114" y="157"/>
                    <a:pt x="114" y="157"/>
                  </a:cubicBezTo>
                  <a:cubicBezTo>
                    <a:pt x="114" y="157"/>
                    <a:pt x="114" y="156"/>
                    <a:pt x="114" y="156"/>
                  </a:cubicBezTo>
                  <a:cubicBezTo>
                    <a:pt x="114" y="156"/>
                    <a:pt x="114" y="156"/>
                    <a:pt x="114" y="156"/>
                  </a:cubicBezTo>
                  <a:cubicBezTo>
                    <a:pt x="115" y="156"/>
                    <a:pt x="115" y="156"/>
                    <a:pt x="115" y="156"/>
                  </a:cubicBezTo>
                  <a:cubicBezTo>
                    <a:pt x="116" y="156"/>
                    <a:pt x="118" y="156"/>
                    <a:pt x="118" y="156"/>
                  </a:cubicBezTo>
                  <a:cubicBezTo>
                    <a:pt x="119" y="156"/>
                    <a:pt x="119" y="156"/>
                    <a:pt x="119" y="156"/>
                  </a:cubicBezTo>
                  <a:cubicBezTo>
                    <a:pt x="119" y="155"/>
                    <a:pt x="120" y="154"/>
                    <a:pt x="120" y="153"/>
                  </a:cubicBezTo>
                  <a:cubicBezTo>
                    <a:pt x="120" y="153"/>
                    <a:pt x="120" y="153"/>
                    <a:pt x="120" y="152"/>
                  </a:cubicBezTo>
                  <a:cubicBezTo>
                    <a:pt x="120" y="152"/>
                    <a:pt x="120" y="152"/>
                    <a:pt x="120" y="151"/>
                  </a:cubicBezTo>
                  <a:cubicBezTo>
                    <a:pt x="120" y="151"/>
                    <a:pt x="120" y="151"/>
                    <a:pt x="120" y="151"/>
                  </a:cubicBezTo>
                  <a:cubicBezTo>
                    <a:pt x="120" y="151"/>
                    <a:pt x="121" y="152"/>
                    <a:pt x="121" y="152"/>
                  </a:cubicBezTo>
                  <a:cubicBezTo>
                    <a:pt x="122" y="152"/>
                    <a:pt x="122" y="151"/>
                    <a:pt x="123" y="151"/>
                  </a:cubicBezTo>
                  <a:cubicBezTo>
                    <a:pt x="124" y="149"/>
                    <a:pt x="125" y="148"/>
                    <a:pt x="125" y="147"/>
                  </a:cubicBezTo>
                  <a:cubicBezTo>
                    <a:pt x="125" y="147"/>
                    <a:pt x="126" y="146"/>
                    <a:pt x="126" y="146"/>
                  </a:cubicBezTo>
                  <a:cubicBezTo>
                    <a:pt x="126" y="146"/>
                    <a:pt x="126" y="146"/>
                    <a:pt x="126" y="146"/>
                  </a:cubicBezTo>
                  <a:cubicBezTo>
                    <a:pt x="126" y="146"/>
                    <a:pt x="127" y="146"/>
                    <a:pt x="127" y="146"/>
                  </a:cubicBezTo>
                  <a:cubicBezTo>
                    <a:pt x="127" y="146"/>
                    <a:pt x="127" y="145"/>
                    <a:pt x="127" y="145"/>
                  </a:cubicBezTo>
                  <a:cubicBezTo>
                    <a:pt x="127" y="144"/>
                    <a:pt x="128" y="144"/>
                    <a:pt x="128" y="144"/>
                  </a:cubicBezTo>
                  <a:cubicBezTo>
                    <a:pt x="128" y="144"/>
                    <a:pt x="128" y="143"/>
                    <a:pt x="129" y="143"/>
                  </a:cubicBezTo>
                  <a:cubicBezTo>
                    <a:pt x="129" y="142"/>
                    <a:pt x="129" y="142"/>
                    <a:pt x="129" y="142"/>
                  </a:cubicBezTo>
                  <a:cubicBezTo>
                    <a:pt x="129" y="141"/>
                    <a:pt x="128" y="140"/>
                    <a:pt x="129" y="140"/>
                  </a:cubicBezTo>
                  <a:cubicBezTo>
                    <a:pt x="129" y="140"/>
                    <a:pt x="129" y="140"/>
                    <a:pt x="129" y="139"/>
                  </a:cubicBezTo>
                  <a:cubicBezTo>
                    <a:pt x="130" y="139"/>
                    <a:pt x="132" y="138"/>
                    <a:pt x="132" y="138"/>
                  </a:cubicBezTo>
                  <a:cubicBezTo>
                    <a:pt x="132" y="138"/>
                    <a:pt x="132" y="138"/>
                    <a:pt x="132" y="138"/>
                  </a:cubicBezTo>
                  <a:cubicBezTo>
                    <a:pt x="132" y="137"/>
                    <a:pt x="132" y="137"/>
                    <a:pt x="133" y="137"/>
                  </a:cubicBezTo>
                  <a:cubicBezTo>
                    <a:pt x="133" y="137"/>
                    <a:pt x="134" y="137"/>
                    <a:pt x="134" y="137"/>
                  </a:cubicBezTo>
                  <a:cubicBezTo>
                    <a:pt x="135" y="137"/>
                    <a:pt x="135" y="137"/>
                    <a:pt x="136" y="136"/>
                  </a:cubicBezTo>
                  <a:cubicBezTo>
                    <a:pt x="136" y="135"/>
                    <a:pt x="136" y="134"/>
                    <a:pt x="137" y="134"/>
                  </a:cubicBezTo>
                  <a:cubicBezTo>
                    <a:pt x="137" y="133"/>
                    <a:pt x="138" y="132"/>
                    <a:pt x="138" y="131"/>
                  </a:cubicBezTo>
                  <a:cubicBezTo>
                    <a:pt x="138" y="131"/>
                    <a:pt x="138" y="131"/>
                    <a:pt x="138" y="131"/>
                  </a:cubicBezTo>
                  <a:cubicBezTo>
                    <a:pt x="138" y="131"/>
                    <a:pt x="138" y="131"/>
                    <a:pt x="138" y="131"/>
                  </a:cubicBezTo>
                  <a:cubicBezTo>
                    <a:pt x="138" y="130"/>
                    <a:pt x="138" y="130"/>
                    <a:pt x="138" y="129"/>
                  </a:cubicBezTo>
                  <a:cubicBezTo>
                    <a:pt x="138" y="129"/>
                    <a:pt x="138" y="128"/>
                    <a:pt x="138" y="128"/>
                  </a:cubicBezTo>
                  <a:cubicBezTo>
                    <a:pt x="138" y="128"/>
                    <a:pt x="138" y="128"/>
                    <a:pt x="138" y="127"/>
                  </a:cubicBezTo>
                  <a:cubicBezTo>
                    <a:pt x="138" y="127"/>
                    <a:pt x="138" y="127"/>
                    <a:pt x="138" y="126"/>
                  </a:cubicBezTo>
                  <a:cubicBezTo>
                    <a:pt x="138" y="125"/>
                    <a:pt x="138" y="125"/>
                    <a:pt x="139" y="125"/>
                  </a:cubicBezTo>
                  <a:cubicBezTo>
                    <a:pt x="139" y="124"/>
                    <a:pt x="140" y="123"/>
                    <a:pt x="141" y="122"/>
                  </a:cubicBezTo>
                  <a:cubicBezTo>
                    <a:pt x="141" y="122"/>
                    <a:pt x="141" y="121"/>
                    <a:pt x="142" y="121"/>
                  </a:cubicBezTo>
                  <a:cubicBezTo>
                    <a:pt x="142" y="121"/>
                    <a:pt x="142" y="120"/>
                    <a:pt x="142" y="119"/>
                  </a:cubicBezTo>
                  <a:cubicBezTo>
                    <a:pt x="142" y="119"/>
                    <a:pt x="143" y="118"/>
                    <a:pt x="143" y="117"/>
                  </a:cubicBezTo>
                  <a:cubicBezTo>
                    <a:pt x="143" y="117"/>
                    <a:pt x="143" y="117"/>
                    <a:pt x="143" y="117"/>
                  </a:cubicBezTo>
                  <a:cubicBezTo>
                    <a:pt x="142" y="116"/>
                    <a:pt x="142" y="114"/>
                    <a:pt x="141" y="114"/>
                  </a:cubicBezTo>
                  <a:close/>
                  <a:moveTo>
                    <a:pt x="98" y="54"/>
                  </a:moveTo>
                  <a:cubicBezTo>
                    <a:pt x="98" y="54"/>
                    <a:pt x="98" y="54"/>
                    <a:pt x="98" y="54"/>
                  </a:cubicBezTo>
                  <a:cubicBezTo>
                    <a:pt x="98" y="54"/>
                    <a:pt x="98" y="54"/>
                    <a:pt x="98" y="54"/>
                  </a:cubicBezTo>
                  <a:close/>
                  <a:moveTo>
                    <a:pt x="97" y="56"/>
                  </a:moveTo>
                  <a:cubicBezTo>
                    <a:pt x="98" y="56"/>
                    <a:pt x="98" y="55"/>
                    <a:pt x="98" y="55"/>
                  </a:cubicBezTo>
                  <a:cubicBezTo>
                    <a:pt x="98" y="55"/>
                    <a:pt x="98" y="55"/>
                    <a:pt x="98" y="55"/>
                  </a:cubicBezTo>
                  <a:cubicBezTo>
                    <a:pt x="98" y="55"/>
                    <a:pt x="98" y="55"/>
                    <a:pt x="99" y="55"/>
                  </a:cubicBezTo>
                  <a:cubicBezTo>
                    <a:pt x="99" y="55"/>
                    <a:pt x="99" y="55"/>
                    <a:pt x="100" y="55"/>
                  </a:cubicBezTo>
                  <a:cubicBezTo>
                    <a:pt x="100" y="55"/>
                    <a:pt x="100" y="55"/>
                    <a:pt x="100" y="55"/>
                  </a:cubicBezTo>
                  <a:cubicBezTo>
                    <a:pt x="100" y="55"/>
                    <a:pt x="100" y="55"/>
                    <a:pt x="99" y="55"/>
                  </a:cubicBezTo>
                  <a:cubicBezTo>
                    <a:pt x="99" y="55"/>
                    <a:pt x="99" y="56"/>
                    <a:pt x="98" y="56"/>
                  </a:cubicBezTo>
                  <a:cubicBezTo>
                    <a:pt x="98" y="56"/>
                    <a:pt x="98" y="56"/>
                    <a:pt x="98" y="56"/>
                  </a:cubicBezTo>
                  <a:cubicBezTo>
                    <a:pt x="98" y="56"/>
                    <a:pt x="97" y="57"/>
                    <a:pt x="97" y="57"/>
                  </a:cubicBezTo>
                  <a:cubicBezTo>
                    <a:pt x="97" y="57"/>
                    <a:pt x="97" y="57"/>
                    <a:pt x="97" y="57"/>
                  </a:cubicBezTo>
                  <a:cubicBezTo>
                    <a:pt x="97" y="57"/>
                    <a:pt x="97" y="56"/>
                    <a:pt x="97" y="56"/>
                  </a:cubicBezTo>
                  <a:close/>
                  <a:moveTo>
                    <a:pt x="96" y="53"/>
                  </a:moveTo>
                  <a:cubicBezTo>
                    <a:pt x="96" y="53"/>
                    <a:pt x="96" y="53"/>
                    <a:pt x="96" y="53"/>
                  </a:cubicBezTo>
                  <a:cubicBezTo>
                    <a:pt x="96" y="53"/>
                    <a:pt x="96" y="53"/>
                    <a:pt x="96" y="53"/>
                  </a:cubicBezTo>
                  <a:cubicBezTo>
                    <a:pt x="96" y="53"/>
                    <a:pt x="96" y="53"/>
                    <a:pt x="96" y="53"/>
                  </a:cubicBezTo>
                  <a:cubicBezTo>
                    <a:pt x="96" y="53"/>
                    <a:pt x="96" y="53"/>
                    <a:pt x="96" y="53"/>
                  </a:cubicBezTo>
                  <a:close/>
                  <a:moveTo>
                    <a:pt x="96" y="57"/>
                  </a:moveTo>
                  <a:cubicBezTo>
                    <a:pt x="96" y="57"/>
                    <a:pt x="96" y="57"/>
                    <a:pt x="96" y="58"/>
                  </a:cubicBezTo>
                  <a:cubicBezTo>
                    <a:pt x="95" y="58"/>
                    <a:pt x="95" y="58"/>
                    <a:pt x="95" y="58"/>
                  </a:cubicBezTo>
                  <a:cubicBezTo>
                    <a:pt x="95" y="58"/>
                    <a:pt x="95" y="58"/>
                    <a:pt x="95" y="58"/>
                  </a:cubicBezTo>
                  <a:cubicBezTo>
                    <a:pt x="95" y="58"/>
                    <a:pt x="95" y="58"/>
                    <a:pt x="95" y="58"/>
                  </a:cubicBezTo>
                  <a:cubicBezTo>
                    <a:pt x="95" y="58"/>
                    <a:pt x="95" y="58"/>
                    <a:pt x="96" y="57"/>
                  </a:cubicBezTo>
                  <a:close/>
                  <a:moveTo>
                    <a:pt x="94" y="53"/>
                  </a:moveTo>
                  <a:cubicBezTo>
                    <a:pt x="94" y="53"/>
                    <a:pt x="94" y="53"/>
                    <a:pt x="94" y="52"/>
                  </a:cubicBezTo>
                  <a:cubicBezTo>
                    <a:pt x="94" y="52"/>
                    <a:pt x="94" y="52"/>
                    <a:pt x="94" y="52"/>
                  </a:cubicBezTo>
                  <a:cubicBezTo>
                    <a:pt x="94" y="52"/>
                    <a:pt x="94" y="52"/>
                    <a:pt x="94" y="52"/>
                  </a:cubicBezTo>
                  <a:cubicBezTo>
                    <a:pt x="94" y="52"/>
                    <a:pt x="94" y="52"/>
                    <a:pt x="94" y="52"/>
                  </a:cubicBezTo>
                  <a:cubicBezTo>
                    <a:pt x="94" y="52"/>
                    <a:pt x="94" y="52"/>
                    <a:pt x="95" y="52"/>
                  </a:cubicBezTo>
                  <a:cubicBezTo>
                    <a:pt x="95" y="52"/>
                    <a:pt x="95" y="52"/>
                    <a:pt x="95" y="52"/>
                  </a:cubicBezTo>
                  <a:cubicBezTo>
                    <a:pt x="95" y="53"/>
                    <a:pt x="95" y="53"/>
                    <a:pt x="95" y="53"/>
                  </a:cubicBezTo>
                  <a:cubicBezTo>
                    <a:pt x="95" y="53"/>
                    <a:pt x="95" y="53"/>
                    <a:pt x="95" y="53"/>
                  </a:cubicBezTo>
                  <a:cubicBezTo>
                    <a:pt x="95" y="54"/>
                    <a:pt x="95" y="54"/>
                    <a:pt x="95" y="54"/>
                  </a:cubicBezTo>
                  <a:cubicBezTo>
                    <a:pt x="95" y="55"/>
                    <a:pt x="95" y="55"/>
                    <a:pt x="95" y="55"/>
                  </a:cubicBezTo>
                  <a:cubicBezTo>
                    <a:pt x="95" y="55"/>
                    <a:pt x="95" y="55"/>
                    <a:pt x="95" y="55"/>
                  </a:cubicBezTo>
                  <a:cubicBezTo>
                    <a:pt x="95" y="55"/>
                    <a:pt x="95" y="55"/>
                    <a:pt x="95" y="56"/>
                  </a:cubicBezTo>
                  <a:cubicBezTo>
                    <a:pt x="95" y="56"/>
                    <a:pt x="94" y="56"/>
                    <a:pt x="94" y="56"/>
                  </a:cubicBezTo>
                  <a:cubicBezTo>
                    <a:pt x="94" y="56"/>
                    <a:pt x="94" y="56"/>
                    <a:pt x="94" y="56"/>
                  </a:cubicBezTo>
                  <a:cubicBezTo>
                    <a:pt x="94" y="56"/>
                    <a:pt x="94" y="55"/>
                    <a:pt x="94" y="55"/>
                  </a:cubicBezTo>
                  <a:cubicBezTo>
                    <a:pt x="94" y="55"/>
                    <a:pt x="94" y="55"/>
                    <a:pt x="94" y="54"/>
                  </a:cubicBezTo>
                  <a:cubicBezTo>
                    <a:pt x="94" y="54"/>
                    <a:pt x="94" y="54"/>
                    <a:pt x="94" y="54"/>
                  </a:cubicBezTo>
                  <a:cubicBezTo>
                    <a:pt x="94" y="54"/>
                    <a:pt x="94" y="53"/>
                    <a:pt x="93" y="52"/>
                  </a:cubicBezTo>
                  <a:cubicBezTo>
                    <a:pt x="93" y="53"/>
                    <a:pt x="93" y="53"/>
                    <a:pt x="94" y="53"/>
                  </a:cubicBezTo>
                  <a:close/>
                  <a:moveTo>
                    <a:pt x="93" y="52"/>
                  </a:moveTo>
                  <a:cubicBezTo>
                    <a:pt x="93" y="52"/>
                    <a:pt x="93" y="52"/>
                    <a:pt x="92" y="52"/>
                  </a:cubicBezTo>
                  <a:cubicBezTo>
                    <a:pt x="92" y="52"/>
                    <a:pt x="92" y="52"/>
                    <a:pt x="92" y="52"/>
                  </a:cubicBezTo>
                  <a:cubicBezTo>
                    <a:pt x="91" y="52"/>
                    <a:pt x="91" y="54"/>
                    <a:pt x="90" y="54"/>
                  </a:cubicBezTo>
                  <a:cubicBezTo>
                    <a:pt x="90" y="54"/>
                    <a:pt x="90" y="54"/>
                    <a:pt x="90" y="55"/>
                  </a:cubicBezTo>
                  <a:cubicBezTo>
                    <a:pt x="90" y="55"/>
                    <a:pt x="90" y="55"/>
                    <a:pt x="90" y="56"/>
                  </a:cubicBezTo>
                  <a:cubicBezTo>
                    <a:pt x="90" y="56"/>
                    <a:pt x="90" y="56"/>
                    <a:pt x="90" y="57"/>
                  </a:cubicBezTo>
                  <a:cubicBezTo>
                    <a:pt x="90" y="57"/>
                    <a:pt x="90" y="57"/>
                    <a:pt x="90" y="57"/>
                  </a:cubicBezTo>
                  <a:cubicBezTo>
                    <a:pt x="90" y="57"/>
                    <a:pt x="90" y="58"/>
                    <a:pt x="90" y="58"/>
                  </a:cubicBezTo>
                  <a:cubicBezTo>
                    <a:pt x="90" y="58"/>
                    <a:pt x="90" y="58"/>
                    <a:pt x="90" y="58"/>
                  </a:cubicBezTo>
                  <a:cubicBezTo>
                    <a:pt x="90" y="58"/>
                    <a:pt x="90" y="58"/>
                    <a:pt x="90" y="58"/>
                  </a:cubicBezTo>
                  <a:cubicBezTo>
                    <a:pt x="90" y="58"/>
                    <a:pt x="90" y="58"/>
                    <a:pt x="90" y="58"/>
                  </a:cubicBezTo>
                  <a:cubicBezTo>
                    <a:pt x="89" y="58"/>
                    <a:pt x="89" y="57"/>
                    <a:pt x="89" y="57"/>
                  </a:cubicBezTo>
                  <a:cubicBezTo>
                    <a:pt x="89" y="57"/>
                    <a:pt x="89" y="56"/>
                    <a:pt x="90" y="56"/>
                  </a:cubicBezTo>
                  <a:cubicBezTo>
                    <a:pt x="90" y="56"/>
                    <a:pt x="90" y="56"/>
                    <a:pt x="90" y="56"/>
                  </a:cubicBezTo>
                  <a:cubicBezTo>
                    <a:pt x="90" y="55"/>
                    <a:pt x="89" y="54"/>
                    <a:pt x="89" y="54"/>
                  </a:cubicBezTo>
                  <a:cubicBezTo>
                    <a:pt x="89" y="54"/>
                    <a:pt x="90" y="53"/>
                    <a:pt x="90" y="53"/>
                  </a:cubicBezTo>
                  <a:cubicBezTo>
                    <a:pt x="90" y="53"/>
                    <a:pt x="91" y="52"/>
                    <a:pt x="91" y="52"/>
                  </a:cubicBezTo>
                  <a:cubicBezTo>
                    <a:pt x="91" y="52"/>
                    <a:pt x="91" y="52"/>
                    <a:pt x="91" y="52"/>
                  </a:cubicBezTo>
                  <a:cubicBezTo>
                    <a:pt x="92" y="52"/>
                    <a:pt x="92" y="52"/>
                    <a:pt x="92" y="52"/>
                  </a:cubicBezTo>
                  <a:cubicBezTo>
                    <a:pt x="93" y="52"/>
                    <a:pt x="93" y="52"/>
                    <a:pt x="93" y="52"/>
                  </a:cubicBezTo>
                  <a:close/>
                  <a:moveTo>
                    <a:pt x="86" y="50"/>
                  </a:moveTo>
                  <a:cubicBezTo>
                    <a:pt x="86" y="50"/>
                    <a:pt x="86" y="50"/>
                    <a:pt x="86" y="50"/>
                  </a:cubicBezTo>
                  <a:cubicBezTo>
                    <a:pt x="86" y="50"/>
                    <a:pt x="86" y="50"/>
                    <a:pt x="87" y="50"/>
                  </a:cubicBezTo>
                  <a:cubicBezTo>
                    <a:pt x="87" y="49"/>
                    <a:pt x="87" y="49"/>
                    <a:pt x="87" y="49"/>
                  </a:cubicBezTo>
                  <a:cubicBezTo>
                    <a:pt x="87" y="50"/>
                    <a:pt x="87" y="50"/>
                    <a:pt x="87" y="50"/>
                  </a:cubicBezTo>
                  <a:cubicBezTo>
                    <a:pt x="88" y="49"/>
                    <a:pt x="88" y="49"/>
                    <a:pt x="89" y="49"/>
                  </a:cubicBezTo>
                  <a:cubicBezTo>
                    <a:pt x="89" y="48"/>
                    <a:pt x="89" y="48"/>
                    <a:pt x="89" y="48"/>
                  </a:cubicBezTo>
                  <a:cubicBezTo>
                    <a:pt x="90" y="49"/>
                    <a:pt x="91" y="50"/>
                    <a:pt x="92" y="50"/>
                  </a:cubicBezTo>
                  <a:cubicBezTo>
                    <a:pt x="92" y="50"/>
                    <a:pt x="91" y="50"/>
                    <a:pt x="91" y="50"/>
                  </a:cubicBezTo>
                  <a:cubicBezTo>
                    <a:pt x="91" y="50"/>
                    <a:pt x="91" y="50"/>
                    <a:pt x="91" y="50"/>
                  </a:cubicBezTo>
                  <a:cubicBezTo>
                    <a:pt x="91" y="50"/>
                    <a:pt x="91" y="50"/>
                    <a:pt x="91" y="50"/>
                  </a:cubicBezTo>
                  <a:cubicBezTo>
                    <a:pt x="91" y="50"/>
                    <a:pt x="90" y="50"/>
                    <a:pt x="89" y="50"/>
                  </a:cubicBezTo>
                  <a:cubicBezTo>
                    <a:pt x="89" y="50"/>
                    <a:pt x="89" y="50"/>
                    <a:pt x="89" y="50"/>
                  </a:cubicBezTo>
                  <a:cubicBezTo>
                    <a:pt x="89" y="50"/>
                    <a:pt x="89" y="50"/>
                    <a:pt x="89" y="50"/>
                  </a:cubicBezTo>
                  <a:cubicBezTo>
                    <a:pt x="89" y="50"/>
                    <a:pt x="89" y="50"/>
                    <a:pt x="89" y="50"/>
                  </a:cubicBezTo>
                  <a:cubicBezTo>
                    <a:pt x="88" y="50"/>
                    <a:pt x="88" y="50"/>
                    <a:pt x="88" y="50"/>
                  </a:cubicBezTo>
                  <a:cubicBezTo>
                    <a:pt x="88" y="50"/>
                    <a:pt x="87" y="50"/>
                    <a:pt x="87" y="50"/>
                  </a:cubicBezTo>
                  <a:cubicBezTo>
                    <a:pt x="87" y="50"/>
                    <a:pt x="86" y="50"/>
                    <a:pt x="86" y="50"/>
                  </a:cubicBezTo>
                  <a:cubicBezTo>
                    <a:pt x="86" y="50"/>
                    <a:pt x="86" y="50"/>
                    <a:pt x="86" y="50"/>
                  </a:cubicBezTo>
                  <a:cubicBezTo>
                    <a:pt x="86" y="50"/>
                    <a:pt x="86" y="50"/>
                    <a:pt x="86" y="50"/>
                  </a:cubicBezTo>
                  <a:close/>
                  <a:moveTo>
                    <a:pt x="92" y="29"/>
                  </a:moveTo>
                  <a:cubicBezTo>
                    <a:pt x="92" y="29"/>
                    <a:pt x="92" y="29"/>
                    <a:pt x="92" y="29"/>
                  </a:cubicBezTo>
                  <a:cubicBezTo>
                    <a:pt x="92" y="29"/>
                    <a:pt x="92" y="29"/>
                    <a:pt x="92" y="29"/>
                  </a:cubicBezTo>
                  <a:cubicBezTo>
                    <a:pt x="92" y="29"/>
                    <a:pt x="92" y="29"/>
                    <a:pt x="92" y="29"/>
                  </a:cubicBezTo>
                  <a:cubicBezTo>
                    <a:pt x="92" y="29"/>
                    <a:pt x="91" y="29"/>
                    <a:pt x="91" y="29"/>
                  </a:cubicBezTo>
                  <a:cubicBezTo>
                    <a:pt x="92" y="29"/>
                    <a:pt x="92" y="29"/>
                    <a:pt x="92" y="29"/>
                  </a:cubicBezTo>
                  <a:close/>
                  <a:moveTo>
                    <a:pt x="88" y="24"/>
                  </a:moveTo>
                  <a:cubicBezTo>
                    <a:pt x="89" y="24"/>
                    <a:pt x="89" y="24"/>
                    <a:pt x="89" y="24"/>
                  </a:cubicBezTo>
                  <a:cubicBezTo>
                    <a:pt x="89" y="24"/>
                    <a:pt x="89" y="24"/>
                    <a:pt x="89" y="24"/>
                  </a:cubicBezTo>
                  <a:cubicBezTo>
                    <a:pt x="90" y="24"/>
                    <a:pt x="90" y="24"/>
                    <a:pt x="90" y="24"/>
                  </a:cubicBezTo>
                  <a:cubicBezTo>
                    <a:pt x="90" y="24"/>
                    <a:pt x="91" y="25"/>
                    <a:pt x="91" y="25"/>
                  </a:cubicBezTo>
                  <a:cubicBezTo>
                    <a:pt x="91" y="25"/>
                    <a:pt x="91" y="25"/>
                    <a:pt x="91" y="25"/>
                  </a:cubicBezTo>
                  <a:cubicBezTo>
                    <a:pt x="91" y="25"/>
                    <a:pt x="90" y="25"/>
                    <a:pt x="90" y="25"/>
                  </a:cubicBezTo>
                  <a:cubicBezTo>
                    <a:pt x="90" y="25"/>
                    <a:pt x="90" y="25"/>
                    <a:pt x="90" y="25"/>
                  </a:cubicBezTo>
                  <a:cubicBezTo>
                    <a:pt x="90" y="25"/>
                    <a:pt x="90" y="25"/>
                    <a:pt x="90" y="25"/>
                  </a:cubicBezTo>
                  <a:cubicBezTo>
                    <a:pt x="89" y="26"/>
                    <a:pt x="89" y="26"/>
                    <a:pt x="89" y="26"/>
                  </a:cubicBezTo>
                  <a:cubicBezTo>
                    <a:pt x="89" y="26"/>
                    <a:pt x="89" y="26"/>
                    <a:pt x="89" y="26"/>
                  </a:cubicBezTo>
                  <a:cubicBezTo>
                    <a:pt x="89" y="26"/>
                    <a:pt x="89" y="26"/>
                    <a:pt x="89" y="26"/>
                  </a:cubicBezTo>
                  <a:cubicBezTo>
                    <a:pt x="89" y="26"/>
                    <a:pt x="89" y="25"/>
                    <a:pt x="88" y="25"/>
                  </a:cubicBezTo>
                  <a:cubicBezTo>
                    <a:pt x="88" y="25"/>
                    <a:pt x="88" y="24"/>
                    <a:pt x="88" y="24"/>
                  </a:cubicBezTo>
                  <a:cubicBezTo>
                    <a:pt x="88" y="24"/>
                    <a:pt x="88" y="24"/>
                    <a:pt x="88" y="24"/>
                  </a:cubicBezTo>
                  <a:close/>
                  <a:moveTo>
                    <a:pt x="82" y="21"/>
                  </a:moveTo>
                  <a:cubicBezTo>
                    <a:pt x="82" y="21"/>
                    <a:pt x="82" y="21"/>
                    <a:pt x="82" y="21"/>
                  </a:cubicBezTo>
                  <a:cubicBezTo>
                    <a:pt x="82" y="21"/>
                    <a:pt x="82" y="21"/>
                    <a:pt x="82" y="21"/>
                  </a:cubicBezTo>
                  <a:close/>
                  <a:moveTo>
                    <a:pt x="14" y="31"/>
                  </a:moveTo>
                  <a:cubicBezTo>
                    <a:pt x="14" y="31"/>
                    <a:pt x="14" y="31"/>
                    <a:pt x="13" y="31"/>
                  </a:cubicBezTo>
                  <a:cubicBezTo>
                    <a:pt x="13" y="31"/>
                    <a:pt x="13" y="31"/>
                    <a:pt x="13" y="31"/>
                  </a:cubicBezTo>
                  <a:cubicBezTo>
                    <a:pt x="13" y="31"/>
                    <a:pt x="13" y="31"/>
                    <a:pt x="13" y="31"/>
                  </a:cubicBezTo>
                  <a:cubicBezTo>
                    <a:pt x="13" y="31"/>
                    <a:pt x="13" y="31"/>
                    <a:pt x="13" y="31"/>
                  </a:cubicBezTo>
                  <a:cubicBezTo>
                    <a:pt x="14" y="31"/>
                    <a:pt x="14" y="31"/>
                    <a:pt x="14" y="31"/>
                  </a:cubicBezTo>
                  <a:cubicBezTo>
                    <a:pt x="14" y="31"/>
                    <a:pt x="14" y="31"/>
                    <a:pt x="14" y="31"/>
                  </a:cubicBezTo>
                  <a:cubicBezTo>
                    <a:pt x="14" y="31"/>
                    <a:pt x="14" y="31"/>
                    <a:pt x="14" y="31"/>
                  </a:cubicBezTo>
                  <a:close/>
                  <a:moveTo>
                    <a:pt x="51" y="48"/>
                  </a:moveTo>
                  <a:cubicBezTo>
                    <a:pt x="51" y="48"/>
                    <a:pt x="51" y="48"/>
                    <a:pt x="51" y="48"/>
                  </a:cubicBezTo>
                  <a:cubicBezTo>
                    <a:pt x="51" y="48"/>
                    <a:pt x="51" y="48"/>
                    <a:pt x="51" y="48"/>
                  </a:cubicBezTo>
                  <a:cubicBezTo>
                    <a:pt x="51" y="48"/>
                    <a:pt x="51" y="48"/>
                    <a:pt x="51" y="48"/>
                  </a:cubicBezTo>
                  <a:cubicBezTo>
                    <a:pt x="51" y="48"/>
                    <a:pt x="51" y="48"/>
                    <a:pt x="51" y="48"/>
                  </a:cubicBezTo>
                  <a:close/>
                  <a:moveTo>
                    <a:pt x="53" y="50"/>
                  </a:moveTo>
                  <a:cubicBezTo>
                    <a:pt x="53" y="50"/>
                    <a:pt x="53" y="50"/>
                    <a:pt x="53" y="50"/>
                  </a:cubicBezTo>
                  <a:cubicBezTo>
                    <a:pt x="53" y="50"/>
                    <a:pt x="53" y="50"/>
                    <a:pt x="53" y="50"/>
                  </a:cubicBezTo>
                  <a:close/>
                  <a:moveTo>
                    <a:pt x="62" y="71"/>
                  </a:moveTo>
                  <a:cubicBezTo>
                    <a:pt x="62" y="71"/>
                    <a:pt x="62" y="71"/>
                    <a:pt x="62" y="71"/>
                  </a:cubicBezTo>
                  <a:cubicBezTo>
                    <a:pt x="62" y="71"/>
                    <a:pt x="62" y="71"/>
                    <a:pt x="62" y="71"/>
                  </a:cubicBezTo>
                  <a:cubicBezTo>
                    <a:pt x="62" y="71"/>
                    <a:pt x="62" y="71"/>
                    <a:pt x="62" y="71"/>
                  </a:cubicBezTo>
                  <a:cubicBezTo>
                    <a:pt x="62" y="72"/>
                    <a:pt x="62" y="72"/>
                    <a:pt x="63" y="72"/>
                  </a:cubicBezTo>
                  <a:cubicBezTo>
                    <a:pt x="63" y="72"/>
                    <a:pt x="63" y="72"/>
                    <a:pt x="63" y="72"/>
                  </a:cubicBezTo>
                  <a:cubicBezTo>
                    <a:pt x="62" y="72"/>
                    <a:pt x="62" y="71"/>
                    <a:pt x="62" y="71"/>
                  </a:cubicBezTo>
                  <a:close/>
                  <a:moveTo>
                    <a:pt x="67" y="20"/>
                  </a:moveTo>
                  <a:cubicBezTo>
                    <a:pt x="67" y="20"/>
                    <a:pt x="67" y="20"/>
                    <a:pt x="67" y="20"/>
                  </a:cubicBezTo>
                  <a:cubicBezTo>
                    <a:pt x="66" y="20"/>
                    <a:pt x="66" y="20"/>
                    <a:pt x="66" y="20"/>
                  </a:cubicBezTo>
                  <a:cubicBezTo>
                    <a:pt x="65" y="20"/>
                    <a:pt x="64" y="20"/>
                    <a:pt x="63" y="20"/>
                  </a:cubicBezTo>
                  <a:cubicBezTo>
                    <a:pt x="63" y="20"/>
                    <a:pt x="63" y="20"/>
                    <a:pt x="63" y="20"/>
                  </a:cubicBezTo>
                  <a:cubicBezTo>
                    <a:pt x="63" y="20"/>
                    <a:pt x="63" y="20"/>
                    <a:pt x="63" y="20"/>
                  </a:cubicBezTo>
                  <a:cubicBezTo>
                    <a:pt x="63" y="20"/>
                    <a:pt x="63" y="20"/>
                    <a:pt x="62" y="20"/>
                  </a:cubicBezTo>
                  <a:cubicBezTo>
                    <a:pt x="61" y="19"/>
                    <a:pt x="61" y="19"/>
                    <a:pt x="60" y="19"/>
                  </a:cubicBezTo>
                  <a:cubicBezTo>
                    <a:pt x="61" y="19"/>
                    <a:pt x="61" y="19"/>
                    <a:pt x="61" y="18"/>
                  </a:cubicBezTo>
                  <a:cubicBezTo>
                    <a:pt x="61" y="18"/>
                    <a:pt x="61" y="18"/>
                    <a:pt x="61" y="18"/>
                  </a:cubicBezTo>
                  <a:cubicBezTo>
                    <a:pt x="61" y="18"/>
                    <a:pt x="61" y="18"/>
                    <a:pt x="61" y="18"/>
                  </a:cubicBezTo>
                  <a:cubicBezTo>
                    <a:pt x="61" y="18"/>
                    <a:pt x="62" y="18"/>
                    <a:pt x="62" y="19"/>
                  </a:cubicBezTo>
                  <a:cubicBezTo>
                    <a:pt x="62" y="19"/>
                    <a:pt x="62" y="19"/>
                    <a:pt x="62" y="20"/>
                  </a:cubicBezTo>
                  <a:cubicBezTo>
                    <a:pt x="63" y="20"/>
                    <a:pt x="63" y="20"/>
                    <a:pt x="63" y="20"/>
                  </a:cubicBezTo>
                  <a:cubicBezTo>
                    <a:pt x="64" y="20"/>
                    <a:pt x="64" y="20"/>
                    <a:pt x="65" y="20"/>
                  </a:cubicBezTo>
                  <a:cubicBezTo>
                    <a:pt x="65" y="19"/>
                    <a:pt x="65" y="19"/>
                    <a:pt x="66" y="19"/>
                  </a:cubicBezTo>
                  <a:cubicBezTo>
                    <a:pt x="66" y="19"/>
                    <a:pt x="67" y="19"/>
                    <a:pt x="67" y="20"/>
                  </a:cubicBezTo>
                  <a:cubicBezTo>
                    <a:pt x="67" y="20"/>
                    <a:pt x="67" y="20"/>
                    <a:pt x="68" y="20"/>
                  </a:cubicBezTo>
                  <a:cubicBezTo>
                    <a:pt x="68" y="20"/>
                    <a:pt x="68" y="20"/>
                    <a:pt x="68" y="20"/>
                  </a:cubicBezTo>
                  <a:cubicBezTo>
                    <a:pt x="68" y="20"/>
                    <a:pt x="68" y="20"/>
                    <a:pt x="68" y="20"/>
                  </a:cubicBezTo>
                  <a:cubicBezTo>
                    <a:pt x="67" y="20"/>
                    <a:pt x="67" y="20"/>
                    <a:pt x="67" y="20"/>
                  </a:cubicBezTo>
                  <a:close/>
                  <a:moveTo>
                    <a:pt x="126" y="109"/>
                  </a:moveTo>
                  <a:cubicBezTo>
                    <a:pt x="126" y="109"/>
                    <a:pt x="126" y="109"/>
                    <a:pt x="125" y="109"/>
                  </a:cubicBezTo>
                  <a:cubicBezTo>
                    <a:pt x="125" y="109"/>
                    <a:pt x="125" y="109"/>
                    <a:pt x="125" y="109"/>
                  </a:cubicBezTo>
                  <a:cubicBezTo>
                    <a:pt x="125" y="109"/>
                    <a:pt x="125" y="109"/>
                    <a:pt x="125" y="109"/>
                  </a:cubicBezTo>
                  <a:cubicBezTo>
                    <a:pt x="125" y="109"/>
                    <a:pt x="125" y="109"/>
                    <a:pt x="125" y="109"/>
                  </a:cubicBezTo>
                  <a:cubicBezTo>
                    <a:pt x="125" y="109"/>
                    <a:pt x="125" y="109"/>
                    <a:pt x="126" y="109"/>
                  </a:cubicBezTo>
                  <a:cubicBezTo>
                    <a:pt x="126" y="109"/>
                    <a:pt x="126" y="109"/>
                    <a:pt x="126" y="109"/>
                  </a:cubicBezTo>
                  <a:close/>
                  <a:moveTo>
                    <a:pt x="127" y="111"/>
                  </a:moveTo>
                  <a:cubicBezTo>
                    <a:pt x="127" y="111"/>
                    <a:pt x="127" y="111"/>
                    <a:pt x="127" y="111"/>
                  </a:cubicBezTo>
                  <a:cubicBezTo>
                    <a:pt x="127" y="111"/>
                    <a:pt x="127" y="111"/>
                    <a:pt x="127" y="111"/>
                  </a:cubicBezTo>
                  <a:cubicBezTo>
                    <a:pt x="127" y="111"/>
                    <a:pt x="127" y="111"/>
                    <a:pt x="127" y="111"/>
                  </a:cubicBezTo>
                  <a:cubicBezTo>
                    <a:pt x="127" y="111"/>
                    <a:pt x="127" y="111"/>
                    <a:pt x="127" y="111"/>
                  </a:cubicBezTo>
                  <a:close/>
                  <a:moveTo>
                    <a:pt x="76" y="19"/>
                  </a:moveTo>
                  <a:cubicBezTo>
                    <a:pt x="76" y="19"/>
                    <a:pt x="75" y="19"/>
                    <a:pt x="75" y="19"/>
                  </a:cubicBezTo>
                  <a:cubicBezTo>
                    <a:pt x="74" y="19"/>
                    <a:pt x="74" y="19"/>
                    <a:pt x="74" y="20"/>
                  </a:cubicBezTo>
                  <a:cubicBezTo>
                    <a:pt x="74" y="20"/>
                    <a:pt x="73" y="20"/>
                    <a:pt x="73" y="20"/>
                  </a:cubicBezTo>
                  <a:cubicBezTo>
                    <a:pt x="73" y="21"/>
                    <a:pt x="74" y="22"/>
                    <a:pt x="74" y="22"/>
                  </a:cubicBezTo>
                  <a:cubicBezTo>
                    <a:pt x="75" y="22"/>
                    <a:pt x="75" y="22"/>
                    <a:pt x="75" y="22"/>
                  </a:cubicBezTo>
                  <a:cubicBezTo>
                    <a:pt x="75" y="22"/>
                    <a:pt x="76" y="22"/>
                    <a:pt x="76" y="22"/>
                  </a:cubicBezTo>
                  <a:cubicBezTo>
                    <a:pt x="76" y="22"/>
                    <a:pt x="76" y="22"/>
                    <a:pt x="76" y="22"/>
                  </a:cubicBezTo>
                  <a:cubicBezTo>
                    <a:pt x="76" y="23"/>
                    <a:pt x="77" y="23"/>
                    <a:pt x="77" y="23"/>
                  </a:cubicBezTo>
                  <a:cubicBezTo>
                    <a:pt x="78" y="23"/>
                    <a:pt x="78" y="23"/>
                    <a:pt x="78" y="23"/>
                  </a:cubicBezTo>
                  <a:cubicBezTo>
                    <a:pt x="79" y="23"/>
                    <a:pt x="79" y="23"/>
                    <a:pt x="79" y="22"/>
                  </a:cubicBezTo>
                  <a:cubicBezTo>
                    <a:pt x="79" y="22"/>
                    <a:pt x="79" y="22"/>
                    <a:pt x="79" y="22"/>
                  </a:cubicBezTo>
                  <a:cubicBezTo>
                    <a:pt x="80" y="22"/>
                    <a:pt x="80" y="22"/>
                    <a:pt x="80" y="22"/>
                  </a:cubicBezTo>
                  <a:cubicBezTo>
                    <a:pt x="80" y="22"/>
                    <a:pt x="80" y="21"/>
                    <a:pt x="80" y="21"/>
                  </a:cubicBezTo>
                  <a:cubicBezTo>
                    <a:pt x="80" y="21"/>
                    <a:pt x="79" y="20"/>
                    <a:pt x="79" y="19"/>
                  </a:cubicBezTo>
                  <a:cubicBezTo>
                    <a:pt x="79" y="19"/>
                    <a:pt x="78" y="19"/>
                    <a:pt x="78" y="19"/>
                  </a:cubicBezTo>
                  <a:cubicBezTo>
                    <a:pt x="77" y="19"/>
                    <a:pt x="76" y="19"/>
                    <a:pt x="76" y="19"/>
                  </a:cubicBezTo>
                  <a:cubicBezTo>
                    <a:pt x="76" y="19"/>
                    <a:pt x="76" y="19"/>
                    <a:pt x="76" y="19"/>
                  </a:cubicBezTo>
                  <a:cubicBezTo>
                    <a:pt x="76" y="19"/>
                    <a:pt x="76" y="19"/>
                    <a:pt x="76" y="19"/>
                  </a:cubicBezTo>
                  <a:close/>
                  <a:moveTo>
                    <a:pt x="191" y="62"/>
                  </a:moveTo>
                  <a:cubicBezTo>
                    <a:pt x="191" y="62"/>
                    <a:pt x="191" y="62"/>
                    <a:pt x="190" y="62"/>
                  </a:cubicBezTo>
                  <a:cubicBezTo>
                    <a:pt x="190" y="62"/>
                    <a:pt x="190" y="62"/>
                    <a:pt x="189" y="62"/>
                  </a:cubicBezTo>
                  <a:cubicBezTo>
                    <a:pt x="189" y="62"/>
                    <a:pt x="189" y="62"/>
                    <a:pt x="189" y="62"/>
                  </a:cubicBezTo>
                  <a:cubicBezTo>
                    <a:pt x="189" y="63"/>
                    <a:pt x="189" y="63"/>
                    <a:pt x="190" y="63"/>
                  </a:cubicBezTo>
                  <a:cubicBezTo>
                    <a:pt x="190" y="63"/>
                    <a:pt x="190" y="64"/>
                    <a:pt x="190" y="64"/>
                  </a:cubicBezTo>
                  <a:cubicBezTo>
                    <a:pt x="191" y="64"/>
                    <a:pt x="191" y="64"/>
                    <a:pt x="191" y="64"/>
                  </a:cubicBezTo>
                  <a:cubicBezTo>
                    <a:pt x="191" y="64"/>
                    <a:pt x="191" y="65"/>
                    <a:pt x="192" y="65"/>
                  </a:cubicBezTo>
                  <a:cubicBezTo>
                    <a:pt x="192" y="65"/>
                    <a:pt x="192" y="65"/>
                    <a:pt x="192" y="65"/>
                  </a:cubicBezTo>
                  <a:cubicBezTo>
                    <a:pt x="192" y="65"/>
                    <a:pt x="192" y="65"/>
                    <a:pt x="192" y="65"/>
                  </a:cubicBezTo>
                  <a:cubicBezTo>
                    <a:pt x="192" y="65"/>
                    <a:pt x="192" y="65"/>
                    <a:pt x="192" y="65"/>
                  </a:cubicBezTo>
                  <a:cubicBezTo>
                    <a:pt x="192" y="65"/>
                    <a:pt x="192" y="65"/>
                    <a:pt x="192" y="65"/>
                  </a:cubicBezTo>
                  <a:cubicBezTo>
                    <a:pt x="192" y="65"/>
                    <a:pt x="193" y="65"/>
                    <a:pt x="193" y="65"/>
                  </a:cubicBezTo>
                  <a:cubicBezTo>
                    <a:pt x="193" y="64"/>
                    <a:pt x="193" y="64"/>
                    <a:pt x="193" y="64"/>
                  </a:cubicBezTo>
                  <a:cubicBezTo>
                    <a:pt x="193" y="63"/>
                    <a:pt x="193" y="63"/>
                    <a:pt x="193" y="63"/>
                  </a:cubicBezTo>
                  <a:cubicBezTo>
                    <a:pt x="193" y="62"/>
                    <a:pt x="192" y="62"/>
                    <a:pt x="191" y="62"/>
                  </a:cubicBezTo>
                  <a:close/>
                  <a:moveTo>
                    <a:pt x="303" y="93"/>
                  </a:moveTo>
                  <a:cubicBezTo>
                    <a:pt x="303" y="93"/>
                    <a:pt x="303" y="93"/>
                    <a:pt x="303" y="93"/>
                  </a:cubicBezTo>
                  <a:cubicBezTo>
                    <a:pt x="303" y="93"/>
                    <a:pt x="303" y="93"/>
                    <a:pt x="303" y="93"/>
                  </a:cubicBezTo>
                  <a:cubicBezTo>
                    <a:pt x="302" y="93"/>
                    <a:pt x="302" y="94"/>
                    <a:pt x="302" y="95"/>
                  </a:cubicBezTo>
                  <a:cubicBezTo>
                    <a:pt x="302" y="95"/>
                    <a:pt x="302" y="95"/>
                    <a:pt x="302" y="95"/>
                  </a:cubicBezTo>
                  <a:cubicBezTo>
                    <a:pt x="302" y="95"/>
                    <a:pt x="302" y="95"/>
                    <a:pt x="302" y="95"/>
                  </a:cubicBezTo>
                  <a:cubicBezTo>
                    <a:pt x="302" y="95"/>
                    <a:pt x="301" y="94"/>
                    <a:pt x="301" y="94"/>
                  </a:cubicBezTo>
                  <a:cubicBezTo>
                    <a:pt x="301" y="94"/>
                    <a:pt x="300" y="94"/>
                    <a:pt x="300" y="94"/>
                  </a:cubicBezTo>
                  <a:cubicBezTo>
                    <a:pt x="300" y="95"/>
                    <a:pt x="300" y="95"/>
                    <a:pt x="300" y="95"/>
                  </a:cubicBezTo>
                  <a:cubicBezTo>
                    <a:pt x="300" y="95"/>
                    <a:pt x="299" y="96"/>
                    <a:pt x="299" y="96"/>
                  </a:cubicBezTo>
                  <a:cubicBezTo>
                    <a:pt x="299" y="96"/>
                    <a:pt x="299" y="97"/>
                    <a:pt x="300" y="97"/>
                  </a:cubicBezTo>
                  <a:cubicBezTo>
                    <a:pt x="300" y="97"/>
                    <a:pt x="300" y="97"/>
                    <a:pt x="300" y="97"/>
                  </a:cubicBezTo>
                  <a:cubicBezTo>
                    <a:pt x="301" y="97"/>
                    <a:pt x="302" y="97"/>
                    <a:pt x="302" y="97"/>
                  </a:cubicBezTo>
                  <a:cubicBezTo>
                    <a:pt x="302" y="97"/>
                    <a:pt x="302" y="97"/>
                    <a:pt x="303" y="97"/>
                  </a:cubicBezTo>
                  <a:cubicBezTo>
                    <a:pt x="303" y="97"/>
                    <a:pt x="303" y="97"/>
                    <a:pt x="303" y="97"/>
                  </a:cubicBezTo>
                  <a:cubicBezTo>
                    <a:pt x="303" y="97"/>
                    <a:pt x="303" y="97"/>
                    <a:pt x="303" y="97"/>
                  </a:cubicBezTo>
                  <a:cubicBezTo>
                    <a:pt x="303" y="97"/>
                    <a:pt x="303" y="96"/>
                    <a:pt x="303" y="96"/>
                  </a:cubicBezTo>
                  <a:cubicBezTo>
                    <a:pt x="303" y="96"/>
                    <a:pt x="303" y="96"/>
                    <a:pt x="302" y="96"/>
                  </a:cubicBezTo>
                  <a:cubicBezTo>
                    <a:pt x="303" y="96"/>
                    <a:pt x="303" y="96"/>
                    <a:pt x="303" y="96"/>
                  </a:cubicBezTo>
                  <a:cubicBezTo>
                    <a:pt x="303" y="96"/>
                    <a:pt x="303" y="96"/>
                    <a:pt x="303" y="96"/>
                  </a:cubicBezTo>
                  <a:cubicBezTo>
                    <a:pt x="304" y="96"/>
                    <a:pt x="305" y="95"/>
                    <a:pt x="305" y="94"/>
                  </a:cubicBezTo>
                  <a:cubicBezTo>
                    <a:pt x="305" y="94"/>
                    <a:pt x="304" y="93"/>
                    <a:pt x="303" y="93"/>
                  </a:cubicBezTo>
                  <a:close/>
                  <a:moveTo>
                    <a:pt x="327" y="157"/>
                  </a:moveTo>
                  <a:cubicBezTo>
                    <a:pt x="326" y="157"/>
                    <a:pt x="326" y="158"/>
                    <a:pt x="325" y="158"/>
                  </a:cubicBezTo>
                  <a:cubicBezTo>
                    <a:pt x="325" y="158"/>
                    <a:pt x="325" y="158"/>
                    <a:pt x="325" y="158"/>
                  </a:cubicBezTo>
                  <a:cubicBezTo>
                    <a:pt x="325" y="158"/>
                    <a:pt x="325" y="158"/>
                    <a:pt x="325" y="158"/>
                  </a:cubicBezTo>
                  <a:cubicBezTo>
                    <a:pt x="325" y="158"/>
                    <a:pt x="325" y="158"/>
                    <a:pt x="325" y="158"/>
                  </a:cubicBezTo>
                  <a:cubicBezTo>
                    <a:pt x="324" y="158"/>
                    <a:pt x="323" y="158"/>
                    <a:pt x="323" y="158"/>
                  </a:cubicBezTo>
                  <a:cubicBezTo>
                    <a:pt x="323" y="158"/>
                    <a:pt x="323" y="158"/>
                    <a:pt x="323" y="158"/>
                  </a:cubicBezTo>
                  <a:cubicBezTo>
                    <a:pt x="323" y="158"/>
                    <a:pt x="322" y="159"/>
                    <a:pt x="322" y="159"/>
                  </a:cubicBezTo>
                  <a:cubicBezTo>
                    <a:pt x="322" y="159"/>
                    <a:pt x="323" y="160"/>
                    <a:pt x="323" y="160"/>
                  </a:cubicBezTo>
                  <a:cubicBezTo>
                    <a:pt x="323" y="160"/>
                    <a:pt x="323" y="160"/>
                    <a:pt x="323" y="160"/>
                  </a:cubicBezTo>
                  <a:cubicBezTo>
                    <a:pt x="323" y="160"/>
                    <a:pt x="323" y="160"/>
                    <a:pt x="323" y="160"/>
                  </a:cubicBezTo>
                  <a:cubicBezTo>
                    <a:pt x="323" y="161"/>
                    <a:pt x="323" y="161"/>
                    <a:pt x="323" y="161"/>
                  </a:cubicBezTo>
                  <a:cubicBezTo>
                    <a:pt x="323" y="161"/>
                    <a:pt x="324" y="161"/>
                    <a:pt x="324" y="162"/>
                  </a:cubicBezTo>
                  <a:cubicBezTo>
                    <a:pt x="324" y="162"/>
                    <a:pt x="324" y="162"/>
                    <a:pt x="324" y="162"/>
                  </a:cubicBezTo>
                  <a:cubicBezTo>
                    <a:pt x="325" y="162"/>
                    <a:pt x="325" y="162"/>
                    <a:pt x="326" y="161"/>
                  </a:cubicBezTo>
                  <a:cubicBezTo>
                    <a:pt x="326" y="161"/>
                    <a:pt x="326" y="161"/>
                    <a:pt x="326" y="161"/>
                  </a:cubicBezTo>
                  <a:cubicBezTo>
                    <a:pt x="327" y="160"/>
                    <a:pt x="327" y="159"/>
                    <a:pt x="327" y="158"/>
                  </a:cubicBezTo>
                  <a:cubicBezTo>
                    <a:pt x="327" y="158"/>
                    <a:pt x="327" y="158"/>
                    <a:pt x="327" y="158"/>
                  </a:cubicBezTo>
                  <a:cubicBezTo>
                    <a:pt x="327" y="158"/>
                    <a:pt x="327" y="157"/>
                    <a:pt x="327" y="157"/>
                  </a:cubicBezTo>
                  <a:close/>
                  <a:moveTo>
                    <a:pt x="304" y="97"/>
                  </a:moveTo>
                  <a:cubicBezTo>
                    <a:pt x="304" y="97"/>
                    <a:pt x="304" y="97"/>
                    <a:pt x="303" y="97"/>
                  </a:cubicBezTo>
                  <a:cubicBezTo>
                    <a:pt x="303" y="97"/>
                    <a:pt x="303" y="97"/>
                    <a:pt x="303" y="97"/>
                  </a:cubicBezTo>
                  <a:cubicBezTo>
                    <a:pt x="303" y="97"/>
                    <a:pt x="303" y="98"/>
                    <a:pt x="302" y="98"/>
                  </a:cubicBezTo>
                  <a:cubicBezTo>
                    <a:pt x="302" y="98"/>
                    <a:pt x="302" y="98"/>
                    <a:pt x="302" y="98"/>
                  </a:cubicBezTo>
                  <a:cubicBezTo>
                    <a:pt x="302" y="98"/>
                    <a:pt x="302" y="98"/>
                    <a:pt x="302" y="98"/>
                  </a:cubicBezTo>
                  <a:cubicBezTo>
                    <a:pt x="302" y="98"/>
                    <a:pt x="301" y="98"/>
                    <a:pt x="301" y="98"/>
                  </a:cubicBezTo>
                  <a:cubicBezTo>
                    <a:pt x="301" y="98"/>
                    <a:pt x="300" y="98"/>
                    <a:pt x="300" y="98"/>
                  </a:cubicBezTo>
                  <a:cubicBezTo>
                    <a:pt x="299" y="99"/>
                    <a:pt x="299" y="99"/>
                    <a:pt x="299" y="99"/>
                  </a:cubicBezTo>
                  <a:cubicBezTo>
                    <a:pt x="299" y="100"/>
                    <a:pt x="299" y="100"/>
                    <a:pt x="299" y="100"/>
                  </a:cubicBezTo>
                  <a:cubicBezTo>
                    <a:pt x="299" y="100"/>
                    <a:pt x="300" y="100"/>
                    <a:pt x="300" y="100"/>
                  </a:cubicBezTo>
                  <a:cubicBezTo>
                    <a:pt x="300" y="100"/>
                    <a:pt x="301" y="100"/>
                    <a:pt x="301" y="100"/>
                  </a:cubicBezTo>
                  <a:cubicBezTo>
                    <a:pt x="302" y="100"/>
                    <a:pt x="302" y="100"/>
                    <a:pt x="302" y="101"/>
                  </a:cubicBezTo>
                  <a:cubicBezTo>
                    <a:pt x="302" y="101"/>
                    <a:pt x="302" y="101"/>
                    <a:pt x="302" y="101"/>
                  </a:cubicBezTo>
                  <a:cubicBezTo>
                    <a:pt x="302" y="102"/>
                    <a:pt x="303" y="102"/>
                    <a:pt x="303" y="102"/>
                  </a:cubicBezTo>
                  <a:cubicBezTo>
                    <a:pt x="303" y="102"/>
                    <a:pt x="303" y="102"/>
                    <a:pt x="303" y="102"/>
                  </a:cubicBezTo>
                  <a:cubicBezTo>
                    <a:pt x="303" y="102"/>
                    <a:pt x="303" y="102"/>
                    <a:pt x="304" y="102"/>
                  </a:cubicBezTo>
                  <a:cubicBezTo>
                    <a:pt x="304" y="101"/>
                    <a:pt x="305" y="101"/>
                    <a:pt x="305" y="101"/>
                  </a:cubicBezTo>
                  <a:cubicBezTo>
                    <a:pt x="305" y="100"/>
                    <a:pt x="305" y="100"/>
                    <a:pt x="305" y="99"/>
                  </a:cubicBezTo>
                  <a:cubicBezTo>
                    <a:pt x="305" y="99"/>
                    <a:pt x="305" y="99"/>
                    <a:pt x="305" y="99"/>
                  </a:cubicBezTo>
                  <a:cubicBezTo>
                    <a:pt x="305" y="98"/>
                    <a:pt x="304" y="97"/>
                    <a:pt x="304" y="97"/>
                  </a:cubicBezTo>
                  <a:close/>
                  <a:moveTo>
                    <a:pt x="329" y="135"/>
                  </a:moveTo>
                  <a:cubicBezTo>
                    <a:pt x="328" y="135"/>
                    <a:pt x="328" y="134"/>
                    <a:pt x="328" y="134"/>
                  </a:cubicBezTo>
                  <a:cubicBezTo>
                    <a:pt x="328" y="134"/>
                    <a:pt x="328" y="134"/>
                    <a:pt x="328" y="134"/>
                  </a:cubicBezTo>
                  <a:cubicBezTo>
                    <a:pt x="328" y="134"/>
                    <a:pt x="328" y="134"/>
                    <a:pt x="328" y="134"/>
                  </a:cubicBezTo>
                  <a:cubicBezTo>
                    <a:pt x="328" y="134"/>
                    <a:pt x="328" y="134"/>
                    <a:pt x="328" y="134"/>
                  </a:cubicBezTo>
                  <a:cubicBezTo>
                    <a:pt x="328" y="133"/>
                    <a:pt x="328" y="133"/>
                    <a:pt x="328" y="133"/>
                  </a:cubicBezTo>
                  <a:cubicBezTo>
                    <a:pt x="327" y="132"/>
                    <a:pt x="326" y="132"/>
                    <a:pt x="326" y="132"/>
                  </a:cubicBezTo>
                  <a:cubicBezTo>
                    <a:pt x="326" y="132"/>
                    <a:pt x="325" y="131"/>
                    <a:pt x="325" y="130"/>
                  </a:cubicBezTo>
                  <a:cubicBezTo>
                    <a:pt x="325" y="129"/>
                    <a:pt x="325" y="128"/>
                    <a:pt x="325" y="128"/>
                  </a:cubicBezTo>
                  <a:cubicBezTo>
                    <a:pt x="324" y="126"/>
                    <a:pt x="323" y="126"/>
                    <a:pt x="322" y="125"/>
                  </a:cubicBezTo>
                  <a:cubicBezTo>
                    <a:pt x="322" y="124"/>
                    <a:pt x="322" y="123"/>
                    <a:pt x="322" y="122"/>
                  </a:cubicBezTo>
                  <a:cubicBezTo>
                    <a:pt x="321" y="122"/>
                    <a:pt x="321" y="122"/>
                    <a:pt x="321" y="122"/>
                  </a:cubicBezTo>
                  <a:cubicBezTo>
                    <a:pt x="321" y="121"/>
                    <a:pt x="321" y="121"/>
                    <a:pt x="321" y="121"/>
                  </a:cubicBezTo>
                  <a:cubicBezTo>
                    <a:pt x="321" y="121"/>
                    <a:pt x="321" y="121"/>
                    <a:pt x="321" y="121"/>
                  </a:cubicBezTo>
                  <a:cubicBezTo>
                    <a:pt x="321" y="121"/>
                    <a:pt x="322" y="120"/>
                    <a:pt x="322" y="120"/>
                  </a:cubicBezTo>
                  <a:cubicBezTo>
                    <a:pt x="322" y="119"/>
                    <a:pt x="322" y="119"/>
                    <a:pt x="322" y="119"/>
                  </a:cubicBezTo>
                  <a:cubicBezTo>
                    <a:pt x="323" y="118"/>
                    <a:pt x="323" y="118"/>
                    <a:pt x="323" y="118"/>
                  </a:cubicBezTo>
                  <a:cubicBezTo>
                    <a:pt x="324" y="118"/>
                    <a:pt x="324" y="118"/>
                    <a:pt x="324" y="118"/>
                  </a:cubicBezTo>
                  <a:cubicBezTo>
                    <a:pt x="324" y="118"/>
                    <a:pt x="324" y="118"/>
                    <a:pt x="324" y="118"/>
                  </a:cubicBezTo>
                  <a:cubicBezTo>
                    <a:pt x="324" y="119"/>
                    <a:pt x="325" y="120"/>
                    <a:pt x="326" y="121"/>
                  </a:cubicBezTo>
                  <a:cubicBezTo>
                    <a:pt x="327" y="122"/>
                    <a:pt x="328" y="122"/>
                    <a:pt x="328" y="122"/>
                  </a:cubicBezTo>
                  <a:cubicBezTo>
                    <a:pt x="328" y="122"/>
                    <a:pt x="329" y="122"/>
                    <a:pt x="329" y="122"/>
                  </a:cubicBezTo>
                  <a:cubicBezTo>
                    <a:pt x="329" y="121"/>
                    <a:pt x="329" y="121"/>
                    <a:pt x="329" y="121"/>
                  </a:cubicBezTo>
                  <a:cubicBezTo>
                    <a:pt x="329" y="121"/>
                    <a:pt x="329" y="120"/>
                    <a:pt x="329" y="120"/>
                  </a:cubicBezTo>
                  <a:cubicBezTo>
                    <a:pt x="328" y="119"/>
                    <a:pt x="328" y="119"/>
                    <a:pt x="327" y="118"/>
                  </a:cubicBezTo>
                  <a:cubicBezTo>
                    <a:pt x="327" y="118"/>
                    <a:pt x="327" y="118"/>
                    <a:pt x="326" y="117"/>
                  </a:cubicBezTo>
                  <a:cubicBezTo>
                    <a:pt x="326" y="117"/>
                    <a:pt x="326" y="116"/>
                    <a:pt x="326" y="116"/>
                  </a:cubicBezTo>
                  <a:cubicBezTo>
                    <a:pt x="326" y="115"/>
                    <a:pt x="325" y="115"/>
                    <a:pt x="325" y="115"/>
                  </a:cubicBezTo>
                  <a:cubicBezTo>
                    <a:pt x="325" y="115"/>
                    <a:pt x="324" y="114"/>
                    <a:pt x="324" y="114"/>
                  </a:cubicBezTo>
                  <a:cubicBezTo>
                    <a:pt x="324" y="114"/>
                    <a:pt x="323" y="112"/>
                    <a:pt x="322" y="112"/>
                  </a:cubicBezTo>
                  <a:cubicBezTo>
                    <a:pt x="321" y="112"/>
                    <a:pt x="320" y="111"/>
                    <a:pt x="319" y="110"/>
                  </a:cubicBezTo>
                  <a:cubicBezTo>
                    <a:pt x="318" y="110"/>
                    <a:pt x="317" y="110"/>
                    <a:pt x="316" y="110"/>
                  </a:cubicBezTo>
                  <a:cubicBezTo>
                    <a:pt x="315" y="110"/>
                    <a:pt x="315" y="110"/>
                    <a:pt x="314" y="110"/>
                  </a:cubicBezTo>
                  <a:cubicBezTo>
                    <a:pt x="314" y="110"/>
                    <a:pt x="314" y="110"/>
                    <a:pt x="314" y="110"/>
                  </a:cubicBezTo>
                  <a:cubicBezTo>
                    <a:pt x="314" y="110"/>
                    <a:pt x="314" y="110"/>
                    <a:pt x="314" y="110"/>
                  </a:cubicBezTo>
                  <a:cubicBezTo>
                    <a:pt x="314" y="110"/>
                    <a:pt x="313" y="110"/>
                    <a:pt x="313" y="109"/>
                  </a:cubicBezTo>
                  <a:cubicBezTo>
                    <a:pt x="313" y="109"/>
                    <a:pt x="312" y="109"/>
                    <a:pt x="312" y="109"/>
                  </a:cubicBezTo>
                  <a:cubicBezTo>
                    <a:pt x="312" y="109"/>
                    <a:pt x="312" y="109"/>
                    <a:pt x="311" y="109"/>
                  </a:cubicBezTo>
                  <a:cubicBezTo>
                    <a:pt x="311" y="109"/>
                    <a:pt x="311" y="109"/>
                    <a:pt x="311" y="109"/>
                  </a:cubicBezTo>
                  <a:cubicBezTo>
                    <a:pt x="311" y="109"/>
                    <a:pt x="311" y="108"/>
                    <a:pt x="310" y="108"/>
                  </a:cubicBezTo>
                  <a:cubicBezTo>
                    <a:pt x="310" y="108"/>
                    <a:pt x="309" y="108"/>
                    <a:pt x="309" y="109"/>
                  </a:cubicBezTo>
                  <a:cubicBezTo>
                    <a:pt x="309" y="109"/>
                    <a:pt x="309" y="109"/>
                    <a:pt x="309" y="109"/>
                  </a:cubicBezTo>
                  <a:cubicBezTo>
                    <a:pt x="309" y="109"/>
                    <a:pt x="308" y="110"/>
                    <a:pt x="308" y="110"/>
                  </a:cubicBezTo>
                  <a:cubicBezTo>
                    <a:pt x="308" y="110"/>
                    <a:pt x="308" y="110"/>
                    <a:pt x="309" y="110"/>
                  </a:cubicBezTo>
                  <a:cubicBezTo>
                    <a:pt x="309" y="111"/>
                    <a:pt x="309" y="111"/>
                    <a:pt x="310" y="111"/>
                  </a:cubicBezTo>
                  <a:cubicBezTo>
                    <a:pt x="310" y="111"/>
                    <a:pt x="311" y="111"/>
                    <a:pt x="311" y="111"/>
                  </a:cubicBezTo>
                  <a:cubicBezTo>
                    <a:pt x="311" y="111"/>
                    <a:pt x="311" y="111"/>
                    <a:pt x="311" y="111"/>
                  </a:cubicBezTo>
                  <a:cubicBezTo>
                    <a:pt x="311" y="111"/>
                    <a:pt x="311" y="111"/>
                    <a:pt x="311" y="111"/>
                  </a:cubicBezTo>
                  <a:cubicBezTo>
                    <a:pt x="310" y="112"/>
                    <a:pt x="310" y="112"/>
                    <a:pt x="310" y="113"/>
                  </a:cubicBezTo>
                  <a:cubicBezTo>
                    <a:pt x="310" y="113"/>
                    <a:pt x="310" y="114"/>
                    <a:pt x="311" y="114"/>
                  </a:cubicBezTo>
                  <a:cubicBezTo>
                    <a:pt x="311" y="114"/>
                    <a:pt x="311" y="114"/>
                    <a:pt x="311" y="114"/>
                  </a:cubicBezTo>
                  <a:cubicBezTo>
                    <a:pt x="311" y="114"/>
                    <a:pt x="312" y="114"/>
                    <a:pt x="312" y="114"/>
                  </a:cubicBezTo>
                  <a:cubicBezTo>
                    <a:pt x="312" y="114"/>
                    <a:pt x="312" y="114"/>
                    <a:pt x="312" y="114"/>
                  </a:cubicBezTo>
                  <a:cubicBezTo>
                    <a:pt x="312" y="114"/>
                    <a:pt x="312" y="114"/>
                    <a:pt x="313" y="114"/>
                  </a:cubicBezTo>
                  <a:cubicBezTo>
                    <a:pt x="313" y="114"/>
                    <a:pt x="313" y="114"/>
                    <a:pt x="313" y="114"/>
                  </a:cubicBezTo>
                  <a:cubicBezTo>
                    <a:pt x="313" y="114"/>
                    <a:pt x="314" y="115"/>
                    <a:pt x="314" y="115"/>
                  </a:cubicBezTo>
                  <a:cubicBezTo>
                    <a:pt x="316" y="115"/>
                    <a:pt x="316" y="115"/>
                    <a:pt x="316" y="116"/>
                  </a:cubicBezTo>
                  <a:cubicBezTo>
                    <a:pt x="316" y="116"/>
                    <a:pt x="317" y="116"/>
                    <a:pt x="317" y="117"/>
                  </a:cubicBezTo>
                  <a:cubicBezTo>
                    <a:pt x="317" y="117"/>
                    <a:pt x="317" y="117"/>
                    <a:pt x="317" y="117"/>
                  </a:cubicBezTo>
                  <a:cubicBezTo>
                    <a:pt x="317" y="117"/>
                    <a:pt x="316" y="117"/>
                    <a:pt x="316" y="117"/>
                  </a:cubicBezTo>
                  <a:cubicBezTo>
                    <a:pt x="316" y="118"/>
                    <a:pt x="316" y="118"/>
                    <a:pt x="316" y="118"/>
                  </a:cubicBezTo>
                  <a:cubicBezTo>
                    <a:pt x="316" y="119"/>
                    <a:pt x="316" y="119"/>
                    <a:pt x="316" y="119"/>
                  </a:cubicBezTo>
                  <a:cubicBezTo>
                    <a:pt x="316" y="119"/>
                    <a:pt x="317" y="119"/>
                    <a:pt x="317" y="119"/>
                  </a:cubicBezTo>
                  <a:cubicBezTo>
                    <a:pt x="317" y="119"/>
                    <a:pt x="318" y="119"/>
                    <a:pt x="318" y="119"/>
                  </a:cubicBezTo>
                  <a:cubicBezTo>
                    <a:pt x="318" y="119"/>
                    <a:pt x="318" y="119"/>
                    <a:pt x="318" y="119"/>
                  </a:cubicBezTo>
                  <a:cubicBezTo>
                    <a:pt x="318" y="119"/>
                    <a:pt x="318" y="120"/>
                    <a:pt x="319" y="120"/>
                  </a:cubicBezTo>
                  <a:cubicBezTo>
                    <a:pt x="319" y="120"/>
                    <a:pt x="319" y="121"/>
                    <a:pt x="320" y="121"/>
                  </a:cubicBezTo>
                  <a:cubicBezTo>
                    <a:pt x="320" y="121"/>
                    <a:pt x="320" y="121"/>
                    <a:pt x="320" y="121"/>
                  </a:cubicBezTo>
                  <a:cubicBezTo>
                    <a:pt x="320" y="122"/>
                    <a:pt x="319" y="123"/>
                    <a:pt x="319" y="124"/>
                  </a:cubicBezTo>
                  <a:cubicBezTo>
                    <a:pt x="319" y="125"/>
                    <a:pt x="319" y="125"/>
                    <a:pt x="320" y="126"/>
                  </a:cubicBezTo>
                  <a:cubicBezTo>
                    <a:pt x="320" y="126"/>
                    <a:pt x="320" y="126"/>
                    <a:pt x="320" y="126"/>
                  </a:cubicBezTo>
                  <a:cubicBezTo>
                    <a:pt x="320" y="127"/>
                    <a:pt x="319" y="128"/>
                    <a:pt x="319" y="129"/>
                  </a:cubicBezTo>
                  <a:cubicBezTo>
                    <a:pt x="319" y="129"/>
                    <a:pt x="319" y="129"/>
                    <a:pt x="319" y="129"/>
                  </a:cubicBezTo>
                  <a:cubicBezTo>
                    <a:pt x="319" y="129"/>
                    <a:pt x="319" y="129"/>
                    <a:pt x="319" y="129"/>
                  </a:cubicBezTo>
                  <a:cubicBezTo>
                    <a:pt x="318" y="129"/>
                    <a:pt x="318" y="129"/>
                    <a:pt x="317" y="128"/>
                  </a:cubicBezTo>
                  <a:cubicBezTo>
                    <a:pt x="316" y="128"/>
                    <a:pt x="315" y="127"/>
                    <a:pt x="315" y="127"/>
                  </a:cubicBezTo>
                  <a:cubicBezTo>
                    <a:pt x="315" y="127"/>
                    <a:pt x="315" y="126"/>
                    <a:pt x="315" y="126"/>
                  </a:cubicBezTo>
                  <a:cubicBezTo>
                    <a:pt x="315" y="126"/>
                    <a:pt x="315" y="126"/>
                    <a:pt x="315" y="125"/>
                  </a:cubicBezTo>
                  <a:cubicBezTo>
                    <a:pt x="315" y="125"/>
                    <a:pt x="316" y="124"/>
                    <a:pt x="316" y="124"/>
                  </a:cubicBezTo>
                  <a:cubicBezTo>
                    <a:pt x="316" y="124"/>
                    <a:pt x="316" y="123"/>
                    <a:pt x="315" y="123"/>
                  </a:cubicBezTo>
                  <a:cubicBezTo>
                    <a:pt x="315" y="123"/>
                    <a:pt x="314" y="123"/>
                    <a:pt x="314" y="123"/>
                  </a:cubicBezTo>
                  <a:cubicBezTo>
                    <a:pt x="314" y="123"/>
                    <a:pt x="313" y="123"/>
                    <a:pt x="313" y="123"/>
                  </a:cubicBezTo>
                  <a:cubicBezTo>
                    <a:pt x="312" y="123"/>
                    <a:pt x="312" y="123"/>
                    <a:pt x="312" y="123"/>
                  </a:cubicBezTo>
                  <a:cubicBezTo>
                    <a:pt x="312" y="123"/>
                    <a:pt x="312" y="123"/>
                    <a:pt x="312" y="123"/>
                  </a:cubicBezTo>
                  <a:cubicBezTo>
                    <a:pt x="312" y="123"/>
                    <a:pt x="312" y="123"/>
                    <a:pt x="312" y="122"/>
                  </a:cubicBezTo>
                  <a:cubicBezTo>
                    <a:pt x="311" y="122"/>
                    <a:pt x="311" y="122"/>
                    <a:pt x="311" y="122"/>
                  </a:cubicBezTo>
                  <a:cubicBezTo>
                    <a:pt x="310" y="122"/>
                    <a:pt x="310" y="122"/>
                    <a:pt x="310" y="122"/>
                  </a:cubicBezTo>
                  <a:cubicBezTo>
                    <a:pt x="310" y="123"/>
                    <a:pt x="310" y="123"/>
                    <a:pt x="310" y="123"/>
                  </a:cubicBezTo>
                  <a:cubicBezTo>
                    <a:pt x="310" y="123"/>
                    <a:pt x="310" y="123"/>
                    <a:pt x="309" y="122"/>
                  </a:cubicBezTo>
                  <a:cubicBezTo>
                    <a:pt x="309" y="122"/>
                    <a:pt x="309" y="122"/>
                    <a:pt x="309" y="122"/>
                  </a:cubicBezTo>
                  <a:cubicBezTo>
                    <a:pt x="309" y="122"/>
                    <a:pt x="309" y="122"/>
                    <a:pt x="309" y="122"/>
                  </a:cubicBezTo>
                  <a:cubicBezTo>
                    <a:pt x="308" y="122"/>
                    <a:pt x="308" y="122"/>
                    <a:pt x="308" y="122"/>
                  </a:cubicBezTo>
                  <a:cubicBezTo>
                    <a:pt x="308" y="122"/>
                    <a:pt x="308" y="123"/>
                    <a:pt x="308" y="123"/>
                  </a:cubicBezTo>
                  <a:cubicBezTo>
                    <a:pt x="308" y="123"/>
                    <a:pt x="308" y="123"/>
                    <a:pt x="308" y="123"/>
                  </a:cubicBezTo>
                  <a:cubicBezTo>
                    <a:pt x="308" y="123"/>
                    <a:pt x="308" y="124"/>
                    <a:pt x="308" y="124"/>
                  </a:cubicBezTo>
                  <a:cubicBezTo>
                    <a:pt x="308" y="124"/>
                    <a:pt x="307" y="125"/>
                    <a:pt x="307" y="125"/>
                  </a:cubicBezTo>
                  <a:cubicBezTo>
                    <a:pt x="307" y="125"/>
                    <a:pt x="307" y="125"/>
                    <a:pt x="307" y="126"/>
                  </a:cubicBezTo>
                  <a:cubicBezTo>
                    <a:pt x="307" y="126"/>
                    <a:pt x="307" y="126"/>
                    <a:pt x="307" y="126"/>
                  </a:cubicBezTo>
                  <a:cubicBezTo>
                    <a:pt x="307" y="126"/>
                    <a:pt x="307" y="126"/>
                    <a:pt x="307" y="126"/>
                  </a:cubicBezTo>
                  <a:cubicBezTo>
                    <a:pt x="307" y="126"/>
                    <a:pt x="307" y="126"/>
                    <a:pt x="307" y="126"/>
                  </a:cubicBezTo>
                  <a:cubicBezTo>
                    <a:pt x="307" y="126"/>
                    <a:pt x="306" y="126"/>
                    <a:pt x="306" y="125"/>
                  </a:cubicBezTo>
                  <a:cubicBezTo>
                    <a:pt x="306" y="125"/>
                    <a:pt x="305" y="125"/>
                    <a:pt x="305" y="125"/>
                  </a:cubicBezTo>
                  <a:cubicBezTo>
                    <a:pt x="304" y="125"/>
                    <a:pt x="304" y="125"/>
                    <a:pt x="304" y="125"/>
                  </a:cubicBezTo>
                  <a:cubicBezTo>
                    <a:pt x="303" y="125"/>
                    <a:pt x="303" y="126"/>
                    <a:pt x="303" y="127"/>
                  </a:cubicBezTo>
                  <a:cubicBezTo>
                    <a:pt x="303" y="127"/>
                    <a:pt x="302" y="128"/>
                    <a:pt x="302" y="128"/>
                  </a:cubicBezTo>
                  <a:cubicBezTo>
                    <a:pt x="302" y="128"/>
                    <a:pt x="302" y="128"/>
                    <a:pt x="302" y="128"/>
                  </a:cubicBezTo>
                  <a:cubicBezTo>
                    <a:pt x="302" y="128"/>
                    <a:pt x="302" y="128"/>
                    <a:pt x="301" y="128"/>
                  </a:cubicBezTo>
                  <a:cubicBezTo>
                    <a:pt x="301" y="129"/>
                    <a:pt x="300" y="129"/>
                    <a:pt x="300" y="129"/>
                  </a:cubicBezTo>
                  <a:cubicBezTo>
                    <a:pt x="300" y="130"/>
                    <a:pt x="299" y="130"/>
                    <a:pt x="299" y="131"/>
                  </a:cubicBezTo>
                  <a:cubicBezTo>
                    <a:pt x="299" y="131"/>
                    <a:pt x="299" y="131"/>
                    <a:pt x="299" y="132"/>
                  </a:cubicBezTo>
                  <a:cubicBezTo>
                    <a:pt x="299" y="132"/>
                    <a:pt x="299" y="132"/>
                    <a:pt x="298" y="132"/>
                  </a:cubicBezTo>
                  <a:cubicBezTo>
                    <a:pt x="298" y="132"/>
                    <a:pt x="297" y="132"/>
                    <a:pt x="297" y="132"/>
                  </a:cubicBezTo>
                  <a:cubicBezTo>
                    <a:pt x="297" y="132"/>
                    <a:pt x="297" y="133"/>
                    <a:pt x="296" y="133"/>
                  </a:cubicBezTo>
                  <a:cubicBezTo>
                    <a:pt x="296" y="133"/>
                    <a:pt x="295" y="132"/>
                    <a:pt x="295" y="132"/>
                  </a:cubicBezTo>
                  <a:cubicBezTo>
                    <a:pt x="295" y="132"/>
                    <a:pt x="294" y="133"/>
                    <a:pt x="294" y="133"/>
                  </a:cubicBezTo>
                  <a:cubicBezTo>
                    <a:pt x="293" y="133"/>
                    <a:pt x="292" y="135"/>
                    <a:pt x="291" y="135"/>
                  </a:cubicBezTo>
                  <a:cubicBezTo>
                    <a:pt x="291" y="135"/>
                    <a:pt x="291" y="136"/>
                    <a:pt x="291" y="137"/>
                  </a:cubicBezTo>
                  <a:cubicBezTo>
                    <a:pt x="291" y="138"/>
                    <a:pt x="291" y="138"/>
                    <a:pt x="291" y="138"/>
                  </a:cubicBezTo>
                  <a:cubicBezTo>
                    <a:pt x="291" y="139"/>
                    <a:pt x="292" y="140"/>
                    <a:pt x="292" y="140"/>
                  </a:cubicBezTo>
                  <a:cubicBezTo>
                    <a:pt x="291" y="140"/>
                    <a:pt x="291" y="141"/>
                    <a:pt x="291" y="141"/>
                  </a:cubicBezTo>
                  <a:cubicBezTo>
                    <a:pt x="291" y="142"/>
                    <a:pt x="291" y="143"/>
                    <a:pt x="292" y="143"/>
                  </a:cubicBezTo>
                  <a:cubicBezTo>
                    <a:pt x="293" y="144"/>
                    <a:pt x="293" y="144"/>
                    <a:pt x="293" y="145"/>
                  </a:cubicBezTo>
                  <a:cubicBezTo>
                    <a:pt x="293" y="145"/>
                    <a:pt x="293" y="145"/>
                    <a:pt x="293" y="145"/>
                  </a:cubicBezTo>
                  <a:cubicBezTo>
                    <a:pt x="293" y="145"/>
                    <a:pt x="293" y="145"/>
                    <a:pt x="293" y="145"/>
                  </a:cubicBezTo>
                  <a:cubicBezTo>
                    <a:pt x="293" y="146"/>
                    <a:pt x="293" y="146"/>
                    <a:pt x="293" y="146"/>
                  </a:cubicBezTo>
                  <a:cubicBezTo>
                    <a:pt x="293" y="147"/>
                    <a:pt x="294" y="147"/>
                    <a:pt x="294" y="147"/>
                  </a:cubicBezTo>
                  <a:cubicBezTo>
                    <a:pt x="294" y="147"/>
                    <a:pt x="294" y="147"/>
                    <a:pt x="294" y="147"/>
                  </a:cubicBezTo>
                  <a:cubicBezTo>
                    <a:pt x="294" y="148"/>
                    <a:pt x="294" y="148"/>
                    <a:pt x="293" y="148"/>
                  </a:cubicBezTo>
                  <a:cubicBezTo>
                    <a:pt x="293" y="149"/>
                    <a:pt x="293" y="149"/>
                    <a:pt x="292" y="149"/>
                  </a:cubicBezTo>
                  <a:cubicBezTo>
                    <a:pt x="292" y="149"/>
                    <a:pt x="292" y="150"/>
                    <a:pt x="292" y="150"/>
                  </a:cubicBezTo>
                  <a:cubicBezTo>
                    <a:pt x="292" y="151"/>
                    <a:pt x="293" y="151"/>
                    <a:pt x="294" y="152"/>
                  </a:cubicBezTo>
                  <a:cubicBezTo>
                    <a:pt x="294" y="152"/>
                    <a:pt x="294" y="152"/>
                    <a:pt x="295" y="152"/>
                  </a:cubicBezTo>
                  <a:cubicBezTo>
                    <a:pt x="295" y="152"/>
                    <a:pt x="296" y="152"/>
                    <a:pt x="297" y="152"/>
                  </a:cubicBezTo>
                  <a:cubicBezTo>
                    <a:pt x="297" y="152"/>
                    <a:pt x="298" y="151"/>
                    <a:pt x="298" y="151"/>
                  </a:cubicBezTo>
                  <a:cubicBezTo>
                    <a:pt x="298" y="151"/>
                    <a:pt x="299" y="151"/>
                    <a:pt x="299" y="151"/>
                  </a:cubicBezTo>
                  <a:cubicBezTo>
                    <a:pt x="299" y="151"/>
                    <a:pt x="300" y="151"/>
                    <a:pt x="300" y="151"/>
                  </a:cubicBezTo>
                  <a:cubicBezTo>
                    <a:pt x="301" y="150"/>
                    <a:pt x="302" y="150"/>
                    <a:pt x="302" y="150"/>
                  </a:cubicBezTo>
                  <a:cubicBezTo>
                    <a:pt x="302" y="150"/>
                    <a:pt x="302" y="150"/>
                    <a:pt x="302" y="150"/>
                  </a:cubicBezTo>
                  <a:cubicBezTo>
                    <a:pt x="302" y="150"/>
                    <a:pt x="303" y="149"/>
                    <a:pt x="303" y="148"/>
                  </a:cubicBezTo>
                  <a:cubicBezTo>
                    <a:pt x="303" y="148"/>
                    <a:pt x="304" y="148"/>
                    <a:pt x="304" y="148"/>
                  </a:cubicBezTo>
                  <a:cubicBezTo>
                    <a:pt x="304" y="148"/>
                    <a:pt x="305" y="148"/>
                    <a:pt x="305" y="148"/>
                  </a:cubicBezTo>
                  <a:cubicBezTo>
                    <a:pt x="305" y="148"/>
                    <a:pt x="305" y="148"/>
                    <a:pt x="305" y="148"/>
                  </a:cubicBezTo>
                  <a:cubicBezTo>
                    <a:pt x="306" y="148"/>
                    <a:pt x="306" y="148"/>
                    <a:pt x="306" y="148"/>
                  </a:cubicBezTo>
                  <a:cubicBezTo>
                    <a:pt x="306" y="148"/>
                    <a:pt x="306" y="148"/>
                    <a:pt x="306" y="148"/>
                  </a:cubicBezTo>
                  <a:cubicBezTo>
                    <a:pt x="306" y="148"/>
                    <a:pt x="307" y="147"/>
                    <a:pt x="308" y="147"/>
                  </a:cubicBezTo>
                  <a:cubicBezTo>
                    <a:pt x="309" y="147"/>
                    <a:pt x="309" y="147"/>
                    <a:pt x="309" y="147"/>
                  </a:cubicBezTo>
                  <a:cubicBezTo>
                    <a:pt x="309" y="147"/>
                    <a:pt x="309" y="147"/>
                    <a:pt x="309" y="147"/>
                  </a:cubicBezTo>
                  <a:cubicBezTo>
                    <a:pt x="309" y="147"/>
                    <a:pt x="309" y="147"/>
                    <a:pt x="309" y="147"/>
                  </a:cubicBezTo>
                  <a:cubicBezTo>
                    <a:pt x="309" y="147"/>
                    <a:pt x="310" y="147"/>
                    <a:pt x="310" y="148"/>
                  </a:cubicBezTo>
                  <a:cubicBezTo>
                    <a:pt x="311" y="148"/>
                    <a:pt x="312" y="148"/>
                    <a:pt x="312" y="149"/>
                  </a:cubicBezTo>
                  <a:cubicBezTo>
                    <a:pt x="312" y="149"/>
                    <a:pt x="313" y="149"/>
                    <a:pt x="313" y="149"/>
                  </a:cubicBezTo>
                  <a:cubicBezTo>
                    <a:pt x="313" y="149"/>
                    <a:pt x="312" y="150"/>
                    <a:pt x="312" y="150"/>
                  </a:cubicBezTo>
                  <a:cubicBezTo>
                    <a:pt x="312" y="150"/>
                    <a:pt x="312" y="151"/>
                    <a:pt x="312" y="151"/>
                  </a:cubicBezTo>
                  <a:cubicBezTo>
                    <a:pt x="312" y="151"/>
                    <a:pt x="312" y="151"/>
                    <a:pt x="313" y="151"/>
                  </a:cubicBezTo>
                  <a:cubicBezTo>
                    <a:pt x="313" y="151"/>
                    <a:pt x="313" y="151"/>
                    <a:pt x="313" y="151"/>
                  </a:cubicBezTo>
                  <a:cubicBezTo>
                    <a:pt x="313" y="151"/>
                    <a:pt x="314" y="151"/>
                    <a:pt x="314" y="151"/>
                  </a:cubicBezTo>
                  <a:cubicBezTo>
                    <a:pt x="314" y="151"/>
                    <a:pt x="315" y="151"/>
                    <a:pt x="315" y="150"/>
                  </a:cubicBezTo>
                  <a:cubicBezTo>
                    <a:pt x="315" y="150"/>
                    <a:pt x="315" y="150"/>
                    <a:pt x="316" y="149"/>
                  </a:cubicBezTo>
                  <a:cubicBezTo>
                    <a:pt x="316" y="149"/>
                    <a:pt x="315" y="150"/>
                    <a:pt x="315" y="150"/>
                  </a:cubicBezTo>
                  <a:cubicBezTo>
                    <a:pt x="315" y="150"/>
                    <a:pt x="316" y="150"/>
                    <a:pt x="316" y="151"/>
                  </a:cubicBezTo>
                  <a:cubicBezTo>
                    <a:pt x="316" y="151"/>
                    <a:pt x="316" y="151"/>
                    <a:pt x="316" y="151"/>
                  </a:cubicBezTo>
                  <a:cubicBezTo>
                    <a:pt x="316" y="151"/>
                    <a:pt x="316" y="151"/>
                    <a:pt x="316" y="151"/>
                  </a:cubicBezTo>
                  <a:cubicBezTo>
                    <a:pt x="316" y="151"/>
                    <a:pt x="317" y="151"/>
                    <a:pt x="317" y="151"/>
                  </a:cubicBezTo>
                  <a:cubicBezTo>
                    <a:pt x="317" y="151"/>
                    <a:pt x="317" y="151"/>
                    <a:pt x="317" y="151"/>
                  </a:cubicBezTo>
                  <a:cubicBezTo>
                    <a:pt x="317" y="152"/>
                    <a:pt x="317" y="152"/>
                    <a:pt x="317" y="152"/>
                  </a:cubicBezTo>
                  <a:cubicBezTo>
                    <a:pt x="317" y="152"/>
                    <a:pt x="318" y="152"/>
                    <a:pt x="318" y="152"/>
                  </a:cubicBezTo>
                  <a:cubicBezTo>
                    <a:pt x="318" y="152"/>
                    <a:pt x="318" y="152"/>
                    <a:pt x="318" y="153"/>
                  </a:cubicBezTo>
                  <a:cubicBezTo>
                    <a:pt x="318" y="153"/>
                    <a:pt x="318" y="154"/>
                    <a:pt x="318" y="154"/>
                  </a:cubicBezTo>
                  <a:cubicBezTo>
                    <a:pt x="318" y="154"/>
                    <a:pt x="318" y="155"/>
                    <a:pt x="318" y="155"/>
                  </a:cubicBezTo>
                  <a:cubicBezTo>
                    <a:pt x="319" y="155"/>
                    <a:pt x="319" y="155"/>
                    <a:pt x="319" y="155"/>
                  </a:cubicBezTo>
                  <a:cubicBezTo>
                    <a:pt x="320" y="155"/>
                    <a:pt x="320" y="155"/>
                    <a:pt x="321" y="156"/>
                  </a:cubicBezTo>
                  <a:cubicBezTo>
                    <a:pt x="321" y="156"/>
                    <a:pt x="321" y="157"/>
                    <a:pt x="321" y="157"/>
                  </a:cubicBezTo>
                  <a:cubicBezTo>
                    <a:pt x="322" y="157"/>
                    <a:pt x="322" y="156"/>
                    <a:pt x="322" y="156"/>
                  </a:cubicBezTo>
                  <a:cubicBezTo>
                    <a:pt x="322" y="156"/>
                    <a:pt x="323" y="156"/>
                    <a:pt x="323" y="156"/>
                  </a:cubicBezTo>
                  <a:cubicBezTo>
                    <a:pt x="323" y="156"/>
                    <a:pt x="323" y="156"/>
                    <a:pt x="323" y="156"/>
                  </a:cubicBezTo>
                  <a:cubicBezTo>
                    <a:pt x="323" y="156"/>
                    <a:pt x="324" y="156"/>
                    <a:pt x="324" y="156"/>
                  </a:cubicBezTo>
                  <a:cubicBezTo>
                    <a:pt x="324" y="156"/>
                    <a:pt x="324" y="156"/>
                    <a:pt x="324" y="156"/>
                  </a:cubicBezTo>
                  <a:cubicBezTo>
                    <a:pt x="325" y="156"/>
                    <a:pt x="325" y="156"/>
                    <a:pt x="326" y="156"/>
                  </a:cubicBezTo>
                  <a:cubicBezTo>
                    <a:pt x="326" y="156"/>
                    <a:pt x="326" y="155"/>
                    <a:pt x="327" y="155"/>
                  </a:cubicBezTo>
                  <a:cubicBezTo>
                    <a:pt x="328" y="155"/>
                    <a:pt x="328" y="155"/>
                    <a:pt x="328" y="155"/>
                  </a:cubicBezTo>
                  <a:cubicBezTo>
                    <a:pt x="328" y="155"/>
                    <a:pt x="328" y="154"/>
                    <a:pt x="329" y="154"/>
                  </a:cubicBezTo>
                  <a:cubicBezTo>
                    <a:pt x="329" y="153"/>
                    <a:pt x="329" y="152"/>
                    <a:pt x="330" y="151"/>
                  </a:cubicBezTo>
                  <a:cubicBezTo>
                    <a:pt x="331" y="149"/>
                    <a:pt x="332" y="147"/>
                    <a:pt x="332" y="145"/>
                  </a:cubicBezTo>
                  <a:cubicBezTo>
                    <a:pt x="332" y="144"/>
                    <a:pt x="332" y="140"/>
                    <a:pt x="331" y="138"/>
                  </a:cubicBezTo>
                  <a:cubicBezTo>
                    <a:pt x="330" y="137"/>
                    <a:pt x="330" y="136"/>
                    <a:pt x="329" y="135"/>
                  </a:cubicBezTo>
                  <a:close/>
                  <a:moveTo>
                    <a:pt x="302" y="121"/>
                  </a:moveTo>
                  <a:cubicBezTo>
                    <a:pt x="302" y="122"/>
                    <a:pt x="302" y="122"/>
                    <a:pt x="302" y="122"/>
                  </a:cubicBezTo>
                  <a:cubicBezTo>
                    <a:pt x="302" y="122"/>
                    <a:pt x="302" y="122"/>
                    <a:pt x="302" y="122"/>
                  </a:cubicBezTo>
                  <a:cubicBezTo>
                    <a:pt x="303" y="122"/>
                    <a:pt x="303" y="121"/>
                    <a:pt x="303" y="121"/>
                  </a:cubicBezTo>
                  <a:cubicBezTo>
                    <a:pt x="304" y="121"/>
                    <a:pt x="304" y="121"/>
                    <a:pt x="304" y="121"/>
                  </a:cubicBezTo>
                  <a:cubicBezTo>
                    <a:pt x="304" y="121"/>
                    <a:pt x="304" y="120"/>
                    <a:pt x="304" y="120"/>
                  </a:cubicBezTo>
                  <a:cubicBezTo>
                    <a:pt x="305" y="120"/>
                    <a:pt x="305" y="120"/>
                    <a:pt x="305" y="120"/>
                  </a:cubicBezTo>
                  <a:cubicBezTo>
                    <a:pt x="305" y="120"/>
                    <a:pt x="305" y="120"/>
                    <a:pt x="305" y="119"/>
                  </a:cubicBezTo>
                  <a:cubicBezTo>
                    <a:pt x="305" y="119"/>
                    <a:pt x="305" y="118"/>
                    <a:pt x="305" y="118"/>
                  </a:cubicBezTo>
                  <a:cubicBezTo>
                    <a:pt x="305" y="118"/>
                    <a:pt x="304" y="118"/>
                    <a:pt x="304" y="118"/>
                  </a:cubicBezTo>
                  <a:cubicBezTo>
                    <a:pt x="303" y="118"/>
                    <a:pt x="303" y="118"/>
                    <a:pt x="303" y="118"/>
                  </a:cubicBezTo>
                  <a:cubicBezTo>
                    <a:pt x="303" y="119"/>
                    <a:pt x="302" y="119"/>
                    <a:pt x="302" y="119"/>
                  </a:cubicBezTo>
                  <a:cubicBezTo>
                    <a:pt x="302" y="120"/>
                    <a:pt x="301" y="120"/>
                    <a:pt x="301" y="121"/>
                  </a:cubicBezTo>
                  <a:cubicBezTo>
                    <a:pt x="301" y="121"/>
                    <a:pt x="301" y="121"/>
                    <a:pt x="301" y="121"/>
                  </a:cubicBezTo>
                  <a:cubicBezTo>
                    <a:pt x="301" y="121"/>
                    <a:pt x="301" y="121"/>
                    <a:pt x="302" y="121"/>
                  </a:cubicBezTo>
                  <a:close/>
                  <a:moveTo>
                    <a:pt x="299" y="109"/>
                  </a:moveTo>
                  <a:cubicBezTo>
                    <a:pt x="299" y="109"/>
                    <a:pt x="299" y="109"/>
                    <a:pt x="299" y="109"/>
                  </a:cubicBezTo>
                  <a:cubicBezTo>
                    <a:pt x="300" y="109"/>
                    <a:pt x="302" y="109"/>
                    <a:pt x="303" y="109"/>
                  </a:cubicBezTo>
                  <a:cubicBezTo>
                    <a:pt x="303" y="109"/>
                    <a:pt x="303" y="108"/>
                    <a:pt x="303" y="108"/>
                  </a:cubicBezTo>
                  <a:cubicBezTo>
                    <a:pt x="304" y="108"/>
                    <a:pt x="304" y="107"/>
                    <a:pt x="304" y="107"/>
                  </a:cubicBezTo>
                  <a:cubicBezTo>
                    <a:pt x="304" y="107"/>
                    <a:pt x="304" y="107"/>
                    <a:pt x="304" y="107"/>
                  </a:cubicBezTo>
                  <a:cubicBezTo>
                    <a:pt x="304" y="106"/>
                    <a:pt x="303" y="106"/>
                    <a:pt x="303" y="106"/>
                  </a:cubicBezTo>
                  <a:cubicBezTo>
                    <a:pt x="303" y="106"/>
                    <a:pt x="301" y="107"/>
                    <a:pt x="300" y="107"/>
                  </a:cubicBezTo>
                  <a:cubicBezTo>
                    <a:pt x="300" y="107"/>
                    <a:pt x="300" y="107"/>
                    <a:pt x="300" y="107"/>
                  </a:cubicBezTo>
                  <a:cubicBezTo>
                    <a:pt x="300" y="107"/>
                    <a:pt x="300" y="107"/>
                    <a:pt x="299" y="107"/>
                  </a:cubicBezTo>
                  <a:cubicBezTo>
                    <a:pt x="299" y="107"/>
                    <a:pt x="299" y="107"/>
                    <a:pt x="299" y="107"/>
                  </a:cubicBezTo>
                  <a:cubicBezTo>
                    <a:pt x="298" y="107"/>
                    <a:pt x="298" y="107"/>
                    <a:pt x="298" y="107"/>
                  </a:cubicBezTo>
                  <a:cubicBezTo>
                    <a:pt x="298" y="107"/>
                    <a:pt x="298" y="108"/>
                    <a:pt x="298" y="108"/>
                  </a:cubicBezTo>
                  <a:cubicBezTo>
                    <a:pt x="298" y="108"/>
                    <a:pt x="298" y="109"/>
                    <a:pt x="298" y="109"/>
                  </a:cubicBezTo>
                  <a:cubicBezTo>
                    <a:pt x="298" y="109"/>
                    <a:pt x="299" y="109"/>
                    <a:pt x="299" y="109"/>
                  </a:cubicBezTo>
                  <a:close/>
                  <a:moveTo>
                    <a:pt x="359" y="128"/>
                  </a:moveTo>
                  <a:cubicBezTo>
                    <a:pt x="359" y="128"/>
                    <a:pt x="359" y="128"/>
                    <a:pt x="359" y="128"/>
                  </a:cubicBezTo>
                  <a:cubicBezTo>
                    <a:pt x="359" y="128"/>
                    <a:pt x="359" y="128"/>
                    <a:pt x="359" y="128"/>
                  </a:cubicBezTo>
                  <a:cubicBezTo>
                    <a:pt x="358" y="128"/>
                    <a:pt x="358" y="128"/>
                    <a:pt x="358" y="128"/>
                  </a:cubicBezTo>
                  <a:cubicBezTo>
                    <a:pt x="357" y="129"/>
                    <a:pt x="356" y="130"/>
                    <a:pt x="356" y="130"/>
                  </a:cubicBezTo>
                  <a:cubicBezTo>
                    <a:pt x="356" y="130"/>
                    <a:pt x="356" y="130"/>
                    <a:pt x="356" y="130"/>
                  </a:cubicBezTo>
                  <a:cubicBezTo>
                    <a:pt x="356" y="130"/>
                    <a:pt x="356" y="131"/>
                    <a:pt x="356" y="131"/>
                  </a:cubicBezTo>
                  <a:cubicBezTo>
                    <a:pt x="356" y="131"/>
                    <a:pt x="357" y="131"/>
                    <a:pt x="357" y="131"/>
                  </a:cubicBezTo>
                  <a:cubicBezTo>
                    <a:pt x="357" y="131"/>
                    <a:pt x="357" y="131"/>
                    <a:pt x="357" y="131"/>
                  </a:cubicBezTo>
                  <a:cubicBezTo>
                    <a:pt x="357" y="131"/>
                    <a:pt x="358" y="130"/>
                    <a:pt x="358" y="130"/>
                  </a:cubicBezTo>
                  <a:cubicBezTo>
                    <a:pt x="359" y="129"/>
                    <a:pt x="359" y="129"/>
                    <a:pt x="359" y="128"/>
                  </a:cubicBezTo>
                  <a:cubicBezTo>
                    <a:pt x="359" y="128"/>
                    <a:pt x="359" y="128"/>
                    <a:pt x="359" y="128"/>
                  </a:cubicBezTo>
                  <a:close/>
                  <a:moveTo>
                    <a:pt x="356" y="154"/>
                  </a:moveTo>
                  <a:cubicBezTo>
                    <a:pt x="356" y="154"/>
                    <a:pt x="356" y="154"/>
                    <a:pt x="356" y="154"/>
                  </a:cubicBezTo>
                  <a:cubicBezTo>
                    <a:pt x="356" y="154"/>
                    <a:pt x="356" y="154"/>
                    <a:pt x="356" y="154"/>
                  </a:cubicBezTo>
                  <a:cubicBezTo>
                    <a:pt x="356" y="154"/>
                    <a:pt x="355" y="154"/>
                    <a:pt x="355" y="154"/>
                  </a:cubicBezTo>
                  <a:cubicBezTo>
                    <a:pt x="355" y="153"/>
                    <a:pt x="355" y="153"/>
                    <a:pt x="355" y="153"/>
                  </a:cubicBezTo>
                  <a:cubicBezTo>
                    <a:pt x="355" y="153"/>
                    <a:pt x="355" y="153"/>
                    <a:pt x="354" y="153"/>
                  </a:cubicBezTo>
                  <a:cubicBezTo>
                    <a:pt x="354" y="152"/>
                    <a:pt x="354" y="152"/>
                    <a:pt x="354" y="151"/>
                  </a:cubicBezTo>
                  <a:cubicBezTo>
                    <a:pt x="354" y="151"/>
                    <a:pt x="354" y="151"/>
                    <a:pt x="353" y="151"/>
                  </a:cubicBezTo>
                  <a:cubicBezTo>
                    <a:pt x="353" y="151"/>
                    <a:pt x="353" y="150"/>
                    <a:pt x="353" y="150"/>
                  </a:cubicBezTo>
                  <a:cubicBezTo>
                    <a:pt x="353" y="150"/>
                    <a:pt x="352" y="150"/>
                    <a:pt x="352" y="151"/>
                  </a:cubicBezTo>
                  <a:cubicBezTo>
                    <a:pt x="352" y="151"/>
                    <a:pt x="352" y="151"/>
                    <a:pt x="352" y="151"/>
                  </a:cubicBezTo>
                  <a:cubicBezTo>
                    <a:pt x="352" y="152"/>
                    <a:pt x="352" y="153"/>
                    <a:pt x="352" y="153"/>
                  </a:cubicBezTo>
                  <a:cubicBezTo>
                    <a:pt x="352" y="153"/>
                    <a:pt x="353" y="153"/>
                    <a:pt x="353" y="154"/>
                  </a:cubicBezTo>
                  <a:cubicBezTo>
                    <a:pt x="353" y="154"/>
                    <a:pt x="353" y="154"/>
                    <a:pt x="353" y="155"/>
                  </a:cubicBezTo>
                  <a:cubicBezTo>
                    <a:pt x="353" y="155"/>
                    <a:pt x="353" y="155"/>
                    <a:pt x="353" y="155"/>
                  </a:cubicBezTo>
                  <a:cubicBezTo>
                    <a:pt x="353" y="155"/>
                    <a:pt x="352" y="155"/>
                    <a:pt x="352" y="155"/>
                  </a:cubicBezTo>
                  <a:cubicBezTo>
                    <a:pt x="352" y="155"/>
                    <a:pt x="352" y="156"/>
                    <a:pt x="352" y="156"/>
                  </a:cubicBezTo>
                  <a:cubicBezTo>
                    <a:pt x="352" y="156"/>
                    <a:pt x="352" y="157"/>
                    <a:pt x="352" y="157"/>
                  </a:cubicBezTo>
                  <a:cubicBezTo>
                    <a:pt x="353" y="157"/>
                    <a:pt x="353" y="157"/>
                    <a:pt x="353" y="157"/>
                  </a:cubicBezTo>
                  <a:cubicBezTo>
                    <a:pt x="354" y="157"/>
                    <a:pt x="354" y="157"/>
                    <a:pt x="354" y="157"/>
                  </a:cubicBezTo>
                  <a:cubicBezTo>
                    <a:pt x="354" y="157"/>
                    <a:pt x="353" y="158"/>
                    <a:pt x="353" y="158"/>
                  </a:cubicBezTo>
                  <a:cubicBezTo>
                    <a:pt x="353" y="158"/>
                    <a:pt x="353" y="158"/>
                    <a:pt x="353" y="158"/>
                  </a:cubicBezTo>
                  <a:cubicBezTo>
                    <a:pt x="353" y="158"/>
                    <a:pt x="353" y="157"/>
                    <a:pt x="352" y="157"/>
                  </a:cubicBezTo>
                  <a:cubicBezTo>
                    <a:pt x="352" y="157"/>
                    <a:pt x="352" y="157"/>
                    <a:pt x="352" y="157"/>
                  </a:cubicBezTo>
                  <a:cubicBezTo>
                    <a:pt x="352" y="157"/>
                    <a:pt x="351" y="157"/>
                    <a:pt x="351" y="157"/>
                  </a:cubicBezTo>
                  <a:cubicBezTo>
                    <a:pt x="351" y="157"/>
                    <a:pt x="351" y="158"/>
                    <a:pt x="351" y="158"/>
                  </a:cubicBezTo>
                  <a:cubicBezTo>
                    <a:pt x="351" y="158"/>
                    <a:pt x="350" y="158"/>
                    <a:pt x="350" y="158"/>
                  </a:cubicBezTo>
                  <a:cubicBezTo>
                    <a:pt x="350" y="159"/>
                    <a:pt x="350" y="159"/>
                    <a:pt x="350" y="159"/>
                  </a:cubicBezTo>
                  <a:cubicBezTo>
                    <a:pt x="350" y="159"/>
                    <a:pt x="349" y="159"/>
                    <a:pt x="349" y="160"/>
                  </a:cubicBezTo>
                  <a:cubicBezTo>
                    <a:pt x="347" y="161"/>
                    <a:pt x="345" y="162"/>
                    <a:pt x="345" y="163"/>
                  </a:cubicBezTo>
                  <a:cubicBezTo>
                    <a:pt x="345" y="163"/>
                    <a:pt x="345" y="164"/>
                    <a:pt x="345" y="164"/>
                  </a:cubicBezTo>
                  <a:cubicBezTo>
                    <a:pt x="345" y="164"/>
                    <a:pt x="345" y="165"/>
                    <a:pt x="345" y="165"/>
                  </a:cubicBezTo>
                  <a:cubicBezTo>
                    <a:pt x="346" y="165"/>
                    <a:pt x="346" y="165"/>
                    <a:pt x="347" y="165"/>
                  </a:cubicBezTo>
                  <a:cubicBezTo>
                    <a:pt x="348" y="165"/>
                    <a:pt x="348" y="166"/>
                    <a:pt x="348" y="166"/>
                  </a:cubicBezTo>
                  <a:cubicBezTo>
                    <a:pt x="348" y="166"/>
                    <a:pt x="348" y="166"/>
                    <a:pt x="348" y="166"/>
                  </a:cubicBezTo>
                  <a:cubicBezTo>
                    <a:pt x="348" y="166"/>
                    <a:pt x="349" y="165"/>
                    <a:pt x="349" y="165"/>
                  </a:cubicBezTo>
                  <a:cubicBezTo>
                    <a:pt x="349" y="165"/>
                    <a:pt x="349" y="165"/>
                    <a:pt x="349" y="164"/>
                  </a:cubicBezTo>
                  <a:cubicBezTo>
                    <a:pt x="350" y="163"/>
                    <a:pt x="351" y="163"/>
                    <a:pt x="352" y="162"/>
                  </a:cubicBezTo>
                  <a:cubicBezTo>
                    <a:pt x="353" y="161"/>
                    <a:pt x="353" y="159"/>
                    <a:pt x="353" y="159"/>
                  </a:cubicBezTo>
                  <a:cubicBezTo>
                    <a:pt x="354" y="159"/>
                    <a:pt x="354" y="159"/>
                    <a:pt x="354" y="159"/>
                  </a:cubicBezTo>
                  <a:cubicBezTo>
                    <a:pt x="354" y="159"/>
                    <a:pt x="354" y="159"/>
                    <a:pt x="354" y="159"/>
                  </a:cubicBezTo>
                  <a:cubicBezTo>
                    <a:pt x="355" y="159"/>
                    <a:pt x="355" y="159"/>
                    <a:pt x="355" y="158"/>
                  </a:cubicBezTo>
                  <a:cubicBezTo>
                    <a:pt x="356" y="158"/>
                    <a:pt x="356" y="158"/>
                    <a:pt x="356" y="157"/>
                  </a:cubicBezTo>
                  <a:cubicBezTo>
                    <a:pt x="356" y="157"/>
                    <a:pt x="356" y="156"/>
                    <a:pt x="357" y="156"/>
                  </a:cubicBezTo>
                  <a:cubicBezTo>
                    <a:pt x="357" y="156"/>
                    <a:pt x="357" y="155"/>
                    <a:pt x="357" y="155"/>
                  </a:cubicBezTo>
                  <a:cubicBezTo>
                    <a:pt x="357" y="155"/>
                    <a:pt x="357" y="154"/>
                    <a:pt x="357" y="154"/>
                  </a:cubicBezTo>
                  <a:cubicBezTo>
                    <a:pt x="357" y="154"/>
                    <a:pt x="357" y="154"/>
                    <a:pt x="356" y="154"/>
                  </a:cubicBezTo>
                  <a:close/>
                  <a:moveTo>
                    <a:pt x="345" y="136"/>
                  </a:moveTo>
                  <a:cubicBezTo>
                    <a:pt x="345" y="136"/>
                    <a:pt x="346" y="136"/>
                    <a:pt x="346" y="135"/>
                  </a:cubicBezTo>
                  <a:cubicBezTo>
                    <a:pt x="345" y="135"/>
                    <a:pt x="345" y="135"/>
                    <a:pt x="345" y="135"/>
                  </a:cubicBezTo>
                  <a:cubicBezTo>
                    <a:pt x="346" y="135"/>
                    <a:pt x="346" y="135"/>
                    <a:pt x="346" y="135"/>
                  </a:cubicBezTo>
                  <a:cubicBezTo>
                    <a:pt x="346" y="135"/>
                    <a:pt x="346" y="135"/>
                    <a:pt x="346" y="135"/>
                  </a:cubicBezTo>
                  <a:cubicBezTo>
                    <a:pt x="346" y="134"/>
                    <a:pt x="345" y="134"/>
                    <a:pt x="344" y="133"/>
                  </a:cubicBezTo>
                  <a:cubicBezTo>
                    <a:pt x="344" y="133"/>
                    <a:pt x="343" y="133"/>
                    <a:pt x="343" y="133"/>
                  </a:cubicBezTo>
                  <a:cubicBezTo>
                    <a:pt x="343" y="133"/>
                    <a:pt x="343" y="133"/>
                    <a:pt x="343" y="133"/>
                  </a:cubicBezTo>
                  <a:cubicBezTo>
                    <a:pt x="343" y="133"/>
                    <a:pt x="343" y="134"/>
                    <a:pt x="343" y="134"/>
                  </a:cubicBezTo>
                  <a:cubicBezTo>
                    <a:pt x="343" y="134"/>
                    <a:pt x="343" y="134"/>
                    <a:pt x="343" y="134"/>
                  </a:cubicBezTo>
                  <a:cubicBezTo>
                    <a:pt x="343" y="134"/>
                    <a:pt x="343" y="135"/>
                    <a:pt x="343" y="135"/>
                  </a:cubicBezTo>
                  <a:cubicBezTo>
                    <a:pt x="344" y="136"/>
                    <a:pt x="344" y="136"/>
                    <a:pt x="345" y="136"/>
                  </a:cubicBezTo>
                  <a:cubicBezTo>
                    <a:pt x="345" y="136"/>
                    <a:pt x="345" y="136"/>
                    <a:pt x="345" y="136"/>
                  </a:cubicBezTo>
                  <a:close/>
                  <a:moveTo>
                    <a:pt x="180" y="59"/>
                  </a:moveTo>
                  <a:cubicBezTo>
                    <a:pt x="180" y="59"/>
                    <a:pt x="179" y="60"/>
                    <a:pt x="179" y="60"/>
                  </a:cubicBezTo>
                  <a:cubicBezTo>
                    <a:pt x="179" y="60"/>
                    <a:pt x="179" y="60"/>
                    <a:pt x="179" y="61"/>
                  </a:cubicBezTo>
                  <a:cubicBezTo>
                    <a:pt x="179" y="61"/>
                    <a:pt x="179" y="61"/>
                    <a:pt x="179" y="61"/>
                  </a:cubicBezTo>
                  <a:cubicBezTo>
                    <a:pt x="180" y="61"/>
                    <a:pt x="180" y="61"/>
                    <a:pt x="180" y="61"/>
                  </a:cubicBezTo>
                  <a:cubicBezTo>
                    <a:pt x="180" y="61"/>
                    <a:pt x="181" y="61"/>
                    <a:pt x="181" y="61"/>
                  </a:cubicBezTo>
                  <a:cubicBezTo>
                    <a:pt x="181" y="61"/>
                    <a:pt x="181" y="61"/>
                    <a:pt x="181" y="61"/>
                  </a:cubicBezTo>
                  <a:cubicBezTo>
                    <a:pt x="181" y="61"/>
                    <a:pt x="181" y="60"/>
                    <a:pt x="181" y="60"/>
                  </a:cubicBezTo>
                  <a:cubicBezTo>
                    <a:pt x="181" y="60"/>
                    <a:pt x="181" y="60"/>
                    <a:pt x="181" y="60"/>
                  </a:cubicBezTo>
                  <a:cubicBezTo>
                    <a:pt x="181" y="60"/>
                    <a:pt x="180" y="59"/>
                    <a:pt x="180" y="59"/>
                  </a:cubicBezTo>
                  <a:close/>
                  <a:moveTo>
                    <a:pt x="299" y="113"/>
                  </a:moveTo>
                  <a:cubicBezTo>
                    <a:pt x="299" y="113"/>
                    <a:pt x="299" y="114"/>
                    <a:pt x="300" y="114"/>
                  </a:cubicBezTo>
                  <a:cubicBezTo>
                    <a:pt x="300" y="115"/>
                    <a:pt x="301" y="115"/>
                    <a:pt x="302" y="115"/>
                  </a:cubicBezTo>
                  <a:cubicBezTo>
                    <a:pt x="302" y="115"/>
                    <a:pt x="302" y="115"/>
                    <a:pt x="302" y="115"/>
                  </a:cubicBezTo>
                  <a:cubicBezTo>
                    <a:pt x="302" y="115"/>
                    <a:pt x="302" y="115"/>
                    <a:pt x="302" y="115"/>
                  </a:cubicBezTo>
                  <a:cubicBezTo>
                    <a:pt x="302" y="115"/>
                    <a:pt x="302" y="114"/>
                    <a:pt x="302" y="114"/>
                  </a:cubicBezTo>
                  <a:cubicBezTo>
                    <a:pt x="302" y="113"/>
                    <a:pt x="302" y="112"/>
                    <a:pt x="301" y="112"/>
                  </a:cubicBezTo>
                  <a:cubicBezTo>
                    <a:pt x="301" y="111"/>
                    <a:pt x="301" y="111"/>
                    <a:pt x="301" y="111"/>
                  </a:cubicBezTo>
                  <a:cubicBezTo>
                    <a:pt x="301" y="111"/>
                    <a:pt x="301" y="111"/>
                    <a:pt x="301" y="111"/>
                  </a:cubicBezTo>
                  <a:cubicBezTo>
                    <a:pt x="301" y="111"/>
                    <a:pt x="301" y="111"/>
                    <a:pt x="302" y="111"/>
                  </a:cubicBezTo>
                  <a:cubicBezTo>
                    <a:pt x="302" y="111"/>
                    <a:pt x="302" y="111"/>
                    <a:pt x="302" y="110"/>
                  </a:cubicBezTo>
                  <a:cubicBezTo>
                    <a:pt x="302" y="110"/>
                    <a:pt x="302" y="110"/>
                    <a:pt x="302" y="110"/>
                  </a:cubicBezTo>
                  <a:cubicBezTo>
                    <a:pt x="302" y="109"/>
                    <a:pt x="301" y="109"/>
                    <a:pt x="301" y="109"/>
                  </a:cubicBezTo>
                  <a:cubicBezTo>
                    <a:pt x="300" y="109"/>
                    <a:pt x="299" y="109"/>
                    <a:pt x="299" y="109"/>
                  </a:cubicBezTo>
                  <a:cubicBezTo>
                    <a:pt x="299" y="109"/>
                    <a:pt x="299" y="109"/>
                    <a:pt x="299" y="109"/>
                  </a:cubicBezTo>
                  <a:cubicBezTo>
                    <a:pt x="299" y="109"/>
                    <a:pt x="299" y="109"/>
                    <a:pt x="299" y="109"/>
                  </a:cubicBezTo>
                  <a:cubicBezTo>
                    <a:pt x="298" y="109"/>
                    <a:pt x="298" y="109"/>
                    <a:pt x="298" y="109"/>
                  </a:cubicBezTo>
                  <a:cubicBezTo>
                    <a:pt x="298" y="109"/>
                    <a:pt x="298" y="109"/>
                    <a:pt x="298" y="109"/>
                  </a:cubicBezTo>
                  <a:cubicBezTo>
                    <a:pt x="297" y="109"/>
                    <a:pt x="297" y="109"/>
                    <a:pt x="297" y="110"/>
                  </a:cubicBezTo>
                  <a:cubicBezTo>
                    <a:pt x="297" y="110"/>
                    <a:pt x="297" y="110"/>
                    <a:pt x="297" y="111"/>
                  </a:cubicBezTo>
                  <a:cubicBezTo>
                    <a:pt x="297" y="112"/>
                    <a:pt x="296" y="112"/>
                    <a:pt x="296" y="113"/>
                  </a:cubicBezTo>
                  <a:cubicBezTo>
                    <a:pt x="296" y="113"/>
                    <a:pt x="297" y="113"/>
                    <a:pt x="297" y="114"/>
                  </a:cubicBezTo>
                  <a:cubicBezTo>
                    <a:pt x="297" y="114"/>
                    <a:pt x="297" y="114"/>
                    <a:pt x="297" y="114"/>
                  </a:cubicBezTo>
                  <a:cubicBezTo>
                    <a:pt x="298" y="114"/>
                    <a:pt x="298" y="113"/>
                    <a:pt x="299" y="113"/>
                  </a:cubicBezTo>
                  <a:cubicBezTo>
                    <a:pt x="299" y="113"/>
                    <a:pt x="299" y="113"/>
                    <a:pt x="299" y="113"/>
                  </a:cubicBezTo>
                  <a:cubicBezTo>
                    <a:pt x="299" y="113"/>
                    <a:pt x="299" y="113"/>
                    <a:pt x="299" y="113"/>
                  </a:cubicBezTo>
                  <a:close/>
                  <a:moveTo>
                    <a:pt x="342" y="38"/>
                  </a:moveTo>
                  <a:cubicBezTo>
                    <a:pt x="342" y="38"/>
                    <a:pt x="342" y="38"/>
                    <a:pt x="342" y="38"/>
                  </a:cubicBezTo>
                  <a:cubicBezTo>
                    <a:pt x="342" y="37"/>
                    <a:pt x="342" y="37"/>
                    <a:pt x="343" y="37"/>
                  </a:cubicBezTo>
                  <a:cubicBezTo>
                    <a:pt x="343" y="36"/>
                    <a:pt x="343" y="36"/>
                    <a:pt x="345" y="36"/>
                  </a:cubicBezTo>
                  <a:cubicBezTo>
                    <a:pt x="347" y="36"/>
                    <a:pt x="346" y="36"/>
                    <a:pt x="347" y="36"/>
                  </a:cubicBezTo>
                  <a:cubicBezTo>
                    <a:pt x="348" y="36"/>
                    <a:pt x="348" y="36"/>
                    <a:pt x="348" y="36"/>
                  </a:cubicBezTo>
                  <a:cubicBezTo>
                    <a:pt x="350" y="36"/>
                    <a:pt x="350" y="36"/>
                    <a:pt x="351" y="35"/>
                  </a:cubicBezTo>
                  <a:cubicBezTo>
                    <a:pt x="352" y="35"/>
                    <a:pt x="352" y="35"/>
                    <a:pt x="353" y="34"/>
                  </a:cubicBezTo>
                  <a:cubicBezTo>
                    <a:pt x="355" y="34"/>
                    <a:pt x="356" y="33"/>
                    <a:pt x="357" y="33"/>
                  </a:cubicBezTo>
                  <a:cubicBezTo>
                    <a:pt x="357" y="33"/>
                    <a:pt x="357" y="33"/>
                    <a:pt x="357" y="33"/>
                  </a:cubicBezTo>
                  <a:cubicBezTo>
                    <a:pt x="357" y="34"/>
                    <a:pt x="358" y="34"/>
                    <a:pt x="358" y="34"/>
                  </a:cubicBezTo>
                  <a:cubicBezTo>
                    <a:pt x="358" y="34"/>
                    <a:pt x="358" y="34"/>
                    <a:pt x="359" y="34"/>
                  </a:cubicBezTo>
                  <a:cubicBezTo>
                    <a:pt x="359" y="33"/>
                    <a:pt x="359" y="33"/>
                    <a:pt x="359" y="33"/>
                  </a:cubicBezTo>
                  <a:cubicBezTo>
                    <a:pt x="359" y="33"/>
                    <a:pt x="359" y="32"/>
                    <a:pt x="359" y="32"/>
                  </a:cubicBezTo>
                  <a:cubicBezTo>
                    <a:pt x="358" y="32"/>
                    <a:pt x="358" y="32"/>
                    <a:pt x="358" y="31"/>
                  </a:cubicBezTo>
                  <a:cubicBezTo>
                    <a:pt x="358" y="31"/>
                    <a:pt x="357" y="31"/>
                    <a:pt x="357" y="31"/>
                  </a:cubicBezTo>
                  <a:cubicBezTo>
                    <a:pt x="358" y="31"/>
                    <a:pt x="358" y="31"/>
                    <a:pt x="358" y="31"/>
                  </a:cubicBezTo>
                  <a:cubicBezTo>
                    <a:pt x="359" y="30"/>
                    <a:pt x="359" y="30"/>
                    <a:pt x="359" y="30"/>
                  </a:cubicBezTo>
                  <a:cubicBezTo>
                    <a:pt x="359" y="29"/>
                    <a:pt x="359" y="29"/>
                    <a:pt x="359" y="29"/>
                  </a:cubicBezTo>
                  <a:cubicBezTo>
                    <a:pt x="359" y="28"/>
                    <a:pt x="359" y="27"/>
                    <a:pt x="359" y="27"/>
                  </a:cubicBezTo>
                  <a:cubicBezTo>
                    <a:pt x="359" y="27"/>
                    <a:pt x="359" y="27"/>
                    <a:pt x="359" y="27"/>
                  </a:cubicBezTo>
                  <a:cubicBezTo>
                    <a:pt x="359" y="26"/>
                    <a:pt x="359" y="26"/>
                    <a:pt x="359" y="26"/>
                  </a:cubicBezTo>
                  <a:cubicBezTo>
                    <a:pt x="359" y="25"/>
                    <a:pt x="359" y="25"/>
                    <a:pt x="358" y="24"/>
                  </a:cubicBezTo>
                  <a:cubicBezTo>
                    <a:pt x="358" y="24"/>
                    <a:pt x="357" y="24"/>
                    <a:pt x="357" y="24"/>
                  </a:cubicBezTo>
                  <a:cubicBezTo>
                    <a:pt x="357" y="24"/>
                    <a:pt x="356" y="24"/>
                    <a:pt x="356" y="24"/>
                  </a:cubicBezTo>
                  <a:cubicBezTo>
                    <a:pt x="355" y="24"/>
                    <a:pt x="354" y="24"/>
                    <a:pt x="354" y="24"/>
                  </a:cubicBezTo>
                  <a:cubicBezTo>
                    <a:pt x="353" y="24"/>
                    <a:pt x="352" y="24"/>
                    <a:pt x="352" y="24"/>
                  </a:cubicBezTo>
                  <a:cubicBezTo>
                    <a:pt x="352" y="23"/>
                    <a:pt x="351" y="23"/>
                    <a:pt x="350" y="23"/>
                  </a:cubicBezTo>
                  <a:cubicBezTo>
                    <a:pt x="350" y="23"/>
                    <a:pt x="350" y="23"/>
                    <a:pt x="350" y="23"/>
                  </a:cubicBezTo>
                  <a:cubicBezTo>
                    <a:pt x="349" y="23"/>
                    <a:pt x="349" y="24"/>
                    <a:pt x="349" y="24"/>
                  </a:cubicBezTo>
                  <a:cubicBezTo>
                    <a:pt x="349" y="25"/>
                    <a:pt x="349" y="25"/>
                    <a:pt x="349" y="25"/>
                  </a:cubicBezTo>
                  <a:cubicBezTo>
                    <a:pt x="348" y="25"/>
                    <a:pt x="348" y="25"/>
                    <a:pt x="348" y="24"/>
                  </a:cubicBezTo>
                  <a:cubicBezTo>
                    <a:pt x="348" y="24"/>
                    <a:pt x="347" y="24"/>
                    <a:pt x="346" y="24"/>
                  </a:cubicBezTo>
                  <a:cubicBezTo>
                    <a:pt x="346" y="23"/>
                    <a:pt x="345" y="23"/>
                    <a:pt x="344" y="23"/>
                  </a:cubicBezTo>
                  <a:cubicBezTo>
                    <a:pt x="344" y="23"/>
                    <a:pt x="344" y="23"/>
                    <a:pt x="344" y="23"/>
                  </a:cubicBezTo>
                  <a:cubicBezTo>
                    <a:pt x="343" y="23"/>
                    <a:pt x="342" y="24"/>
                    <a:pt x="341" y="24"/>
                  </a:cubicBezTo>
                  <a:cubicBezTo>
                    <a:pt x="340" y="24"/>
                    <a:pt x="340" y="24"/>
                    <a:pt x="340" y="24"/>
                  </a:cubicBezTo>
                  <a:cubicBezTo>
                    <a:pt x="339" y="24"/>
                    <a:pt x="339" y="24"/>
                    <a:pt x="339" y="24"/>
                  </a:cubicBezTo>
                  <a:cubicBezTo>
                    <a:pt x="338" y="23"/>
                    <a:pt x="337" y="22"/>
                    <a:pt x="337" y="22"/>
                  </a:cubicBezTo>
                  <a:cubicBezTo>
                    <a:pt x="337" y="22"/>
                    <a:pt x="336" y="22"/>
                    <a:pt x="336" y="22"/>
                  </a:cubicBezTo>
                  <a:cubicBezTo>
                    <a:pt x="336" y="22"/>
                    <a:pt x="335" y="22"/>
                    <a:pt x="335" y="22"/>
                  </a:cubicBezTo>
                  <a:cubicBezTo>
                    <a:pt x="334" y="22"/>
                    <a:pt x="334" y="22"/>
                    <a:pt x="333" y="22"/>
                  </a:cubicBezTo>
                  <a:cubicBezTo>
                    <a:pt x="332" y="22"/>
                    <a:pt x="331" y="22"/>
                    <a:pt x="330" y="22"/>
                  </a:cubicBezTo>
                  <a:cubicBezTo>
                    <a:pt x="330" y="22"/>
                    <a:pt x="330" y="22"/>
                    <a:pt x="330" y="22"/>
                  </a:cubicBezTo>
                  <a:cubicBezTo>
                    <a:pt x="330" y="22"/>
                    <a:pt x="329" y="22"/>
                    <a:pt x="329" y="21"/>
                  </a:cubicBezTo>
                  <a:cubicBezTo>
                    <a:pt x="328" y="21"/>
                    <a:pt x="328" y="21"/>
                    <a:pt x="327" y="20"/>
                  </a:cubicBezTo>
                  <a:cubicBezTo>
                    <a:pt x="327" y="20"/>
                    <a:pt x="326" y="20"/>
                    <a:pt x="326" y="20"/>
                  </a:cubicBezTo>
                  <a:cubicBezTo>
                    <a:pt x="326" y="20"/>
                    <a:pt x="324" y="20"/>
                    <a:pt x="324" y="20"/>
                  </a:cubicBezTo>
                  <a:cubicBezTo>
                    <a:pt x="323" y="20"/>
                    <a:pt x="323" y="20"/>
                    <a:pt x="323" y="20"/>
                  </a:cubicBezTo>
                  <a:cubicBezTo>
                    <a:pt x="322" y="20"/>
                    <a:pt x="322" y="19"/>
                    <a:pt x="321" y="19"/>
                  </a:cubicBezTo>
                  <a:cubicBezTo>
                    <a:pt x="321" y="19"/>
                    <a:pt x="322" y="19"/>
                    <a:pt x="322" y="19"/>
                  </a:cubicBezTo>
                  <a:cubicBezTo>
                    <a:pt x="323" y="19"/>
                    <a:pt x="324" y="18"/>
                    <a:pt x="324" y="18"/>
                  </a:cubicBezTo>
                  <a:cubicBezTo>
                    <a:pt x="324" y="18"/>
                    <a:pt x="324" y="18"/>
                    <a:pt x="324" y="18"/>
                  </a:cubicBezTo>
                  <a:cubicBezTo>
                    <a:pt x="324" y="18"/>
                    <a:pt x="324" y="18"/>
                    <a:pt x="324" y="18"/>
                  </a:cubicBezTo>
                  <a:cubicBezTo>
                    <a:pt x="324" y="18"/>
                    <a:pt x="324" y="17"/>
                    <a:pt x="323" y="17"/>
                  </a:cubicBezTo>
                  <a:cubicBezTo>
                    <a:pt x="323" y="17"/>
                    <a:pt x="322" y="16"/>
                    <a:pt x="322" y="16"/>
                  </a:cubicBezTo>
                  <a:cubicBezTo>
                    <a:pt x="322" y="16"/>
                    <a:pt x="321" y="16"/>
                    <a:pt x="320" y="16"/>
                  </a:cubicBezTo>
                  <a:cubicBezTo>
                    <a:pt x="320" y="16"/>
                    <a:pt x="319" y="16"/>
                    <a:pt x="319" y="16"/>
                  </a:cubicBezTo>
                  <a:cubicBezTo>
                    <a:pt x="319" y="16"/>
                    <a:pt x="319" y="16"/>
                    <a:pt x="319" y="16"/>
                  </a:cubicBezTo>
                  <a:cubicBezTo>
                    <a:pt x="318" y="16"/>
                    <a:pt x="318" y="16"/>
                    <a:pt x="318" y="16"/>
                  </a:cubicBezTo>
                  <a:cubicBezTo>
                    <a:pt x="318" y="16"/>
                    <a:pt x="318" y="16"/>
                    <a:pt x="318" y="16"/>
                  </a:cubicBezTo>
                  <a:cubicBezTo>
                    <a:pt x="318" y="16"/>
                    <a:pt x="317" y="16"/>
                    <a:pt x="316" y="16"/>
                  </a:cubicBezTo>
                  <a:cubicBezTo>
                    <a:pt x="316" y="16"/>
                    <a:pt x="316" y="16"/>
                    <a:pt x="316" y="16"/>
                  </a:cubicBezTo>
                  <a:cubicBezTo>
                    <a:pt x="315" y="16"/>
                    <a:pt x="315" y="16"/>
                    <a:pt x="315" y="16"/>
                  </a:cubicBezTo>
                  <a:cubicBezTo>
                    <a:pt x="315" y="17"/>
                    <a:pt x="314" y="17"/>
                    <a:pt x="314" y="17"/>
                  </a:cubicBezTo>
                  <a:cubicBezTo>
                    <a:pt x="314" y="18"/>
                    <a:pt x="315" y="18"/>
                    <a:pt x="315" y="18"/>
                  </a:cubicBezTo>
                  <a:cubicBezTo>
                    <a:pt x="315" y="18"/>
                    <a:pt x="315" y="18"/>
                    <a:pt x="315" y="18"/>
                  </a:cubicBezTo>
                  <a:cubicBezTo>
                    <a:pt x="316" y="18"/>
                    <a:pt x="317" y="18"/>
                    <a:pt x="317" y="18"/>
                  </a:cubicBezTo>
                  <a:cubicBezTo>
                    <a:pt x="318" y="18"/>
                    <a:pt x="318" y="19"/>
                    <a:pt x="318" y="19"/>
                  </a:cubicBezTo>
                  <a:cubicBezTo>
                    <a:pt x="318" y="19"/>
                    <a:pt x="318" y="19"/>
                    <a:pt x="318" y="19"/>
                  </a:cubicBezTo>
                  <a:cubicBezTo>
                    <a:pt x="318" y="19"/>
                    <a:pt x="318" y="19"/>
                    <a:pt x="318" y="20"/>
                  </a:cubicBezTo>
                  <a:cubicBezTo>
                    <a:pt x="318" y="20"/>
                    <a:pt x="318" y="20"/>
                    <a:pt x="317" y="20"/>
                  </a:cubicBezTo>
                  <a:cubicBezTo>
                    <a:pt x="317" y="21"/>
                    <a:pt x="317" y="21"/>
                    <a:pt x="317" y="21"/>
                  </a:cubicBezTo>
                  <a:cubicBezTo>
                    <a:pt x="317" y="21"/>
                    <a:pt x="317" y="21"/>
                    <a:pt x="317" y="21"/>
                  </a:cubicBezTo>
                  <a:cubicBezTo>
                    <a:pt x="317" y="21"/>
                    <a:pt x="317" y="21"/>
                    <a:pt x="316" y="21"/>
                  </a:cubicBezTo>
                  <a:cubicBezTo>
                    <a:pt x="316" y="21"/>
                    <a:pt x="316" y="21"/>
                    <a:pt x="315" y="21"/>
                  </a:cubicBezTo>
                  <a:cubicBezTo>
                    <a:pt x="315" y="21"/>
                    <a:pt x="314" y="22"/>
                    <a:pt x="313" y="22"/>
                  </a:cubicBezTo>
                  <a:cubicBezTo>
                    <a:pt x="313" y="22"/>
                    <a:pt x="313" y="22"/>
                    <a:pt x="313" y="22"/>
                  </a:cubicBezTo>
                  <a:cubicBezTo>
                    <a:pt x="313" y="22"/>
                    <a:pt x="313" y="22"/>
                    <a:pt x="312" y="22"/>
                  </a:cubicBezTo>
                  <a:cubicBezTo>
                    <a:pt x="312" y="22"/>
                    <a:pt x="312" y="22"/>
                    <a:pt x="312" y="22"/>
                  </a:cubicBezTo>
                  <a:cubicBezTo>
                    <a:pt x="312" y="22"/>
                    <a:pt x="312" y="22"/>
                    <a:pt x="312" y="21"/>
                  </a:cubicBezTo>
                  <a:cubicBezTo>
                    <a:pt x="312" y="21"/>
                    <a:pt x="311" y="21"/>
                    <a:pt x="311" y="21"/>
                  </a:cubicBezTo>
                  <a:cubicBezTo>
                    <a:pt x="311" y="21"/>
                    <a:pt x="311" y="21"/>
                    <a:pt x="311" y="21"/>
                  </a:cubicBezTo>
                  <a:cubicBezTo>
                    <a:pt x="310" y="21"/>
                    <a:pt x="310" y="22"/>
                    <a:pt x="310" y="22"/>
                  </a:cubicBezTo>
                  <a:cubicBezTo>
                    <a:pt x="309" y="22"/>
                    <a:pt x="309" y="22"/>
                    <a:pt x="309" y="22"/>
                  </a:cubicBezTo>
                  <a:cubicBezTo>
                    <a:pt x="309" y="22"/>
                    <a:pt x="309" y="22"/>
                    <a:pt x="309" y="22"/>
                  </a:cubicBezTo>
                  <a:cubicBezTo>
                    <a:pt x="308" y="22"/>
                    <a:pt x="308" y="22"/>
                    <a:pt x="308" y="21"/>
                  </a:cubicBezTo>
                  <a:cubicBezTo>
                    <a:pt x="308" y="21"/>
                    <a:pt x="308" y="20"/>
                    <a:pt x="308" y="20"/>
                  </a:cubicBezTo>
                  <a:cubicBezTo>
                    <a:pt x="308" y="19"/>
                    <a:pt x="307" y="19"/>
                    <a:pt x="307" y="19"/>
                  </a:cubicBezTo>
                  <a:cubicBezTo>
                    <a:pt x="307" y="19"/>
                    <a:pt x="307" y="19"/>
                    <a:pt x="307" y="19"/>
                  </a:cubicBezTo>
                  <a:cubicBezTo>
                    <a:pt x="306" y="19"/>
                    <a:pt x="305" y="19"/>
                    <a:pt x="305" y="19"/>
                  </a:cubicBezTo>
                  <a:cubicBezTo>
                    <a:pt x="305" y="19"/>
                    <a:pt x="304" y="19"/>
                    <a:pt x="304" y="19"/>
                  </a:cubicBezTo>
                  <a:cubicBezTo>
                    <a:pt x="304" y="19"/>
                    <a:pt x="303" y="19"/>
                    <a:pt x="302" y="19"/>
                  </a:cubicBezTo>
                  <a:cubicBezTo>
                    <a:pt x="302" y="19"/>
                    <a:pt x="302" y="19"/>
                    <a:pt x="301" y="19"/>
                  </a:cubicBezTo>
                  <a:cubicBezTo>
                    <a:pt x="301" y="19"/>
                    <a:pt x="301" y="19"/>
                    <a:pt x="301" y="19"/>
                  </a:cubicBezTo>
                  <a:cubicBezTo>
                    <a:pt x="300" y="20"/>
                    <a:pt x="299" y="20"/>
                    <a:pt x="299" y="20"/>
                  </a:cubicBezTo>
                  <a:cubicBezTo>
                    <a:pt x="299" y="20"/>
                    <a:pt x="299" y="20"/>
                    <a:pt x="298" y="20"/>
                  </a:cubicBezTo>
                  <a:cubicBezTo>
                    <a:pt x="298" y="19"/>
                    <a:pt x="297" y="19"/>
                    <a:pt x="297" y="19"/>
                  </a:cubicBezTo>
                  <a:cubicBezTo>
                    <a:pt x="296" y="19"/>
                    <a:pt x="294" y="19"/>
                    <a:pt x="293" y="19"/>
                  </a:cubicBezTo>
                  <a:cubicBezTo>
                    <a:pt x="292" y="19"/>
                    <a:pt x="292" y="19"/>
                    <a:pt x="292" y="19"/>
                  </a:cubicBezTo>
                  <a:cubicBezTo>
                    <a:pt x="292" y="19"/>
                    <a:pt x="292" y="19"/>
                    <a:pt x="292" y="19"/>
                  </a:cubicBezTo>
                  <a:cubicBezTo>
                    <a:pt x="292" y="19"/>
                    <a:pt x="292" y="19"/>
                    <a:pt x="292" y="19"/>
                  </a:cubicBezTo>
                  <a:cubicBezTo>
                    <a:pt x="292" y="19"/>
                    <a:pt x="292" y="18"/>
                    <a:pt x="292" y="18"/>
                  </a:cubicBezTo>
                  <a:cubicBezTo>
                    <a:pt x="292" y="18"/>
                    <a:pt x="293" y="17"/>
                    <a:pt x="293" y="17"/>
                  </a:cubicBezTo>
                  <a:cubicBezTo>
                    <a:pt x="293" y="17"/>
                    <a:pt x="293" y="16"/>
                    <a:pt x="292" y="16"/>
                  </a:cubicBezTo>
                  <a:cubicBezTo>
                    <a:pt x="291" y="15"/>
                    <a:pt x="290" y="15"/>
                    <a:pt x="289" y="15"/>
                  </a:cubicBezTo>
                  <a:cubicBezTo>
                    <a:pt x="288" y="15"/>
                    <a:pt x="288" y="15"/>
                    <a:pt x="287" y="15"/>
                  </a:cubicBezTo>
                  <a:cubicBezTo>
                    <a:pt x="287" y="15"/>
                    <a:pt x="286" y="15"/>
                    <a:pt x="286" y="15"/>
                  </a:cubicBezTo>
                  <a:cubicBezTo>
                    <a:pt x="286" y="15"/>
                    <a:pt x="285" y="15"/>
                    <a:pt x="285" y="15"/>
                  </a:cubicBezTo>
                  <a:cubicBezTo>
                    <a:pt x="285" y="15"/>
                    <a:pt x="285" y="15"/>
                    <a:pt x="285" y="15"/>
                  </a:cubicBezTo>
                  <a:cubicBezTo>
                    <a:pt x="285" y="15"/>
                    <a:pt x="285" y="15"/>
                    <a:pt x="285" y="15"/>
                  </a:cubicBezTo>
                  <a:cubicBezTo>
                    <a:pt x="285" y="15"/>
                    <a:pt x="285" y="15"/>
                    <a:pt x="285" y="15"/>
                  </a:cubicBezTo>
                  <a:cubicBezTo>
                    <a:pt x="284" y="15"/>
                    <a:pt x="284" y="15"/>
                    <a:pt x="284" y="15"/>
                  </a:cubicBezTo>
                  <a:cubicBezTo>
                    <a:pt x="283" y="14"/>
                    <a:pt x="282" y="14"/>
                    <a:pt x="281" y="14"/>
                  </a:cubicBezTo>
                  <a:cubicBezTo>
                    <a:pt x="281" y="14"/>
                    <a:pt x="280" y="14"/>
                    <a:pt x="280" y="14"/>
                  </a:cubicBezTo>
                  <a:cubicBezTo>
                    <a:pt x="280" y="14"/>
                    <a:pt x="280" y="15"/>
                    <a:pt x="280" y="15"/>
                  </a:cubicBezTo>
                  <a:cubicBezTo>
                    <a:pt x="280" y="15"/>
                    <a:pt x="280" y="15"/>
                    <a:pt x="280" y="15"/>
                  </a:cubicBezTo>
                  <a:cubicBezTo>
                    <a:pt x="280" y="15"/>
                    <a:pt x="279" y="15"/>
                    <a:pt x="279" y="15"/>
                  </a:cubicBezTo>
                  <a:cubicBezTo>
                    <a:pt x="278" y="16"/>
                    <a:pt x="277" y="16"/>
                    <a:pt x="277" y="16"/>
                  </a:cubicBezTo>
                  <a:cubicBezTo>
                    <a:pt x="277" y="16"/>
                    <a:pt x="277" y="16"/>
                    <a:pt x="277" y="16"/>
                  </a:cubicBezTo>
                  <a:cubicBezTo>
                    <a:pt x="276" y="16"/>
                    <a:pt x="276" y="16"/>
                    <a:pt x="275" y="16"/>
                  </a:cubicBezTo>
                  <a:cubicBezTo>
                    <a:pt x="275" y="16"/>
                    <a:pt x="275" y="16"/>
                    <a:pt x="275" y="16"/>
                  </a:cubicBezTo>
                  <a:cubicBezTo>
                    <a:pt x="274" y="16"/>
                    <a:pt x="274" y="16"/>
                    <a:pt x="274" y="16"/>
                  </a:cubicBezTo>
                  <a:cubicBezTo>
                    <a:pt x="274" y="16"/>
                    <a:pt x="274" y="15"/>
                    <a:pt x="274" y="15"/>
                  </a:cubicBezTo>
                  <a:cubicBezTo>
                    <a:pt x="274" y="15"/>
                    <a:pt x="274" y="15"/>
                    <a:pt x="274" y="15"/>
                  </a:cubicBezTo>
                  <a:cubicBezTo>
                    <a:pt x="274" y="15"/>
                    <a:pt x="274" y="15"/>
                    <a:pt x="274" y="15"/>
                  </a:cubicBezTo>
                  <a:cubicBezTo>
                    <a:pt x="273" y="15"/>
                    <a:pt x="272" y="16"/>
                    <a:pt x="272" y="16"/>
                  </a:cubicBezTo>
                  <a:cubicBezTo>
                    <a:pt x="271" y="16"/>
                    <a:pt x="270" y="17"/>
                    <a:pt x="270" y="17"/>
                  </a:cubicBezTo>
                  <a:cubicBezTo>
                    <a:pt x="270" y="17"/>
                    <a:pt x="270" y="17"/>
                    <a:pt x="270" y="17"/>
                  </a:cubicBezTo>
                  <a:cubicBezTo>
                    <a:pt x="269" y="17"/>
                    <a:pt x="269" y="17"/>
                    <a:pt x="268" y="17"/>
                  </a:cubicBezTo>
                  <a:cubicBezTo>
                    <a:pt x="268" y="17"/>
                    <a:pt x="267" y="17"/>
                    <a:pt x="266" y="17"/>
                  </a:cubicBezTo>
                  <a:cubicBezTo>
                    <a:pt x="266" y="17"/>
                    <a:pt x="265" y="17"/>
                    <a:pt x="264" y="18"/>
                  </a:cubicBezTo>
                  <a:cubicBezTo>
                    <a:pt x="264" y="18"/>
                    <a:pt x="263" y="19"/>
                    <a:pt x="262" y="19"/>
                  </a:cubicBezTo>
                  <a:cubicBezTo>
                    <a:pt x="262" y="19"/>
                    <a:pt x="262" y="19"/>
                    <a:pt x="262" y="19"/>
                  </a:cubicBezTo>
                  <a:cubicBezTo>
                    <a:pt x="261" y="19"/>
                    <a:pt x="260" y="19"/>
                    <a:pt x="259" y="19"/>
                  </a:cubicBezTo>
                  <a:cubicBezTo>
                    <a:pt x="259" y="19"/>
                    <a:pt x="259" y="19"/>
                    <a:pt x="258" y="19"/>
                  </a:cubicBezTo>
                  <a:cubicBezTo>
                    <a:pt x="258" y="19"/>
                    <a:pt x="258" y="19"/>
                    <a:pt x="258" y="19"/>
                  </a:cubicBezTo>
                  <a:cubicBezTo>
                    <a:pt x="258" y="19"/>
                    <a:pt x="258" y="20"/>
                    <a:pt x="258" y="20"/>
                  </a:cubicBezTo>
                  <a:cubicBezTo>
                    <a:pt x="258" y="20"/>
                    <a:pt x="258" y="20"/>
                    <a:pt x="258" y="21"/>
                  </a:cubicBezTo>
                  <a:cubicBezTo>
                    <a:pt x="258" y="21"/>
                    <a:pt x="259" y="21"/>
                    <a:pt x="260" y="22"/>
                  </a:cubicBezTo>
                  <a:cubicBezTo>
                    <a:pt x="260" y="22"/>
                    <a:pt x="260" y="22"/>
                    <a:pt x="260" y="22"/>
                  </a:cubicBezTo>
                  <a:cubicBezTo>
                    <a:pt x="260" y="22"/>
                    <a:pt x="259" y="22"/>
                    <a:pt x="259" y="21"/>
                  </a:cubicBezTo>
                  <a:cubicBezTo>
                    <a:pt x="259" y="21"/>
                    <a:pt x="258" y="21"/>
                    <a:pt x="258" y="21"/>
                  </a:cubicBezTo>
                  <a:cubicBezTo>
                    <a:pt x="258" y="21"/>
                    <a:pt x="258" y="21"/>
                    <a:pt x="258" y="21"/>
                  </a:cubicBezTo>
                  <a:cubicBezTo>
                    <a:pt x="257" y="20"/>
                    <a:pt x="257" y="20"/>
                    <a:pt x="256" y="20"/>
                  </a:cubicBezTo>
                  <a:cubicBezTo>
                    <a:pt x="255" y="20"/>
                    <a:pt x="255" y="20"/>
                    <a:pt x="255" y="20"/>
                  </a:cubicBezTo>
                  <a:cubicBezTo>
                    <a:pt x="254" y="21"/>
                    <a:pt x="254" y="21"/>
                    <a:pt x="254" y="22"/>
                  </a:cubicBezTo>
                  <a:cubicBezTo>
                    <a:pt x="254" y="22"/>
                    <a:pt x="254" y="22"/>
                    <a:pt x="254" y="22"/>
                  </a:cubicBezTo>
                  <a:cubicBezTo>
                    <a:pt x="254" y="22"/>
                    <a:pt x="254" y="22"/>
                    <a:pt x="254" y="22"/>
                  </a:cubicBezTo>
                  <a:cubicBezTo>
                    <a:pt x="254" y="22"/>
                    <a:pt x="254" y="22"/>
                    <a:pt x="254" y="22"/>
                  </a:cubicBezTo>
                  <a:cubicBezTo>
                    <a:pt x="254" y="22"/>
                    <a:pt x="254" y="22"/>
                    <a:pt x="254" y="22"/>
                  </a:cubicBezTo>
                  <a:cubicBezTo>
                    <a:pt x="254" y="22"/>
                    <a:pt x="254" y="21"/>
                    <a:pt x="254" y="21"/>
                  </a:cubicBezTo>
                  <a:cubicBezTo>
                    <a:pt x="254" y="21"/>
                    <a:pt x="253" y="21"/>
                    <a:pt x="253" y="20"/>
                  </a:cubicBezTo>
                  <a:cubicBezTo>
                    <a:pt x="253" y="20"/>
                    <a:pt x="253" y="20"/>
                    <a:pt x="253" y="20"/>
                  </a:cubicBezTo>
                  <a:cubicBezTo>
                    <a:pt x="253" y="20"/>
                    <a:pt x="253" y="20"/>
                    <a:pt x="253" y="20"/>
                  </a:cubicBezTo>
                  <a:cubicBezTo>
                    <a:pt x="252" y="20"/>
                    <a:pt x="252" y="20"/>
                    <a:pt x="252" y="20"/>
                  </a:cubicBezTo>
                  <a:cubicBezTo>
                    <a:pt x="252" y="21"/>
                    <a:pt x="252" y="21"/>
                    <a:pt x="252" y="21"/>
                  </a:cubicBezTo>
                  <a:cubicBezTo>
                    <a:pt x="251" y="21"/>
                    <a:pt x="251" y="22"/>
                    <a:pt x="251" y="22"/>
                  </a:cubicBezTo>
                  <a:cubicBezTo>
                    <a:pt x="251" y="23"/>
                    <a:pt x="252" y="23"/>
                    <a:pt x="252" y="24"/>
                  </a:cubicBezTo>
                  <a:cubicBezTo>
                    <a:pt x="252" y="24"/>
                    <a:pt x="252" y="24"/>
                    <a:pt x="252" y="24"/>
                  </a:cubicBezTo>
                  <a:cubicBezTo>
                    <a:pt x="251" y="24"/>
                    <a:pt x="251" y="25"/>
                    <a:pt x="251" y="25"/>
                  </a:cubicBezTo>
                  <a:cubicBezTo>
                    <a:pt x="251" y="25"/>
                    <a:pt x="251" y="25"/>
                    <a:pt x="252" y="26"/>
                  </a:cubicBezTo>
                  <a:cubicBezTo>
                    <a:pt x="252" y="26"/>
                    <a:pt x="252" y="26"/>
                    <a:pt x="252" y="26"/>
                  </a:cubicBezTo>
                  <a:cubicBezTo>
                    <a:pt x="251" y="27"/>
                    <a:pt x="251" y="28"/>
                    <a:pt x="250" y="28"/>
                  </a:cubicBezTo>
                  <a:cubicBezTo>
                    <a:pt x="250" y="28"/>
                    <a:pt x="250" y="28"/>
                    <a:pt x="250" y="28"/>
                  </a:cubicBezTo>
                  <a:cubicBezTo>
                    <a:pt x="250" y="28"/>
                    <a:pt x="249" y="28"/>
                    <a:pt x="249" y="28"/>
                  </a:cubicBezTo>
                  <a:cubicBezTo>
                    <a:pt x="250" y="28"/>
                    <a:pt x="250" y="28"/>
                    <a:pt x="250" y="28"/>
                  </a:cubicBezTo>
                  <a:cubicBezTo>
                    <a:pt x="251" y="27"/>
                    <a:pt x="251" y="26"/>
                    <a:pt x="251" y="26"/>
                  </a:cubicBezTo>
                  <a:cubicBezTo>
                    <a:pt x="251" y="25"/>
                    <a:pt x="251" y="25"/>
                    <a:pt x="251" y="25"/>
                  </a:cubicBezTo>
                  <a:cubicBezTo>
                    <a:pt x="251" y="25"/>
                    <a:pt x="251" y="25"/>
                    <a:pt x="251" y="25"/>
                  </a:cubicBezTo>
                  <a:cubicBezTo>
                    <a:pt x="251" y="25"/>
                    <a:pt x="251" y="24"/>
                    <a:pt x="251" y="23"/>
                  </a:cubicBezTo>
                  <a:cubicBezTo>
                    <a:pt x="251" y="23"/>
                    <a:pt x="251" y="23"/>
                    <a:pt x="251" y="23"/>
                  </a:cubicBezTo>
                  <a:cubicBezTo>
                    <a:pt x="251" y="22"/>
                    <a:pt x="251" y="22"/>
                    <a:pt x="251" y="21"/>
                  </a:cubicBezTo>
                  <a:cubicBezTo>
                    <a:pt x="251" y="21"/>
                    <a:pt x="251" y="21"/>
                    <a:pt x="251" y="20"/>
                  </a:cubicBezTo>
                  <a:cubicBezTo>
                    <a:pt x="250" y="20"/>
                    <a:pt x="249" y="19"/>
                    <a:pt x="249" y="19"/>
                  </a:cubicBezTo>
                  <a:cubicBezTo>
                    <a:pt x="248" y="19"/>
                    <a:pt x="248" y="19"/>
                    <a:pt x="248" y="19"/>
                  </a:cubicBezTo>
                  <a:cubicBezTo>
                    <a:pt x="247" y="19"/>
                    <a:pt x="247" y="19"/>
                    <a:pt x="247" y="20"/>
                  </a:cubicBezTo>
                  <a:cubicBezTo>
                    <a:pt x="247" y="20"/>
                    <a:pt x="246" y="21"/>
                    <a:pt x="246" y="21"/>
                  </a:cubicBezTo>
                  <a:cubicBezTo>
                    <a:pt x="246" y="21"/>
                    <a:pt x="245" y="21"/>
                    <a:pt x="245" y="21"/>
                  </a:cubicBezTo>
                  <a:cubicBezTo>
                    <a:pt x="245" y="21"/>
                    <a:pt x="245" y="22"/>
                    <a:pt x="245" y="22"/>
                  </a:cubicBezTo>
                  <a:cubicBezTo>
                    <a:pt x="244" y="22"/>
                    <a:pt x="244" y="22"/>
                    <a:pt x="244" y="23"/>
                  </a:cubicBezTo>
                  <a:cubicBezTo>
                    <a:pt x="244" y="24"/>
                    <a:pt x="244" y="24"/>
                    <a:pt x="245" y="24"/>
                  </a:cubicBezTo>
                  <a:cubicBezTo>
                    <a:pt x="245" y="25"/>
                    <a:pt x="246" y="25"/>
                    <a:pt x="246" y="25"/>
                  </a:cubicBezTo>
                  <a:cubicBezTo>
                    <a:pt x="246" y="25"/>
                    <a:pt x="246" y="25"/>
                    <a:pt x="246" y="25"/>
                  </a:cubicBezTo>
                  <a:cubicBezTo>
                    <a:pt x="246" y="25"/>
                    <a:pt x="246" y="25"/>
                    <a:pt x="246" y="25"/>
                  </a:cubicBezTo>
                  <a:cubicBezTo>
                    <a:pt x="246" y="25"/>
                    <a:pt x="246" y="25"/>
                    <a:pt x="246" y="25"/>
                  </a:cubicBezTo>
                  <a:cubicBezTo>
                    <a:pt x="246" y="25"/>
                    <a:pt x="245" y="25"/>
                    <a:pt x="245" y="25"/>
                  </a:cubicBezTo>
                  <a:cubicBezTo>
                    <a:pt x="245" y="25"/>
                    <a:pt x="245" y="25"/>
                    <a:pt x="245" y="25"/>
                  </a:cubicBezTo>
                  <a:cubicBezTo>
                    <a:pt x="245" y="25"/>
                    <a:pt x="245" y="25"/>
                    <a:pt x="245" y="25"/>
                  </a:cubicBezTo>
                  <a:cubicBezTo>
                    <a:pt x="245" y="25"/>
                    <a:pt x="244" y="24"/>
                    <a:pt x="243" y="24"/>
                  </a:cubicBezTo>
                  <a:cubicBezTo>
                    <a:pt x="242" y="24"/>
                    <a:pt x="241" y="24"/>
                    <a:pt x="241" y="24"/>
                  </a:cubicBezTo>
                  <a:cubicBezTo>
                    <a:pt x="240" y="24"/>
                    <a:pt x="240" y="24"/>
                    <a:pt x="240" y="24"/>
                  </a:cubicBezTo>
                  <a:cubicBezTo>
                    <a:pt x="239" y="24"/>
                    <a:pt x="238" y="24"/>
                    <a:pt x="238" y="24"/>
                  </a:cubicBezTo>
                  <a:cubicBezTo>
                    <a:pt x="238" y="24"/>
                    <a:pt x="237" y="25"/>
                    <a:pt x="237" y="25"/>
                  </a:cubicBezTo>
                  <a:cubicBezTo>
                    <a:pt x="237" y="25"/>
                    <a:pt x="237" y="25"/>
                    <a:pt x="237" y="25"/>
                  </a:cubicBezTo>
                  <a:cubicBezTo>
                    <a:pt x="237" y="25"/>
                    <a:pt x="237" y="25"/>
                    <a:pt x="236" y="25"/>
                  </a:cubicBezTo>
                  <a:cubicBezTo>
                    <a:pt x="236" y="25"/>
                    <a:pt x="236" y="25"/>
                    <a:pt x="236" y="25"/>
                  </a:cubicBezTo>
                  <a:cubicBezTo>
                    <a:pt x="236" y="25"/>
                    <a:pt x="236" y="25"/>
                    <a:pt x="235" y="25"/>
                  </a:cubicBezTo>
                  <a:cubicBezTo>
                    <a:pt x="235" y="25"/>
                    <a:pt x="235" y="25"/>
                    <a:pt x="234" y="25"/>
                  </a:cubicBezTo>
                  <a:cubicBezTo>
                    <a:pt x="234" y="25"/>
                    <a:pt x="234" y="25"/>
                    <a:pt x="234" y="25"/>
                  </a:cubicBezTo>
                  <a:cubicBezTo>
                    <a:pt x="234" y="25"/>
                    <a:pt x="233" y="25"/>
                    <a:pt x="233" y="25"/>
                  </a:cubicBezTo>
                  <a:cubicBezTo>
                    <a:pt x="233" y="25"/>
                    <a:pt x="232" y="25"/>
                    <a:pt x="232" y="25"/>
                  </a:cubicBezTo>
                  <a:cubicBezTo>
                    <a:pt x="232" y="26"/>
                    <a:pt x="232" y="26"/>
                    <a:pt x="232" y="26"/>
                  </a:cubicBezTo>
                  <a:cubicBezTo>
                    <a:pt x="232" y="26"/>
                    <a:pt x="231" y="25"/>
                    <a:pt x="231" y="25"/>
                  </a:cubicBezTo>
                  <a:cubicBezTo>
                    <a:pt x="230" y="25"/>
                    <a:pt x="230" y="25"/>
                    <a:pt x="230" y="25"/>
                  </a:cubicBezTo>
                  <a:cubicBezTo>
                    <a:pt x="229" y="25"/>
                    <a:pt x="229" y="25"/>
                    <a:pt x="229" y="26"/>
                  </a:cubicBezTo>
                  <a:cubicBezTo>
                    <a:pt x="228" y="26"/>
                    <a:pt x="228" y="26"/>
                    <a:pt x="228" y="26"/>
                  </a:cubicBezTo>
                  <a:cubicBezTo>
                    <a:pt x="227" y="26"/>
                    <a:pt x="227" y="26"/>
                    <a:pt x="227" y="26"/>
                  </a:cubicBezTo>
                  <a:cubicBezTo>
                    <a:pt x="226" y="26"/>
                    <a:pt x="226" y="26"/>
                    <a:pt x="225" y="26"/>
                  </a:cubicBezTo>
                  <a:cubicBezTo>
                    <a:pt x="225" y="26"/>
                    <a:pt x="225" y="26"/>
                    <a:pt x="224" y="26"/>
                  </a:cubicBezTo>
                  <a:cubicBezTo>
                    <a:pt x="224" y="27"/>
                    <a:pt x="224" y="27"/>
                    <a:pt x="224" y="27"/>
                  </a:cubicBezTo>
                  <a:cubicBezTo>
                    <a:pt x="224" y="27"/>
                    <a:pt x="224" y="27"/>
                    <a:pt x="224" y="27"/>
                  </a:cubicBezTo>
                  <a:cubicBezTo>
                    <a:pt x="224" y="26"/>
                    <a:pt x="224" y="26"/>
                    <a:pt x="224" y="26"/>
                  </a:cubicBezTo>
                  <a:cubicBezTo>
                    <a:pt x="224" y="25"/>
                    <a:pt x="224" y="25"/>
                    <a:pt x="224" y="25"/>
                  </a:cubicBezTo>
                  <a:cubicBezTo>
                    <a:pt x="224" y="25"/>
                    <a:pt x="223" y="25"/>
                    <a:pt x="223" y="25"/>
                  </a:cubicBezTo>
                  <a:cubicBezTo>
                    <a:pt x="223" y="25"/>
                    <a:pt x="222" y="25"/>
                    <a:pt x="222" y="25"/>
                  </a:cubicBezTo>
                  <a:cubicBezTo>
                    <a:pt x="222" y="25"/>
                    <a:pt x="221" y="25"/>
                    <a:pt x="221" y="25"/>
                  </a:cubicBezTo>
                  <a:cubicBezTo>
                    <a:pt x="221" y="26"/>
                    <a:pt x="221" y="26"/>
                    <a:pt x="221" y="26"/>
                  </a:cubicBezTo>
                  <a:cubicBezTo>
                    <a:pt x="221" y="27"/>
                    <a:pt x="221" y="27"/>
                    <a:pt x="221" y="28"/>
                  </a:cubicBezTo>
                  <a:cubicBezTo>
                    <a:pt x="221" y="28"/>
                    <a:pt x="221" y="28"/>
                    <a:pt x="221" y="28"/>
                  </a:cubicBezTo>
                  <a:cubicBezTo>
                    <a:pt x="221" y="28"/>
                    <a:pt x="221" y="27"/>
                    <a:pt x="221" y="27"/>
                  </a:cubicBezTo>
                  <a:cubicBezTo>
                    <a:pt x="221" y="27"/>
                    <a:pt x="220" y="27"/>
                    <a:pt x="220" y="27"/>
                  </a:cubicBezTo>
                  <a:cubicBezTo>
                    <a:pt x="220" y="27"/>
                    <a:pt x="220" y="28"/>
                    <a:pt x="220" y="28"/>
                  </a:cubicBezTo>
                  <a:cubicBezTo>
                    <a:pt x="220" y="28"/>
                    <a:pt x="220" y="27"/>
                    <a:pt x="220" y="27"/>
                  </a:cubicBezTo>
                  <a:cubicBezTo>
                    <a:pt x="220" y="27"/>
                    <a:pt x="220" y="27"/>
                    <a:pt x="219" y="27"/>
                  </a:cubicBezTo>
                  <a:cubicBezTo>
                    <a:pt x="219" y="26"/>
                    <a:pt x="218" y="26"/>
                    <a:pt x="216" y="25"/>
                  </a:cubicBezTo>
                  <a:cubicBezTo>
                    <a:pt x="215" y="25"/>
                    <a:pt x="214" y="25"/>
                    <a:pt x="212" y="24"/>
                  </a:cubicBezTo>
                  <a:cubicBezTo>
                    <a:pt x="210" y="24"/>
                    <a:pt x="210" y="23"/>
                    <a:pt x="209" y="23"/>
                  </a:cubicBezTo>
                  <a:cubicBezTo>
                    <a:pt x="208" y="23"/>
                    <a:pt x="205" y="22"/>
                    <a:pt x="202" y="22"/>
                  </a:cubicBezTo>
                  <a:cubicBezTo>
                    <a:pt x="202" y="22"/>
                    <a:pt x="201" y="22"/>
                    <a:pt x="201" y="22"/>
                  </a:cubicBezTo>
                  <a:cubicBezTo>
                    <a:pt x="200" y="23"/>
                    <a:pt x="198" y="23"/>
                    <a:pt x="196" y="24"/>
                  </a:cubicBezTo>
                  <a:cubicBezTo>
                    <a:pt x="195" y="24"/>
                    <a:pt x="194" y="24"/>
                    <a:pt x="194" y="24"/>
                  </a:cubicBezTo>
                  <a:cubicBezTo>
                    <a:pt x="193" y="25"/>
                    <a:pt x="193" y="25"/>
                    <a:pt x="193" y="25"/>
                  </a:cubicBezTo>
                  <a:cubicBezTo>
                    <a:pt x="193" y="25"/>
                    <a:pt x="192" y="25"/>
                    <a:pt x="192" y="25"/>
                  </a:cubicBezTo>
                  <a:cubicBezTo>
                    <a:pt x="192" y="25"/>
                    <a:pt x="192" y="26"/>
                    <a:pt x="192" y="26"/>
                  </a:cubicBezTo>
                  <a:cubicBezTo>
                    <a:pt x="191" y="27"/>
                    <a:pt x="191" y="27"/>
                    <a:pt x="190" y="28"/>
                  </a:cubicBezTo>
                  <a:cubicBezTo>
                    <a:pt x="189" y="29"/>
                    <a:pt x="187" y="31"/>
                    <a:pt x="186" y="31"/>
                  </a:cubicBezTo>
                  <a:cubicBezTo>
                    <a:pt x="185" y="32"/>
                    <a:pt x="184" y="32"/>
                    <a:pt x="183" y="33"/>
                  </a:cubicBezTo>
                  <a:cubicBezTo>
                    <a:pt x="183" y="33"/>
                    <a:pt x="183" y="33"/>
                    <a:pt x="182" y="33"/>
                  </a:cubicBezTo>
                  <a:cubicBezTo>
                    <a:pt x="182" y="34"/>
                    <a:pt x="182" y="34"/>
                    <a:pt x="182" y="34"/>
                  </a:cubicBezTo>
                  <a:cubicBezTo>
                    <a:pt x="182" y="35"/>
                    <a:pt x="182" y="35"/>
                    <a:pt x="182" y="35"/>
                  </a:cubicBezTo>
                  <a:cubicBezTo>
                    <a:pt x="182" y="36"/>
                    <a:pt x="182" y="36"/>
                    <a:pt x="182" y="36"/>
                  </a:cubicBezTo>
                  <a:cubicBezTo>
                    <a:pt x="182" y="36"/>
                    <a:pt x="182" y="37"/>
                    <a:pt x="182" y="37"/>
                  </a:cubicBezTo>
                  <a:cubicBezTo>
                    <a:pt x="182" y="37"/>
                    <a:pt x="182" y="37"/>
                    <a:pt x="183" y="38"/>
                  </a:cubicBezTo>
                  <a:cubicBezTo>
                    <a:pt x="183" y="38"/>
                    <a:pt x="183" y="39"/>
                    <a:pt x="184" y="39"/>
                  </a:cubicBezTo>
                  <a:cubicBezTo>
                    <a:pt x="184" y="39"/>
                    <a:pt x="185" y="39"/>
                    <a:pt x="185" y="39"/>
                  </a:cubicBezTo>
                  <a:cubicBezTo>
                    <a:pt x="186" y="39"/>
                    <a:pt x="186" y="39"/>
                    <a:pt x="186" y="39"/>
                  </a:cubicBezTo>
                  <a:cubicBezTo>
                    <a:pt x="186" y="39"/>
                    <a:pt x="186" y="39"/>
                    <a:pt x="186" y="39"/>
                  </a:cubicBezTo>
                  <a:cubicBezTo>
                    <a:pt x="186" y="40"/>
                    <a:pt x="185" y="40"/>
                    <a:pt x="185" y="40"/>
                  </a:cubicBezTo>
                  <a:cubicBezTo>
                    <a:pt x="185" y="41"/>
                    <a:pt x="185" y="41"/>
                    <a:pt x="185" y="42"/>
                  </a:cubicBezTo>
                  <a:cubicBezTo>
                    <a:pt x="185" y="42"/>
                    <a:pt x="185" y="43"/>
                    <a:pt x="185" y="43"/>
                  </a:cubicBezTo>
                  <a:cubicBezTo>
                    <a:pt x="185" y="43"/>
                    <a:pt x="185" y="43"/>
                    <a:pt x="185" y="43"/>
                  </a:cubicBezTo>
                  <a:cubicBezTo>
                    <a:pt x="185" y="43"/>
                    <a:pt x="185" y="43"/>
                    <a:pt x="184" y="43"/>
                  </a:cubicBezTo>
                  <a:cubicBezTo>
                    <a:pt x="184" y="43"/>
                    <a:pt x="183" y="43"/>
                    <a:pt x="183" y="44"/>
                  </a:cubicBezTo>
                  <a:cubicBezTo>
                    <a:pt x="182" y="44"/>
                    <a:pt x="181" y="45"/>
                    <a:pt x="181" y="46"/>
                  </a:cubicBezTo>
                  <a:cubicBezTo>
                    <a:pt x="181" y="46"/>
                    <a:pt x="180" y="46"/>
                    <a:pt x="180" y="46"/>
                  </a:cubicBezTo>
                  <a:cubicBezTo>
                    <a:pt x="180" y="46"/>
                    <a:pt x="180" y="46"/>
                    <a:pt x="179" y="46"/>
                  </a:cubicBezTo>
                  <a:cubicBezTo>
                    <a:pt x="179" y="46"/>
                    <a:pt x="179" y="46"/>
                    <a:pt x="179" y="46"/>
                  </a:cubicBezTo>
                  <a:cubicBezTo>
                    <a:pt x="179" y="45"/>
                    <a:pt x="178" y="44"/>
                    <a:pt x="177" y="43"/>
                  </a:cubicBezTo>
                  <a:cubicBezTo>
                    <a:pt x="177" y="43"/>
                    <a:pt x="177" y="43"/>
                    <a:pt x="176" y="42"/>
                  </a:cubicBezTo>
                  <a:cubicBezTo>
                    <a:pt x="176" y="41"/>
                    <a:pt x="176" y="41"/>
                    <a:pt x="175" y="41"/>
                  </a:cubicBezTo>
                  <a:cubicBezTo>
                    <a:pt x="175" y="41"/>
                    <a:pt x="175" y="41"/>
                    <a:pt x="175" y="41"/>
                  </a:cubicBezTo>
                  <a:cubicBezTo>
                    <a:pt x="175" y="40"/>
                    <a:pt x="176" y="40"/>
                    <a:pt x="176" y="39"/>
                  </a:cubicBezTo>
                  <a:cubicBezTo>
                    <a:pt x="176" y="39"/>
                    <a:pt x="176" y="39"/>
                    <a:pt x="175" y="38"/>
                  </a:cubicBezTo>
                  <a:cubicBezTo>
                    <a:pt x="175" y="38"/>
                    <a:pt x="175" y="38"/>
                    <a:pt x="174" y="38"/>
                  </a:cubicBezTo>
                  <a:cubicBezTo>
                    <a:pt x="174" y="38"/>
                    <a:pt x="174" y="37"/>
                    <a:pt x="174" y="37"/>
                  </a:cubicBezTo>
                  <a:cubicBezTo>
                    <a:pt x="173" y="37"/>
                    <a:pt x="173" y="37"/>
                    <a:pt x="173" y="37"/>
                  </a:cubicBezTo>
                  <a:cubicBezTo>
                    <a:pt x="172" y="37"/>
                    <a:pt x="172" y="38"/>
                    <a:pt x="171" y="38"/>
                  </a:cubicBezTo>
                  <a:cubicBezTo>
                    <a:pt x="171" y="38"/>
                    <a:pt x="171" y="38"/>
                    <a:pt x="171" y="38"/>
                  </a:cubicBezTo>
                  <a:cubicBezTo>
                    <a:pt x="171" y="38"/>
                    <a:pt x="171" y="38"/>
                    <a:pt x="171" y="38"/>
                  </a:cubicBezTo>
                  <a:cubicBezTo>
                    <a:pt x="171" y="38"/>
                    <a:pt x="171" y="38"/>
                    <a:pt x="170" y="38"/>
                  </a:cubicBezTo>
                  <a:cubicBezTo>
                    <a:pt x="170" y="38"/>
                    <a:pt x="170" y="38"/>
                    <a:pt x="170" y="38"/>
                  </a:cubicBezTo>
                  <a:cubicBezTo>
                    <a:pt x="169" y="38"/>
                    <a:pt x="169" y="39"/>
                    <a:pt x="169" y="39"/>
                  </a:cubicBezTo>
                  <a:cubicBezTo>
                    <a:pt x="169" y="40"/>
                    <a:pt x="169" y="40"/>
                    <a:pt x="170" y="41"/>
                  </a:cubicBezTo>
                  <a:cubicBezTo>
                    <a:pt x="170" y="41"/>
                    <a:pt x="170" y="41"/>
                    <a:pt x="170" y="41"/>
                  </a:cubicBezTo>
                  <a:cubicBezTo>
                    <a:pt x="170" y="41"/>
                    <a:pt x="170" y="41"/>
                    <a:pt x="170" y="41"/>
                  </a:cubicBezTo>
                  <a:cubicBezTo>
                    <a:pt x="169" y="41"/>
                    <a:pt x="169" y="41"/>
                    <a:pt x="169" y="41"/>
                  </a:cubicBezTo>
                  <a:cubicBezTo>
                    <a:pt x="169" y="41"/>
                    <a:pt x="168" y="42"/>
                    <a:pt x="168" y="42"/>
                  </a:cubicBezTo>
                  <a:cubicBezTo>
                    <a:pt x="168" y="42"/>
                    <a:pt x="168" y="42"/>
                    <a:pt x="168" y="42"/>
                  </a:cubicBezTo>
                  <a:cubicBezTo>
                    <a:pt x="168" y="42"/>
                    <a:pt x="168" y="42"/>
                    <a:pt x="168" y="42"/>
                  </a:cubicBezTo>
                  <a:cubicBezTo>
                    <a:pt x="168" y="42"/>
                    <a:pt x="167" y="42"/>
                    <a:pt x="167" y="42"/>
                  </a:cubicBezTo>
                  <a:cubicBezTo>
                    <a:pt x="167" y="43"/>
                    <a:pt x="166" y="43"/>
                    <a:pt x="166" y="43"/>
                  </a:cubicBezTo>
                  <a:cubicBezTo>
                    <a:pt x="166" y="43"/>
                    <a:pt x="166" y="44"/>
                    <a:pt x="166" y="44"/>
                  </a:cubicBezTo>
                  <a:cubicBezTo>
                    <a:pt x="167" y="44"/>
                    <a:pt x="167" y="45"/>
                    <a:pt x="167" y="45"/>
                  </a:cubicBezTo>
                  <a:cubicBezTo>
                    <a:pt x="167" y="45"/>
                    <a:pt x="167" y="45"/>
                    <a:pt x="167" y="45"/>
                  </a:cubicBezTo>
                  <a:cubicBezTo>
                    <a:pt x="167" y="45"/>
                    <a:pt x="167" y="45"/>
                    <a:pt x="167" y="45"/>
                  </a:cubicBezTo>
                  <a:cubicBezTo>
                    <a:pt x="166" y="45"/>
                    <a:pt x="166" y="45"/>
                    <a:pt x="166" y="45"/>
                  </a:cubicBezTo>
                  <a:cubicBezTo>
                    <a:pt x="166" y="46"/>
                    <a:pt x="166" y="46"/>
                    <a:pt x="167" y="47"/>
                  </a:cubicBezTo>
                  <a:cubicBezTo>
                    <a:pt x="167" y="47"/>
                    <a:pt x="167" y="47"/>
                    <a:pt x="168" y="47"/>
                  </a:cubicBezTo>
                  <a:cubicBezTo>
                    <a:pt x="168" y="47"/>
                    <a:pt x="168" y="47"/>
                    <a:pt x="168" y="47"/>
                  </a:cubicBezTo>
                  <a:cubicBezTo>
                    <a:pt x="168" y="47"/>
                    <a:pt x="168" y="47"/>
                    <a:pt x="168" y="47"/>
                  </a:cubicBezTo>
                  <a:cubicBezTo>
                    <a:pt x="169" y="47"/>
                    <a:pt x="169" y="47"/>
                    <a:pt x="170" y="46"/>
                  </a:cubicBezTo>
                  <a:cubicBezTo>
                    <a:pt x="171" y="46"/>
                    <a:pt x="172" y="45"/>
                    <a:pt x="172" y="44"/>
                  </a:cubicBezTo>
                  <a:cubicBezTo>
                    <a:pt x="172" y="44"/>
                    <a:pt x="172" y="43"/>
                    <a:pt x="171" y="43"/>
                  </a:cubicBezTo>
                  <a:cubicBezTo>
                    <a:pt x="172" y="43"/>
                    <a:pt x="172" y="43"/>
                    <a:pt x="172" y="43"/>
                  </a:cubicBezTo>
                  <a:cubicBezTo>
                    <a:pt x="172" y="42"/>
                    <a:pt x="172" y="42"/>
                    <a:pt x="172" y="42"/>
                  </a:cubicBezTo>
                  <a:cubicBezTo>
                    <a:pt x="172" y="43"/>
                    <a:pt x="172" y="43"/>
                    <a:pt x="172" y="43"/>
                  </a:cubicBezTo>
                  <a:cubicBezTo>
                    <a:pt x="172" y="43"/>
                    <a:pt x="173" y="43"/>
                    <a:pt x="173" y="43"/>
                  </a:cubicBezTo>
                  <a:cubicBezTo>
                    <a:pt x="173" y="43"/>
                    <a:pt x="173" y="43"/>
                    <a:pt x="173" y="43"/>
                  </a:cubicBezTo>
                  <a:cubicBezTo>
                    <a:pt x="173" y="44"/>
                    <a:pt x="173" y="44"/>
                    <a:pt x="172" y="44"/>
                  </a:cubicBezTo>
                  <a:cubicBezTo>
                    <a:pt x="172" y="45"/>
                    <a:pt x="171" y="45"/>
                    <a:pt x="171" y="46"/>
                  </a:cubicBezTo>
                  <a:cubicBezTo>
                    <a:pt x="171" y="46"/>
                    <a:pt x="171" y="46"/>
                    <a:pt x="171" y="46"/>
                  </a:cubicBezTo>
                  <a:cubicBezTo>
                    <a:pt x="171" y="46"/>
                    <a:pt x="172" y="47"/>
                    <a:pt x="172" y="47"/>
                  </a:cubicBezTo>
                  <a:cubicBezTo>
                    <a:pt x="172" y="47"/>
                    <a:pt x="173" y="47"/>
                    <a:pt x="173" y="47"/>
                  </a:cubicBezTo>
                  <a:cubicBezTo>
                    <a:pt x="173" y="47"/>
                    <a:pt x="173" y="47"/>
                    <a:pt x="173" y="48"/>
                  </a:cubicBezTo>
                  <a:cubicBezTo>
                    <a:pt x="173" y="48"/>
                    <a:pt x="173" y="48"/>
                    <a:pt x="173" y="48"/>
                  </a:cubicBezTo>
                  <a:cubicBezTo>
                    <a:pt x="173" y="48"/>
                    <a:pt x="173" y="48"/>
                    <a:pt x="173" y="48"/>
                  </a:cubicBezTo>
                  <a:cubicBezTo>
                    <a:pt x="174" y="48"/>
                    <a:pt x="174" y="48"/>
                    <a:pt x="174" y="48"/>
                  </a:cubicBezTo>
                  <a:cubicBezTo>
                    <a:pt x="174" y="48"/>
                    <a:pt x="174" y="48"/>
                    <a:pt x="175" y="48"/>
                  </a:cubicBezTo>
                  <a:cubicBezTo>
                    <a:pt x="175" y="48"/>
                    <a:pt x="176" y="48"/>
                    <a:pt x="177" y="48"/>
                  </a:cubicBezTo>
                  <a:cubicBezTo>
                    <a:pt x="177" y="48"/>
                    <a:pt x="176" y="48"/>
                    <a:pt x="175" y="49"/>
                  </a:cubicBezTo>
                  <a:cubicBezTo>
                    <a:pt x="175" y="49"/>
                    <a:pt x="174" y="49"/>
                    <a:pt x="174" y="49"/>
                  </a:cubicBezTo>
                  <a:cubicBezTo>
                    <a:pt x="174" y="49"/>
                    <a:pt x="174" y="49"/>
                    <a:pt x="173" y="49"/>
                  </a:cubicBezTo>
                  <a:cubicBezTo>
                    <a:pt x="173" y="49"/>
                    <a:pt x="172" y="49"/>
                    <a:pt x="172" y="50"/>
                  </a:cubicBezTo>
                  <a:cubicBezTo>
                    <a:pt x="172" y="50"/>
                    <a:pt x="172" y="50"/>
                    <a:pt x="172" y="50"/>
                  </a:cubicBezTo>
                  <a:cubicBezTo>
                    <a:pt x="172" y="51"/>
                    <a:pt x="172" y="51"/>
                    <a:pt x="172" y="51"/>
                  </a:cubicBezTo>
                  <a:cubicBezTo>
                    <a:pt x="172" y="51"/>
                    <a:pt x="173" y="51"/>
                    <a:pt x="173" y="51"/>
                  </a:cubicBezTo>
                  <a:cubicBezTo>
                    <a:pt x="173" y="51"/>
                    <a:pt x="174" y="51"/>
                    <a:pt x="174" y="52"/>
                  </a:cubicBezTo>
                  <a:cubicBezTo>
                    <a:pt x="175" y="52"/>
                    <a:pt x="175" y="53"/>
                    <a:pt x="175" y="53"/>
                  </a:cubicBezTo>
                  <a:cubicBezTo>
                    <a:pt x="175" y="53"/>
                    <a:pt x="175" y="53"/>
                    <a:pt x="175" y="53"/>
                  </a:cubicBezTo>
                  <a:cubicBezTo>
                    <a:pt x="175" y="54"/>
                    <a:pt x="175" y="55"/>
                    <a:pt x="175" y="55"/>
                  </a:cubicBezTo>
                  <a:cubicBezTo>
                    <a:pt x="175" y="55"/>
                    <a:pt x="175" y="55"/>
                    <a:pt x="175" y="55"/>
                  </a:cubicBezTo>
                  <a:cubicBezTo>
                    <a:pt x="175" y="55"/>
                    <a:pt x="175" y="55"/>
                    <a:pt x="174" y="55"/>
                  </a:cubicBezTo>
                  <a:cubicBezTo>
                    <a:pt x="174" y="55"/>
                    <a:pt x="173" y="55"/>
                    <a:pt x="172" y="55"/>
                  </a:cubicBezTo>
                  <a:cubicBezTo>
                    <a:pt x="172" y="55"/>
                    <a:pt x="170" y="55"/>
                    <a:pt x="169" y="55"/>
                  </a:cubicBezTo>
                  <a:cubicBezTo>
                    <a:pt x="169" y="55"/>
                    <a:pt x="168" y="55"/>
                    <a:pt x="168" y="55"/>
                  </a:cubicBezTo>
                  <a:cubicBezTo>
                    <a:pt x="167" y="56"/>
                    <a:pt x="167" y="57"/>
                    <a:pt x="167" y="57"/>
                  </a:cubicBezTo>
                  <a:cubicBezTo>
                    <a:pt x="167" y="58"/>
                    <a:pt x="167" y="59"/>
                    <a:pt x="167" y="59"/>
                  </a:cubicBezTo>
                  <a:cubicBezTo>
                    <a:pt x="167" y="59"/>
                    <a:pt x="167" y="60"/>
                    <a:pt x="167" y="60"/>
                  </a:cubicBezTo>
                  <a:cubicBezTo>
                    <a:pt x="167" y="60"/>
                    <a:pt x="167" y="60"/>
                    <a:pt x="167" y="61"/>
                  </a:cubicBezTo>
                  <a:cubicBezTo>
                    <a:pt x="167" y="61"/>
                    <a:pt x="167" y="61"/>
                    <a:pt x="167" y="62"/>
                  </a:cubicBezTo>
                  <a:cubicBezTo>
                    <a:pt x="167" y="62"/>
                    <a:pt x="167" y="63"/>
                    <a:pt x="167" y="63"/>
                  </a:cubicBezTo>
                  <a:cubicBezTo>
                    <a:pt x="167" y="63"/>
                    <a:pt x="167" y="63"/>
                    <a:pt x="168" y="64"/>
                  </a:cubicBezTo>
                  <a:cubicBezTo>
                    <a:pt x="168" y="64"/>
                    <a:pt x="168" y="64"/>
                    <a:pt x="168" y="64"/>
                  </a:cubicBezTo>
                  <a:cubicBezTo>
                    <a:pt x="169" y="64"/>
                    <a:pt x="169" y="64"/>
                    <a:pt x="169" y="64"/>
                  </a:cubicBezTo>
                  <a:cubicBezTo>
                    <a:pt x="169" y="64"/>
                    <a:pt x="169" y="64"/>
                    <a:pt x="170" y="64"/>
                  </a:cubicBezTo>
                  <a:cubicBezTo>
                    <a:pt x="170" y="64"/>
                    <a:pt x="170" y="64"/>
                    <a:pt x="170" y="64"/>
                  </a:cubicBezTo>
                  <a:cubicBezTo>
                    <a:pt x="170" y="65"/>
                    <a:pt x="170" y="65"/>
                    <a:pt x="171" y="65"/>
                  </a:cubicBezTo>
                  <a:cubicBezTo>
                    <a:pt x="171" y="65"/>
                    <a:pt x="171" y="66"/>
                    <a:pt x="171" y="66"/>
                  </a:cubicBezTo>
                  <a:cubicBezTo>
                    <a:pt x="171" y="66"/>
                    <a:pt x="171" y="66"/>
                    <a:pt x="171" y="66"/>
                  </a:cubicBezTo>
                  <a:cubicBezTo>
                    <a:pt x="171" y="66"/>
                    <a:pt x="171" y="66"/>
                    <a:pt x="171" y="66"/>
                  </a:cubicBezTo>
                  <a:cubicBezTo>
                    <a:pt x="170" y="66"/>
                    <a:pt x="170" y="67"/>
                    <a:pt x="169" y="67"/>
                  </a:cubicBezTo>
                  <a:cubicBezTo>
                    <a:pt x="169" y="67"/>
                    <a:pt x="169" y="67"/>
                    <a:pt x="169" y="67"/>
                  </a:cubicBezTo>
                  <a:cubicBezTo>
                    <a:pt x="169" y="67"/>
                    <a:pt x="169" y="68"/>
                    <a:pt x="169" y="68"/>
                  </a:cubicBezTo>
                  <a:cubicBezTo>
                    <a:pt x="169" y="68"/>
                    <a:pt x="168" y="68"/>
                    <a:pt x="168" y="68"/>
                  </a:cubicBezTo>
                  <a:cubicBezTo>
                    <a:pt x="168" y="68"/>
                    <a:pt x="167" y="69"/>
                    <a:pt x="167" y="70"/>
                  </a:cubicBezTo>
                  <a:cubicBezTo>
                    <a:pt x="167" y="71"/>
                    <a:pt x="167" y="72"/>
                    <a:pt x="167" y="72"/>
                  </a:cubicBezTo>
                  <a:cubicBezTo>
                    <a:pt x="167" y="73"/>
                    <a:pt x="167" y="73"/>
                    <a:pt x="166" y="73"/>
                  </a:cubicBezTo>
                  <a:cubicBezTo>
                    <a:pt x="165" y="74"/>
                    <a:pt x="164" y="75"/>
                    <a:pt x="163" y="76"/>
                  </a:cubicBezTo>
                  <a:cubicBezTo>
                    <a:pt x="162" y="76"/>
                    <a:pt x="162" y="77"/>
                    <a:pt x="162" y="78"/>
                  </a:cubicBezTo>
                  <a:cubicBezTo>
                    <a:pt x="161" y="79"/>
                    <a:pt x="161" y="80"/>
                    <a:pt x="160" y="81"/>
                  </a:cubicBezTo>
                  <a:cubicBezTo>
                    <a:pt x="160" y="81"/>
                    <a:pt x="160" y="82"/>
                    <a:pt x="160" y="82"/>
                  </a:cubicBezTo>
                  <a:cubicBezTo>
                    <a:pt x="160" y="83"/>
                    <a:pt x="160" y="84"/>
                    <a:pt x="160" y="85"/>
                  </a:cubicBezTo>
                  <a:cubicBezTo>
                    <a:pt x="161" y="85"/>
                    <a:pt x="161" y="86"/>
                    <a:pt x="161" y="86"/>
                  </a:cubicBezTo>
                  <a:cubicBezTo>
                    <a:pt x="161" y="87"/>
                    <a:pt x="161" y="87"/>
                    <a:pt x="160" y="88"/>
                  </a:cubicBezTo>
                  <a:cubicBezTo>
                    <a:pt x="160" y="89"/>
                    <a:pt x="160" y="89"/>
                    <a:pt x="159" y="90"/>
                  </a:cubicBezTo>
                  <a:cubicBezTo>
                    <a:pt x="159" y="90"/>
                    <a:pt x="159" y="90"/>
                    <a:pt x="159" y="90"/>
                  </a:cubicBezTo>
                  <a:cubicBezTo>
                    <a:pt x="159" y="90"/>
                    <a:pt x="159" y="90"/>
                    <a:pt x="159" y="90"/>
                  </a:cubicBezTo>
                  <a:cubicBezTo>
                    <a:pt x="159" y="90"/>
                    <a:pt x="159" y="90"/>
                    <a:pt x="159" y="90"/>
                  </a:cubicBezTo>
                  <a:cubicBezTo>
                    <a:pt x="159" y="90"/>
                    <a:pt x="159" y="90"/>
                    <a:pt x="159" y="91"/>
                  </a:cubicBezTo>
                  <a:cubicBezTo>
                    <a:pt x="159" y="91"/>
                    <a:pt x="159" y="91"/>
                    <a:pt x="159" y="91"/>
                  </a:cubicBezTo>
                  <a:cubicBezTo>
                    <a:pt x="159" y="91"/>
                    <a:pt x="160" y="92"/>
                    <a:pt x="160" y="92"/>
                  </a:cubicBezTo>
                  <a:cubicBezTo>
                    <a:pt x="160" y="92"/>
                    <a:pt x="160" y="92"/>
                    <a:pt x="160" y="92"/>
                  </a:cubicBezTo>
                  <a:cubicBezTo>
                    <a:pt x="160" y="93"/>
                    <a:pt x="159" y="93"/>
                    <a:pt x="159" y="94"/>
                  </a:cubicBezTo>
                  <a:cubicBezTo>
                    <a:pt x="159" y="94"/>
                    <a:pt x="160" y="95"/>
                    <a:pt x="161" y="95"/>
                  </a:cubicBezTo>
                  <a:cubicBezTo>
                    <a:pt x="162" y="96"/>
                    <a:pt x="163" y="97"/>
                    <a:pt x="163" y="98"/>
                  </a:cubicBezTo>
                  <a:cubicBezTo>
                    <a:pt x="164" y="100"/>
                    <a:pt x="166" y="102"/>
                    <a:pt x="166" y="102"/>
                  </a:cubicBezTo>
                  <a:cubicBezTo>
                    <a:pt x="166" y="102"/>
                    <a:pt x="168" y="103"/>
                    <a:pt x="168" y="104"/>
                  </a:cubicBezTo>
                  <a:cubicBezTo>
                    <a:pt x="169" y="104"/>
                    <a:pt x="169" y="104"/>
                    <a:pt x="169" y="104"/>
                  </a:cubicBezTo>
                  <a:cubicBezTo>
                    <a:pt x="170" y="104"/>
                    <a:pt x="170" y="104"/>
                    <a:pt x="170" y="104"/>
                  </a:cubicBezTo>
                  <a:cubicBezTo>
                    <a:pt x="170" y="104"/>
                    <a:pt x="170" y="104"/>
                    <a:pt x="170" y="103"/>
                  </a:cubicBezTo>
                  <a:cubicBezTo>
                    <a:pt x="170" y="103"/>
                    <a:pt x="170" y="103"/>
                    <a:pt x="171" y="103"/>
                  </a:cubicBezTo>
                  <a:cubicBezTo>
                    <a:pt x="171" y="103"/>
                    <a:pt x="172" y="103"/>
                    <a:pt x="172" y="103"/>
                  </a:cubicBezTo>
                  <a:cubicBezTo>
                    <a:pt x="173" y="103"/>
                    <a:pt x="174" y="103"/>
                    <a:pt x="175" y="103"/>
                  </a:cubicBezTo>
                  <a:cubicBezTo>
                    <a:pt x="175" y="103"/>
                    <a:pt x="175" y="103"/>
                    <a:pt x="176" y="103"/>
                  </a:cubicBezTo>
                  <a:cubicBezTo>
                    <a:pt x="177" y="103"/>
                    <a:pt x="178" y="102"/>
                    <a:pt x="178" y="102"/>
                  </a:cubicBezTo>
                  <a:cubicBezTo>
                    <a:pt x="179" y="101"/>
                    <a:pt x="180" y="101"/>
                    <a:pt x="180" y="101"/>
                  </a:cubicBezTo>
                  <a:cubicBezTo>
                    <a:pt x="181" y="101"/>
                    <a:pt x="181" y="101"/>
                    <a:pt x="181" y="101"/>
                  </a:cubicBezTo>
                  <a:cubicBezTo>
                    <a:pt x="181" y="101"/>
                    <a:pt x="182" y="102"/>
                    <a:pt x="182" y="102"/>
                  </a:cubicBezTo>
                  <a:cubicBezTo>
                    <a:pt x="182" y="103"/>
                    <a:pt x="182" y="103"/>
                    <a:pt x="182" y="104"/>
                  </a:cubicBezTo>
                  <a:cubicBezTo>
                    <a:pt x="183" y="104"/>
                    <a:pt x="183" y="104"/>
                    <a:pt x="184" y="104"/>
                  </a:cubicBezTo>
                  <a:cubicBezTo>
                    <a:pt x="184" y="104"/>
                    <a:pt x="185" y="104"/>
                    <a:pt x="186" y="103"/>
                  </a:cubicBezTo>
                  <a:cubicBezTo>
                    <a:pt x="186" y="103"/>
                    <a:pt x="186" y="103"/>
                    <a:pt x="186" y="103"/>
                  </a:cubicBezTo>
                  <a:cubicBezTo>
                    <a:pt x="186" y="103"/>
                    <a:pt x="186" y="103"/>
                    <a:pt x="186" y="104"/>
                  </a:cubicBezTo>
                  <a:cubicBezTo>
                    <a:pt x="187" y="104"/>
                    <a:pt x="187" y="104"/>
                    <a:pt x="187" y="104"/>
                  </a:cubicBezTo>
                  <a:cubicBezTo>
                    <a:pt x="187" y="104"/>
                    <a:pt x="187" y="105"/>
                    <a:pt x="187" y="105"/>
                  </a:cubicBezTo>
                  <a:cubicBezTo>
                    <a:pt x="186" y="106"/>
                    <a:pt x="186" y="106"/>
                    <a:pt x="186" y="107"/>
                  </a:cubicBezTo>
                  <a:cubicBezTo>
                    <a:pt x="186" y="108"/>
                    <a:pt x="186" y="108"/>
                    <a:pt x="186" y="109"/>
                  </a:cubicBezTo>
                  <a:cubicBezTo>
                    <a:pt x="186" y="110"/>
                    <a:pt x="185" y="110"/>
                    <a:pt x="185" y="110"/>
                  </a:cubicBezTo>
                  <a:cubicBezTo>
                    <a:pt x="185" y="111"/>
                    <a:pt x="186" y="111"/>
                    <a:pt x="186" y="111"/>
                  </a:cubicBezTo>
                  <a:cubicBezTo>
                    <a:pt x="186" y="111"/>
                    <a:pt x="186" y="112"/>
                    <a:pt x="187" y="112"/>
                  </a:cubicBezTo>
                  <a:cubicBezTo>
                    <a:pt x="187" y="112"/>
                    <a:pt x="188" y="113"/>
                    <a:pt x="188" y="114"/>
                  </a:cubicBezTo>
                  <a:cubicBezTo>
                    <a:pt x="189" y="115"/>
                    <a:pt x="189" y="116"/>
                    <a:pt x="190" y="117"/>
                  </a:cubicBezTo>
                  <a:cubicBezTo>
                    <a:pt x="190" y="117"/>
                    <a:pt x="190" y="117"/>
                    <a:pt x="190" y="118"/>
                  </a:cubicBezTo>
                  <a:cubicBezTo>
                    <a:pt x="190" y="118"/>
                    <a:pt x="190" y="118"/>
                    <a:pt x="190" y="119"/>
                  </a:cubicBezTo>
                  <a:cubicBezTo>
                    <a:pt x="190" y="120"/>
                    <a:pt x="190" y="120"/>
                    <a:pt x="190" y="121"/>
                  </a:cubicBezTo>
                  <a:cubicBezTo>
                    <a:pt x="190" y="122"/>
                    <a:pt x="191" y="122"/>
                    <a:pt x="191" y="122"/>
                  </a:cubicBezTo>
                  <a:cubicBezTo>
                    <a:pt x="191" y="123"/>
                    <a:pt x="191" y="123"/>
                    <a:pt x="191" y="123"/>
                  </a:cubicBezTo>
                  <a:cubicBezTo>
                    <a:pt x="190" y="123"/>
                    <a:pt x="189" y="125"/>
                    <a:pt x="188" y="127"/>
                  </a:cubicBezTo>
                  <a:cubicBezTo>
                    <a:pt x="188" y="127"/>
                    <a:pt x="188" y="127"/>
                    <a:pt x="188" y="127"/>
                  </a:cubicBezTo>
                  <a:cubicBezTo>
                    <a:pt x="188" y="129"/>
                    <a:pt x="189" y="131"/>
                    <a:pt x="189" y="131"/>
                  </a:cubicBezTo>
                  <a:cubicBezTo>
                    <a:pt x="190" y="132"/>
                    <a:pt x="190" y="134"/>
                    <a:pt x="191" y="135"/>
                  </a:cubicBezTo>
                  <a:cubicBezTo>
                    <a:pt x="191" y="135"/>
                    <a:pt x="192" y="137"/>
                    <a:pt x="192" y="138"/>
                  </a:cubicBezTo>
                  <a:cubicBezTo>
                    <a:pt x="192" y="138"/>
                    <a:pt x="192" y="138"/>
                    <a:pt x="192" y="139"/>
                  </a:cubicBezTo>
                  <a:cubicBezTo>
                    <a:pt x="192" y="139"/>
                    <a:pt x="192" y="139"/>
                    <a:pt x="192" y="140"/>
                  </a:cubicBezTo>
                  <a:cubicBezTo>
                    <a:pt x="192" y="140"/>
                    <a:pt x="192" y="141"/>
                    <a:pt x="192" y="141"/>
                  </a:cubicBezTo>
                  <a:cubicBezTo>
                    <a:pt x="193" y="142"/>
                    <a:pt x="193" y="143"/>
                    <a:pt x="194" y="144"/>
                  </a:cubicBezTo>
                  <a:cubicBezTo>
                    <a:pt x="194" y="144"/>
                    <a:pt x="194" y="145"/>
                    <a:pt x="194" y="145"/>
                  </a:cubicBezTo>
                  <a:cubicBezTo>
                    <a:pt x="194" y="146"/>
                    <a:pt x="195" y="146"/>
                    <a:pt x="195" y="146"/>
                  </a:cubicBezTo>
                  <a:cubicBezTo>
                    <a:pt x="195" y="146"/>
                    <a:pt x="195" y="146"/>
                    <a:pt x="195" y="146"/>
                  </a:cubicBezTo>
                  <a:cubicBezTo>
                    <a:pt x="195" y="146"/>
                    <a:pt x="195" y="146"/>
                    <a:pt x="195" y="147"/>
                  </a:cubicBezTo>
                  <a:cubicBezTo>
                    <a:pt x="195" y="147"/>
                    <a:pt x="195" y="147"/>
                    <a:pt x="195" y="148"/>
                  </a:cubicBezTo>
                  <a:cubicBezTo>
                    <a:pt x="195" y="149"/>
                    <a:pt x="195" y="149"/>
                    <a:pt x="195" y="150"/>
                  </a:cubicBezTo>
                  <a:cubicBezTo>
                    <a:pt x="195" y="150"/>
                    <a:pt x="196" y="150"/>
                    <a:pt x="196" y="151"/>
                  </a:cubicBezTo>
                  <a:cubicBezTo>
                    <a:pt x="197" y="151"/>
                    <a:pt x="197" y="151"/>
                    <a:pt x="198" y="151"/>
                  </a:cubicBezTo>
                  <a:cubicBezTo>
                    <a:pt x="198" y="151"/>
                    <a:pt x="198" y="151"/>
                    <a:pt x="198" y="151"/>
                  </a:cubicBezTo>
                  <a:cubicBezTo>
                    <a:pt x="198" y="151"/>
                    <a:pt x="198" y="151"/>
                    <a:pt x="199" y="151"/>
                  </a:cubicBezTo>
                  <a:cubicBezTo>
                    <a:pt x="199" y="151"/>
                    <a:pt x="199" y="151"/>
                    <a:pt x="199" y="151"/>
                  </a:cubicBezTo>
                  <a:cubicBezTo>
                    <a:pt x="199" y="150"/>
                    <a:pt x="200" y="150"/>
                    <a:pt x="201" y="150"/>
                  </a:cubicBezTo>
                  <a:cubicBezTo>
                    <a:pt x="201" y="150"/>
                    <a:pt x="202" y="150"/>
                    <a:pt x="202" y="150"/>
                  </a:cubicBezTo>
                  <a:cubicBezTo>
                    <a:pt x="202" y="150"/>
                    <a:pt x="202" y="150"/>
                    <a:pt x="202" y="150"/>
                  </a:cubicBezTo>
                  <a:cubicBezTo>
                    <a:pt x="203" y="150"/>
                    <a:pt x="205" y="150"/>
                    <a:pt x="206" y="149"/>
                  </a:cubicBezTo>
                  <a:cubicBezTo>
                    <a:pt x="207" y="148"/>
                    <a:pt x="209" y="145"/>
                    <a:pt x="209" y="145"/>
                  </a:cubicBezTo>
                  <a:cubicBezTo>
                    <a:pt x="209" y="144"/>
                    <a:pt x="210" y="144"/>
                    <a:pt x="210" y="143"/>
                  </a:cubicBezTo>
                  <a:cubicBezTo>
                    <a:pt x="211" y="143"/>
                    <a:pt x="211" y="142"/>
                    <a:pt x="211" y="142"/>
                  </a:cubicBezTo>
                  <a:cubicBezTo>
                    <a:pt x="211" y="141"/>
                    <a:pt x="211" y="141"/>
                    <a:pt x="211" y="141"/>
                  </a:cubicBezTo>
                  <a:cubicBezTo>
                    <a:pt x="211" y="141"/>
                    <a:pt x="211" y="140"/>
                    <a:pt x="211" y="140"/>
                  </a:cubicBezTo>
                  <a:cubicBezTo>
                    <a:pt x="211" y="140"/>
                    <a:pt x="211" y="140"/>
                    <a:pt x="211" y="140"/>
                  </a:cubicBezTo>
                  <a:cubicBezTo>
                    <a:pt x="211" y="140"/>
                    <a:pt x="212" y="139"/>
                    <a:pt x="212" y="139"/>
                  </a:cubicBezTo>
                  <a:cubicBezTo>
                    <a:pt x="213" y="138"/>
                    <a:pt x="213" y="138"/>
                    <a:pt x="214" y="138"/>
                  </a:cubicBezTo>
                  <a:cubicBezTo>
                    <a:pt x="214" y="137"/>
                    <a:pt x="214" y="137"/>
                    <a:pt x="214" y="137"/>
                  </a:cubicBezTo>
                  <a:cubicBezTo>
                    <a:pt x="214" y="136"/>
                    <a:pt x="213" y="134"/>
                    <a:pt x="213" y="134"/>
                  </a:cubicBezTo>
                  <a:cubicBezTo>
                    <a:pt x="213" y="134"/>
                    <a:pt x="213" y="134"/>
                    <a:pt x="213" y="134"/>
                  </a:cubicBezTo>
                  <a:cubicBezTo>
                    <a:pt x="213" y="133"/>
                    <a:pt x="213" y="132"/>
                    <a:pt x="214" y="132"/>
                  </a:cubicBezTo>
                  <a:cubicBezTo>
                    <a:pt x="214" y="131"/>
                    <a:pt x="215" y="131"/>
                    <a:pt x="215" y="130"/>
                  </a:cubicBezTo>
                  <a:cubicBezTo>
                    <a:pt x="216" y="130"/>
                    <a:pt x="216" y="130"/>
                    <a:pt x="216" y="130"/>
                  </a:cubicBezTo>
                  <a:cubicBezTo>
                    <a:pt x="217" y="130"/>
                    <a:pt x="217" y="130"/>
                    <a:pt x="217" y="129"/>
                  </a:cubicBezTo>
                  <a:cubicBezTo>
                    <a:pt x="217" y="129"/>
                    <a:pt x="218" y="127"/>
                    <a:pt x="219" y="126"/>
                  </a:cubicBezTo>
                  <a:cubicBezTo>
                    <a:pt x="219" y="126"/>
                    <a:pt x="219" y="125"/>
                    <a:pt x="219" y="125"/>
                  </a:cubicBezTo>
                  <a:cubicBezTo>
                    <a:pt x="219" y="124"/>
                    <a:pt x="218" y="123"/>
                    <a:pt x="218" y="123"/>
                  </a:cubicBezTo>
                  <a:cubicBezTo>
                    <a:pt x="218" y="122"/>
                    <a:pt x="218" y="122"/>
                    <a:pt x="219" y="122"/>
                  </a:cubicBezTo>
                  <a:cubicBezTo>
                    <a:pt x="219" y="122"/>
                    <a:pt x="219" y="122"/>
                    <a:pt x="219" y="121"/>
                  </a:cubicBezTo>
                  <a:cubicBezTo>
                    <a:pt x="219" y="121"/>
                    <a:pt x="218" y="120"/>
                    <a:pt x="218" y="120"/>
                  </a:cubicBezTo>
                  <a:cubicBezTo>
                    <a:pt x="217" y="119"/>
                    <a:pt x="217" y="119"/>
                    <a:pt x="217" y="118"/>
                  </a:cubicBezTo>
                  <a:cubicBezTo>
                    <a:pt x="217" y="117"/>
                    <a:pt x="217" y="117"/>
                    <a:pt x="217" y="117"/>
                  </a:cubicBezTo>
                  <a:cubicBezTo>
                    <a:pt x="217" y="116"/>
                    <a:pt x="217" y="116"/>
                    <a:pt x="217" y="116"/>
                  </a:cubicBezTo>
                  <a:cubicBezTo>
                    <a:pt x="217" y="116"/>
                    <a:pt x="217" y="116"/>
                    <a:pt x="217" y="116"/>
                  </a:cubicBezTo>
                  <a:cubicBezTo>
                    <a:pt x="217" y="116"/>
                    <a:pt x="217" y="116"/>
                    <a:pt x="217" y="116"/>
                  </a:cubicBezTo>
                  <a:cubicBezTo>
                    <a:pt x="217" y="116"/>
                    <a:pt x="217" y="116"/>
                    <a:pt x="217" y="116"/>
                  </a:cubicBezTo>
                  <a:cubicBezTo>
                    <a:pt x="217" y="116"/>
                    <a:pt x="217" y="116"/>
                    <a:pt x="217" y="115"/>
                  </a:cubicBezTo>
                  <a:cubicBezTo>
                    <a:pt x="217" y="115"/>
                    <a:pt x="217" y="115"/>
                    <a:pt x="217" y="114"/>
                  </a:cubicBezTo>
                  <a:cubicBezTo>
                    <a:pt x="217" y="114"/>
                    <a:pt x="217" y="114"/>
                    <a:pt x="217" y="114"/>
                  </a:cubicBezTo>
                  <a:cubicBezTo>
                    <a:pt x="217" y="114"/>
                    <a:pt x="217" y="114"/>
                    <a:pt x="217" y="114"/>
                  </a:cubicBezTo>
                  <a:cubicBezTo>
                    <a:pt x="217" y="114"/>
                    <a:pt x="218" y="113"/>
                    <a:pt x="218" y="113"/>
                  </a:cubicBezTo>
                  <a:cubicBezTo>
                    <a:pt x="218" y="112"/>
                    <a:pt x="219" y="111"/>
                    <a:pt x="220" y="110"/>
                  </a:cubicBezTo>
                  <a:cubicBezTo>
                    <a:pt x="220" y="110"/>
                    <a:pt x="221" y="109"/>
                    <a:pt x="221" y="108"/>
                  </a:cubicBezTo>
                  <a:cubicBezTo>
                    <a:pt x="222" y="107"/>
                    <a:pt x="223" y="107"/>
                    <a:pt x="223" y="107"/>
                  </a:cubicBezTo>
                  <a:cubicBezTo>
                    <a:pt x="224" y="106"/>
                    <a:pt x="224" y="106"/>
                    <a:pt x="225" y="105"/>
                  </a:cubicBezTo>
                  <a:cubicBezTo>
                    <a:pt x="225" y="105"/>
                    <a:pt x="226" y="104"/>
                    <a:pt x="226" y="103"/>
                  </a:cubicBezTo>
                  <a:cubicBezTo>
                    <a:pt x="226" y="103"/>
                    <a:pt x="226" y="102"/>
                    <a:pt x="227" y="101"/>
                  </a:cubicBezTo>
                  <a:cubicBezTo>
                    <a:pt x="227" y="100"/>
                    <a:pt x="228" y="100"/>
                    <a:pt x="228" y="100"/>
                  </a:cubicBezTo>
                  <a:cubicBezTo>
                    <a:pt x="228" y="99"/>
                    <a:pt x="228" y="99"/>
                    <a:pt x="228" y="98"/>
                  </a:cubicBezTo>
                  <a:cubicBezTo>
                    <a:pt x="229" y="98"/>
                    <a:pt x="229" y="98"/>
                    <a:pt x="229" y="97"/>
                  </a:cubicBezTo>
                  <a:cubicBezTo>
                    <a:pt x="229" y="96"/>
                    <a:pt x="229" y="95"/>
                    <a:pt x="229" y="95"/>
                  </a:cubicBezTo>
                  <a:cubicBezTo>
                    <a:pt x="229" y="95"/>
                    <a:pt x="229" y="94"/>
                    <a:pt x="229" y="94"/>
                  </a:cubicBezTo>
                  <a:cubicBezTo>
                    <a:pt x="229" y="94"/>
                    <a:pt x="229" y="94"/>
                    <a:pt x="228" y="94"/>
                  </a:cubicBezTo>
                  <a:cubicBezTo>
                    <a:pt x="227" y="94"/>
                    <a:pt x="225" y="95"/>
                    <a:pt x="224" y="95"/>
                  </a:cubicBezTo>
                  <a:cubicBezTo>
                    <a:pt x="224" y="95"/>
                    <a:pt x="223" y="96"/>
                    <a:pt x="222" y="96"/>
                  </a:cubicBezTo>
                  <a:cubicBezTo>
                    <a:pt x="222" y="96"/>
                    <a:pt x="222" y="96"/>
                    <a:pt x="222" y="96"/>
                  </a:cubicBezTo>
                  <a:cubicBezTo>
                    <a:pt x="221" y="96"/>
                    <a:pt x="221" y="96"/>
                    <a:pt x="221" y="96"/>
                  </a:cubicBezTo>
                  <a:cubicBezTo>
                    <a:pt x="221" y="96"/>
                    <a:pt x="221" y="96"/>
                    <a:pt x="221" y="95"/>
                  </a:cubicBezTo>
                  <a:cubicBezTo>
                    <a:pt x="221" y="95"/>
                    <a:pt x="221" y="95"/>
                    <a:pt x="221" y="94"/>
                  </a:cubicBezTo>
                  <a:cubicBezTo>
                    <a:pt x="221" y="94"/>
                    <a:pt x="221" y="94"/>
                    <a:pt x="221" y="94"/>
                  </a:cubicBezTo>
                  <a:cubicBezTo>
                    <a:pt x="221" y="94"/>
                    <a:pt x="221" y="94"/>
                    <a:pt x="221" y="94"/>
                  </a:cubicBezTo>
                  <a:cubicBezTo>
                    <a:pt x="221" y="94"/>
                    <a:pt x="221" y="94"/>
                    <a:pt x="221" y="94"/>
                  </a:cubicBezTo>
                  <a:cubicBezTo>
                    <a:pt x="221" y="94"/>
                    <a:pt x="221" y="94"/>
                    <a:pt x="222" y="94"/>
                  </a:cubicBezTo>
                  <a:cubicBezTo>
                    <a:pt x="222" y="94"/>
                    <a:pt x="223" y="94"/>
                    <a:pt x="223" y="93"/>
                  </a:cubicBezTo>
                  <a:cubicBezTo>
                    <a:pt x="224" y="93"/>
                    <a:pt x="225" y="93"/>
                    <a:pt x="225" y="93"/>
                  </a:cubicBezTo>
                  <a:cubicBezTo>
                    <a:pt x="225" y="92"/>
                    <a:pt x="228" y="91"/>
                    <a:pt x="229" y="91"/>
                  </a:cubicBezTo>
                  <a:cubicBezTo>
                    <a:pt x="230" y="91"/>
                    <a:pt x="230" y="90"/>
                    <a:pt x="230" y="90"/>
                  </a:cubicBezTo>
                  <a:cubicBezTo>
                    <a:pt x="231" y="90"/>
                    <a:pt x="231" y="90"/>
                    <a:pt x="231" y="90"/>
                  </a:cubicBezTo>
                  <a:cubicBezTo>
                    <a:pt x="233" y="89"/>
                    <a:pt x="234" y="88"/>
                    <a:pt x="235" y="87"/>
                  </a:cubicBezTo>
                  <a:cubicBezTo>
                    <a:pt x="236" y="86"/>
                    <a:pt x="237" y="84"/>
                    <a:pt x="237" y="83"/>
                  </a:cubicBezTo>
                  <a:cubicBezTo>
                    <a:pt x="237" y="83"/>
                    <a:pt x="238" y="83"/>
                    <a:pt x="238" y="82"/>
                  </a:cubicBezTo>
                  <a:cubicBezTo>
                    <a:pt x="238" y="81"/>
                    <a:pt x="238" y="81"/>
                    <a:pt x="238" y="81"/>
                  </a:cubicBezTo>
                  <a:cubicBezTo>
                    <a:pt x="238" y="80"/>
                    <a:pt x="237" y="80"/>
                    <a:pt x="236" y="79"/>
                  </a:cubicBezTo>
                  <a:cubicBezTo>
                    <a:pt x="236" y="79"/>
                    <a:pt x="235" y="79"/>
                    <a:pt x="235" y="79"/>
                  </a:cubicBezTo>
                  <a:cubicBezTo>
                    <a:pt x="235" y="79"/>
                    <a:pt x="235" y="79"/>
                    <a:pt x="235" y="79"/>
                  </a:cubicBezTo>
                  <a:cubicBezTo>
                    <a:pt x="234" y="78"/>
                    <a:pt x="234" y="78"/>
                    <a:pt x="234" y="78"/>
                  </a:cubicBezTo>
                  <a:cubicBezTo>
                    <a:pt x="234" y="78"/>
                    <a:pt x="234" y="78"/>
                    <a:pt x="234" y="77"/>
                  </a:cubicBezTo>
                  <a:cubicBezTo>
                    <a:pt x="234" y="77"/>
                    <a:pt x="234" y="77"/>
                    <a:pt x="234" y="77"/>
                  </a:cubicBezTo>
                  <a:cubicBezTo>
                    <a:pt x="233" y="77"/>
                    <a:pt x="233" y="77"/>
                    <a:pt x="233" y="77"/>
                  </a:cubicBezTo>
                  <a:cubicBezTo>
                    <a:pt x="233" y="78"/>
                    <a:pt x="233" y="78"/>
                    <a:pt x="232" y="78"/>
                  </a:cubicBezTo>
                  <a:cubicBezTo>
                    <a:pt x="232" y="79"/>
                    <a:pt x="231" y="79"/>
                    <a:pt x="231" y="79"/>
                  </a:cubicBezTo>
                  <a:cubicBezTo>
                    <a:pt x="231" y="80"/>
                    <a:pt x="230" y="80"/>
                    <a:pt x="230" y="80"/>
                  </a:cubicBezTo>
                  <a:cubicBezTo>
                    <a:pt x="230" y="80"/>
                    <a:pt x="230" y="80"/>
                    <a:pt x="230" y="80"/>
                  </a:cubicBezTo>
                  <a:cubicBezTo>
                    <a:pt x="230" y="79"/>
                    <a:pt x="230" y="79"/>
                    <a:pt x="230" y="78"/>
                  </a:cubicBezTo>
                  <a:cubicBezTo>
                    <a:pt x="229" y="78"/>
                    <a:pt x="229" y="77"/>
                    <a:pt x="229" y="77"/>
                  </a:cubicBezTo>
                  <a:cubicBezTo>
                    <a:pt x="228" y="77"/>
                    <a:pt x="228" y="77"/>
                    <a:pt x="228" y="77"/>
                  </a:cubicBezTo>
                  <a:cubicBezTo>
                    <a:pt x="228" y="76"/>
                    <a:pt x="228" y="76"/>
                    <a:pt x="228" y="76"/>
                  </a:cubicBezTo>
                  <a:cubicBezTo>
                    <a:pt x="227" y="75"/>
                    <a:pt x="226" y="74"/>
                    <a:pt x="226" y="74"/>
                  </a:cubicBezTo>
                  <a:cubicBezTo>
                    <a:pt x="226" y="73"/>
                    <a:pt x="226" y="73"/>
                    <a:pt x="226" y="73"/>
                  </a:cubicBezTo>
                  <a:cubicBezTo>
                    <a:pt x="226" y="73"/>
                    <a:pt x="226" y="73"/>
                    <a:pt x="227" y="73"/>
                  </a:cubicBezTo>
                  <a:cubicBezTo>
                    <a:pt x="227" y="72"/>
                    <a:pt x="227" y="72"/>
                    <a:pt x="227" y="72"/>
                  </a:cubicBezTo>
                  <a:cubicBezTo>
                    <a:pt x="227" y="72"/>
                    <a:pt x="227" y="72"/>
                    <a:pt x="227" y="72"/>
                  </a:cubicBezTo>
                  <a:cubicBezTo>
                    <a:pt x="228" y="73"/>
                    <a:pt x="228" y="75"/>
                    <a:pt x="229" y="75"/>
                  </a:cubicBezTo>
                  <a:cubicBezTo>
                    <a:pt x="230" y="76"/>
                    <a:pt x="230" y="76"/>
                    <a:pt x="231" y="76"/>
                  </a:cubicBezTo>
                  <a:cubicBezTo>
                    <a:pt x="231" y="77"/>
                    <a:pt x="232" y="77"/>
                    <a:pt x="232" y="77"/>
                  </a:cubicBezTo>
                  <a:cubicBezTo>
                    <a:pt x="232" y="77"/>
                    <a:pt x="232" y="77"/>
                    <a:pt x="232" y="77"/>
                  </a:cubicBezTo>
                  <a:cubicBezTo>
                    <a:pt x="233" y="77"/>
                    <a:pt x="233" y="77"/>
                    <a:pt x="234" y="77"/>
                  </a:cubicBezTo>
                  <a:cubicBezTo>
                    <a:pt x="234" y="77"/>
                    <a:pt x="234" y="77"/>
                    <a:pt x="234" y="76"/>
                  </a:cubicBezTo>
                  <a:cubicBezTo>
                    <a:pt x="234" y="76"/>
                    <a:pt x="234" y="76"/>
                    <a:pt x="234" y="76"/>
                  </a:cubicBezTo>
                  <a:cubicBezTo>
                    <a:pt x="234" y="77"/>
                    <a:pt x="235" y="77"/>
                    <a:pt x="235" y="77"/>
                  </a:cubicBezTo>
                  <a:cubicBezTo>
                    <a:pt x="235" y="78"/>
                    <a:pt x="236" y="78"/>
                    <a:pt x="236" y="79"/>
                  </a:cubicBezTo>
                  <a:cubicBezTo>
                    <a:pt x="237" y="79"/>
                    <a:pt x="238" y="79"/>
                    <a:pt x="238" y="79"/>
                  </a:cubicBezTo>
                  <a:cubicBezTo>
                    <a:pt x="239" y="79"/>
                    <a:pt x="240" y="79"/>
                    <a:pt x="240" y="79"/>
                  </a:cubicBezTo>
                  <a:cubicBezTo>
                    <a:pt x="240" y="79"/>
                    <a:pt x="240" y="79"/>
                    <a:pt x="241" y="79"/>
                  </a:cubicBezTo>
                  <a:cubicBezTo>
                    <a:pt x="241" y="79"/>
                    <a:pt x="242" y="79"/>
                    <a:pt x="242" y="79"/>
                  </a:cubicBezTo>
                  <a:cubicBezTo>
                    <a:pt x="242" y="79"/>
                    <a:pt x="243" y="79"/>
                    <a:pt x="243" y="78"/>
                  </a:cubicBezTo>
                  <a:cubicBezTo>
                    <a:pt x="243" y="78"/>
                    <a:pt x="243" y="78"/>
                    <a:pt x="243" y="78"/>
                  </a:cubicBezTo>
                  <a:cubicBezTo>
                    <a:pt x="243" y="78"/>
                    <a:pt x="244" y="78"/>
                    <a:pt x="244" y="78"/>
                  </a:cubicBezTo>
                  <a:cubicBezTo>
                    <a:pt x="244" y="78"/>
                    <a:pt x="244" y="79"/>
                    <a:pt x="244" y="79"/>
                  </a:cubicBezTo>
                  <a:cubicBezTo>
                    <a:pt x="245" y="79"/>
                    <a:pt x="245" y="80"/>
                    <a:pt x="245" y="80"/>
                  </a:cubicBezTo>
                  <a:cubicBezTo>
                    <a:pt x="246" y="80"/>
                    <a:pt x="246" y="80"/>
                    <a:pt x="246" y="80"/>
                  </a:cubicBezTo>
                  <a:cubicBezTo>
                    <a:pt x="247" y="80"/>
                    <a:pt x="247" y="80"/>
                    <a:pt x="247" y="81"/>
                  </a:cubicBezTo>
                  <a:cubicBezTo>
                    <a:pt x="247" y="81"/>
                    <a:pt x="247" y="81"/>
                    <a:pt x="247" y="81"/>
                  </a:cubicBezTo>
                  <a:cubicBezTo>
                    <a:pt x="247" y="81"/>
                    <a:pt x="247" y="81"/>
                    <a:pt x="247" y="81"/>
                  </a:cubicBezTo>
                  <a:cubicBezTo>
                    <a:pt x="247" y="82"/>
                    <a:pt x="247" y="83"/>
                    <a:pt x="247" y="83"/>
                  </a:cubicBezTo>
                  <a:cubicBezTo>
                    <a:pt x="247" y="84"/>
                    <a:pt x="248" y="84"/>
                    <a:pt x="248" y="84"/>
                  </a:cubicBezTo>
                  <a:cubicBezTo>
                    <a:pt x="248" y="84"/>
                    <a:pt x="248" y="84"/>
                    <a:pt x="248" y="84"/>
                  </a:cubicBezTo>
                  <a:cubicBezTo>
                    <a:pt x="249" y="84"/>
                    <a:pt x="249" y="84"/>
                    <a:pt x="250" y="83"/>
                  </a:cubicBezTo>
                  <a:cubicBezTo>
                    <a:pt x="250" y="84"/>
                    <a:pt x="250" y="85"/>
                    <a:pt x="250" y="86"/>
                  </a:cubicBezTo>
                  <a:cubicBezTo>
                    <a:pt x="250" y="86"/>
                    <a:pt x="250" y="86"/>
                    <a:pt x="250" y="86"/>
                  </a:cubicBezTo>
                  <a:cubicBezTo>
                    <a:pt x="250" y="87"/>
                    <a:pt x="251" y="90"/>
                    <a:pt x="251" y="90"/>
                  </a:cubicBezTo>
                  <a:cubicBezTo>
                    <a:pt x="251" y="90"/>
                    <a:pt x="251" y="90"/>
                    <a:pt x="251" y="90"/>
                  </a:cubicBezTo>
                  <a:cubicBezTo>
                    <a:pt x="251" y="90"/>
                    <a:pt x="252" y="93"/>
                    <a:pt x="252" y="94"/>
                  </a:cubicBezTo>
                  <a:cubicBezTo>
                    <a:pt x="253" y="94"/>
                    <a:pt x="253" y="95"/>
                    <a:pt x="253" y="96"/>
                  </a:cubicBezTo>
                  <a:cubicBezTo>
                    <a:pt x="254" y="97"/>
                    <a:pt x="254" y="97"/>
                    <a:pt x="254" y="98"/>
                  </a:cubicBezTo>
                  <a:cubicBezTo>
                    <a:pt x="254" y="98"/>
                    <a:pt x="254" y="99"/>
                    <a:pt x="254" y="99"/>
                  </a:cubicBezTo>
                  <a:cubicBezTo>
                    <a:pt x="254" y="99"/>
                    <a:pt x="254" y="100"/>
                    <a:pt x="255" y="100"/>
                  </a:cubicBezTo>
                  <a:cubicBezTo>
                    <a:pt x="255" y="100"/>
                    <a:pt x="255" y="100"/>
                    <a:pt x="255" y="100"/>
                  </a:cubicBezTo>
                  <a:cubicBezTo>
                    <a:pt x="256" y="100"/>
                    <a:pt x="256" y="100"/>
                    <a:pt x="256" y="100"/>
                  </a:cubicBezTo>
                  <a:cubicBezTo>
                    <a:pt x="256" y="99"/>
                    <a:pt x="257" y="98"/>
                    <a:pt x="257" y="98"/>
                  </a:cubicBezTo>
                  <a:cubicBezTo>
                    <a:pt x="257" y="97"/>
                    <a:pt x="257" y="97"/>
                    <a:pt x="257" y="97"/>
                  </a:cubicBezTo>
                  <a:cubicBezTo>
                    <a:pt x="257" y="97"/>
                    <a:pt x="257" y="98"/>
                    <a:pt x="257" y="98"/>
                  </a:cubicBezTo>
                  <a:cubicBezTo>
                    <a:pt x="257" y="98"/>
                    <a:pt x="257" y="99"/>
                    <a:pt x="257" y="100"/>
                  </a:cubicBezTo>
                  <a:cubicBezTo>
                    <a:pt x="257" y="100"/>
                    <a:pt x="257" y="100"/>
                    <a:pt x="257" y="101"/>
                  </a:cubicBezTo>
                  <a:cubicBezTo>
                    <a:pt x="257" y="101"/>
                    <a:pt x="257" y="102"/>
                    <a:pt x="258" y="102"/>
                  </a:cubicBezTo>
                  <a:cubicBezTo>
                    <a:pt x="258" y="102"/>
                    <a:pt x="258" y="102"/>
                    <a:pt x="258" y="102"/>
                  </a:cubicBezTo>
                  <a:cubicBezTo>
                    <a:pt x="259" y="102"/>
                    <a:pt x="259" y="101"/>
                    <a:pt x="260" y="101"/>
                  </a:cubicBezTo>
                  <a:cubicBezTo>
                    <a:pt x="260" y="100"/>
                    <a:pt x="260" y="100"/>
                    <a:pt x="260" y="100"/>
                  </a:cubicBezTo>
                  <a:cubicBezTo>
                    <a:pt x="260" y="99"/>
                    <a:pt x="260" y="99"/>
                    <a:pt x="260" y="99"/>
                  </a:cubicBezTo>
                  <a:cubicBezTo>
                    <a:pt x="260" y="99"/>
                    <a:pt x="260" y="98"/>
                    <a:pt x="259" y="98"/>
                  </a:cubicBezTo>
                  <a:cubicBezTo>
                    <a:pt x="259" y="98"/>
                    <a:pt x="259" y="97"/>
                    <a:pt x="259" y="97"/>
                  </a:cubicBezTo>
                  <a:cubicBezTo>
                    <a:pt x="259" y="97"/>
                    <a:pt x="259" y="97"/>
                    <a:pt x="258" y="97"/>
                  </a:cubicBezTo>
                  <a:cubicBezTo>
                    <a:pt x="258" y="97"/>
                    <a:pt x="258" y="97"/>
                    <a:pt x="258" y="97"/>
                  </a:cubicBezTo>
                  <a:cubicBezTo>
                    <a:pt x="258" y="97"/>
                    <a:pt x="258" y="97"/>
                    <a:pt x="258" y="97"/>
                  </a:cubicBezTo>
                  <a:cubicBezTo>
                    <a:pt x="258" y="97"/>
                    <a:pt x="258" y="97"/>
                    <a:pt x="257" y="97"/>
                  </a:cubicBezTo>
                  <a:cubicBezTo>
                    <a:pt x="258" y="96"/>
                    <a:pt x="258" y="95"/>
                    <a:pt x="258" y="94"/>
                  </a:cubicBezTo>
                  <a:cubicBezTo>
                    <a:pt x="259" y="93"/>
                    <a:pt x="259" y="91"/>
                    <a:pt x="259" y="90"/>
                  </a:cubicBezTo>
                  <a:cubicBezTo>
                    <a:pt x="259" y="90"/>
                    <a:pt x="259" y="89"/>
                    <a:pt x="260" y="89"/>
                  </a:cubicBezTo>
                  <a:cubicBezTo>
                    <a:pt x="261" y="88"/>
                    <a:pt x="262" y="86"/>
                    <a:pt x="263" y="85"/>
                  </a:cubicBezTo>
                  <a:cubicBezTo>
                    <a:pt x="264" y="85"/>
                    <a:pt x="264" y="84"/>
                    <a:pt x="264" y="84"/>
                  </a:cubicBezTo>
                  <a:cubicBezTo>
                    <a:pt x="265" y="83"/>
                    <a:pt x="265" y="83"/>
                    <a:pt x="266" y="83"/>
                  </a:cubicBezTo>
                  <a:cubicBezTo>
                    <a:pt x="267" y="83"/>
                    <a:pt x="267" y="83"/>
                    <a:pt x="268" y="83"/>
                  </a:cubicBezTo>
                  <a:cubicBezTo>
                    <a:pt x="268" y="83"/>
                    <a:pt x="268" y="82"/>
                    <a:pt x="269" y="82"/>
                  </a:cubicBezTo>
                  <a:cubicBezTo>
                    <a:pt x="269" y="82"/>
                    <a:pt x="269" y="82"/>
                    <a:pt x="269" y="82"/>
                  </a:cubicBezTo>
                  <a:cubicBezTo>
                    <a:pt x="269" y="82"/>
                    <a:pt x="269" y="82"/>
                    <a:pt x="269" y="82"/>
                  </a:cubicBezTo>
                  <a:cubicBezTo>
                    <a:pt x="269" y="82"/>
                    <a:pt x="269" y="82"/>
                    <a:pt x="269" y="82"/>
                  </a:cubicBezTo>
                  <a:cubicBezTo>
                    <a:pt x="269" y="83"/>
                    <a:pt x="270" y="83"/>
                    <a:pt x="270" y="84"/>
                  </a:cubicBezTo>
                  <a:cubicBezTo>
                    <a:pt x="271" y="85"/>
                    <a:pt x="271" y="85"/>
                    <a:pt x="271" y="85"/>
                  </a:cubicBezTo>
                  <a:cubicBezTo>
                    <a:pt x="271" y="86"/>
                    <a:pt x="272" y="87"/>
                    <a:pt x="272" y="88"/>
                  </a:cubicBezTo>
                  <a:cubicBezTo>
                    <a:pt x="272" y="88"/>
                    <a:pt x="272" y="88"/>
                    <a:pt x="272" y="88"/>
                  </a:cubicBezTo>
                  <a:cubicBezTo>
                    <a:pt x="272" y="88"/>
                    <a:pt x="272" y="88"/>
                    <a:pt x="272" y="89"/>
                  </a:cubicBezTo>
                  <a:cubicBezTo>
                    <a:pt x="272" y="89"/>
                    <a:pt x="272" y="90"/>
                    <a:pt x="272" y="90"/>
                  </a:cubicBezTo>
                  <a:cubicBezTo>
                    <a:pt x="272" y="90"/>
                    <a:pt x="272" y="91"/>
                    <a:pt x="272" y="91"/>
                  </a:cubicBezTo>
                  <a:cubicBezTo>
                    <a:pt x="272" y="91"/>
                    <a:pt x="272" y="91"/>
                    <a:pt x="273" y="91"/>
                  </a:cubicBezTo>
                  <a:cubicBezTo>
                    <a:pt x="273" y="91"/>
                    <a:pt x="273" y="91"/>
                    <a:pt x="274" y="91"/>
                  </a:cubicBezTo>
                  <a:cubicBezTo>
                    <a:pt x="274" y="90"/>
                    <a:pt x="274" y="89"/>
                    <a:pt x="274" y="89"/>
                  </a:cubicBezTo>
                  <a:cubicBezTo>
                    <a:pt x="275" y="89"/>
                    <a:pt x="275" y="89"/>
                    <a:pt x="275" y="89"/>
                  </a:cubicBezTo>
                  <a:cubicBezTo>
                    <a:pt x="275" y="89"/>
                    <a:pt x="275" y="89"/>
                    <a:pt x="275" y="89"/>
                  </a:cubicBezTo>
                  <a:cubicBezTo>
                    <a:pt x="275" y="89"/>
                    <a:pt x="275" y="89"/>
                    <a:pt x="275" y="89"/>
                  </a:cubicBezTo>
                  <a:cubicBezTo>
                    <a:pt x="275" y="89"/>
                    <a:pt x="275" y="89"/>
                    <a:pt x="275" y="89"/>
                  </a:cubicBezTo>
                  <a:cubicBezTo>
                    <a:pt x="275" y="89"/>
                    <a:pt x="275" y="89"/>
                    <a:pt x="275" y="90"/>
                  </a:cubicBezTo>
                  <a:cubicBezTo>
                    <a:pt x="275" y="91"/>
                    <a:pt x="276" y="93"/>
                    <a:pt x="276" y="93"/>
                  </a:cubicBezTo>
                  <a:cubicBezTo>
                    <a:pt x="276" y="94"/>
                    <a:pt x="276" y="95"/>
                    <a:pt x="276" y="95"/>
                  </a:cubicBezTo>
                  <a:cubicBezTo>
                    <a:pt x="276" y="96"/>
                    <a:pt x="277" y="96"/>
                    <a:pt x="277" y="96"/>
                  </a:cubicBezTo>
                  <a:cubicBezTo>
                    <a:pt x="277" y="96"/>
                    <a:pt x="277" y="96"/>
                    <a:pt x="277" y="96"/>
                  </a:cubicBezTo>
                  <a:cubicBezTo>
                    <a:pt x="276" y="96"/>
                    <a:pt x="276" y="96"/>
                    <a:pt x="276" y="97"/>
                  </a:cubicBezTo>
                  <a:cubicBezTo>
                    <a:pt x="276" y="97"/>
                    <a:pt x="276" y="97"/>
                    <a:pt x="276" y="98"/>
                  </a:cubicBezTo>
                  <a:cubicBezTo>
                    <a:pt x="276" y="98"/>
                    <a:pt x="276" y="99"/>
                    <a:pt x="276" y="99"/>
                  </a:cubicBezTo>
                  <a:cubicBezTo>
                    <a:pt x="276" y="99"/>
                    <a:pt x="277" y="99"/>
                    <a:pt x="277" y="99"/>
                  </a:cubicBezTo>
                  <a:cubicBezTo>
                    <a:pt x="277" y="100"/>
                    <a:pt x="277" y="100"/>
                    <a:pt x="277" y="101"/>
                  </a:cubicBezTo>
                  <a:cubicBezTo>
                    <a:pt x="278" y="103"/>
                    <a:pt x="279" y="105"/>
                    <a:pt x="279" y="105"/>
                  </a:cubicBezTo>
                  <a:cubicBezTo>
                    <a:pt x="279" y="106"/>
                    <a:pt x="280" y="106"/>
                    <a:pt x="280" y="107"/>
                  </a:cubicBezTo>
                  <a:cubicBezTo>
                    <a:pt x="281" y="107"/>
                    <a:pt x="281" y="107"/>
                    <a:pt x="281" y="108"/>
                  </a:cubicBezTo>
                  <a:cubicBezTo>
                    <a:pt x="282" y="108"/>
                    <a:pt x="282" y="108"/>
                    <a:pt x="282" y="108"/>
                  </a:cubicBezTo>
                  <a:cubicBezTo>
                    <a:pt x="283" y="108"/>
                    <a:pt x="283" y="107"/>
                    <a:pt x="283" y="107"/>
                  </a:cubicBezTo>
                  <a:cubicBezTo>
                    <a:pt x="283" y="107"/>
                    <a:pt x="283" y="106"/>
                    <a:pt x="283" y="106"/>
                  </a:cubicBezTo>
                  <a:cubicBezTo>
                    <a:pt x="283" y="106"/>
                    <a:pt x="282" y="105"/>
                    <a:pt x="282" y="104"/>
                  </a:cubicBezTo>
                  <a:cubicBezTo>
                    <a:pt x="282" y="103"/>
                    <a:pt x="281" y="102"/>
                    <a:pt x="281" y="101"/>
                  </a:cubicBezTo>
                  <a:cubicBezTo>
                    <a:pt x="280" y="100"/>
                    <a:pt x="279" y="99"/>
                    <a:pt x="279" y="99"/>
                  </a:cubicBezTo>
                  <a:cubicBezTo>
                    <a:pt x="279" y="98"/>
                    <a:pt x="278" y="97"/>
                    <a:pt x="278" y="97"/>
                  </a:cubicBezTo>
                  <a:cubicBezTo>
                    <a:pt x="278" y="97"/>
                    <a:pt x="278" y="97"/>
                    <a:pt x="278" y="97"/>
                  </a:cubicBezTo>
                  <a:cubicBezTo>
                    <a:pt x="278" y="96"/>
                    <a:pt x="278" y="96"/>
                    <a:pt x="278" y="96"/>
                  </a:cubicBezTo>
                  <a:cubicBezTo>
                    <a:pt x="278" y="96"/>
                    <a:pt x="278" y="95"/>
                    <a:pt x="278" y="95"/>
                  </a:cubicBezTo>
                  <a:cubicBezTo>
                    <a:pt x="279" y="94"/>
                    <a:pt x="279" y="94"/>
                    <a:pt x="279" y="93"/>
                  </a:cubicBezTo>
                  <a:cubicBezTo>
                    <a:pt x="279" y="93"/>
                    <a:pt x="279" y="93"/>
                    <a:pt x="280" y="94"/>
                  </a:cubicBezTo>
                  <a:cubicBezTo>
                    <a:pt x="280" y="94"/>
                    <a:pt x="280" y="95"/>
                    <a:pt x="281" y="95"/>
                  </a:cubicBezTo>
                  <a:cubicBezTo>
                    <a:pt x="281" y="96"/>
                    <a:pt x="281" y="96"/>
                    <a:pt x="281" y="96"/>
                  </a:cubicBezTo>
                  <a:cubicBezTo>
                    <a:pt x="281" y="96"/>
                    <a:pt x="281" y="96"/>
                    <a:pt x="281" y="96"/>
                  </a:cubicBezTo>
                  <a:cubicBezTo>
                    <a:pt x="281" y="96"/>
                    <a:pt x="282" y="97"/>
                    <a:pt x="282" y="97"/>
                  </a:cubicBezTo>
                  <a:cubicBezTo>
                    <a:pt x="282" y="97"/>
                    <a:pt x="283" y="98"/>
                    <a:pt x="283" y="98"/>
                  </a:cubicBezTo>
                  <a:cubicBezTo>
                    <a:pt x="283" y="98"/>
                    <a:pt x="283" y="99"/>
                    <a:pt x="283" y="99"/>
                  </a:cubicBezTo>
                  <a:cubicBezTo>
                    <a:pt x="284" y="99"/>
                    <a:pt x="284" y="98"/>
                    <a:pt x="284" y="98"/>
                  </a:cubicBezTo>
                  <a:cubicBezTo>
                    <a:pt x="285" y="98"/>
                    <a:pt x="285" y="98"/>
                    <a:pt x="285" y="97"/>
                  </a:cubicBezTo>
                  <a:cubicBezTo>
                    <a:pt x="285" y="97"/>
                    <a:pt x="285" y="97"/>
                    <a:pt x="286" y="96"/>
                  </a:cubicBezTo>
                  <a:cubicBezTo>
                    <a:pt x="286" y="96"/>
                    <a:pt x="287" y="96"/>
                    <a:pt x="287" y="96"/>
                  </a:cubicBezTo>
                  <a:cubicBezTo>
                    <a:pt x="287" y="96"/>
                    <a:pt x="288" y="95"/>
                    <a:pt x="288" y="95"/>
                  </a:cubicBezTo>
                  <a:cubicBezTo>
                    <a:pt x="288" y="94"/>
                    <a:pt x="288" y="93"/>
                    <a:pt x="289" y="92"/>
                  </a:cubicBezTo>
                  <a:cubicBezTo>
                    <a:pt x="289" y="92"/>
                    <a:pt x="288" y="91"/>
                    <a:pt x="288" y="90"/>
                  </a:cubicBezTo>
                  <a:cubicBezTo>
                    <a:pt x="287" y="89"/>
                    <a:pt x="286" y="88"/>
                    <a:pt x="286" y="87"/>
                  </a:cubicBezTo>
                  <a:cubicBezTo>
                    <a:pt x="285" y="87"/>
                    <a:pt x="285" y="86"/>
                    <a:pt x="285" y="86"/>
                  </a:cubicBezTo>
                  <a:cubicBezTo>
                    <a:pt x="285" y="85"/>
                    <a:pt x="284" y="85"/>
                    <a:pt x="284" y="85"/>
                  </a:cubicBezTo>
                  <a:cubicBezTo>
                    <a:pt x="285" y="84"/>
                    <a:pt x="286" y="83"/>
                    <a:pt x="286" y="83"/>
                  </a:cubicBezTo>
                  <a:cubicBezTo>
                    <a:pt x="286" y="83"/>
                    <a:pt x="287" y="83"/>
                    <a:pt x="287" y="83"/>
                  </a:cubicBezTo>
                  <a:cubicBezTo>
                    <a:pt x="287" y="83"/>
                    <a:pt x="287" y="83"/>
                    <a:pt x="287" y="83"/>
                  </a:cubicBezTo>
                  <a:cubicBezTo>
                    <a:pt x="287" y="83"/>
                    <a:pt x="287" y="83"/>
                    <a:pt x="287" y="83"/>
                  </a:cubicBezTo>
                  <a:cubicBezTo>
                    <a:pt x="287" y="83"/>
                    <a:pt x="287" y="83"/>
                    <a:pt x="287" y="84"/>
                  </a:cubicBezTo>
                  <a:cubicBezTo>
                    <a:pt x="286" y="84"/>
                    <a:pt x="286" y="85"/>
                    <a:pt x="286" y="86"/>
                  </a:cubicBezTo>
                  <a:cubicBezTo>
                    <a:pt x="286" y="86"/>
                    <a:pt x="286" y="86"/>
                    <a:pt x="286" y="86"/>
                  </a:cubicBezTo>
                  <a:cubicBezTo>
                    <a:pt x="286" y="87"/>
                    <a:pt x="287" y="88"/>
                    <a:pt x="287" y="88"/>
                  </a:cubicBezTo>
                  <a:cubicBezTo>
                    <a:pt x="288" y="88"/>
                    <a:pt x="288" y="88"/>
                    <a:pt x="288" y="88"/>
                  </a:cubicBezTo>
                  <a:cubicBezTo>
                    <a:pt x="288" y="87"/>
                    <a:pt x="289" y="87"/>
                    <a:pt x="289" y="86"/>
                  </a:cubicBezTo>
                  <a:cubicBezTo>
                    <a:pt x="289" y="86"/>
                    <a:pt x="289" y="86"/>
                    <a:pt x="289" y="86"/>
                  </a:cubicBezTo>
                  <a:cubicBezTo>
                    <a:pt x="289" y="86"/>
                    <a:pt x="289" y="86"/>
                    <a:pt x="289" y="85"/>
                  </a:cubicBezTo>
                  <a:cubicBezTo>
                    <a:pt x="289" y="85"/>
                    <a:pt x="289" y="85"/>
                    <a:pt x="289" y="85"/>
                  </a:cubicBezTo>
                  <a:cubicBezTo>
                    <a:pt x="289" y="85"/>
                    <a:pt x="289" y="85"/>
                    <a:pt x="289" y="84"/>
                  </a:cubicBezTo>
                  <a:cubicBezTo>
                    <a:pt x="289" y="84"/>
                    <a:pt x="289" y="84"/>
                    <a:pt x="289" y="84"/>
                  </a:cubicBezTo>
                  <a:cubicBezTo>
                    <a:pt x="289" y="84"/>
                    <a:pt x="289" y="83"/>
                    <a:pt x="289" y="83"/>
                  </a:cubicBezTo>
                  <a:cubicBezTo>
                    <a:pt x="289" y="83"/>
                    <a:pt x="290" y="83"/>
                    <a:pt x="290" y="83"/>
                  </a:cubicBezTo>
                  <a:cubicBezTo>
                    <a:pt x="290" y="83"/>
                    <a:pt x="290" y="83"/>
                    <a:pt x="290" y="83"/>
                  </a:cubicBezTo>
                  <a:cubicBezTo>
                    <a:pt x="291" y="83"/>
                    <a:pt x="293" y="82"/>
                    <a:pt x="295" y="81"/>
                  </a:cubicBezTo>
                  <a:cubicBezTo>
                    <a:pt x="296" y="81"/>
                    <a:pt x="297" y="79"/>
                    <a:pt x="297" y="78"/>
                  </a:cubicBezTo>
                  <a:cubicBezTo>
                    <a:pt x="298" y="78"/>
                    <a:pt x="299" y="77"/>
                    <a:pt x="299" y="76"/>
                  </a:cubicBezTo>
                  <a:cubicBezTo>
                    <a:pt x="300" y="75"/>
                    <a:pt x="301" y="75"/>
                    <a:pt x="301" y="74"/>
                  </a:cubicBezTo>
                  <a:cubicBezTo>
                    <a:pt x="301" y="74"/>
                    <a:pt x="301" y="74"/>
                    <a:pt x="301" y="74"/>
                  </a:cubicBezTo>
                  <a:cubicBezTo>
                    <a:pt x="301" y="73"/>
                    <a:pt x="301" y="71"/>
                    <a:pt x="300" y="69"/>
                  </a:cubicBezTo>
                  <a:cubicBezTo>
                    <a:pt x="300" y="68"/>
                    <a:pt x="299" y="67"/>
                    <a:pt x="298" y="66"/>
                  </a:cubicBezTo>
                  <a:cubicBezTo>
                    <a:pt x="299" y="66"/>
                    <a:pt x="299" y="66"/>
                    <a:pt x="299" y="66"/>
                  </a:cubicBezTo>
                  <a:cubicBezTo>
                    <a:pt x="300" y="66"/>
                    <a:pt x="300" y="66"/>
                    <a:pt x="301" y="65"/>
                  </a:cubicBezTo>
                  <a:cubicBezTo>
                    <a:pt x="301" y="65"/>
                    <a:pt x="301" y="64"/>
                    <a:pt x="301" y="64"/>
                  </a:cubicBezTo>
                  <a:cubicBezTo>
                    <a:pt x="301" y="63"/>
                    <a:pt x="300" y="63"/>
                    <a:pt x="300" y="63"/>
                  </a:cubicBezTo>
                  <a:cubicBezTo>
                    <a:pt x="300" y="63"/>
                    <a:pt x="300" y="63"/>
                    <a:pt x="300" y="63"/>
                  </a:cubicBezTo>
                  <a:cubicBezTo>
                    <a:pt x="299" y="63"/>
                    <a:pt x="298" y="63"/>
                    <a:pt x="298" y="63"/>
                  </a:cubicBezTo>
                  <a:cubicBezTo>
                    <a:pt x="298" y="63"/>
                    <a:pt x="298" y="63"/>
                    <a:pt x="298" y="63"/>
                  </a:cubicBezTo>
                  <a:cubicBezTo>
                    <a:pt x="298" y="63"/>
                    <a:pt x="297" y="63"/>
                    <a:pt x="297" y="62"/>
                  </a:cubicBezTo>
                  <a:cubicBezTo>
                    <a:pt x="297" y="62"/>
                    <a:pt x="297" y="62"/>
                    <a:pt x="297" y="62"/>
                  </a:cubicBezTo>
                  <a:cubicBezTo>
                    <a:pt x="297" y="62"/>
                    <a:pt x="297" y="62"/>
                    <a:pt x="297" y="61"/>
                  </a:cubicBezTo>
                  <a:cubicBezTo>
                    <a:pt x="297" y="61"/>
                    <a:pt x="297" y="61"/>
                    <a:pt x="297" y="61"/>
                  </a:cubicBezTo>
                  <a:cubicBezTo>
                    <a:pt x="297" y="61"/>
                    <a:pt x="297" y="61"/>
                    <a:pt x="297" y="61"/>
                  </a:cubicBezTo>
                  <a:cubicBezTo>
                    <a:pt x="297" y="61"/>
                    <a:pt x="297" y="61"/>
                    <a:pt x="297" y="61"/>
                  </a:cubicBezTo>
                  <a:cubicBezTo>
                    <a:pt x="298" y="61"/>
                    <a:pt x="298" y="61"/>
                    <a:pt x="298" y="61"/>
                  </a:cubicBezTo>
                  <a:cubicBezTo>
                    <a:pt x="299" y="60"/>
                    <a:pt x="299" y="60"/>
                    <a:pt x="299" y="60"/>
                  </a:cubicBezTo>
                  <a:cubicBezTo>
                    <a:pt x="299" y="60"/>
                    <a:pt x="299" y="60"/>
                    <a:pt x="299" y="61"/>
                  </a:cubicBezTo>
                  <a:cubicBezTo>
                    <a:pt x="299" y="61"/>
                    <a:pt x="299" y="61"/>
                    <a:pt x="299" y="61"/>
                  </a:cubicBezTo>
                  <a:cubicBezTo>
                    <a:pt x="299" y="62"/>
                    <a:pt x="300" y="62"/>
                    <a:pt x="300" y="62"/>
                  </a:cubicBezTo>
                  <a:cubicBezTo>
                    <a:pt x="300" y="62"/>
                    <a:pt x="300" y="62"/>
                    <a:pt x="300" y="62"/>
                  </a:cubicBezTo>
                  <a:cubicBezTo>
                    <a:pt x="301" y="62"/>
                    <a:pt x="301" y="61"/>
                    <a:pt x="302" y="61"/>
                  </a:cubicBezTo>
                  <a:cubicBezTo>
                    <a:pt x="302" y="61"/>
                    <a:pt x="302" y="61"/>
                    <a:pt x="302" y="61"/>
                  </a:cubicBezTo>
                  <a:cubicBezTo>
                    <a:pt x="302" y="61"/>
                    <a:pt x="302" y="61"/>
                    <a:pt x="302" y="61"/>
                  </a:cubicBezTo>
                  <a:cubicBezTo>
                    <a:pt x="302" y="61"/>
                    <a:pt x="303" y="61"/>
                    <a:pt x="303" y="62"/>
                  </a:cubicBezTo>
                  <a:cubicBezTo>
                    <a:pt x="303" y="62"/>
                    <a:pt x="303" y="62"/>
                    <a:pt x="303" y="62"/>
                  </a:cubicBezTo>
                  <a:cubicBezTo>
                    <a:pt x="302" y="62"/>
                    <a:pt x="302" y="63"/>
                    <a:pt x="302" y="63"/>
                  </a:cubicBezTo>
                  <a:cubicBezTo>
                    <a:pt x="302" y="63"/>
                    <a:pt x="302" y="63"/>
                    <a:pt x="302" y="64"/>
                  </a:cubicBezTo>
                  <a:cubicBezTo>
                    <a:pt x="302" y="64"/>
                    <a:pt x="303" y="64"/>
                    <a:pt x="303" y="64"/>
                  </a:cubicBezTo>
                  <a:cubicBezTo>
                    <a:pt x="303" y="64"/>
                    <a:pt x="303" y="64"/>
                    <a:pt x="303" y="64"/>
                  </a:cubicBezTo>
                  <a:cubicBezTo>
                    <a:pt x="303" y="64"/>
                    <a:pt x="304" y="64"/>
                    <a:pt x="304" y="63"/>
                  </a:cubicBezTo>
                  <a:cubicBezTo>
                    <a:pt x="304" y="63"/>
                    <a:pt x="304" y="63"/>
                    <a:pt x="304" y="63"/>
                  </a:cubicBezTo>
                  <a:cubicBezTo>
                    <a:pt x="304" y="64"/>
                    <a:pt x="305" y="64"/>
                    <a:pt x="305" y="64"/>
                  </a:cubicBezTo>
                  <a:cubicBezTo>
                    <a:pt x="305" y="64"/>
                    <a:pt x="304" y="65"/>
                    <a:pt x="304" y="65"/>
                  </a:cubicBezTo>
                  <a:cubicBezTo>
                    <a:pt x="304" y="65"/>
                    <a:pt x="304" y="66"/>
                    <a:pt x="304" y="66"/>
                  </a:cubicBezTo>
                  <a:cubicBezTo>
                    <a:pt x="304" y="67"/>
                    <a:pt x="304" y="67"/>
                    <a:pt x="304" y="68"/>
                  </a:cubicBezTo>
                  <a:cubicBezTo>
                    <a:pt x="305" y="68"/>
                    <a:pt x="305" y="68"/>
                    <a:pt x="305" y="68"/>
                  </a:cubicBezTo>
                  <a:cubicBezTo>
                    <a:pt x="306" y="68"/>
                    <a:pt x="306" y="67"/>
                    <a:pt x="307" y="67"/>
                  </a:cubicBezTo>
                  <a:cubicBezTo>
                    <a:pt x="308" y="66"/>
                    <a:pt x="308" y="65"/>
                    <a:pt x="308" y="64"/>
                  </a:cubicBezTo>
                  <a:cubicBezTo>
                    <a:pt x="308" y="64"/>
                    <a:pt x="308" y="63"/>
                    <a:pt x="308" y="63"/>
                  </a:cubicBezTo>
                  <a:cubicBezTo>
                    <a:pt x="308" y="63"/>
                    <a:pt x="307" y="62"/>
                    <a:pt x="307" y="62"/>
                  </a:cubicBezTo>
                  <a:cubicBezTo>
                    <a:pt x="307" y="61"/>
                    <a:pt x="307" y="61"/>
                    <a:pt x="307" y="61"/>
                  </a:cubicBezTo>
                  <a:cubicBezTo>
                    <a:pt x="307" y="61"/>
                    <a:pt x="307" y="60"/>
                    <a:pt x="307" y="60"/>
                  </a:cubicBezTo>
                  <a:cubicBezTo>
                    <a:pt x="308" y="60"/>
                    <a:pt x="308" y="60"/>
                    <a:pt x="308" y="59"/>
                  </a:cubicBezTo>
                  <a:cubicBezTo>
                    <a:pt x="308" y="59"/>
                    <a:pt x="309" y="58"/>
                    <a:pt x="309" y="58"/>
                  </a:cubicBezTo>
                  <a:cubicBezTo>
                    <a:pt x="310" y="58"/>
                    <a:pt x="310" y="57"/>
                    <a:pt x="310" y="57"/>
                  </a:cubicBezTo>
                  <a:cubicBezTo>
                    <a:pt x="310" y="57"/>
                    <a:pt x="310" y="57"/>
                    <a:pt x="310" y="57"/>
                  </a:cubicBezTo>
                  <a:cubicBezTo>
                    <a:pt x="311" y="57"/>
                    <a:pt x="311" y="57"/>
                    <a:pt x="311" y="57"/>
                  </a:cubicBezTo>
                  <a:cubicBezTo>
                    <a:pt x="311" y="57"/>
                    <a:pt x="312" y="57"/>
                    <a:pt x="312" y="57"/>
                  </a:cubicBezTo>
                  <a:cubicBezTo>
                    <a:pt x="313" y="57"/>
                    <a:pt x="313" y="57"/>
                    <a:pt x="313" y="57"/>
                  </a:cubicBezTo>
                  <a:cubicBezTo>
                    <a:pt x="314" y="56"/>
                    <a:pt x="316" y="54"/>
                    <a:pt x="317" y="53"/>
                  </a:cubicBezTo>
                  <a:cubicBezTo>
                    <a:pt x="319" y="51"/>
                    <a:pt x="319" y="50"/>
                    <a:pt x="320" y="48"/>
                  </a:cubicBezTo>
                  <a:cubicBezTo>
                    <a:pt x="320" y="48"/>
                    <a:pt x="320" y="48"/>
                    <a:pt x="320" y="47"/>
                  </a:cubicBezTo>
                  <a:cubicBezTo>
                    <a:pt x="320" y="47"/>
                    <a:pt x="320" y="48"/>
                    <a:pt x="320" y="48"/>
                  </a:cubicBezTo>
                  <a:cubicBezTo>
                    <a:pt x="320" y="48"/>
                    <a:pt x="320" y="48"/>
                    <a:pt x="320" y="48"/>
                  </a:cubicBezTo>
                  <a:cubicBezTo>
                    <a:pt x="320" y="49"/>
                    <a:pt x="320" y="49"/>
                    <a:pt x="320" y="50"/>
                  </a:cubicBezTo>
                  <a:cubicBezTo>
                    <a:pt x="320" y="50"/>
                    <a:pt x="320" y="51"/>
                    <a:pt x="320" y="51"/>
                  </a:cubicBezTo>
                  <a:cubicBezTo>
                    <a:pt x="320" y="52"/>
                    <a:pt x="320" y="52"/>
                    <a:pt x="320" y="52"/>
                  </a:cubicBezTo>
                  <a:cubicBezTo>
                    <a:pt x="320" y="52"/>
                    <a:pt x="320" y="52"/>
                    <a:pt x="320" y="52"/>
                  </a:cubicBezTo>
                  <a:cubicBezTo>
                    <a:pt x="320" y="53"/>
                    <a:pt x="320" y="53"/>
                    <a:pt x="321" y="53"/>
                  </a:cubicBezTo>
                  <a:cubicBezTo>
                    <a:pt x="321" y="53"/>
                    <a:pt x="321" y="54"/>
                    <a:pt x="322" y="54"/>
                  </a:cubicBezTo>
                  <a:cubicBezTo>
                    <a:pt x="322" y="54"/>
                    <a:pt x="322" y="54"/>
                    <a:pt x="322" y="53"/>
                  </a:cubicBezTo>
                  <a:cubicBezTo>
                    <a:pt x="322" y="53"/>
                    <a:pt x="322" y="53"/>
                    <a:pt x="322" y="53"/>
                  </a:cubicBezTo>
                  <a:cubicBezTo>
                    <a:pt x="322" y="52"/>
                    <a:pt x="322" y="52"/>
                    <a:pt x="322" y="51"/>
                  </a:cubicBezTo>
                  <a:cubicBezTo>
                    <a:pt x="322" y="51"/>
                    <a:pt x="322" y="50"/>
                    <a:pt x="322" y="50"/>
                  </a:cubicBezTo>
                  <a:cubicBezTo>
                    <a:pt x="322" y="50"/>
                    <a:pt x="322" y="50"/>
                    <a:pt x="322" y="50"/>
                  </a:cubicBezTo>
                  <a:cubicBezTo>
                    <a:pt x="322" y="50"/>
                    <a:pt x="323" y="50"/>
                    <a:pt x="323" y="50"/>
                  </a:cubicBezTo>
                  <a:cubicBezTo>
                    <a:pt x="323" y="50"/>
                    <a:pt x="323" y="49"/>
                    <a:pt x="323" y="49"/>
                  </a:cubicBezTo>
                  <a:cubicBezTo>
                    <a:pt x="323" y="49"/>
                    <a:pt x="323" y="49"/>
                    <a:pt x="323" y="49"/>
                  </a:cubicBezTo>
                  <a:cubicBezTo>
                    <a:pt x="323" y="48"/>
                    <a:pt x="323" y="47"/>
                    <a:pt x="323" y="47"/>
                  </a:cubicBezTo>
                  <a:cubicBezTo>
                    <a:pt x="322" y="46"/>
                    <a:pt x="322" y="46"/>
                    <a:pt x="322" y="46"/>
                  </a:cubicBezTo>
                  <a:cubicBezTo>
                    <a:pt x="322" y="46"/>
                    <a:pt x="322" y="46"/>
                    <a:pt x="322" y="46"/>
                  </a:cubicBezTo>
                  <a:cubicBezTo>
                    <a:pt x="322" y="46"/>
                    <a:pt x="322" y="45"/>
                    <a:pt x="322" y="45"/>
                  </a:cubicBezTo>
                  <a:cubicBezTo>
                    <a:pt x="322" y="45"/>
                    <a:pt x="322" y="45"/>
                    <a:pt x="322" y="45"/>
                  </a:cubicBezTo>
                  <a:cubicBezTo>
                    <a:pt x="322" y="44"/>
                    <a:pt x="322" y="44"/>
                    <a:pt x="322" y="44"/>
                  </a:cubicBezTo>
                  <a:cubicBezTo>
                    <a:pt x="322" y="44"/>
                    <a:pt x="322" y="44"/>
                    <a:pt x="322" y="44"/>
                  </a:cubicBezTo>
                  <a:cubicBezTo>
                    <a:pt x="322" y="44"/>
                    <a:pt x="322" y="43"/>
                    <a:pt x="321" y="43"/>
                  </a:cubicBezTo>
                  <a:cubicBezTo>
                    <a:pt x="321" y="43"/>
                    <a:pt x="321" y="43"/>
                    <a:pt x="321" y="43"/>
                  </a:cubicBezTo>
                  <a:cubicBezTo>
                    <a:pt x="321" y="43"/>
                    <a:pt x="321" y="43"/>
                    <a:pt x="320" y="43"/>
                  </a:cubicBezTo>
                  <a:cubicBezTo>
                    <a:pt x="320" y="43"/>
                    <a:pt x="320" y="43"/>
                    <a:pt x="320" y="43"/>
                  </a:cubicBezTo>
                  <a:cubicBezTo>
                    <a:pt x="319" y="43"/>
                    <a:pt x="319" y="43"/>
                    <a:pt x="318" y="43"/>
                  </a:cubicBezTo>
                  <a:cubicBezTo>
                    <a:pt x="318" y="43"/>
                    <a:pt x="318" y="43"/>
                    <a:pt x="318" y="43"/>
                  </a:cubicBezTo>
                  <a:cubicBezTo>
                    <a:pt x="317" y="43"/>
                    <a:pt x="317" y="43"/>
                    <a:pt x="316" y="43"/>
                  </a:cubicBezTo>
                  <a:cubicBezTo>
                    <a:pt x="316" y="43"/>
                    <a:pt x="316" y="43"/>
                    <a:pt x="316" y="43"/>
                  </a:cubicBezTo>
                  <a:cubicBezTo>
                    <a:pt x="316" y="43"/>
                    <a:pt x="316" y="43"/>
                    <a:pt x="316" y="42"/>
                  </a:cubicBezTo>
                  <a:cubicBezTo>
                    <a:pt x="316" y="42"/>
                    <a:pt x="316" y="42"/>
                    <a:pt x="316" y="42"/>
                  </a:cubicBezTo>
                  <a:cubicBezTo>
                    <a:pt x="316" y="42"/>
                    <a:pt x="316" y="42"/>
                    <a:pt x="316" y="42"/>
                  </a:cubicBezTo>
                  <a:cubicBezTo>
                    <a:pt x="315" y="42"/>
                    <a:pt x="315" y="42"/>
                    <a:pt x="315" y="42"/>
                  </a:cubicBezTo>
                  <a:cubicBezTo>
                    <a:pt x="315" y="42"/>
                    <a:pt x="315" y="42"/>
                    <a:pt x="315" y="42"/>
                  </a:cubicBezTo>
                  <a:cubicBezTo>
                    <a:pt x="315" y="42"/>
                    <a:pt x="315" y="43"/>
                    <a:pt x="315" y="43"/>
                  </a:cubicBezTo>
                  <a:cubicBezTo>
                    <a:pt x="315" y="43"/>
                    <a:pt x="315" y="42"/>
                    <a:pt x="315" y="42"/>
                  </a:cubicBezTo>
                  <a:cubicBezTo>
                    <a:pt x="315" y="42"/>
                    <a:pt x="316" y="41"/>
                    <a:pt x="317" y="41"/>
                  </a:cubicBezTo>
                  <a:cubicBezTo>
                    <a:pt x="318" y="41"/>
                    <a:pt x="319" y="40"/>
                    <a:pt x="319" y="39"/>
                  </a:cubicBezTo>
                  <a:cubicBezTo>
                    <a:pt x="320" y="39"/>
                    <a:pt x="320" y="38"/>
                    <a:pt x="320" y="38"/>
                  </a:cubicBezTo>
                  <a:cubicBezTo>
                    <a:pt x="321" y="38"/>
                    <a:pt x="321" y="38"/>
                    <a:pt x="321" y="38"/>
                  </a:cubicBezTo>
                  <a:cubicBezTo>
                    <a:pt x="321" y="38"/>
                    <a:pt x="321" y="38"/>
                    <a:pt x="321" y="38"/>
                  </a:cubicBezTo>
                  <a:cubicBezTo>
                    <a:pt x="322" y="38"/>
                    <a:pt x="324" y="38"/>
                    <a:pt x="325" y="38"/>
                  </a:cubicBezTo>
                  <a:cubicBezTo>
                    <a:pt x="325" y="38"/>
                    <a:pt x="326" y="38"/>
                    <a:pt x="326" y="38"/>
                  </a:cubicBezTo>
                  <a:cubicBezTo>
                    <a:pt x="327" y="38"/>
                    <a:pt x="328" y="37"/>
                    <a:pt x="329" y="37"/>
                  </a:cubicBezTo>
                  <a:cubicBezTo>
                    <a:pt x="329" y="37"/>
                    <a:pt x="329" y="37"/>
                    <a:pt x="329" y="37"/>
                  </a:cubicBezTo>
                  <a:cubicBezTo>
                    <a:pt x="329" y="38"/>
                    <a:pt x="330" y="38"/>
                    <a:pt x="331" y="38"/>
                  </a:cubicBezTo>
                  <a:cubicBezTo>
                    <a:pt x="332" y="38"/>
                    <a:pt x="332" y="38"/>
                    <a:pt x="332" y="38"/>
                  </a:cubicBezTo>
                  <a:cubicBezTo>
                    <a:pt x="332" y="38"/>
                    <a:pt x="332" y="38"/>
                    <a:pt x="333" y="38"/>
                  </a:cubicBezTo>
                  <a:cubicBezTo>
                    <a:pt x="333" y="38"/>
                    <a:pt x="333" y="38"/>
                    <a:pt x="334" y="37"/>
                  </a:cubicBezTo>
                  <a:cubicBezTo>
                    <a:pt x="335" y="36"/>
                    <a:pt x="336" y="36"/>
                    <a:pt x="337" y="35"/>
                  </a:cubicBezTo>
                  <a:cubicBezTo>
                    <a:pt x="337" y="34"/>
                    <a:pt x="338" y="34"/>
                    <a:pt x="338" y="34"/>
                  </a:cubicBezTo>
                  <a:cubicBezTo>
                    <a:pt x="338" y="34"/>
                    <a:pt x="338" y="34"/>
                    <a:pt x="338" y="34"/>
                  </a:cubicBezTo>
                  <a:cubicBezTo>
                    <a:pt x="338" y="34"/>
                    <a:pt x="338" y="34"/>
                    <a:pt x="338" y="34"/>
                  </a:cubicBezTo>
                  <a:cubicBezTo>
                    <a:pt x="338" y="34"/>
                    <a:pt x="338" y="34"/>
                    <a:pt x="338" y="34"/>
                  </a:cubicBezTo>
                  <a:cubicBezTo>
                    <a:pt x="338" y="35"/>
                    <a:pt x="338" y="35"/>
                    <a:pt x="338" y="35"/>
                  </a:cubicBezTo>
                  <a:cubicBezTo>
                    <a:pt x="338" y="36"/>
                    <a:pt x="339" y="36"/>
                    <a:pt x="339" y="36"/>
                  </a:cubicBezTo>
                  <a:cubicBezTo>
                    <a:pt x="339" y="36"/>
                    <a:pt x="339" y="36"/>
                    <a:pt x="339" y="36"/>
                  </a:cubicBezTo>
                  <a:cubicBezTo>
                    <a:pt x="339" y="36"/>
                    <a:pt x="339" y="36"/>
                    <a:pt x="338" y="36"/>
                  </a:cubicBezTo>
                  <a:cubicBezTo>
                    <a:pt x="338" y="37"/>
                    <a:pt x="337" y="37"/>
                    <a:pt x="337" y="37"/>
                  </a:cubicBezTo>
                  <a:cubicBezTo>
                    <a:pt x="336" y="37"/>
                    <a:pt x="335" y="38"/>
                    <a:pt x="335" y="39"/>
                  </a:cubicBezTo>
                  <a:cubicBezTo>
                    <a:pt x="334" y="40"/>
                    <a:pt x="333" y="40"/>
                    <a:pt x="333" y="42"/>
                  </a:cubicBezTo>
                  <a:cubicBezTo>
                    <a:pt x="333" y="42"/>
                    <a:pt x="333" y="42"/>
                    <a:pt x="333" y="42"/>
                  </a:cubicBezTo>
                  <a:cubicBezTo>
                    <a:pt x="333" y="43"/>
                    <a:pt x="334" y="45"/>
                    <a:pt x="334" y="45"/>
                  </a:cubicBezTo>
                  <a:cubicBezTo>
                    <a:pt x="334" y="46"/>
                    <a:pt x="334" y="46"/>
                    <a:pt x="334" y="46"/>
                  </a:cubicBezTo>
                  <a:cubicBezTo>
                    <a:pt x="333" y="47"/>
                    <a:pt x="333" y="49"/>
                    <a:pt x="333" y="49"/>
                  </a:cubicBezTo>
                  <a:cubicBezTo>
                    <a:pt x="333" y="49"/>
                    <a:pt x="333" y="50"/>
                    <a:pt x="333" y="50"/>
                  </a:cubicBezTo>
                  <a:cubicBezTo>
                    <a:pt x="334" y="50"/>
                    <a:pt x="334" y="50"/>
                    <a:pt x="334" y="49"/>
                  </a:cubicBezTo>
                  <a:cubicBezTo>
                    <a:pt x="334" y="49"/>
                    <a:pt x="334" y="49"/>
                    <a:pt x="335" y="48"/>
                  </a:cubicBezTo>
                  <a:cubicBezTo>
                    <a:pt x="335" y="48"/>
                    <a:pt x="336" y="47"/>
                    <a:pt x="336" y="47"/>
                  </a:cubicBezTo>
                  <a:cubicBezTo>
                    <a:pt x="338" y="45"/>
                    <a:pt x="339" y="44"/>
                    <a:pt x="339" y="43"/>
                  </a:cubicBezTo>
                  <a:cubicBezTo>
                    <a:pt x="339" y="43"/>
                    <a:pt x="340" y="43"/>
                    <a:pt x="340" y="43"/>
                  </a:cubicBezTo>
                  <a:cubicBezTo>
                    <a:pt x="341" y="43"/>
                    <a:pt x="341" y="43"/>
                    <a:pt x="341" y="42"/>
                  </a:cubicBezTo>
                  <a:cubicBezTo>
                    <a:pt x="341" y="42"/>
                    <a:pt x="341" y="42"/>
                    <a:pt x="341" y="42"/>
                  </a:cubicBezTo>
                  <a:cubicBezTo>
                    <a:pt x="341" y="41"/>
                    <a:pt x="342" y="40"/>
                    <a:pt x="342" y="39"/>
                  </a:cubicBezTo>
                  <a:cubicBezTo>
                    <a:pt x="342" y="39"/>
                    <a:pt x="342" y="39"/>
                    <a:pt x="342" y="39"/>
                  </a:cubicBezTo>
                  <a:cubicBezTo>
                    <a:pt x="342" y="39"/>
                    <a:pt x="342" y="38"/>
                    <a:pt x="342" y="38"/>
                  </a:cubicBezTo>
                  <a:cubicBezTo>
                    <a:pt x="342" y="38"/>
                    <a:pt x="342" y="38"/>
                    <a:pt x="342" y="38"/>
                  </a:cubicBezTo>
                  <a:close/>
                  <a:moveTo>
                    <a:pt x="215" y="29"/>
                  </a:moveTo>
                  <a:cubicBezTo>
                    <a:pt x="216" y="29"/>
                    <a:pt x="216" y="29"/>
                    <a:pt x="217" y="29"/>
                  </a:cubicBezTo>
                  <a:cubicBezTo>
                    <a:pt x="217" y="29"/>
                    <a:pt x="217" y="29"/>
                    <a:pt x="217" y="30"/>
                  </a:cubicBezTo>
                  <a:cubicBezTo>
                    <a:pt x="217" y="30"/>
                    <a:pt x="217" y="30"/>
                    <a:pt x="217" y="30"/>
                  </a:cubicBezTo>
                  <a:cubicBezTo>
                    <a:pt x="217" y="30"/>
                    <a:pt x="217" y="30"/>
                    <a:pt x="217" y="30"/>
                  </a:cubicBezTo>
                  <a:cubicBezTo>
                    <a:pt x="217" y="30"/>
                    <a:pt x="217" y="31"/>
                    <a:pt x="216" y="30"/>
                  </a:cubicBezTo>
                  <a:cubicBezTo>
                    <a:pt x="216" y="30"/>
                    <a:pt x="216" y="30"/>
                    <a:pt x="216" y="30"/>
                  </a:cubicBezTo>
                  <a:cubicBezTo>
                    <a:pt x="215" y="30"/>
                    <a:pt x="215" y="30"/>
                    <a:pt x="215" y="30"/>
                  </a:cubicBezTo>
                  <a:cubicBezTo>
                    <a:pt x="215" y="30"/>
                    <a:pt x="214" y="30"/>
                    <a:pt x="214" y="30"/>
                  </a:cubicBezTo>
                  <a:cubicBezTo>
                    <a:pt x="214" y="30"/>
                    <a:pt x="214" y="30"/>
                    <a:pt x="214" y="30"/>
                  </a:cubicBezTo>
                  <a:cubicBezTo>
                    <a:pt x="214" y="30"/>
                    <a:pt x="213" y="30"/>
                    <a:pt x="213" y="31"/>
                  </a:cubicBezTo>
                  <a:cubicBezTo>
                    <a:pt x="213" y="30"/>
                    <a:pt x="213" y="30"/>
                    <a:pt x="213" y="30"/>
                  </a:cubicBezTo>
                  <a:cubicBezTo>
                    <a:pt x="213" y="30"/>
                    <a:pt x="213" y="30"/>
                    <a:pt x="213" y="30"/>
                  </a:cubicBezTo>
                  <a:cubicBezTo>
                    <a:pt x="213" y="30"/>
                    <a:pt x="213" y="30"/>
                    <a:pt x="213" y="30"/>
                  </a:cubicBezTo>
                  <a:cubicBezTo>
                    <a:pt x="213" y="30"/>
                    <a:pt x="213" y="29"/>
                    <a:pt x="213" y="29"/>
                  </a:cubicBezTo>
                  <a:cubicBezTo>
                    <a:pt x="214" y="29"/>
                    <a:pt x="214" y="29"/>
                    <a:pt x="215" y="29"/>
                  </a:cubicBezTo>
                  <a:close/>
                  <a:moveTo>
                    <a:pt x="209" y="35"/>
                  </a:moveTo>
                  <a:cubicBezTo>
                    <a:pt x="209" y="35"/>
                    <a:pt x="209" y="35"/>
                    <a:pt x="209" y="35"/>
                  </a:cubicBezTo>
                  <a:cubicBezTo>
                    <a:pt x="209" y="35"/>
                    <a:pt x="209" y="35"/>
                    <a:pt x="210" y="35"/>
                  </a:cubicBezTo>
                  <a:cubicBezTo>
                    <a:pt x="210" y="35"/>
                    <a:pt x="210" y="35"/>
                    <a:pt x="210" y="35"/>
                  </a:cubicBezTo>
                  <a:cubicBezTo>
                    <a:pt x="210" y="35"/>
                    <a:pt x="210" y="35"/>
                    <a:pt x="210" y="35"/>
                  </a:cubicBezTo>
                  <a:cubicBezTo>
                    <a:pt x="210" y="35"/>
                    <a:pt x="210" y="35"/>
                    <a:pt x="210" y="35"/>
                  </a:cubicBezTo>
                  <a:cubicBezTo>
                    <a:pt x="210" y="35"/>
                    <a:pt x="210" y="35"/>
                    <a:pt x="210" y="35"/>
                  </a:cubicBezTo>
                  <a:cubicBezTo>
                    <a:pt x="210" y="35"/>
                    <a:pt x="209" y="35"/>
                    <a:pt x="209" y="35"/>
                  </a:cubicBezTo>
                  <a:cubicBezTo>
                    <a:pt x="209" y="35"/>
                    <a:pt x="208" y="35"/>
                    <a:pt x="209" y="35"/>
                  </a:cubicBezTo>
                  <a:cubicBezTo>
                    <a:pt x="209" y="35"/>
                    <a:pt x="209" y="35"/>
                    <a:pt x="209" y="35"/>
                  </a:cubicBezTo>
                  <a:cubicBezTo>
                    <a:pt x="208" y="35"/>
                    <a:pt x="208" y="35"/>
                    <a:pt x="208" y="35"/>
                  </a:cubicBezTo>
                  <a:lnTo>
                    <a:pt x="209" y="35"/>
                  </a:lnTo>
                  <a:close/>
                  <a:moveTo>
                    <a:pt x="206" y="56"/>
                  </a:moveTo>
                  <a:cubicBezTo>
                    <a:pt x="207" y="55"/>
                    <a:pt x="207" y="54"/>
                    <a:pt x="208" y="53"/>
                  </a:cubicBezTo>
                  <a:cubicBezTo>
                    <a:pt x="208" y="53"/>
                    <a:pt x="209" y="52"/>
                    <a:pt x="209" y="52"/>
                  </a:cubicBezTo>
                  <a:cubicBezTo>
                    <a:pt x="209" y="52"/>
                    <a:pt x="209" y="52"/>
                    <a:pt x="209" y="52"/>
                  </a:cubicBezTo>
                  <a:cubicBezTo>
                    <a:pt x="209" y="53"/>
                    <a:pt x="209" y="53"/>
                    <a:pt x="210" y="53"/>
                  </a:cubicBezTo>
                  <a:cubicBezTo>
                    <a:pt x="210" y="54"/>
                    <a:pt x="210" y="55"/>
                    <a:pt x="210" y="55"/>
                  </a:cubicBezTo>
                  <a:cubicBezTo>
                    <a:pt x="210" y="55"/>
                    <a:pt x="211" y="55"/>
                    <a:pt x="211" y="55"/>
                  </a:cubicBezTo>
                  <a:cubicBezTo>
                    <a:pt x="211" y="55"/>
                    <a:pt x="212" y="55"/>
                    <a:pt x="212" y="55"/>
                  </a:cubicBezTo>
                  <a:cubicBezTo>
                    <a:pt x="212" y="55"/>
                    <a:pt x="212" y="55"/>
                    <a:pt x="212" y="55"/>
                  </a:cubicBezTo>
                  <a:cubicBezTo>
                    <a:pt x="213" y="54"/>
                    <a:pt x="213" y="54"/>
                    <a:pt x="214" y="53"/>
                  </a:cubicBezTo>
                  <a:cubicBezTo>
                    <a:pt x="214" y="53"/>
                    <a:pt x="214" y="53"/>
                    <a:pt x="214" y="53"/>
                  </a:cubicBezTo>
                  <a:cubicBezTo>
                    <a:pt x="214" y="53"/>
                    <a:pt x="214" y="53"/>
                    <a:pt x="214" y="53"/>
                  </a:cubicBezTo>
                  <a:cubicBezTo>
                    <a:pt x="214" y="53"/>
                    <a:pt x="214" y="53"/>
                    <a:pt x="214" y="53"/>
                  </a:cubicBezTo>
                  <a:cubicBezTo>
                    <a:pt x="214" y="53"/>
                    <a:pt x="214" y="53"/>
                    <a:pt x="214" y="53"/>
                  </a:cubicBezTo>
                  <a:cubicBezTo>
                    <a:pt x="214" y="53"/>
                    <a:pt x="214" y="53"/>
                    <a:pt x="214" y="53"/>
                  </a:cubicBezTo>
                  <a:cubicBezTo>
                    <a:pt x="214" y="54"/>
                    <a:pt x="214" y="54"/>
                    <a:pt x="214" y="54"/>
                  </a:cubicBezTo>
                  <a:cubicBezTo>
                    <a:pt x="214" y="54"/>
                    <a:pt x="215" y="54"/>
                    <a:pt x="215" y="55"/>
                  </a:cubicBezTo>
                  <a:cubicBezTo>
                    <a:pt x="216" y="55"/>
                    <a:pt x="217" y="56"/>
                    <a:pt x="218" y="57"/>
                  </a:cubicBezTo>
                  <a:cubicBezTo>
                    <a:pt x="218" y="57"/>
                    <a:pt x="219" y="58"/>
                    <a:pt x="219" y="58"/>
                  </a:cubicBezTo>
                  <a:cubicBezTo>
                    <a:pt x="219" y="58"/>
                    <a:pt x="219" y="58"/>
                    <a:pt x="219" y="58"/>
                  </a:cubicBezTo>
                  <a:cubicBezTo>
                    <a:pt x="219" y="58"/>
                    <a:pt x="219" y="58"/>
                    <a:pt x="219" y="58"/>
                  </a:cubicBezTo>
                  <a:cubicBezTo>
                    <a:pt x="218" y="58"/>
                    <a:pt x="217" y="59"/>
                    <a:pt x="216" y="59"/>
                  </a:cubicBezTo>
                  <a:cubicBezTo>
                    <a:pt x="216" y="59"/>
                    <a:pt x="215" y="59"/>
                    <a:pt x="215" y="59"/>
                  </a:cubicBezTo>
                  <a:cubicBezTo>
                    <a:pt x="215" y="59"/>
                    <a:pt x="214" y="58"/>
                    <a:pt x="213" y="57"/>
                  </a:cubicBezTo>
                  <a:cubicBezTo>
                    <a:pt x="212" y="57"/>
                    <a:pt x="212" y="57"/>
                    <a:pt x="211" y="57"/>
                  </a:cubicBezTo>
                  <a:cubicBezTo>
                    <a:pt x="211" y="57"/>
                    <a:pt x="210" y="57"/>
                    <a:pt x="209" y="58"/>
                  </a:cubicBezTo>
                  <a:cubicBezTo>
                    <a:pt x="209" y="58"/>
                    <a:pt x="209" y="58"/>
                    <a:pt x="208" y="58"/>
                  </a:cubicBezTo>
                  <a:cubicBezTo>
                    <a:pt x="208" y="58"/>
                    <a:pt x="207" y="58"/>
                    <a:pt x="207" y="58"/>
                  </a:cubicBezTo>
                  <a:cubicBezTo>
                    <a:pt x="206" y="58"/>
                    <a:pt x="206" y="59"/>
                    <a:pt x="206" y="59"/>
                  </a:cubicBezTo>
                  <a:cubicBezTo>
                    <a:pt x="206" y="59"/>
                    <a:pt x="206" y="58"/>
                    <a:pt x="206" y="58"/>
                  </a:cubicBezTo>
                  <a:cubicBezTo>
                    <a:pt x="206" y="58"/>
                    <a:pt x="206" y="57"/>
                    <a:pt x="205" y="57"/>
                  </a:cubicBezTo>
                  <a:cubicBezTo>
                    <a:pt x="205" y="57"/>
                    <a:pt x="206" y="56"/>
                    <a:pt x="206" y="56"/>
                  </a:cubicBezTo>
                  <a:close/>
                  <a:moveTo>
                    <a:pt x="199" y="32"/>
                  </a:moveTo>
                  <a:cubicBezTo>
                    <a:pt x="199" y="31"/>
                    <a:pt x="200" y="30"/>
                    <a:pt x="200" y="30"/>
                  </a:cubicBezTo>
                  <a:cubicBezTo>
                    <a:pt x="200" y="30"/>
                    <a:pt x="199" y="30"/>
                    <a:pt x="199" y="29"/>
                  </a:cubicBezTo>
                  <a:cubicBezTo>
                    <a:pt x="200" y="29"/>
                    <a:pt x="200" y="29"/>
                    <a:pt x="200" y="29"/>
                  </a:cubicBezTo>
                  <a:cubicBezTo>
                    <a:pt x="200" y="29"/>
                    <a:pt x="201" y="29"/>
                    <a:pt x="201" y="29"/>
                  </a:cubicBezTo>
                  <a:cubicBezTo>
                    <a:pt x="202" y="29"/>
                    <a:pt x="202" y="29"/>
                    <a:pt x="202" y="29"/>
                  </a:cubicBezTo>
                  <a:cubicBezTo>
                    <a:pt x="202" y="30"/>
                    <a:pt x="201" y="30"/>
                    <a:pt x="201" y="30"/>
                  </a:cubicBezTo>
                  <a:cubicBezTo>
                    <a:pt x="200" y="31"/>
                    <a:pt x="200" y="31"/>
                    <a:pt x="199" y="32"/>
                  </a:cubicBezTo>
                  <a:cubicBezTo>
                    <a:pt x="199" y="32"/>
                    <a:pt x="199" y="32"/>
                    <a:pt x="199" y="32"/>
                  </a:cubicBezTo>
                  <a:cubicBezTo>
                    <a:pt x="199" y="32"/>
                    <a:pt x="199" y="32"/>
                    <a:pt x="199" y="32"/>
                  </a:cubicBezTo>
                  <a:close/>
                  <a:moveTo>
                    <a:pt x="187" y="38"/>
                  </a:moveTo>
                  <a:cubicBezTo>
                    <a:pt x="187" y="38"/>
                    <a:pt x="187" y="38"/>
                    <a:pt x="188" y="38"/>
                  </a:cubicBezTo>
                  <a:cubicBezTo>
                    <a:pt x="188" y="38"/>
                    <a:pt x="188" y="38"/>
                    <a:pt x="188" y="38"/>
                  </a:cubicBezTo>
                  <a:cubicBezTo>
                    <a:pt x="188" y="38"/>
                    <a:pt x="188" y="39"/>
                    <a:pt x="188" y="39"/>
                  </a:cubicBezTo>
                  <a:cubicBezTo>
                    <a:pt x="188" y="39"/>
                    <a:pt x="189" y="40"/>
                    <a:pt x="189" y="40"/>
                  </a:cubicBezTo>
                  <a:cubicBezTo>
                    <a:pt x="189" y="40"/>
                    <a:pt x="189" y="40"/>
                    <a:pt x="189" y="40"/>
                  </a:cubicBezTo>
                  <a:cubicBezTo>
                    <a:pt x="189" y="40"/>
                    <a:pt x="188" y="41"/>
                    <a:pt x="188" y="41"/>
                  </a:cubicBezTo>
                  <a:cubicBezTo>
                    <a:pt x="188" y="41"/>
                    <a:pt x="189" y="41"/>
                    <a:pt x="189" y="42"/>
                  </a:cubicBezTo>
                  <a:cubicBezTo>
                    <a:pt x="189" y="42"/>
                    <a:pt x="189" y="42"/>
                    <a:pt x="189" y="42"/>
                  </a:cubicBezTo>
                  <a:cubicBezTo>
                    <a:pt x="190" y="42"/>
                    <a:pt x="190" y="42"/>
                    <a:pt x="190" y="42"/>
                  </a:cubicBezTo>
                  <a:cubicBezTo>
                    <a:pt x="190" y="42"/>
                    <a:pt x="193" y="41"/>
                    <a:pt x="193" y="41"/>
                  </a:cubicBezTo>
                  <a:cubicBezTo>
                    <a:pt x="194" y="41"/>
                    <a:pt x="194" y="41"/>
                    <a:pt x="194" y="41"/>
                  </a:cubicBezTo>
                  <a:cubicBezTo>
                    <a:pt x="194" y="41"/>
                    <a:pt x="195" y="41"/>
                    <a:pt x="195" y="39"/>
                  </a:cubicBezTo>
                  <a:cubicBezTo>
                    <a:pt x="195" y="39"/>
                    <a:pt x="195" y="39"/>
                    <a:pt x="195" y="39"/>
                  </a:cubicBezTo>
                  <a:cubicBezTo>
                    <a:pt x="195" y="39"/>
                    <a:pt x="195" y="39"/>
                    <a:pt x="195" y="39"/>
                  </a:cubicBezTo>
                  <a:cubicBezTo>
                    <a:pt x="195" y="39"/>
                    <a:pt x="195" y="38"/>
                    <a:pt x="195" y="38"/>
                  </a:cubicBezTo>
                  <a:cubicBezTo>
                    <a:pt x="195" y="38"/>
                    <a:pt x="196" y="37"/>
                    <a:pt x="196" y="37"/>
                  </a:cubicBezTo>
                  <a:cubicBezTo>
                    <a:pt x="196" y="37"/>
                    <a:pt x="197" y="36"/>
                    <a:pt x="197" y="36"/>
                  </a:cubicBezTo>
                  <a:cubicBezTo>
                    <a:pt x="197" y="35"/>
                    <a:pt x="196" y="35"/>
                    <a:pt x="196" y="35"/>
                  </a:cubicBezTo>
                  <a:cubicBezTo>
                    <a:pt x="195" y="34"/>
                    <a:pt x="195" y="34"/>
                    <a:pt x="195" y="34"/>
                  </a:cubicBezTo>
                  <a:cubicBezTo>
                    <a:pt x="195" y="34"/>
                    <a:pt x="195" y="34"/>
                    <a:pt x="195" y="34"/>
                  </a:cubicBezTo>
                  <a:cubicBezTo>
                    <a:pt x="195" y="34"/>
                    <a:pt x="195" y="34"/>
                    <a:pt x="195" y="34"/>
                  </a:cubicBezTo>
                  <a:cubicBezTo>
                    <a:pt x="195" y="34"/>
                    <a:pt x="195" y="34"/>
                    <a:pt x="195" y="34"/>
                  </a:cubicBezTo>
                  <a:cubicBezTo>
                    <a:pt x="196" y="33"/>
                    <a:pt x="196" y="33"/>
                    <a:pt x="197" y="33"/>
                  </a:cubicBezTo>
                  <a:cubicBezTo>
                    <a:pt x="197" y="33"/>
                    <a:pt x="198" y="33"/>
                    <a:pt x="198" y="32"/>
                  </a:cubicBezTo>
                  <a:cubicBezTo>
                    <a:pt x="198" y="33"/>
                    <a:pt x="198" y="33"/>
                    <a:pt x="198" y="33"/>
                  </a:cubicBezTo>
                  <a:cubicBezTo>
                    <a:pt x="198" y="34"/>
                    <a:pt x="198" y="34"/>
                    <a:pt x="198" y="35"/>
                  </a:cubicBezTo>
                  <a:cubicBezTo>
                    <a:pt x="199" y="35"/>
                    <a:pt x="199" y="35"/>
                    <a:pt x="199" y="36"/>
                  </a:cubicBezTo>
                  <a:cubicBezTo>
                    <a:pt x="199" y="36"/>
                    <a:pt x="199" y="36"/>
                    <a:pt x="199" y="36"/>
                  </a:cubicBezTo>
                  <a:cubicBezTo>
                    <a:pt x="199" y="36"/>
                    <a:pt x="200" y="37"/>
                    <a:pt x="200" y="37"/>
                  </a:cubicBezTo>
                  <a:cubicBezTo>
                    <a:pt x="200" y="37"/>
                    <a:pt x="200" y="37"/>
                    <a:pt x="200" y="37"/>
                  </a:cubicBezTo>
                  <a:cubicBezTo>
                    <a:pt x="201" y="36"/>
                    <a:pt x="202" y="36"/>
                    <a:pt x="203" y="36"/>
                  </a:cubicBezTo>
                  <a:cubicBezTo>
                    <a:pt x="203" y="36"/>
                    <a:pt x="203" y="36"/>
                    <a:pt x="203" y="36"/>
                  </a:cubicBezTo>
                  <a:cubicBezTo>
                    <a:pt x="203" y="36"/>
                    <a:pt x="203" y="36"/>
                    <a:pt x="203" y="36"/>
                  </a:cubicBezTo>
                  <a:cubicBezTo>
                    <a:pt x="204" y="36"/>
                    <a:pt x="205" y="36"/>
                    <a:pt x="205" y="36"/>
                  </a:cubicBezTo>
                  <a:cubicBezTo>
                    <a:pt x="206" y="36"/>
                    <a:pt x="206" y="36"/>
                    <a:pt x="206" y="36"/>
                  </a:cubicBezTo>
                  <a:cubicBezTo>
                    <a:pt x="206" y="36"/>
                    <a:pt x="206" y="36"/>
                    <a:pt x="206" y="36"/>
                  </a:cubicBezTo>
                  <a:cubicBezTo>
                    <a:pt x="205" y="37"/>
                    <a:pt x="205" y="37"/>
                    <a:pt x="203" y="37"/>
                  </a:cubicBezTo>
                  <a:cubicBezTo>
                    <a:pt x="203" y="37"/>
                    <a:pt x="202" y="37"/>
                    <a:pt x="201" y="37"/>
                  </a:cubicBezTo>
                  <a:cubicBezTo>
                    <a:pt x="201" y="37"/>
                    <a:pt x="201" y="37"/>
                    <a:pt x="200" y="37"/>
                  </a:cubicBezTo>
                  <a:cubicBezTo>
                    <a:pt x="200" y="37"/>
                    <a:pt x="200" y="37"/>
                    <a:pt x="200" y="37"/>
                  </a:cubicBezTo>
                  <a:cubicBezTo>
                    <a:pt x="200" y="37"/>
                    <a:pt x="200" y="37"/>
                    <a:pt x="200" y="37"/>
                  </a:cubicBezTo>
                  <a:cubicBezTo>
                    <a:pt x="200" y="38"/>
                    <a:pt x="200" y="38"/>
                    <a:pt x="200" y="38"/>
                  </a:cubicBezTo>
                  <a:cubicBezTo>
                    <a:pt x="200" y="38"/>
                    <a:pt x="201" y="38"/>
                    <a:pt x="201" y="39"/>
                  </a:cubicBezTo>
                  <a:cubicBezTo>
                    <a:pt x="201" y="39"/>
                    <a:pt x="201" y="39"/>
                    <a:pt x="201" y="39"/>
                  </a:cubicBezTo>
                  <a:cubicBezTo>
                    <a:pt x="201" y="39"/>
                    <a:pt x="201" y="39"/>
                    <a:pt x="201" y="39"/>
                  </a:cubicBezTo>
                  <a:cubicBezTo>
                    <a:pt x="201" y="39"/>
                    <a:pt x="200" y="38"/>
                    <a:pt x="199" y="38"/>
                  </a:cubicBezTo>
                  <a:cubicBezTo>
                    <a:pt x="199" y="38"/>
                    <a:pt x="199" y="38"/>
                    <a:pt x="199" y="38"/>
                  </a:cubicBezTo>
                  <a:cubicBezTo>
                    <a:pt x="198" y="38"/>
                    <a:pt x="198" y="39"/>
                    <a:pt x="198" y="39"/>
                  </a:cubicBezTo>
                  <a:cubicBezTo>
                    <a:pt x="198" y="40"/>
                    <a:pt x="197" y="40"/>
                    <a:pt x="197" y="41"/>
                  </a:cubicBezTo>
                  <a:cubicBezTo>
                    <a:pt x="197" y="41"/>
                    <a:pt x="197" y="41"/>
                    <a:pt x="197" y="42"/>
                  </a:cubicBezTo>
                  <a:cubicBezTo>
                    <a:pt x="197" y="42"/>
                    <a:pt x="197" y="42"/>
                    <a:pt x="197" y="42"/>
                  </a:cubicBezTo>
                  <a:cubicBezTo>
                    <a:pt x="197" y="42"/>
                    <a:pt x="197" y="42"/>
                    <a:pt x="197" y="42"/>
                  </a:cubicBezTo>
                  <a:cubicBezTo>
                    <a:pt x="197" y="42"/>
                    <a:pt x="197" y="42"/>
                    <a:pt x="197" y="42"/>
                  </a:cubicBezTo>
                  <a:cubicBezTo>
                    <a:pt x="196" y="42"/>
                    <a:pt x="195" y="42"/>
                    <a:pt x="195" y="42"/>
                  </a:cubicBezTo>
                  <a:cubicBezTo>
                    <a:pt x="195" y="42"/>
                    <a:pt x="194" y="42"/>
                    <a:pt x="194" y="42"/>
                  </a:cubicBezTo>
                  <a:cubicBezTo>
                    <a:pt x="194" y="42"/>
                    <a:pt x="193" y="43"/>
                    <a:pt x="192" y="43"/>
                  </a:cubicBezTo>
                  <a:cubicBezTo>
                    <a:pt x="192" y="43"/>
                    <a:pt x="192" y="43"/>
                    <a:pt x="192" y="43"/>
                  </a:cubicBezTo>
                  <a:cubicBezTo>
                    <a:pt x="192" y="43"/>
                    <a:pt x="191" y="42"/>
                    <a:pt x="190" y="42"/>
                  </a:cubicBezTo>
                  <a:cubicBezTo>
                    <a:pt x="190" y="42"/>
                    <a:pt x="190" y="42"/>
                    <a:pt x="190" y="42"/>
                  </a:cubicBezTo>
                  <a:cubicBezTo>
                    <a:pt x="189" y="42"/>
                    <a:pt x="189" y="42"/>
                    <a:pt x="189" y="42"/>
                  </a:cubicBezTo>
                  <a:cubicBezTo>
                    <a:pt x="189" y="42"/>
                    <a:pt x="189" y="42"/>
                    <a:pt x="189" y="42"/>
                  </a:cubicBezTo>
                  <a:cubicBezTo>
                    <a:pt x="189" y="42"/>
                    <a:pt x="189" y="42"/>
                    <a:pt x="189" y="42"/>
                  </a:cubicBezTo>
                  <a:cubicBezTo>
                    <a:pt x="189" y="42"/>
                    <a:pt x="188" y="42"/>
                    <a:pt x="188" y="42"/>
                  </a:cubicBezTo>
                  <a:cubicBezTo>
                    <a:pt x="188" y="41"/>
                    <a:pt x="188" y="41"/>
                    <a:pt x="188" y="41"/>
                  </a:cubicBezTo>
                  <a:cubicBezTo>
                    <a:pt x="188" y="41"/>
                    <a:pt x="188" y="41"/>
                    <a:pt x="188" y="40"/>
                  </a:cubicBezTo>
                  <a:cubicBezTo>
                    <a:pt x="188" y="40"/>
                    <a:pt x="188" y="39"/>
                    <a:pt x="188" y="39"/>
                  </a:cubicBezTo>
                  <a:cubicBezTo>
                    <a:pt x="188" y="39"/>
                    <a:pt x="188" y="39"/>
                    <a:pt x="187" y="39"/>
                  </a:cubicBezTo>
                  <a:cubicBezTo>
                    <a:pt x="187" y="39"/>
                    <a:pt x="187" y="39"/>
                    <a:pt x="187" y="39"/>
                  </a:cubicBezTo>
                  <a:cubicBezTo>
                    <a:pt x="187" y="39"/>
                    <a:pt x="187" y="39"/>
                    <a:pt x="187" y="38"/>
                  </a:cubicBezTo>
                  <a:close/>
                  <a:moveTo>
                    <a:pt x="196" y="59"/>
                  </a:moveTo>
                  <a:cubicBezTo>
                    <a:pt x="196" y="59"/>
                    <a:pt x="194" y="58"/>
                    <a:pt x="194" y="58"/>
                  </a:cubicBezTo>
                  <a:cubicBezTo>
                    <a:pt x="193" y="58"/>
                    <a:pt x="192" y="57"/>
                    <a:pt x="192" y="56"/>
                  </a:cubicBezTo>
                  <a:cubicBezTo>
                    <a:pt x="191" y="55"/>
                    <a:pt x="191" y="55"/>
                    <a:pt x="190" y="55"/>
                  </a:cubicBezTo>
                  <a:cubicBezTo>
                    <a:pt x="190" y="55"/>
                    <a:pt x="190" y="54"/>
                    <a:pt x="190" y="54"/>
                  </a:cubicBezTo>
                  <a:cubicBezTo>
                    <a:pt x="190" y="54"/>
                    <a:pt x="190" y="54"/>
                    <a:pt x="190" y="54"/>
                  </a:cubicBezTo>
                  <a:cubicBezTo>
                    <a:pt x="190" y="54"/>
                    <a:pt x="190" y="54"/>
                    <a:pt x="190" y="54"/>
                  </a:cubicBezTo>
                  <a:cubicBezTo>
                    <a:pt x="190" y="54"/>
                    <a:pt x="190" y="54"/>
                    <a:pt x="190" y="54"/>
                  </a:cubicBezTo>
                  <a:cubicBezTo>
                    <a:pt x="190" y="54"/>
                    <a:pt x="190" y="54"/>
                    <a:pt x="190" y="54"/>
                  </a:cubicBezTo>
                  <a:cubicBezTo>
                    <a:pt x="190" y="54"/>
                    <a:pt x="191" y="54"/>
                    <a:pt x="191" y="55"/>
                  </a:cubicBezTo>
                  <a:cubicBezTo>
                    <a:pt x="192" y="56"/>
                    <a:pt x="194" y="57"/>
                    <a:pt x="194" y="57"/>
                  </a:cubicBezTo>
                  <a:cubicBezTo>
                    <a:pt x="195" y="58"/>
                    <a:pt x="196" y="59"/>
                    <a:pt x="196" y="59"/>
                  </a:cubicBezTo>
                  <a:cubicBezTo>
                    <a:pt x="196" y="59"/>
                    <a:pt x="196" y="59"/>
                    <a:pt x="196" y="59"/>
                  </a:cubicBezTo>
                  <a:close/>
                  <a:moveTo>
                    <a:pt x="178" y="48"/>
                  </a:moveTo>
                  <a:cubicBezTo>
                    <a:pt x="178" y="48"/>
                    <a:pt x="178" y="48"/>
                    <a:pt x="178" y="48"/>
                  </a:cubicBezTo>
                  <a:cubicBezTo>
                    <a:pt x="178" y="48"/>
                    <a:pt x="178" y="48"/>
                    <a:pt x="178" y="48"/>
                  </a:cubicBezTo>
                  <a:cubicBezTo>
                    <a:pt x="178" y="48"/>
                    <a:pt x="178" y="48"/>
                    <a:pt x="178" y="48"/>
                  </a:cubicBezTo>
                  <a:cubicBezTo>
                    <a:pt x="178" y="48"/>
                    <a:pt x="178" y="48"/>
                    <a:pt x="178" y="48"/>
                  </a:cubicBezTo>
                  <a:close/>
                  <a:moveTo>
                    <a:pt x="211" y="110"/>
                  </a:moveTo>
                  <a:cubicBezTo>
                    <a:pt x="210" y="111"/>
                    <a:pt x="210" y="111"/>
                    <a:pt x="210" y="111"/>
                  </a:cubicBezTo>
                  <a:cubicBezTo>
                    <a:pt x="210" y="111"/>
                    <a:pt x="210" y="111"/>
                    <a:pt x="210" y="111"/>
                  </a:cubicBezTo>
                  <a:cubicBezTo>
                    <a:pt x="210" y="111"/>
                    <a:pt x="210" y="111"/>
                    <a:pt x="210" y="111"/>
                  </a:cubicBezTo>
                  <a:cubicBezTo>
                    <a:pt x="210" y="111"/>
                    <a:pt x="210" y="111"/>
                    <a:pt x="210" y="111"/>
                  </a:cubicBezTo>
                  <a:cubicBezTo>
                    <a:pt x="210" y="111"/>
                    <a:pt x="210" y="110"/>
                    <a:pt x="210" y="110"/>
                  </a:cubicBezTo>
                  <a:cubicBezTo>
                    <a:pt x="210" y="110"/>
                    <a:pt x="210" y="109"/>
                    <a:pt x="210" y="109"/>
                  </a:cubicBezTo>
                  <a:cubicBezTo>
                    <a:pt x="210" y="109"/>
                    <a:pt x="210" y="109"/>
                    <a:pt x="210" y="109"/>
                  </a:cubicBezTo>
                  <a:cubicBezTo>
                    <a:pt x="210" y="109"/>
                    <a:pt x="210" y="108"/>
                    <a:pt x="211" y="108"/>
                  </a:cubicBezTo>
                  <a:cubicBezTo>
                    <a:pt x="211" y="108"/>
                    <a:pt x="211" y="108"/>
                    <a:pt x="211" y="108"/>
                  </a:cubicBezTo>
                  <a:cubicBezTo>
                    <a:pt x="211" y="108"/>
                    <a:pt x="211" y="108"/>
                    <a:pt x="211" y="108"/>
                  </a:cubicBezTo>
                  <a:cubicBezTo>
                    <a:pt x="211" y="108"/>
                    <a:pt x="211" y="109"/>
                    <a:pt x="211" y="109"/>
                  </a:cubicBezTo>
                  <a:cubicBezTo>
                    <a:pt x="211" y="109"/>
                    <a:pt x="211" y="109"/>
                    <a:pt x="211" y="109"/>
                  </a:cubicBezTo>
                  <a:cubicBezTo>
                    <a:pt x="211" y="109"/>
                    <a:pt x="211" y="110"/>
                    <a:pt x="211" y="110"/>
                  </a:cubicBezTo>
                  <a:close/>
                  <a:moveTo>
                    <a:pt x="211" y="71"/>
                  </a:moveTo>
                  <a:cubicBezTo>
                    <a:pt x="211" y="71"/>
                    <a:pt x="211" y="71"/>
                    <a:pt x="211" y="71"/>
                  </a:cubicBezTo>
                  <a:cubicBezTo>
                    <a:pt x="211" y="71"/>
                    <a:pt x="211" y="71"/>
                    <a:pt x="211" y="71"/>
                  </a:cubicBezTo>
                  <a:cubicBezTo>
                    <a:pt x="210" y="71"/>
                    <a:pt x="210" y="71"/>
                    <a:pt x="210" y="71"/>
                  </a:cubicBezTo>
                  <a:cubicBezTo>
                    <a:pt x="209" y="70"/>
                    <a:pt x="209" y="70"/>
                    <a:pt x="209" y="70"/>
                  </a:cubicBezTo>
                  <a:cubicBezTo>
                    <a:pt x="208" y="70"/>
                    <a:pt x="208" y="70"/>
                    <a:pt x="208" y="70"/>
                  </a:cubicBezTo>
                  <a:cubicBezTo>
                    <a:pt x="208" y="70"/>
                    <a:pt x="207" y="70"/>
                    <a:pt x="206" y="71"/>
                  </a:cubicBezTo>
                  <a:cubicBezTo>
                    <a:pt x="206" y="71"/>
                    <a:pt x="206" y="70"/>
                    <a:pt x="206" y="70"/>
                  </a:cubicBezTo>
                  <a:cubicBezTo>
                    <a:pt x="206" y="70"/>
                    <a:pt x="206" y="70"/>
                    <a:pt x="206" y="70"/>
                  </a:cubicBezTo>
                  <a:cubicBezTo>
                    <a:pt x="206" y="70"/>
                    <a:pt x="206" y="70"/>
                    <a:pt x="205" y="70"/>
                  </a:cubicBezTo>
                  <a:cubicBezTo>
                    <a:pt x="205" y="70"/>
                    <a:pt x="205" y="70"/>
                    <a:pt x="204" y="70"/>
                  </a:cubicBezTo>
                  <a:cubicBezTo>
                    <a:pt x="204" y="70"/>
                    <a:pt x="203" y="70"/>
                    <a:pt x="202" y="70"/>
                  </a:cubicBezTo>
                  <a:cubicBezTo>
                    <a:pt x="202" y="70"/>
                    <a:pt x="201" y="69"/>
                    <a:pt x="200" y="69"/>
                  </a:cubicBezTo>
                  <a:cubicBezTo>
                    <a:pt x="200" y="69"/>
                    <a:pt x="199" y="69"/>
                    <a:pt x="199" y="69"/>
                  </a:cubicBezTo>
                  <a:cubicBezTo>
                    <a:pt x="199" y="69"/>
                    <a:pt x="198" y="69"/>
                    <a:pt x="198" y="69"/>
                  </a:cubicBezTo>
                  <a:cubicBezTo>
                    <a:pt x="197" y="70"/>
                    <a:pt x="197" y="70"/>
                    <a:pt x="196" y="71"/>
                  </a:cubicBezTo>
                  <a:cubicBezTo>
                    <a:pt x="196" y="71"/>
                    <a:pt x="196" y="71"/>
                    <a:pt x="196" y="71"/>
                  </a:cubicBezTo>
                  <a:cubicBezTo>
                    <a:pt x="195" y="71"/>
                    <a:pt x="195" y="71"/>
                    <a:pt x="194" y="71"/>
                  </a:cubicBezTo>
                  <a:cubicBezTo>
                    <a:pt x="194" y="71"/>
                    <a:pt x="194" y="71"/>
                    <a:pt x="193" y="70"/>
                  </a:cubicBezTo>
                  <a:cubicBezTo>
                    <a:pt x="193" y="70"/>
                    <a:pt x="193" y="70"/>
                    <a:pt x="193" y="70"/>
                  </a:cubicBezTo>
                  <a:cubicBezTo>
                    <a:pt x="192" y="70"/>
                    <a:pt x="192" y="70"/>
                    <a:pt x="192" y="70"/>
                  </a:cubicBezTo>
                  <a:cubicBezTo>
                    <a:pt x="192" y="70"/>
                    <a:pt x="192" y="69"/>
                    <a:pt x="192" y="69"/>
                  </a:cubicBezTo>
                  <a:cubicBezTo>
                    <a:pt x="191" y="69"/>
                    <a:pt x="191" y="69"/>
                    <a:pt x="190" y="69"/>
                  </a:cubicBezTo>
                  <a:cubicBezTo>
                    <a:pt x="190" y="69"/>
                    <a:pt x="190" y="69"/>
                    <a:pt x="190" y="69"/>
                  </a:cubicBezTo>
                  <a:cubicBezTo>
                    <a:pt x="190" y="69"/>
                    <a:pt x="189" y="68"/>
                    <a:pt x="189" y="68"/>
                  </a:cubicBezTo>
                  <a:cubicBezTo>
                    <a:pt x="189" y="68"/>
                    <a:pt x="189" y="68"/>
                    <a:pt x="189" y="68"/>
                  </a:cubicBezTo>
                  <a:cubicBezTo>
                    <a:pt x="188" y="68"/>
                    <a:pt x="188" y="68"/>
                    <a:pt x="188" y="68"/>
                  </a:cubicBezTo>
                  <a:cubicBezTo>
                    <a:pt x="188" y="67"/>
                    <a:pt x="188" y="67"/>
                    <a:pt x="188" y="67"/>
                  </a:cubicBezTo>
                  <a:cubicBezTo>
                    <a:pt x="188" y="67"/>
                    <a:pt x="188" y="67"/>
                    <a:pt x="188" y="67"/>
                  </a:cubicBezTo>
                  <a:cubicBezTo>
                    <a:pt x="188" y="67"/>
                    <a:pt x="188" y="67"/>
                    <a:pt x="188" y="67"/>
                  </a:cubicBezTo>
                  <a:cubicBezTo>
                    <a:pt x="188" y="67"/>
                    <a:pt x="188" y="67"/>
                    <a:pt x="188" y="67"/>
                  </a:cubicBezTo>
                  <a:cubicBezTo>
                    <a:pt x="188" y="67"/>
                    <a:pt x="188" y="67"/>
                    <a:pt x="189" y="67"/>
                  </a:cubicBezTo>
                  <a:cubicBezTo>
                    <a:pt x="189" y="67"/>
                    <a:pt x="189" y="66"/>
                    <a:pt x="189" y="66"/>
                  </a:cubicBezTo>
                  <a:cubicBezTo>
                    <a:pt x="189" y="66"/>
                    <a:pt x="189" y="65"/>
                    <a:pt x="189" y="65"/>
                  </a:cubicBezTo>
                  <a:cubicBezTo>
                    <a:pt x="188" y="63"/>
                    <a:pt x="187" y="63"/>
                    <a:pt x="186" y="63"/>
                  </a:cubicBezTo>
                  <a:cubicBezTo>
                    <a:pt x="186" y="63"/>
                    <a:pt x="185" y="63"/>
                    <a:pt x="185" y="63"/>
                  </a:cubicBezTo>
                  <a:cubicBezTo>
                    <a:pt x="185" y="63"/>
                    <a:pt x="185" y="63"/>
                    <a:pt x="185" y="63"/>
                  </a:cubicBezTo>
                  <a:cubicBezTo>
                    <a:pt x="185" y="63"/>
                    <a:pt x="183" y="63"/>
                    <a:pt x="182" y="63"/>
                  </a:cubicBezTo>
                  <a:cubicBezTo>
                    <a:pt x="181" y="63"/>
                    <a:pt x="180" y="63"/>
                    <a:pt x="180" y="63"/>
                  </a:cubicBezTo>
                  <a:cubicBezTo>
                    <a:pt x="180" y="63"/>
                    <a:pt x="180" y="63"/>
                    <a:pt x="179" y="63"/>
                  </a:cubicBezTo>
                  <a:cubicBezTo>
                    <a:pt x="178" y="64"/>
                    <a:pt x="177" y="64"/>
                    <a:pt x="176" y="65"/>
                  </a:cubicBezTo>
                  <a:cubicBezTo>
                    <a:pt x="176" y="65"/>
                    <a:pt x="174" y="65"/>
                    <a:pt x="174" y="66"/>
                  </a:cubicBezTo>
                  <a:cubicBezTo>
                    <a:pt x="174" y="66"/>
                    <a:pt x="174" y="66"/>
                    <a:pt x="174" y="66"/>
                  </a:cubicBezTo>
                  <a:cubicBezTo>
                    <a:pt x="173" y="66"/>
                    <a:pt x="173" y="66"/>
                    <a:pt x="172" y="66"/>
                  </a:cubicBezTo>
                  <a:cubicBezTo>
                    <a:pt x="172" y="65"/>
                    <a:pt x="172" y="65"/>
                    <a:pt x="172" y="65"/>
                  </a:cubicBezTo>
                  <a:cubicBezTo>
                    <a:pt x="172" y="65"/>
                    <a:pt x="172" y="65"/>
                    <a:pt x="172" y="65"/>
                  </a:cubicBezTo>
                  <a:cubicBezTo>
                    <a:pt x="173" y="65"/>
                    <a:pt x="173" y="65"/>
                    <a:pt x="173" y="65"/>
                  </a:cubicBezTo>
                  <a:cubicBezTo>
                    <a:pt x="174" y="65"/>
                    <a:pt x="174" y="65"/>
                    <a:pt x="175" y="65"/>
                  </a:cubicBezTo>
                  <a:cubicBezTo>
                    <a:pt x="175" y="64"/>
                    <a:pt x="176" y="64"/>
                    <a:pt x="176" y="64"/>
                  </a:cubicBezTo>
                  <a:cubicBezTo>
                    <a:pt x="176" y="63"/>
                    <a:pt x="177" y="63"/>
                    <a:pt x="177" y="63"/>
                  </a:cubicBezTo>
                  <a:cubicBezTo>
                    <a:pt x="177" y="63"/>
                    <a:pt x="177" y="63"/>
                    <a:pt x="177" y="62"/>
                  </a:cubicBezTo>
                  <a:cubicBezTo>
                    <a:pt x="178" y="62"/>
                    <a:pt x="178" y="62"/>
                    <a:pt x="178" y="62"/>
                  </a:cubicBezTo>
                  <a:cubicBezTo>
                    <a:pt x="178" y="62"/>
                    <a:pt x="177" y="62"/>
                    <a:pt x="177" y="61"/>
                  </a:cubicBezTo>
                  <a:cubicBezTo>
                    <a:pt x="177" y="61"/>
                    <a:pt x="177" y="61"/>
                    <a:pt x="177" y="61"/>
                  </a:cubicBezTo>
                  <a:cubicBezTo>
                    <a:pt x="177" y="61"/>
                    <a:pt x="177" y="61"/>
                    <a:pt x="177" y="61"/>
                  </a:cubicBezTo>
                  <a:cubicBezTo>
                    <a:pt x="177" y="61"/>
                    <a:pt x="177" y="61"/>
                    <a:pt x="178" y="60"/>
                  </a:cubicBezTo>
                  <a:cubicBezTo>
                    <a:pt x="178" y="60"/>
                    <a:pt x="178" y="60"/>
                    <a:pt x="179" y="60"/>
                  </a:cubicBezTo>
                  <a:cubicBezTo>
                    <a:pt x="179" y="59"/>
                    <a:pt x="179" y="59"/>
                    <a:pt x="179" y="59"/>
                  </a:cubicBezTo>
                  <a:cubicBezTo>
                    <a:pt x="180" y="59"/>
                    <a:pt x="180" y="59"/>
                    <a:pt x="180" y="59"/>
                  </a:cubicBezTo>
                  <a:cubicBezTo>
                    <a:pt x="180" y="59"/>
                    <a:pt x="181" y="59"/>
                    <a:pt x="181" y="58"/>
                  </a:cubicBezTo>
                  <a:cubicBezTo>
                    <a:pt x="181" y="58"/>
                    <a:pt x="181" y="57"/>
                    <a:pt x="181" y="57"/>
                  </a:cubicBezTo>
                  <a:cubicBezTo>
                    <a:pt x="181" y="57"/>
                    <a:pt x="181" y="57"/>
                    <a:pt x="181" y="57"/>
                  </a:cubicBezTo>
                  <a:cubicBezTo>
                    <a:pt x="181" y="57"/>
                    <a:pt x="181" y="57"/>
                    <a:pt x="181" y="57"/>
                  </a:cubicBezTo>
                  <a:cubicBezTo>
                    <a:pt x="182" y="57"/>
                    <a:pt x="183" y="57"/>
                    <a:pt x="183" y="57"/>
                  </a:cubicBezTo>
                  <a:cubicBezTo>
                    <a:pt x="184" y="57"/>
                    <a:pt x="184" y="57"/>
                    <a:pt x="185" y="57"/>
                  </a:cubicBezTo>
                  <a:cubicBezTo>
                    <a:pt x="185" y="56"/>
                    <a:pt x="186" y="56"/>
                    <a:pt x="186" y="56"/>
                  </a:cubicBezTo>
                  <a:cubicBezTo>
                    <a:pt x="186" y="56"/>
                    <a:pt x="186" y="56"/>
                    <a:pt x="186" y="56"/>
                  </a:cubicBezTo>
                  <a:cubicBezTo>
                    <a:pt x="186" y="56"/>
                    <a:pt x="186" y="56"/>
                    <a:pt x="186" y="56"/>
                  </a:cubicBezTo>
                  <a:cubicBezTo>
                    <a:pt x="186" y="56"/>
                    <a:pt x="186" y="56"/>
                    <a:pt x="186" y="56"/>
                  </a:cubicBezTo>
                  <a:cubicBezTo>
                    <a:pt x="186" y="56"/>
                    <a:pt x="187" y="56"/>
                    <a:pt x="187" y="56"/>
                  </a:cubicBezTo>
                  <a:cubicBezTo>
                    <a:pt x="187" y="56"/>
                    <a:pt x="187" y="56"/>
                    <a:pt x="187" y="56"/>
                  </a:cubicBezTo>
                  <a:cubicBezTo>
                    <a:pt x="187" y="57"/>
                    <a:pt x="188" y="58"/>
                    <a:pt x="188" y="58"/>
                  </a:cubicBezTo>
                  <a:cubicBezTo>
                    <a:pt x="189" y="58"/>
                    <a:pt x="189" y="59"/>
                    <a:pt x="189" y="59"/>
                  </a:cubicBezTo>
                  <a:cubicBezTo>
                    <a:pt x="189" y="59"/>
                    <a:pt x="190" y="59"/>
                    <a:pt x="191" y="60"/>
                  </a:cubicBezTo>
                  <a:cubicBezTo>
                    <a:pt x="191" y="60"/>
                    <a:pt x="191" y="60"/>
                    <a:pt x="192" y="60"/>
                  </a:cubicBezTo>
                  <a:cubicBezTo>
                    <a:pt x="192" y="60"/>
                    <a:pt x="192" y="60"/>
                    <a:pt x="192" y="60"/>
                  </a:cubicBezTo>
                  <a:cubicBezTo>
                    <a:pt x="192" y="60"/>
                    <a:pt x="193" y="61"/>
                    <a:pt x="193" y="62"/>
                  </a:cubicBezTo>
                  <a:cubicBezTo>
                    <a:pt x="193" y="62"/>
                    <a:pt x="193" y="63"/>
                    <a:pt x="194" y="63"/>
                  </a:cubicBezTo>
                  <a:cubicBezTo>
                    <a:pt x="194" y="63"/>
                    <a:pt x="195" y="62"/>
                    <a:pt x="195" y="62"/>
                  </a:cubicBezTo>
                  <a:cubicBezTo>
                    <a:pt x="195" y="62"/>
                    <a:pt x="195" y="62"/>
                    <a:pt x="195" y="62"/>
                  </a:cubicBezTo>
                  <a:cubicBezTo>
                    <a:pt x="195" y="61"/>
                    <a:pt x="195" y="61"/>
                    <a:pt x="195" y="61"/>
                  </a:cubicBezTo>
                  <a:cubicBezTo>
                    <a:pt x="195" y="61"/>
                    <a:pt x="195" y="61"/>
                    <a:pt x="195" y="61"/>
                  </a:cubicBezTo>
                  <a:cubicBezTo>
                    <a:pt x="195" y="61"/>
                    <a:pt x="196" y="60"/>
                    <a:pt x="196" y="60"/>
                  </a:cubicBezTo>
                  <a:cubicBezTo>
                    <a:pt x="196" y="60"/>
                    <a:pt x="196" y="60"/>
                    <a:pt x="196" y="60"/>
                  </a:cubicBezTo>
                  <a:cubicBezTo>
                    <a:pt x="196" y="60"/>
                    <a:pt x="196" y="60"/>
                    <a:pt x="196" y="60"/>
                  </a:cubicBezTo>
                  <a:cubicBezTo>
                    <a:pt x="196" y="61"/>
                    <a:pt x="197" y="61"/>
                    <a:pt x="197" y="62"/>
                  </a:cubicBezTo>
                  <a:cubicBezTo>
                    <a:pt x="197" y="62"/>
                    <a:pt x="198" y="62"/>
                    <a:pt x="198" y="63"/>
                  </a:cubicBezTo>
                  <a:cubicBezTo>
                    <a:pt x="198" y="64"/>
                    <a:pt x="198" y="64"/>
                    <a:pt x="199" y="65"/>
                  </a:cubicBezTo>
                  <a:cubicBezTo>
                    <a:pt x="199" y="65"/>
                    <a:pt x="199" y="65"/>
                    <a:pt x="199" y="65"/>
                  </a:cubicBezTo>
                  <a:cubicBezTo>
                    <a:pt x="200" y="65"/>
                    <a:pt x="200" y="65"/>
                    <a:pt x="201" y="64"/>
                  </a:cubicBezTo>
                  <a:cubicBezTo>
                    <a:pt x="201" y="64"/>
                    <a:pt x="201" y="64"/>
                    <a:pt x="202" y="64"/>
                  </a:cubicBezTo>
                  <a:cubicBezTo>
                    <a:pt x="202" y="64"/>
                    <a:pt x="202" y="63"/>
                    <a:pt x="202" y="63"/>
                  </a:cubicBezTo>
                  <a:cubicBezTo>
                    <a:pt x="202" y="63"/>
                    <a:pt x="202" y="63"/>
                    <a:pt x="202" y="63"/>
                  </a:cubicBezTo>
                  <a:cubicBezTo>
                    <a:pt x="202" y="62"/>
                    <a:pt x="202" y="62"/>
                    <a:pt x="201" y="61"/>
                  </a:cubicBezTo>
                  <a:cubicBezTo>
                    <a:pt x="201" y="61"/>
                    <a:pt x="201" y="61"/>
                    <a:pt x="201" y="61"/>
                  </a:cubicBezTo>
                  <a:cubicBezTo>
                    <a:pt x="201" y="61"/>
                    <a:pt x="201" y="61"/>
                    <a:pt x="201" y="61"/>
                  </a:cubicBezTo>
                  <a:cubicBezTo>
                    <a:pt x="201" y="61"/>
                    <a:pt x="202" y="60"/>
                    <a:pt x="202" y="60"/>
                  </a:cubicBezTo>
                  <a:cubicBezTo>
                    <a:pt x="202" y="60"/>
                    <a:pt x="203" y="60"/>
                    <a:pt x="203" y="60"/>
                  </a:cubicBezTo>
                  <a:cubicBezTo>
                    <a:pt x="203" y="60"/>
                    <a:pt x="203" y="60"/>
                    <a:pt x="203" y="60"/>
                  </a:cubicBezTo>
                  <a:cubicBezTo>
                    <a:pt x="203" y="60"/>
                    <a:pt x="203" y="60"/>
                    <a:pt x="203" y="61"/>
                  </a:cubicBezTo>
                  <a:cubicBezTo>
                    <a:pt x="203" y="62"/>
                    <a:pt x="203" y="62"/>
                    <a:pt x="203" y="62"/>
                  </a:cubicBezTo>
                  <a:cubicBezTo>
                    <a:pt x="203" y="63"/>
                    <a:pt x="203" y="63"/>
                    <a:pt x="203" y="63"/>
                  </a:cubicBezTo>
                  <a:cubicBezTo>
                    <a:pt x="203" y="63"/>
                    <a:pt x="203" y="63"/>
                    <a:pt x="204" y="64"/>
                  </a:cubicBezTo>
                  <a:cubicBezTo>
                    <a:pt x="204" y="64"/>
                    <a:pt x="204" y="64"/>
                    <a:pt x="205" y="64"/>
                  </a:cubicBezTo>
                  <a:cubicBezTo>
                    <a:pt x="205" y="64"/>
                    <a:pt x="205" y="65"/>
                    <a:pt x="205" y="65"/>
                  </a:cubicBezTo>
                  <a:cubicBezTo>
                    <a:pt x="206" y="65"/>
                    <a:pt x="207" y="65"/>
                    <a:pt x="207" y="65"/>
                  </a:cubicBezTo>
                  <a:cubicBezTo>
                    <a:pt x="208" y="65"/>
                    <a:pt x="208" y="65"/>
                    <a:pt x="208" y="65"/>
                  </a:cubicBezTo>
                  <a:cubicBezTo>
                    <a:pt x="208" y="65"/>
                    <a:pt x="208" y="65"/>
                    <a:pt x="208" y="65"/>
                  </a:cubicBezTo>
                  <a:cubicBezTo>
                    <a:pt x="208" y="65"/>
                    <a:pt x="209" y="65"/>
                    <a:pt x="210" y="66"/>
                  </a:cubicBezTo>
                  <a:cubicBezTo>
                    <a:pt x="210" y="66"/>
                    <a:pt x="210" y="66"/>
                    <a:pt x="210" y="66"/>
                  </a:cubicBezTo>
                  <a:cubicBezTo>
                    <a:pt x="211" y="66"/>
                    <a:pt x="211" y="65"/>
                    <a:pt x="212" y="65"/>
                  </a:cubicBezTo>
                  <a:cubicBezTo>
                    <a:pt x="212" y="65"/>
                    <a:pt x="213" y="65"/>
                    <a:pt x="213" y="65"/>
                  </a:cubicBezTo>
                  <a:cubicBezTo>
                    <a:pt x="213" y="65"/>
                    <a:pt x="213" y="65"/>
                    <a:pt x="213" y="65"/>
                  </a:cubicBezTo>
                  <a:cubicBezTo>
                    <a:pt x="213" y="65"/>
                    <a:pt x="213" y="65"/>
                    <a:pt x="213" y="65"/>
                  </a:cubicBezTo>
                  <a:cubicBezTo>
                    <a:pt x="213" y="66"/>
                    <a:pt x="212" y="68"/>
                    <a:pt x="212" y="69"/>
                  </a:cubicBezTo>
                  <a:cubicBezTo>
                    <a:pt x="211" y="70"/>
                    <a:pt x="211" y="70"/>
                    <a:pt x="211" y="71"/>
                  </a:cubicBezTo>
                  <a:close/>
                  <a:moveTo>
                    <a:pt x="220" y="91"/>
                  </a:moveTo>
                  <a:cubicBezTo>
                    <a:pt x="219" y="91"/>
                    <a:pt x="219" y="91"/>
                    <a:pt x="219" y="91"/>
                  </a:cubicBezTo>
                  <a:cubicBezTo>
                    <a:pt x="219" y="91"/>
                    <a:pt x="219" y="91"/>
                    <a:pt x="219" y="91"/>
                  </a:cubicBezTo>
                  <a:cubicBezTo>
                    <a:pt x="219" y="91"/>
                    <a:pt x="219" y="90"/>
                    <a:pt x="218" y="90"/>
                  </a:cubicBezTo>
                  <a:cubicBezTo>
                    <a:pt x="218" y="90"/>
                    <a:pt x="218" y="89"/>
                    <a:pt x="217" y="89"/>
                  </a:cubicBezTo>
                  <a:cubicBezTo>
                    <a:pt x="217" y="87"/>
                    <a:pt x="216" y="86"/>
                    <a:pt x="216" y="85"/>
                  </a:cubicBezTo>
                  <a:cubicBezTo>
                    <a:pt x="215" y="84"/>
                    <a:pt x="215" y="82"/>
                    <a:pt x="214" y="80"/>
                  </a:cubicBezTo>
                  <a:cubicBezTo>
                    <a:pt x="213" y="79"/>
                    <a:pt x="213" y="77"/>
                    <a:pt x="212" y="76"/>
                  </a:cubicBezTo>
                  <a:cubicBezTo>
                    <a:pt x="212" y="75"/>
                    <a:pt x="212" y="75"/>
                    <a:pt x="212" y="75"/>
                  </a:cubicBezTo>
                  <a:cubicBezTo>
                    <a:pt x="212" y="75"/>
                    <a:pt x="213" y="75"/>
                    <a:pt x="213" y="75"/>
                  </a:cubicBezTo>
                  <a:cubicBezTo>
                    <a:pt x="213" y="75"/>
                    <a:pt x="213" y="75"/>
                    <a:pt x="213" y="75"/>
                  </a:cubicBezTo>
                  <a:cubicBezTo>
                    <a:pt x="213" y="76"/>
                    <a:pt x="214" y="77"/>
                    <a:pt x="214" y="78"/>
                  </a:cubicBezTo>
                  <a:cubicBezTo>
                    <a:pt x="214" y="79"/>
                    <a:pt x="215" y="79"/>
                    <a:pt x="215" y="79"/>
                  </a:cubicBezTo>
                  <a:cubicBezTo>
                    <a:pt x="215" y="80"/>
                    <a:pt x="215" y="80"/>
                    <a:pt x="215" y="80"/>
                  </a:cubicBezTo>
                  <a:cubicBezTo>
                    <a:pt x="215" y="81"/>
                    <a:pt x="216" y="81"/>
                    <a:pt x="216" y="82"/>
                  </a:cubicBezTo>
                  <a:cubicBezTo>
                    <a:pt x="216" y="83"/>
                    <a:pt x="216" y="83"/>
                    <a:pt x="216" y="83"/>
                  </a:cubicBezTo>
                  <a:cubicBezTo>
                    <a:pt x="216" y="84"/>
                    <a:pt x="216" y="84"/>
                    <a:pt x="217" y="84"/>
                  </a:cubicBezTo>
                  <a:cubicBezTo>
                    <a:pt x="217" y="84"/>
                    <a:pt x="217" y="85"/>
                    <a:pt x="218" y="85"/>
                  </a:cubicBezTo>
                  <a:cubicBezTo>
                    <a:pt x="218" y="86"/>
                    <a:pt x="219" y="86"/>
                    <a:pt x="219" y="86"/>
                  </a:cubicBezTo>
                  <a:cubicBezTo>
                    <a:pt x="219" y="87"/>
                    <a:pt x="219" y="88"/>
                    <a:pt x="220" y="89"/>
                  </a:cubicBezTo>
                  <a:cubicBezTo>
                    <a:pt x="220" y="90"/>
                    <a:pt x="220" y="91"/>
                    <a:pt x="220" y="92"/>
                  </a:cubicBezTo>
                  <a:cubicBezTo>
                    <a:pt x="220" y="92"/>
                    <a:pt x="220" y="92"/>
                    <a:pt x="220" y="92"/>
                  </a:cubicBezTo>
                  <a:cubicBezTo>
                    <a:pt x="220" y="92"/>
                    <a:pt x="220" y="92"/>
                    <a:pt x="220" y="91"/>
                  </a:cubicBezTo>
                  <a:close/>
                  <a:moveTo>
                    <a:pt x="228" y="56"/>
                  </a:moveTo>
                  <a:cubicBezTo>
                    <a:pt x="228" y="56"/>
                    <a:pt x="228" y="56"/>
                    <a:pt x="228" y="56"/>
                  </a:cubicBezTo>
                  <a:cubicBezTo>
                    <a:pt x="228" y="56"/>
                    <a:pt x="228" y="56"/>
                    <a:pt x="228" y="56"/>
                  </a:cubicBezTo>
                  <a:cubicBezTo>
                    <a:pt x="228" y="56"/>
                    <a:pt x="228" y="56"/>
                    <a:pt x="229" y="56"/>
                  </a:cubicBezTo>
                  <a:cubicBezTo>
                    <a:pt x="229" y="56"/>
                    <a:pt x="229" y="57"/>
                    <a:pt x="229" y="58"/>
                  </a:cubicBezTo>
                  <a:cubicBezTo>
                    <a:pt x="230" y="58"/>
                    <a:pt x="230" y="58"/>
                    <a:pt x="230" y="58"/>
                  </a:cubicBezTo>
                  <a:cubicBezTo>
                    <a:pt x="231" y="58"/>
                    <a:pt x="231" y="58"/>
                    <a:pt x="231" y="58"/>
                  </a:cubicBezTo>
                  <a:cubicBezTo>
                    <a:pt x="231" y="59"/>
                    <a:pt x="231" y="59"/>
                    <a:pt x="230" y="59"/>
                  </a:cubicBezTo>
                  <a:cubicBezTo>
                    <a:pt x="230" y="59"/>
                    <a:pt x="230" y="59"/>
                    <a:pt x="230" y="60"/>
                  </a:cubicBezTo>
                  <a:cubicBezTo>
                    <a:pt x="230" y="60"/>
                    <a:pt x="230" y="60"/>
                    <a:pt x="230" y="60"/>
                  </a:cubicBezTo>
                  <a:cubicBezTo>
                    <a:pt x="231" y="60"/>
                    <a:pt x="231" y="61"/>
                    <a:pt x="231" y="62"/>
                  </a:cubicBezTo>
                  <a:cubicBezTo>
                    <a:pt x="231" y="63"/>
                    <a:pt x="231" y="63"/>
                    <a:pt x="231" y="64"/>
                  </a:cubicBezTo>
                  <a:cubicBezTo>
                    <a:pt x="231" y="64"/>
                    <a:pt x="231" y="64"/>
                    <a:pt x="231" y="64"/>
                  </a:cubicBezTo>
                  <a:cubicBezTo>
                    <a:pt x="230" y="64"/>
                    <a:pt x="230" y="64"/>
                    <a:pt x="230" y="64"/>
                  </a:cubicBezTo>
                  <a:cubicBezTo>
                    <a:pt x="230" y="64"/>
                    <a:pt x="229" y="64"/>
                    <a:pt x="229" y="64"/>
                  </a:cubicBezTo>
                  <a:cubicBezTo>
                    <a:pt x="229" y="64"/>
                    <a:pt x="227" y="63"/>
                    <a:pt x="226" y="63"/>
                  </a:cubicBezTo>
                  <a:cubicBezTo>
                    <a:pt x="226" y="63"/>
                    <a:pt x="226" y="62"/>
                    <a:pt x="226" y="62"/>
                  </a:cubicBezTo>
                  <a:cubicBezTo>
                    <a:pt x="226" y="61"/>
                    <a:pt x="226" y="61"/>
                    <a:pt x="226" y="61"/>
                  </a:cubicBezTo>
                  <a:cubicBezTo>
                    <a:pt x="226" y="61"/>
                    <a:pt x="226" y="61"/>
                    <a:pt x="226" y="61"/>
                  </a:cubicBezTo>
                  <a:cubicBezTo>
                    <a:pt x="227" y="61"/>
                    <a:pt x="227" y="61"/>
                    <a:pt x="227" y="61"/>
                  </a:cubicBezTo>
                  <a:cubicBezTo>
                    <a:pt x="228" y="61"/>
                    <a:pt x="228" y="60"/>
                    <a:pt x="228" y="60"/>
                  </a:cubicBezTo>
                  <a:cubicBezTo>
                    <a:pt x="228" y="60"/>
                    <a:pt x="229" y="60"/>
                    <a:pt x="229" y="59"/>
                  </a:cubicBezTo>
                  <a:cubicBezTo>
                    <a:pt x="229" y="59"/>
                    <a:pt x="228" y="59"/>
                    <a:pt x="228" y="58"/>
                  </a:cubicBezTo>
                  <a:cubicBezTo>
                    <a:pt x="228" y="58"/>
                    <a:pt x="227" y="58"/>
                    <a:pt x="226" y="58"/>
                  </a:cubicBezTo>
                  <a:cubicBezTo>
                    <a:pt x="226" y="58"/>
                    <a:pt x="226" y="58"/>
                    <a:pt x="226" y="58"/>
                  </a:cubicBezTo>
                  <a:cubicBezTo>
                    <a:pt x="226" y="58"/>
                    <a:pt x="226" y="57"/>
                    <a:pt x="225" y="56"/>
                  </a:cubicBezTo>
                  <a:cubicBezTo>
                    <a:pt x="225" y="56"/>
                    <a:pt x="224" y="55"/>
                    <a:pt x="224" y="55"/>
                  </a:cubicBezTo>
                  <a:cubicBezTo>
                    <a:pt x="224" y="55"/>
                    <a:pt x="224" y="54"/>
                    <a:pt x="224" y="54"/>
                  </a:cubicBezTo>
                  <a:cubicBezTo>
                    <a:pt x="224" y="54"/>
                    <a:pt x="224" y="53"/>
                    <a:pt x="225" y="53"/>
                  </a:cubicBezTo>
                  <a:cubicBezTo>
                    <a:pt x="225" y="53"/>
                    <a:pt x="225" y="53"/>
                    <a:pt x="225" y="53"/>
                  </a:cubicBezTo>
                  <a:cubicBezTo>
                    <a:pt x="225" y="53"/>
                    <a:pt x="225" y="53"/>
                    <a:pt x="225" y="53"/>
                  </a:cubicBezTo>
                  <a:cubicBezTo>
                    <a:pt x="225" y="53"/>
                    <a:pt x="226" y="53"/>
                    <a:pt x="227" y="53"/>
                  </a:cubicBezTo>
                  <a:cubicBezTo>
                    <a:pt x="227" y="53"/>
                    <a:pt x="227" y="53"/>
                    <a:pt x="228" y="53"/>
                  </a:cubicBezTo>
                  <a:cubicBezTo>
                    <a:pt x="228" y="52"/>
                    <a:pt x="229" y="52"/>
                    <a:pt x="229" y="51"/>
                  </a:cubicBezTo>
                  <a:cubicBezTo>
                    <a:pt x="229" y="51"/>
                    <a:pt x="230" y="51"/>
                    <a:pt x="230" y="52"/>
                  </a:cubicBezTo>
                  <a:cubicBezTo>
                    <a:pt x="230" y="52"/>
                    <a:pt x="231" y="52"/>
                    <a:pt x="231" y="52"/>
                  </a:cubicBezTo>
                  <a:cubicBezTo>
                    <a:pt x="231" y="52"/>
                    <a:pt x="231" y="53"/>
                    <a:pt x="231" y="53"/>
                  </a:cubicBezTo>
                  <a:cubicBezTo>
                    <a:pt x="232" y="53"/>
                    <a:pt x="232" y="53"/>
                    <a:pt x="232" y="53"/>
                  </a:cubicBezTo>
                  <a:cubicBezTo>
                    <a:pt x="232" y="53"/>
                    <a:pt x="232" y="53"/>
                    <a:pt x="232" y="53"/>
                  </a:cubicBezTo>
                  <a:cubicBezTo>
                    <a:pt x="232" y="54"/>
                    <a:pt x="231" y="54"/>
                    <a:pt x="231" y="54"/>
                  </a:cubicBezTo>
                  <a:cubicBezTo>
                    <a:pt x="230" y="54"/>
                    <a:pt x="230" y="54"/>
                    <a:pt x="230" y="53"/>
                  </a:cubicBezTo>
                  <a:cubicBezTo>
                    <a:pt x="230" y="53"/>
                    <a:pt x="230" y="53"/>
                    <a:pt x="229" y="53"/>
                  </a:cubicBezTo>
                  <a:cubicBezTo>
                    <a:pt x="228" y="53"/>
                    <a:pt x="228" y="54"/>
                    <a:pt x="228" y="55"/>
                  </a:cubicBezTo>
                  <a:cubicBezTo>
                    <a:pt x="227" y="55"/>
                    <a:pt x="227" y="55"/>
                    <a:pt x="227" y="55"/>
                  </a:cubicBezTo>
                  <a:cubicBezTo>
                    <a:pt x="227" y="55"/>
                    <a:pt x="227" y="56"/>
                    <a:pt x="228" y="56"/>
                  </a:cubicBezTo>
                  <a:close/>
                  <a:moveTo>
                    <a:pt x="256" y="26"/>
                  </a:moveTo>
                  <a:cubicBezTo>
                    <a:pt x="256" y="26"/>
                    <a:pt x="255" y="26"/>
                    <a:pt x="255" y="26"/>
                  </a:cubicBezTo>
                  <a:cubicBezTo>
                    <a:pt x="255" y="26"/>
                    <a:pt x="255" y="26"/>
                    <a:pt x="254" y="26"/>
                  </a:cubicBezTo>
                  <a:cubicBezTo>
                    <a:pt x="254" y="25"/>
                    <a:pt x="254" y="25"/>
                    <a:pt x="254" y="25"/>
                  </a:cubicBezTo>
                  <a:cubicBezTo>
                    <a:pt x="254" y="25"/>
                    <a:pt x="254" y="25"/>
                    <a:pt x="254" y="25"/>
                  </a:cubicBezTo>
                  <a:cubicBezTo>
                    <a:pt x="254" y="25"/>
                    <a:pt x="255" y="25"/>
                    <a:pt x="255" y="25"/>
                  </a:cubicBezTo>
                  <a:cubicBezTo>
                    <a:pt x="255" y="25"/>
                    <a:pt x="255" y="25"/>
                    <a:pt x="255" y="25"/>
                  </a:cubicBezTo>
                  <a:cubicBezTo>
                    <a:pt x="255" y="25"/>
                    <a:pt x="255" y="25"/>
                    <a:pt x="255" y="25"/>
                  </a:cubicBezTo>
                  <a:cubicBezTo>
                    <a:pt x="256" y="25"/>
                    <a:pt x="256" y="25"/>
                    <a:pt x="256" y="26"/>
                  </a:cubicBezTo>
                  <a:cubicBezTo>
                    <a:pt x="256" y="26"/>
                    <a:pt x="256" y="26"/>
                    <a:pt x="256" y="26"/>
                  </a:cubicBezTo>
                  <a:cubicBezTo>
                    <a:pt x="256" y="26"/>
                    <a:pt x="256" y="26"/>
                    <a:pt x="256" y="26"/>
                  </a:cubicBezTo>
                  <a:close/>
                  <a:moveTo>
                    <a:pt x="261" y="24"/>
                  </a:moveTo>
                  <a:cubicBezTo>
                    <a:pt x="261" y="24"/>
                    <a:pt x="261" y="24"/>
                    <a:pt x="261" y="24"/>
                  </a:cubicBezTo>
                  <a:cubicBezTo>
                    <a:pt x="261" y="24"/>
                    <a:pt x="261" y="24"/>
                    <a:pt x="261" y="24"/>
                  </a:cubicBezTo>
                  <a:cubicBezTo>
                    <a:pt x="261" y="24"/>
                    <a:pt x="261" y="24"/>
                    <a:pt x="261" y="23"/>
                  </a:cubicBezTo>
                  <a:cubicBezTo>
                    <a:pt x="261" y="23"/>
                    <a:pt x="261" y="22"/>
                    <a:pt x="260" y="22"/>
                  </a:cubicBezTo>
                  <a:cubicBezTo>
                    <a:pt x="260" y="22"/>
                    <a:pt x="260" y="22"/>
                    <a:pt x="260" y="22"/>
                  </a:cubicBezTo>
                  <a:cubicBezTo>
                    <a:pt x="260" y="22"/>
                    <a:pt x="260" y="22"/>
                    <a:pt x="261" y="22"/>
                  </a:cubicBezTo>
                  <a:cubicBezTo>
                    <a:pt x="261" y="22"/>
                    <a:pt x="261" y="22"/>
                    <a:pt x="261" y="22"/>
                  </a:cubicBezTo>
                  <a:cubicBezTo>
                    <a:pt x="261" y="22"/>
                    <a:pt x="261" y="22"/>
                    <a:pt x="261" y="22"/>
                  </a:cubicBezTo>
                  <a:cubicBezTo>
                    <a:pt x="261" y="22"/>
                    <a:pt x="261" y="22"/>
                    <a:pt x="261" y="22"/>
                  </a:cubicBezTo>
                  <a:cubicBezTo>
                    <a:pt x="261" y="23"/>
                    <a:pt x="261" y="23"/>
                    <a:pt x="261" y="23"/>
                  </a:cubicBezTo>
                  <a:cubicBezTo>
                    <a:pt x="261" y="24"/>
                    <a:pt x="261" y="24"/>
                    <a:pt x="261" y="24"/>
                  </a:cubicBezTo>
                  <a:close/>
                  <a:moveTo>
                    <a:pt x="186" y="58"/>
                  </a:moveTo>
                  <a:cubicBezTo>
                    <a:pt x="185" y="58"/>
                    <a:pt x="185" y="59"/>
                    <a:pt x="185" y="59"/>
                  </a:cubicBezTo>
                  <a:cubicBezTo>
                    <a:pt x="185" y="59"/>
                    <a:pt x="185" y="60"/>
                    <a:pt x="185" y="60"/>
                  </a:cubicBezTo>
                  <a:cubicBezTo>
                    <a:pt x="185" y="61"/>
                    <a:pt x="185" y="61"/>
                    <a:pt x="185" y="61"/>
                  </a:cubicBezTo>
                  <a:cubicBezTo>
                    <a:pt x="185" y="61"/>
                    <a:pt x="186" y="62"/>
                    <a:pt x="186" y="62"/>
                  </a:cubicBezTo>
                  <a:cubicBezTo>
                    <a:pt x="186" y="62"/>
                    <a:pt x="187" y="61"/>
                    <a:pt x="187" y="61"/>
                  </a:cubicBezTo>
                  <a:cubicBezTo>
                    <a:pt x="187" y="61"/>
                    <a:pt x="187" y="61"/>
                    <a:pt x="187" y="61"/>
                  </a:cubicBezTo>
                  <a:cubicBezTo>
                    <a:pt x="187" y="61"/>
                    <a:pt x="187" y="61"/>
                    <a:pt x="187" y="61"/>
                  </a:cubicBezTo>
                  <a:cubicBezTo>
                    <a:pt x="187" y="61"/>
                    <a:pt x="187" y="60"/>
                    <a:pt x="187" y="60"/>
                  </a:cubicBezTo>
                  <a:cubicBezTo>
                    <a:pt x="187" y="60"/>
                    <a:pt x="187" y="59"/>
                    <a:pt x="187" y="59"/>
                  </a:cubicBezTo>
                  <a:cubicBezTo>
                    <a:pt x="187" y="59"/>
                    <a:pt x="186" y="58"/>
                    <a:pt x="186" y="58"/>
                  </a:cubicBezTo>
                  <a:close/>
                  <a:moveTo>
                    <a:pt x="151" y="20"/>
                  </a:moveTo>
                  <a:cubicBezTo>
                    <a:pt x="151" y="20"/>
                    <a:pt x="151" y="20"/>
                    <a:pt x="151" y="20"/>
                  </a:cubicBezTo>
                  <a:cubicBezTo>
                    <a:pt x="151" y="20"/>
                    <a:pt x="152" y="20"/>
                    <a:pt x="152" y="20"/>
                  </a:cubicBezTo>
                  <a:cubicBezTo>
                    <a:pt x="153" y="20"/>
                    <a:pt x="153" y="20"/>
                    <a:pt x="153" y="20"/>
                  </a:cubicBezTo>
                  <a:cubicBezTo>
                    <a:pt x="154" y="20"/>
                    <a:pt x="154" y="20"/>
                    <a:pt x="154" y="19"/>
                  </a:cubicBezTo>
                  <a:cubicBezTo>
                    <a:pt x="154" y="19"/>
                    <a:pt x="154" y="19"/>
                    <a:pt x="154" y="19"/>
                  </a:cubicBezTo>
                  <a:cubicBezTo>
                    <a:pt x="153" y="19"/>
                    <a:pt x="153" y="19"/>
                    <a:pt x="153" y="19"/>
                  </a:cubicBezTo>
                  <a:cubicBezTo>
                    <a:pt x="154" y="19"/>
                    <a:pt x="154" y="19"/>
                    <a:pt x="154" y="19"/>
                  </a:cubicBezTo>
                  <a:cubicBezTo>
                    <a:pt x="154" y="19"/>
                    <a:pt x="154" y="19"/>
                    <a:pt x="154" y="19"/>
                  </a:cubicBezTo>
                  <a:cubicBezTo>
                    <a:pt x="154" y="18"/>
                    <a:pt x="154" y="17"/>
                    <a:pt x="154" y="17"/>
                  </a:cubicBezTo>
                  <a:cubicBezTo>
                    <a:pt x="154" y="17"/>
                    <a:pt x="154" y="16"/>
                    <a:pt x="154" y="16"/>
                  </a:cubicBezTo>
                  <a:cubicBezTo>
                    <a:pt x="154" y="16"/>
                    <a:pt x="155" y="16"/>
                    <a:pt x="155" y="15"/>
                  </a:cubicBezTo>
                  <a:cubicBezTo>
                    <a:pt x="155" y="15"/>
                    <a:pt x="155" y="15"/>
                    <a:pt x="154" y="15"/>
                  </a:cubicBezTo>
                  <a:cubicBezTo>
                    <a:pt x="154" y="15"/>
                    <a:pt x="154" y="15"/>
                    <a:pt x="154" y="15"/>
                  </a:cubicBezTo>
                  <a:cubicBezTo>
                    <a:pt x="154" y="15"/>
                    <a:pt x="154" y="15"/>
                    <a:pt x="154" y="15"/>
                  </a:cubicBezTo>
                  <a:cubicBezTo>
                    <a:pt x="154" y="15"/>
                    <a:pt x="154" y="15"/>
                    <a:pt x="154" y="15"/>
                  </a:cubicBezTo>
                  <a:cubicBezTo>
                    <a:pt x="154" y="15"/>
                    <a:pt x="153" y="15"/>
                    <a:pt x="153" y="14"/>
                  </a:cubicBezTo>
                  <a:cubicBezTo>
                    <a:pt x="153" y="14"/>
                    <a:pt x="153" y="14"/>
                    <a:pt x="153" y="14"/>
                  </a:cubicBezTo>
                  <a:cubicBezTo>
                    <a:pt x="153" y="13"/>
                    <a:pt x="154" y="13"/>
                    <a:pt x="154" y="13"/>
                  </a:cubicBezTo>
                  <a:cubicBezTo>
                    <a:pt x="154" y="12"/>
                    <a:pt x="155" y="12"/>
                    <a:pt x="156" y="11"/>
                  </a:cubicBezTo>
                  <a:cubicBezTo>
                    <a:pt x="156" y="10"/>
                    <a:pt x="157" y="9"/>
                    <a:pt x="158" y="9"/>
                  </a:cubicBezTo>
                  <a:cubicBezTo>
                    <a:pt x="159" y="9"/>
                    <a:pt x="159" y="8"/>
                    <a:pt x="159" y="7"/>
                  </a:cubicBezTo>
                  <a:cubicBezTo>
                    <a:pt x="159" y="7"/>
                    <a:pt x="159" y="6"/>
                    <a:pt x="159" y="6"/>
                  </a:cubicBezTo>
                  <a:cubicBezTo>
                    <a:pt x="158" y="6"/>
                    <a:pt x="158" y="6"/>
                    <a:pt x="157" y="6"/>
                  </a:cubicBezTo>
                  <a:cubicBezTo>
                    <a:pt x="156" y="6"/>
                    <a:pt x="155" y="6"/>
                    <a:pt x="155" y="6"/>
                  </a:cubicBezTo>
                  <a:cubicBezTo>
                    <a:pt x="154" y="7"/>
                    <a:pt x="154" y="7"/>
                    <a:pt x="154" y="8"/>
                  </a:cubicBezTo>
                  <a:cubicBezTo>
                    <a:pt x="153" y="8"/>
                    <a:pt x="153" y="8"/>
                    <a:pt x="153" y="8"/>
                  </a:cubicBezTo>
                  <a:cubicBezTo>
                    <a:pt x="152" y="8"/>
                    <a:pt x="152" y="8"/>
                    <a:pt x="152" y="8"/>
                  </a:cubicBezTo>
                  <a:cubicBezTo>
                    <a:pt x="152" y="8"/>
                    <a:pt x="152" y="8"/>
                    <a:pt x="151" y="7"/>
                  </a:cubicBezTo>
                  <a:cubicBezTo>
                    <a:pt x="151" y="6"/>
                    <a:pt x="151" y="6"/>
                    <a:pt x="150" y="5"/>
                  </a:cubicBezTo>
                  <a:cubicBezTo>
                    <a:pt x="150" y="5"/>
                    <a:pt x="150" y="4"/>
                    <a:pt x="150" y="3"/>
                  </a:cubicBezTo>
                  <a:cubicBezTo>
                    <a:pt x="150" y="3"/>
                    <a:pt x="150" y="2"/>
                    <a:pt x="149" y="2"/>
                  </a:cubicBezTo>
                  <a:cubicBezTo>
                    <a:pt x="149" y="1"/>
                    <a:pt x="149" y="1"/>
                    <a:pt x="149" y="1"/>
                  </a:cubicBezTo>
                  <a:cubicBezTo>
                    <a:pt x="149" y="1"/>
                    <a:pt x="148" y="1"/>
                    <a:pt x="148" y="1"/>
                  </a:cubicBezTo>
                  <a:cubicBezTo>
                    <a:pt x="148" y="1"/>
                    <a:pt x="147" y="1"/>
                    <a:pt x="147" y="1"/>
                  </a:cubicBezTo>
                  <a:cubicBezTo>
                    <a:pt x="147" y="1"/>
                    <a:pt x="147" y="1"/>
                    <a:pt x="146" y="1"/>
                  </a:cubicBezTo>
                  <a:cubicBezTo>
                    <a:pt x="146" y="1"/>
                    <a:pt x="145" y="1"/>
                    <a:pt x="145" y="1"/>
                  </a:cubicBezTo>
                  <a:cubicBezTo>
                    <a:pt x="145" y="1"/>
                    <a:pt x="144" y="2"/>
                    <a:pt x="144" y="2"/>
                  </a:cubicBezTo>
                  <a:cubicBezTo>
                    <a:pt x="144" y="2"/>
                    <a:pt x="144" y="2"/>
                    <a:pt x="144" y="2"/>
                  </a:cubicBezTo>
                  <a:cubicBezTo>
                    <a:pt x="144" y="1"/>
                    <a:pt x="144" y="1"/>
                    <a:pt x="144" y="1"/>
                  </a:cubicBezTo>
                  <a:cubicBezTo>
                    <a:pt x="144" y="1"/>
                    <a:pt x="143" y="1"/>
                    <a:pt x="143" y="1"/>
                  </a:cubicBezTo>
                  <a:cubicBezTo>
                    <a:pt x="142" y="0"/>
                    <a:pt x="140" y="0"/>
                    <a:pt x="138" y="0"/>
                  </a:cubicBezTo>
                  <a:cubicBezTo>
                    <a:pt x="138" y="0"/>
                    <a:pt x="138" y="0"/>
                    <a:pt x="138" y="0"/>
                  </a:cubicBezTo>
                  <a:cubicBezTo>
                    <a:pt x="137" y="0"/>
                    <a:pt x="136" y="0"/>
                    <a:pt x="135" y="0"/>
                  </a:cubicBezTo>
                  <a:cubicBezTo>
                    <a:pt x="133" y="0"/>
                    <a:pt x="131" y="0"/>
                    <a:pt x="130" y="1"/>
                  </a:cubicBezTo>
                  <a:cubicBezTo>
                    <a:pt x="129" y="1"/>
                    <a:pt x="129" y="2"/>
                    <a:pt x="128" y="2"/>
                  </a:cubicBezTo>
                  <a:cubicBezTo>
                    <a:pt x="128" y="2"/>
                    <a:pt x="128" y="2"/>
                    <a:pt x="128" y="2"/>
                  </a:cubicBezTo>
                  <a:cubicBezTo>
                    <a:pt x="128" y="2"/>
                    <a:pt x="128" y="2"/>
                    <a:pt x="127" y="2"/>
                  </a:cubicBezTo>
                  <a:cubicBezTo>
                    <a:pt x="127" y="2"/>
                    <a:pt x="127" y="2"/>
                    <a:pt x="127" y="2"/>
                  </a:cubicBezTo>
                  <a:cubicBezTo>
                    <a:pt x="127" y="3"/>
                    <a:pt x="127" y="3"/>
                    <a:pt x="126" y="4"/>
                  </a:cubicBezTo>
                  <a:cubicBezTo>
                    <a:pt x="126" y="4"/>
                    <a:pt x="126" y="4"/>
                    <a:pt x="126" y="4"/>
                  </a:cubicBezTo>
                  <a:cubicBezTo>
                    <a:pt x="126" y="4"/>
                    <a:pt x="126" y="4"/>
                    <a:pt x="126" y="4"/>
                  </a:cubicBezTo>
                  <a:cubicBezTo>
                    <a:pt x="126" y="4"/>
                    <a:pt x="126" y="4"/>
                    <a:pt x="126" y="4"/>
                  </a:cubicBezTo>
                  <a:cubicBezTo>
                    <a:pt x="126" y="3"/>
                    <a:pt x="125" y="3"/>
                    <a:pt x="125" y="3"/>
                  </a:cubicBezTo>
                  <a:cubicBezTo>
                    <a:pt x="125" y="3"/>
                    <a:pt x="125" y="3"/>
                    <a:pt x="125" y="3"/>
                  </a:cubicBezTo>
                  <a:cubicBezTo>
                    <a:pt x="124" y="3"/>
                    <a:pt x="124" y="3"/>
                    <a:pt x="124" y="3"/>
                  </a:cubicBezTo>
                  <a:cubicBezTo>
                    <a:pt x="123" y="4"/>
                    <a:pt x="124" y="4"/>
                    <a:pt x="124" y="5"/>
                  </a:cubicBezTo>
                  <a:cubicBezTo>
                    <a:pt x="124" y="5"/>
                    <a:pt x="124" y="5"/>
                    <a:pt x="124" y="5"/>
                  </a:cubicBezTo>
                  <a:cubicBezTo>
                    <a:pt x="124" y="5"/>
                    <a:pt x="123" y="6"/>
                    <a:pt x="123" y="6"/>
                  </a:cubicBezTo>
                  <a:cubicBezTo>
                    <a:pt x="123" y="6"/>
                    <a:pt x="123" y="7"/>
                    <a:pt x="122" y="7"/>
                  </a:cubicBezTo>
                  <a:cubicBezTo>
                    <a:pt x="121" y="7"/>
                    <a:pt x="121" y="6"/>
                    <a:pt x="121" y="6"/>
                  </a:cubicBezTo>
                  <a:cubicBezTo>
                    <a:pt x="121" y="6"/>
                    <a:pt x="120" y="6"/>
                    <a:pt x="119" y="6"/>
                  </a:cubicBezTo>
                  <a:cubicBezTo>
                    <a:pt x="118" y="6"/>
                    <a:pt x="118" y="6"/>
                    <a:pt x="118" y="6"/>
                  </a:cubicBezTo>
                  <a:cubicBezTo>
                    <a:pt x="117" y="6"/>
                    <a:pt x="116" y="6"/>
                    <a:pt x="115" y="6"/>
                  </a:cubicBezTo>
                  <a:cubicBezTo>
                    <a:pt x="114" y="7"/>
                    <a:pt x="114" y="7"/>
                    <a:pt x="114" y="7"/>
                  </a:cubicBezTo>
                  <a:cubicBezTo>
                    <a:pt x="113" y="7"/>
                    <a:pt x="113" y="7"/>
                    <a:pt x="113" y="8"/>
                  </a:cubicBezTo>
                  <a:cubicBezTo>
                    <a:pt x="113" y="8"/>
                    <a:pt x="113" y="8"/>
                    <a:pt x="113" y="8"/>
                  </a:cubicBezTo>
                  <a:cubicBezTo>
                    <a:pt x="113" y="8"/>
                    <a:pt x="113" y="8"/>
                    <a:pt x="113" y="8"/>
                  </a:cubicBezTo>
                  <a:cubicBezTo>
                    <a:pt x="113" y="8"/>
                    <a:pt x="113" y="8"/>
                    <a:pt x="113" y="9"/>
                  </a:cubicBezTo>
                  <a:cubicBezTo>
                    <a:pt x="113" y="9"/>
                    <a:pt x="113" y="9"/>
                    <a:pt x="113" y="9"/>
                  </a:cubicBezTo>
                  <a:cubicBezTo>
                    <a:pt x="113" y="9"/>
                    <a:pt x="113" y="9"/>
                    <a:pt x="113" y="9"/>
                  </a:cubicBezTo>
                  <a:cubicBezTo>
                    <a:pt x="113" y="9"/>
                    <a:pt x="113" y="9"/>
                    <a:pt x="113" y="9"/>
                  </a:cubicBezTo>
                  <a:cubicBezTo>
                    <a:pt x="113" y="8"/>
                    <a:pt x="112" y="8"/>
                    <a:pt x="112" y="8"/>
                  </a:cubicBezTo>
                  <a:cubicBezTo>
                    <a:pt x="112" y="8"/>
                    <a:pt x="111" y="9"/>
                    <a:pt x="111" y="9"/>
                  </a:cubicBezTo>
                  <a:cubicBezTo>
                    <a:pt x="110" y="9"/>
                    <a:pt x="110" y="10"/>
                    <a:pt x="110" y="10"/>
                  </a:cubicBezTo>
                  <a:cubicBezTo>
                    <a:pt x="110" y="10"/>
                    <a:pt x="110" y="10"/>
                    <a:pt x="110" y="10"/>
                  </a:cubicBezTo>
                  <a:cubicBezTo>
                    <a:pt x="110" y="10"/>
                    <a:pt x="110" y="10"/>
                    <a:pt x="110" y="11"/>
                  </a:cubicBezTo>
                  <a:cubicBezTo>
                    <a:pt x="110" y="11"/>
                    <a:pt x="110" y="11"/>
                    <a:pt x="110" y="11"/>
                  </a:cubicBezTo>
                  <a:cubicBezTo>
                    <a:pt x="110" y="11"/>
                    <a:pt x="110" y="11"/>
                    <a:pt x="110" y="11"/>
                  </a:cubicBezTo>
                  <a:cubicBezTo>
                    <a:pt x="110" y="11"/>
                    <a:pt x="109" y="11"/>
                    <a:pt x="109" y="11"/>
                  </a:cubicBezTo>
                  <a:cubicBezTo>
                    <a:pt x="109" y="11"/>
                    <a:pt x="109" y="11"/>
                    <a:pt x="109" y="11"/>
                  </a:cubicBezTo>
                  <a:cubicBezTo>
                    <a:pt x="108" y="11"/>
                    <a:pt x="107" y="12"/>
                    <a:pt x="107" y="13"/>
                  </a:cubicBezTo>
                  <a:cubicBezTo>
                    <a:pt x="107" y="13"/>
                    <a:pt x="107" y="13"/>
                    <a:pt x="106" y="13"/>
                  </a:cubicBezTo>
                  <a:cubicBezTo>
                    <a:pt x="106" y="14"/>
                    <a:pt x="106" y="14"/>
                    <a:pt x="106" y="14"/>
                  </a:cubicBezTo>
                  <a:cubicBezTo>
                    <a:pt x="106" y="14"/>
                    <a:pt x="106" y="14"/>
                    <a:pt x="106" y="14"/>
                  </a:cubicBezTo>
                  <a:cubicBezTo>
                    <a:pt x="106" y="14"/>
                    <a:pt x="106" y="14"/>
                    <a:pt x="106" y="14"/>
                  </a:cubicBezTo>
                  <a:cubicBezTo>
                    <a:pt x="106" y="14"/>
                    <a:pt x="106" y="14"/>
                    <a:pt x="106" y="14"/>
                  </a:cubicBezTo>
                  <a:cubicBezTo>
                    <a:pt x="106" y="14"/>
                    <a:pt x="106" y="14"/>
                    <a:pt x="106" y="14"/>
                  </a:cubicBezTo>
                  <a:cubicBezTo>
                    <a:pt x="106" y="14"/>
                    <a:pt x="105" y="14"/>
                    <a:pt x="105" y="14"/>
                  </a:cubicBezTo>
                  <a:cubicBezTo>
                    <a:pt x="105" y="14"/>
                    <a:pt x="105" y="14"/>
                    <a:pt x="104" y="14"/>
                  </a:cubicBezTo>
                  <a:cubicBezTo>
                    <a:pt x="104" y="14"/>
                    <a:pt x="104" y="14"/>
                    <a:pt x="104" y="14"/>
                  </a:cubicBezTo>
                  <a:cubicBezTo>
                    <a:pt x="103" y="14"/>
                    <a:pt x="103" y="14"/>
                    <a:pt x="103" y="15"/>
                  </a:cubicBezTo>
                  <a:cubicBezTo>
                    <a:pt x="103" y="15"/>
                    <a:pt x="103" y="15"/>
                    <a:pt x="103" y="15"/>
                  </a:cubicBezTo>
                  <a:cubicBezTo>
                    <a:pt x="104" y="16"/>
                    <a:pt x="104" y="16"/>
                    <a:pt x="105" y="16"/>
                  </a:cubicBezTo>
                  <a:cubicBezTo>
                    <a:pt x="105" y="16"/>
                    <a:pt x="105" y="16"/>
                    <a:pt x="105" y="16"/>
                  </a:cubicBezTo>
                  <a:cubicBezTo>
                    <a:pt x="105" y="16"/>
                    <a:pt x="105" y="16"/>
                    <a:pt x="105" y="16"/>
                  </a:cubicBezTo>
                  <a:cubicBezTo>
                    <a:pt x="106" y="16"/>
                    <a:pt x="106" y="16"/>
                    <a:pt x="106" y="17"/>
                  </a:cubicBezTo>
                  <a:cubicBezTo>
                    <a:pt x="107" y="17"/>
                    <a:pt x="107" y="17"/>
                    <a:pt x="107" y="18"/>
                  </a:cubicBezTo>
                  <a:cubicBezTo>
                    <a:pt x="107" y="18"/>
                    <a:pt x="108" y="18"/>
                    <a:pt x="108" y="18"/>
                  </a:cubicBezTo>
                  <a:cubicBezTo>
                    <a:pt x="108" y="18"/>
                    <a:pt x="109" y="17"/>
                    <a:pt x="109" y="17"/>
                  </a:cubicBezTo>
                  <a:cubicBezTo>
                    <a:pt x="109" y="17"/>
                    <a:pt x="109" y="17"/>
                    <a:pt x="109" y="17"/>
                  </a:cubicBezTo>
                  <a:cubicBezTo>
                    <a:pt x="109" y="17"/>
                    <a:pt x="109" y="17"/>
                    <a:pt x="110" y="17"/>
                  </a:cubicBezTo>
                  <a:cubicBezTo>
                    <a:pt x="110" y="17"/>
                    <a:pt x="110" y="17"/>
                    <a:pt x="110" y="17"/>
                  </a:cubicBezTo>
                  <a:cubicBezTo>
                    <a:pt x="111" y="17"/>
                    <a:pt x="112" y="17"/>
                    <a:pt x="112" y="17"/>
                  </a:cubicBezTo>
                  <a:cubicBezTo>
                    <a:pt x="112" y="17"/>
                    <a:pt x="112" y="17"/>
                    <a:pt x="112" y="17"/>
                  </a:cubicBezTo>
                  <a:cubicBezTo>
                    <a:pt x="113" y="17"/>
                    <a:pt x="113" y="17"/>
                    <a:pt x="114" y="17"/>
                  </a:cubicBezTo>
                  <a:cubicBezTo>
                    <a:pt x="115" y="17"/>
                    <a:pt x="116" y="18"/>
                    <a:pt x="116" y="18"/>
                  </a:cubicBezTo>
                  <a:cubicBezTo>
                    <a:pt x="116" y="18"/>
                    <a:pt x="117" y="18"/>
                    <a:pt x="117" y="18"/>
                  </a:cubicBezTo>
                  <a:cubicBezTo>
                    <a:pt x="118" y="19"/>
                    <a:pt x="118" y="19"/>
                    <a:pt x="118" y="19"/>
                  </a:cubicBezTo>
                  <a:cubicBezTo>
                    <a:pt x="119" y="19"/>
                    <a:pt x="119" y="20"/>
                    <a:pt x="119" y="21"/>
                  </a:cubicBezTo>
                  <a:cubicBezTo>
                    <a:pt x="119" y="22"/>
                    <a:pt x="119" y="22"/>
                    <a:pt x="119" y="23"/>
                  </a:cubicBezTo>
                  <a:cubicBezTo>
                    <a:pt x="119" y="23"/>
                    <a:pt x="119" y="23"/>
                    <a:pt x="119" y="24"/>
                  </a:cubicBezTo>
                  <a:cubicBezTo>
                    <a:pt x="119" y="24"/>
                    <a:pt x="120" y="24"/>
                    <a:pt x="120" y="24"/>
                  </a:cubicBezTo>
                  <a:cubicBezTo>
                    <a:pt x="120" y="24"/>
                    <a:pt x="120" y="24"/>
                    <a:pt x="120" y="24"/>
                  </a:cubicBezTo>
                  <a:cubicBezTo>
                    <a:pt x="120" y="24"/>
                    <a:pt x="120" y="24"/>
                    <a:pt x="120" y="25"/>
                  </a:cubicBezTo>
                  <a:cubicBezTo>
                    <a:pt x="120" y="25"/>
                    <a:pt x="120" y="25"/>
                    <a:pt x="120" y="25"/>
                  </a:cubicBezTo>
                  <a:cubicBezTo>
                    <a:pt x="120" y="26"/>
                    <a:pt x="120" y="26"/>
                    <a:pt x="121" y="26"/>
                  </a:cubicBezTo>
                  <a:cubicBezTo>
                    <a:pt x="121" y="26"/>
                    <a:pt x="121" y="26"/>
                    <a:pt x="121" y="26"/>
                  </a:cubicBezTo>
                  <a:cubicBezTo>
                    <a:pt x="121" y="26"/>
                    <a:pt x="121" y="26"/>
                    <a:pt x="121" y="26"/>
                  </a:cubicBezTo>
                  <a:cubicBezTo>
                    <a:pt x="121" y="27"/>
                    <a:pt x="121" y="27"/>
                    <a:pt x="121" y="27"/>
                  </a:cubicBezTo>
                  <a:cubicBezTo>
                    <a:pt x="121" y="27"/>
                    <a:pt x="121" y="27"/>
                    <a:pt x="121" y="27"/>
                  </a:cubicBezTo>
                  <a:cubicBezTo>
                    <a:pt x="121" y="28"/>
                    <a:pt x="121" y="30"/>
                    <a:pt x="122" y="30"/>
                  </a:cubicBezTo>
                  <a:cubicBezTo>
                    <a:pt x="122" y="30"/>
                    <a:pt x="122" y="31"/>
                    <a:pt x="123" y="31"/>
                  </a:cubicBezTo>
                  <a:cubicBezTo>
                    <a:pt x="123" y="31"/>
                    <a:pt x="123" y="31"/>
                    <a:pt x="123" y="31"/>
                  </a:cubicBezTo>
                  <a:cubicBezTo>
                    <a:pt x="123" y="31"/>
                    <a:pt x="123" y="31"/>
                    <a:pt x="123" y="31"/>
                  </a:cubicBezTo>
                  <a:cubicBezTo>
                    <a:pt x="123" y="31"/>
                    <a:pt x="123" y="31"/>
                    <a:pt x="123" y="31"/>
                  </a:cubicBezTo>
                  <a:cubicBezTo>
                    <a:pt x="123" y="32"/>
                    <a:pt x="123" y="32"/>
                    <a:pt x="123" y="32"/>
                  </a:cubicBezTo>
                  <a:cubicBezTo>
                    <a:pt x="124" y="33"/>
                    <a:pt x="124" y="33"/>
                    <a:pt x="124" y="34"/>
                  </a:cubicBezTo>
                  <a:cubicBezTo>
                    <a:pt x="124" y="34"/>
                    <a:pt x="125" y="34"/>
                    <a:pt x="126" y="34"/>
                  </a:cubicBezTo>
                  <a:cubicBezTo>
                    <a:pt x="126" y="35"/>
                    <a:pt x="126" y="35"/>
                    <a:pt x="126" y="35"/>
                  </a:cubicBezTo>
                  <a:cubicBezTo>
                    <a:pt x="127" y="36"/>
                    <a:pt x="127" y="36"/>
                    <a:pt x="127" y="36"/>
                  </a:cubicBezTo>
                  <a:cubicBezTo>
                    <a:pt x="128" y="36"/>
                    <a:pt x="128" y="36"/>
                    <a:pt x="128" y="35"/>
                  </a:cubicBezTo>
                  <a:cubicBezTo>
                    <a:pt x="128" y="35"/>
                    <a:pt x="128" y="35"/>
                    <a:pt x="128" y="35"/>
                  </a:cubicBezTo>
                  <a:cubicBezTo>
                    <a:pt x="128" y="35"/>
                    <a:pt x="128" y="36"/>
                    <a:pt x="129" y="36"/>
                  </a:cubicBezTo>
                  <a:cubicBezTo>
                    <a:pt x="129" y="36"/>
                    <a:pt x="129" y="37"/>
                    <a:pt x="129" y="37"/>
                  </a:cubicBezTo>
                  <a:cubicBezTo>
                    <a:pt x="130" y="37"/>
                    <a:pt x="130" y="37"/>
                    <a:pt x="130" y="37"/>
                  </a:cubicBezTo>
                  <a:cubicBezTo>
                    <a:pt x="130" y="37"/>
                    <a:pt x="130" y="37"/>
                    <a:pt x="130" y="37"/>
                  </a:cubicBezTo>
                  <a:cubicBezTo>
                    <a:pt x="130" y="37"/>
                    <a:pt x="131" y="36"/>
                    <a:pt x="131" y="36"/>
                  </a:cubicBezTo>
                  <a:cubicBezTo>
                    <a:pt x="132" y="35"/>
                    <a:pt x="132" y="34"/>
                    <a:pt x="132" y="33"/>
                  </a:cubicBezTo>
                  <a:cubicBezTo>
                    <a:pt x="132" y="33"/>
                    <a:pt x="132" y="33"/>
                    <a:pt x="132" y="33"/>
                  </a:cubicBezTo>
                  <a:cubicBezTo>
                    <a:pt x="132" y="33"/>
                    <a:pt x="132" y="33"/>
                    <a:pt x="132" y="33"/>
                  </a:cubicBezTo>
                  <a:cubicBezTo>
                    <a:pt x="132" y="33"/>
                    <a:pt x="133" y="33"/>
                    <a:pt x="133" y="33"/>
                  </a:cubicBezTo>
                  <a:cubicBezTo>
                    <a:pt x="133" y="33"/>
                    <a:pt x="133" y="33"/>
                    <a:pt x="134" y="33"/>
                  </a:cubicBezTo>
                  <a:cubicBezTo>
                    <a:pt x="134" y="32"/>
                    <a:pt x="134" y="32"/>
                    <a:pt x="134" y="32"/>
                  </a:cubicBezTo>
                  <a:cubicBezTo>
                    <a:pt x="134" y="32"/>
                    <a:pt x="134" y="32"/>
                    <a:pt x="134" y="32"/>
                  </a:cubicBezTo>
                  <a:cubicBezTo>
                    <a:pt x="134" y="31"/>
                    <a:pt x="134" y="31"/>
                    <a:pt x="134" y="31"/>
                  </a:cubicBezTo>
                  <a:cubicBezTo>
                    <a:pt x="134" y="31"/>
                    <a:pt x="134" y="31"/>
                    <a:pt x="134" y="31"/>
                  </a:cubicBezTo>
                  <a:cubicBezTo>
                    <a:pt x="134" y="31"/>
                    <a:pt x="134" y="30"/>
                    <a:pt x="134" y="30"/>
                  </a:cubicBezTo>
                  <a:cubicBezTo>
                    <a:pt x="135" y="30"/>
                    <a:pt x="135" y="30"/>
                    <a:pt x="135" y="30"/>
                  </a:cubicBezTo>
                  <a:cubicBezTo>
                    <a:pt x="136" y="29"/>
                    <a:pt x="136" y="29"/>
                    <a:pt x="136" y="29"/>
                  </a:cubicBezTo>
                  <a:cubicBezTo>
                    <a:pt x="137" y="29"/>
                    <a:pt x="138" y="30"/>
                    <a:pt x="138" y="30"/>
                  </a:cubicBezTo>
                  <a:cubicBezTo>
                    <a:pt x="138" y="30"/>
                    <a:pt x="139" y="29"/>
                    <a:pt x="139" y="29"/>
                  </a:cubicBezTo>
                  <a:cubicBezTo>
                    <a:pt x="139" y="29"/>
                    <a:pt x="139" y="29"/>
                    <a:pt x="139" y="29"/>
                  </a:cubicBezTo>
                  <a:cubicBezTo>
                    <a:pt x="139" y="29"/>
                    <a:pt x="140" y="29"/>
                    <a:pt x="140" y="28"/>
                  </a:cubicBezTo>
                  <a:cubicBezTo>
                    <a:pt x="140" y="28"/>
                    <a:pt x="140" y="28"/>
                    <a:pt x="140" y="28"/>
                  </a:cubicBezTo>
                  <a:cubicBezTo>
                    <a:pt x="140" y="27"/>
                    <a:pt x="141" y="27"/>
                    <a:pt x="141" y="27"/>
                  </a:cubicBezTo>
                  <a:cubicBezTo>
                    <a:pt x="141" y="27"/>
                    <a:pt x="141" y="27"/>
                    <a:pt x="141" y="27"/>
                  </a:cubicBezTo>
                  <a:cubicBezTo>
                    <a:pt x="141" y="27"/>
                    <a:pt x="141" y="27"/>
                    <a:pt x="141" y="27"/>
                  </a:cubicBezTo>
                  <a:cubicBezTo>
                    <a:pt x="141" y="27"/>
                    <a:pt x="143" y="27"/>
                    <a:pt x="144" y="27"/>
                  </a:cubicBezTo>
                  <a:cubicBezTo>
                    <a:pt x="145" y="27"/>
                    <a:pt x="146" y="26"/>
                    <a:pt x="146" y="26"/>
                  </a:cubicBezTo>
                  <a:cubicBezTo>
                    <a:pt x="147" y="26"/>
                    <a:pt x="147" y="26"/>
                    <a:pt x="147" y="26"/>
                  </a:cubicBezTo>
                  <a:cubicBezTo>
                    <a:pt x="147" y="26"/>
                    <a:pt x="147" y="26"/>
                    <a:pt x="147" y="26"/>
                  </a:cubicBezTo>
                  <a:cubicBezTo>
                    <a:pt x="147" y="26"/>
                    <a:pt x="148" y="26"/>
                    <a:pt x="148" y="26"/>
                  </a:cubicBezTo>
                  <a:cubicBezTo>
                    <a:pt x="148" y="26"/>
                    <a:pt x="148" y="26"/>
                    <a:pt x="148" y="26"/>
                  </a:cubicBezTo>
                  <a:cubicBezTo>
                    <a:pt x="149" y="26"/>
                    <a:pt x="149" y="26"/>
                    <a:pt x="149" y="26"/>
                  </a:cubicBezTo>
                  <a:cubicBezTo>
                    <a:pt x="149" y="25"/>
                    <a:pt x="149" y="25"/>
                    <a:pt x="149" y="25"/>
                  </a:cubicBezTo>
                  <a:cubicBezTo>
                    <a:pt x="149" y="25"/>
                    <a:pt x="149" y="25"/>
                    <a:pt x="149" y="25"/>
                  </a:cubicBezTo>
                  <a:cubicBezTo>
                    <a:pt x="149" y="25"/>
                    <a:pt x="149" y="25"/>
                    <a:pt x="149" y="25"/>
                  </a:cubicBezTo>
                  <a:cubicBezTo>
                    <a:pt x="149" y="25"/>
                    <a:pt x="150" y="25"/>
                    <a:pt x="150" y="25"/>
                  </a:cubicBezTo>
                  <a:cubicBezTo>
                    <a:pt x="151" y="24"/>
                    <a:pt x="151" y="24"/>
                    <a:pt x="151" y="23"/>
                  </a:cubicBezTo>
                  <a:cubicBezTo>
                    <a:pt x="151" y="23"/>
                    <a:pt x="151" y="23"/>
                    <a:pt x="151" y="22"/>
                  </a:cubicBezTo>
                  <a:cubicBezTo>
                    <a:pt x="151" y="22"/>
                    <a:pt x="150" y="22"/>
                    <a:pt x="150" y="21"/>
                  </a:cubicBezTo>
                  <a:cubicBezTo>
                    <a:pt x="150" y="21"/>
                    <a:pt x="150" y="21"/>
                    <a:pt x="150" y="21"/>
                  </a:cubicBezTo>
                  <a:cubicBezTo>
                    <a:pt x="150" y="21"/>
                    <a:pt x="150" y="21"/>
                    <a:pt x="150" y="21"/>
                  </a:cubicBezTo>
                  <a:cubicBezTo>
                    <a:pt x="150" y="21"/>
                    <a:pt x="150" y="20"/>
                    <a:pt x="151" y="20"/>
                  </a:cubicBezTo>
                  <a:close/>
                  <a:moveTo>
                    <a:pt x="122" y="22"/>
                  </a:moveTo>
                  <a:cubicBezTo>
                    <a:pt x="122" y="22"/>
                    <a:pt x="122" y="22"/>
                    <a:pt x="122" y="22"/>
                  </a:cubicBezTo>
                  <a:cubicBezTo>
                    <a:pt x="121" y="22"/>
                    <a:pt x="121" y="22"/>
                    <a:pt x="121" y="22"/>
                  </a:cubicBezTo>
                  <a:cubicBezTo>
                    <a:pt x="121" y="22"/>
                    <a:pt x="121" y="22"/>
                    <a:pt x="121" y="22"/>
                  </a:cubicBezTo>
                  <a:cubicBezTo>
                    <a:pt x="121" y="22"/>
                    <a:pt x="121" y="22"/>
                    <a:pt x="121" y="22"/>
                  </a:cubicBezTo>
                  <a:cubicBezTo>
                    <a:pt x="122" y="22"/>
                    <a:pt x="122" y="22"/>
                    <a:pt x="122" y="22"/>
                  </a:cubicBezTo>
                  <a:cubicBezTo>
                    <a:pt x="122" y="22"/>
                    <a:pt x="122" y="22"/>
                    <a:pt x="122" y="22"/>
                  </a:cubicBezTo>
                  <a:close/>
                  <a:moveTo>
                    <a:pt x="123" y="24"/>
                  </a:moveTo>
                  <a:cubicBezTo>
                    <a:pt x="123" y="24"/>
                    <a:pt x="123" y="25"/>
                    <a:pt x="123" y="25"/>
                  </a:cubicBezTo>
                  <a:cubicBezTo>
                    <a:pt x="123" y="25"/>
                    <a:pt x="123" y="25"/>
                    <a:pt x="123" y="25"/>
                  </a:cubicBezTo>
                  <a:cubicBezTo>
                    <a:pt x="123" y="24"/>
                    <a:pt x="123" y="24"/>
                    <a:pt x="123" y="24"/>
                  </a:cubicBezTo>
                  <a:cubicBezTo>
                    <a:pt x="123" y="24"/>
                    <a:pt x="123" y="24"/>
                    <a:pt x="123" y="24"/>
                  </a:cubicBezTo>
                  <a:close/>
                  <a:moveTo>
                    <a:pt x="147" y="23"/>
                  </a:moveTo>
                  <a:cubicBezTo>
                    <a:pt x="147" y="23"/>
                    <a:pt x="147" y="23"/>
                    <a:pt x="147" y="23"/>
                  </a:cubicBezTo>
                  <a:cubicBezTo>
                    <a:pt x="147" y="23"/>
                    <a:pt x="147" y="23"/>
                    <a:pt x="147" y="22"/>
                  </a:cubicBezTo>
                  <a:cubicBezTo>
                    <a:pt x="147" y="22"/>
                    <a:pt x="147" y="23"/>
                    <a:pt x="148" y="23"/>
                  </a:cubicBezTo>
                  <a:cubicBezTo>
                    <a:pt x="148" y="23"/>
                    <a:pt x="148" y="23"/>
                    <a:pt x="148" y="23"/>
                  </a:cubicBezTo>
                  <a:cubicBezTo>
                    <a:pt x="148" y="23"/>
                    <a:pt x="148" y="23"/>
                    <a:pt x="148" y="23"/>
                  </a:cubicBezTo>
                  <a:cubicBezTo>
                    <a:pt x="148" y="23"/>
                    <a:pt x="148" y="23"/>
                    <a:pt x="148" y="23"/>
                  </a:cubicBezTo>
                  <a:cubicBezTo>
                    <a:pt x="148" y="23"/>
                    <a:pt x="148" y="23"/>
                    <a:pt x="148" y="23"/>
                  </a:cubicBezTo>
                  <a:cubicBezTo>
                    <a:pt x="148" y="23"/>
                    <a:pt x="147" y="23"/>
                    <a:pt x="147" y="23"/>
                  </a:cubicBezTo>
                  <a:close/>
                  <a:moveTo>
                    <a:pt x="159" y="32"/>
                  </a:moveTo>
                  <a:cubicBezTo>
                    <a:pt x="159" y="32"/>
                    <a:pt x="160" y="32"/>
                    <a:pt x="160" y="31"/>
                  </a:cubicBezTo>
                  <a:cubicBezTo>
                    <a:pt x="160" y="31"/>
                    <a:pt x="161" y="31"/>
                    <a:pt x="161" y="31"/>
                  </a:cubicBezTo>
                  <a:cubicBezTo>
                    <a:pt x="161" y="31"/>
                    <a:pt x="161" y="31"/>
                    <a:pt x="161" y="31"/>
                  </a:cubicBezTo>
                  <a:cubicBezTo>
                    <a:pt x="161" y="31"/>
                    <a:pt x="161" y="31"/>
                    <a:pt x="161" y="31"/>
                  </a:cubicBezTo>
                  <a:cubicBezTo>
                    <a:pt x="162" y="30"/>
                    <a:pt x="162" y="30"/>
                    <a:pt x="162" y="30"/>
                  </a:cubicBezTo>
                  <a:cubicBezTo>
                    <a:pt x="162" y="29"/>
                    <a:pt x="162" y="29"/>
                    <a:pt x="162" y="29"/>
                  </a:cubicBezTo>
                  <a:cubicBezTo>
                    <a:pt x="162" y="29"/>
                    <a:pt x="162" y="29"/>
                    <a:pt x="162" y="29"/>
                  </a:cubicBezTo>
                  <a:cubicBezTo>
                    <a:pt x="162" y="29"/>
                    <a:pt x="162" y="29"/>
                    <a:pt x="162" y="29"/>
                  </a:cubicBezTo>
                  <a:cubicBezTo>
                    <a:pt x="161" y="28"/>
                    <a:pt x="160" y="28"/>
                    <a:pt x="159" y="28"/>
                  </a:cubicBezTo>
                  <a:cubicBezTo>
                    <a:pt x="159" y="28"/>
                    <a:pt x="159" y="28"/>
                    <a:pt x="159" y="28"/>
                  </a:cubicBezTo>
                  <a:cubicBezTo>
                    <a:pt x="159" y="28"/>
                    <a:pt x="158" y="28"/>
                    <a:pt x="157" y="28"/>
                  </a:cubicBezTo>
                  <a:cubicBezTo>
                    <a:pt x="156" y="28"/>
                    <a:pt x="156" y="29"/>
                    <a:pt x="155" y="29"/>
                  </a:cubicBezTo>
                  <a:cubicBezTo>
                    <a:pt x="155" y="29"/>
                    <a:pt x="155" y="29"/>
                    <a:pt x="155" y="29"/>
                  </a:cubicBezTo>
                  <a:cubicBezTo>
                    <a:pt x="155" y="28"/>
                    <a:pt x="154" y="28"/>
                    <a:pt x="153" y="28"/>
                  </a:cubicBezTo>
                  <a:cubicBezTo>
                    <a:pt x="153" y="28"/>
                    <a:pt x="153" y="28"/>
                    <a:pt x="152" y="28"/>
                  </a:cubicBezTo>
                  <a:cubicBezTo>
                    <a:pt x="152" y="28"/>
                    <a:pt x="152" y="28"/>
                    <a:pt x="152" y="28"/>
                  </a:cubicBezTo>
                  <a:cubicBezTo>
                    <a:pt x="152" y="28"/>
                    <a:pt x="152" y="28"/>
                    <a:pt x="152" y="29"/>
                  </a:cubicBezTo>
                  <a:cubicBezTo>
                    <a:pt x="152" y="29"/>
                    <a:pt x="152" y="29"/>
                    <a:pt x="152" y="29"/>
                  </a:cubicBezTo>
                  <a:cubicBezTo>
                    <a:pt x="152" y="29"/>
                    <a:pt x="152" y="30"/>
                    <a:pt x="152" y="30"/>
                  </a:cubicBezTo>
                  <a:cubicBezTo>
                    <a:pt x="152" y="31"/>
                    <a:pt x="152" y="31"/>
                    <a:pt x="152" y="31"/>
                  </a:cubicBezTo>
                  <a:cubicBezTo>
                    <a:pt x="153" y="31"/>
                    <a:pt x="153" y="32"/>
                    <a:pt x="153" y="32"/>
                  </a:cubicBezTo>
                  <a:cubicBezTo>
                    <a:pt x="153" y="32"/>
                    <a:pt x="153" y="32"/>
                    <a:pt x="153" y="32"/>
                  </a:cubicBezTo>
                  <a:cubicBezTo>
                    <a:pt x="154" y="32"/>
                    <a:pt x="154" y="32"/>
                    <a:pt x="154" y="32"/>
                  </a:cubicBezTo>
                  <a:cubicBezTo>
                    <a:pt x="154" y="32"/>
                    <a:pt x="155" y="32"/>
                    <a:pt x="155" y="32"/>
                  </a:cubicBezTo>
                  <a:cubicBezTo>
                    <a:pt x="155" y="32"/>
                    <a:pt x="155" y="32"/>
                    <a:pt x="155" y="32"/>
                  </a:cubicBezTo>
                  <a:cubicBezTo>
                    <a:pt x="155" y="32"/>
                    <a:pt x="155" y="32"/>
                    <a:pt x="155" y="32"/>
                  </a:cubicBezTo>
                  <a:cubicBezTo>
                    <a:pt x="155" y="32"/>
                    <a:pt x="156" y="33"/>
                    <a:pt x="156" y="33"/>
                  </a:cubicBezTo>
                  <a:cubicBezTo>
                    <a:pt x="156" y="33"/>
                    <a:pt x="156" y="33"/>
                    <a:pt x="156" y="33"/>
                  </a:cubicBezTo>
                  <a:cubicBezTo>
                    <a:pt x="157" y="33"/>
                    <a:pt x="157" y="33"/>
                    <a:pt x="157" y="33"/>
                  </a:cubicBezTo>
                  <a:cubicBezTo>
                    <a:pt x="158" y="33"/>
                    <a:pt x="158" y="33"/>
                    <a:pt x="158" y="32"/>
                  </a:cubicBezTo>
                  <a:cubicBezTo>
                    <a:pt x="159" y="32"/>
                    <a:pt x="159" y="32"/>
                    <a:pt x="159" y="32"/>
                  </a:cubicBezTo>
                  <a:close/>
                  <a:moveTo>
                    <a:pt x="228" y="124"/>
                  </a:moveTo>
                  <a:cubicBezTo>
                    <a:pt x="228" y="124"/>
                    <a:pt x="228" y="123"/>
                    <a:pt x="227" y="123"/>
                  </a:cubicBezTo>
                  <a:cubicBezTo>
                    <a:pt x="227" y="123"/>
                    <a:pt x="227" y="123"/>
                    <a:pt x="227" y="123"/>
                  </a:cubicBezTo>
                  <a:cubicBezTo>
                    <a:pt x="227" y="123"/>
                    <a:pt x="227" y="123"/>
                    <a:pt x="227" y="123"/>
                  </a:cubicBezTo>
                  <a:cubicBezTo>
                    <a:pt x="227" y="123"/>
                    <a:pt x="227" y="123"/>
                    <a:pt x="227" y="123"/>
                  </a:cubicBezTo>
                  <a:cubicBezTo>
                    <a:pt x="226" y="123"/>
                    <a:pt x="226" y="123"/>
                    <a:pt x="226" y="123"/>
                  </a:cubicBezTo>
                  <a:cubicBezTo>
                    <a:pt x="225" y="124"/>
                    <a:pt x="225" y="125"/>
                    <a:pt x="225" y="126"/>
                  </a:cubicBezTo>
                  <a:cubicBezTo>
                    <a:pt x="224" y="126"/>
                    <a:pt x="224" y="127"/>
                    <a:pt x="223" y="127"/>
                  </a:cubicBezTo>
                  <a:cubicBezTo>
                    <a:pt x="223" y="127"/>
                    <a:pt x="223" y="127"/>
                    <a:pt x="223" y="127"/>
                  </a:cubicBezTo>
                  <a:cubicBezTo>
                    <a:pt x="223" y="127"/>
                    <a:pt x="223" y="127"/>
                    <a:pt x="223" y="127"/>
                  </a:cubicBezTo>
                  <a:cubicBezTo>
                    <a:pt x="223" y="127"/>
                    <a:pt x="223" y="127"/>
                    <a:pt x="223" y="127"/>
                  </a:cubicBezTo>
                  <a:cubicBezTo>
                    <a:pt x="222" y="127"/>
                    <a:pt x="222" y="128"/>
                    <a:pt x="221" y="128"/>
                  </a:cubicBezTo>
                  <a:cubicBezTo>
                    <a:pt x="221" y="128"/>
                    <a:pt x="221" y="129"/>
                    <a:pt x="221" y="130"/>
                  </a:cubicBezTo>
                  <a:cubicBezTo>
                    <a:pt x="221" y="130"/>
                    <a:pt x="221" y="130"/>
                    <a:pt x="221" y="130"/>
                  </a:cubicBezTo>
                  <a:cubicBezTo>
                    <a:pt x="221" y="131"/>
                    <a:pt x="221" y="132"/>
                    <a:pt x="221" y="132"/>
                  </a:cubicBezTo>
                  <a:cubicBezTo>
                    <a:pt x="221" y="133"/>
                    <a:pt x="221" y="133"/>
                    <a:pt x="221" y="134"/>
                  </a:cubicBezTo>
                  <a:cubicBezTo>
                    <a:pt x="221" y="134"/>
                    <a:pt x="220" y="134"/>
                    <a:pt x="220" y="135"/>
                  </a:cubicBezTo>
                  <a:cubicBezTo>
                    <a:pt x="220" y="136"/>
                    <a:pt x="221" y="137"/>
                    <a:pt x="221" y="138"/>
                  </a:cubicBezTo>
                  <a:cubicBezTo>
                    <a:pt x="221" y="138"/>
                    <a:pt x="221" y="138"/>
                    <a:pt x="221" y="138"/>
                  </a:cubicBezTo>
                  <a:cubicBezTo>
                    <a:pt x="221" y="138"/>
                    <a:pt x="221" y="138"/>
                    <a:pt x="221" y="138"/>
                  </a:cubicBezTo>
                  <a:cubicBezTo>
                    <a:pt x="221" y="139"/>
                    <a:pt x="221" y="139"/>
                    <a:pt x="221" y="140"/>
                  </a:cubicBezTo>
                  <a:cubicBezTo>
                    <a:pt x="222" y="140"/>
                    <a:pt x="222" y="140"/>
                    <a:pt x="223" y="140"/>
                  </a:cubicBezTo>
                  <a:cubicBezTo>
                    <a:pt x="223" y="140"/>
                    <a:pt x="223" y="140"/>
                    <a:pt x="223" y="140"/>
                  </a:cubicBezTo>
                  <a:cubicBezTo>
                    <a:pt x="224" y="140"/>
                    <a:pt x="224" y="140"/>
                    <a:pt x="225" y="140"/>
                  </a:cubicBezTo>
                  <a:cubicBezTo>
                    <a:pt x="225" y="139"/>
                    <a:pt x="225" y="139"/>
                    <a:pt x="225" y="138"/>
                  </a:cubicBezTo>
                  <a:cubicBezTo>
                    <a:pt x="226" y="137"/>
                    <a:pt x="226" y="135"/>
                    <a:pt x="227" y="134"/>
                  </a:cubicBezTo>
                  <a:cubicBezTo>
                    <a:pt x="227" y="134"/>
                    <a:pt x="227" y="133"/>
                    <a:pt x="227" y="132"/>
                  </a:cubicBezTo>
                  <a:cubicBezTo>
                    <a:pt x="227" y="131"/>
                    <a:pt x="228" y="130"/>
                    <a:pt x="228" y="130"/>
                  </a:cubicBezTo>
                  <a:cubicBezTo>
                    <a:pt x="228" y="129"/>
                    <a:pt x="228" y="128"/>
                    <a:pt x="228" y="126"/>
                  </a:cubicBezTo>
                  <a:cubicBezTo>
                    <a:pt x="228" y="126"/>
                    <a:pt x="228" y="126"/>
                    <a:pt x="228" y="126"/>
                  </a:cubicBezTo>
                  <a:cubicBezTo>
                    <a:pt x="228" y="126"/>
                    <a:pt x="228" y="125"/>
                    <a:pt x="228" y="124"/>
                  </a:cubicBezTo>
                  <a:close/>
                  <a:moveTo>
                    <a:pt x="298" y="121"/>
                  </a:moveTo>
                  <a:cubicBezTo>
                    <a:pt x="298" y="121"/>
                    <a:pt x="298" y="121"/>
                    <a:pt x="298" y="121"/>
                  </a:cubicBezTo>
                  <a:cubicBezTo>
                    <a:pt x="298" y="121"/>
                    <a:pt x="299" y="121"/>
                    <a:pt x="299" y="120"/>
                  </a:cubicBezTo>
                  <a:cubicBezTo>
                    <a:pt x="299" y="120"/>
                    <a:pt x="299" y="120"/>
                    <a:pt x="299" y="120"/>
                  </a:cubicBezTo>
                  <a:cubicBezTo>
                    <a:pt x="299" y="120"/>
                    <a:pt x="299" y="120"/>
                    <a:pt x="299" y="119"/>
                  </a:cubicBezTo>
                  <a:cubicBezTo>
                    <a:pt x="298" y="119"/>
                    <a:pt x="298" y="119"/>
                    <a:pt x="298" y="119"/>
                  </a:cubicBezTo>
                  <a:cubicBezTo>
                    <a:pt x="297" y="119"/>
                    <a:pt x="297" y="119"/>
                    <a:pt x="297" y="120"/>
                  </a:cubicBezTo>
                  <a:cubicBezTo>
                    <a:pt x="297" y="120"/>
                    <a:pt x="297" y="120"/>
                    <a:pt x="297" y="120"/>
                  </a:cubicBezTo>
                  <a:cubicBezTo>
                    <a:pt x="297" y="120"/>
                    <a:pt x="297" y="120"/>
                    <a:pt x="297" y="120"/>
                  </a:cubicBezTo>
                  <a:cubicBezTo>
                    <a:pt x="297" y="121"/>
                    <a:pt x="297" y="121"/>
                    <a:pt x="298" y="121"/>
                  </a:cubicBezTo>
                  <a:close/>
                  <a:moveTo>
                    <a:pt x="102" y="84"/>
                  </a:moveTo>
                  <a:cubicBezTo>
                    <a:pt x="102" y="84"/>
                    <a:pt x="101" y="83"/>
                    <a:pt x="101" y="83"/>
                  </a:cubicBezTo>
                  <a:cubicBezTo>
                    <a:pt x="101" y="83"/>
                    <a:pt x="100" y="82"/>
                    <a:pt x="100" y="82"/>
                  </a:cubicBezTo>
                  <a:cubicBezTo>
                    <a:pt x="100" y="82"/>
                    <a:pt x="100" y="82"/>
                    <a:pt x="100" y="82"/>
                  </a:cubicBezTo>
                  <a:cubicBezTo>
                    <a:pt x="100" y="82"/>
                    <a:pt x="100" y="82"/>
                    <a:pt x="100" y="82"/>
                  </a:cubicBezTo>
                  <a:cubicBezTo>
                    <a:pt x="99" y="82"/>
                    <a:pt x="99" y="82"/>
                    <a:pt x="99" y="82"/>
                  </a:cubicBezTo>
                  <a:cubicBezTo>
                    <a:pt x="98" y="82"/>
                    <a:pt x="98" y="81"/>
                    <a:pt x="97" y="81"/>
                  </a:cubicBezTo>
                  <a:cubicBezTo>
                    <a:pt x="97" y="80"/>
                    <a:pt x="95" y="80"/>
                    <a:pt x="95" y="80"/>
                  </a:cubicBezTo>
                  <a:cubicBezTo>
                    <a:pt x="94" y="80"/>
                    <a:pt x="94" y="80"/>
                    <a:pt x="93" y="81"/>
                  </a:cubicBezTo>
                  <a:cubicBezTo>
                    <a:pt x="92" y="81"/>
                    <a:pt x="92" y="81"/>
                    <a:pt x="92" y="81"/>
                  </a:cubicBezTo>
                  <a:cubicBezTo>
                    <a:pt x="92" y="81"/>
                    <a:pt x="92" y="81"/>
                    <a:pt x="92" y="81"/>
                  </a:cubicBezTo>
                  <a:cubicBezTo>
                    <a:pt x="92" y="81"/>
                    <a:pt x="92" y="81"/>
                    <a:pt x="92" y="81"/>
                  </a:cubicBezTo>
                  <a:cubicBezTo>
                    <a:pt x="92" y="82"/>
                    <a:pt x="92" y="82"/>
                    <a:pt x="92" y="82"/>
                  </a:cubicBezTo>
                  <a:cubicBezTo>
                    <a:pt x="92" y="82"/>
                    <a:pt x="93" y="82"/>
                    <a:pt x="93" y="82"/>
                  </a:cubicBezTo>
                  <a:cubicBezTo>
                    <a:pt x="93" y="82"/>
                    <a:pt x="94" y="82"/>
                    <a:pt x="94" y="82"/>
                  </a:cubicBezTo>
                  <a:cubicBezTo>
                    <a:pt x="94" y="82"/>
                    <a:pt x="95" y="82"/>
                    <a:pt x="95" y="82"/>
                  </a:cubicBezTo>
                  <a:cubicBezTo>
                    <a:pt x="96" y="82"/>
                    <a:pt x="96" y="82"/>
                    <a:pt x="96" y="82"/>
                  </a:cubicBezTo>
                  <a:cubicBezTo>
                    <a:pt x="96" y="82"/>
                    <a:pt x="97" y="83"/>
                    <a:pt x="97" y="83"/>
                  </a:cubicBezTo>
                  <a:cubicBezTo>
                    <a:pt x="97" y="83"/>
                    <a:pt x="97" y="83"/>
                    <a:pt x="97" y="83"/>
                  </a:cubicBezTo>
                  <a:cubicBezTo>
                    <a:pt x="97" y="83"/>
                    <a:pt x="97" y="83"/>
                    <a:pt x="97" y="83"/>
                  </a:cubicBezTo>
                  <a:cubicBezTo>
                    <a:pt x="97" y="83"/>
                    <a:pt x="97" y="83"/>
                    <a:pt x="97" y="83"/>
                  </a:cubicBezTo>
                  <a:cubicBezTo>
                    <a:pt x="97" y="83"/>
                    <a:pt x="97" y="83"/>
                    <a:pt x="98" y="84"/>
                  </a:cubicBezTo>
                  <a:cubicBezTo>
                    <a:pt x="98" y="84"/>
                    <a:pt x="99" y="84"/>
                    <a:pt x="99" y="84"/>
                  </a:cubicBezTo>
                  <a:cubicBezTo>
                    <a:pt x="99" y="85"/>
                    <a:pt x="100" y="85"/>
                    <a:pt x="101" y="85"/>
                  </a:cubicBezTo>
                  <a:cubicBezTo>
                    <a:pt x="101" y="85"/>
                    <a:pt x="101" y="85"/>
                    <a:pt x="101" y="85"/>
                  </a:cubicBezTo>
                  <a:cubicBezTo>
                    <a:pt x="101" y="85"/>
                    <a:pt x="102" y="85"/>
                    <a:pt x="102" y="84"/>
                  </a:cubicBezTo>
                  <a:cubicBezTo>
                    <a:pt x="101" y="84"/>
                    <a:pt x="101" y="84"/>
                    <a:pt x="101" y="84"/>
                  </a:cubicBezTo>
                  <a:cubicBezTo>
                    <a:pt x="102" y="84"/>
                    <a:pt x="102" y="84"/>
                    <a:pt x="102" y="84"/>
                  </a:cubicBezTo>
                  <a:cubicBezTo>
                    <a:pt x="102" y="84"/>
                    <a:pt x="102" y="84"/>
                    <a:pt x="102" y="84"/>
                  </a:cubicBezTo>
                  <a:close/>
                  <a:moveTo>
                    <a:pt x="99" y="86"/>
                  </a:moveTo>
                  <a:cubicBezTo>
                    <a:pt x="99" y="86"/>
                    <a:pt x="99" y="86"/>
                    <a:pt x="99" y="86"/>
                  </a:cubicBezTo>
                  <a:cubicBezTo>
                    <a:pt x="98" y="87"/>
                    <a:pt x="98" y="87"/>
                    <a:pt x="98" y="88"/>
                  </a:cubicBezTo>
                  <a:cubicBezTo>
                    <a:pt x="98" y="88"/>
                    <a:pt x="98" y="88"/>
                    <a:pt x="98" y="89"/>
                  </a:cubicBezTo>
                  <a:cubicBezTo>
                    <a:pt x="98" y="89"/>
                    <a:pt x="98" y="89"/>
                    <a:pt x="99" y="89"/>
                  </a:cubicBezTo>
                  <a:cubicBezTo>
                    <a:pt x="99" y="89"/>
                    <a:pt x="99" y="89"/>
                    <a:pt x="99" y="89"/>
                  </a:cubicBezTo>
                  <a:cubicBezTo>
                    <a:pt x="99" y="89"/>
                    <a:pt x="99" y="89"/>
                    <a:pt x="99" y="89"/>
                  </a:cubicBezTo>
                  <a:cubicBezTo>
                    <a:pt x="100" y="89"/>
                    <a:pt x="100" y="88"/>
                    <a:pt x="100" y="88"/>
                  </a:cubicBezTo>
                  <a:cubicBezTo>
                    <a:pt x="100" y="87"/>
                    <a:pt x="100" y="87"/>
                    <a:pt x="99" y="86"/>
                  </a:cubicBezTo>
                  <a:cubicBezTo>
                    <a:pt x="99" y="86"/>
                    <a:pt x="99" y="86"/>
                    <a:pt x="99" y="86"/>
                  </a:cubicBezTo>
                  <a:close/>
                  <a:moveTo>
                    <a:pt x="100" y="79"/>
                  </a:moveTo>
                  <a:cubicBezTo>
                    <a:pt x="100" y="78"/>
                    <a:pt x="99" y="78"/>
                    <a:pt x="98" y="78"/>
                  </a:cubicBezTo>
                  <a:cubicBezTo>
                    <a:pt x="98" y="78"/>
                    <a:pt x="98" y="78"/>
                    <a:pt x="98" y="78"/>
                  </a:cubicBezTo>
                  <a:cubicBezTo>
                    <a:pt x="98" y="78"/>
                    <a:pt x="97" y="78"/>
                    <a:pt x="97" y="79"/>
                  </a:cubicBezTo>
                  <a:cubicBezTo>
                    <a:pt x="97" y="79"/>
                    <a:pt x="97" y="79"/>
                    <a:pt x="98" y="80"/>
                  </a:cubicBezTo>
                  <a:cubicBezTo>
                    <a:pt x="98" y="80"/>
                    <a:pt x="98" y="80"/>
                    <a:pt x="98" y="80"/>
                  </a:cubicBezTo>
                  <a:cubicBezTo>
                    <a:pt x="98" y="80"/>
                    <a:pt x="98" y="80"/>
                    <a:pt x="98" y="80"/>
                  </a:cubicBezTo>
                  <a:cubicBezTo>
                    <a:pt x="99" y="80"/>
                    <a:pt x="99" y="80"/>
                    <a:pt x="99" y="80"/>
                  </a:cubicBezTo>
                  <a:cubicBezTo>
                    <a:pt x="99" y="79"/>
                    <a:pt x="99" y="79"/>
                    <a:pt x="99" y="79"/>
                  </a:cubicBezTo>
                  <a:cubicBezTo>
                    <a:pt x="99" y="80"/>
                    <a:pt x="99" y="80"/>
                    <a:pt x="99" y="80"/>
                  </a:cubicBezTo>
                  <a:cubicBezTo>
                    <a:pt x="99" y="80"/>
                    <a:pt x="100" y="79"/>
                    <a:pt x="100" y="79"/>
                  </a:cubicBezTo>
                  <a:close/>
                  <a:moveTo>
                    <a:pt x="293" y="119"/>
                  </a:moveTo>
                  <a:cubicBezTo>
                    <a:pt x="293" y="119"/>
                    <a:pt x="293" y="119"/>
                    <a:pt x="293" y="119"/>
                  </a:cubicBezTo>
                  <a:cubicBezTo>
                    <a:pt x="293" y="119"/>
                    <a:pt x="293" y="119"/>
                    <a:pt x="293" y="119"/>
                  </a:cubicBezTo>
                  <a:cubicBezTo>
                    <a:pt x="293" y="119"/>
                    <a:pt x="293" y="119"/>
                    <a:pt x="293" y="119"/>
                  </a:cubicBezTo>
                  <a:cubicBezTo>
                    <a:pt x="293" y="119"/>
                    <a:pt x="293" y="119"/>
                    <a:pt x="293" y="119"/>
                  </a:cubicBezTo>
                  <a:cubicBezTo>
                    <a:pt x="293" y="118"/>
                    <a:pt x="293" y="118"/>
                    <a:pt x="293" y="117"/>
                  </a:cubicBezTo>
                  <a:cubicBezTo>
                    <a:pt x="292" y="117"/>
                    <a:pt x="292" y="117"/>
                    <a:pt x="291" y="117"/>
                  </a:cubicBezTo>
                  <a:cubicBezTo>
                    <a:pt x="291" y="117"/>
                    <a:pt x="291" y="117"/>
                    <a:pt x="290" y="117"/>
                  </a:cubicBezTo>
                  <a:cubicBezTo>
                    <a:pt x="289" y="116"/>
                    <a:pt x="289" y="116"/>
                    <a:pt x="289" y="116"/>
                  </a:cubicBezTo>
                  <a:cubicBezTo>
                    <a:pt x="289" y="116"/>
                    <a:pt x="289" y="116"/>
                    <a:pt x="289" y="116"/>
                  </a:cubicBezTo>
                  <a:cubicBezTo>
                    <a:pt x="288" y="116"/>
                    <a:pt x="288" y="116"/>
                    <a:pt x="288" y="117"/>
                  </a:cubicBezTo>
                  <a:cubicBezTo>
                    <a:pt x="288" y="117"/>
                    <a:pt x="288" y="117"/>
                    <a:pt x="288" y="117"/>
                  </a:cubicBezTo>
                  <a:cubicBezTo>
                    <a:pt x="287" y="116"/>
                    <a:pt x="286" y="116"/>
                    <a:pt x="286" y="116"/>
                  </a:cubicBezTo>
                  <a:cubicBezTo>
                    <a:pt x="286" y="116"/>
                    <a:pt x="286" y="116"/>
                    <a:pt x="286" y="116"/>
                  </a:cubicBezTo>
                  <a:cubicBezTo>
                    <a:pt x="286" y="116"/>
                    <a:pt x="286" y="116"/>
                    <a:pt x="285" y="116"/>
                  </a:cubicBezTo>
                  <a:cubicBezTo>
                    <a:pt x="285" y="115"/>
                    <a:pt x="285" y="115"/>
                    <a:pt x="284" y="115"/>
                  </a:cubicBezTo>
                  <a:cubicBezTo>
                    <a:pt x="284" y="115"/>
                    <a:pt x="284" y="115"/>
                    <a:pt x="284" y="115"/>
                  </a:cubicBezTo>
                  <a:cubicBezTo>
                    <a:pt x="284" y="114"/>
                    <a:pt x="284" y="113"/>
                    <a:pt x="285" y="113"/>
                  </a:cubicBezTo>
                  <a:cubicBezTo>
                    <a:pt x="285" y="113"/>
                    <a:pt x="285" y="113"/>
                    <a:pt x="285" y="113"/>
                  </a:cubicBezTo>
                  <a:cubicBezTo>
                    <a:pt x="285" y="112"/>
                    <a:pt x="285" y="112"/>
                    <a:pt x="285" y="112"/>
                  </a:cubicBezTo>
                  <a:cubicBezTo>
                    <a:pt x="285" y="111"/>
                    <a:pt x="285" y="111"/>
                    <a:pt x="285" y="111"/>
                  </a:cubicBezTo>
                  <a:cubicBezTo>
                    <a:pt x="285" y="111"/>
                    <a:pt x="284" y="110"/>
                    <a:pt x="284" y="110"/>
                  </a:cubicBezTo>
                  <a:cubicBezTo>
                    <a:pt x="284" y="110"/>
                    <a:pt x="284" y="110"/>
                    <a:pt x="284" y="110"/>
                  </a:cubicBezTo>
                  <a:cubicBezTo>
                    <a:pt x="284" y="110"/>
                    <a:pt x="284" y="110"/>
                    <a:pt x="284" y="110"/>
                  </a:cubicBezTo>
                  <a:cubicBezTo>
                    <a:pt x="284" y="110"/>
                    <a:pt x="284" y="110"/>
                    <a:pt x="284" y="110"/>
                  </a:cubicBezTo>
                  <a:cubicBezTo>
                    <a:pt x="283" y="110"/>
                    <a:pt x="283" y="109"/>
                    <a:pt x="282" y="108"/>
                  </a:cubicBezTo>
                  <a:cubicBezTo>
                    <a:pt x="281" y="107"/>
                    <a:pt x="280" y="107"/>
                    <a:pt x="279" y="105"/>
                  </a:cubicBezTo>
                  <a:cubicBezTo>
                    <a:pt x="278" y="104"/>
                    <a:pt x="276" y="103"/>
                    <a:pt x="276" y="103"/>
                  </a:cubicBezTo>
                  <a:cubicBezTo>
                    <a:pt x="275" y="102"/>
                    <a:pt x="274" y="101"/>
                    <a:pt x="274" y="101"/>
                  </a:cubicBezTo>
                  <a:cubicBezTo>
                    <a:pt x="273" y="101"/>
                    <a:pt x="273" y="101"/>
                    <a:pt x="273" y="101"/>
                  </a:cubicBezTo>
                  <a:cubicBezTo>
                    <a:pt x="273" y="101"/>
                    <a:pt x="273" y="102"/>
                    <a:pt x="273" y="102"/>
                  </a:cubicBezTo>
                  <a:cubicBezTo>
                    <a:pt x="273" y="103"/>
                    <a:pt x="273" y="103"/>
                    <a:pt x="273" y="103"/>
                  </a:cubicBezTo>
                  <a:cubicBezTo>
                    <a:pt x="273" y="103"/>
                    <a:pt x="274" y="104"/>
                    <a:pt x="274" y="104"/>
                  </a:cubicBezTo>
                  <a:cubicBezTo>
                    <a:pt x="274" y="105"/>
                    <a:pt x="275" y="105"/>
                    <a:pt x="275" y="105"/>
                  </a:cubicBezTo>
                  <a:cubicBezTo>
                    <a:pt x="275" y="105"/>
                    <a:pt x="276" y="106"/>
                    <a:pt x="276" y="107"/>
                  </a:cubicBezTo>
                  <a:cubicBezTo>
                    <a:pt x="277" y="107"/>
                    <a:pt x="277" y="108"/>
                    <a:pt x="277" y="108"/>
                  </a:cubicBezTo>
                  <a:cubicBezTo>
                    <a:pt x="277" y="109"/>
                    <a:pt x="278" y="110"/>
                    <a:pt x="278" y="111"/>
                  </a:cubicBezTo>
                  <a:cubicBezTo>
                    <a:pt x="279" y="112"/>
                    <a:pt x="279" y="113"/>
                    <a:pt x="279" y="113"/>
                  </a:cubicBezTo>
                  <a:cubicBezTo>
                    <a:pt x="280" y="113"/>
                    <a:pt x="280" y="114"/>
                    <a:pt x="281" y="114"/>
                  </a:cubicBezTo>
                  <a:cubicBezTo>
                    <a:pt x="281" y="115"/>
                    <a:pt x="282" y="115"/>
                    <a:pt x="282" y="116"/>
                  </a:cubicBezTo>
                  <a:cubicBezTo>
                    <a:pt x="282" y="116"/>
                    <a:pt x="283" y="116"/>
                    <a:pt x="283" y="117"/>
                  </a:cubicBezTo>
                  <a:cubicBezTo>
                    <a:pt x="283" y="117"/>
                    <a:pt x="284" y="118"/>
                    <a:pt x="284" y="118"/>
                  </a:cubicBezTo>
                  <a:cubicBezTo>
                    <a:pt x="284" y="118"/>
                    <a:pt x="285" y="118"/>
                    <a:pt x="286" y="118"/>
                  </a:cubicBezTo>
                  <a:cubicBezTo>
                    <a:pt x="286" y="118"/>
                    <a:pt x="286" y="118"/>
                    <a:pt x="286" y="118"/>
                  </a:cubicBezTo>
                  <a:cubicBezTo>
                    <a:pt x="287" y="118"/>
                    <a:pt x="287" y="118"/>
                    <a:pt x="287" y="118"/>
                  </a:cubicBezTo>
                  <a:cubicBezTo>
                    <a:pt x="287" y="118"/>
                    <a:pt x="287" y="118"/>
                    <a:pt x="288" y="118"/>
                  </a:cubicBezTo>
                  <a:cubicBezTo>
                    <a:pt x="288" y="118"/>
                    <a:pt x="288" y="118"/>
                    <a:pt x="288" y="118"/>
                  </a:cubicBezTo>
                  <a:cubicBezTo>
                    <a:pt x="288" y="119"/>
                    <a:pt x="289" y="119"/>
                    <a:pt x="290" y="119"/>
                  </a:cubicBezTo>
                  <a:cubicBezTo>
                    <a:pt x="290" y="119"/>
                    <a:pt x="290" y="119"/>
                    <a:pt x="290" y="119"/>
                  </a:cubicBezTo>
                  <a:cubicBezTo>
                    <a:pt x="290" y="119"/>
                    <a:pt x="290" y="119"/>
                    <a:pt x="290" y="119"/>
                  </a:cubicBezTo>
                  <a:cubicBezTo>
                    <a:pt x="291" y="119"/>
                    <a:pt x="292" y="120"/>
                    <a:pt x="292" y="120"/>
                  </a:cubicBezTo>
                  <a:cubicBezTo>
                    <a:pt x="292" y="120"/>
                    <a:pt x="293" y="120"/>
                    <a:pt x="293" y="119"/>
                  </a:cubicBezTo>
                  <a:close/>
                  <a:moveTo>
                    <a:pt x="306" y="106"/>
                  </a:moveTo>
                  <a:cubicBezTo>
                    <a:pt x="306" y="107"/>
                    <a:pt x="305" y="108"/>
                    <a:pt x="305" y="109"/>
                  </a:cubicBezTo>
                  <a:cubicBezTo>
                    <a:pt x="305" y="109"/>
                    <a:pt x="305" y="109"/>
                    <a:pt x="305" y="109"/>
                  </a:cubicBezTo>
                  <a:cubicBezTo>
                    <a:pt x="305" y="110"/>
                    <a:pt x="306" y="110"/>
                    <a:pt x="306" y="110"/>
                  </a:cubicBezTo>
                  <a:cubicBezTo>
                    <a:pt x="306" y="110"/>
                    <a:pt x="306" y="110"/>
                    <a:pt x="306" y="110"/>
                  </a:cubicBezTo>
                  <a:cubicBezTo>
                    <a:pt x="307" y="110"/>
                    <a:pt x="307" y="109"/>
                    <a:pt x="307" y="109"/>
                  </a:cubicBezTo>
                  <a:cubicBezTo>
                    <a:pt x="308" y="108"/>
                    <a:pt x="308" y="107"/>
                    <a:pt x="308" y="107"/>
                  </a:cubicBezTo>
                  <a:cubicBezTo>
                    <a:pt x="308" y="106"/>
                    <a:pt x="308" y="106"/>
                    <a:pt x="308" y="106"/>
                  </a:cubicBezTo>
                  <a:cubicBezTo>
                    <a:pt x="308" y="106"/>
                    <a:pt x="308" y="106"/>
                    <a:pt x="307" y="105"/>
                  </a:cubicBezTo>
                  <a:cubicBezTo>
                    <a:pt x="307" y="105"/>
                    <a:pt x="307" y="105"/>
                    <a:pt x="307" y="105"/>
                  </a:cubicBezTo>
                  <a:cubicBezTo>
                    <a:pt x="307" y="105"/>
                    <a:pt x="307" y="105"/>
                    <a:pt x="307" y="105"/>
                  </a:cubicBezTo>
                  <a:cubicBezTo>
                    <a:pt x="307" y="105"/>
                    <a:pt x="306" y="106"/>
                    <a:pt x="306" y="106"/>
                  </a:cubicBezTo>
                  <a:close/>
                  <a:moveTo>
                    <a:pt x="317" y="61"/>
                  </a:moveTo>
                  <a:cubicBezTo>
                    <a:pt x="317" y="62"/>
                    <a:pt x="317" y="63"/>
                    <a:pt x="317" y="63"/>
                  </a:cubicBezTo>
                  <a:cubicBezTo>
                    <a:pt x="316" y="63"/>
                    <a:pt x="316" y="63"/>
                    <a:pt x="316" y="63"/>
                  </a:cubicBezTo>
                  <a:cubicBezTo>
                    <a:pt x="316" y="64"/>
                    <a:pt x="316" y="64"/>
                    <a:pt x="316" y="64"/>
                  </a:cubicBezTo>
                  <a:cubicBezTo>
                    <a:pt x="316" y="64"/>
                    <a:pt x="316" y="64"/>
                    <a:pt x="316" y="64"/>
                  </a:cubicBezTo>
                  <a:cubicBezTo>
                    <a:pt x="315" y="64"/>
                    <a:pt x="314" y="64"/>
                    <a:pt x="313" y="65"/>
                  </a:cubicBezTo>
                  <a:cubicBezTo>
                    <a:pt x="313" y="65"/>
                    <a:pt x="313" y="65"/>
                    <a:pt x="313" y="65"/>
                  </a:cubicBezTo>
                  <a:cubicBezTo>
                    <a:pt x="313" y="65"/>
                    <a:pt x="312" y="65"/>
                    <a:pt x="311" y="65"/>
                  </a:cubicBezTo>
                  <a:cubicBezTo>
                    <a:pt x="311" y="65"/>
                    <a:pt x="310" y="65"/>
                    <a:pt x="310" y="65"/>
                  </a:cubicBezTo>
                  <a:cubicBezTo>
                    <a:pt x="310" y="66"/>
                    <a:pt x="309" y="66"/>
                    <a:pt x="309" y="67"/>
                  </a:cubicBezTo>
                  <a:cubicBezTo>
                    <a:pt x="309" y="67"/>
                    <a:pt x="308" y="67"/>
                    <a:pt x="308" y="67"/>
                  </a:cubicBezTo>
                  <a:cubicBezTo>
                    <a:pt x="308" y="67"/>
                    <a:pt x="307" y="67"/>
                    <a:pt x="307" y="68"/>
                  </a:cubicBezTo>
                  <a:cubicBezTo>
                    <a:pt x="307" y="68"/>
                    <a:pt x="307" y="68"/>
                    <a:pt x="307" y="68"/>
                  </a:cubicBezTo>
                  <a:cubicBezTo>
                    <a:pt x="307" y="69"/>
                    <a:pt x="307" y="70"/>
                    <a:pt x="308" y="70"/>
                  </a:cubicBezTo>
                  <a:cubicBezTo>
                    <a:pt x="308" y="71"/>
                    <a:pt x="308" y="71"/>
                    <a:pt x="309" y="71"/>
                  </a:cubicBezTo>
                  <a:cubicBezTo>
                    <a:pt x="309" y="71"/>
                    <a:pt x="310" y="71"/>
                    <a:pt x="310" y="71"/>
                  </a:cubicBezTo>
                  <a:cubicBezTo>
                    <a:pt x="310" y="70"/>
                    <a:pt x="311" y="70"/>
                    <a:pt x="311" y="69"/>
                  </a:cubicBezTo>
                  <a:cubicBezTo>
                    <a:pt x="311" y="69"/>
                    <a:pt x="311" y="69"/>
                    <a:pt x="311" y="69"/>
                  </a:cubicBezTo>
                  <a:cubicBezTo>
                    <a:pt x="311" y="69"/>
                    <a:pt x="311" y="69"/>
                    <a:pt x="311" y="69"/>
                  </a:cubicBezTo>
                  <a:cubicBezTo>
                    <a:pt x="311" y="69"/>
                    <a:pt x="312" y="69"/>
                    <a:pt x="312" y="69"/>
                  </a:cubicBezTo>
                  <a:cubicBezTo>
                    <a:pt x="312" y="69"/>
                    <a:pt x="312" y="69"/>
                    <a:pt x="312" y="69"/>
                  </a:cubicBezTo>
                  <a:cubicBezTo>
                    <a:pt x="313" y="69"/>
                    <a:pt x="313" y="69"/>
                    <a:pt x="313" y="68"/>
                  </a:cubicBezTo>
                  <a:cubicBezTo>
                    <a:pt x="313" y="68"/>
                    <a:pt x="314" y="68"/>
                    <a:pt x="314" y="68"/>
                  </a:cubicBezTo>
                  <a:cubicBezTo>
                    <a:pt x="314" y="69"/>
                    <a:pt x="314" y="69"/>
                    <a:pt x="314" y="69"/>
                  </a:cubicBezTo>
                  <a:cubicBezTo>
                    <a:pt x="315" y="69"/>
                    <a:pt x="315" y="68"/>
                    <a:pt x="315" y="68"/>
                  </a:cubicBezTo>
                  <a:cubicBezTo>
                    <a:pt x="315" y="68"/>
                    <a:pt x="316" y="68"/>
                    <a:pt x="316" y="67"/>
                  </a:cubicBezTo>
                  <a:cubicBezTo>
                    <a:pt x="316" y="67"/>
                    <a:pt x="316" y="67"/>
                    <a:pt x="317" y="67"/>
                  </a:cubicBezTo>
                  <a:cubicBezTo>
                    <a:pt x="317" y="67"/>
                    <a:pt x="317" y="67"/>
                    <a:pt x="318" y="66"/>
                  </a:cubicBezTo>
                  <a:cubicBezTo>
                    <a:pt x="318" y="66"/>
                    <a:pt x="318" y="66"/>
                    <a:pt x="319" y="66"/>
                  </a:cubicBezTo>
                  <a:cubicBezTo>
                    <a:pt x="319" y="66"/>
                    <a:pt x="319" y="66"/>
                    <a:pt x="319" y="66"/>
                  </a:cubicBezTo>
                  <a:cubicBezTo>
                    <a:pt x="319" y="65"/>
                    <a:pt x="320" y="65"/>
                    <a:pt x="320" y="65"/>
                  </a:cubicBezTo>
                  <a:cubicBezTo>
                    <a:pt x="320" y="65"/>
                    <a:pt x="320" y="64"/>
                    <a:pt x="320" y="63"/>
                  </a:cubicBezTo>
                  <a:cubicBezTo>
                    <a:pt x="320" y="63"/>
                    <a:pt x="320" y="63"/>
                    <a:pt x="320" y="62"/>
                  </a:cubicBezTo>
                  <a:cubicBezTo>
                    <a:pt x="320" y="62"/>
                    <a:pt x="320" y="62"/>
                    <a:pt x="320" y="62"/>
                  </a:cubicBezTo>
                  <a:cubicBezTo>
                    <a:pt x="320" y="62"/>
                    <a:pt x="320" y="62"/>
                    <a:pt x="320" y="62"/>
                  </a:cubicBezTo>
                  <a:cubicBezTo>
                    <a:pt x="321" y="62"/>
                    <a:pt x="321" y="62"/>
                    <a:pt x="321" y="61"/>
                  </a:cubicBezTo>
                  <a:cubicBezTo>
                    <a:pt x="321" y="61"/>
                    <a:pt x="321" y="61"/>
                    <a:pt x="320" y="60"/>
                  </a:cubicBezTo>
                  <a:cubicBezTo>
                    <a:pt x="320" y="60"/>
                    <a:pt x="320" y="59"/>
                    <a:pt x="320" y="59"/>
                  </a:cubicBezTo>
                  <a:cubicBezTo>
                    <a:pt x="320" y="58"/>
                    <a:pt x="320" y="58"/>
                    <a:pt x="320" y="58"/>
                  </a:cubicBezTo>
                  <a:cubicBezTo>
                    <a:pt x="320" y="58"/>
                    <a:pt x="320" y="58"/>
                    <a:pt x="321" y="58"/>
                  </a:cubicBezTo>
                  <a:cubicBezTo>
                    <a:pt x="322" y="58"/>
                    <a:pt x="323" y="58"/>
                    <a:pt x="323" y="57"/>
                  </a:cubicBezTo>
                  <a:cubicBezTo>
                    <a:pt x="323" y="57"/>
                    <a:pt x="323" y="57"/>
                    <a:pt x="323" y="57"/>
                  </a:cubicBezTo>
                  <a:cubicBezTo>
                    <a:pt x="323" y="57"/>
                    <a:pt x="324" y="57"/>
                    <a:pt x="324" y="57"/>
                  </a:cubicBezTo>
                  <a:cubicBezTo>
                    <a:pt x="324" y="57"/>
                    <a:pt x="325" y="57"/>
                    <a:pt x="325" y="56"/>
                  </a:cubicBezTo>
                  <a:cubicBezTo>
                    <a:pt x="325" y="56"/>
                    <a:pt x="325" y="56"/>
                    <a:pt x="325" y="56"/>
                  </a:cubicBezTo>
                  <a:cubicBezTo>
                    <a:pt x="325" y="55"/>
                    <a:pt x="324" y="55"/>
                    <a:pt x="324" y="55"/>
                  </a:cubicBezTo>
                  <a:cubicBezTo>
                    <a:pt x="323" y="55"/>
                    <a:pt x="323" y="55"/>
                    <a:pt x="322" y="55"/>
                  </a:cubicBezTo>
                  <a:cubicBezTo>
                    <a:pt x="322" y="55"/>
                    <a:pt x="322" y="55"/>
                    <a:pt x="322" y="55"/>
                  </a:cubicBezTo>
                  <a:cubicBezTo>
                    <a:pt x="322" y="54"/>
                    <a:pt x="322" y="54"/>
                    <a:pt x="322" y="54"/>
                  </a:cubicBezTo>
                  <a:cubicBezTo>
                    <a:pt x="321" y="54"/>
                    <a:pt x="321" y="54"/>
                    <a:pt x="321" y="54"/>
                  </a:cubicBezTo>
                  <a:cubicBezTo>
                    <a:pt x="320" y="54"/>
                    <a:pt x="320" y="54"/>
                    <a:pt x="320" y="54"/>
                  </a:cubicBezTo>
                  <a:cubicBezTo>
                    <a:pt x="320" y="54"/>
                    <a:pt x="319" y="54"/>
                    <a:pt x="319" y="55"/>
                  </a:cubicBezTo>
                  <a:cubicBezTo>
                    <a:pt x="319" y="55"/>
                    <a:pt x="319" y="55"/>
                    <a:pt x="319" y="55"/>
                  </a:cubicBezTo>
                  <a:cubicBezTo>
                    <a:pt x="319" y="56"/>
                    <a:pt x="319" y="56"/>
                    <a:pt x="318" y="56"/>
                  </a:cubicBezTo>
                  <a:cubicBezTo>
                    <a:pt x="318" y="56"/>
                    <a:pt x="317" y="56"/>
                    <a:pt x="317" y="57"/>
                  </a:cubicBezTo>
                  <a:cubicBezTo>
                    <a:pt x="317" y="57"/>
                    <a:pt x="317" y="58"/>
                    <a:pt x="318" y="58"/>
                  </a:cubicBezTo>
                  <a:cubicBezTo>
                    <a:pt x="318" y="58"/>
                    <a:pt x="318" y="58"/>
                    <a:pt x="318" y="58"/>
                  </a:cubicBezTo>
                  <a:cubicBezTo>
                    <a:pt x="318" y="58"/>
                    <a:pt x="318" y="59"/>
                    <a:pt x="318" y="60"/>
                  </a:cubicBezTo>
                  <a:cubicBezTo>
                    <a:pt x="318" y="60"/>
                    <a:pt x="317" y="61"/>
                    <a:pt x="317" y="61"/>
                  </a:cubicBezTo>
                  <a:close/>
                  <a:moveTo>
                    <a:pt x="291" y="103"/>
                  </a:moveTo>
                  <a:cubicBezTo>
                    <a:pt x="291" y="103"/>
                    <a:pt x="291" y="104"/>
                    <a:pt x="291" y="104"/>
                  </a:cubicBezTo>
                  <a:cubicBezTo>
                    <a:pt x="291" y="104"/>
                    <a:pt x="291" y="104"/>
                    <a:pt x="291" y="104"/>
                  </a:cubicBezTo>
                  <a:cubicBezTo>
                    <a:pt x="291" y="104"/>
                    <a:pt x="291" y="104"/>
                    <a:pt x="291" y="104"/>
                  </a:cubicBezTo>
                  <a:cubicBezTo>
                    <a:pt x="291" y="104"/>
                    <a:pt x="291" y="104"/>
                    <a:pt x="290" y="105"/>
                  </a:cubicBezTo>
                  <a:cubicBezTo>
                    <a:pt x="289" y="105"/>
                    <a:pt x="289" y="106"/>
                    <a:pt x="289" y="106"/>
                  </a:cubicBezTo>
                  <a:cubicBezTo>
                    <a:pt x="288" y="106"/>
                    <a:pt x="288" y="106"/>
                    <a:pt x="288" y="106"/>
                  </a:cubicBezTo>
                  <a:cubicBezTo>
                    <a:pt x="288" y="106"/>
                    <a:pt x="288" y="106"/>
                    <a:pt x="287" y="106"/>
                  </a:cubicBezTo>
                  <a:cubicBezTo>
                    <a:pt x="287" y="106"/>
                    <a:pt x="287" y="106"/>
                    <a:pt x="287" y="106"/>
                  </a:cubicBezTo>
                  <a:cubicBezTo>
                    <a:pt x="287" y="106"/>
                    <a:pt x="287" y="106"/>
                    <a:pt x="287" y="107"/>
                  </a:cubicBezTo>
                  <a:cubicBezTo>
                    <a:pt x="287" y="108"/>
                    <a:pt x="287" y="109"/>
                    <a:pt x="287" y="110"/>
                  </a:cubicBezTo>
                  <a:cubicBezTo>
                    <a:pt x="288" y="111"/>
                    <a:pt x="288" y="112"/>
                    <a:pt x="289" y="112"/>
                  </a:cubicBezTo>
                  <a:cubicBezTo>
                    <a:pt x="289" y="113"/>
                    <a:pt x="290" y="113"/>
                    <a:pt x="290" y="113"/>
                  </a:cubicBezTo>
                  <a:cubicBezTo>
                    <a:pt x="291" y="113"/>
                    <a:pt x="292" y="113"/>
                    <a:pt x="292" y="113"/>
                  </a:cubicBezTo>
                  <a:cubicBezTo>
                    <a:pt x="292" y="114"/>
                    <a:pt x="293" y="114"/>
                    <a:pt x="293" y="114"/>
                  </a:cubicBezTo>
                  <a:cubicBezTo>
                    <a:pt x="294" y="114"/>
                    <a:pt x="294" y="114"/>
                    <a:pt x="294" y="113"/>
                  </a:cubicBezTo>
                  <a:cubicBezTo>
                    <a:pt x="295" y="113"/>
                    <a:pt x="295" y="113"/>
                    <a:pt x="295" y="113"/>
                  </a:cubicBezTo>
                  <a:cubicBezTo>
                    <a:pt x="295" y="112"/>
                    <a:pt x="295" y="112"/>
                    <a:pt x="295" y="112"/>
                  </a:cubicBezTo>
                  <a:cubicBezTo>
                    <a:pt x="295" y="112"/>
                    <a:pt x="295" y="112"/>
                    <a:pt x="295" y="111"/>
                  </a:cubicBezTo>
                  <a:cubicBezTo>
                    <a:pt x="295" y="111"/>
                    <a:pt x="295" y="110"/>
                    <a:pt x="296" y="109"/>
                  </a:cubicBezTo>
                  <a:cubicBezTo>
                    <a:pt x="296" y="109"/>
                    <a:pt x="296" y="109"/>
                    <a:pt x="297" y="108"/>
                  </a:cubicBezTo>
                  <a:cubicBezTo>
                    <a:pt x="297" y="108"/>
                    <a:pt x="297" y="108"/>
                    <a:pt x="297" y="107"/>
                  </a:cubicBezTo>
                  <a:cubicBezTo>
                    <a:pt x="297" y="107"/>
                    <a:pt x="297" y="107"/>
                    <a:pt x="297" y="106"/>
                  </a:cubicBezTo>
                  <a:cubicBezTo>
                    <a:pt x="297" y="105"/>
                    <a:pt x="296" y="104"/>
                    <a:pt x="296" y="104"/>
                  </a:cubicBezTo>
                  <a:cubicBezTo>
                    <a:pt x="296" y="104"/>
                    <a:pt x="296" y="104"/>
                    <a:pt x="296" y="104"/>
                  </a:cubicBezTo>
                  <a:cubicBezTo>
                    <a:pt x="296" y="104"/>
                    <a:pt x="297" y="104"/>
                    <a:pt x="297" y="103"/>
                  </a:cubicBezTo>
                  <a:cubicBezTo>
                    <a:pt x="297" y="103"/>
                    <a:pt x="298" y="103"/>
                    <a:pt x="298" y="102"/>
                  </a:cubicBezTo>
                  <a:cubicBezTo>
                    <a:pt x="298" y="102"/>
                    <a:pt x="298" y="102"/>
                    <a:pt x="297" y="102"/>
                  </a:cubicBezTo>
                  <a:cubicBezTo>
                    <a:pt x="297" y="102"/>
                    <a:pt x="297" y="102"/>
                    <a:pt x="297" y="102"/>
                  </a:cubicBezTo>
                  <a:cubicBezTo>
                    <a:pt x="297" y="102"/>
                    <a:pt x="297" y="102"/>
                    <a:pt x="297" y="102"/>
                  </a:cubicBezTo>
                  <a:cubicBezTo>
                    <a:pt x="297" y="102"/>
                    <a:pt x="296" y="102"/>
                    <a:pt x="296" y="102"/>
                  </a:cubicBezTo>
                  <a:cubicBezTo>
                    <a:pt x="296" y="102"/>
                    <a:pt x="296" y="102"/>
                    <a:pt x="296" y="102"/>
                  </a:cubicBezTo>
                  <a:cubicBezTo>
                    <a:pt x="296" y="102"/>
                    <a:pt x="296" y="102"/>
                    <a:pt x="296" y="102"/>
                  </a:cubicBezTo>
                  <a:cubicBezTo>
                    <a:pt x="296" y="102"/>
                    <a:pt x="296" y="101"/>
                    <a:pt x="296" y="100"/>
                  </a:cubicBezTo>
                  <a:cubicBezTo>
                    <a:pt x="296" y="100"/>
                    <a:pt x="296" y="100"/>
                    <a:pt x="296" y="100"/>
                  </a:cubicBezTo>
                  <a:cubicBezTo>
                    <a:pt x="296" y="100"/>
                    <a:pt x="295" y="100"/>
                    <a:pt x="295" y="100"/>
                  </a:cubicBezTo>
                  <a:cubicBezTo>
                    <a:pt x="295" y="100"/>
                    <a:pt x="295" y="100"/>
                    <a:pt x="294" y="100"/>
                  </a:cubicBezTo>
                  <a:cubicBezTo>
                    <a:pt x="294" y="100"/>
                    <a:pt x="294" y="101"/>
                    <a:pt x="294" y="101"/>
                  </a:cubicBezTo>
                  <a:cubicBezTo>
                    <a:pt x="294" y="101"/>
                    <a:pt x="294" y="101"/>
                    <a:pt x="294" y="101"/>
                  </a:cubicBezTo>
                  <a:cubicBezTo>
                    <a:pt x="294" y="102"/>
                    <a:pt x="294" y="102"/>
                    <a:pt x="294" y="102"/>
                  </a:cubicBezTo>
                  <a:cubicBezTo>
                    <a:pt x="294" y="102"/>
                    <a:pt x="294" y="102"/>
                    <a:pt x="294" y="102"/>
                  </a:cubicBezTo>
                  <a:cubicBezTo>
                    <a:pt x="294" y="102"/>
                    <a:pt x="294" y="102"/>
                    <a:pt x="293" y="102"/>
                  </a:cubicBezTo>
                  <a:cubicBezTo>
                    <a:pt x="292" y="102"/>
                    <a:pt x="292" y="103"/>
                    <a:pt x="291" y="103"/>
                  </a:cubicBezTo>
                  <a:close/>
                  <a:moveTo>
                    <a:pt x="298" y="79"/>
                  </a:moveTo>
                  <a:cubicBezTo>
                    <a:pt x="298" y="80"/>
                    <a:pt x="298" y="80"/>
                    <a:pt x="298" y="81"/>
                  </a:cubicBezTo>
                  <a:cubicBezTo>
                    <a:pt x="298" y="81"/>
                    <a:pt x="298" y="81"/>
                    <a:pt x="298" y="82"/>
                  </a:cubicBezTo>
                  <a:cubicBezTo>
                    <a:pt x="298" y="82"/>
                    <a:pt x="298" y="82"/>
                    <a:pt x="299" y="82"/>
                  </a:cubicBezTo>
                  <a:cubicBezTo>
                    <a:pt x="299" y="82"/>
                    <a:pt x="299" y="82"/>
                    <a:pt x="299" y="82"/>
                  </a:cubicBezTo>
                  <a:cubicBezTo>
                    <a:pt x="299" y="82"/>
                    <a:pt x="299" y="82"/>
                    <a:pt x="299" y="82"/>
                  </a:cubicBezTo>
                  <a:cubicBezTo>
                    <a:pt x="299" y="82"/>
                    <a:pt x="300" y="81"/>
                    <a:pt x="300" y="81"/>
                  </a:cubicBezTo>
                  <a:cubicBezTo>
                    <a:pt x="300" y="80"/>
                    <a:pt x="301" y="80"/>
                    <a:pt x="301" y="79"/>
                  </a:cubicBezTo>
                  <a:cubicBezTo>
                    <a:pt x="301" y="79"/>
                    <a:pt x="300" y="78"/>
                    <a:pt x="300" y="78"/>
                  </a:cubicBezTo>
                  <a:cubicBezTo>
                    <a:pt x="300" y="78"/>
                    <a:pt x="300" y="78"/>
                    <a:pt x="300" y="78"/>
                  </a:cubicBezTo>
                  <a:cubicBezTo>
                    <a:pt x="300" y="78"/>
                    <a:pt x="300" y="78"/>
                    <a:pt x="300" y="78"/>
                  </a:cubicBezTo>
                  <a:cubicBezTo>
                    <a:pt x="300" y="78"/>
                    <a:pt x="300" y="78"/>
                    <a:pt x="300" y="78"/>
                  </a:cubicBezTo>
                  <a:cubicBezTo>
                    <a:pt x="299" y="78"/>
                    <a:pt x="298" y="79"/>
                    <a:pt x="298" y="79"/>
                  </a:cubicBezTo>
                  <a:close/>
                  <a:moveTo>
                    <a:pt x="297" y="89"/>
                  </a:moveTo>
                  <a:cubicBezTo>
                    <a:pt x="297" y="90"/>
                    <a:pt x="297" y="90"/>
                    <a:pt x="297" y="90"/>
                  </a:cubicBezTo>
                  <a:cubicBezTo>
                    <a:pt x="297" y="90"/>
                    <a:pt x="297" y="90"/>
                    <a:pt x="297" y="90"/>
                  </a:cubicBezTo>
                  <a:cubicBezTo>
                    <a:pt x="298" y="91"/>
                    <a:pt x="298" y="91"/>
                    <a:pt x="298" y="92"/>
                  </a:cubicBezTo>
                  <a:cubicBezTo>
                    <a:pt x="299" y="92"/>
                    <a:pt x="299" y="92"/>
                    <a:pt x="299" y="92"/>
                  </a:cubicBezTo>
                  <a:cubicBezTo>
                    <a:pt x="299" y="92"/>
                    <a:pt x="299" y="92"/>
                    <a:pt x="299" y="92"/>
                  </a:cubicBezTo>
                  <a:cubicBezTo>
                    <a:pt x="299" y="93"/>
                    <a:pt x="297" y="94"/>
                    <a:pt x="297" y="95"/>
                  </a:cubicBezTo>
                  <a:cubicBezTo>
                    <a:pt x="297" y="95"/>
                    <a:pt x="297" y="95"/>
                    <a:pt x="297" y="95"/>
                  </a:cubicBezTo>
                  <a:cubicBezTo>
                    <a:pt x="297" y="95"/>
                    <a:pt x="297" y="95"/>
                    <a:pt x="297" y="96"/>
                  </a:cubicBezTo>
                  <a:cubicBezTo>
                    <a:pt x="297" y="96"/>
                    <a:pt x="298" y="96"/>
                    <a:pt x="298" y="96"/>
                  </a:cubicBezTo>
                  <a:cubicBezTo>
                    <a:pt x="298" y="96"/>
                    <a:pt x="298" y="96"/>
                    <a:pt x="298" y="96"/>
                  </a:cubicBezTo>
                  <a:cubicBezTo>
                    <a:pt x="298" y="96"/>
                    <a:pt x="298" y="96"/>
                    <a:pt x="299" y="95"/>
                  </a:cubicBezTo>
                  <a:cubicBezTo>
                    <a:pt x="299" y="95"/>
                    <a:pt x="300" y="94"/>
                    <a:pt x="301" y="93"/>
                  </a:cubicBezTo>
                  <a:cubicBezTo>
                    <a:pt x="301" y="93"/>
                    <a:pt x="301" y="93"/>
                    <a:pt x="302" y="93"/>
                  </a:cubicBezTo>
                  <a:cubicBezTo>
                    <a:pt x="302" y="93"/>
                    <a:pt x="302" y="93"/>
                    <a:pt x="302" y="93"/>
                  </a:cubicBezTo>
                  <a:cubicBezTo>
                    <a:pt x="302" y="92"/>
                    <a:pt x="303" y="92"/>
                    <a:pt x="303" y="92"/>
                  </a:cubicBezTo>
                  <a:cubicBezTo>
                    <a:pt x="303" y="92"/>
                    <a:pt x="303" y="92"/>
                    <a:pt x="303" y="92"/>
                  </a:cubicBezTo>
                  <a:cubicBezTo>
                    <a:pt x="303" y="91"/>
                    <a:pt x="303" y="91"/>
                    <a:pt x="303" y="91"/>
                  </a:cubicBezTo>
                  <a:cubicBezTo>
                    <a:pt x="303" y="91"/>
                    <a:pt x="303" y="91"/>
                    <a:pt x="303" y="91"/>
                  </a:cubicBezTo>
                  <a:cubicBezTo>
                    <a:pt x="303" y="91"/>
                    <a:pt x="302" y="91"/>
                    <a:pt x="301" y="90"/>
                  </a:cubicBezTo>
                  <a:cubicBezTo>
                    <a:pt x="301" y="90"/>
                    <a:pt x="301" y="90"/>
                    <a:pt x="301" y="90"/>
                  </a:cubicBezTo>
                  <a:cubicBezTo>
                    <a:pt x="300" y="90"/>
                    <a:pt x="300" y="90"/>
                    <a:pt x="300" y="90"/>
                  </a:cubicBezTo>
                  <a:cubicBezTo>
                    <a:pt x="300" y="90"/>
                    <a:pt x="300" y="90"/>
                    <a:pt x="300" y="90"/>
                  </a:cubicBezTo>
                  <a:cubicBezTo>
                    <a:pt x="300" y="89"/>
                    <a:pt x="300" y="89"/>
                    <a:pt x="301" y="89"/>
                  </a:cubicBezTo>
                  <a:cubicBezTo>
                    <a:pt x="301" y="89"/>
                    <a:pt x="302" y="88"/>
                    <a:pt x="302" y="88"/>
                  </a:cubicBezTo>
                  <a:cubicBezTo>
                    <a:pt x="302" y="88"/>
                    <a:pt x="302" y="87"/>
                    <a:pt x="302" y="87"/>
                  </a:cubicBezTo>
                  <a:cubicBezTo>
                    <a:pt x="301" y="87"/>
                    <a:pt x="301" y="86"/>
                    <a:pt x="301" y="86"/>
                  </a:cubicBezTo>
                  <a:cubicBezTo>
                    <a:pt x="300" y="86"/>
                    <a:pt x="300" y="85"/>
                    <a:pt x="300" y="85"/>
                  </a:cubicBezTo>
                  <a:cubicBezTo>
                    <a:pt x="299" y="85"/>
                    <a:pt x="299" y="86"/>
                    <a:pt x="299" y="86"/>
                  </a:cubicBezTo>
                  <a:cubicBezTo>
                    <a:pt x="299" y="87"/>
                    <a:pt x="299" y="87"/>
                    <a:pt x="299" y="87"/>
                  </a:cubicBezTo>
                  <a:cubicBezTo>
                    <a:pt x="298" y="88"/>
                    <a:pt x="298" y="88"/>
                    <a:pt x="298" y="88"/>
                  </a:cubicBezTo>
                  <a:cubicBezTo>
                    <a:pt x="297" y="88"/>
                    <a:pt x="297" y="89"/>
                    <a:pt x="297" y="89"/>
                  </a:cubicBez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th-TH"/>
            </a:p>
          </p:txBody>
        </p:sp>
        <p:grpSp>
          <p:nvGrpSpPr>
            <p:cNvPr id="7" name="Group 6">
              <a:extLst>
                <a:ext uri="{FF2B5EF4-FFF2-40B4-BE49-F238E27FC236}">
                  <a16:creationId xmlns:a16="http://schemas.microsoft.com/office/drawing/2014/main" id="{3B8BD9D5-17D9-BB5F-2206-D3183F4A86A5}"/>
                </a:ext>
              </a:extLst>
            </p:cNvPr>
            <p:cNvGrpSpPr/>
            <p:nvPr/>
          </p:nvGrpSpPr>
          <p:grpSpPr>
            <a:xfrm>
              <a:off x="1340959" y="1058842"/>
              <a:ext cx="869707" cy="867340"/>
              <a:chOff x="2138511" y="2464802"/>
              <a:chExt cx="354012" cy="352956"/>
            </a:xfrm>
            <a:solidFill>
              <a:schemeClr val="accent5"/>
            </a:solidFill>
          </p:grpSpPr>
          <p:sp>
            <p:nvSpPr>
              <p:cNvPr id="50" name="Oval 49">
                <a:extLst>
                  <a:ext uri="{FF2B5EF4-FFF2-40B4-BE49-F238E27FC236}">
                    <a16:creationId xmlns:a16="http://schemas.microsoft.com/office/drawing/2014/main" id="{69502597-86C8-55D5-0FA6-4EEDE36F123D}"/>
                  </a:ext>
                </a:extLst>
              </p:cNvPr>
              <p:cNvSpPr>
                <a:spLocks noChangeArrowheads="1"/>
              </p:cNvSpPr>
              <p:nvPr/>
            </p:nvSpPr>
            <p:spPr bwMode="auto">
              <a:xfrm>
                <a:off x="2229830"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sp>
            <p:nvSpPr>
              <p:cNvPr id="51" name="Freeform 1165">
                <a:extLst>
                  <a:ext uri="{FF2B5EF4-FFF2-40B4-BE49-F238E27FC236}">
                    <a16:creationId xmlns:a16="http://schemas.microsoft.com/office/drawing/2014/main" id="{02E3349C-1A10-2BCD-8BD8-55FD9E25C0AE}"/>
                  </a:ext>
                </a:extLst>
              </p:cNvPr>
              <p:cNvSpPr>
                <a:spLocks noEditPoints="1"/>
              </p:cNvSpPr>
              <p:nvPr/>
            </p:nvSpPr>
            <p:spPr bwMode="auto">
              <a:xfrm>
                <a:off x="2138511"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grpSp>
        <p:grpSp>
          <p:nvGrpSpPr>
            <p:cNvPr id="8" name="Group 7">
              <a:extLst>
                <a:ext uri="{FF2B5EF4-FFF2-40B4-BE49-F238E27FC236}">
                  <a16:creationId xmlns:a16="http://schemas.microsoft.com/office/drawing/2014/main" id="{865F60E6-85E7-3BB2-33C9-19F338078AE5}"/>
                </a:ext>
              </a:extLst>
            </p:cNvPr>
            <p:cNvGrpSpPr/>
            <p:nvPr/>
          </p:nvGrpSpPr>
          <p:grpSpPr>
            <a:xfrm>
              <a:off x="11081507" y="1492512"/>
              <a:ext cx="869707" cy="867340"/>
              <a:chOff x="2138511" y="2464802"/>
              <a:chExt cx="354012" cy="352956"/>
            </a:xfrm>
            <a:solidFill>
              <a:schemeClr val="accent6"/>
            </a:solidFill>
          </p:grpSpPr>
          <p:sp>
            <p:nvSpPr>
              <p:cNvPr id="48" name="Oval 47">
                <a:extLst>
                  <a:ext uri="{FF2B5EF4-FFF2-40B4-BE49-F238E27FC236}">
                    <a16:creationId xmlns:a16="http://schemas.microsoft.com/office/drawing/2014/main" id="{25BC2576-3CA4-C481-EE5B-48484A09E819}"/>
                  </a:ext>
                </a:extLst>
              </p:cNvPr>
              <p:cNvSpPr>
                <a:spLocks noChangeArrowheads="1"/>
              </p:cNvSpPr>
              <p:nvPr/>
            </p:nvSpPr>
            <p:spPr bwMode="auto">
              <a:xfrm>
                <a:off x="2229830"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sp>
            <p:nvSpPr>
              <p:cNvPr id="49" name="Freeform 1165">
                <a:extLst>
                  <a:ext uri="{FF2B5EF4-FFF2-40B4-BE49-F238E27FC236}">
                    <a16:creationId xmlns:a16="http://schemas.microsoft.com/office/drawing/2014/main" id="{AAA1119E-2888-E98C-CFF7-C21E7FE5D224}"/>
                  </a:ext>
                </a:extLst>
              </p:cNvPr>
              <p:cNvSpPr>
                <a:spLocks noEditPoints="1"/>
              </p:cNvSpPr>
              <p:nvPr/>
            </p:nvSpPr>
            <p:spPr bwMode="auto">
              <a:xfrm>
                <a:off x="2138511"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grpSp>
        <p:grpSp>
          <p:nvGrpSpPr>
            <p:cNvPr id="9" name="Group 8">
              <a:extLst>
                <a:ext uri="{FF2B5EF4-FFF2-40B4-BE49-F238E27FC236}">
                  <a16:creationId xmlns:a16="http://schemas.microsoft.com/office/drawing/2014/main" id="{206F3E9E-7D87-DDC0-C081-6A63094B1113}"/>
                </a:ext>
              </a:extLst>
            </p:cNvPr>
            <p:cNvGrpSpPr/>
            <p:nvPr/>
          </p:nvGrpSpPr>
          <p:grpSpPr>
            <a:xfrm>
              <a:off x="7983536" y="1715183"/>
              <a:ext cx="869707" cy="867340"/>
              <a:chOff x="2138511" y="2464802"/>
              <a:chExt cx="354012" cy="352956"/>
            </a:xfrm>
            <a:solidFill>
              <a:schemeClr val="accent4"/>
            </a:solidFill>
          </p:grpSpPr>
          <p:sp>
            <p:nvSpPr>
              <p:cNvPr id="46" name="Oval 45">
                <a:extLst>
                  <a:ext uri="{FF2B5EF4-FFF2-40B4-BE49-F238E27FC236}">
                    <a16:creationId xmlns:a16="http://schemas.microsoft.com/office/drawing/2014/main" id="{237EDB9C-EC14-0EF8-B311-FF927C343D8E}"/>
                  </a:ext>
                </a:extLst>
              </p:cNvPr>
              <p:cNvSpPr>
                <a:spLocks noChangeArrowheads="1"/>
              </p:cNvSpPr>
              <p:nvPr/>
            </p:nvSpPr>
            <p:spPr bwMode="auto">
              <a:xfrm>
                <a:off x="2229830"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sp>
            <p:nvSpPr>
              <p:cNvPr id="47" name="Freeform 1165">
                <a:extLst>
                  <a:ext uri="{FF2B5EF4-FFF2-40B4-BE49-F238E27FC236}">
                    <a16:creationId xmlns:a16="http://schemas.microsoft.com/office/drawing/2014/main" id="{55C009AB-5AD7-47C9-CBEB-4067316B7BEA}"/>
                  </a:ext>
                </a:extLst>
              </p:cNvPr>
              <p:cNvSpPr>
                <a:spLocks noEditPoints="1"/>
              </p:cNvSpPr>
              <p:nvPr/>
            </p:nvSpPr>
            <p:spPr bwMode="auto">
              <a:xfrm>
                <a:off x="2138511"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grpSp>
        <p:grpSp>
          <p:nvGrpSpPr>
            <p:cNvPr id="10" name="Group 9">
              <a:extLst>
                <a:ext uri="{FF2B5EF4-FFF2-40B4-BE49-F238E27FC236}">
                  <a16:creationId xmlns:a16="http://schemas.microsoft.com/office/drawing/2014/main" id="{E46CEAEB-5FA0-A910-93DE-6FC5832C8E07}"/>
                </a:ext>
              </a:extLst>
            </p:cNvPr>
            <p:cNvGrpSpPr/>
            <p:nvPr/>
          </p:nvGrpSpPr>
          <p:grpSpPr>
            <a:xfrm>
              <a:off x="3347691" y="4651136"/>
              <a:ext cx="869707" cy="867340"/>
              <a:chOff x="2138511" y="2464802"/>
              <a:chExt cx="354012" cy="352956"/>
            </a:xfrm>
            <a:solidFill>
              <a:schemeClr val="accent3"/>
            </a:solidFill>
          </p:grpSpPr>
          <p:sp>
            <p:nvSpPr>
              <p:cNvPr id="44" name="Oval 43">
                <a:extLst>
                  <a:ext uri="{FF2B5EF4-FFF2-40B4-BE49-F238E27FC236}">
                    <a16:creationId xmlns:a16="http://schemas.microsoft.com/office/drawing/2014/main" id="{F54BC91A-498C-7B94-3320-A9AD2FC87E15}"/>
                  </a:ext>
                </a:extLst>
              </p:cNvPr>
              <p:cNvSpPr>
                <a:spLocks noChangeArrowheads="1"/>
              </p:cNvSpPr>
              <p:nvPr/>
            </p:nvSpPr>
            <p:spPr bwMode="auto">
              <a:xfrm>
                <a:off x="2229830"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sp>
            <p:nvSpPr>
              <p:cNvPr id="45" name="Freeform 1165">
                <a:extLst>
                  <a:ext uri="{FF2B5EF4-FFF2-40B4-BE49-F238E27FC236}">
                    <a16:creationId xmlns:a16="http://schemas.microsoft.com/office/drawing/2014/main" id="{4E00F996-7246-F96C-CDCC-085E1C73DA67}"/>
                  </a:ext>
                </a:extLst>
              </p:cNvPr>
              <p:cNvSpPr>
                <a:spLocks noEditPoints="1"/>
              </p:cNvSpPr>
              <p:nvPr/>
            </p:nvSpPr>
            <p:spPr bwMode="auto">
              <a:xfrm>
                <a:off x="2138511"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grpSp>
        <p:grpSp>
          <p:nvGrpSpPr>
            <p:cNvPr id="11" name="Group 10">
              <a:extLst>
                <a:ext uri="{FF2B5EF4-FFF2-40B4-BE49-F238E27FC236}">
                  <a16:creationId xmlns:a16="http://schemas.microsoft.com/office/drawing/2014/main" id="{4725C8BE-3A1E-FCAC-934B-BF8D82EDC1A2}"/>
                </a:ext>
              </a:extLst>
            </p:cNvPr>
            <p:cNvGrpSpPr/>
            <p:nvPr/>
          </p:nvGrpSpPr>
          <p:grpSpPr>
            <a:xfrm>
              <a:off x="7039032" y="4219884"/>
              <a:ext cx="645363" cy="643605"/>
              <a:chOff x="2138511" y="2464802"/>
              <a:chExt cx="354012" cy="352956"/>
            </a:xfrm>
            <a:solidFill>
              <a:schemeClr val="accent5"/>
            </a:solidFill>
          </p:grpSpPr>
          <p:sp>
            <p:nvSpPr>
              <p:cNvPr id="42" name="Oval 41">
                <a:extLst>
                  <a:ext uri="{FF2B5EF4-FFF2-40B4-BE49-F238E27FC236}">
                    <a16:creationId xmlns:a16="http://schemas.microsoft.com/office/drawing/2014/main" id="{6FBB68AC-3D80-2668-BC28-3C306FDA75F2}"/>
                  </a:ext>
                </a:extLst>
              </p:cNvPr>
              <p:cNvSpPr>
                <a:spLocks noChangeArrowheads="1"/>
              </p:cNvSpPr>
              <p:nvPr/>
            </p:nvSpPr>
            <p:spPr bwMode="auto">
              <a:xfrm>
                <a:off x="2229830"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sp>
            <p:nvSpPr>
              <p:cNvPr id="43" name="Freeform 1165">
                <a:extLst>
                  <a:ext uri="{FF2B5EF4-FFF2-40B4-BE49-F238E27FC236}">
                    <a16:creationId xmlns:a16="http://schemas.microsoft.com/office/drawing/2014/main" id="{2A861453-6DED-BB52-6288-0584F5AEB721}"/>
                  </a:ext>
                </a:extLst>
              </p:cNvPr>
              <p:cNvSpPr>
                <a:spLocks noEditPoints="1"/>
              </p:cNvSpPr>
              <p:nvPr/>
            </p:nvSpPr>
            <p:spPr bwMode="auto">
              <a:xfrm>
                <a:off x="2138511"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grpSp>
        <p:grpSp>
          <p:nvGrpSpPr>
            <p:cNvPr id="12" name="Group 11">
              <a:extLst>
                <a:ext uri="{FF2B5EF4-FFF2-40B4-BE49-F238E27FC236}">
                  <a16:creationId xmlns:a16="http://schemas.microsoft.com/office/drawing/2014/main" id="{D89C2C5B-E519-826B-8136-B9B5B6F186F5}"/>
                </a:ext>
              </a:extLst>
            </p:cNvPr>
            <p:cNvGrpSpPr/>
            <p:nvPr/>
          </p:nvGrpSpPr>
          <p:grpSpPr>
            <a:xfrm>
              <a:off x="4949980" y="2768806"/>
              <a:ext cx="645363" cy="643605"/>
              <a:chOff x="2138511" y="2464802"/>
              <a:chExt cx="354012" cy="352956"/>
            </a:xfrm>
            <a:solidFill>
              <a:schemeClr val="accent6"/>
            </a:solidFill>
          </p:grpSpPr>
          <p:sp>
            <p:nvSpPr>
              <p:cNvPr id="40" name="Oval 39">
                <a:extLst>
                  <a:ext uri="{FF2B5EF4-FFF2-40B4-BE49-F238E27FC236}">
                    <a16:creationId xmlns:a16="http://schemas.microsoft.com/office/drawing/2014/main" id="{056E029D-0335-8D64-0112-CE0F45652F71}"/>
                  </a:ext>
                </a:extLst>
              </p:cNvPr>
              <p:cNvSpPr>
                <a:spLocks noChangeArrowheads="1"/>
              </p:cNvSpPr>
              <p:nvPr/>
            </p:nvSpPr>
            <p:spPr bwMode="auto">
              <a:xfrm>
                <a:off x="2229830"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sp>
            <p:nvSpPr>
              <p:cNvPr id="41" name="Freeform 1165">
                <a:extLst>
                  <a:ext uri="{FF2B5EF4-FFF2-40B4-BE49-F238E27FC236}">
                    <a16:creationId xmlns:a16="http://schemas.microsoft.com/office/drawing/2014/main" id="{AD02379C-BA57-18FB-4527-3D888CB62CB6}"/>
                  </a:ext>
                </a:extLst>
              </p:cNvPr>
              <p:cNvSpPr>
                <a:spLocks noEditPoints="1"/>
              </p:cNvSpPr>
              <p:nvPr/>
            </p:nvSpPr>
            <p:spPr bwMode="auto">
              <a:xfrm>
                <a:off x="2138511"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grpSp>
        <p:grpSp>
          <p:nvGrpSpPr>
            <p:cNvPr id="13" name="Group 12">
              <a:extLst>
                <a:ext uri="{FF2B5EF4-FFF2-40B4-BE49-F238E27FC236}">
                  <a16:creationId xmlns:a16="http://schemas.microsoft.com/office/drawing/2014/main" id="{8E1E2C3F-4EA6-9477-4B4E-97FB3F65DB03}"/>
                </a:ext>
              </a:extLst>
            </p:cNvPr>
            <p:cNvGrpSpPr/>
            <p:nvPr/>
          </p:nvGrpSpPr>
          <p:grpSpPr>
            <a:xfrm>
              <a:off x="1852008" y="2991476"/>
              <a:ext cx="645363" cy="643605"/>
              <a:chOff x="2138511" y="2464802"/>
              <a:chExt cx="354012" cy="352956"/>
            </a:xfrm>
            <a:solidFill>
              <a:schemeClr val="accent4"/>
            </a:solidFill>
          </p:grpSpPr>
          <p:sp>
            <p:nvSpPr>
              <p:cNvPr id="38" name="Oval 37">
                <a:extLst>
                  <a:ext uri="{FF2B5EF4-FFF2-40B4-BE49-F238E27FC236}">
                    <a16:creationId xmlns:a16="http://schemas.microsoft.com/office/drawing/2014/main" id="{A72F39A5-A92D-B879-8FA9-A504D21364A4}"/>
                  </a:ext>
                </a:extLst>
              </p:cNvPr>
              <p:cNvSpPr>
                <a:spLocks noChangeArrowheads="1"/>
              </p:cNvSpPr>
              <p:nvPr/>
            </p:nvSpPr>
            <p:spPr bwMode="auto">
              <a:xfrm>
                <a:off x="2229830"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sp>
            <p:nvSpPr>
              <p:cNvPr id="39" name="Freeform 1165">
                <a:extLst>
                  <a:ext uri="{FF2B5EF4-FFF2-40B4-BE49-F238E27FC236}">
                    <a16:creationId xmlns:a16="http://schemas.microsoft.com/office/drawing/2014/main" id="{CA42F163-D58F-ADF5-FD73-66F89FF67805}"/>
                  </a:ext>
                </a:extLst>
              </p:cNvPr>
              <p:cNvSpPr>
                <a:spLocks noEditPoints="1"/>
              </p:cNvSpPr>
              <p:nvPr/>
            </p:nvSpPr>
            <p:spPr bwMode="auto">
              <a:xfrm>
                <a:off x="2138511"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grpSp>
        <p:grpSp>
          <p:nvGrpSpPr>
            <p:cNvPr id="14" name="Group 13">
              <a:extLst>
                <a:ext uri="{FF2B5EF4-FFF2-40B4-BE49-F238E27FC236}">
                  <a16:creationId xmlns:a16="http://schemas.microsoft.com/office/drawing/2014/main" id="{E2DE59E1-56EB-51DA-2811-AF3E7C931D48}"/>
                </a:ext>
              </a:extLst>
            </p:cNvPr>
            <p:cNvGrpSpPr/>
            <p:nvPr/>
          </p:nvGrpSpPr>
          <p:grpSpPr>
            <a:xfrm>
              <a:off x="10660495" y="5241377"/>
              <a:ext cx="645363" cy="643605"/>
              <a:chOff x="2138511" y="2464802"/>
              <a:chExt cx="354012" cy="352956"/>
            </a:xfrm>
            <a:solidFill>
              <a:schemeClr val="accent5"/>
            </a:solidFill>
          </p:grpSpPr>
          <p:sp>
            <p:nvSpPr>
              <p:cNvPr id="36" name="Oval 35">
                <a:extLst>
                  <a:ext uri="{FF2B5EF4-FFF2-40B4-BE49-F238E27FC236}">
                    <a16:creationId xmlns:a16="http://schemas.microsoft.com/office/drawing/2014/main" id="{4AF51FBD-5490-9323-8A31-B5602D77FB10}"/>
                  </a:ext>
                </a:extLst>
              </p:cNvPr>
              <p:cNvSpPr>
                <a:spLocks noChangeArrowheads="1"/>
              </p:cNvSpPr>
              <p:nvPr/>
            </p:nvSpPr>
            <p:spPr bwMode="auto">
              <a:xfrm>
                <a:off x="2229830"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sp>
            <p:nvSpPr>
              <p:cNvPr id="37" name="Freeform 1165">
                <a:extLst>
                  <a:ext uri="{FF2B5EF4-FFF2-40B4-BE49-F238E27FC236}">
                    <a16:creationId xmlns:a16="http://schemas.microsoft.com/office/drawing/2014/main" id="{49BA4B8F-417B-2A62-F727-88107A8273F8}"/>
                  </a:ext>
                </a:extLst>
              </p:cNvPr>
              <p:cNvSpPr>
                <a:spLocks noEditPoints="1"/>
              </p:cNvSpPr>
              <p:nvPr/>
            </p:nvSpPr>
            <p:spPr bwMode="auto">
              <a:xfrm>
                <a:off x="2138511"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grpSp>
        <p:grpSp>
          <p:nvGrpSpPr>
            <p:cNvPr id="15" name="Group 14">
              <a:extLst>
                <a:ext uri="{FF2B5EF4-FFF2-40B4-BE49-F238E27FC236}">
                  <a16:creationId xmlns:a16="http://schemas.microsoft.com/office/drawing/2014/main" id="{4F5FAEB5-8FE9-3BAC-0E0C-B0FFC717C05E}"/>
                </a:ext>
              </a:extLst>
            </p:cNvPr>
            <p:cNvGrpSpPr/>
            <p:nvPr/>
          </p:nvGrpSpPr>
          <p:grpSpPr>
            <a:xfrm>
              <a:off x="11409606" y="3311927"/>
              <a:ext cx="645363" cy="643605"/>
              <a:chOff x="2138511" y="2464802"/>
              <a:chExt cx="354012" cy="352956"/>
            </a:xfrm>
            <a:solidFill>
              <a:schemeClr val="accent6"/>
            </a:solidFill>
          </p:grpSpPr>
          <p:sp>
            <p:nvSpPr>
              <p:cNvPr id="34" name="Oval 33">
                <a:extLst>
                  <a:ext uri="{FF2B5EF4-FFF2-40B4-BE49-F238E27FC236}">
                    <a16:creationId xmlns:a16="http://schemas.microsoft.com/office/drawing/2014/main" id="{DF543D7D-F803-1D58-F1A3-3D47FDC32AE7}"/>
                  </a:ext>
                </a:extLst>
              </p:cNvPr>
              <p:cNvSpPr>
                <a:spLocks noChangeArrowheads="1"/>
              </p:cNvSpPr>
              <p:nvPr/>
            </p:nvSpPr>
            <p:spPr bwMode="auto">
              <a:xfrm>
                <a:off x="2229830"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sp>
            <p:nvSpPr>
              <p:cNvPr id="35" name="Freeform 1165">
                <a:extLst>
                  <a:ext uri="{FF2B5EF4-FFF2-40B4-BE49-F238E27FC236}">
                    <a16:creationId xmlns:a16="http://schemas.microsoft.com/office/drawing/2014/main" id="{20AB4E45-4981-5FF6-4349-D4DFC67FBCDD}"/>
                  </a:ext>
                </a:extLst>
              </p:cNvPr>
              <p:cNvSpPr>
                <a:spLocks noEditPoints="1"/>
              </p:cNvSpPr>
              <p:nvPr/>
            </p:nvSpPr>
            <p:spPr bwMode="auto">
              <a:xfrm>
                <a:off x="2138511"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grpSp>
        <p:grpSp>
          <p:nvGrpSpPr>
            <p:cNvPr id="16" name="Group 15">
              <a:extLst>
                <a:ext uri="{FF2B5EF4-FFF2-40B4-BE49-F238E27FC236}">
                  <a16:creationId xmlns:a16="http://schemas.microsoft.com/office/drawing/2014/main" id="{5B6EB182-4158-03B3-5ADD-67C6FE825E8A}"/>
                </a:ext>
              </a:extLst>
            </p:cNvPr>
            <p:cNvGrpSpPr/>
            <p:nvPr/>
          </p:nvGrpSpPr>
          <p:grpSpPr>
            <a:xfrm>
              <a:off x="10531578" y="481342"/>
              <a:ext cx="645363" cy="643605"/>
              <a:chOff x="2138511" y="2464802"/>
              <a:chExt cx="354012" cy="352956"/>
            </a:xfrm>
            <a:solidFill>
              <a:schemeClr val="accent4"/>
            </a:solidFill>
          </p:grpSpPr>
          <p:sp>
            <p:nvSpPr>
              <p:cNvPr id="32" name="Oval 31">
                <a:extLst>
                  <a:ext uri="{FF2B5EF4-FFF2-40B4-BE49-F238E27FC236}">
                    <a16:creationId xmlns:a16="http://schemas.microsoft.com/office/drawing/2014/main" id="{07D4006B-C2B8-A7E5-6F8D-1F25F63B8F04}"/>
                  </a:ext>
                </a:extLst>
              </p:cNvPr>
              <p:cNvSpPr>
                <a:spLocks noChangeArrowheads="1"/>
              </p:cNvSpPr>
              <p:nvPr/>
            </p:nvSpPr>
            <p:spPr bwMode="auto">
              <a:xfrm>
                <a:off x="2229830"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sp>
            <p:nvSpPr>
              <p:cNvPr id="33" name="Freeform 1165">
                <a:extLst>
                  <a:ext uri="{FF2B5EF4-FFF2-40B4-BE49-F238E27FC236}">
                    <a16:creationId xmlns:a16="http://schemas.microsoft.com/office/drawing/2014/main" id="{3C0FD9AA-0DDF-6191-3329-E148E0F5491B}"/>
                  </a:ext>
                </a:extLst>
              </p:cNvPr>
              <p:cNvSpPr>
                <a:spLocks noEditPoints="1"/>
              </p:cNvSpPr>
              <p:nvPr/>
            </p:nvSpPr>
            <p:spPr bwMode="auto">
              <a:xfrm>
                <a:off x="2138511"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grpSp>
        <p:grpSp>
          <p:nvGrpSpPr>
            <p:cNvPr id="17" name="Group 16">
              <a:extLst>
                <a:ext uri="{FF2B5EF4-FFF2-40B4-BE49-F238E27FC236}">
                  <a16:creationId xmlns:a16="http://schemas.microsoft.com/office/drawing/2014/main" id="{EE444C60-A441-E629-E04B-603962714DBC}"/>
                </a:ext>
              </a:extLst>
            </p:cNvPr>
            <p:cNvGrpSpPr/>
            <p:nvPr/>
          </p:nvGrpSpPr>
          <p:grpSpPr>
            <a:xfrm>
              <a:off x="6450774" y="1181032"/>
              <a:ext cx="645363" cy="643605"/>
              <a:chOff x="2138511" y="2464802"/>
              <a:chExt cx="354012" cy="352956"/>
            </a:xfrm>
            <a:solidFill>
              <a:schemeClr val="accent3"/>
            </a:solidFill>
          </p:grpSpPr>
          <p:sp>
            <p:nvSpPr>
              <p:cNvPr id="30" name="Oval 29">
                <a:extLst>
                  <a:ext uri="{FF2B5EF4-FFF2-40B4-BE49-F238E27FC236}">
                    <a16:creationId xmlns:a16="http://schemas.microsoft.com/office/drawing/2014/main" id="{572165DA-B8A2-B71C-7CFE-2ECF76281740}"/>
                  </a:ext>
                </a:extLst>
              </p:cNvPr>
              <p:cNvSpPr>
                <a:spLocks noChangeArrowheads="1"/>
              </p:cNvSpPr>
              <p:nvPr/>
            </p:nvSpPr>
            <p:spPr bwMode="auto">
              <a:xfrm>
                <a:off x="2229830"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sp>
            <p:nvSpPr>
              <p:cNvPr id="31" name="Freeform 1165">
                <a:extLst>
                  <a:ext uri="{FF2B5EF4-FFF2-40B4-BE49-F238E27FC236}">
                    <a16:creationId xmlns:a16="http://schemas.microsoft.com/office/drawing/2014/main" id="{8183AA99-1373-6B33-AF59-E196396EFFBE}"/>
                  </a:ext>
                </a:extLst>
              </p:cNvPr>
              <p:cNvSpPr>
                <a:spLocks noEditPoints="1"/>
              </p:cNvSpPr>
              <p:nvPr/>
            </p:nvSpPr>
            <p:spPr bwMode="auto">
              <a:xfrm>
                <a:off x="2138511"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grpSp>
        <p:grpSp>
          <p:nvGrpSpPr>
            <p:cNvPr id="18" name="Group 17">
              <a:extLst>
                <a:ext uri="{FF2B5EF4-FFF2-40B4-BE49-F238E27FC236}">
                  <a16:creationId xmlns:a16="http://schemas.microsoft.com/office/drawing/2014/main" id="{A4847CA5-C5FB-55AD-08E9-B0B0D3DD66CE}"/>
                </a:ext>
              </a:extLst>
            </p:cNvPr>
            <p:cNvGrpSpPr/>
            <p:nvPr/>
          </p:nvGrpSpPr>
          <p:grpSpPr>
            <a:xfrm>
              <a:off x="2809293" y="5968031"/>
              <a:ext cx="645363" cy="643605"/>
              <a:chOff x="2138511" y="2464802"/>
              <a:chExt cx="354012" cy="352956"/>
            </a:xfrm>
            <a:solidFill>
              <a:schemeClr val="accent5"/>
            </a:solidFill>
          </p:grpSpPr>
          <p:sp>
            <p:nvSpPr>
              <p:cNvPr id="28" name="Oval 27">
                <a:extLst>
                  <a:ext uri="{FF2B5EF4-FFF2-40B4-BE49-F238E27FC236}">
                    <a16:creationId xmlns:a16="http://schemas.microsoft.com/office/drawing/2014/main" id="{646C99F5-7D28-D1EF-C21D-638F667D8AE3}"/>
                  </a:ext>
                </a:extLst>
              </p:cNvPr>
              <p:cNvSpPr>
                <a:spLocks noChangeArrowheads="1"/>
              </p:cNvSpPr>
              <p:nvPr/>
            </p:nvSpPr>
            <p:spPr bwMode="auto">
              <a:xfrm>
                <a:off x="2229830"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sp>
            <p:nvSpPr>
              <p:cNvPr id="29" name="Freeform 1165">
                <a:extLst>
                  <a:ext uri="{FF2B5EF4-FFF2-40B4-BE49-F238E27FC236}">
                    <a16:creationId xmlns:a16="http://schemas.microsoft.com/office/drawing/2014/main" id="{97200E58-AEAE-CEA8-BD51-FC82DDF20BE8}"/>
                  </a:ext>
                </a:extLst>
              </p:cNvPr>
              <p:cNvSpPr>
                <a:spLocks noEditPoints="1"/>
              </p:cNvSpPr>
              <p:nvPr/>
            </p:nvSpPr>
            <p:spPr bwMode="auto">
              <a:xfrm>
                <a:off x="2138511"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grpSp>
        <p:grpSp>
          <p:nvGrpSpPr>
            <p:cNvPr id="19" name="Group 18">
              <a:extLst>
                <a:ext uri="{FF2B5EF4-FFF2-40B4-BE49-F238E27FC236}">
                  <a16:creationId xmlns:a16="http://schemas.microsoft.com/office/drawing/2014/main" id="{C8CB1F1C-0DDE-7D67-329F-47A141459AB0}"/>
                </a:ext>
              </a:extLst>
            </p:cNvPr>
            <p:cNvGrpSpPr/>
            <p:nvPr/>
          </p:nvGrpSpPr>
          <p:grpSpPr>
            <a:xfrm>
              <a:off x="4001393" y="294069"/>
              <a:ext cx="645363" cy="643605"/>
              <a:chOff x="2138511" y="2464802"/>
              <a:chExt cx="354012" cy="352956"/>
            </a:xfrm>
            <a:solidFill>
              <a:schemeClr val="accent6"/>
            </a:solidFill>
          </p:grpSpPr>
          <p:sp>
            <p:nvSpPr>
              <p:cNvPr id="26" name="Oval 25">
                <a:extLst>
                  <a:ext uri="{FF2B5EF4-FFF2-40B4-BE49-F238E27FC236}">
                    <a16:creationId xmlns:a16="http://schemas.microsoft.com/office/drawing/2014/main" id="{B2AEDF69-073D-19E3-BAF2-ED1A62FA3842}"/>
                  </a:ext>
                </a:extLst>
              </p:cNvPr>
              <p:cNvSpPr>
                <a:spLocks noChangeArrowheads="1"/>
              </p:cNvSpPr>
              <p:nvPr/>
            </p:nvSpPr>
            <p:spPr bwMode="auto">
              <a:xfrm>
                <a:off x="2229830"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sp>
            <p:nvSpPr>
              <p:cNvPr id="27" name="Freeform 1165">
                <a:extLst>
                  <a:ext uri="{FF2B5EF4-FFF2-40B4-BE49-F238E27FC236}">
                    <a16:creationId xmlns:a16="http://schemas.microsoft.com/office/drawing/2014/main" id="{C06FF5CE-8138-1D5B-8DDC-7800C7ED3984}"/>
                  </a:ext>
                </a:extLst>
              </p:cNvPr>
              <p:cNvSpPr>
                <a:spLocks noEditPoints="1"/>
              </p:cNvSpPr>
              <p:nvPr/>
            </p:nvSpPr>
            <p:spPr bwMode="auto">
              <a:xfrm>
                <a:off x="2138511"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grpSp>
        <p:grpSp>
          <p:nvGrpSpPr>
            <p:cNvPr id="20" name="Group 19">
              <a:extLst>
                <a:ext uri="{FF2B5EF4-FFF2-40B4-BE49-F238E27FC236}">
                  <a16:creationId xmlns:a16="http://schemas.microsoft.com/office/drawing/2014/main" id="{9509AFE9-5E30-F904-498A-1C2023B808DC}"/>
                </a:ext>
              </a:extLst>
            </p:cNvPr>
            <p:cNvGrpSpPr/>
            <p:nvPr/>
          </p:nvGrpSpPr>
          <p:grpSpPr>
            <a:xfrm>
              <a:off x="9017912" y="324772"/>
              <a:ext cx="645363" cy="643605"/>
              <a:chOff x="2138511" y="2464802"/>
              <a:chExt cx="354012" cy="352956"/>
            </a:xfrm>
            <a:solidFill>
              <a:schemeClr val="accent4"/>
            </a:solidFill>
          </p:grpSpPr>
          <p:sp>
            <p:nvSpPr>
              <p:cNvPr id="24" name="Oval 23">
                <a:extLst>
                  <a:ext uri="{FF2B5EF4-FFF2-40B4-BE49-F238E27FC236}">
                    <a16:creationId xmlns:a16="http://schemas.microsoft.com/office/drawing/2014/main" id="{802DB7B0-9784-7BE0-034C-B35A30DE8252}"/>
                  </a:ext>
                </a:extLst>
              </p:cNvPr>
              <p:cNvSpPr>
                <a:spLocks noChangeArrowheads="1"/>
              </p:cNvSpPr>
              <p:nvPr/>
            </p:nvSpPr>
            <p:spPr bwMode="auto">
              <a:xfrm>
                <a:off x="2229830"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sp>
            <p:nvSpPr>
              <p:cNvPr id="25" name="Freeform 1165">
                <a:extLst>
                  <a:ext uri="{FF2B5EF4-FFF2-40B4-BE49-F238E27FC236}">
                    <a16:creationId xmlns:a16="http://schemas.microsoft.com/office/drawing/2014/main" id="{EB1807A1-8192-DD72-4528-E9A3D3F6F527}"/>
                  </a:ext>
                </a:extLst>
              </p:cNvPr>
              <p:cNvSpPr>
                <a:spLocks noEditPoints="1"/>
              </p:cNvSpPr>
              <p:nvPr/>
            </p:nvSpPr>
            <p:spPr bwMode="auto">
              <a:xfrm>
                <a:off x="2138511"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grpSp>
        <p:grpSp>
          <p:nvGrpSpPr>
            <p:cNvPr id="21" name="Group 20">
              <a:extLst>
                <a:ext uri="{FF2B5EF4-FFF2-40B4-BE49-F238E27FC236}">
                  <a16:creationId xmlns:a16="http://schemas.microsoft.com/office/drawing/2014/main" id="{CCBC009F-CDB5-55D7-FBB2-A393BFB375D8}"/>
                </a:ext>
              </a:extLst>
            </p:cNvPr>
            <p:cNvGrpSpPr/>
            <p:nvPr/>
          </p:nvGrpSpPr>
          <p:grpSpPr>
            <a:xfrm>
              <a:off x="5370575" y="3898082"/>
              <a:ext cx="645363" cy="643605"/>
              <a:chOff x="2138511" y="2464802"/>
              <a:chExt cx="354012" cy="352956"/>
            </a:xfrm>
            <a:solidFill>
              <a:schemeClr val="accent3"/>
            </a:solidFill>
          </p:grpSpPr>
          <p:sp>
            <p:nvSpPr>
              <p:cNvPr id="22" name="Oval 21">
                <a:extLst>
                  <a:ext uri="{FF2B5EF4-FFF2-40B4-BE49-F238E27FC236}">
                    <a16:creationId xmlns:a16="http://schemas.microsoft.com/office/drawing/2014/main" id="{961859E3-5F51-27E9-5177-AA1EA90A14BF}"/>
                  </a:ext>
                </a:extLst>
              </p:cNvPr>
              <p:cNvSpPr>
                <a:spLocks noChangeArrowheads="1"/>
              </p:cNvSpPr>
              <p:nvPr/>
            </p:nvSpPr>
            <p:spPr bwMode="auto">
              <a:xfrm>
                <a:off x="2229830" y="2555417"/>
                <a:ext cx="171376" cy="1717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sp>
            <p:nvSpPr>
              <p:cNvPr id="23" name="Freeform 1165">
                <a:extLst>
                  <a:ext uri="{FF2B5EF4-FFF2-40B4-BE49-F238E27FC236}">
                    <a16:creationId xmlns:a16="http://schemas.microsoft.com/office/drawing/2014/main" id="{D5E52B65-D720-B598-D8C2-25B3F0860973}"/>
                  </a:ext>
                </a:extLst>
              </p:cNvPr>
              <p:cNvSpPr>
                <a:spLocks noEditPoints="1"/>
              </p:cNvSpPr>
              <p:nvPr/>
            </p:nvSpPr>
            <p:spPr bwMode="auto">
              <a:xfrm>
                <a:off x="2138511" y="2464802"/>
                <a:ext cx="354012" cy="352956"/>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id-ID">
                  <a:solidFill>
                    <a:schemeClr val="accent5"/>
                  </a:solidFill>
                </a:endParaRPr>
              </a:p>
            </p:txBody>
          </p:sp>
        </p:grpSp>
      </p:grpSp>
      <p:grpSp>
        <p:nvGrpSpPr>
          <p:cNvPr id="93" name="Group 92">
            <a:extLst>
              <a:ext uri="{FF2B5EF4-FFF2-40B4-BE49-F238E27FC236}">
                <a16:creationId xmlns:a16="http://schemas.microsoft.com/office/drawing/2014/main" id="{3181C978-CB23-FD08-671B-E417B2FF18CD}"/>
              </a:ext>
            </a:extLst>
          </p:cNvPr>
          <p:cNvGrpSpPr/>
          <p:nvPr/>
        </p:nvGrpSpPr>
        <p:grpSpPr>
          <a:xfrm>
            <a:off x="987712" y="4570324"/>
            <a:ext cx="10545614" cy="1663915"/>
            <a:chOff x="-1127765" y="1409700"/>
            <a:chExt cx="14447531" cy="2279571"/>
          </a:xfrm>
        </p:grpSpPr>
        <p:sp>
          <p:nvSpPr>
            <p:cNvPr id="73" name="TextBox 119">
              <a:extLst>
                <a:ext uri="{FF2B5EF4-FFF2-40B4-BE49-F238E27FC236}">
                  <a16:creationId xmlns:a16="http://schemas.microsoft.com/office/drawing/2014/main" id="{68C99F42-06C8-CDA8-A3F7-4DA858A575CC}"/>
                </a:ext>
              </a:extLst>
            </p:cNvPr>
            <p:cNvSpPr txBox="1">
              <a:spLocks noChangeArrowheads="1"/>
            </p:cNvSpPr>
            <p:nvPr/>
          </p:nvSpPr>
          <p:spPr bwMode="auto">
            <a:xfrm>
              <a:off x="-843651" y="1409700"/>
              <a:ext cx="2673265" cy="71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eaLnBrk="1" hangingPunct="1"/>
              <a:r>
                <a:rPr lang="en-US" sz="2800" b="1" dirty="0">
                  <a:solidFill>
                    <a:schemeClr val="accent3"/>
                  </a:solidFill>
                  <a:latin typeface="Lato Black" pitchFamily="34" charset="0"/>
                  <a:ea typeface="Lato Black" pitchFamily="34" charset="0"/>
                  <a:cs typeface="Lato Black" pitchFamily="34" charset="0"/>
                </a:rPr>
                <a:t>45</a:t>
              </a:r>
              <a:r>
                <a:rPr lang="id-ID" sz="2800" b="1" dirty="0">
                  <a:solidFill>
                    <a:schemeClr val="accent3"/>
                  </a:solidFill>
                  <a:latin typeface="Lato Black" pitchFamily="34" charset="0"/>
                  <a:ea typeface="Lato Black" pitchFamily="34" charset="0"/>
                  <a:cs typeface="Lato Black" pitchFamily="34" charset="0"/>
                </a:rPr>
                <a:t>%</a:t>
              </a:r>
            </a:p>
          </p:txBody>
        </p:sp>
        <p:grpSp>
          <p:nvGrpSpPr>
            <p:cNvPr id="74" name="กลุ่ม 123">
              <a:extLst>
                <a:ext uri="{FF2B5EF4-FFF2-40B4-BE49-F238E27FC236}">
                  <a16:creationId xmlns:a16="http://schemas.microsoft.com/office/drawing/2014/main" id="{09BE693C-510F-110B-7E19-AB44B38F9A52}"/>
                </a:ext>
              </a:extLst>
            </p:cNvPr>
            <p:cNvGrpSpPr/>
            <p:nvPr/>
          </p:nvGrpSpPr>
          <p:grpSpPr>
            <a:xfrm>
              <a:off x="-1127765" y="2120064"/>
              <a:ext cx="3293181" cy="542497"/>
              <a:chOff x="9762826" y="5212528"/>
              <a:chExt cx="3293181" cy="542497"/>
            </a:xfrm>
          </p:grpSpPr>
          <p:sp>
            <p:nvSpPr>
              <p:cNvPr id="91" name="Round Same Side Corner Rectangle 59">
                <a:extLst>
                  <a:ext uri="{FF2B5EF4-FFF2-40B4-BE49-F238E27FC236}">
                    <a16:creationId xmlns:a16="http://schemas.microsoft.com/office/drawing/2014/main" id="{90EAC34A-A706-E7C1-6C8A-038C7D73D617}"/>
                  </a:ext>
                </a:extLst>
              </p:cNvPr>
              <p:cNvSpPr/>
              <p:nvPr/>
            </p:nvSpPr>
            <p:spPr>
              <a:xfrm rot="5400000">
                <a:off x="11142540" y="3891698"/>
                <a:ext cx="542497" cy="3184157"/>
              </a:xfrm>
              <a:prstGeom prst="round2SameRect">
                <a:avLst>
                  <a:gd name="adj1" fmla="val 50000"/>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defPPr>
                  <a:defRPr lang="th-TH"/>
                </a:defPPr>
                <a:lvl1pPr marL="0" algn="l" defTabSz="2173204" rtl="0" eaLnBrk="1" latinLnBrk="0" hangingPunct="1">
                  <a:defRPr sz="6700" kern="1200">
                    <a:solidFill>
                      <a:schemeClr val="lt1"/>
                    </a:solidFill>
                    <a:latin typeface="+mn-lt"/>
                    <a:ea typeface="+mn-ea"/>
                    <a:cs typeface="+mn-cs"/>
                  </a:defRPr>
                </a:lvl1pPr>
                <a:lvl2pPr marL="1086601" algn="l" defTabSz="2173204" rtl="0" eaLnBrk="1" latinLnBrk="0" hangingPunct="1">
                  <a:defRPr sz="6700" kern="1200">
                    <a:solidFill>
                      <a:schemeClr val="lt1"/>
                    </a:solidFill>
                    <a:latin typeface="+mn-lt"/>
                    <a:ea typeface="+mn-ea"/>
                    <a:cs typeface="+mn-cs"/>
                  </a:defRPr>
                </a:lvl2pPr>
                <a:lvl3pPr marL="2173204" algn="l" defTabSz="2173204" rtl="0" eaLnBrk="1" latinLnBrk="0" hangingPunct="1">
                  <a:defRPr sz="6700" kern="1200">
                    <a:solidFill>
                      <a:schemeClr val="lt1"/>
                    </a:solidFill>
                    <a:latin typeface="+mn-lt"/>
                    <a:ea typeface="+mn-ea"/>
                    <a:cs typeface="+mn-cs"/>
                  </a:defRPr>
                </a:lvl3pPr>
                <a:lvl4pPr marL="3259805" algn="l" defTabSz="2173204" rtl="0" eaLnBrk="1" latinLnBrk="0" hangingPunct="1">
                  <a:defRPr sz="6700" kern="1200">
                    <a:solidFill>
                      <a:schemeClr val="lt1"/>
                    </a:solidFill>
                    <a:latin typeface="+mn-lt"/>
                    <a:ea typeface="+mn-ea"/>
                    <a:cs typeface="+mn-cs"/>
                  </a:defRPr>
                </a:lvl4pPr>
                <a:lvl5pPr marL="4346406" algn="l" defTabSz="2173204" rtl="0" eaLnBrk="1" latinLnBrk="0" hangingPunct="1">
                  <a:defRPr sz="6700" kern="1200">
                    <a:solidFill>
                      <a:schemeClr val="lt1"/>
                    </a:solidFill>
                    <a:latin typeface="+mn-lt"/>
                    <a:ea typeface="+mn-ea"/>
                    <a:cs typeface="+mn-cs"/>
                  </a:defRPr>
                </a:lvl5pPr>
                <a:lvl6pPr marL="5433009" algn="l" defTabSz="2173204" rtl="0" eaLnBrk="1" latinLnBrk="0" hangingPunct="1">
                  <a:defRPr sz="6700" kern="1200">
                    <a:solidFill>
                      <a:schemeClr val="lt1"/>
                    </a:solidFill>
                    <a:latin typeface="+mn-lt"/>
                    <a:ea typeface="+mn-ea"/>
                    <a:cs typeface="+mn-cs"/>
                  </a:defRPr>
                </a:lvl6pPr>
                <a:lvl7pPr marL="6519610" algn="l" defTabSz="2173204" rtl="0" eaLnBrk="1" latinLnBrk="0" hangingPunct="1">
                  <a:defRPr sz="6700" kern="1200">
                    <a:solidFill>
                      <a:schemeClr val="lt1"/>
                    </a:solidFill>
                    <a:latin typeface="+mn-lt"/>
                    <a:ea typeface="+mn-ea"/>
                    <a:cs typeface="+mn-cs"/>
                  </a:defRPr>
                </a:lvl7pPr>
                <a:lvl8pPr marL="7606211" algn="l" defTabSz="2173204" rtl="0" eaLnBrk="1" latinLnBrk="0" hangingPunct="1">
                  <a:defRPr sz="6700" kern="1200">
                    <a:solidFill>
                      <a:schemeClr val="lt1"/>
                    </a:solidFill>
                    <a:latin typeface="+mn-lt"/>
                    <a:ea typeface="+mn-ea"/>
                    <a:cs typeface="+mn-cs"/>
                  </a:defRPr>
                </a:lvl8pPr>
                <a:lvl9pPr marL="8692815" algn="l" defTabSz="2173204" rtl="0" eaLnBrk="1" latinLnBrk="0" hangingPunct="1">
                  <a:defRPr sz="6700" kern="1200">
                    <a:solidFill>
                      <a:schemeClr val="lt1"/>
                    </a:solidFill>
                    <a:latin typeface="+mn-lt"/>
                    <a:ea typeface="+mn-ea"/>
                    <a:cs typeface="+mn-cs"/>
                  </a:defRPr>
                </a:lvl9pPr>
              </a:lstStyle>
              <a:p>
                <a:pPr algn="r"/>
                <a:endParaRPr lang="bg-BG" dirty="0">
                  <a:latin typeface="Lato Light"/>
                </a:endParaRPr>
              </a:p>
            </p:txBody>
          </p:sp>
          <p:sp>
            <p:nvSpPr>
              <p:cNvPr id="92" name="TextBox 125">
                <a:extLst>
                  <a:ext uri="{FF2B5EF4-FFF2-40B4-BE49-F238E27FC236}">
                    <a16:creationId xmlns:a16="http://schemas.microsoft.com/office/drawing/2014/main" id="{DC5C2852-1E89-9D1D-0944-DC67F99AADD5}"/>
                  </a:ext>
                </a:extLst>
              </p:cNvPr>
              <p:cNvSpPr txBox="1"/>
              <p:nvPr/>
            </p:nvSpPr>
            <p:spPr>
              <a:xfrm>
                <a:off x="9762826" y="5352679"/>
                <a:ext cx="3293181" cy="295159"/>
              </a:xfrm>
              <a:prstGeom prst="rect">
                <a:avLst/>
              </a:prstGeom>
              <a:noFill/>
            </p:spPr>
            <p:txBody>
              <a:bodyPr wrap="square" lIns="0" tIns="0" rIns="0" bIns="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a:r>
                  <a:rPr lang="en-US" sz="1400" b="1" dirty="0">
                    <a:solidFill>
                      <a:schemeClr val="bg1"/>
                    </a:solidFill>
                    <a:cs typeface="Lato Regular"/>
                  </a:rPr>
                  <a:t>Data</a:t>
                </a:r>
              </a:p>
            </p:txBody>
          </p:sp>
        </p:grpSp>
        <p:sp>
          <p:nvSpPr>
            <p:cNvPr id="75" name="TextBox 126">
              <a:extLst>
                <a:ext uri="{FF2B5EF4-FFF2-40B4-BE49-F238E27FC236}">
                  <a16:creationId xmlns:a16="http://schemas.microsoft.com/office/drawing/2014/main" id="{60BA3A8D-485E-17A9-E84B-39D077B94832}"/>
                </a:ext>
              </a:extLst>
            </p:cNvPr>
            <p:cNvSpPr txBox="1"/>
            <p:nvPr/>
          </p:nvSpPr>
          <p:spPr>
            <a:xfrm>
              <a:off x="-1072251" y="2689998"/>
              <a:ext cx="3413655" cy="999273"/>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r>
                <a:rPr lang="en-US" sz="1100" dirty="0">
                  <a:solidFill>
                    <a:schemeClr val="tx1">
                      <a:lumMod val="50000"/>
                      <a:lumOff val="50000"/>
                    </a:schemeClr>
                  </a:solidFill>
                  <a:ea typeface="Lato" pitchFamily="34" charset="0"/>
                  <a:cs typeface="Lato" pitchFamily="34" charset="0"/>
                </a:rPr>
                <a:t>Lorem Ipsum has two main data statistical this methodologies summarizes.</a:t>
              </a:r>
            </a:p>
          </p:txBody>
        </p:sp>
        <p:sp>
          <p:nvSpPr>
            <p:cNvPr id="76" name="TextBox 139">
              <a:extLst>
                <a:ext uri="{FF2B5EF4-FFF2-40B4-BE49-F238E27FC236}">
                  <a16:creationId xmlns:a16="http://schemas.microsoft.com/office/drawing/2014/main" id="{42207BF1-66D5-D8E1-70CC-4207D1150258}"/>
                </a:ext>
              </a:extLst>
            </p:cNvPr>
            <p:cNvSpPr txBox="1">
              <a:spLocks noChangeArrowheads="1"/>
            </p:cNvSpPr>
            <p:nvPr/>
          </p:nvSpPr>
          <p:spPr bwMode="auto">
            <a:xfrm>
              <a:off x="2819510" y="1409700"/>
              <a:ext cx="2673265" cy="71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eaLnBrk="1" hangingPunct="1"/>
              <a:r>
                <a:rPr lang="en-US" sz="2800" b="1" dirty="0">
                  <a:solidFill>
                    <a:schemeClr val="accent4"/>
                  </a:solidFill>
                  <a:latin typeface="Lato Black" pitchFamily="34" charset="0"/>
                  <a:ea typeface="Lato Black" pitchFamily="34" charset="0"/>
                  <a:cs typeface="Lato Black" pitchFamily="34" charset="0"/>
                </a:rPr>
                <a:t>73</a:t>
              </a:r>
              <a:r>
                <a:rPr lang="id-ID" sz="2800" b="1" dirty="0">
                  <a:solidFill>
                    <a:schemeClr val="accent4"/>
                  </a:solidFill>
                  <a:latin typeface="Lato Black" pitchFamily="34" charset="0"/>
                  <a:ea typeface="Lato Black" pitchFamily="34" charset="0"/>
                  <a:cs typeface="Lato Black" pitchFamily="34" charset="0"/>
                </a:rPr>
                <a:t>%</a:t>
              </a:r>
            </a:p>
          </p:txBody>
        </p:sp>
        <p:grpSp>
          <p:nvGrpSpPr>
            <p:cNvPr id="77" name="กลุ่ม 140">
              <a:extLst>
                <a:ext uri="{FF2B5EF4-FFF2-40B4-BE49-F238E27FC236}">
                  <a16:creationId xmlns:a16="http://schemas.microsoft.com/office/drawing/2014/main" id="{25DC7952-370C-15AD-4A5B-37B22F4CF21F}"/>
                </a:ext>
              </a:extLst>
            </p:cNvPr>
            <p:cNvGrpSpPr/>
            <p:nvPr/>
          </p:nvGrpSpPr>
          <p:grpSpPr>
            <a:xfrm>
              <a:off x="2535397" y="2120064"/>
              <a:ext cx="3293181" cy="542497"/>
              <a:chOff x="9762826" y="5212528"/>
              <a:chExt cx="3293181" cy="542497"/>
            </a:xfrm>
          </p:grpSpPr>
          <p:sp>
            <p:nvSpPr>
              <p:cNvPr id="89" name="Round Same Side Corner Rectangle 59">
                <a:extLst>
                  <a:ext uri="{FF2B5EF4-FFF2-40B4-BE49-F238E27FC236}">
                    <a16:creationId xmlns:a16="http://schemas.microsoft.com/office/drawing/2014/main" id="{10061BF3-3C92-759E-D901-31323D4FC438}"/>
                  </a:ext>
                </a:extLst>
              </p:cNvPr>
              <p:cNvSpPr/>
              <p:nvPr/>
            </p:nvSpPr>
            <p:spPr>
              <a:xfrm rot="5400000">
                <a:off x="11142540" y="3891698"/>
                <a:ext cx="542497" cy="3184157"/>
              </a:xfrm>
              <a:prstGeom prst="round2SameRect">
                <a:avLst>
                  <a:gd name="adj1" fmla="val 50000"/>
                  <a:gd name="adj2"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defPPr>
                  <a:defRPr lang="th-TH"/>
                </a:defPPr>
                <a:lvl1pPr marL="0" algn="l" defTabSz="2173204" rtl="0" eaLnBrk="1" latinLnBrk="0" hangingPunct="1">
                  <a:defRPr sz="6700" kern="1200">
                    <a:solidFill>
                      <a:schemeClr val="lt1"/>
                    </a:solidFill>
                    <a:latin typeface="+mn-lt"/>
                    <a:ea typeface="+mn-ea"/>
                    <a:cs typeface="+mn-cs"/>
                  </a:defRPr>
                </a:lvl1pPr>
                <a:lvl2pPr marL="1086601" algn="l" defTabSz="2173204" rtl="0" eaLnBrk="1" latinLnBrk="0" hangingPunct="1">
                  <a:defRPr sz="6700" kern="1200">
                    <a:solidFill>
                      <a:schemeClr val="lt1"/>
                    </a:solidFill>
                    <a:latin typeface="+mn-lt"/>
                    <a:ea typeface="+mn-ea"/>
                    <a:cs typeface="+mn-cs"/>
                  </a:defRPr>
                </a:lvl2pPr>
                <a:lvl3pPr marL="2173204" algn="l" defTabSz="2173204" rtl="0" eaLnBrk="1" latinLnBrk="0" hangingPunct="1">
                  <a:defRPr sz="6700" kern="1200">
                    <a:solidFill>
                      <a:schemeClr val="lt1"/>
                    </a:solidFill>
                    <a:latin typeface="+mn-lt"/>
                    <a:ea typeface="+mn-ea"/>
                    <a:cs typeface="+mn-cs"/>
                  </a:defRPr>
                </a:lvl3pPr>
                <a:lvl4pPr marL="3259805" algn="l" defTabSz="2173204" rtl="0" eaLnBrk="1" latinLnBrk="0" hangingPunct="1">
                  <a:defRPr sz="6700" kern="1200">
                    <a:solidFill>
                      <a:schemeClr val="lt1"/>
                    </a:solidFill>
                    <a:latin typeface="+mn-lt"/>
                    <a:ea typeface="+mn-ea"/>
                    <a:cs typeface="+mn-cs"/>
                  </a:defRPr>
                </a:lvl4pPr>
                <a:lvl5pPr marL="4346406" algn="l" defTabSz="2173204" rtl="0" eaLnBrk="1" latinLnBrk="0" hangingPunct="1">
                  <a:defRPr sz="6700" kern="1200">
                    <a:solidFill>
                      <a:schemeClr val="lt1"/>
                    </a:solidFill>
                    <a:latin typeface="+mn-lt"/>
                    <a:ea typeface="+mn-ea"/>
                    <a:cs typeface="+mn-cs"/>
                  </a:defRPr>
                </a:lvl5pPr>
                <a:lvl6pPr marL="5433009" algn="l" defTabSz="2173204" rtl="0" eaLnBrk="1" latinLnBrk="0" hangingPunct="1">
                  <a:defRPr sz="6700" kern="1200">
                    <a:solidFill>
                      <a:schemeClr val="lt1"/>
                    </a:solidFill>
                    <a:latin typeface="+mn-lt"/>
                    <a:ea typeface="+mn-ea"/>
                    <a:cs typeface="+mn-cs"/>
                  </a:defRPr>
                </a:lvl6pPr>
                <a:lvl7pPr marL="6519610" algn="l" defTabSz="2173204" rtl="0" eaLnBrk="1" latinLnBrk="0" hangingPunct="1">
                  <a:defRPr sz="6700" kern="1200">
                    <a:solidFill>
                      <a:schemeClr val="lt1"/>
                    </a:solidFill>
                    <a:latin typeface="+mn-lt"/>
                    <a:ea typeface="+mn-ea"/>
                    <a:cs typeface="+mn-cs"/>
                  </a:defRPr>
                </a:lvl7pPr>
                <a:lvl8pPr marL="7606211" algn="l" defTabSz="2173204" rtl="0" eaLnBrk="1" latinLnBrk="0" hangingPunct="1">
                  <a:defRPr sz="6700" kern="1200">
                    <a:solidFill>
                      <a:schemeClr val="lt1"/>
                    </a:solidFill>
                    <a:latin typeface="+mn-lt"/>
                    <a:ea typeface="+mn-ea"/>
                    <a:cs typeface="+mn-cs"/>
                  </a:defRPr>
                </a:lvl8pPr>
                <a:lvl9pPr marL="8692815" algn="l" defTabSz="2173204" rtl="0" eaLnBrk="1" latinLnBrk="0" hangingPunct="1">
                  <a:defRPr sz="6700" kern="1200">
                    <a:solidFill>
                      <a:schemeClr val="lt1"/>
                    </a:solidFill>
                    <a:latin typeface="+mn-lt"/>
                    <a:ea typeface="+mn-ea"/>
                    <a:cs typeface="+mn-cs"/>
                  </a:defRPr>
                </a:lvl9pPr>
              </a:lstStyle>
              <a:p>
                <a:pPr algn="r"/>
                <a:endParaRPr lang="bg-BG" dirty="0">
                  <a:latin typeface="Lato Light"/>
                </a:endParaRPr>
              </a:p>
            </p:txBody>
          </p:sp>
          <p:sp>
            <p:nvSpPr>
              <p:cNvPr id="90" name="TextBox 142">
                <a:extLst>
                  <a:ext uri="{FF2B5EF4-FFF2-40B4-BE49-F238E27FC236}">
                    <a16:creationId xmlns:a16="http://schemas.microsoft.com/office/drawing/2014/main" id="{2FB7F69D-A3CD-61DD-BE1B-AB9639DAC0FE}"/>
                  </a:ext>
                </a:extLst>
              </p:cNvPr>
              <p:cNvSpPr txBox="1"/>
              <p:nvPr/>
            </p:nvSpPr>
            <p:spPr>
              <a:xfrm>
                <a:off x="9762826" y="5352679"/>
                <a:ext cx="3293181" cy="295159"/>
              </a:xfrm>
              <a:prstGeom prst="rect">
                <a:avLst/>
              </a:prstGeom>
              <a:noFill/>
            </p:spPr>
            <p:txBody>
              <a:bodyPr wrap="square" lIns="0" tIns="0" rIns="0" bIns="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a:r>
                  <a:rPr lang="en-US" sz="1400" b="1" dirty="0">
                    <a:solidFill>
                      <a:schemeClr val="bg1"/>
                    </a:solidFill>
                    <a:cs typeface="Lato Regular"/>
                  </a:rPr>
                  <a:t>Data</a:t>
                </a:r>
              </a:p>
            </p:txBody>
          </p:sp>
        </p:grpSp>
        <p:sp>
          <p:nvSpPr>
            <p:cNvPr id="78" name="TextBox 143">
              <a:extLst>
                <a:ext uri="{FF2B5EF4-FFF2-40B4-BE49-F238E27FC236}">
                  <a16:creationId xmlns:a16="http://schemas.microsoft.com/office/drawing/2014/main" id="{E419546B-D4D1-AF4E-D852-C46A17F2BA57}"/>
                </a:ext>
              </a:extLst>
            </p:cNvPr>
            <p:cNvSpPr txBox="1"/>
            <p:nvPr/>
          </p:nvSpPr>
          <p:spPr>
            <a:xfrm>
              <a:off x="2590912" y="2689998"/>
              <a:ext cx="3413655" cy="999273"/>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r>
                <a:rPr lang="en-US" sz="1100" dirty="0">
                  <a:solidFill>
                    <a:schemeClr val="tx1">
                      <a:lumMod val="50000"/>
                      <a:lumOff val="50000"/>
                    </a:schemeClr>
                  </a:solidFill>
                  <a:ea typeface="Lato" pitchFamily="34" charset="0"/>
                  <a:cs typeface="Lato" pitchFamily="34" charset="0"/>
                </a:rPr>
                <a:t>Lorem Ipsum has two main data statistical this methodologies summarizes.</a:t>
              </a:r>
            </a:p>
          </p:txBody>
        </p:sp>
        <p:sp>
          <p:nvSpPr>
            <p:cNvPr id="79" name="TextBox 144">
              <a:extLst>
                <a:ext uri="{FF2B5EF4-FFF2-40B4-BE49-F238E27FC236}">
                  <a16:creationId xmlns:a16="http://schemas.microsoft.com/office/drawing/2014/main" id="{21246DCE-D4B8-461C-840E-31DF3FE06175}"/>
                </a:ext>
              </a:extLst>
            </p:cNvPr>
            <p:cNvSpPr txBox="1">
              <a:spLocks noChangeArrowheads="1"/>
            </p:cNvSpPr>
            <p:nvPr/>
          </p:nvSpPr>
          <p:spPr bwMode="auto">
            <a:xfrm>
              <a:off x="6481250" y="1409700"/>
              <a:ext cx="2673265" cy="71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eaLnBrk="1" hangingPunct="1"/>
              <a:r>
                <a:rPr lang="en-US" sz="2800" b="1" dirty="0">
                  <a:solidFill>
                    <a:schemeClr val="accent6"/>
                  </a:solidFill>
                  <a:latin typeface="Lato Black" pitchFamily="34" charset="0"/>
                  <a:ea typeface="Lato Black" pitchFamily="34" charset="0"/>
                  <a:cs typeface="Lato Black" pitchFamily="34" charset="0"/>
                </a:rPr>
                <a:t>68</a:t>
              </a:r>
              <a:r>
                <a:rPr lang="id-ID" sz="2800" b="1" dirty="0">
                  <a:solidFill>
                    <a:schemeClr val="accent6"/>
                  </a:solidFill>
                  <a:latin typeface="Lato Black" pitchFamily="34" charset="0"/>
                  <a:ea typeface="Lato Black" pitchFamily="34" charset="0"/>
                  <a:cs typeface="Lato Black" pitchFamily="34" charset="0"/>
                </a:rPr>
                <a:t>%</a:t>
              </a:r>
            </a:p>
          </p:txBody>
        </p:sp>
        <p:grpSp>
          <p:nvGrpSpPr>
            <p:cNvPr id="80" name="กลุ่ม 145">
              <a:extLst>
                <a:ext uri="{FF2B5EF4-FFF2-40B4-BE49-F238E27FC236}">
                  <a16:creationId xmlns:a16="http://schemas.microsoft.com/office/drawing/2014/main" id="{133EFACC-B881-946D-896B-BD4A59FDD3F1}"/>
                </a:ext>
              </a:extLst>
            </p:cNvPr>
            <p:cNvGrpSpPr/>
            <p:nvPr/>
          </p:nvGrpSpPr>
          <p:grpSpPr>
            <a:xfrm>
              <a:off x="6192997" y="2120068"/>
              <a:ext cx="3293181" cy="542502"/>
              <a:chOff x="9762826" y="5212532"/>
              <a:chExt cx="3293181" cy="542502"/>
            </a:xfrm>
          </p:grpSpPr>
          <p:sp>
            <p:nvSpPr>
              <p:cNvPr id="87" name="Round Same Side Corner Rectangle 59">
                <a:extLst>
                  <a:ext uri="{FF2B5EF4-FFF2-40B4-BE49-F238E27FC236}">
                    <a16:creationId xmlns:a16="http://schemas.microsoft.com/office/drawing/2014/main" id="{8D51E746-830D-72D7-83A3-0100A0E5DF73}"/>
                  </a:ext>
                </a:extLst>
              </p:cNvPr>
              <p:cNvSpPr/>
              <p:nvPr/>
            </p:nvSpPr>
            <p:spPr>
              <a:xfrm rot="5400000">
                <a:off x="11142538" y="3891704"/>
                <a:ext cx="542502" cy="3184157"/>
              </a:xfrm>
              <a:prstGeom prst="round2SameRect">
                <a:avLst>
                  <a:gd name="adj1" fmla="val 50000"/>
                  <a:gd name="adj2"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defPPr>
                  <a:defRPr lang="th-TH"/>
                </a:defPPr>
                <a:lvl1pPr marL="0" algn="l" defTabSz="2173204" rtl="0" eaLnBrk="1" latinLnBrk="0" hangingPunct="1">
                  <a:defRPr sz="6700" kern="1200">
                    <a:solidFill>
                      <a:schemeClr val="lt1"/>
                    </a:solidFill>
                    <a:latin typeface="+mn-lt"/>
                    <a:ea typeface="+mn-ea"/>
                    <a:cs typeface="+mn-cs"/>
                  </a:defRPr>
                </a:lvl1pPr>
                <a:lvl2pPr marL="1086601" algn="l" defTabSz="2173204" rtl="0" eaLnBrk="1" latinLnBrk="0" hangingPunct="1">
                  <a:defRPr sz="6700" kern="1200">
                    <a:solidFill>
                      <a:schemeClr val="lt1"/>
                    </a:solidFill>
                    <a:latin typeface="+mn-lt"/>
                    <a:ea typeface="+mn-ea"/>
                    <a:cs typeface="+mn-cs"/>
                  </a:defRPr>
                </a:lvl2pPr>
                <a:lvl3pPr marL="2173204" algn="l" defTabSz="2173204" rtl="0" eaLnBrk="1" latinLnBrk="0" hangingPunct="1">
                  <a:defRPr sz="6700" kern="1200">
                    <a:solidFill>
                      <a:schemeClr val="lt1"/>
                    </a:solidFill>
                    <a:latin typeface="+mn-lt"/>
                    <a:ea typeface="+mn-ea"/>
                    <a:cs typeface="+mn-cs"/>
                  </a:defRPr>
                </a:lvl3pPr>
                <a:lvl4pPr marL="3259805" algn="l" defTabSz="2173204" rtl="0" eaLnBrk="1" latinLnBrk="0" hangingPunct="1">
                  <a:defRPr sz="6700" kern="1200">
                    <a:solidFill>
                      <a:schemeClr val="lt1"/>
                    </a:solidFill>
                    <a:latin typeface="+mn-lt"/>
                    <a:ea typeface="+mn-ea"/>
                    <a:cs typeface="+mn-cs"/>
                  </a:defRPr>
                </a:lvl4pPr>
                <a:lvl5pPr marL="4346406" algn="l" defTabSz="2173204" rtl="0" eaLnBrk="1" latinLnBrk="0" hangingPunct="1">
                  <a:defRPr sz="6700" kern="1200">
                    <a:solidFill>
                      <a:schemeClr val="lt1"/>
                    </a:solidFill>
                    <a:latin typeface="+mn-lt"/>
                    <a:ea typeface="+mn-ea"/>
                    <a:cs typeface="+mn-cs"/>
                  </a:defRPr>
                </a:lvl5pPr>
                <a:lvl6pPr marL="5433009" algn="l" defTabSz="2173204" rtl="0" eaLnBrk="1" latinLnBrk="0" hangingPunct="1">
                  <a:defRPr sz="6700" kern="1200">
                    <a:solidFill>
                      <a:schemeClr val="lt1"/>
                    </a:solidFill>
                    <a:latin typeface="+mn-lt"/>
                    <a:ea typeface="+mn-ea"/>
                    <a:cs typeface="+mn-cs"/>
                  </a:defRPr>
                </a:lvl6pPr>
                <a:lvl7pPr marL="6519610" algn="l" defTabSz="2173204" rtl="0" eaLnBrk="1" latinLnBrk="0" hangingPunct="1">
                  <a:defRPr sz="6700" kern="1200">
                    <a:solidFill>
                      <a:schemeClr val="lt1"/>
                    </a:solidFill>
                    <a:latin typeface="+mn-lt"/>
                    <a:ea typeface="+mn-ea"/>
                    <a:cs typeface="+mn-cs"/>
                  </a:defRPr>
                </a:lvl7pPr>
                <a:lvl8pPr marL="7606211" algn="l" defTabSz="2173204" rtl="0" eaLnBrk="1" latinLnBrk="0" hangingPunct="1">
                  <a:defRPr sz="6700" kern="1200">
                    <a:solidFill>
                      <a:schemeClr val="lt1"/>
                    </a:solidFill>
                    <a:latin typeface="+mn-lt"/>
                    <a:ea typeface="+mn-ea"/>
                    <a:cs typeface="+mn-cs"/>
                  </a:defRPr>
                </a:lvl8pPr>
                <a:lvl9pPr marL="8692815" algn="l" defTabSz="2173204" rtl="0" eaLnBrk="1" latinLnBrk="0" hangingPunct="1">
                  <a:defRPr sz="6700" kern="1200">
                    <a:solidFill>
                      <a:schemeClr val="lt1"/>
                    </a:solidFill>
                    <a:latin typeface="+mn-lt"/>
                    <a:ea typeface="+mn-ea"/>
                    <a:cs typeface="+mn-cs"/>
                  </a:defRPr>
                </a:lvl9pPr>
              </a:lstStyle>
              <a:p>
                <a:pPr algn="r"/>
                <a:endParaRPr lang="bg-BG" dirty="0">
                  <a:latin typeface="Lato Light"/>
                </a:endParaRPr>
              </a:p>
            </p:txBody>
          </p:sp>
          <p:sp>
            <p:nvSpPr>
              <p:cNvPr id="88" name="TextBox 147">
                <a:extLst>
                  <a:ext uri="{FF2B5EF4-FFF2-40B4-BE49-F238E27FC236}">
                    <a16:creationId xmlns:a16="http://schemas.microsoft.com/office/drawing/2014/main" id="{781F2D43-D1F7-7CD2-96EF-53F6127DDD4A}"/>
                  </a:ext>
                </a:extLst>
              </p:cNvPr>
              <p:cNvSpPr txBox="1"/>
              <p:nvPr/>
            </p:nvSpPr>
            <p:spPr>
              <a:xfrm>
                <a:off x="9762826" y="5352679"/>
                <a:ext cx="3293181" cy="295159"/>
              </a:xfrm>
              <a:prstGeom prst="rect">
                <a:avLst/>
              </a:prstGeom>
              <a:noFill/>
            </p:spPr>
            <p:txBody>
              <a:bodyPr wrap="square" lIns="0" tIns="0" rIns="0" bIns="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a:r>
                  <a:rPr lang="en-US" sz="1400" b="1" dirty="0">
                    <a:solidFill>
                      <a:schemeClr val="bg1"/>
                    </a:solidFill>
                    <a:cs typeface="Lato Regular"/>
                  </a:rPr>
                  <a:t>Data</a:t>
                </a:r>
              </a:p>
            </p:txBody>
          </p:sp>
        </p:grpSp>
        <p:sp>
          <p:nvSpPr>
            <p:cNvPr id="81" name="TextBox 148">
              <a:extLst>
                <a:ext uri="{FF2B5EF4-FFF2-40B4-BE49-F238E27FC236}">
                  <a16:creationId xmlns:a16="http://schemas.microsoft.com/office/drawing/2014/main" id="{C238DDCB-8B62-282E-306B-E93E350C90C3}"/>
                </a:ext>
              </a:extLst>
            </p:cNvPr>
            <p:cNvSpPr txBox="1"/>
            <p:nvPr/>
          </p:nvSpPr>
          <p:spPr>
            <a:xfrm>
              <a:off x="6248511" y="2689998"/>
              <a:ext cx="3413655" cy="999273"/>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r>
                <a:rPr lang="en-US" sz="1100" dirty="0">
                  <a:solidFill>
                    <a:schemeClr val="tx1">
                      <a:lumMod val="50000"/>
                      <a:lumOff val="50000"/>
                    </a:schemeClr>
                  </a:solidFill>
                  <a:ea typeface="Lato" pitchFamily="34" charset="0"/>
                  <a:cs typeface="Lato" pitchFamily="34" charset="0"/>
                </a:rPr>
                <a:t>Lorem Ipsum has two main data statistical this methodologies summarizes.</a:t>
              </a:r>
            </a:p>
          </p:txBody>
        </p:sp>
        <p:sp>
          <p:nvSpPr>
            <p:cNvPr id="82" name="TextBox 149">
              <a:extLst>
                <a:ext uri="{FF2B5EF4-FFF2-40B4-BE49-F238E27FC236}">
                  <a16:creationId xmlns:a16="http://schemas.microsoft.com/office/drawing/2014/main" id="{69B7BE28-33B6-FCBB-7615-2703FC1723C5}"/>
                </a:ext>
              </a:extLst>
            </p:cNvPr>
            <p:cNvSpPr txBox="1">
              <a:spLocks noChangeArrowheads="1"/>
            </p:cNvSpPr>
            <p:nvPr/>
          </p:nvSpPr>
          <p:spPr bwMode="auto">
            <a:xfrm>
              <a:off x="10138849" y="1409700"/>
              <a:ext cx="2673265" cy="71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eaLnBrk="1" hangingPunct="1"/>
              <a:r>
                <a:rPr lang="en-US" sz="2800" b="1" dirty="0">
                  <a:solidFill>
                    <a:schemeClr val="accent5"/>
                  </a:solidFill>
                  <a:latin typeface="Lato Black" pitchFamily="34" charset="0"/>
                  <a:ea typeface="Lato Black" pitchFamily="34" charset="0"/>
                  <a:cs typeface="Lato Black" pitchFamily="34" charset="0"/>
                </a:rPr>
                <a:t>71</a:t>
              </a:r>
              <a:r>
                <a:rPr lang="id-ID" sz="2800" b="1" dirty="0">
                  <a:solidFill>
                    <a:schemeClr val="accent5"/>
                  </a:solidFill>
                  <a:latin typeface="Lato Black" pitchFamily="34" charset="0"/>
                  <a:ea typeface="Lato Black" pitchFamily="34" charset="0"/>
                  <a:cs typeface="Lato Black" pitchFamily="34" charset="0"/>
                </a:rPr>
                <a:t>%</a:t>
              </a:r>
            </a:p>
          </p:txBody>
        </p:sp>
        <p:grpSp>
          <p:nvGrpSpPr>
            <p:cNvPr id="83" name="กลุ่ม 150">
              <a:extLst>
                <a:ext uri="{FF2B5EF4-FFF2-40B4-BE49-F238E27FC236}">
                  <a16:creationId xmlns:a16="http://schemas.microsoft.com/office/drawing/2014/main" id="{D58594AF-F2A6-85D1-85E0-715C22547917}"/>
                </a:ext>
              </a:extLst>
            </p:cNvPr>
            <p:cNvGrpSpPr/>
            <p:nvPr/>
          </p:nvGrpSpPr>
          <p:grpSpPr>
            <a:xfrm>
              <a:off x="9850597" y="2120064"/>
              <a:ext cx="3293181" cy="542497"/>
              <a:chOff x="9762826" y="5212528"/>
              <a:chExt cx="3293181" cy="542497"/>
            </a:xfrm>
          </p:grpSpPr>
          <p:sp>
            <p:nvSpPr>
              <p:cNvPr id="85" name="Round Same Side Corner Rectangle 59">
                <a:extLst>
                  <a:ext uri="{FF2B5EF4-FFF2-40B4-BE49-F238E27FC236}">
                    <a16:creationId xmlns:a16="http://schemas.microsoft.com/office/drawing/2014/main" id="{FED4A3A2-CB68-31FA-7381-28287BB460ED}"/>
                  </a:ext>
                </a:extLst>
              </p:cNvPr>
              <p:cNvSpPr/>
              <p:nvPr/>
            </p:nvSpPr>
            <p:spPr>
              <a:xfrm rot="5400000">
                <a:off x="11142540" y="3891698"/>
                <a:ext cx="542497" cy="3184157"/>
              </a:xfrm>
              <a:prstGeom prst="round2SameRect">
                <a:avLst>
                  <a:gd name="adj1" fmla="val 50000"/>
                  <a:gd name="adj2"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defPPr>
                  <a:defRPr lang="th-TH"/>
                </a:defPPr>
                <a:lvl1pPr marL="0" algn="l" defTabSz="2173204" rtl="0" eaLnBrk="1" latinLnBrk="0" hangingPunct="1">
                  <a:defRPr sz="6700" kern="1200">
                    <a:solidFill>
                      <a:schemeClr val="lt1"/>
                    </a:solidFill>
                    <a:latin typeface="+mn-lt"/>
                    <a:ea typeface="+mn-ea"/>
                    <a:cs typeface="+mn-cs"/>
                  </a:defRPr>
                </a:lvl1pPr>
                <a:lvl2pPr marL="1086601" algn="l" defTabSz="2173204" rtl="0" eaLnBrk="1" latinLnBrk="0" hangingPunct="1">
                  <a:defRPr sz="6700" kern="1200">
                    <a:solidFill>
                      <a:schemeClr val="lt1"/>
                    </a:solidFill>
                    <a:latin typeface="+mn-lt"/>
                    <a:ea typeface="+mn-ea"/>
                    <a:cs typeface="+mn-cs"/>
                  </a:defRPr>
                </a:lvl2pPr>
                <a:lvl3pPr marL="2173204" algn="l" defTabSz="2173204" rtl="0" eaLnBrk="1" latinLnBrk="0" hangingPunct="1">
                  <a:defRPr sz="6700" kern="1200">
                    <a:solidFill>
                      <a:schemeClr val="lt1"/>
                    </a:solidFill>
                    <a:latin typeface="+mn-lt"/>
                    <a:ea typeface="+mn-ea"/>
                    <a:cs typeface="+mn-cs"/>
                  </a:defRPr>
                </a:lvl3pPr>
                <a:lvl4pPr marL="3259805" algn="l" defTabSz="2173204" rtl="0" eaLnBrk="1" latinLnBrk="0" hangingPunct="1">
                  <a:defRPr sz="6700" kern="1200">
                    <a:solidFill>
                      <a:schemeClr val="lt1"/>
                    </a:solidFill>
                    <a:latin typeface="+mn-lt"/>
                    <a:ea typeface="+mn-ea"/>
                    <a:cs typeface="+mn-cs"/>
                  </a:defRPr>
                </a:lvl4pPr>
                <a:lvl5pPr marL="4346406" algn="l" defTabSz="2173204" rtl="0" eaLnBrk="1" latinLnBrk="0" hangingPunct="1">
                  <a:defRPr sz="6700" kern="1200">
                    <a:solidFill>
                      <a:schemeClr val="lt1"/>
                    </a:solidFill>
                    <a:latin typeface="+mn-lt"/>
                    <a:ea typeface="+mn-ea"/>
                    <a:cs typeface="+mn-cs"/>
                  </a:defRPr>
                </a:lvl5pPr>
                <a:lvl6pPr marL="5433009" algn="l" defTabSz="2173204" rtl="0" eaLnBrk="1" latinLnBrk="0" hangingPunct="1">
                  <a:defRPr sz="6700" kern="1200">
                    <a:solidFill>
                      <a:schemeClr val="lt1"/>
                    </a:solidFill>
                    <a:latin typeface="+mn-lt"/>
                    <a:ea typeface="+mn-ea"/>
                    <a:cs typeface="+mn-cs"/>
                  </a:defRPr>
                </a:lvl6pPr>
                <a:lvl7pPr marL="6519610" algn="l" defTabSz="2173204" rtl="0" eaLnBrk="1" latinLnBrk="0" hangingPunct="1">
                  <a:defRPr sz="6700" kern="1200">
                    <a:solidFill>
                      <a:schemeClr val="lt1"/>
                    </a:solidFill>
                    <a:latin typeface="+mn-lt"/>
                    <a:ea typeface="+mn-ea"/>
                    <a:cs typeface="+mn-cs"/>
                  </a:defRPr>
                </a:lvl7pPr>
                <a:lvl8pPr marL="7606211" algn="l" defTabSz="2173204" rtl="0" eaLnBrk="1" latinLnBrk="0" hangingPunct="1">
                  <a:defRPr sz="6700" kern="1200">
                    <a:solidFill>
                      <a:schemeClr val="lt1"/>
                    </a:solidFill>
                    <a:latin typeface="+mn-lt"/>
                    <a:ea typeface="+mn-ea"/>
                    <a:cs typeface="+mn-cs"/>
                  </a:defRPr>
                </a:lvl8pPr>
                <a:lvl9pPr marL="8692815" algn="l" defTabSz="2173204" rtl="0" eaLnBrk="1" latinLnBrk="0" hangingPunct="1">
                  <a:defRPr sz="6700" kern="1200">
                    <a:solidFill>
                      <a:schemeClr val="lt1"/>
                    </a:solidFill>
                    <a:latin typeface="+mn-lt"/>
                    <a:ea typeface="+mn-ea"/>
                    <a:cs typeface="+mn-cs"/>
                  </a:defRPr>
                </a:lvl9pPr>
              </a:lstStyle>
              <a:p>
                <a:pPr algn="r"/>
                <a:endParaRPr lang="bg-BG" dirty="0">
                  <a:latin typeface="Lato Light"/>
                </a:endParaRPr>
              </a:p>
            </p:txBody>
          </p:sp>
          <p:sp>
            <p:nvSpPr>
              <p:cNvPr id="86" name="TextBox 152">
                <a:extLst>
                  <a:ext uri="{FF2B5EF4-FFF2-40B4-BE49-F238E27FC236}">
                    <a16:creationId xmlns:a16="http://schemas.microsoft.com/office/drawing/2014/main" id="{38E8D06E-FB6D-8433-1A64-8AADEBE74718}"/>
                  </a:ext>
                </a:extLst>
              </p:cNvPr>
              <p:cNvSpPr txBox="1"/>
              <p:nvPr/>
            </p:nvSpPr>
            <p:spPr>
              <a:xfrm>
                <a:off x="9762826" y="5352679"/>
                <a:ext cx="3293181" cy="295159"/>
              </a:xfrm>
              <a:prstGeom prst="rect">
                <a:avLst/>
              </a:prstGeom>
              <a:noFill/>
            </p:spPr>
            <p:txBody>
              <a:bodyPr wrap="square" lIns="0" tIns="0" rIns="0" bIns="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a:r>
                  <a:rPr lang="en-US" sz="1400" b="1" dirty="0">
                    <a:solidFill>
                      <a:schemeClr val="bg1"/>
                    </a:solidFill>
                    <a:cs typeface="Lato Regular"/>
                  </a:rPr>
                  <a:t>Data</a:t>
                </a:r>
              </a:p>
            </p:txBody>
          </p:sp>
        </p:grpSp>
        <p:sp>
          <p:nvSpPr>
            <p:cNvPr id="84" name="TextBox 153">
              <a:extLst>
                <a:ext uri="{FF2B5EF4-FFF2-40B4-BE49-F238E27FC236}">
                  <a16:creationId xmlns:a16="http://schemas.microsoft.com/office/drawing/2014/main" id="{F633D06B-DEC8-B7D3-08D0-6E61FDE341A6}"/>
                </a:ext>
              </a:extLst>
            </p:cNvPr>
            <p:cNvSpPr txBox="1"/>
            <p:nvPr/>
          </p:nvSpPr>
          <p:spPr>
            <a:xfrm>
              <a:off x="9906111" y="2689998"/>
              <a:ext cx="3413655" cy="999273"/>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r>
                <a:rPr lang="en-US" sz="1100" dirty="0">
                  <a:solidFill>
                    <a:schemeClr val="tx1">
                      <a:lumMod val="50000"/>
                      <a:lumOff val="50000"/>
                    </a:schemeClr>
                  </a:solidFill>
                  <a:ea typeface="Lato" pitchFamily="34" charset="0"/>
                  <a:cs typeface="Lato" pitchFamily="34" charset="0"/>
                </a:rPr>
                <a:t>Lorem Ipsum has two main data statistical this methodologies summarizes.</a:t>
              </a:r>
            </a:p>
          </p:txBody>
        </p:sp>
      </p:grpSp>
      <p:sp>
        <p:nvSpPr>
          <p:cNvPr id="94" name="TextBox 93">
            <a:extLst>
              <a:ext uri="{FF2B5EF4-FFF2-40B4-BE49-F238E27FC236}">
                <a16:creationId xmlns:a16="http://schemas.microsoft.com/office/drawing/2014/main" id="{18B996D8-296F-4513-0EB2-3B34DFDAD687}"/>
              </a:ext>
            </a:extLst>
          </p:cNvPr>
          <p:cNvSpPr txBox="1"/>
          <p:nvPr/>
        </p:nvSpPr>
        <p:spPr>
          <a:xfrm>
            <a:off x="2514577" y="446729"/>
            <a:ext cx="7162845"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WORLD MAP</a:t>
            </a:r>
          </a:p>
        </p:txBody>
      </p:sp>
      <p:sp>
        <p:nvSpPr>
          <p:cNvPr id="2" name="Slide Number Placeholder 1">
            <a:extLst>
              <a:ext uri="{FF2B5EF4-FFF2-40B4-BE49-F238E27FC236}">
                <a16:creationId xmlns:a16="http://schemas.microsoft.com/office/drawing/2014/main" id="{2FFD9487-7686-647E-EA54-3F988D9A7866}"/>
              </a:ext>
            </a:extLst>
          </p:cNvPr>
          <p:cNvSpPr>
            <a:spLocks noGrp="1"/>
          </p:cNvSpPr>
          <p:nvPr>
            <p:ph type="sldNum" sz="quarter" idx="11"/>
          </p:nvPr>
        </p:nvSpPr>
        <p:spPr/>
        <p:txBody>
          <a:bodyPr/>
          <a:lstStyle/>
          <a:p>
            <a:fld id="{7737D3DD-0AB3-4F16-99FA-6262B2B4036D}" type="slidenum">
              <a:rPr lang="en-MY" smtClean="0"/>
              <a:t>40</a:t>
            </a:fld>
            <a:endParaRPr lang="en-MY"/>
          </a:p>
        </p:txBody>
      </p:sp>
    </p:spTree>
    <p:extLst>
      <p:ext uri="{BB962C8B-B14F-4D97-AF65-F5344CB8AC3E}">
        <p14:creationId xmlns:p14="http://schemas.microsoft.com/office/powerpoint/2010/main" val="11386730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6C427BB-D28F-5EE6-BD93-F83EA9EBAC3E}"/>
              </a:ext>
            </a:extLst>
          </p:cNvPr>
          <p:cNvGrpSpPr/>
          <p:nvPr/>
        </p:nvGrpSpPr>
        <p:grpSpPr>
          <a:xfrm>
            <a:off x="3155517" y="1612813"/>
            <a:ext cx="5960485" cy="2837571"/>
            <a:chOff x="4782993" y="3698540"/>
            <a:chExt cx="13672986" cy="6082576"/>
          </a:xfrm>
          <a:solidFill>
            <a:schemeClr val="bg1">
              <a:lumMod val="85000"/>
            </a:schemeClr>
          </a:solidFill>
        </p:grpSpPr>
        <p:grpSp>
          <p:nvGrpSpPr>
            <p:cNvPr id="47" name="Group 46">
              <a:extLst>
                <a:ext uri="{FF2B5EF4-FFF2-40B4-BE49-F238E27FC236}">
                  <a16:creationId xmlns:a16="http://schemas.microsoft.com/office/drawing/2014/main" id="{6E0DEA0C-AED6-52CB-7648-F47F77102CA6}"/>
                </a:ext>
              </a:extLst>
            </p:cNvPr>
            <p:cNvGrpSpPr/>
            <p:nvPr/>
          </p:nvGrpSpPr>
          <p:grpSpPr>
            <a:xfrm>
              <a:off x="4782993" y="3698540"/>
              <a:ext cx="13672986" cy="6082576"/>
              <a:chOff x="354013" y="731838"/>
              <a:chExt cx="7053262" cy="3136900"/>
            </a:xfrm>
            <a:grpFill/>
          </p:grpSpPr>
          <p:sp>
            <p:nvSpPr>
              <p:cNvPr id="52" name="Freeform 1">
                <a:extLst>
                  <a:ext uri="{FF2B5EF4-FFF2-40B4-BE49-F238E27FC236}">
                    <a16:creationId xmlns:a16="http://schemas.microsoft.com/office/drawing/2014/main" id="{3CB2E698-61A7-D108-288C-8A018BF48E96}"/>
                  </a:ext>
                </a:extLst>
              </p:cNvPr>
              <p:cNvSpPr>
                <a:spLocks noChangeArrowheads="1"/>
              </p:cNvSpPr>
              <p:nvPr/>
            </p:nvSpPr>
            <p:spPr bwMode="auto">
              <a:xfrm>
                <a:off x="4070350" y="3074988"/>
                <a:ext cx="157163" cy="190500"/>
              </a:xfrm>
              <a:custGeom>
                <a:avLst/>
                <a:gdLst>
                  <a:gd name="T0" fmla="*/ 31 w 435"/>
                  <a:gd name="T1" fmla="*/ 464 h 528"/>
                  <a:gd name="T2" fmla="*/ 31 w 435"/>
                  <a:gd name="T3" fmla="*/ 464 h 528"/>
                  <a:gd name="T4" fmla="*/ 31 w 435"/>
                  <a:gd name="T5" fmla="*/ 496 h 528"/>
                  <a:gd name="T6" fmla="*/ 31 w 435"/>
                  <a:gd name="T7" fmla="*/ 496 h 528"/>
                  <a:gd name="T8" fmla="*/ 31 w 435"/>
                  <a:gd name="T9" fmla="*/ 496 h 528"/>
                  <a:gd name="T10" fmla="*/ 31 w 435"/>
                  <a:gd name="T11" fmla="*/ 527 h 528"/>
                  <a:gd name="T12" fmla="*/ 62 w 435"/>
                  <a:gd name="T13" fmla="*/ 527 h 528"/>
                  <a:gd name="T14" fmla="*/ 62 w 435"/>
                  <a:gd name="T15" fmla="*/ 496 h 528"/>
                  <a:gd name="T16" fmla="*/ 93 w 435"/>
                  <a:gd name="T17" fmla="*/ 496 h 528"/>
                  <a:gd name="T18" fmla="*/ 124 w 435"/>
                  <a:gd name="T19" fmla="*/ 496 h 528"/>
                  <a:gd name="T20" fmla="*/ 155 w 435"/>
                  <a:gd name="T21" fmla="*/ 434 h 528"/>
                  <a:gd name="T22" fmla="*/ 155 w 435"/>
                  <a:gd name="T23" fmla="*/ 434 h 528"/>
                  <a:gd name="T24" fmla="*/ 186 w 435"/>
                  <a:gd name="T25" fmla="*/ 434 h 528"/>
                  <a:gd name="T26" fmla="*/ 216 w 435"/>
                  <a:gd name="T27" fmla="*/ 434 h 528"/>
                  <a:gd name="T28" fmla="*/ 216 w 435"/>
                  <a:gd name="T29" fmla="*/ 464 h 528"/>
                  <a:gd name="T30" fmla="*/ 279 w 435"/>
                  <a:gd name="T31" fmla="*/ 434 h 528"/>
                  <a:gd name="T32" fmla="*/ 279 w 435"/>
                  <a:gd name="T33" fmla="*/ 434 h 528"/>
                  <a:gd name="T34" fmla="*/ 279 w 435"/>
                  <a:gd name="T35" fmla="*/ 434 h 528"/>
                  <a:gd name="T36" fmla="*/ 279 w 435"/>
                  <a:gd name="T37" fmla="*/ 403 h 528"/>
                  <a:gd name="T38" fmla="*/ 341 w 435"/>
                  <a:gd name="T39" fmla="*/ 372 h 528"/>
                  <a:gd name="T40" fmla="*/ 341 w 435"/>
                  <a:gd name="T41" fmla="*/ 372 h 528"/>
                  <a:gd name="T42" fmla="*/ 341 w 435"/>
                  <a:gd name="T43" fmla="*/ 372 h 528"/>
                  <a:gd name="T44" fmla="*/ 341 w 435"/>
                  <a:gd name="T45" fmla="*/ 310 h 528"/>
                  <a:gd name="T46" fmla="*/ 372 w 435"/>
                  <a:gd name="T47" fmla="*/ 310 h 528"/>
                  <a:gd name="T48" fmla="*/ 403 w 435"/>
                  <a:gd name="T49" fmla="*/ 279 h 528"/>
                  <a:gd name="T50" fmla="*/ 403 w 435"/>
                  <a:gd name="T51" fmla="*/ 279 h 528"/>
                  <a:gd name="T52" fmla="*/ 403 w 435"/>
                  <a:gd name="T53" fmla="*/ 279 h 528"/>
                  <a:gd name="T54" fmla="*/ 434 w 435"/>
                  <a:gd name="T55" fmla="*/ 248 h 528"/>
                  <a:gd name="T56" fmla="*/ 434 w 435"/>
                  <a:gd name="T57" fmla="*/ 248 h 528"/>
                  <a:gd name="T58" fmla="*/ 434 w 435"/>
                  <a:gd name="T59" fmla="*/ 248 h 528"/>
                  <a:gd name="T60" fmla="*/ 403 w 435"/>
                  <a:gd name="T61" fmla="*/ 216 h 528"/>
                  <a:gd name="T62" fmla="*/ 372 w 435"/>
                  <a:gd name="T63" fmla="*/ 155 h 528"/>
                  <a:gd name="T64" fmla="*/ 341 w 435"/>
                  <a:gd name="T65" fmla="*/ 155 h 528"/>
                  <a:gd name="T66" fmla="*/ 341 w 435"/>
                  <a:gd name="T67" fmla="*/ 124 h 528"/>
                  <a:gd name="T68" fmla="*/ 310 w 435"/>
                  <a:gd name="T69" fmla="*/ 92 h 528"/>
                  <a:gd name="T70" fmla="*/ 279 w 435"/>
                  <a:gd name="T71" fmla="*/ 62 h 528"/>
                  <a:gd name="T72" fmla="*/ 279 w 435"/>
                  <a:gd name="T73" fmla="*/ 31 h 528"/>
                  <a:gd name="T74" fmla="*/ 279 w 435"/>
                  <a:gd name="T75" fmla="*/ 31 h 528"/>
                  <a:gd name="T76" fmla="*/ 279 w 435"/>
                  <a:gd name="T77" fmla="*/ 31 h 528"/>
                  <a:gd name="T78" fmla="*/ 248 w 435"/>
                  <a:gd name="T79" fmla="*/ 0 h 528"/>
                  <a:gd name="T80" fmla="*/ 248 w 435"/>
                  <a:gd name="T81" fmla="*/ 0 h 528"/>
                  <a:gd name="T82" fmla="*/ 216 w 435"/>
                  <a:gd name="T83" fmla="*/ 0 h 528"/>
                  <a:gd name="T84" fmla="*/ 186 w 435"/>
                  <a:gd name="T85" fmla="*/ 31 h 528"/>
                  <a:gd name="T86" fmla="*/ 186 w 435"/>
                  <a:gd name="T87" fmla="*/ 31 h 528"/>
                  <a:gd name="T88" fmla="*/ 186 w 435"/>
                  <a:gd name="T89" fmla="*/ 31 h 528"/>
                  <a:gd name="T90" fmla="*/ 155 w 435"/>
                  <a:gd name="T91" fmla="*/ 31 h 528"/>
                  <a:gd name="T92" fmla="*/ 155 w 435"/>
                  <a:gd name="T93" fmla="*/ 0 h 528"/>
                  <a:gd name="T94" fmla="*/ 155 w 435"/>
                  <a:gd name="T95" fmla="*/ 0 h 528"/>
                  <a:gd name="T96" fmla="*/ 155 w 435"/>
                  <a:gd name="T97" fmla="*/ 0 h 528"/>
                  <a:gd name="T98" fmla="*/ 93 w 435"/>
                  <a:gd name="T99" fmla="*/ 31 h 528"/>
                  <a:gd name="T100" fmla="*/ 62 w 435"/>
                  <a:gd name="T101" fmla="*/ 31 h 528"/>
                  <a:gd name="T102" fmla="*/ 62 w 435"/>
                  <a:gd name="T103" fmla="*/ 248 h 528"/>
                  <a:gd name="T104" fmla="*/ 0 w 435"/>
                  <a:gd name="T105" fmla="*/ 248 h 528"/>
                  <a:gd name="T106" fmla="*/ 0 w 435"/>
                  <a:gd name="T107" fmla="*/ 403 h 528"/>
                  <a:gd name="T108" fmla="*/ 0 w 435"/>
                  <a:gd name="T109" fmla="*/ 403 h 528"/>
                  <a:gd name="T110" fmla="*/ 0 w 435"/>
                  <a:gd name="T111" fmla="*/ 403 h 528"/>
                  <a:gd name="T112" fmla="*/ 31 w 435"/>
                  <a:gd name="T113" fmla="*/ 464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35" h="528">
                    <a:moveTo>
                      <a:pt x="31" y="464"/>
                    </a:moveTo>
                    <a:lnTo>
                      <a:pt x="31" y="464"/>
                    </a:lnTo>
                    <a:cubicBezTo>
                      <a:pt x="31" y="464"/>
                      <a:pt x="31" y="464"/>
                      <a:pt x="31" y="496"/>
                    </a:cubicBezTo>
                    <a:lnTo>
                      <a:pt x="31" y="496"/>
                    </a:lnTo>
                    <a:lnTo>
                      <a:pt x="31" y="496"/>
                    </a:lnTo>
                    <a:cubicBezTo>
                      <a:pt x="31" y="496"/>
                      <a:pt x="31" y="496"/>
                      <a:pt x="31" y="527"/>
                    </a:cubicBezTo>
                    <a:cubicBezTo>
                      <a:pt x="62" y="527"/>
                      <a:pt x="62" y="527"/>
                      <a:pt x="62" y="527"/>
                    </a:cubicBezTo>
                    <a:lnTo>
                      <a:pt x="62" y="496"/>
                    </a:lnTo>
                    <a:cubicBezTo>
                      <a:pt x="93" y="496"/>
                      <a:pt x="93" y="496"/>
                      <a:pt x="93" y="496"/>
                    </a:cubicBezTo>
                    <a:cubicBezTo>
                      <a:pt x="93" y="496"/>
                      <a:pt x="93" y="496"/>
                      <a:pt x="124" y="496"/>
                    </a:cubicBezTo>
                    <a:cubicBezTo>
                      <a:pt x="124" y="434"/>
                      <a:pt x="124" y="434"/>
                      <a:pt x="155" y="434"/>
                    </a:cubicBezTo>
                    <a:lnTo>
                      <a:pt x="155" y="434"/>
                    </a:lnTo>
                    <a:lnTo>
                      <a:pt x="186" y="434"/>
                    </a:lnTo>
                    <a:cubicBezTo>
                      <a:pt x="186" y="434"/>
                      <a:pt x="186" y="434"/>
                      <a:pt x="216" y="434"/>
                    </a:cubicBezTo>
                    <a:cubicBezTo>
                      <a:pt x="216" y="464"/>
                      <a:pt x="216" y="464"/>
                      <a:pt x="216" y="464"/>
                    </a:cubicBezTo>
                    <a:cubicBezTo>
                      <a:pt x="216" y="464"/>
                      <a:pt x="248" y="434"/>
                      <a:pt x="279" y="434"/>
                    </a:cubicBezTo>
                    <a:lnTo>
                      <a:pt x="279" y="434"/>
                    </a:lnTo>
                    <a:lnTo>
                      <a:pt x="279" y="434"/>
                    </a:lnTo>
                    <a:cubicBezTo>
                      <a:pt x="279" y="403"/>
                      <a:pt x="279" y="403"/>
                      <a:pt x="279" y="403"/>
                    </a:cubicBezTo>
                    <a:cubicBezTo>
                      <a:pt x="310" y="372"/>
                      <a:pt x="310" y="372"/>
                      <a:pt x="341" y="372"/>
                    </a:cubicBezTo>
                    <a:lnTo>
                      <a:pt x="341" y="372"/>
                    </a:lnTo>
                    <a:lnTo>
                      <a:pt x="341" y="372"/>
                    </a:lnTo>
                    <a:cubicBezTo>
                      <a:pt x="341" y="340"/>
                      <a:pt x="341" y="340"/>
                      <a:pt x="341" y="310"/>
                    </a:cubicBezTo>
                    <a:cubicBezTo>
                      <a:pt x="372" y="310"/>
                      <a:pt x="372" y="310"/>
                      <a:pt x="372" y="310"/>
                    </a:cubicBezTo>
                    <a:cubicBezTo>
                      <a:pt x="372" y="310"/>
                      <a:pt x="372" y="310"/>
                      <a:pt x="403" y="279"/>
                    </a:cubicBezTo>
                    <a:lnTo>
                      <a:pt x="403" y="279"/>
                    </a:lnTo>
                    <a:lnTo>
                      <a:pt x="403" y="279"/>
                    </a:lnTo>
                    <a:cubicBezTo>
                      <a:pt x="403" y="248"/>
                      <a:pt x="434" y="248"/>
                      <a:pt x="434" y="248"/>
                    </a:cubicBezTo>
                    <a:lnTo>
                      <a:pt x="434" y="248"/>
                    </a:lnTo>
                    <a:lnTo>
                      <a:pt x="434" y="248"/>
                    </a:lnTo>
                    <a:cubicBezTo>
                      <a:pt x="434" y="248"/>
                      <a:pt x="403" y="248"/>
                      <a:pt x="403" y="216"/>
                    </a:cubicBezTo>
                    <a:cubicBezTo>
                      <a:pt x="372" y="186"/>
                      <a:pt x="372" y="186"/>
                      <a:pt x="372" y="155"/>
                    </a:cubicBezTo>
                    <a:cubicBezTo>
                      <a:pt x="372" y="155"/>
                      <a:pt x="372" y="155"/>
                      <a:pt x="341" y="155"/>
                    </a:cubicBezTo>
                    <a:cubicBezTo>
                      <a:pt x="341" y="124"/>
                      <a:pt x="341" y="124"/>
                      <a:pt x="341" y="124"/>
                    </a:cubicBezTo>
                    <a:cubicBezTo>
                      <a:pt x="341" y="124"/>
                      <a:pt x="310" y="124"/>
                      <a:pt x="310" y="92"/>
                    </a:cubicBezTo>
                    <a:cubicBezTo>
                      <a:pt x="279" y="92"/>
                      <a:pt x="279" y="62"/>
                      <a:pt x="279" y="62"/>
                    </a:cubicBezTo>
                    <a:lnTo>
                      <a:pt x="279" y="31"/>
                    </a:lnTo>
                    <a:lnTo>
                      <a:pt x="279" y="31"/>
                    </a:lnTo>
                    <a:lnTo>
                      <a:pt x="279" y="31"/>
                    </a:lnTo>
                    <a:cubicBezTo>
                      <a:pt x="248" y="31"/>
                      <a:pt x="248" y="0"/>
                      <a:pt x="248" y="0"/>
                    </a:cubicBezTo>
                    <a:lnTo>
                      <a:pt x="248" y="0"/>
                    </a:lnTo>
                    <a:lnTo>
                      <a:pt x="216" y="0"/>
                    </a:lnTo>
                    <a:lnTo>
                      <a:pt x="186" y="31"/>
                    </a:lnTo>
                    <a:lnTo>
                      <a:pt x="186" y="31"/>
                    </a:lnTo>
                    <a:lnTo>
                      <a:pt x="186" y="31"/>
                    </a:lnTo>
                    <a:cubicBezTo>
                      <a:pt x="155" y="31"/>
                      <a:pt x="155" y="31"/>
                      <a:pt x="155" y="31"/>
                    </a:cubicBezTo>
                    <a:lnTo>
                      <a:pt x="155" y="0"/>
                    </a:lnTo>
                    <a:lnTo>
                      <a:pt x="155" y="0"/>
                    </a:lnTo>
                    <a:lnTo>
                      <a:pt x="155" y="0"/>
                    </a:lnTo>
                    <a:cubicBezTo>
                      <a:pt x="124" y="0"/>
                      <a:pt x="124" y="0"/>
                      <a:pt x="93" y="31"/>
                    </a:cubicBezTo>
                    <a:lnTo>
                      <a:pt x="62" y="31"/>
                    </a:lnTo>
                    <a:cubicBezTo>
                      <a:pt x="62" y="248"/>
                      <a:pt x="62" y="248"/>
                      <a:pt x="62" y="248"/>
                    </a:cubicBezTo>
                    <a:cubicBezTo>
                      <a:pt x="0" y="248"/>
                      <a:pt x="0" y="248"/>
                      <a:pt x="0" y="248"/>
                    </a:cubicBezTo>
                    <a:cubicBezTo>
                      <a:pt x="0" y="403"/>
                      <a:pt x="0" y="403"/>
                      <a:pt x="0" y="403"/>
                    </a:cubicBezTo>
                    <a:lnTo>
                      <a:pt x="0" y="403"/>
                    </a:lnTo>
                    <a:lnTo>
                      <a:pt x="0" y="403"/>
                    </a:lnTo>
                    <a:cubicBezTo>
                      <a:pt x="31" y="434"/>
                      <a:pt x="31" y="434"/>
                      <a:pt x="31" y="4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53" name="Freeform 2">
                <a:extLst>
                  <a:ext uri="{FF2B5EF4-FFF2-40B4-BE49-F238E27FC236}">
                    <a16:creationId xmlns:a16="http://schemas.microsoft.com/office/drawing/2014/main" id="{FCD2A581-9569-B6C0-64D3-5786CCCAC72A}"/>
                  </a:ext>
                </a:extLst>
              </p:cNvPr>
              <p:cNvSpPr>
                <a:spLocks noChangeArrowheads="1"/>
              </p:cNvSpPr>
              <p:nvPr/>
            </p:nvSpPr>
            <p:spPr bwMode="auto">
              <a:xfrm>
                <a:off x="3902075" y="2740025"/>
                <a:ext cx="1588" cy="11113"/>
              </a:xfrm>
              <a:custGeom>
                <a:avLst/>
                <a:gdLst>
                  <a:gd name="T0" fmla="*/ 0 w 1"/>
                  <a:gd name="T1" fmla="*/ 31 h 32"/>
                  <a:gd name="T2" fmla="*/ 0 w 1"/>
                  <a:gd name="T3" fmla="*/ 31 h 32"/>
                  <a:gd name="T4" fmla="*/ 0 w 1"/>
                  <a:gd name="T5" fmla="*/ 31 h 32"/>
                  <a:gd name="T6" fmla="*/ 0 w 1"/>
                  <a:gd name="T7" fmla="*/ 0 h 32"/>
                  <a:gd name="T8" fmla="*/ 0 w 1"/>
                  <a:gd name="T9" fmla="*/ 31 h 32"/>
                </a:gdLst>
                <a:ahLst/>
                <a:cxnLst>
                  <a:cxn ang="0">
                    <a:pos x="T0" y="T1"/>
                  </a:cxn>
                  <a:cxn ang="0">
                    <a:pos x="T2" y="T3"/>
                  </a:cxn>
                  <a:cxn ang="0">
                    <a:pos x="T4" y="T5"/>
                  </a:cxn>
                  <a:cxn ang="0">
                    <a:pos x="T6" y="T7"/>
                  </a:cxn>
                  <a:cxn ang="0">
                    <a:pos x="T8" y="T9"/>
                  </a:cxn>
                </a:cxnLst>
                <a:rect l="0" t="0" r="r" b="b"/>
                <a:pathLst>
                  <a:path w="1" h="32">
                    <a:moveTo>
                      <a:pt x="0" y="31"/>
                    </a:moveTo>
                    <a:lnTo>
                      <a:pt x="0" y="31"/>
                    </a:lnTo>
                    <a:lnTo>
                      <a:pt x="0" y="31"/>
                    </a:lnTo>
                    <a:cubicBezTo>
                      <a:pt x="0" y="0"/>
                      <a:pt x="0" y="0"/>
                      <a:pt x="0" y="0"/>
                    </a:cubicBezTo>
                    <a:cubicBezTo>
                      <a:pt x="0" y="31"/>
                      <a:pt x="0" y="31"/>
                      <a:pt x="0"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54" name="Freeform 3">
                <a:extLst>
                  <a:ext uri="{FF2B5EF4-FFF2-40B4-BE49-F238E27FC236}">
                    <a16:creationId xmlns:a16="http://schemas.microsoft.com/office/drawing/2014/main" id="{ED260000-17EE-E4E3-7FAB-AF052BAE3AFE}"/>
                  </a:ext>
                </a:extLst>
              </p:cNvPr>
              <p:cNvSpPr>
                <a:spLocks noChangeArrowheads="1"/>
              </p:cNvSpPr>
              <p:nvPr/>
            </p:nvSpPr>
            <p:spPr bwMode="auto">
              <a:xfrm>
                <a:off x="3902075" y="2571750"/>
                <a:ext cx="123825" cy="179388"/>
              </a:xfrm>
              <a:custGeom>
                <a:avLst/>
                <a:gdLst>
                  <a:gd name="T0" fmla="*/ 62 w 342"/>
                  <a:gd name="T1" fmla="*/ 496 h 497"/>
                  <a:gd name="T2" fmla="*/ 93 w 342"/>
                  <a:gd name="T3" fmla="*/ 465 h 497"/>
                  <a:gd name="T4" fmla="*/ 124 w 342"/>
                  <a:gd name="T5" fmla="*/ 465 h 497"/>
                  <a:gd name="T6" fmla="*/ 124 w 342"/>
                  <a:gd name="T7" fmla="*/ 465 h 497"/>
                  <a:gd name="T8" fmla="*/ 124 w 342"/>
                  <a:gd name="T9" fmla="*/ 465 h 497"/>
                  <a:gd name="T10" fmla="*/ 186 w 342"/>
                  <a:gd name="T11" fmla="*/ 465 h 497"/>
                  <a:gd name="T12" fmla="*/ 217 w 342"/>
                  <a:gd name="T13" fmla="*/ 434 h 497"/>
                  <a:gd name="T14" fmla="*/ 217 w 342"/>
                  <a:gd name="T15" fmla="*/ 372 h 497"/>
                  <a:gd name="T16" fmla="*/ 217 w 342"/>
                  <a:gd name="T17" fmla="*/ 310 h 497"/>
                  <a:gd name="T18" fmla="*/ 248 w 342"/>
                  <a:gd name="T19" fmla="*/ 310 h 497"/>
                  <a:gd name="T20" fmla="*/ 248 w 342"/>
                  <a:gd name="T21" fmla="*/ 279 h 497"/>
                  <a:gd name="T22" fmla="*/ 279 w 342"/>
                  <a:gd name="T23" fmla="*/ 248 h 497"/>
                  <a:gd name="T24" fmla="*/ 279 w 342"/>
                  <a:gd name="T25" fmla="*/ 248 h 497"/>
                  <a:gd name="T26" fmla="*/ 310 w 342"/>
                  <a:gd name="T27" fmla="*/ 155 h 497"/>
                  <a:gd name="T28" fmla="*/ 341 w 342"/>
                  <a:gd name="T29" fmla="*/ 31 h 497"/>
                  <a:gd name="T30" fmla="*/ 310 w 342"/>
                  <a:gd name="T31" fmla="*/ 0 h 497"/>
                  <a:gd name="T32" fmla="*/ 279 w 342"/>
                  <a:gd name="T33" fmla="*/ 0 h 497"/>
                  <a:gd name="T34" fmla="*/ 248 w 342"/>
                  <a:gd name="T35" fmla="*/ 93 h 497"/>
                  <a:gd name="T36" fmla="*/ 248 w 342"/>
                  <a:gd name="T37" fmla="*/ 124 h 497"/>
                  <a:gd name="T38" fmla="*/ 186 w 342"/>
                  <a:gd name="T39" fmla="*/ 186 h 497"/>
                  <a:gd name="T40" fmla="*/ 186 w 342"/>
                  <a:gd name="T41" fmla="*/ 124 h 497"/>
                  <a:gd name="T42" fmla="*/ 155 w 342"/>
                  <a:gd name="T43" fmla="*/ 124 h 497"/>
                  <a:gd name="T44" fmla="*/ 155 w 342"/>
                  <a:gd name="T45" fmla="*/ 186 h 497"/>
                  <a:gd name="T46" fmla="*/ 155 w 342"/>
                  <a:gd name="T47" fmla="*/ 186 h 497"/>
                  <a:gd name="T48" fmla="*/ 155 w 342"/>
                  <a:gd name="T49" fmla="*/ 248 h 497"/>
                  <a:gd name="T50" fmla="*/ 155 w 342"/>
                  <a:gd name="T51" fmla="*/ 310 h 497"/>
                  <a:gd name="T52" fmla="*/ 124 w 342"/>
                  <a:gd name="T53" fmla="*/ 403 h 497"/>
                  <a:gd name="T54" fmla="*/ 124 w 342"/>
                  <a:gd name="T55" fmla="*/ 403 h 497"/>
                  <a:gd name="T56" fmla="*/ 93 w 342"/>
                  <a:gd name="T57" fmla="*/ 403 h 497"/>
                  <a:gd name="T58" fmla="*/ 62 w 342"/>
                  <a:gd name="T59" fmla="*/ 403 h 497"/>
                  <a:gd name="T60" fmla="*/ 62 w 342"/>
                  <a:gd name="T61" fmla="*/ 403 h 497"/>
                  <a:gd name="T62" fmla="*/ 31 w 342"/>
                  <a:gd name="T63" fmla="*/ 403 h 497"/>
                  <a:gd name="T64" fmla="*/ 31 w 342"/>
                  <a:gd name="T65" fmla="*/ 434 h 497"/>
                  <a:gd name="T66" fmla="*/ 62 w 342"/>
                  <a:gd name="T67" fmla="*/ 465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2" h="497">
                    <a:moveTo>
                      <a:pt x="62" y="496"/>
                    </a:moveTo>
                    <a:lnTo>
                      <a:pt x="62" y="496"/>
                    </a:lnTo>
                    <a:cubicBezTo>
                      <a:pt x="62" y="465"/>
                      <a:pt x="62" y="465"/>
                      <a:pt x="62" y="465"/>
                    </a:cubicBezTo>
                    <a:cubicBezTo>
                      <a:pt x="93" y="465"/>
                      <a:pt x="93" y="465"/>
                      <a:pt x="93" y="465"/>
                    </a:cubicBezTo>
                    <a:lnTo>
                      <a:pt x="93" y="465"/>
                    </a:lnTo>
                    <a:lnTo>
                      <a:pt x="124" y="465"/>
                    </a:lnTo>
                    <a:lnTo>
                      <a:pt x="124" y="465"/>
                    </a:lnTo>
                    <a:lnTo>
                      <a:pt x="124" y="465"/>
                    </a:lnTo>
                    <a:lnTo>
                      <a:pt x="124" y="465"/>
                    </a:lnTo>
                    <a:lnTo>
                      <a:pt x="124" y="465"/>
                    </a:lnTo>
                    <a:cubicBezTo>
                      <a:pt x="155" y="465"/>
                      <a:pt x="155" y="465"/>
                      <a:pt x="155" y="465"/>
                    </a:cubicBezTo>
                    <a:lnTo>
                      <a:pt x="186" y="465"/>
                    </a:lnTo>
                    <a:lnTo>
                      <a:pt x="186" y="434"/>
                    </a:lnTo>
                    <a:lnTo>
                      <a:pt x="217" y="434"/>
                    </a:lnTo>
                    <a:lnTo>
                      <a:pt x="217" y="403"/>
                    </a:lnTo>
                    <a:lnTo>
                      <a:pt x="217" y="372"/>
                    </a:lnTo>
                    <a:lnTo>
                      <a:pt x="217" y="372"/>
                    </a:lnTo>
                    <a:cubicBezTo>
                      <a:pt x="217" y="341"/>
                      <a:pt x="217" y="341"/>
                      <a:pt x="217" y="310"/>
                    </a:cubicBezTo>
                    <a:cubicBezTo>
                      <a:pt x="248" y="310"/>
                      <a:pt x="248" y="310"/>
                      <a:pt x="248" y="310"/>
                    </a:cubicBezTo>
                    <a:lnTo>
                      <a:pt x="248" y="310"/>
                    </a:lnTo>
                    <a:cubicBezTo>
                      <a:pt x="248" y="310"/>
                      <a:pt x="248" y="310"/>
                      <a:pt x="248" y="279"/>
                    </a:cubicBezTo>
                    <a:lnTo>
                      <a:pt x="248" y="279"/>
                    </a:lnTo>
                    <a:cubicBezTo>
                      <a:pt x="248" y="279"/>
                      <a:pt x="248" y="248"/>
                      <a:pt x="279" y="248"/>
                    </a:cubicBezTo>
                    <a:lnTo>
                      <a:pt x="279" y="248"/>
                    </a:lnTo>
                    <a:lnTo>
                      <a:pt x="279" y="248"/>
                    </a:lnTo>
                    <a:lnTo>
                      <a:pt x="279" y="248"/>
                    </a:lnTo>
                    <a:lnTo>
                      <a:pt x="279" y="217"/>
                    </a:lnTo>
                    <a:cubicBezTo>
                      <a:pt x="310" y="186"/>
                      <a:pt x="310" y="155"/>
                      <a:pt x="310" y="155"/>
                    </a:cubicBezTo>
                    <a:cubicBezTo>
                      <a:pt x="310" y="93"/>
                      <a:pt x="310" y="62"/>
                      <a:pt x="341" y="31"/>
                    </a:cubicBezTo>
                    <a:lnTo>
                      <a:pt x="341" y="31"/>
                    </a:lnTo>
                    <a:cubicBezTo>
                      <a:pt x="341" y="31"/>
                      <a:pt x="341" y="0"/>
                      <a:pt x="310" y="0"/>
                    </a:cubicBezTo>
                    <a:lnTo>
                      <a:pt x="310" y="0"/>
                    </a:lnTo>
                    <a:lnTo>
                      <a:pt x="279" y="0"/>
                    </a:lnTo>
                    <a:lnTo>
                      <a:pt x="279" y="0"/>
                    </a:lnTo>
                    <a:cubicBezTo>
                      <a:pt x="248" y="62"/>
                      <a:pt x="248" y="62"/>
                      <a:pt x="248" y="62"/>
                    </a:cubicBezTo>
                    <a:cubicBezTo>
                      <a:pt x="248" y="93"/>
                      <a:pt x="248" y="93"/>
                      <a:pt x="248" y="93"/>
                    </a:cubicBezTo>
                    <a:lnTo>
                      <a:pt x="248" y="93"/>
                    </a:lnTo>
                    <a:cubicBezTo>
                      <a:pt x="248" y="124"/>
                      <a:pt x="248" y="124"/>
                      <a:pt x="248" y="124"/>
                    </a:cubicBezTo>
                    <a:cubicBezTo>
                      <a:pt x="217" y="124"/>
                      <a:pt x="217" y="124"/>
                      <a:pt x="217" y="124"/>
                    </a:cubicBezTo>
                    <a:cubicBezTo>
                      <a:pt x="186" y="186"/>
                      <a:pt x="186" y="186"/>
                      <a:pt x="186" y="186"/>
                    </a:cubicBezTo>
                    <a:cubicBezTo>
                      <a:pt x="217" y="124"/>
                      <a:pt x="217" y="124"/>
                      <a:pt x="217" y="124"/>
                    </a:cubicBezTo>
                    <a:cubicBezTo>
                      <a:pt x="186" y="124"/>
                      <a:pt x="186" y="124"/>
                      <a:pt x="186" y="124"/>
                    </a:cubicBezTo>
                    <a:lnTo>
                      <a:pt x="155" y="124"/>
                    </a:lnTo>
                    <a:lnTo>
                      <a:pt x="155" y="124"/>
                    </a:lnTo>
                    <a:lnTo>
                      <a:pt x="155" y="124"/>
                    </a:lnTo>
                    <a:cubicBezTo>
                      <a:pt x="155" y="155"/>
                      <a:pt x="155" y="155"/>
                      <a:pt x="155" y="186"/>
                    </a:cubicBezTo>
                    <a:lnTo>
                      <a:pt x="155" y="186"/>
                    </a:lnTo>
                    <a:lnTo>
                      <a:pt x="155" y="186"/>
                    </a:lnTo>
                    <a:cubicBezTo>
                      <a:pt x="155" y="186"/>
                      <a:pt x="155" y="217"/>
                      <a:pt x="124" y="217"/>
                    </a:cubicBezTo>
                    <a:cubicBezTo>
                      <a:pt x="155" y="217"/>
                      <a:pt x="155" y="248"/>
                      <a:pt x="155" y="248"/>
                    </a:cubicBezTo>
                    <a:cubicBezTo>
                      <a:pt x="155" y="248"/>
                      <a:pt x="155" y="248"/>
                      <a:pt x="155" y="279"/>
                    </a:cubicBezTo>
                    <a:lnTo>
                      <a:pt x="155" y="310"/>
                    </a:lnTo>
                    <a:lnTo>
                      <a:pt x="155" y="341"/>
                    </a:lnTo>
                    <a:cubicBezTo>
                      <a:pt x="155" y="372"/>
                      <a:pt x="124" y="372"/>
                      <a:pt x="124" y="403"/>
                    </a:cubicBezTo>
                    <a:lnTo>
                      <a:pt x="124" y="403"/>
                    </a:lnTo>
                    <a:lnTo>
                      <a:pt x="124" y="403"/>
                    </a:lnTo>
                    <a:cubicBezTo>
                      <a:pt x="93" y="403"/>
                      <a:pt x="93" y="403"/>
                      <a:pt x="93" y="403"/>
                    </a:cubicBezTo>
                    <a:lnTo>
                      <a:pt x="93" y="403"/>
                    </a:lnTo>
                    <a:cubicBezTo>
                      <a:pt x="62" y="403"/>
                      <a:pt x="62" y="403"/>
                      <a:pt x="62" y="403"/>
                    </a:cubicBezTo>
                    <a:lnTo>
                      <a:pt x="62" y="403"/>
                    </a:lnTo>
                    <a:lnTo>
                      <a:pt x="62" y="403"/>
                    </a:lnTo>
                    <a:lnTo>
                      <a:pt x="62" y="403"/>
                    </a:lnTo>
                    <a:lnTo>
                      <a:pt x="62" y="403"/>
                    </a:lnTo>
                    <a:lnTo>
                      <a:pt x="31" y="403"/>
                    </a:lnTo>
                    <a:cubicBezTo>
                      <a:pt x="0" y="403"/>
                      <a:pt x="0" y="403"/>
                      <a:pt x="0" y="403"/>
                    </a:cubicBezTo>
                    <a:cubicBezTo>
                      <a:pt x="31" y="434"/>
                      <a:pt x="31" y="434"/>
                      <a:pt x="31" y="434"/>
                    </a:cubicBezTo>
                    <a:cubicBezTo>
                      <a:pt x="31" y="496"/>
                      <a:pt x="31" y="496"/>
                      <a:pt x="31" y="496"/>
                    </a:cubicBezTo>
                    <a:cubicBezTo>
                      <a:pt x="62" y="465"/>
                      <a:pt x="62" y="465"/>
                      <a:pt x="62" y="465"/>
                    </a:cubicBezTo>
                    <a:lnTo>
                      <a:pt x="62" y="496"/>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55" name="Freeform 4">
                <a:extLst>
                  <a:ext uri="{FF2B5EF4-FFF2-40B4-BE49-F238E27FC236}">
                    <a16:creationId xmlns:a16="http://schemas.microsoft.com/office/drawing/2014/main" id="{762765CA-4BB7-64D7-E0F6-F869BF683C27}"/>
                  </a:ext>
                </a:extLst>
              </p:cNvPr>
              <p:cNvSpPr>
                <a:spLocks noChangeArrowheads="1"/>
              </p:cNvSpPr>
              <p:nvPr/>
            </p:nvSpPr>
            <p:spPr bwMode="auto">
              <a:xfrm>
                <a:off x="3870325" y="2616200"/>
                <a:ext cx="11113" cy="1588"/>
              </a:xfrm>
              <a:custGeom>
                <a:avLst/>
                <a:gdLst>
                  <a:gd name="T0" fmla="*/ 32 w 33"/>
                  <a:gd name="T1" fmla="*/ 0 h 1"/>
                  <a:gd name="T2" fmla="*/ 32 w 33"/>
                  <a:gd name="T3" fmla="*/ 0 h 1"/>
                  <a:gd name="T4" fmla="*/ 0 w 33"/>
                  <a:gd name="T5" fmla="*/ 0 h 1"/>
                  <a:gd name="T6" fmla="*/ 0 w 33"/>
                  <a:gd name="T7" fmla="*/ 0 h 1"/>
                  <a:gd name="T8" fmla="*/ 32 w 33"/>
                  <a:gd name="T9" fmla="*/ 0 h 1"/>
                </a:gdLst>
                <a:ahLst/>
                <a:cxnLst>
                  <a:cxn ang="0">
                    <a:pos x="T0" y="T1"/>
                  </a:cxn>
                  <a:cxn ang="0">
                    <a:pos x="T2" y="T3"/>
                  </a:cxn>
                  <a:cxn ang="0">
                    <a:pos x="T4" y="T5"/>
                  </a:cxn>
                  <a:cxn ang="0">
                    <a:pos x="T6" y="T7"/>
                  </a:cxn>
                  <a:cxn ang="0">
                    <a:pos x="T8" y="T9"/>
                  </a:cxn>
                </a:cxnLst>
                <a:rect l="0" t="0" r="r" b="b"/>
                <a:pathLst>
                  <a:path w="33" h="1">
                    <a:moveTo>
                      <a:pt x="32" y="0"/>
                    </a:moveTo>
                    <a:lnTo>
                      <a:pt x="32" y="0"/>
                    </a:lnTo>
                    <a:cubicBezTo>
                      <a:pt x="0" y="0"/>
                      <a:pt x="0" y="0"/>
                      <a:pt x="0" y="0"/>
                    </a:cubicBezTo>
                    <a:lnTo>
                      <a:pt x="0" y="0"/>
                    </a:lnTo>
                    <a:cubicBezTo>
                      <a:pt x="32" y="0"/>
                      <a:pt x="32" y="0"/>
                      <a:pt x="3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56" name="Freeform 5">
                <a:extLst>
                  <a:ext uri="{FF2B5EF4-FFF2-40B4-BE49-F238E27FC236}">
                    <a16:creationId xmlns:a16="http://schemas.microsoft.com/office/drawing/2014/main" id="{91DA3433-3F1B-8AB8-2FE5-BC11DCA4638B}"/>
                  </a:ext>
                </a:extLst>
              </p:cNvPr>
              <p:cNvSpPr>
                <a:spLocks noChangeArrowheads="1"/>
              </p:cNvSpPr>
              <p:nvPr/>
            </p:nvSpPr>
            <p:spPr bwMode="auto">
              <a:xfrm>
                <a:off x="3679825" y="2114550"/>
                <a:ext cx="290513" cy="246063"/>
              </a:xfrm>
              <a:custGeom>
                <a:avLst/>
                <a:gdLst>
                  <a:gd name="T0" fmla="*/ 341 w 806"/>
                  <a:gd name="T1" fmla="*/ 588 h 683"/>
                  <a:gd name="T2" fmla="*/ 341 w 806"/>
                  <a:gd name="T3" fmla="*/ 619 h 683"/>
                  <a:gd name="T4" fmla="*/ 403 w 806"/>
                  <a:gd name="T5" fmla="*/ 619 h 683"/>
                  <a:gd name="T6" fmla="*/ 403 w 806"/>
                  <a:gd name="T7" fmla="*/ 619 h 683"/>
                  <a:gd name="T8" fmla="*/ 435 w 806"/>
                  <a:gd name="T9" fmla="*/ 619 h 683"/>
                  <a:gd name="T10" fmla="*/ 465 w 806"/>
                  <a:gd name="T11" fmla="*/ 650 h 683"/>
                  <a:gd name="T12" fmla="*/ 496 w 806"/>
                  <a:gd name="T13" fmla="*/ 619 h 683"/>
                  <a:gd name="T14" fmla="*/ 527 w 806"/>
                  <a:gd name="T15" fmla="*/ 588 h 683"/>
                  <a:gd name="T16" fmla="*/ 619 w 806"/>
                  <a:gd name="T17" fmla="*/ 619 h 683"/>
                  <a:gd name="T18" fmla="*/ 619 w 806"/>
                  <a:gd name="T19" fmla="*/ 619 h 683"/>
                  <a:gd name="T20" fmla="*/ 650 w 806"/>
                  <a:gd name="T21" fmla="*/ 588 h 683"/>
                  <a:gd name="T22" fmla="*/ 681 w 806"/>
                  <a:gd name="T23" fmla="*/ 588 h 683"/>
                  <a:gd name="T24" fmla="*/ 681 w 806"/>
                  <a:gd name="T25" fmla="*/ 558 h 683"/>
                  <a:gd name="T26" fmla="*/ 681 w 806"/>
                  <a:gd name="T27" fmla="*/ 526 h 683"/>
                  <a:gd name="T28" fmla="*/ 743 w 806"/>
                  <a:gd name="T29" fmla="*/ 465 h 683"/>
                  <a:gd name="T30" fmla="*/ 774 w 806"/>
                  <a:gd name="T31" fmla="*/ 403 h 683"/>
                  <a:gd name="T32" fmla="*/ 805 w 806"/>
                  <a:gd name="T33" fmla="*/ 372 h 683"/>
                  <a:gd name="T34" fmla="*/ 805 w 806"/>
                  <a:gd name="T35" fmla="*/ 187 h 683"/>
                  <a:gd name="T36" fmla="*/ 774 w 806"/>
                  <a:gd name="T37" fmla="*/ 155 h 683"/>
                  <a:gd name="T38" fmla="*/ 774 w 806"/>
                  <a:gd name="T39" fmla="*/ 93 h 683"/>
                  <a:gd name="T40" fmla="*/ 774 w 806"/>
                  <a:gd name="T41" fmla="*/ 93 h 683"/>
                  <a:gd name="T42" fmla="*/ 743 w 806"/>
                  <a:gd name="T43" fmla="*/ 63 h 683"/>
                  <a:gd name="T44" fmla="*/ 743 w 806"/>
                  <a:gd name="T45" fmla="*/ 63 h 683"/>
                  <a:gd name="T46" fmla="*/ 681 w 806"/>
                  <a:gd name="T47" fmla="*/ 31 h 683"/>
                  <a:gd name="T48" fmla="*/ 619 w 806"/>
                  <a:gd name="T49" fmla="*/ 0 h 683"/>
                  <a:gd name="T50" fmla="*/ 559 w 806"/>
                  <a:gd name="T51" fmla="*/ 63 h 683"/>
                  <a:gd name="T52" fmla="*/ 341 w 806"/>
                  <a:gd name="T53" fmla="*/ 217 h 683"/>
                  <a:gd name="T54" fmla="*/ 279 w 806"/>
                  <a:gd name="T55" fmla="*/ 279 h 683"/>
                  <a:gd name="T56" fmla="*/ 217 w 806"/>
                  <a:gd name="T57" fmla="*/ 372 h 683"/>
                  <a:gd name="T58" fmla="*/ 217 w 806"/>
                  <a:gd name="T59" fmla="*/ 403 h 683"/>
                  <a:gd name="T60" fmla="*/ 187 w 806"/>
                  <a:gd name="T61" fmla="*/ 496 h 683"/>
                  <a:gd name="T62" fmla="*/ 124 w 806"/>
                  <a:gd name="T63" fmla="*/ 526 h 683"/>
                  <a:gd name="T64" fmla="*/ 63 w 806"/>
                  <a:gd name="T65" fmla="*/ 526 h 683"/>
                  <a:gd name="T66" fmla="*/ 31 w 806"/>
                  <a:gd name="T67" fmla="*/ 526 h 683"/>
                  <a:gd name="T68" fmla="*/ 0 w 806"/>
                  <a:gd name="T69" fmla="*/ 558 h 683"/>
                  <a:gd name="T70" fmla="*/ 0 w 806"/>
                  <a:gd name="T71" fmla="*/ 558 h 683"/>
                  <a:gd name="T72" fmla="*/ 0 w 806"/>
                  <a:gd name="T73" fmla="*/ 588 h 683"/>
                  <a:gd name="T74" fmla="*/ 31 w 806"/>
                  <a:gd name="T75" fmla="*/ 619 h 683"/>
                  <a:gd name="T76" fmla="*/ 31 w 806"/>
                  <a:gd name="T77" fmla="*/ 650 h 683"/>
                  <a:gd name="T78" fmla="*/ 31 w 806"/>
                  <a:gd name="T79" fmla="*/ 650 h 683"/>
                  <a:gd name="T80" fmla="*/ 63 w 806"/>
                  <a:gd name="T81" fmla="*/ 650 h 683"/>
                  <a:gd name="T82" fmla="*/ 93 w 806"/>
                  <a:gd name="T83" fmla="*/ 650 h 683"/>
                  <a:gd name="T84" fmla="*/ 93 w 806"/>
                  <a:gd name="T85" fmla="*/ 682 h 683"/>
                  <a:gd name="T86" fmla="*/ 124 w 806"/>
                  <a:gd name="T87" fmla="*/ 650 h 683"/>
                  <a:gd name="T88" fmla="*/ 155 w 806"/>
                  <a:gd name="T89" fmla="*/ 650 h 683"/>
                  <a:gd name="T90" fmla="*/ 155 w 806"/>
                  <a:gd name="T91" fmla="*/ 650 h 683"/>
                  <a:gd name="T92" fmla="*/ 187 w 806"/>
                  <a:gd name="T93" fmla="*/ 588 h 683"/>
                  <a:gd name="T94" fmla="*/ 248 w 806"/>
                  <a:gd name="T95" fmla="*/ 588 h 683"/>
                  <a:gd name="T96" fmla="*/ 279 w 806"/>
                  <a:gd name="T97" fmla="*/ 588 h 683"/>
                  <a:gd name="T98" fmla="*/ 279 w 806"/>
                  <a:gd name="T99" fmla="*/ 588 h 683"/>
                  <a:gd name="T100" fmla="*/ 311 w 806"/>
                  <a:gd name="T101" fmla="*/ 588 h 6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06" h="683">
                    <a:moveTo>
                      <a:pt x="341" y="588"/>
                    </a:moveTo>
                    <a:lnTo>
                      <a:pt x="341" y="588"/>
                    </a:lnTo>
                    <a:lnTo>
                      <a:pt x="341" y="619"/>
                    </a:lnTo>
                    <a:lnTo>
                      <a:pt x="341" y="619"/>
                    </a:lnTo>
                    <a:lnTo>
                      <a:pt x="341" y="619"/>
                    </a:lnTo>
                    <a:cubicBezTo>
                      <a:pt x="372" y="619"/>
                      <a:pt x="372" y="619"/>
                      <a:pt x="403" y="619"/>
                    </a:cubicBezTo>
                    <a:lnTo>
                      <a:pt x="403" y="619"/>
                    </a:lnTo>
                    <a:lnTo>
                      <a:pt x="403" y="619"/>
                    </a:lnTo>
                    <a:cubicBezTo>
                      <a:pt x="403" y="619"/>
                      <a:pt x="403" y="619"/>
                      <a:pt x="435" y="619"/>
                    </a:cubicBezTo>
                    <a:lnTo>
                      <a:pt x="435" y="619"/>
                    </a:lnTo>
                    <a:cubicBezTo>
                      <a:pt x="435" y="650"/>
                      <a:pt x="465" y="650"/>
                      <a:pt x="465" y="650"/>
                    </a:cubicBezTo>
                    <a:lnTo>
                      <a:pt x="465" y="650"/>
                    </a:lnTo>
                    <a:cubicBezTo>
                      <a:pt x="465" y="650"/>
                      <a:pt x="496" y="650"/>
                      <a:pt x="496" y="619"/>
                    </a:cubicBezTo>
                    <a:lnTo>
                      <a:pt x="496" y="619"/>
                    </a:lnTo>
                    <a:cubicBezTo>
                      <a:pt x="496" y="619"/>
                      <a:pt x="496" y="619"/>
                      <a:pt x="527" y="619"/>
                    </a:cubicBezTo>
                    <a:cubicBezTo>
                      <a:pt x="527" y="619"/>
                      <a:pt x="527" y="619"/>
                      <a:pt x="527" y="588"/>
                    </a:cubicBezTo>
                    <a:cubicBezTo>
                      <a:pt x="559" y="588"/>
                      <a:pt x="558" y="588"/>
                      <a:pt x="588" y="588"/>
                    </a:cubicBezTo>
                    <a:lnTo>
                      <a:pt x="619" y="619"/>
                    </a:lnTo>
                    <a:lnTo>
                      <a:pt x="619" y="619"/>
                    </a:lnTo>
                    <a:lnTo>
                      <a:pt x="619" y="619"/>
                    </a:lnTo>
                    <a:lnTo>
                      <a:pt x="619" y="619"/>
                    </a:lnTo>
                    <a:cubicBezTo>
                      <a:pt x="619" y="619"/>
                      <a:pt x="650" y="619"/>
                      <a:pt x="650" y="588"/>
                    </a:cubicBezTo>
                    <a:lnTo>
                      <a:pt x="681" y="588"/>
                    </a:lnTo>
                    <a:lnTo>
                      <a:pt x="681" y="588"/>
                    </a:lnTo>
                    <a:lnTo>
                      <a:pt x="681" y="558"/>
                    </a:lnTo>
                    <a:lnTo>
                      <a:pt x="681" y="558"/>
                    </a:lnTo>
                    <a:cubicBezTo>
                      <a:pt x="681" y="496"/>
                      <a:pt x="681" y="496"/>
                      <a:pt x="681" y="496"/>
                    </a:cubicBezTo>
                    <a:cubicBezTo>
                      <a:pt x="681" y="526"/>
                      <a:pt x="681" y="526"/>
                      <a:pt x="681" y="526"/>
                    </a:cubicBezTo>
                    <a:cubicBezTo>
                      <a:pt x="681" y="496"/>
                      <a:pt x="712" y="465"/>
                      <a:pt x="743" y="465"/>
                    </a:cubicBezTo>
                    <a:lnTo>
                      <a:pt x="743" y="465"/>
                    </a:lnTo>
                    <a:cubicBezTo>
                      <a:pt x="743" y="435"/>
                      <a:pt x="774" y="435"/>
                      <a:pt x="774" y="435"/>
                    </a:cubicBezTo>
                    <a:lnTo>
                      <a:pt x="774" y="403"/>
                    </a:lnTo>
                    <a:lnTo>
                      <a:pt x="774" y="403"/>
                    </a:lnTo>
                    <a:cubicBezTo>
                      <a:pt x="774" y="403"/>
                      <a:pt x="805" y="403"/>
                      <a:pt x="805" y="372"/>
                    </a:cubicBezTo>
                    <a:cubicBezTo>
                      <a:pt x="805" y="341"/>
                      <a:pt x="805" y="311"/>
                      <a:pt x="805" y="248"/>
                    </a:cubicBezTo>
                    <a:cubicBezTo>
                      <a:pt x="805" y="217"/>
                      <a:pt x="805" y="217"/>
                      <a:pt x="805" y="187"/>
                    </a:cubicBezTo>
                    <a:lnTo>
                      <a:pt x="774" y="155"/>
                    </a:lnTo>
                    <a:lnTo>
                      <a:pt x="774" y="155"/>
                    </a:lnTo>
                    <a:cubicBezTo>
                      <a:pt x="774" y="124"/>
                      <a:pt x="774" y="124"/>
                      <a:pt x="774" y="93"/>
                    </a:cubicBezTo>
                    <a:lnTo>
                      <a:pt x="774" y="93"/>
                    </a:lnTo>
                    <a:lnTo>
                      <a:pt x="774" y="93"/>
                    </a:lnTo>
                    <a:lnTo>
                      <a:pt x="774" y="93"/>
                    </a:lnTo>
                    <a:cubicBezTo>
                      <a:pt x="774" y="93"/>
                      <a:pt x="774" y="93"/>
                      <a:pt x="774" y="63"/>
                    </a:cubicBezTo>
                    <a:cubicBezTo>
                      <a:pt x="743" y="63"/>
                      <a:pt x="743" y="63"/>
                      <a:pt x="743" y="63"/>
                    </a:cubicBezTo>
                    <a:lnTo>
                      <a:pt x="743" y="63"/>
                    </a:lnTo>
                    <a:lnTo>
                      <a:pt x="743" y="63"/>
                    </a:lnTo>
                    <a:cubicBezTo>
                      <a:pt x="712" y="63"/>
                      <a:pt x="712" y="63"/>
                      <a:pt x="712" y="63"/>
                    </a:cubicBezTo>
                    <a:lnTo>
                      <a:pt x="681" y="31"/>
                    </a:lnTo>
                    <a:cubicBezTo>
                      <a:pt x="681" y="31"/>
                      <a:pt x="650" y="31"/>
                      <a:pt x="650" y="0"/>
                    </a:cubicBezTo>
                    <a:lnTo>
                      <a:pt x="619" y="0"/>
                    </a:lnTo>
                    <a:cubicBezTo>
                      <a:pt x="559" y="63"/>
                      <a:pt x="559" y="63"/>
                      <a:pt x="559" y="63"/>
                    </a:cubicBezTo>
                    <a:lnTo>
                      <a:pt x="559" y="63"/>
                    </a:lnTo>
                    <a:cubicBezTo>
                      <a:pt x="527" y="63"/>
                      <a:pt x="403" y="155"/>
                      <a:pt x="403" y="155"/>
                    </a:cubicBezTo>
                    <a:cubicBezTo>
                      <a:pt x="372" y="187"/>
                      <a:pt x="372" y="187"/>
                      <a:pt x="341" y="217"/>
                    </a:cubicBezTo>
                    <a:lnTo>
                      <a:pt x="341" y="217"/>
                    </a:lnTo>
                    <a:cubicBezTo>
                      <a:pt x="311" y="248"/>
                      <a:pt x="279" y="279"/>
                      <a:pt x="279" y="279"/>
                    </a:cubicBezTo>
                    <a:cubicBezTo>
                      <a:pt x="248" y="279"/>
                      <a:pt x="217" y="279"/>
                      <a:pt x="217" y="279"/>
                    </a:cubicBezTo>
                    <a:cubicBezTo>
                      <a:pt x="217" y="311"/>
                      <a:pt x="217" y="341"/>
                      <a:pt x="217" y="372"/>
                    </a:cubicBezTo>
                    <a:lnTo>
                      <a:pt x="217" y="403"/>
                    </a:lnTo>
                    <a:lnTo>
                      <a:pt x="217" y="403"/>
                    </a:lnTo>
                    <a:cubicBezTo>
                      <a:pt x="187" y="465"/>
                      <a:pt x="187" y="496"/>
                      <a:pt x="187" y="496"/>
                    </a:cubicBezTo>
                    <a:lnTo>
                      <a:pt x="187" y="496"/>
                    </a:lnTo>
                    <a:cubicBezTo>
                      <a:pt x="155" y="526"/>
                      <a:pt x="155" y="526"/>
                      <a:pt x="124" y="526"/>
                    </a:cubicBezTo>
                    <a:lnTo>
                      <a:pt x="124" y="526"/>
                    </a:lnTo>
                    <a:cubicBezTo>
                      <a:pt x="124" y="526"/>
                      <a:pt x="124" y="526"/>
                      <a:pt x="93" y="526"/>
                    </a:cubicBezTo>
                    <a:cubicBezTo>
                      <a:pt x="93" y="526"/>
                      <a:pt x="93" y="526"/>
                      <a:pt x="63" y="526"/>
                    </a:cubicBezTo>
                    <a:lnTo>
                      <a:pt x="63" y="526"/>
                    </a:lnTo>
                    <a:lnTo>
                      <a:pt x="31" y="526"/>
                    </a:lnTo>
                    <a:cubicBezTo>
                      <a:pt x="31" y="526"/>
                      <a:pt x="31" y="526"/>
                      <a:pt x="31" y="558"/>
                    </a:cubicBezTo>
                    <a:cubicBezTo>
                      <a:pt x="31" y="558"/>
                      <a:pt x="31" y="558"/>
                      <a:pt x="0" y="558"/>
                    </a:cubicBezTo>
                    <a:lnTo>
                      <a:pt x="0" y="558"/>
                    </a:lnTo>
                    <a:lnTo>
                      <a:pt x="0" y="558"/>
                    </a:lnTo>
                    <a:lnTo>
                      <a:pt x="0" y="588"/>
                    </a:lnTo>
                    <a:lnTo>
                      <a:pt x="0" y="588"/>
                    </a:lnTo>
                    <a:lnTo>
                      <a:pt x="31" y="588"/>
                    </a:lnTo>
                    <a:lnTo>
                      <a:pt x="31" y="619"/>
                    </a:lnTo>
                    <a:lnTo>
                      <a:pt x="31" y="619"/>
                    </a:lnTo>
                    <a:cubicBezTo>
                      <a:pt x="31" y="619"/>
                      <a:pt x="31" y="619"/>
                      <a:pt x="31" y="650"/>
                    </a:cubicBezTo>
                    <a:lnTo>
                      <a:pt x="31" y="650"/>
                    </a:lnTo>
                    <a:lnTo>
                      <a:pt x="31" y="650"/>
                    </a:lnTo>
                    <a:lnTo>
                      <a:pt x="31" y="650"/>
                    </a:lnTo>
                    <a:cubicBezTo>
                      <a:pt x="63" y="650"/>
                      <a:pt x="63" y="650"/>
                      <a:pt x="63" y="650"/>
                    </a:cubicBezTo>
                    <a:lnTo>
                      <a:pt x="63" y="650"/>
                    </a:lnTo>
                    <a:cubicBezTo>
                      <a:pt x="93" y="650"/>
                      <a:pt x="93" y="650"/>
                      <a:pt x="93" y="650"/>
                    </a:cubicBezTo>
                    <a:cubicBezTo>
                      <a:pt x="93" y="650"/>
                      <a:pt x="93" y="650"/>
                      <a:pt x="93" y="682"/>
                    </a:cubicBezTo>
                    <a:lnTo>
                      <a:pt x="93" y="682"/>
                    </a:lnTo>
                    <a:lnTo>
                      <a:pt x="124" y="650"/>
                    </a:lnTo>
                    <a:lnTo>
                      <a:pt x="124" y="650"/>
                    </a:lnTo>
                    <a:lnTo>
                      <a:pt x="124" y="682"/>
                    </a:lnTo>
                    <a:cubicBezTo>
                      <a:pt x="155" y="650"/>
                      <a:pt x="155" y="650"/>
                      <a:pt x="155" y="650"/>
                    </a:cubicBezTo>
                    <a:lnTo>
                      <a:pt x="155" y="650"/>
                    </a:lnTo>
                    <a:lnTo>
                      <a:pt x="155" y="650"/>
                    </a:lnTo>
                    <a:cubicBezTo>
                      <a:pt x="155" y="619"/>
                      <a:pt x="187" y="588"/>
                      <a:pt x="187" y="588"/>
                    </a:cubicBezTo>
                    <a:lnTo>
                      <a:pt x="187" y="588"/>
                    </a:lnTo>
                    <a:cubicBezTo>
                      <a:pt x="217" y="588"/>
                      <a:pt x="217" y="588"/>
                      <a:pt x="248" y="588"/>
                    </a:cubicBezTo>
                    <a:lnTo>
                      <a:pt x="248" y="588"/>
                    </a:lnTo>
                    <a:cubicBezTo>
                      <a:pt x="248" y="588"/>
                      <a:pt x="248" y="588"/>
                      <a:pt x="279" y="588"/>
                    </a:cubicBezTo>
                    <a:lnTo>
                      <a:pt x="279" y="588"/>
                    </a:lnTo>
                    <a:lnTo>
                      <a:pt x="279" y="588"/>
                    </a:lnTo>
                    <a:lnTo>
                      <a:pt x="279" y="588"/>
                    </a:lnTo>
                    <a:lnTo>
                      <a:pt x="279" y="588"/>
                    </a:lnTo>
                    <a:cubicBezTo>
                      <a:pt x="311" y="588"/>
                      <a:pt x="311" y="588"/>
                      <a:pt x="311" y="588"/>
                    </a:cubicBezTo>
                    <a:cubicBezTo>
                      <a:pt x="311" y="588"/>
                      <a:pt x="311" y="588"/>
                      <a:pt x="341"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57" name="Freeform 6">
                <a:extLst>
                  <a:ext uri="{FF2B5EF4-FFF2-40B4-BE49-F238E27FC236}">
                    <a16:creationId xmlns:a16="http://schemas.microsoft.com/office/drawing/2014/main" id="{662241C4-4887-460C-BAC7-454F5DB89DDB}"/>
                  </a:ext>
                </a:extLst>
              </p:cNvPr>
              <p:cNvSpPr>
                <a:spLocks noChangeArrowheads="1"/>
              </p:cNvSpPr>
              <p:nvPr/>
            </p:nvSpPr>
            <p:spPr bwMode="auto">
              <a:xfrm>
                <a:off x="3333750" y="2036763"/>
                <a:ext cx="212725" cy="257175"/>
              </a:xfrm>
              <a:custGeom>
                <a:avLst/>
                <a:gdLst>
                  <a:gd name="T0" fmla="*/ 32 w 590"/>
                  <a:gd name="T1" fmla="*/ 404 h 714"/>
                  <a:gd name="T2" fmla="*/ 32 w 590"/>
                  <a:gd name="T3" fmla="*/ 404 h 714"/>
                  <a:gd name="T4" fmla="*/ 32 w 590"/>
                  <a:gd name="T5" fmla="*/ 434 h 714"/>
                  <a:gd name="T6" fmla="*/ 32 w 590"/>
                  <a:gd name="T7" fmla="*/ 496 h 714"/>
                  <a:gd name="T8" fmla="*/ 62 w 590"/>
                  <a:gd name="T9" fmla="*/ 528 h 714"/>
                  <a:gd name="T10" fmla="*/ 32 w 590"/>
                  <a:gd name="T11" fmla="*/ 620 h 714"/>
                  <a:gd name="T12" fmla="*/ 32 w 590"/>
                  <a:gd name="T13" fmla="*/ 620 h 714"/>
                  <a:gd name="T14" fmla="*/ 62 w 590"/>
                  <a:gd name="T15" fmla="*/ 620 h 714"/>
                  <a:gd name="T16" fmla="*/ 93 w 590"/>
                  <a:gd name="T17" fmla="*/ 620 h 714"/>
                  <a:gd name="T18" fmla="*/ 156 w 590"/>
                  <a:gd name="T19" fmla="*/ 620 h 714"/>
                  <a:gd name="T20" fmla="*/ 156 w 590"/>
                  <a:gd name="T21" fmla="*/ 652 h 714"/>
                  <a:gd name="T22" fmla="*/ 156 w 590"/>
                  <a:gd name="T23" fmla="*/ 652 h 714"/>
                  <a:gd name="T24" fmla="*/ 186 w 590"/>
                  <a:gd name="T25" fmla="*/ 682 h 714"/>
                  <a:gd name="T26" fmla="*/ 248 w 590"/>
                  <a:gd name="T27" fmla="*/ 713 h 714"/>
                  <a:gd name="T28" fmla="*/ 248 w 590"/>
                  <a:gd name="T29" fmla="*/ 682 h 714"/>
                  <a:gd name="T30" fmla="*/ 280 w 590"/>
                  <a:gd name="T31" fmla="*/ 682 h 714"/>
                  <a:gd name="T32" fmla="*/ 280 w 590"/>
                  <a:gd name="T33" fmla="*/ 682 h 714"/>
                  <a:gd name="T34" fmla="*/ 310 w 590"/>
                  <a:gd name="T35" fmla="*/ 682 h 714"/>
                  <a:gd name="T36" fmla="*/ 310 w 590"/>
                  <a:gd name="T37" fmla="*/ 682 h 714"/>
                  <a:gd name="T38" fmla="*/ 310 w 590"/>
                  <a:gd name="T39" fmla="*/ 682 h 714"/>
                  <a:gd name="T40" fmla="*/ 341 w 590"/>
                  <a:gd name="T41" fmla="*/ 682 h 714"/>
                  <a:gd name="T42" fmla="*/ 341 w 590"/>
                  <a:gd name="T43" fmla="*/ 682 h 714"/>
                  <a:gd name="T44" fmla="*/ 372 w 590"/>
                  <a:gd name="T45" fmla="*/ 682 h 714"/>
                  <a:gd name="T46" fmla="*/ 372 w 590"/>
                  <a:gd name="T47" fmla="*/ 682 h 714"/>
                  <a:gd name="T48" fmla="*/ 372 w 590"/>
                  <a:gd name="T49" fmla="*/ 682 h 714"/>
                  <a:gd name="T50" fmla="*/ 372 w 590"/>
                  <a:gd name="T51" fmla="*/ 682 h 714"/>
                  <a:gd name="T52" fmla="*/ 404 w 590"/>
                  <a:gd name="T53" fmla="*/ 682 h 714"/>
                  <a:gd name="T54" fmla="*/ 404 w 590"/>
                  <a:gd name="T55" fmla="*/ 682 h 714"/>
                  <a:gd name="T56" fmla="*/ 404 w 590"/>
                  <a:gd name="T57" fmla="*/ 682 h 714"/>
                  <a:gd name="T58" fmla="*/ 434 w 590"/>
                  <a:gd name="T59" fmla="*/ 682 h 714"/>
                  <a:gd name="T60" fmla="*/ 434 w 590"/>
                  <a:gd name="T61" fmla="*/ 682 h 714"/>
                  <a:gd name="T62" fmla="*/ 434 w 590"/>
                  <a:gd name="T63" fmla="*/ 682 h 714"/>
                  <a:gd name="T64" fmla="*/ 434 w 590"/>
                  <a:gd name="T65" fmla="*/ 682 h 714"/>
                  <a:gd name="T66" fmla="*/ 434 w 590"/>
                  <a:gd name="T67" fmla="*/ 682 h 714"/>
                  <a:gd name="T68" fmla="*/ 589 w 590"/>
                  <a:gd name="T69" fmla="*/ 682 h 714"/>
                  <a:gd name="T70" fmla="*/ 589 w 590"/>
                  <a:gd name="T71" fmla="*/ 682 h 714"/>
                  <a:gd name="T72" fmla="*/ 589 w 590"/>
                  <a:gd name="T73" fmla="*/ 652 h 714"/>
                  <a:gd name="T74" fmla="*/ 528 w 590"/>
                  <a:gd name="T75" fmla="*/ 63 h 714"/>
                  <a:gd name="T76" fmla="*/ 558 w 590"/>
                  <a:gd name="T77" fmla="*/ 63 h 714"/>
                  <a:gd name="T78" fmla="*/ 465 w 590"/>
                  <a:gd name="T79" fmla="*/ 0 h 714"/>
                  <a:gd name="T80" fmla="*/ 465 w 590"/>
                  <a:gd name="T81" fmla="*/ 63 h 714"/>
                  <a:gd name="T82" fmla="*/ 280 w 590"/>
                  <a:gd name="T83" fmla="*/ 63 h 714"/>
                  <a:gd name="T84" fmla="*/ 280 w 590"/>
                  <a:gd name="T85" fmla="*/ 217 h 714"/>
                  <a:gd name="T86" fmla="*/ 248 w 590"/>
                  <a:gd name="T87" fmla="*/ 217 h 714"/>
                  <a:gd name="T88" fmla="*/ 248 w 590"/>
                  <a:gd name="T89" fmla="*/ 248 h 714"/>
                  <a:gd name="T90" fmla="*/ 217 w 590"/>
                  <a:gd name="T91" fmla="*/ 248 h 714"/>
                  <a:gd name="T92" fmla="*/ 217 w 590"/>
                  <a:gd name="T93" fmla="*/ 280 h 714"/>
                  <a:gd name="T94" fmla="*/ 217 w 590"/>
                  <a:gd name="T95" fmla="*/ 310 h 714"/>
                  <a:gd name="T96" fmla="*/ 217 w 590"/>
                  <a:gd name="T97" fmla="*/ 310 h 714"/>
                  <a:gd name="T98" fmla="*/ 217 w 590"/>
                  <a:gd name="T99" fmla="*/ 341 h 714"/>
                  <a:gd name="T100" fmla="*/ 217 w 590"/>
                  <a:gd name="T101" fmla="*/ 341 h 714"/>
                  <a:gd name="T102" fmla="*/ 217 w 590"/>
                  <a:gd name="T103" fmla="*/ 372 h 714"/>
                  <a:gd name="T104" fmla="*/ 0 w 590"/>
                  <a:gd name="T105" fmla="*/ 372 h 714"/>
                  <a:gd name="T106" fmla="*/ 32 w 590"/>
                  <a:gd name="T107" fmla="*/ 404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90" h="714">
                    <a:moveTo>
                      <a:pt x="32" y="404"/>
                    </a:moveTo>
                    <a:lnTo>
                      <a:pt x="32" y="404"/>
                    </a:lnTo>
                    <a:cubicBezTo>
                      <a:pt x="32" y="404"/>
                      <a:pt x="32" y="404"/>
                      <a:pt x="32" y="434"/>
                    </a:cubicBezTo>
                    <a:cubicBezTo>
                      <a:pt x="32" y="434"/>
                      <a:pt x="32" y="465"/>
                      <a:pt x="32" y="496"/>
                    </a:cubicBezTo>
                    <a:cubicBezTo>
                      <a:pt x="32" y="496"/>
                      <a:pt x="32" y="528"/>
                      <a:pt x="62" y="528"/>
                    </a:cubicBezTo>
                    <a:cubicBezTo>
                      <a:pt x="62" y="589"/>
                      <a:pt x="32" y="589"/>
                      <a:pt x="32" y="620"/>
                    </a:cubicBezTo>
                    <a:lnTo>
                      <a:pt x="32" y="620"/>
                    </a:lnTo>
                    <a:cubicBezTo>
                      <a:pt x="62" y="620"/>
                      <a:pt x="62" y="620"/>
                      <a:pt x="62" y="620"/>
                    </a:cubicBezTo>
                    <a:cubicBezTo>
                      <a:pt x="93" y="620"/>
                      <a:pt x="93" y="620"/>
                      <a:pt x="93" y="620"/>
                    </a:cubicBezTo>
                    <a:cubicBezTo>
                      <a:pt x="124" y="620"/>
                      <a:pt x="124" y="620"/>
                      <a:pt x="156" y="620"/>
                    </a:cubicBezTo>
                    <a:cubicBezTo>
                      <a:pt x="156" y="652"/>
                      <a:pt x="156" y="652"/>
                      <a:pt x="156" y="652"/>
                    </a:cubicBezTo>
                    <a:lnTo>
                      <a:pt x="156" y="652"/>
                    </a:lnTo>
                    <a:cubicBezTo>
                      <a:pt x="186" y="652"/>
                      <a:pt x="186" y="652"/>
                      <a:pt x="186" y="682"/>
                    </a:cubicBezTo>
                    <a:cubicBezTo>
                      <a:pt x="186" y="682"/>
                      <a:pt x="217" y="713"/>
                      <a:pt x="248" y="713"/>
                    </a:cubicBezTo>
                    <a:cubicBezTo>
                      <a:pt x="248" y="713"/>
                      <a:pt x="248" y="713"/>
                      <a:pt x="248" y="682"/>
                    </a:cubicBezTo>
                    <a:lnTo>
                      <a:pt x="280" y="682"/>
                    </a:lnTo>
                    <a:lnTo>
                      <a:pt x="280" y="682"/>
                    </a:lnTo>
                    <a:lnTo>
                      <a:pt x="310" y="682"/>
                    </a:lnTo>
                    <a:lnTo>
                      <a:pt x="310" y="682"/>
                    </a:lnTo>
                    <a:lnTo>
                      <a:pt x="310" y="682"/>
                    </a:lnTo>
                    <a:lnTo>
                      <a:pt x="341" y="682"/>
                    </a:lnTo>
                    <a:lnTo>
                      <a:pt x="341" y="682"/>
                    </a:lnTo>
                    <a:cubicBezTo>
                      <a:pt x="341" y="682"/>
                      <a:pt x="341" y="682"/>
                      <a:pt x="372" y="682"/>
                    </a:cubicBezTo>
                    <a:lnTo>
                      <a:pt x="372" y="682"/>
                    </a:lnTo>
                    <a:lnTo>
                      <a:pt x="372" y="682"/>
                    </a:lnTo>
                    <a:lnTo>
                      <a:pt x="372" y="682"/>
                    </a:lnTo>
                    <a:cubicBezTo>
                      <a:pt x="372" y="682"/>
                      <a:pt x="372" y="682"/>
                      <a:pt x="404" y="682"/>
                    </a:cubicBezTo>
                    <a:lnTo>
                      <a:pt x="404" y="682"/>
                    </a:lnTo>
                    <a:lnTo>
                      <a:pt x="404" y="682"/>
                    </a:lnTo>
                    <a:lnTo>
                      <a:pt x="434" y="682"/>
                    </a:lnTo>
                    <a:lnTo>
                      <a:pt x="434" y="682"/>
                    </a:lnTo>
                    <a:lnTo>
                      <a:pt x="434" y="682"/>
                    </a:lnTo>
                    <a:lnTo>
                      <a:pt x="434" y="682"/>
                    </a:lnTo>
                    <a:lnTo>
                      <a:pt x="434" y="682"/>
                    </a:lnTo>
                    <a:cubicBezTo>
                      <a:pt x="589" y="682"/>
                      <a:pt x="589" y="682"/>
                      <a:pt x="589" y="682"/>
                    </a:cubicBezTo>
                    <a:lnTo>
                      <a:pt x="589" y="682"/>
                    </a:lnTo>
                    <a:cubicBezTo>
                      <a:pt x="589" y="652"/>
                      <a:pt x="589" y="652"/>
                      <a:pt x="589" y="652"/>
                    </a:cubicBezTo>
                    <a:cubicBezTo>
                      <a:pt x="528" y="63"/>
                      <a:pt x="528" y="63"/>
                      <a:pt x="528" y="63"/>
                    </a:cubicBezTo>
                    <a:cubicBezTo>
                      <a:pt x="558" y="63"/>
                      <a:pt x="558" y="63"/>
                      <a:pt x="558" y="63"/>
                    </a:cubicBezTo>
                    <a:cubicBezTo>
                      <a:pt x="465" y="0"/>
                      <a:pt x="465" y="0"/>
                      <a:pt x="465" y="0"/>
                    </a:cubicBezTo>
                    <a:cubicBezTo>
                      <a:pt x="465" y="63"/>
                      <a:pt x="465" y="63"/>
                      <a:pt x="465" y="63"/>
                    </a:cubicBezTo>
                    <a:cubicBezTo>
                      <a:pt x="280" y="63"/>
                      <a:pt x="280" y="63"/>
                      <a:pt x="280" y="63"/>
                    </a:cubicBezTo>
                    <a:cubicBezTo>
                      <a:pt x="280" y="217"/>
                      <a:pt x="280" y="217"/>
                      <a:pt x="280" y="217"/>
                    </a:cubicBezTo>
                    <a:cubicBezTo>
                      <a:pt x="248" y="217"/>
                      <a:pt x="248" y="217"/>
                      <a:pt x="248" y="217"/>
                    </a:cubicBezTo>
                    <a:cubicBezTo>
                      <a:pt x="248" y="217"/>
                      <a:pt x="248" y="217"/>
                      <a:pt x="248" y="248"/>
                    </a:cubicBezTo>
                    <a:cubicBezTo>
                      <a:pt x="217" y="248"/>
                      <a:pt x="217" y="248"/>
                      <a:pt x="217" y="248"/>
                    </a:cubicBezTo>
                    <a:lnTo>
                      <a:pt x="217" y="280"/>
                    </a:lnTo>
                    <a:lnTo>
                      <a:pt x="217" y="310"/>
                    </a:lnTo>
                    <a:lnTo>
                      <a:pt x="217" y="310"/>
                    </a:lnTo>
                    <a:cubicBezTo>
                      <a:pt x="217" y="341"/>
                      <a:pt x="217" y="341"/>
                      <a:pt x="217" y="341"/>
                    </a:cubicBezTo>
                    <a:lnTo>
                      <a:pt x="217" y="341"/>
                    </a:lnTo>
                    <a:cubicBezTo>
                      <a:pt x="217" y="372"/>
                      <a:pt x="217" y="372"/>
                      <a:pt x="217" y="372"/>
                    </a:cubicBezTo>
                    <a:cubicBezTo>
                      <a:pt x="0" y="372"/>
                      <a:pt x="0" y="372"/>
                      <a:pt x="0" y="372"/>
                    </a:cubicBezTo>
                    <a:cubicBezTo>
                      <a:pt x="32" y="372"/>
                      <a:pt x="32" y="372"/>
                      <a:pt x="32" y="40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58" name="Freeform 7">
                <a:extLst>
                  <a:ext uri="{FF2B5EF4-FFF2-40B4-BE49-F238E27FC236}">
                    <a16:creationId xmlns:a16="http://schemas.microsoft.com/office/drawing/2014/main" id="{16477297-6C41-33B7-4B04-4097FDF43C19}"/>
                  </a:ext>
                </a:extLst>
              </p:cNvPr>
              <p:cNvSpPr>
                <a:spLocks noChangeArrowheads="1"/>
              </p:cNvSpPr>
              <p:nvPr/>
            </p:nvSpPr>
            <p:spPr bwMode="auto">
              <a:xfrm>
                <a:off x="3690938" y="2382838"/>
                <a:ext cx="33337" cy="112712"/>
              </a:xfrm>
              <a:custGeom>
                <a:avLst/>
                <a:gdLst>
                  <a:gd name="T0" fmla="*/ 62 w 94"/>
                  <a:gd name="T1" fmla="*/ 124 h 312"/>
                  <a:gd name="T2" fmla="*/ 62 w 94"/>
                  <a:gd name="T3" fmla="*/ 124 h 312"/>
                  <a:gd name="T4" fmla="*/ 93 w 94"/>
                  <a:gd name="T5" fmla="*/ 93 h 312"/>
                  <a:gd name="T6" fmla="*/ 93 w 94"/>
                  <a:gd name="T7" fmla="*/ 63 h 312"/>
                  <a:gd name="T8" fmla="*/ 93 w 94"/>
                  <a:gd name="T9" fmla="*/ 63 h 312"/>
                  <a:gd name="T10" fmla="*/ 93 w 94"/>
                  <a:gd name="T11" fmla="*/ 63 h 312"/>
                  <a:gd name="T12" fmla="*/ 93 w 94"/>
                  <a:gd name="T13" fmla="*/ 31 h 312"/>
                  <a:gd name="T14" fmla="*/ 93 w 94"/>
                  <a:gd name="T15" fmla="*/ 0 h 312"/>
                  <a:gd name="T16" fmla="*/ 93 w 94"/>
                  <a:gd name="T17" fmla="*/ 0 h 312"/>
                  <a:gd name="T18" fmla="*/ 93 w 94"/>
                  <a:gd name="T19" fmla="*/ 0 h 312"/>
                  <a:gd name="T20" fmla="*/ 93 w 94"/>
                  <a:gd name="T21" fmla="*/ 0 h 312"/>
                  <a:gd name="T22" fmla="*/ 93 w 94"/>
                  <a:gd name="T23" fmla="*/ 0 h 312"/>
                  <a:gd name="T24" fmla="*/ 93 w 94"/>
                  <a:gd name="T25" fmla="*/ 0 h 312"/>
                  <a:gd name="T26" fmla="*/ 62 w 94"/>
                  <a:gd name="T27" fmla="*/ 0 h 312"/>
                  <a:gd name="T28" fmla="*/ 62 w 94"/>
                  <a:gd name="T29" fmla="*/ 31 h 312"/>
                  <a:gd name="T30" fmla="*/ 0 w 94"/>
                  <a:gd name="T31" fmla="*/ 31 h 312"/>
                  <a:gd name="T32" fmla="*/ 0 w 94"/>
                  <a:gd name="T33" fmla="*/ 63 h 312"/>
                  <a:gd name="T34" fmla="*/ 0 w 94"/>
                  <a:gd name="T35" fmla="*/ 63 h 312"/>
                  <a:gd name="T36" fmla="*/ 0 w 94"/>
                  <a:gd name="T37" fmla="*/ 63 h 312"/>
                  <a:gd name="T38" fmla="*/ 0 w 94"/>
                  <a:gd name="T39" fmla="*/ 93 h 312"/>
                  <a:gd name="T40" fmla="*/ 32 w 94"/>
                  <a:gd name="T41" fmla="*/ 93 h 312"/>
                  <a:gd name="T42" fmla="*/ 32 w 94"/>
                  <a:gd name="T43" fmla="*/ 93 h 312"/>
                  <a:gd name="T44" fmla="*/ 32 w 94"/>
                  <a:gd name="T45" fmla="*/ 124 h 312"/>
                  <a:gd name="T46" fmla="*/ 32 w 94"/>
                  <a:gd name="T47" fmla="*/ 187 h 312"/>
                  <a:gd name="T48" fmla="*/ 32 w 94"/>
                  <a:gd name="T49" fmla="*/ 187 h 312"/>
                  <a:gd name="T50" fmla="*/ 32 w 94"/>
                  <a:gd name="T51" fmla="*/ 187 h 312"/>
                  <a:gd name="T52" fmla="*/ 32 w 94"/>
                  <a:gd name="T53" fmla="*/ 248 h 312"/>
                  <a:gd name="T54" fmla="*/ 32 w 94"/>
                  <a:gd name="T55" fmla="*/ 311 h 312"/>
                  <a:gd name="T56" fmla="*/ 32 w 94"/>
                  <a:gd name="T57" fmla="*/ 311 h 312"/>
                  <a:gd name="T58" fmla="*/ 32 w 94"/>
                  <a:gd name="T59" fmla="*/ 311 h 312"/>
                  <a:gd name="T60" fmla="*/ 62 w 94"/>
                  <a:gd name="T61" fmla="*/ 311 h 312"/>
                  <a:gd name="T62" fmla="*/ 62 w 94"/>
                  <a:gd name="T63" fmla="*/ 279 h 312"/>
                  <a:gd name="T64" fmla="*/ 62 w 94"/>
                  <a:gd name="T65" fmla="*/ 279 h 312"/>
                  <a:gd name="T66" fmla="*/ 62 w 94"/>
                  <a:gd name="T67" fmla="*/ 217 h 312"/>
                  <a:gd name="T68" fmla="*/ 62 w 94"/>
                  <a:gd name="T69" fmla="*/ 187 h 312"/>
                  <a:gd name="T70" fmla="*/ 62 w 94"/>
                  <a:gd name="T71" fmla="*/ 155 h 312"/>
                  <a:gd name="T72" fmla="*/ 62 w 94"/>
                  <a:gd name="T73" fmla="*/ 155 h 312"/>
                  <a:gd name="T74" fmla="*/ 62 w 94"/>
                  <a:gd name="T75" fmla="*/ 155 h 312"/>
                  <a:gd name="T76" fmla="*/ 62 w 94"/>
                  <a:gd name="T77" fmla="*/ 124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4" h="312">
                    <a:moveTo>
                      <a:pt x="62" y="124"/>
                    </a:moveTo>
                    <a:lnTo>
                      <a:pt x="62" y="124"/>
                    </a:lnTo>
                    <a:cubicBezTo>
                      <a:pt x="93" y="124"/>
                      <a:pt x="93" y="93"/>
                      <a:pt x="93" y="93"/>
                    </a:cubicBezTo>
                    <a:cubicBezTo>
                      <a:pt x="93" y="93"/>
                      <a:pt x="93" y="93"/>
                      <a:pt x="93" y="63"/>
                    </a:cubicBezTo>
                    <a:lnTo>
                      <a:pt x="93" y="63"/>
                    </a:lnTo>
                    <a:lnTo>
                      <a:pt x="93" y="63"/>
                    </a:lnTo>
                    <a:cubicBezTo>
                      <a:pt x="93" y="31"/>
                      <a:pt x="93" y="31"/>
                      <a:pt x="93" y="31"/>
                    </a:cubicBezTo>
                    <a:lnTo>
                      <a:pt x="93" y="0"/>
                    </a:lnTo>
                    <a:lnTo>
                      <a:pt x="93" y="0"/>
                    </a:lnTo>
                    <a:lnTo>
                      <a:pt x="93" y="0"/>
                    </a:lnTo>
                    <a:lnTo>
                      <a:pt x="93" y="0"/>
                    </a:lnTo>
                    <a:lnTo>
                      <a:pt x="93" y="0"/>
                    </a:lnTo>
                    <a:lnTo>
                      <a:pt x="93" y="0"/>
                    </a:lnTo>
                    <a:cubicBezTo>
                      <a:pt x="62" y="0"/>
                      <a:pt x="62" y="0"/>
                      <a:pt x="62" y="0"/>
                    </a:cubicBezTo>
                    <a:cubicBezTo>
                      <a:pt x="62" y="31"/>
                      <a:pt x="62" y="31"/>
                      <a:pt x="62" y="31"/>
                    </a:cubicBezTo>
                    <a:cubicBezTo>
                      <a:pt x="0" y="31"/>
                      <a:pt x="0" y="31"/>
                      <a:pt x="0" y="31"/>
                    </a:cubicBezTo>
                    <a:cubicBezTo>
                      <a:pt x="0" y="63"/>
                      <a:pt x="0" y="63"/>
                      <a:pt x="0" y="63"/>
                    </a:cubicBezTo>
                    <a:lnTo>
                      <a:pt x="0" y="63"/>
                    </a:lnTo>
                    <a:lnTo>
                      <a:pt x="0" y="63"/>
                    </a:lnTo>
                    <a:lnTo>
                      <a:pt x="0" y="93"/>
                    </a:lnTo>
                    <a:cubicBezTo>
                      <a:pt x="32" y="93"/>
                      <a:pt x="32" y="93"/>
                      <a:pt x="32" y="93"/>
                    </a:cubicBezTo>
                    <a:lnTo>
                      <a:pt x="32" y="93"/>
                    </a:lnTo>
                    <a:lnTo>
                      <a:pt x="32" y="124"/>
                    </a:lnTo>
                    <a:cubicBezTo>
                      <a:pt x="32" y="124"/>
                      <a:pt x="32" y="155"/>
                      <a:pt x="32" y="187"/>
                    </a:cubicBezTo>
                    <a:lnTo>
                      <a:pt x="32" y="187"/>
                    </a:lnTo>
                    <a:lnTo>
                      <a:pt x="32" y="187"/>
                    </a:lnTo>
                    <a:cubicBezTo>
                      <a:pt x="32" y="187"/>
                      <a:pt x="32" y="217"/>
                      <a:pt x="32" y="248"/>
                    </a:cubicBezTo>
                    <a:cubicBezTo>
                      <a:pt x="32" y="279"/>
                      <a:pt x="32" y="279"/>
                      <a:pt x="32" y="311"/>
                    </a:cubicBezTo>
                    <a:lnTo>
                      <a:pt x="32" y="311"/>
                    </a:lnTo>
                    <a:lnTo>
                      <a:pt x="32" y="311"/>
                    </a:lnTo>
                    <a:lnTo>
                      <a:pt x="62" y="311"/>
                    </a:lnTo>
                    <a:cubicBezTo>
                      <a:pt x="62" y="311"/>
                      <a:pt x="62" y="311"/>
                      <a:pt x="62" y="279"/>
                    </a:cubicBezTo>
                    <a:lnTo>
                      <a:pt x="62" y="279"/>
                    </a:lnTo>
                    <a:cubicBezTo>
                      <a:pt x="62" y="248"/>
                      <a:pt x="62" y="248"/>
                      <a:pt x="62" y="217"/>
                    </a:cubicBezTo>
                    <a:cubicBezTo>
                      <a:pt x="62" y="187"/>
                      <a:pt x="62" y="187"/>
                      <a:pt x="62" y="187"/>
                    </a:cubicBezTo>
                    <a:lnTo>
                      <a:pt x="62" y="155"/>
                    </a:lnTo>
                    <a:lnTo>
                      <a:pt x="62" y="155"/>
                    </a:lnTo>
                    <a:lnTo>
                      <a:pt x="62" y="155"/>
                    </a:lnTo>
                    <a:cubicBezTo>
                      <a:pt x="62" y="124"/>
                      <a:pt x="62" y="124"/>
                      <a:pt x="62" y="1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59" name="Freeform 8">
                <a:extLst>
                  <a:ext uri="{FF2B5EF4-FFF2-40B4-BE49-F238E27FC236}">
                    <a16:creationId xmlns:a16="http://schemas.microsoft.com/office/drawing/2014/main" id="{920E4C0F-F27B-6956-0587-FDCA2B9590B5}"/>
                  </a:ext>
                </a:extLst>
              </p:cNvPr>
              <p:cNvSpPr>
                <a:spLocks noChangeArrowheads="1"/>
              </p:cNvSpPr>
              <p:nvPr/>
            </p:nvSpPr>
            <p:spPr bwMode="auto">
              <a:xfrm>
                <a:off x="3435350" y="2081213"/>
                <a:ext cx="301625" cy="323850"/>
              </a:xfrm>
              <a:custGeom>
                <a:avLst/>
                <a:gdLst>
                  <a:gd name="T0" fmla="*/ 185 w 837"/>
                  <a:gd name="T1" fmla="*/ 836 h 900"/>
                  <a:gd name="T2" fmla="*/ 185 w 837"/>
                  <a:gd name="T3" fmla="*/ 867 h 900"/>
                  <a:gd name="T4" fmla="*/ 185 w 837"/>
                  <a:gd name="T5" fmla="*/ 867 h 900"/>
                  <a:gd name="T6" fmla="*/ 216 w 837"/>
                  <a:gd name="T7" fmla="*/ 899 h 900"/>
                  <a:gd name="T8" fmla="*/ 248 w 837"/>
                  <a:gd name="T9" fmla="*/ 899 h 900"/>
                  <a:gd name="T10" fmla="*/ 248 w 837"/>
                  <a:gd name="T11" fmla="*/ 899 h 900"/>
                  <a:gd name="T12" fmla="*/ 278 w 837"/>
                  <a:gd name="T13" fmla="*/ 867 h 900"/>
                  <a:gd name="T14" fmla="*/ 309 w 837"/>
                  <a:gd name="T15" fmla="*/ 867 h 900"/>
                  <a:gd name="T16" fmla="*/ 309 w 837"/>
                  <a:gd name="T17" fmla="*/ 867 h 900"/>
                  <a:gd name="T18" fmla="*/ 309 w 837"/>
                  <a:gd name="T19" fmla="*/ 867 h 900"/>
                  <a:gd name="T20" fmla="*/ 309 w 837"/>
                  <a:gd name="T21" fmla="*/ 836 h 900"/>
                  <a:gd name="T22" fmla="*/ 309 w 837"/>
                  <a:gd name="T23" fmla="*/ 836 h 900"/>
                  <a:gd name="T24" fmla="*/ 309 w 837"/>
                  <a:gd name="T25" fmla="*/ 836 h 900"/>
                  <a:gd name="T26" fmla="*/ 371 w 837"/>
                  <a:gd name="T27" fmla="*/ 775 h 900"/>
                  <a:gd name="T28" fmla="*/ 371 w 837"/>
                  <a:gd name="T29" fmla="*/ 743 h 900"/>
                  <a:gd name="T30" fmla="*/ 402 w 837"/>
                  <a:gd name="T31" fmla="*/ 712 h 900"/>
                  <a:gd name="T32" fmla="*/ 433 w 837"/>
                  <a:gd name="T33" fmla="*/ 712 h 900"/>
                  <a:gd name="T34" fmla="*/ 464 w 837"/>
                  <a:gd name="T35" fmla="*/ 681 h 900"/>
                  <a:gd name="T36" fmla="*/ 464 w 837"/>
                  <a:gd name="T37" fmla="*/ 681 h 900"/>
                  <a:gd name="T38" fmla="*/ 464 w 837"/>
                  <a:gd name="T39" fmla="*/ 651 h 900"/>
                  <a:gd name="T40" fmla="*/ 496 w 837"/>
                  <a:gd name="T41" fmla="*/ 651 h 900"/>
                  <a:gd name="T42" fmla="*/ 526 w 837"/>
                  <a:gd name="T43" fmla="*/ 619 h 900"/>
                  <a:gd name="T44" fmla="*/ 557 w 837"/>
                  <a:gd name="T45" fmla="*/ 619 h 900"/>
                  <a:gd name="T46" fmla="*/ 650 w 837"/>
                  <a:gd name="T47" fmla="*/ 589 h 900"/>
                  <a:gd name="T48" fmla="*/ 650 w 837"/>
                  <a:gd name="T49" fmla="*/ 589 h 900"/>
                  <a:gd name="T50" fmla="*/ 681 w 837"/>
                  <a:gd name="T51" fmla="*/ 589 h 900"/>
                  <a:gd name="T52" fmla="*/ 712 w 837"/>
                  <a:gd name="T53" fmla="*/ 558 h 900"/>
                  <a:gd name="T54" fmla="*/ 744 w 837"/>
                  <a:gd name="T55" fmla="*/ 558 h 900"/>
                  <a:gd name="T56" fmla="*/ 805 w 837"/>
                  <a:gd name="T57" fmla="*/ 558 h 900"/>
                  <a:gd name="T58" fmla="*/ 836 w 837"/>
                  <a:gd name="T59" fmla="*/ 558 h 900"/>
                  <a:gd name="T60" fmla="*/ 836 w 837"/>
                  <a:gd name="T61" fmla="*/ 496 h 900"/>
                  <a:gd name="T62" fmla="*/ 836 w 837"/>
                  <a:gd name="T63" fmla="*/ 465 h 900"/>
                  <a:gd name="T64" fmla="*/ 805 w 837"/>
                  <a:gd name="T65" fmla="*/ 404 h 900"/>
                  <a:gd name="T66" fmla="*/ 774 w 837"/>
                  <a:gd name="T67" fmla="*/ 372 h 900"/>
                  <a:gd name="T68" fmla="*/ 774 w 837"/>
                  <a:gd name="T69" fmla="*/ 341 h 900"/>
                  <a:gd name="T70" fmla="*/ 744 w 837"/>
                  <a:gd name="T71" fmla="*/ 310 h 900"/>
                  <a:gd name="T72" fmla="*/ 681 w 837"/>
                  <a:gd name="T73" fmla="*/ 248 h 900"/>
                  <a:gd name="T74" fmla="*/ 309 w 837"/>
                  <a:gd name="T75" fmla="*/ 0 h 900"/>
                  <a:gd name="T76" fmla="*/ 371 w 837"/>
                  <a:gd name="T77" fmla="*/ 528 h 900"/>
                  <a:gd name="T78" fmla="*/ 154 w 837"/>
                  <a:gd name="T79" fmla="*/ 619 h 900"/>
                  <a:gd name="T80" fmla="*/ 154 w 837"/>
                  <a:gd name="T81" fmla="*/ 619 h 900"/>
                  <a:gd name="T82" fmla="*/ 92 w 837"/>
                  <a:gd name="T83" fmla="*/ 619 h 900"/>
                  <a:gd name="T84" fmla="*/ 61 w 837"/>
                  <a:gd name="T85" fmla="*/ 619 h 900"/>
                  <a:gd name="T86" fmla="*/ 30 w 837"/>
                  <a:gd name="T87" fmla="*/ 651 h 900"/>
                  <a:gd name="T88" fmla="*/ 0 w 837"/>
                  <a:gd name="T89" fmla="*/ 619 h 900"/>
                  <a:gd name="T90" fmla="*/ 0 w 837"/>
                  <a:gd name="T91" fmla="*/ 681 h 900"/>
                  <a:gd name="T92" fmla="*/ 0 w 837"/>
                  <a:gd name="T93" fmla="*/ 712 h 900"/>
                  <a:gd name="T94" fmla="*/ 0 w 837"/>
                  <a:gd name="T95" fmla="*/ 712 h 900"/>
                  <a:gd name="T96" fmla="*/ 30 w 837"/>
                  <a:gd name="T97" fmla="*/ 775 h 900"/>
                  <a:gd name="T98" fmla="*/ 30 w 837"/>
                  <a:gd name="T99" fmla="*/ 775 h 900"/>
                  <a:gd name="T100" fmla="*/ 30 w 837"/>
                  <a:gd name="T101" fmla="*/ 775 h 900"/>
                  <a:gd name="T102" fmla="*/ 30 w 837"/>
                  <a:gd name="T103" fmla="*/ 775 h 900"/>
                  <a:gd name="T104" fmla="*/ 30 w 837"/>
                  <a:gd name="T105" fmla="*/ 775 h 900"/>
                  <a:gd name="T106" fmla="*/ 61 w 837"/>
                  <a:gd name="T107" fmla="*/ 775 h 900"/>
                  <a:gd name="T108" fmla="*/ 92 w 837"/>
                  <a:gd name="T109" fmla="*/ 775 h 900"/>
                  <a:gd name="T110" fmla="*/ 92 w 837"/>
                  <a:gd name="T111" fmla="*/ 775 h 900"/>
                  <a:gd name="T112" fmla="*/ 124 w 837"/>
                  <a:gd name="T113" fmla="*/ 775 h 900"/>
                  <a:gd name="T114" fmla="*/ 124 w 837"/>
                  <a:gd name="T115" fmla="*/ 743 h 900"/>
                  <a:gd name="T116" fmla="*/ 154 w 837"/>
                  <a:gd name="T117" fmla="*/ 805 h 900"/>
                  <a:gd name="T118" fmla="*/ 154 w 837"/>
                  <a:gd name="T119" fmla="*/ 805 h 900"/>
                  <a:gd name="T120" fmla="*/ 185 w 837"/>
                  <a:gd name="T121" fmla="*/ 805 h 9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37" h="900">
                    <a:moveTo>
                      <a:pt x="185" y="836"/>
                    </a:moveTo>
                    <a:lnTo>
                      <a:pt x="185" y="836"/>
                    </a:lnTo>
                    <a:lnTo>
                      <a:pt x="185" y="867"/>
                    </a:lnTo>
                    <a:lnTo>
                      <a:pt x="185" y="867"/>
                    </a:lnTo>
                    <a:lnTo>
                      <a:pt x="185" y="867"/>
                    </a:lnTo>
                    <a:lnTo>
                      <a:pt x="185" y="867"/>
                    </a:lnTo>
                    <a:lnTo>
                      <a:pt x="185" y="899"/>
                    </a:lnTo>
                    <a:cubicBezTo>
                      <a:pt x="216" y="899"/>
                      <a:pt x="216" y="899"/>
                      <a:pt x="216" y="899"/>
                    </a:cubicBezTo>
                    <a:lnTo>
                      <a:pt x="248" y="899"/>
                    </a:lnTo>
                    <a:lnTo>
                      <a:pt x="248" y="899"/>
                    </a:lnTo>
                    <a:lnTo>
                      <a:pt x="248" y="899"/>
                    </a:lnTo>
                    <a:lnTo>
                      <a:pt x="248" y="899"/>
                    </a:lnTo>
                    <a:cubicBezTo>
                      <a:pt x="248" y="899"/>
                      <a:pt x="248" y="899"/>
                      <a:pt x="248" y="867"/>
                    </a:cubicBezTo>
                    <a:cubicBezTo>
                      <a:pt x="278" y="867"/>
                      <a:pt x="278" y="867"/>
                      <a:pt x="278" y="867"/>
                    </a:cubicBezTo>
                    <a:lnTo>
                      <a:pt x="278" y="867"/>
                    </a:lnTo>
                    <a:cubicBezTo>
                      <a:pt x="309" y="867"/>
                      <a:pt x="309" y="867"/>
                      <a:pt x="309" y="867"/>
                    </a:cubicBezTo>
                    <a:lnTo>
                      <a:pt x="309" y="867"/>
                    </a:lnTo>
                    <a:lnTo>
                      <a:pt x="309" y="867"/>
                    </a:lnTo>
                    <a:lnTo>
                      <a:pt x="309" y="867"/>
                    </a:lnTo>
                    <a:lnTo>
                      <a:pt x="309" y="867"/>
                    </a:lnTo>
                    <a:lnTo>
                      <a:pt x="309" y="867"/>
                    </a:lnTo>
                    <a:lnTo>
                      <a:pt x="309" y="836"/>
                    </a:lnTo>
                    <a:lnTo>
                      <a:pt x="309" y="836"/>
                    </a:lnTo>
                    <a:lnTo>
                      <a:pt x="309" y="836"/>
                    </a:lnTo>
                    <a:lnTo>
                      <a:pt x="309" y="836"/>
                    </a:lnTo>
                    <a:lnTo>
                      <a:pt x="309" y="836"/>
                    </a:lnTo>
                    <a:cubicBezTo>
                      <a:pt x="309" y="805"/>
                      <a:pt x="309" y="805"/>
                      <a:pt x="340" y="775"/>
                    </a:cubicBezTo>
                    <a:lnTo>
                      <a:pt x="371" y="775"/>
                    </a:lnTo>
                    <a:lnTo>
                      <a:pt x="371" y="775"/>
                    </a:lnTo>
                    <a:cubicBezTo>
                      <a:pt x="371" y="775"/>
                      <a:pt x="371" y="775"/>
                      <a:pt x="371" y="743"/>
                    </a:cubicBezTo>
                    <a:cubicBezTo>
                      <a:pt x="371" y="743"/>
                      <a:pt x="371" y="712"/>
                      <a:pt x="402" y="712"/>
                    </a:cubicBezTo>
                    <a:lnTo>
                      <a:pt x="402" y="712"/>
                    </a:lnTo>
                    <a:cubicBezTo>
                      <a:pt x="402" y="681"/>
                      <a:pt x="402" y="681"/>
                      <a:pt x="402" y="681"/>
                    </a:cubicBezTo>
                    <a:cubicBezTo>
                      <a:pt x="433" y="712"/>
                      <a:pt x="433" y="712"/>
                      <a:pt x="433" y="712"/>
                    </a:cubicBezTo>
                    <a:cubicBezTo>
                      <a:pt x="433" y="681"/>
                      <a:pt x="464" y="681"/>
                      <a:pt x="464" y="681"/>
                    </a:cubicBezTo>
                    <a:lnTo>
                      <a:pt x="464" y="681"/>
                    </a:lnTo>
                    <a:lnTo>
                      <a:pt x="464" y="681"/>
                    </a:lnTo>
                    <a:lnTo>
                      <a:pt x="464" y="681"/>
                    </a:lnTo>
                    <a:lnTo>
                      <a:pt x="464" y="681"/>
                    </a:lnTo>
                    <a:lnTo>
                      <a:pt x="464" y="651"/>
                    </a:lnTo>
                    <a:cubicBezTo>
                      <a:pt x="496" y="651"/>
                      <a:pt x="496" y="651"/>
                      <a:pt x="496" y="651"/>
                    </a:cubicBezTo>
                    <a:lnTo>
                      <a:pt x="496" y="651"/>
                    </a:lnTo>
                    <a:cubicBezTo>
                      <a:pt x="496" y="619"/>
                      <a:pt x="496" y="619"/>
                      <a:pt x="496" y="619"/>
                    </a:cubicBezTo>
                    <a:cubicBezTo>
                      <a:pt x="526" y="619"/>
                      <a:pt x="526" y="619"/>
                      <a:pt x="526" y="619"/>
                    </a:cubicBezTo>
                    <a:cubicBezTo>
                      <a:pt x="526" y="619"/>
                      <a:pt x="526" y="619"/>
                      <a:pt x="557" y="619"/>
                    </a:cubicBezTo>
                    <a:lnTo>
                      <a:pt x="557" y="619"/>
                    </a:lnTo>
                    <a:cubicBezTo>
                      <a:pt x="588" y="589"/>
                      <a:pt x="588" y="589"/>
                      <a:pt x="620" y="589"/>
                    </a:cubicBezTo>
                    <a:cubicBezTo>
                      <a:pt x="620" y="589"/>
                      <a:pt x="620" y="589"/>
                      <a:pt x="650" y="589"/>
                    </a:cubicBezTo>
                    <a:lnTo>
                      <a:pt x="650" y="589"/>
                    </a:lnTo>
                    <a:lnTo>
                      <a:pt x="650" y="589"/>
                    </a:lnTo>
                    <a:cubicBezTo>
                      <a:pt x="650" y="589"/>
                      <a:pt x="650" y="589"/>
                      <a:pt x="681" y="589"/>
                    </a:cubicBezTo>
                    <a:lnTo>
                      <a:pt x="681" y="589"/>
                    </a:lnTo>
                    <a:cubicBezTo>
                      <a:pt x="681" y="589"/>
                      <a:pt x="681" y="589"/>
                      <a:pt x="712" y="558"/>
                    </a:cubicBezTo>
                    <a:lnTo>
                      <a:pt x="712" y="558"/>
                    </a:lnTo>
                    <a:lnTo>
                      <a:pt x="744" y="558"/>
                    </a:lnTo>
                    <a:lnTo>
                      <a:pt x="744" y="558"/>
                    </a:lnTo>
                    <a:lnTo>
                      <a:pt x="774" y="558"/>
                    </a:lnTo>
                    <a:cubicBezTo>
                      <a:pt x="805" y="558"/>
                      <a:pt x="805" y="558"/>
                      <a:pt x="805" y="558"/>
                    </a:cubicBezTo>
                    <a:lnTo>
                      <a:pt x="805" y="558"/>
                    </a:lnTo>
                    <a:lnTo>
                      <a:pt x="836" y="558"/>
                    </a:lnTo>
                    <a:lnTo>
                      <a:pt x="836" y="558"/>
                    </a:lnTo>
                    <a:cubicBezTo>
                      <a:pt x="836" y="558"/>
                      <a:pt x="836" y="528"/>
                      <a:pt x="836" y="496"/>
                    </a:cubicBezTo>
                    <a:lnTo>
                      <a:pt x="836" y="496"/>
                    </a:lnTo>
                    <a:cubicBezTo>
                      <a:pt x="836" y="465"/>
                      <a:pt x="836" y="465"/>
                      <a:pt x="836" y="465"/>
                    </a:cubicBezTo>
                    <a:cubicBezTo>
                      <a:pt x="836" y="434"/>
                      <a:pt x="836" y="404"/>
                      <a:pt x="836" y="404"/>
                    </a:cubicBezTo>
                    <a:lnTo>
                      <a:pt x="805" y="404"/>
                    </a:lnTo>
                    <a:lnTo>
                      <a:pt x="805" y="404"/>
                    </a:lnTo>
                    <a:cubicBezTo>
                      <a:pt x="774" y="372"/>
                      <a:pt x="774" y="372"/>
                      <a:pt x="774" y="372"/>
                    </a:cubicBezTo>
                    <a:cubicBezTo>
                      <a:pt x="774" y="341"/>
                      <a:pt x="774" y="341"/>
                      <a:pt x="774" y="341"/>
                    </a:cubicBezTo>
                    <a:lnTo>
                      <a:pt x="774" y="341"/>
                    </a:lnTo>
                    <a:cubicBezTo>
                      <a:pt x="774" y="341"/>
                      <a:pt x="774" y="310"/>
                      <a:pt x="744" y="310"/>
                    </a:cubicBezTo>
                    <a:lnTo>
                      <a:pt x="744" y="310"/>
                    </a:lnTo>
                    <a:cubicBezTo>
                      <a:pt x="681" y="248"/>
                      <a:pt x="681" y="248"/>
                      <a:pt x="681" y="248"/>
                    </a:cubicBezTo>
                    <a:lnTo>
                      <a:pt x="681" y="248"/>
                    </a:lnTo>
                    <a:cubicBezTo>
                      <a:pt x="340" y="0"/>
                      <a:pt x="340" y="0"/>
                      <a:pt x="340" y="0"/>
                    </a:cubicBezTo>
                    <a:cubicBezTo>
                      <a:pt x="309" y="0"/>
                      <a:pt x="309" y="0"/>
                      <a:pt x="309" y="0"/>
                    </a:cubicBezTo>
                    <a:cubicBezTo>
                      <a:pt x="340" y="496"/>
                      <a:pt x="340" y="496"/>
                      <a:pt x="340" y="496"/>
                    </a:cubicBezTo>
                    <a:cubicBezTo>
                      <a:pt x="371" y="528"/>
                      <a:pt x="371" y="528"/>
                      <a:pt x="371" y="528"/>
                    </a:cubicBezTo>
                    <a:cubicBezTo>
                      <a:pt x="340" y="619"/>
                      <a:pt x="340" y="619"/>
                      <a:pt x="340" y="619"/>
                    </a:cubicBezTo>
                    <a:cubicBezTo>
                      <a:pt x="154" y="619"/>
                      <a:pt x="154" y="619"/>
                      <a:pt x="154" y="619"/>
                    </a:cubicBezTo>
                    <a:lnTo>
                      <a:pt x="154" y="619"/>
                    </a:lnTo>
                    <a:lnTo>
                      <a:pt x="154" y="619"/>
                    </a:lnTo>
                    <a:cubicBezTo>
                      <a:pt x="124" y="619"/>
                      <a:pt x="124" y="619"/>
                      <a:pt x="124" y="619"/>
                    </a:cubicBezTo>
                    <a:lnTo>
                      <a:pt x="92" y="619"/>
                    </a:lnTo>
                    <a:lnTo>
                      <a:pt x="92" y="619"/>
                    </a:lnTo>
                    <a:lnTo>
                      <a:pt x="61" y="619"/>
                    </a:lnTo>
                    <a:lnTo>
                      <a:pt x="61" y="619"/>
                    </a:lnTo>
                    <a:cubicBezTo>
                      <a:pt x="61" y="651"/>
                      <a:pt x="61" y="651"/>
                      <a:pt x="30" y="651"/>
                    </a:cubicBezTo>
                    <a:lnTo>
                      <a:pt x="30" y="651"/>
                    </a:lnTo>
                    <a:lnTo>
                      <a:pt x="0" y="619"/>
                    </a:lnTo>
                    <a:cubicBezTo>
                      <a:pt x="0" y="651"/>
                      <a:pt x="0" y="651"/>
                      <a:pt x="0" y="651"/>
                    </a:cubicBezTo>
                    <a:lnTo>
                      <a:pt x="0" y="681"/>
                    </a:lnTo>
                    <a:lnTo>
                      <a:pt x="0" y="681"/>
                    </a:lnTo>
                    <a:cubicBezTo>
                      <a:pt x="0" y="712"/>
                      <a:pt x="0" y="712"/>
                      <a:pt x="0" y="712"/>
                    </a:cubicBezTo>
                    <a:lnTo>
                      <a:pt x="0" y="712"/>
                    </a:lnTo>
                    <a:lnTo>
                      <a:pt x="0" y="712"/>
                    </a:lnTo>
                    <a:cubicBezTo>
                      <a:pt x="0" y="712"/>
                      <a:pt x="30" y="712"/>
                      <a:pt x="30" y="743"/>
                    </a:cubicBezTo>
                    <a:cubicBezTo>
                      <a:pt x="30" y="743"/>
                      <a:pt x="30" y="743"/>
                      <a:pt x="30" y="775"/>
                    </a:cubicBezTo>
                    <a:lnTo>
                      <a:pt x="30" y="775"/>
                    </a:lnTo>
                    <a:lnTo>
                      <a:pt x="30" y="775"/>
                    </a:lnTo>
                    <a:lnTo>
                      <a:pt x="30" y="775"/>
                    </a:lnTo>
                    <a:lnTo>
                      <a:pt x="30" y="775"/>
                    </a:lnTo>
                    <a:lnTo>
                      <a:pt x="30" y="775"/>
                    </a:lnTo>
                    <a:lnTo>
                      <a:pt x="30" y="775"/>
                    </a:lnTo>
                    <a:lnTo>
                      <a:pt x="30" y="775"/>
                    </a:lnTo>
                    <a:lnTo>
                      <a:pt x="30" y="775"/>
                    </a:lnTo>
                    <a:cubicBezTo>
                      <a:pt x="61" y="775"/>
                      <a:pt x="61" y="775"/>
                      <a:pt x="61" y="775"/>
                    </a:cubicBezTo>
                    <a:lnTo>
                      <a:pt x="61" y="775"/>
                    </a:lnTo>
                    <a:cubicBezTo>
                      <a:pt x="61" y="775"/>
                      <a:pt x="61" y="775"/>
                      <a:pt x="92" y="775"/>
                    </a:cubicBezTo>
                    <a:lnTo>
                      <a:pt x="92" y="775"/>
                    </a:lnTo>
                    <a:lnTo>
                      <a:pt x="92" y="775"/>
                    </a:lnTo>
                    <a:lnTo>
                      <a:pt x="92" y="775"/>
                    </a:lnTo>
                    <a:lnTo>
                      <a:pt x="124" y="775"/>
                    </a:lnTo>
                    <a:lnTo>
                      <a:pt x="124" y="775"/>
                    </a:lnTo>
                    <a:cubicBezTo>
                      <a:pt x="124" y="743"/>
                      <a:pt x="124" y="743"/>
                      <a:pt x="124" y="743"/>
                    </a:cubicBezTo>
                    <a:lnTo>
                      <a:pt x="124" y="743"/>
                    </a:lnTo>
                    <a:cubicBezTo>
                      <a:pt x="154" y="743"/>
                      <a:pt x="154" y="743"/>
                      <a:pt x="154" y="775"/>
                    </a:cubicBezTo>
                    <a:cubicBezTo>
                      <a:pt x="154" y="775"/>
                      <a:pt x="154" y="775"/>
                      <a:pt x="154" y="805"/>
                    </a:cubicBezTo>
                    <a:lnTo>
                      <a:pt x="154" y="805"/>
                    </a:lnTo>
                    <a:lnTo>
                      <a:pt x="154" y="805"/>
                    </a:lnTo>
                    <a:lnTo>
                      <a:pt x="154" y="805"/>
                    </a:lnTo>
                    <a:cubicBezTo>
                      <a:pt x="154" y="805"/>
                      <a:pt x="154" y="805"/>
                      <a:pt x="185" y="805"/>
                    </a:cubicBezTo>
                    <a:lnTo>
                      <a:pt x="185" y="836"/>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60" name="Freeform 9">
                <a:extLst>
                  <a:ext uri="{FF2B5EF4-FFF2-40B4-BE49-F238E27FC236}">
                    <a16:creationId xmlns:a16="http://schemas.microsoft.com/office/drawing/2014/main" id="{E593E8CD-5A32-A723-2343-0A6AF6ACBF32}"/>
                  </a:ext>
                </a:extLst>
              </p:cNvPr>
              <p:cNvSpPr>
                <a:spLocks noChangeArrowheads="1"/>
              </p:cNvSpPr>
              <p:nvPr/>
            </p:nvSpPr>
            <p:spPr bwMode="auto">
              <a:xfrm>
                <a:off x="4706938" y="2070100"/>
                <a:ext cx="66675" cy="44450"/>
              </a:xfrm>
              <a:custGeom>
                <a:avLst/>
                <a:gdLst>
                  <a:gd name="T0" fmla="*/ 186 w 187"/>
                  <a:gd name="T1" fmla="*/ 0 h 125"/>
                  <a:gd name="T2" fmla="*/ 186 w 187"/>
                  <a:gd name="T3" fmla="*/ 0 h 125"/>
                  <a:gd name="T4" fmla="*/ 186 w 187"/>
                  <a:gd name="T5" fmla="*/ 0 h 125"/>
                  <a:gd name="T6" fmla="*/ 154 w 187"/>
                  <a:gd name="T7" fmla="*/ 31 h 125"/>
                  <a:gd name="T8" fmla="*/ 124 w 187"/>
                  <a:gd name="T9" fmla="*/ 93 h 125"/>
                  <a:gd name="T10" fmla="*/ 93 w 187"/>
                  <a:gd name="T11" fmla="*/ 63 h 125"/>
                  <a:gd name="T12" fmla="*/ 93 w 187"/>
                  <a:gd name="T13" fmla="*/ 63 h 125"/>
                  <a:gd name="T14" fmla="*/ 93 w 187"/>
                  <a:gd name="T15" fmla="*/ 63 h 125"/>
                  <a:gd name="T16" fmla="*/ 93 w 187"/>
                  <a:gd name="T17" fmla="*/ 93 h 125"/>
                  <a:gd name="T18" fmla="*/ 93 w 187"/>
                  <a:gd name="T19" fmla="*/ 93 h 125"/>
                  <a:gd name="T20" fmla="*/ 62 w 187"/>
                  <a:gd name="T21" fmla="*/ 93 h 125"/>
                  <a:gd name="T22" fmla="*/ 62 w 187"/>
                  <a:gd name="T23" fmla="*/ 93 h 125"/>
                  <a:gd name="T24" fmla="*/ 30 w 187"/>
                  <a:gd name="T25" fmla="*/ 93 h 125"/>
                  <a:gd name="T26" fmla="*/ 30 w 187"/>
                  <a:gd name="T27" fmla="*/ 93 h 125"/>
                  <a:gd name="T28" fmla="*/ 30 w 187"/>
                  <a:gd name="T29" fmla="*/ 93 h 125"/>
                  <a:gd name="T30" fmla="*/ 0 w 187"/>
                  <a:gd name="T31" fmla="*/ 93 h 125"/>
                  <a:gd name="T32" fmla="*/ 0 w 187"/>
                  <a:gd name="T33" fmla="*/ 124 h 125"/>
                  <a:gd name="T34" fmla="*/ 0 w 187"/>
                  <a:gd name="T35" fmla="*/ 124 h 125"/>
                  <a:gd name="T36" fmla="*/ 62 w 187"/>
                  <a:gd name="T37" fmla="*/ 124 h 125"/>
                  <a:gd name="T38" fmla="*/ 93 w 187"/>
                  <a:gd name="T39" fmla="*/ 124 h 125"/>
                  <a:gd name="T40" fmla="*/ 124 w 187"/>
                  <a:gd name="T41" fmla="*/ 124 h 125"/>
                  <a:gd name="T42" fmla="*/ 154 w 187"/>
                  <a:gd name="T43" fmla="*/ 93 h 125"/>
                  <a:gd name="T44" fmla="*/ 154 w 187"/>
                  <a:gd name="T45" fmla="*/ 93 h 125"/>
                  <a:gd name="T46" fmla="*/ 154 w 187"/>
                  <a:gd name="T47" fmla="*/ 63 h 125"/>
                  <a:gd name="T48" fmla="*/ 154 w 187"/>
                  <a:gd name="T49" fmla="*/ 63 h 125"/>
                  <a:gd name="T50" fmla="*/ 186 w 187"/>
                  <a:gd name="T51" fmla="*/ 31 h 125"/>
                  <a:gd name="T52" fmla="*/ 186 w 187"/>
                  <a:gd name="T53" fmla="*/ 31 h 125"/>
                  <a:gd name="T54" fmla="*/ 186 w 187"/>
                  <a:gd name="T55" fmla="*/ 31 h 125"/>
                  <a:gd name="T56" fmla="*/ 186 w 187"/>
                  <a:gd name="T57" fmla="*/ 31 h 125"/>
                  <a:gd name="T58" fmla="*/ 186 w 187"/>
                  <a:gd name="T59"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87" h="125">
                    <a:moveTo>
                      <a:pt x="186" y="0"/>
                    </a:moveTo>
                    <a:lnTo>
                      <a:pt x="186" y="0"/>
                    </a:lnTo>
                    <a:lnTo>
                      <a:pt x="186" y="0"/>
                    </a:lnTo>
                    <a:cubicBezTo>
                      <a:pt x="154" y="31"/>
                      <a:pt x="154" y="31"/>
                      <a:pt x="154" y="31"/>
                    </a:cubicBezTo>
                    <a:cubicBezTo>
                      <a:pt x="154" y="63"/>
                      <a:pt x="124" y="93"/>
                      <a:pt x="124" y="93"/>
                    </a:cubicBezTo>
                    <a:cubicBezTo>
                      <a:pt x="124" y="93"/>
                      <a:pt x="93" y="93"/>
                      <a:pt x="93" y="63"/>
                    </a:cubicBezTo>
                    <a:lnTo>
                      <a:pt x="93" y="63"/>
                    </a:lnTo>
                    <a:lnTo>
                      <a:pt x="93" y="63"/>
                    </a:lnTo>
                    <a:cubicBezTo>
                      <a:pt x="93" y="93"/>
                      <a:pt x="93" y="93"/>
                      <a:pt x="93" y="93"/>
                    </a:cubicBezTo>
                    <a:lnTo>
                      <a:pt x="93" y="93"/>
                    </a:lnTo>
                    <a:cubicBezTo>
                      <a:pt x="62" y="93"/>
                      <a:pt x="62" y="93"/>
                      <a:pt x="62" y="93"/>
                    </a:cubicBezTo>
                    <a:lnTo>
                      <a:pt x="62" y="93"/>
                    </a:lnTo>
                    <a:cubicBezTo>
                      <a:pt x="30" y="93"/>
                      <a:pt x="30" y="93"/>
                      <a:pt x="30" y="93"/>
                    </a:cubicBezTo>
                    <a:lnTo>
                      <a:pt x="30" y="93"/>
                    </a:lnTo>
                    <a:lnTo>
                      <a:pt x="30" y="93"/>
                    </a:lnTo>
                    <a:cubicBezTo>
                      <a:pt x="0" y="93"/>
                      <a:pt x="0" y="93"/>
                      <a:pt x="0" y="93"/>
                    </a:cubicBezTo>
                    <a:lnTo>
                      <a:pt x="0" y="124"/>
                    </a:lnTo>
                    <a:lnTo>
                      <a:pt x="0" y="124"/>
                    </a:lnTo>
                    <a:cubicBezTo>
                      <a:pt x="0" y="124"/>
                      <a:pt x="30" y="124"/>
                      <a:pt x="62" y="124"/>
                    </a:cubicBezTo>
                    <a:cubicBezTo>
                      <a:pt x="62" y="124"/>
                      <a:pt x="62" y="124"/>
                      <a:pt x="93" y="124"/>
                    </a:cubicBezTo>
                    <a:lnTo>
                      <a:pt x="124" y="124"/>
                    </a:lnTo>
                    <a:cubicBezTo>
                      <a:pt x="124" y="124"/>
                      <a:pt x="124" y="93"/>
                      <a:pt x="154" y="93"/>
                    </a:cubicBezTo>
                    <a:lnTo>
                      <a:pt x="154" y="93"/>
                    </a:lnTo>
                    <a:cubicBezTo>
                      <a:pt x="154" y="63"/>
                      <a:pt x="154" y="63"/>
                      <a:pt x="154" y="63"/>
                    </a:cubicBezTo>
                    <a:lnTo>
                      <a:pt x="154" y="63"/>
                    </a:lnTo>
                    <a:cubicBezTo>
                      <a:pt x="154" y="63"/>
                      <a:pt x="154" y="31"/>
                      <a:pt x="186" y="31"/>
                    </a:cubicBezTo>
                    <a:lnTo>
                      <a:pt x="186" y="31"/>
                    </a:lnTo>
                    <a:lnTo>
                      <a:pt x="186" y="31"/>
                    </a:lnTo>
                    <a:lnTo>
                      <a:pt x="186" y="31"/>
                    </a:lnTo>
                    <a:cubicBezTo>
                      <a:pt x="186" y="31"/>
                      <a:pt x="186" y="31"/>
                      <a:pt x="186"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61" name="Freeform 10">
                <a:extLst>
                  <a:ext uri="{FF2B5EF4-FFF2-40B4-BE49-F238E27FC236}">
                    <a16:creationId xmlns:a16="http://schemas.microsoft.com/office/drawing/2014/main" id="{26211A9A-136A-043A-3D4F-367FA6C84EF9}"/>
                  </a:ext>
                </a:extLst>
              </p:cNvPr>
              <p:cNvSpPr>
                <a:spLocks noChangeArrowheads="1"/>
              </p:cNvSpPr>
              <p:nvPr/>
            </p:nvSpPr>
            <p:spPr bwMode="auto">
              <a:xfrm>
                <a:off x="4360863" y="1925638"/>
                <a:ext cx="401637" cy="334962"/>
              </a:xfrm>
              <a:custGeom>
                <a:avLst/>
                <a:gdLst>
                  <a:gd name="T0" fmla="*/ 465 w 1116"/>
                  <a:gd name="T1" fmla="*/ 867 h 930"/>
                  <a:gd name="T2" fmla="*/ 527 w 1116"/>
                  <a:gd name="T3" fmla="*/ 867 h 930"/>
                  <a:gd name="T4" fmla="*/ 589 w 1116"/>
                  <a:gd name="T5" fmla="*/ 898 h 930"/>
                  <a:gd name="T6" fmla="*/ 651 w 1116"/>
                  <a:gd name="T7" fmla="*/ 929 h 930"/>
                  <a:gd name="T8" fmla="*/ 713 w 1116"/>
                  <a:gd name="T9" fmla="*/ 867 h 930"/>
                  <a:gd name="T10" fmla="*/ 806 w 1116"/>
                  <a:gd name="T11" fmla="*/ 805 h 930"/>
                  <a:gd name="T12" fmla="*/ 837 w 1116"/>
                  <a:gd name="T13" fmla="*/ 805 h 930"/>
                  <a:gd name="T14" fmla="*/ 930 w 1116"/>
                  <a:gd name="T15" fmla="*/ 774 h 930"/>
                  <a:gd name="T16" fmla="*/ 930 w 1116"/>
                  <a:gd name="T17" fmla="*/ 774 h 930"/>
                  <a:gd name="T18" fmla="*/ 1023 w 1116"/>
                  <a:gd name="T19" fmla="*/ 743 h 930"/>
                  <a:gd name="T20" fmla="*/ 1115 w 1116"/>
                  <a:gd name="T21" fmla="*/ 589 h 930"/>
                  <a:gd name="T22" fmla="*/ 1023 w 1116"/>
                  <a:gd name="T23" fmla="*/ 589 h 930"/>
                  <a:gd name="T24" fmla="*/ 899 w 1116"/>
                  <a:gd name="T25" fmla="*/ 526 h 930"/>
                  <a:gd name="T26" fmla="*/ 899 w 1116"/>
                  <a:gd name="T27" fmla="*/ 495 h 930"/>
                  <a:gd name="T28" fmla="*/ 899 w 1116"/>
                  <a:gd name="T29" fmla="*/ 465 h 930"/>
                  <a:gd name="T30" fmla="*/ 867 w 1116"/>
                  <a:gd name="T31" fmla="*/ 465 h 930"/>
                  <a:gd name="T32" fmla="*/ 806 w 1116"/>
                  <a:gd name="T33" fmla="*/ 372 h 930"/>
                  <a:gd name="T34" fmla="*/ 806 w 1116"/>
                  <a:gd name="T35" fmla="*/ 309 h 930"/>
                  <a:gd name="T36" fmla="*/ 775 w 1116"/>
                  <a:gd name="T37" fmla="*/ 278 h 930"/>
                  <a:gd name="T38" fmla="*/ 713 w 1116"/>
                  <a:gd name="T39" fmla="*/ 217 h 930"/>
                  <a:gd name="T40" fmla="*/ 682 w 1116"/>
                  <a:gd name="T41" fmla="*/ 185 h 930"/>
                  <a:gd name="T42" fmla="*/ 651 w 1116"/>
                  <a:gd name="T43" fmla="*/ 185 h 930"/>
                  <a:gd name="T44" fmla="*/ 651 w 1116"/>
                  <a:gd name="T45" fmla="*/ 185 h 930"/>
                  <a:gd name="T46" fmla="*/ 527 w 1116"/>
                  <a:gd name="T47" fmla="*/ 185 h 930"/>
                  <a:gd name="T48" fmla="*/ 403 w 1116"/>
                  <a:gd name="T49" fmla="*/ 61 h 930"/>
                  <a:gd name="T50" fmla="*/ 371 w 1116"/>
                  <a:gd name="T51" fmla="*/ 30 h 930"/>
                  <a:gd name="T52" fmla="*/ 310 w 1116"/>
                  <a:gd name="T53" fmla="*/ 30 h 930"/>
                  <a:gd name="T54" fmla="*/ 278 w 1116"/>
                  <a:gd name="T55" fmla="*/ 0 h 930"/>
                  <a:gd name="T56" fmla="*/ 217 w 1116"/>
                  <a:gd name="T57" fmla="*/ 30 h 930"/>
                  <a:gd name="T58" fmla="*/ 186 w 1116"/>
                  <a:gd name="T59" fmla="*/ 0 h 930"/>
                  <a:gd name="T60" fmla="*/ 186 w 1116"/>
                  <a:gd name="T61" fmla="*/ 30 h 930"/>
                  <a:gd name="T62" fmla="*/ 186 w 1116"/>
                  <a:gd name="T63" fmla="*/ 30 h 930"/>
                  <a:gd name="T64" fmla="*/ 124 w 1116"/>
                  <a:gd name="T65" fmla="*/ 124 h 930"/>
                  <a:gd name="T66" fmla="*/ 93 w 1116"/>
                  <a:gd name="T67" fmla="*/ 124 h 930"/>
                  <a:gd name="T68" fmla="*/ 31 w 1116"/>
                  <a:gd name="T69" fmla="*/ 185 h 930"/>
                  <a:gd name="T70" fmla="*/ 31 w 1116"/>
                  <a:gd name="T71" fmla="*/ 154 h 930"/>
                  <a:gd name="T72" fmla="*/ 31 w 1116"/>
                  <a:gd name="T73" fmla="*/ 217 h 930"/>
                  <a:gd name="T74" fmla="*/ 124 w 1116"/>
                  <a:gd name="T75" fmla="*/ 372 h 930"/>
                  <a:gd name="T76" fmla="*/ 155 w 1116"/>
                  <a:gd name="T77" fmla="*/ 465 h 930"/>
                  <a:gd name="T78" fmla="*/ 217 w 1116"/>
                  <a:gd name="T79" fmla="*/ 526 h 930"/>
                  <a:gd name="T80" fmla="*/ 248 w 1116"/>
                  <a:gd name="T81" fmla="*/ 589 h 930"/>
                  <a:gd name="T82" fmla="*/ 371 w 1116"/>
                  <a:gd name="T83" fmla="*/ 805 h 930"/>
                  <a:gd name="T84" fmla="*/ 434 w 1116"/>
                  <a:gd name="T85" fmla="*/ 898 h 9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16" h="930">
                    <a:moveTo>
                      <a:pt x="465" y="867"/>
                    </a:moveTo>
                    <a:lnTo>
                      <a:pt x="465" y="867"/>
                    </a:lnTo>
                    <a:lnTo>
                      <a:pt x="465" y="867"/>
                    </a:lnTo>
                    <a:cubicBezTo>
                      <a:pt x="495" y="867"/>
                      <a:pt x="495" y="867"/>
                      <a:pt x="495" y="867"/>
                    </a:cubicBezTo>
                    <a:lnTo>
                      <a:pt x="495" y="867"/>
                    </a:lnTo>
                    <a:cubicBezTo>
                      <a:pt x="527" y="867"/>
                      <a:pt x="527" y="867"/>
                      <a:pt x="527" y="867"/>
                    </a:cubicBezTo>
                    <a:lnTo>
                      <a:pt x="527" y="867"/>
                    </a:lnTo>
                    <a:cubicBezTo>
                      <a:pt x="558" y="867"/>
                      <a:pt x="558" y="867"/>
                      <a:pt x="558" y="898"/>
                    </a:cubicBezTo>
                    <a:cubicBezTo>
                      <a:pt x="589" y="898"/>
                      <a:pt x="589" y="898"/>
                      <a:pt x="589" y="898"/>
                    </a:cubicBezTo>
                    <a:cubicBezTo>
                      <a:pt x="619" y="898"/>
                      <a:pt x="619" y="929"/>
                      <a:pt x="651" y="929"/>
                    </a:cubicBezTo>
                    <a:lnTo>
                      <a:pt x="651" y="929"/>
                    </a:lnTo>
                    <a:lnTo>
                      <a:pt x="651" y="929"/>
                    </a:lnTo>
                    <a:lnTo>
                      <a:pt x="651" y="929"/>
                    </a:lnTo>
                    <a:cubicBezTo>
                      <a:pt x="651" y="898"/>
                      <a:pt x="651" y="898"/>
                      <a:pt x="651" y="898"/>
                    </a:cubicBezTo>
                    <a:cubicBezTo>
                      <a:pt x="682" y="898"/>
                      <a:pt x="682" y="867"/>
                      <a:pt x="713" y="867"/>
                    </a:cubicBezTo>
                    <a:lnTo>
                      <a:pt x="743" y="837"/>
                    </a:lnTo>
                    <a:cubicBezTo>
                      <a:pt x="775" y="805"/>
                      <a:pt x="775" y="805"/>
                      <a:pt x="775" y="805"/>
                    </a:cubicBezTo>
                    <a:cubicBezTo>
                      <a:pt x="775" y="805"/>
                      <a:pt x="775" y="805"/>
                      <a:pt x="806" y="805"/>
                    </a:cubicBezTo>
                    <a:lnTo>
                      <a:pt x="806" y="805"/>
                    </a:lnTo>
                    <a:lnTo>
                      <a:pt x="806" y="805"/>
                    </a:lnTo>
                    <a:lnTo>
                      <a:pt x="837" y="805"/>
                    </a:lnTo>
                    <a:cubicBezTo>
                      <a:pt x="837" y="805"/>
                      <a:pt x="867" y="805"/>
                      <a:pt x="867" y="774"/>
                    </a:cubicBezTo>
                    <a:cubicBezTo>
                      <a:pt x="867" y="774"/>
                      <a:pt x="899" y="774"/>
                      <a:pt x="930" y="774"/>
                    </a:cubicBezTo>
                    <a:lnTo>
                      <a:pt x="930" y="774"/>
                    </a:lnTo>
                    <a:lnTo>
                      <a:pt x="930" y="774"/>
                    </a:lnTo>
                    <a:lnTo>
                      <a:pt x="930" y="774"/>
                    </a:lnTo>
                    <a:lnTo>
                      <a:pt x="930" y="774"/>
                    </a:lnTo>
                    <a:lnTo>
                      <a:pt x="930" y="774"/>
                    </a:lnTo>
                    <a:cubicBezTo>
                      <a:pt x="930" y="774"/>
                      <a:pt x="961" y="774"/>
                      <a:pt x="961" y="743"/>
                    </a:cubicBezTo>
                    <a:cubicBezTo>
                      <a:pt x="991" y="743"/>
                      <a:pt x="1023" y="743"/>
                      <a:pt x="1023" y="743"/>
                    </a:cubicBezTo>
                    <a:cubicBezTo>
                      <a:pt x="1023" y="713"/>
                      <a:pt x="1054" y="713"/>
                      <a:pt x="1085" y="713"/>
                    </a:cubicBezTo>
                    <a:cubicBezTo>
                      <a:pt x="1115" y="589"/>
                      <a:pt x="1115" y="589"/>
                      <a:pt x="1115" y="589"/>
                    </a:cubicBezTo>
                    <a:lnTo>
                      <a:pt x="1115" y="589"/>
                    </a:lnTo>
                    <a:cubicBezTo>
                      <a:pt x="1115" y="589"/>
                      <a:pt x="1115" y="589"/>
                      <a:pt x="1085" y="589"/>
                    </a:cubicBezTo>
                    <a:cubicBezTo>
                      <a:pt x="1085" y="589"/>
                      <a:pt x="1054" y="589"/>
                      <a:pt x="1023" y="589"/>
                    </a:cubicBezTo>
                    <a:lnTo>
                      <a:pt x="1023" y="589"/>
                    </a:lnTo>
                    <a:cubicBezTo>
                      <a:pt x="991" y="589"/>
                      <a:pt x="961" y="589"/>
                      <a:pt x="961" y="589"/>
                    </a:cubicBezTo>
                    <a:lnTo>
                      <a:pt x="961" y="589"/>
                    </a:lnTo>
                    <a:cubicBezTo>
                      <a:pt x="930" y="589"/>
                      <a:pt x="930" y="557"/>
                      <a:pt x="899" y="526"/>
                    </a:cubicBezTo>
                    <a:lnTo>
                      <a:pt x="899" y="526"/>
                    </a:lnTo>
                    <a:lnTo>
                      <a:pt x="899" y="526"/>
                    </a:lnTo>
                    <a:cubicBezTo>
                      <a:pt x="899" y="495"/>
                      <a:pt x="899" y="495"/>
                      <a:pt x="899" y="495"/>
                    </a:cubicBezTo>
                    <a:lnTo>
                      <a:pt x="899" y="495"/>
                    </a:lnTo>
                    <a:lnTo>
                      <a:pt x="899" y="495"/>
                    </a:lnTo>
                    <a:cubicBezTo>
                      <a:pt x="899" y="495"/>
                      <a:pt x="899" y="495"/>
                      <a:pt x="899" y="465"/>
                    </a:cubicBezTo>
                    <a:lnTo>
                      <a:pt x="899" y="465"/>
                    </a:lnTo>
                    <a:cubicBezTo>
                      <a:pt x="899" y="465"/>
                      <a:pt x="899" y="465"/>
                      <a:pt x="899" y="433"/>
                    </a:cubicBezTo>
                    <a:lnTo>
                      <a:pt x="867" y="465"/>
                    </a:lnTo>
                    <a:lnTo>
                      <a:pt x="867" y="465"/>
                    </a:lnTo>
                    <a:cubicBezTo>
                      <a:pt x="867" y="465"/>
                      <a:pt x="867" y="433"/>
                      <a:pt x="837" y="402"/>
                    </a:cubicBezTo>
                    <a:lnTo>
                      <a:pt x="806" y="372"/>
                    </a:lnTo>
                    <a:cubicBezTo>
                      <a:pt x="806" y="372"/>
                      <a:pt x="806" y="372"/>
                      <a:pt x="806" y="341"/>
                    </a:cubicBezTo>
                    <a:lnTo>
                      <a:pt x="806" y="341"/>
                    </a:lnTo>
                    <a:cubicBezTo>
                      <a:pt x="806" y="309"/>
                      <a:pt x="806" y="309"/>
                      <a:pt x="806" y="309"/>
                    </a:cubicBezTo>
                    <a:lnTo>
                      <a:pt x="806" y="309"/>
                    </a:lnTo>
                    <a:lnTo>
                      <a:pt x="806" y="309"/>
                    </a:lnTo>
                    <a:cubicBezTo>
                      <a:pt x="806" y="278"/>
                      <a:pt x="775" y="278"/>
                      <a:pt x="775" y="278"/>
                    </a:cubicBezTo>
                    <a:cubicBezTo>
                      <a:pt x="775" y="278"/>
                      <a:pt x="743" y="248"/>
                      <a:pt x="743" y="217"/>
                    </a:cubicBezTo>
                    <a:cubicBezTo>
                      <a:pt x="713" y="217"/>
                      <a:pt x="713" y="217"/>
                      <a:pt x="713" y="217"/>
                    </a:cubicBezTo>
                    <a:lnTo>
                      <a:pt x="713" y="217"/>
                    </a:lnTo>
                    <a:lnTo>
                      <a:pt x="713" y="217"/>
                    </a:lnTo>
                    <a:cubicBezTo>
                      <a:pt x="682" y="217"/>
                      <a:pt x="682" y="217"/>
                      <a:pt x="682" y="185"/>
                    </a:cubicBezTo>
                    <a:lnTo>
                      <a:pt x="682" y="185"/>
                    </a:lnTo>
                    <a:cubicBezTo>
                      <a:pt x="651" y="185"/>
                      <a:pt x="651" y="185"/>
                      <a:pt x="651" y="185"/>
                    </a:cubicBezTo>
                    <a:lnTo>
                      <a:pt x="651" y="185"/>
                    </a:lnTo>
                    <a:lnTo>
                      <a:pt x="651" y="185"/>
                    </a:lnTo>
                    <a:lnTo>
                      <a:pt x="651" y="185"/>
                    </a:lnTo>
                    <a:lnTo>
                      <a:pt x="651" y="185"/>
                    </a:lnTo>
                    <a:lnTo>
                      <a:pt x="651" y="185"/>
                    </a:lnTo>
                    <a:cubicBezTo>
                      <a:pt x="619" y="185"/>
                      <a:pt x="619" y="185"/>
                      <a:pt x="619" y="185"/>
                    </a:cubicBezTo>
                    <a:lnTo>
                      <a:pt x="619" y="185"/>
                    </a:lnTo>
                    <a:cubicBezTo>
                      <a:pt x="589" y="185"/>
                      <a:pt x="558" y="185"/>
                      <a:pt x="527" y="185"/>
                    </a:cubicBezTo>
                    <a:cubicBezTo>
                      <a:pt x="495" y="154"/>
                      <a:pt x="465" y="124"/>
                      <a:pt x="465" y="93"/>
                    </a:cubicBezTo>
                    <a:cubicBezTo>
                      <a:pt x="434" y="93"/>
                      <a:pt x="434" y="93"/>
                      <a:pt x="434" y="93"/>
                    </a:cubicBezTo>
                    <a:lnTo>
                      <a:pt x="403" y="61"/>
                    </a:lnTo>
                    <a:lnTo>
                      <a:pt x="371" y="30"/>
                    </a:lnTo>
                    <a:lnTo>
                      <a:pt x="371" y="30"/>
                    </a:lnTo>
                    <a:lnTo>
                      <a:pt x="371" y="30"/>
                    </a:lnTo>
                    <a:cubicBezTo>
                      <a:pt x="371" y="30"/>
                      <a:pt x="371" y="30"/>
                      <a:pt x="341" y="30"/>
                    </a:cubicBezTo>
                    <a:lnTo>
                      <a:pt x="341" y="30"/>
                    </a:lnTo>
                    <a:cubicBezTo>
                      <a:pt x="341" y="30"/>
                      <a:pt x="341" y="30"/>
                      <a:pt x="310" y="30"/>
                    </a:cubicBezTo>
                    <a:cubicBezTo>
                      <a:pt x="310" y="30"/>
                      <a:pt x="310" y="30"/>
                      <a:pt x="310" y="0"/>
                    </a:cubicBezTo>
                    <a:cubicBezTo>
                      <a:pt x="310" y="0"/>
                      <a:pt x="310" y="0"/>
                      <a:pt x="278" y="0"/>
                    </a:cubicBezTo>
                    <a:lnTo>
                      <a:pt x="278" y="0"/>
                    </a:lnTo>
                    <a:cubicBezTo>
                      <a:pt x="248" y="0"/>
                      <a:pt x="248" y="0"/>
                      <a:pt x="248" y="0"/>
                    </a:cubicBezTo>
                    <a:lnTo>
                      <a:pt x="217" y="0"/>
                    </a:lnTo>
                    <a:cubicBezTo>
                      <a:pt x="217" y="30"/>
                      <a:pt x="217" y="30"/>
                      <a:pt x="217" y="30"/>
                    </a:cubicBezTo>
                    <a:cubicBezTo>
                      <a:pt x="217" y="0"/>
                      <a:pt x="217" y="0"/>
                      <a:pt x="217" y="0"/>
                    </a:cubicBezTo>
                    <a:lnTo>
                      <a:pt x="217" y="0"/>
                    </a:lnTo>
                    <a:cubicBezTo>
                      <a:pt x="186" y="0"/>
                      <a:pt x="186" y="0"/>
                      <a:pt x="186" y="0"/>
                    </a:cubicBezTo>
                    <a:lnTo>
                      <a:pt x="186" y="0"/>
                    </a:lnTo>
                    <a:cubicBezTo>
                      <a:pt x="186" y="0"/>
                      <a:pt x="186" y="0"/>
                      <a:pt x="155" y="0"/>
                    </a:cubicBezTo>
                    <a:cubicBezTo>
                      <a:pt x="186" y="0"/>
                      <a:pt x="186" y="30"/>
                      <a:pt x="186" y="30"/>
                    </a:cubicBezTo>
                    <a:lnTo>
                      <a:pt x="186" y="30"/>
                    </a:lnTo>
                    <a:lnTo>
                      <a:pt x="186" y="30"/>
                    </a:lnTo>
                    <a:lnTo>
                      <a:pt x="186" y="30"/>
                    </a:lnTo>
                    <a:cubicBezTo>
                      <a:pt x="186" y="61"/>
                      <a:pt x="186" y="93"/>
                      <a:pt x="155" y="93"/>
                    </a:cubicBezTo>
                    <a:lnTo>
                      <a:pt x="155" y="93"/>
                    </a:lnTo>
                    <a:cubicBezTo>
                      <a:pt x="155" y="124"/>
                      <a:pt x="124" y="124"/>
                      <a:pt x="124" y="124"/>
                    </a:cubicBezTo>
                    <a:lnTo>
                      <a:pt x="124" y="124"/>
                    </a:lnTo>
                    <a:lnTo>
                      <a:pt x="124" y="124"/>
                    </a:lnTo>
                    <a:lnTo>
                      <a:pt x="93" y="124"/>
                    </a:lnTo>
                    <a:cubicBezTo>
                      <a:pt x="93" y="154"/>
                      <a:pt x="93" y="154"/>
                      <a:pt x="62" y="154"/>
                    </a:cubicBezTo>
                    <a:lnTo>
                      <a:pt x="62" y="154"/>
                    </a:lnTo>
                    <a:cubicBezTo>
                      <a:pt x="62" y="185"/>
                      <a:pt x="62" y="185"/>
                      <a:pt x="31" y="185"/>
                    </a:cubicBezTo>
                    <a:lnTo>
                      <a:pt x="31" y="185"/>
                    </a:lnTo>
                    <a:lnTo>
                      <a:pt x="31" y="185"/>
                    </a:lnTo>
                    <a:lnTo>
                      <a:pt x="31" y="154"/>
                    </a:lnTo>
                    <a:lnTo>
                      <a:pt x="0" y="154"/>
                    </a:lnTo>
                    <a:cubicBezTo>
                      <a:pt x="0" y="185"/>
                      <a:pt x="0" y="185"/>
                      <a:pt x="0" y="185"/>
                    </a:cubicBezTo>
                    <a:cubicBezTo>
                      <a:pt x="31" y="185"/>
                      <a:pt x="31" y="217"/>
                      <a:pt x="31" y="217"/>
                    </a:cubicBezTo>
                    <a:cubicBezTo>
                      <a:pt x="62" y="248"/>
                      <a:pt x="62" y="278"/>
                      <a:pt x="93" y="309"/>
                    </a:cubicBezTo>
                    <a:cubicBezTo>
                      <a:pt x="93" y="341"/>
                      <a:pt x="93" y="341"/>
                      <a:pt x="93" y="341"/>
                    </a:cubicBezTo>
                    <a:cubicBezTo>
                      <a:pt x="93" y="341"/>
                      <a:pt x="124" y="341"/>
                      <a:pt x="124" y="372"/>
                    </a:cubicBezTo>
                    <a:cubicBezTo>
                      <a:pt x="124" y="372"/>
                      <a:pt x="155" y="402"/>
                      <a:pt x="155" y="433"/>
                    </a:cubicBezTo>
                    <a:lnTo>
                      <a:pt x="155" y="433"/>
                    </a:lnTo>
                    <a:cubicBezTo>
                      <a:pt x="155" y="433"/>
                      <a:pt x="155" y="433"/>
                      <a:pt x="155" y="465"/>
                    </a:cubicBezTo>
                    <a:cubicBezTo>
                      <a:pt x="186" y="465"/>
                      <a:pt x="186" y="465"/>
                      <a:pt x="186" y="465"/>
                    </a:cubicBezTo>
                    <a:cubicBezTo>
                      <a:pt x="186" y="465"/>
                      <a:pt x="217" y="465"/>
                      <a:pt x="217" y="495"/>
                    </a:cubicBezTo>
                    <a:cubicBezTo>
                      <a:pt x="217" y="495"/>
                      <a:pt x="217" y="495"/>
                      <a:pt x="217" y="526"/>
                    </a:cubicBezTo>
                    <a:cubicBezTo>
                      <a:pt x="248" y="526"/>
                      <a:pt x="248" y="526"/>
                      <a:pt x="248" y="526"/>
                    </a:cubicBezTo>
                    <a:cubicBezTo>
                      <a:pt x="248" y="557"/>
                      <a:pt x="248" y="589"/>
                      <a:pt x="248" y="589"/>
                    </a:cubicBezTo>
                    <a:lnTo>
                      <a:pt x="248" y="589"/>
                    </a:lnTo>
                    <a:cubicBezTo>
                      <a:pt x="248" y="619"/>
                      <a:pt x="248" y="650"/>
                      <a:pt x="248" y="650"/>
                    </a:cubicBezTo>
                    <a:cubicBezTo>
                      <a:pt x="278" y="681"/>
                      <a:pt x="310" y="713"/>
                      <a:pt x="310" y="713"/>
                    </a:cubicBezTo>
                    <a:cubicBezTo>
                      <a:pt x="341" y="713"/>
                      <a:pt x="341" y="743"/>
                      <a:pt x="371" y="805"/>
                    </a:cubicBezTo>
                    <a:cubicBezTo>
                      <a:pt x="371" y="837"/>
                      <a:pt x="371" y="837"/>
                      <a:pt x="403" y="867"/>
                    </a:cubicBezTo>
                    <a:cubicBezTo>
                      <a:pt x="403" y="867"/>
                      <a:pt x="434" y="867"/>
                      <a:pt x="434" y="898"/>
                    </a:cubicBezTo>
                    <a:lnTo>
                      <a:pt x="434" y="898"/>
                    </a:lnTo>
                    <a:cubicBezTo>
                      <a:pt x="434" y="867"/>
                      <a:pt x="434" y="867"/>
                      <a:pt x="465" y="86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62" name="Freeform 11">
                <a:extLst>
                  <a:ext uri="{FF2B5EF4-FFF2-40B4-BE49-F238E27FC236}">
                    <a16:creationId xmlns:a16="http://schemas.microsoft.com/office/drawing/2014/main" id="{D0636B17-A923-4EB7-8D24-3013956BA17F}"/>
                  </a:ext>
                </a:extLst>
              </p:cNvPr>
              <p:cNvSpPr>
                <a:spLocks noChangeArrowheads="1"/>
              </p:cNvSpPr>
              <p:nvPr/>
            </p:nvSpPr>
            <p:spPr bwMode="auto">
              <a:xfrm>
                <a:off x="4338638" y="2327275"/>
                <a:ext cx="257175" cy="234950"/>
              </a:xfrm>
              <a:custGeom>
                <a:avLst/>
                <a:gdLst>
                  <a:gd name="T0" fmla="*/ 465 w 714"/>
                  <a:gd name="T1" fmla="*/ 218 h 652"/>
                  <a:gd name="T2" fmla="*/ 403 w 714"/>
                  <a:gd name="T3" fmla="*/ 186 h 652"/>
                  <a:gd name="T4" fmla="*/ 403 w 714"/>
                  <a:gd name="T5" fmla="*/ 155 h 652"/>
                  <a:gd name="T6" fmla="*/ 433 w 714"/>
                  <a:gd name="T7" fmla="*/ 94 h 652"/>
                  <a:gd name="T8" fmla="*/ 403 w 714"/>
                  <a:gd name="T9" fmla="*/ 62 h 652"/>
                  <a:gd name="T10" fmla="*/ 372 w 714"/>
                  <a:gd name="T11" fmla="*/ 31 h 652"/>
                  <a:gd name="T12" fmla="*/ 310 w 714"/>
                  <a:gd name="T13" fmla="*/ 0 h 652"/>
                  <a:gd name="T14" fmla="*/ 248 w 714"/>
                  <a:gd name="T15" fmla="*/ 0 h 652"/>
                  <a:gd name="T16" fmla="*/ 248 w 714"/>
                  <a:gd name="T17" fmla="*/ 0 h 652"/>
                  <a:gd name="T18" fmla="*/ 217 w 714"/>
                  <a:gd name="T19" fmla="*/ 0 h 652"/>
                  <a:gd name="T20" fmla="*/ 217 w 714"/>
                  <a:gd name="T21" fmla="*/ 0 h 652"/>
                  <a:gd name="T22" fmla="*/ 217 w 714"/>
                  <a:gd name="T23" fmla="*/ 31 h 652"/>
                  <a:gd name="T24" fmla="*/ 186 w 714"/>
                  <a:gd name="T25" fmla="*/ 0 h 652"/>
                  <a:gd name="T26" fmla="*/ 155 w 714"/>
                  <a:gd name="T27" fmla="*/ 31 h 652"/>
                  <a:gd name="T28" fmla="*/ 155 w 714"/>
                  <a:gd name="T29" fmla="*/ 62 h 652"/>
                  <a:gd name="T30" fmla="*/ 155 w 714"/>
                  <a:gd name="T31" fmla="*/ 94 h 652"/>
                  <a:gd name="T32" fmla="*/ 124 w 714"/>
                  <a:gd name="T33" fmla="*/ 124 h 652"/>
                  <a:gd name="T34" fmla="*/ 124 w 714"/>
                  <a:gd name="T35" fmla="*/ 124 h 652"/>
                  <a:gd name="T36" fmla="*/ 93 w 714"/>
                  <a:gd name="T37" fmla="*/ 155 h 652"/>
                  <a:gd name="T38" fmla="*/ 93 w 714"/>
                  <a:gd name="T39" fmla="*/ 218 h 652"/>
                  <a:gd name="T40" fmla="*/ 62 w 714"/>
                  <a:gd name="T41" fmla="*/ 248 h 652"/>
                  <a:gd name="T42" fmla="*/ 62 w 714"/>
                  <a:gd name="T43" fmla="*/ 248 h 652"/>
                  <a:gd name="T44" fmla="*/ 62 w 714"/>
                  <a:gd name="T45" fmla="*/ 248 h 652"/>
                  <a:gd name="T46" fmla="*/ 31 w 714"/>
                  <a:gd name="T47" fmla="*/ 279 h 652"/>
                  <a:gd name="T48" fmla="*/ 31 w 714"/>
                  <a:gd name="T49" fmla="*/ 279 h 652"/>
                  <a:gd name="T50" fmla="*/ 31 w 714"/>
                  <a:gd name="T51" fmla="*/ 310 h 652"/>
                  <a:gd name="T52" fmla="*/ 31 w 714"/>
                  <a:gd name="T53" fmla="*/ 372 h 652"/>
                  <a:gd name="T54" fmla="*/ 0 w 714"/>
                  <a:gd name="T55" fmla="*/ 372 h 652"/>
                  <a:gd name="T56" fmla="*/ 31 w 714"/>
                  <a:gd name="T57" fmla="*/ 403 h 652"/>
                  <a:gd name="T58" fmla="*/ 62 w 714"/>
                  <a:gd name="T59" fmla="*/ 496 h 652"/>
                  <a:gd name="T60" fmla="*/ 93 w 714"/>
                  <a:gd name="T61" fmla="*/ 527 h 652"/>
                  <a:gd name="T62" fmla="*/ 93 w 714"/>
                  <a:gd name="T63" fmla="*/ 527 h 652"/>
                  <a:gd name="T64" fmla="*/ 124 w 714"/>
                  <a:gd name="T65" fmla="*/ 558 h 652"/>
                  <a:gd name="T66" fmla="*/ 124 w 714"/>
                  <a:gd name="T67" fmla="*/ 589 h 652"/>
                  <a:gd name="T68" fmla="*/ 124 w 714"/>
                  <a:gd name="T69" fmla="*/ 589 h 652"/>
                  <a:gd name="T70" fmla="*/ 217 w 714"/>
                  <a:gd name="T71" fmla="*/ 620 h 652"/>
                  <a:gd name="T72" fmla="*/ 248 w 714"/>
                  <a:gd name="T73" fmla="*/ 651 h 652"/>
                  <a:gd name="T74" fmla="*/ 310 w 714"/>
                  <a:gd name="T75" fmla="*/ 651 h 652"/>
                  <a:gd name="T76" fmla="*/ 340 w 714"/>
                  <a:gd name="T77" fmla="*/ 620 h 652"/>
                  <a:gd name="T78" fmla="*/ 372 w 714"/>
                  <a:gd name="T79" fmla="*/ 589 h 652"/>
                  <a:gd name="T80" fmla="*/ 403 w 714"/>
                  <a:gd name="T81" fmla="*/ 620 h 652"/>
                  <a:gd name="T82" fmla="*/ 403 w 714"/>
                  <a:gd name="T83" fmla="*/ 620 h 652"/>
                  <a:gd name="T84" fmla="*/ 433 w 714"/>
                  <a:gd name="T85" fmla="*/ 589 h 652"/>
                  <a:gd name="T86" fmla="*/ 465 w 714"/>
                  <a:gd name="T87" fmla="*/ 589 h 652"/>
                  <a:gd name="T88" fmla="*/ 496 w 714"/>
                  <a:gd name="T89" fmla="*/ 589 h 652"/>
                  <a:gd name="T90" fmla="*/ 557 w 714"/>
                  <a:gd name="T91" fmla="*/ 558 h 652"/>
                  <a:gd name="T92" fmla="*/ 620 w 714"/>
                  <a:gd name="T93" fmla="*/ 558 h 652"/>
                  <a:gd name="T94" fmla="*/ 681 w 714"/>
                  <a:gd name="T95" fmla="*/ 403 h 652"/>
                  <a:gd name="T96" fmla="*/ 589 w 714"/>
                  <a:gd name="T97" fmla="*/ 372 h 652"/>
                  <a:gd name="T98" fmla="*/ 527 w 714"/>
                  <a:gd name="T99" fmla="*/ 34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14" h="652">
                    <a:moveTo>
                      <a:pt x="465" y="218"/>
                    </a:moveTo>
                    <a:lnTo>
                      <a:pt x="465" y="218"/>
                    </a:lnTo>
                    <a:cubicBezTo>
                      <a:pt x="465" y="218"/>
                      <a:pt x="465" y="218"/>
                      <a:pt x="433" y="218"/>
                    </a:cubicBezTo>
                    <a:cubicBezTo>
                      <a:pt x="433" y="218"/>
                      <a:pt x="403" y="218"/>
                      <a:pt x="403" y="186"/>
                    </a:cubicBezTo>
                    <a:lnTo>
                      <a:pt x="403" y="186"/>
                    </a:lnTo>
                    <a:lnTo>
                      <a:pt x="403" y="155"/>
                    </a:lnTo>
                    <a:lnTo>
                      <a:pt x="403" y="124"/>
                    </a:lnTo>
                    <a:cubicBezTo>
                      <a:pt x="433" y="124"/>
                      <a:pt x="433" y="124"/>
                      <a:pt x="433" y="94"/>
                    </a:cubicBezTo>
                    <a:lnTo>
                      <a:pt x="433" y="94"/>
                    </a:lnTo>
                    <a:cubicBezTo>
                      <a:pt x="433" y="94"/>
                      <a:pt x="433" y="94"/>
                      <a:pt x="403" y="62"/>
                    </a:cubicBezTo>
                    <a:cubicBezTo>
                      <a:pt x="403" y="62"/>
                      <a:pt x="403" y="62"/>
                      <a:pt x="372" y="31"/>
                    </a:cubicBezTo>
                    <a:lnTo>
                      <a:pt x="372" y="31"/>
                    </a:lnTo>
                    <a:cubicBezTo>
                      <a:pt x="340" y="0"/>
                      <a:pt x="310" y="0"/>
                      <a:pt x="310" y="0"/>
                    </a:cubicBezTo>
                    <a:lnTo>
                      <a:pt x="310" y="0"/>
                    </a:lnTo>
                    <a:cubicBezTo>
                      <a:pt x="279" y="0"/>
                      <a:pt x="279" y="0"/>
                      <a:pt x="279" y="0"/>
                    </a:cubicBezTo>
                    <a:cubicBezTo>
                      <a:pt x="279" y="0"/>
                      <a:pt x="279" y="0"/>
                      <a:pt x="248" y="0"/>
                    </a:cubicBezTo>
                    <a:lnTo>
                      <a:pt x="248" y="0"/>
                    </a:lnTo>
                    <a:lnTo>
                      <a:pt x="248" y="0"/>
                    </a:lnTo>
                    <a:cubicBezTo>
                      <a:pt x="217" y="0"/>
                      <a:pt x="217" y="0"/>
                      <a:pt x="217" y="0"/>
                    </a:cubicBezTo>
                    <a:lnTo>
                      <a:pt x="217" y="0"/>
                    </a:lnTo>
                    <a:lnTo>
                      <a:pt x="217" y="0"/>
                    </a:lnTo>
                    <a:lnTo>
                      <a:pt x="217" y="0"/>
                    </a:lnTo>
                    <a:lnTo>
                      <a:pt x="217" y="31"/>
                    </a:lnTo>
                    <a:lnTo>
                      <a:pt x="217" y="31"/>
                    </a:lnTo>
                    <a:lnTo>
                      <a:pt x="217" y="31"/>
                    </a:lnTo>
                    <a:cubicBezTo>
                      <a:pt x="186" y="31"/>
                      <a:pt x="186" y="31"/>
                      <a:pt x="186" y="0"/>
                    </a:cubicBezTo>
                    <a:cubicBezTo>
                      <a:pt x="186" y="0"/>
                      <a:pt x="186" y="0"/>
                      <a:pt x="155" y="0"/>
                    </a:cubicBezTo>
                    <a:lnTo>
                      <a:pt x="155" y="31"/>
                    </a:lnTo>
                    <a:cubicBezTo>
                      <a:pt x="155" y="31"/>
                      <a:pt x="155" y="31"/>
                      <a:pt x="155" y="62"/>
                    </a:cubicBezTo>
                    <a:lnTo>
                      <a:pt x="155" y="62"/>
                    </a:lnTo>
                    <a:lnTo>
                      <a:pt x="155" y="62"/>
                    </a:lnTo>
                    <a:cubicBezTo>
                      <a:pt x="155" y="94"/>
                      <a:pt x="155" y="94"/>
                      <a:pt x="155" y="94"/>
                    </a:cubicBezTo>
                    <a:lnTo>
                      <a:pt x="124" y="124"/>
                    </a:lnTo>
                    <a:lnTo>
                      <a:pt x="124" y="124"/>
                    </a:lnTo>
                    <a:lnTo>
                      <a:pt x="124" y="124"/>
                    </a:lnTo>
                    <a:lnTo>
                      <a:pt x="124" y="124"/>
                    </a:lnTo>
                    <a:lnTo>
                      <a:pt x="93" y="124"/>
                    </a:lnTo>
                    <a:cubicBezTo>
                      <a:pt x="93" y="124"/>
                      <a:pt x="93" y="124"/>
                      <a:pt x="93" y="155"/>
                    </a:cubicBezTo>
                    <a:lnTo>
                      <a:pt x="93" y="218"/>
                    </a:lnTo>
                    <a:lnTo>
                      <a:pt x="93" y="218"/>
                    </a:lnTo>
                    <a:cubicBezTo>
                      <a:pt x="62" y="248"/>
                      <a:pt x="62" y="248"/>
                      <a:pt x="62" y="248"/>
                    </a:cubicBezTo>
                    <a:lnTo>
                      <a:pt x="62" y="248"/>
                    </a:lnTo>
                    <a:lnTo>
                      <a:pt x="62" y="248"/>
                    </a:lnTo>
                    <a:lnTo>
                      <a:pt x="62" y="248"/>
                    </a:lnTo>
                    <a:lnTo>
                      <a:pt x="62" y="248"/>
                    </a:lnTo>
                    <a:lnTo>
                      <a:pt x="62" y="248"/>
                    </a:lnTo>
                    <a:cubicBezTo>
                      <a:pt x="62" y="248"/>
                      <a:pt x="62" y="279"/>
                      <a:pt x="31" y="279"/>
                    </a:cubicBezTo>
                    <a:lnTo>
                      <a:pt x="31" y="279"/>
                    </a:lnTo>
                    <a:lnTo>
                      <a:pt x="31" y="279"/>
                    </a:lnTo>
                    <a:lnTo>
                      <a:pt x="31" y="279"/>
                    </a:lnTo>
                    <a:cubicBezTo>
                      <a:pt x="31" y="310"/>
                      <a:pt x="31" y="310"/>
                      <a:pt x="31" y="310"/>
                    </a:cubicBezTo>
                    <a:lnTo>
                      <a:pt x="31" y="310"/>
                    </a:lnTo>
                    <a:lnTo>
                      <a:pt x="31" y="342"/>
                    </a:lnTo>
                    <a:cubicBezTo>
                      <a:pt x="31" y="342"/>
                      <a:pt x="31" y="342"/>
                      <a:pt x="31" y="372"/>
                    </a:cubicBezTo>
                    <a:cubicBezTo>
                      <a:pt x="31" y="372"/>
                      <a:pt x="31" y="403"/>
                      <a:pt x="0" y="372"/>
                    </a:cubicBezTo>
                    <a:lnTo>
                      <a:pt x="0" y="372"/>
                    </a:lnTo>
                    <a:cubicBezTo>
                      <a:pt x="0" y="403"/>
                      <a:pt x="0" y="403"/>
                      <a:pt x="0" y="403"/>
                    </a:cubicBezTo>
                    <a:cubicBezTo>
                      <a:pt x="31" y="403"/>
                      <a:pt x="31" y="403"/>
                      <a:pt x="31" y="403"/>
                    </a:cubicBezTo>
                    <a:cubicBezTo>
                      <a:pt x="31" y="434"/>
                      <a:pt x="62" y="434"/>
                      <a:pt x="62" y="434"/>
                    </a:cubicBezTo>
                    <a:cubicBezTo>
                      <a:pt x="62" y="466"/>
                      <a:pt x="62" y="466"/>
                      <a:pt x="62" y="496"/>
                    </a:cubicBezTo>
                    <a:lnTo>
                      <a:pt x="62" y="496"/>
                    </a:lnTo>
                    <a:cubicBezTo>
                      <a:pt x="93" y="496"/>
                      <a:pt x="93" y="496"/>
                      <a:pt x="93" y="527"/>
                    </a:cubicBezTo>
                    <a:lnTo>
                      <a:pt x="93" y="527"/>
                    </a:lnTo>
                    <a:lnTo>
                      <a:pt x="93" y="527"/>
                    </a:lnTo>
                    <a:lnTo>
                      <a:pt x="93" y="527"/>
                    </a:lnTo>
                    <a:cubicBezTo>
                      <a:pt x="124" y="527"/>
                      <a:pt x="124" y="558"/>
                      <a:pt x="124" y="558"/>
                    </a:cubicBezTo>
                    <a:lnTo>
                      <a:pt x="124" y="558"/>
                    </a:lnTo>
                    <a:lnTo>
                      <a:pt x="124" y="589"/>
                    </a:lnTo>
                    <a:lnTo>
                      <a:pt x="124" y="589"/>
                    </a:lnTo>
                    <a:lnTo>
                      <a:pt x="124" y="589"/>
                    </a:lnTo>
                    <a:cubicBezTo>
                      <a:pt x="155" y="589"/>
                      <a:pt x="186" y="589"/>
                      <a:pt x="186" y="589"/>
                    </a:cubicBezTo>
                    <a:cubicBezTo>
                      <a:pt x="186" y="620"/>
                      <a:pt x="217" y="620"/>
                      <a:pt x="217" y="620"/>
                    </a:cubicBezTo>
                    <a:lnTo>
                      <a:pt x="217" y="620"/>
                    </a:lnTo>
                    <a:cubicBezTo>
                      <a:pt x="217" y="651"/>
                      <a:pt x="248" y="651"/>
                      <a:pt x="248" y="651"/>
                    </a:cubicBezTo>
                    <a:cubicBezTo>
                      <a:pt x="248" y="651"/>
                      <a:pt x="248" y="651"/>
                      <a:pt x="279" y="651"/>
                    </a:cubicBezTo>
                    <a:lnTo>
                      <a:pt x="310" y="651"/>
                    </a:lnTo>
                    <a:cubicBezTo>
                      <a:pt x="340" y="620"/>
                      <a:pt x="340" y="620"/>
                      <a:pt x="340" y="620"/>
                    </a:cubicBezTo>
                    <a:lnTo>
                      <a:pt x="340" y="620"/>
                    </a:lnTo>
                    <a:lnTo>
                      <a:pt x="340" y="620"/>
                    </a:lnTo>
                    <a:cubicBezTo>
                      <a:pt x="372" y="589"/>
                      <a:pt x="372" y="589"/>
                      <a:pt x="372" y="589"/>
                    </a:cubicBezTo>
                    <a:lnTo>
                      <a:pt x="372" y="589"/>
                    </a:lnTo>
                    <a:cubicBezTo>
                      <a:pt x="403" y="589"/>
                      <a:pt x="403" y="620"/>
                      <a:pt x="403" y="620"/>
                    </a:cubicBezTo>
                    <a:lnTo>
                      <a:pt x="403" y="620"/>
                    </a:lnTo>
                    <a:lnTo>
                      <a:pt x="403" y="620"/>
                    </a:lnTo>
                    <a:lnTo>
                      <a:pt x="433" y="620"/>
                    </a:lnTo>
                    <a:cubicBezTo>
                      <a:pt x="433" y="589"/>
                      <a:pt x="433" y="589"/>
                      <a:pt x="433" y="589"/>
                    </a:cubicBezTo>
                    <a:cubicBezTo>
                      <a:pt x="465" y="589"/>
                      <a:pt x="465" y="589"/>
                      <a:pt x="465" y="589"/>
                    </a:cubicBezTo>
                    <a:lnTo>
                      <a:pt x="465" y="589"/>
                    </a:lnTo>
                    <a:lnTo>
                      <a:pt x="465" y="589"/>
                    </a:lnTo>
                    <a:cubicBezTo>
                      <a:pt x="496" y="589"/>
                      <a:pt x="496" y="589"/>
                      <a:pt x="496" y="589"/>
                    </a:cubicBezTo>
                    <a:lnTo>
                      <a:pt x="496" y="589"/>
                    </a:lnTo>
                    <a:cubicBezTo>
                      <a:pt x="496" y="558"/>
                      <a:pt x="527" y="558"/>
                      <a:pt x="557" y="558"/>
                    </a:cubicBezTo>
                    <a:lnTo>
                      <a:pt x="557" y="558"/>
                    </a:lnTo>
                    <a:cubicBezTo>
                      <a:pt x="557" y="558"/>
                      <a:pt x="589" y="558"/>
                      <a:pt x="620" y="558"/>
                    </a:cubicBezTo>
                    <a:cubicBezTo>
                      <a:pt x="713" y="403"/>
                      <a:pt x="713" y="403"/>
                      <a:pt x="713" y="403"/>
                    </a:cubicBezTo>
                    <a:lnTo>
                      <a:pt x="681" y="403"/>
                    </a:lnTo>
                    <a:cubicBezTo>
                      <a:pt x="651" y="403"/>
                      <a:pt x="620" y="372"/>
                      <a:pt x="620" y="372"/>
                    </a:cubicBezTo>
                    <a:lnTo>
                      <a:pt x="589" y="372"/>
                    </a:lnTo>
                    <a:cubicBezTo>
                      <a:pt x="557" y="372"/>
                      <a:pt x="557" y="372"/>
                      <a:pt x="527" y="342"/>
                    </a:cubicBezTo>
                    <a:lnTo>
                      <a:pt x="527" y="342"/>
                    </a:lnTo>
                    <a:cubicBezTo>
                      <a:pt x="496" y="310"/>
                      <a:pt x="465" y="248"/>
                      <a:pt x="465" y="21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63" name="Freeform 12">
                <a:extLst>
                  <a:ext uri="{FF2B5EF4-FFF2-40B4-BE49-F238E27FC236}">
                    <a16:creationId xmlns:a16="http://schemas.microsoft.com/office/drawing/2014/main" id="{A493EE98-F823-A846-04CF-783E6F9C77DF}"/>
                  </a:ext>
                </a:extLst>
              </p:cNvPr>
              <p:cNvSpPr>
                <a:spLocks noChangeArrowheads="1"/>
              </p:cNvSpPr>
              <p:nvPr/>
            </p:nvSpPr>
            <p:spPr bwMode="auto">
              <a:xfrm>
                <a:off x="4237038" y="2851150"/>
                <a:ext cx="88900" cy="134938"/>
              </a:xfrm>
              <a:custGeom>
                <a:avLst/>
                <a:gdLst>
                  <a:gd name="T0" fmla="*/ 217 w 249"/>
                  <a:gd name="T1" fmla="*/ 62 h 373"/>
                  <a:gd name="T2" fmla="*/ 217 w 249"/>
                  <a:gd name="T3" fmla="*/ 62 h 373"/>
                  <a:gd name="T4" fmla="*/ 217 w 249"/>
                  <a:gd name="T5" fmla="*/ 62 h 373"/>
                  <a:gd name="T6" fmla="*/ 186 w 249"/>
                  <a:gd name="T7" fmla="*/ 62 h 373"/>
                  <a:gd name="T8" fmla="*/ 155 w 249"/>
                  <a:gd name="T9" fmla="*/ 31 h 373"/>
                  <a:gd name="T10" fmla="*/ 155 w 249"/>
                  <a:gd name="T11" fmla="*/ 31 h 373"/>
                  <a:gd name="T12" fmla="*/ 124 w 249"/>
                  <a:gd name="T13" fmla="*/ 0 h 373"/>
                  <a:gd name="T14" fmla="*/ 124 w 249"/>
                  <a:gd name="T15" fmla="*/ 0 h 373"/>
                  <a:gd name="T16" fmla="*/ 93 w 249"/>
                  <a:gd name="T17" fmla="*/ 0 h 373"/>
                  <a:gd name="T18" fmla="*/ 93 w 249"/>
                  <a:gd name="T19" fmla="*/ 0 h 373"/>
                  <a:gd name="T20" fmla="*/ 93 w 249"/>
                  <a:gd name="T21" fmla="*/ 0 h 373"/>
                  <a:gd name="T22" fmla="*/ 93 w 249"/>
                  <a:gd name="T23" fmla="*/ 0 h 373"/>
                  <a:gd name="T24" fmla="*/ 93 w 249"/>
                  <a:gd name="T25" fmla="*/ 0 h 373"/>
                  <a:gd name="T26" fmla="*/ 93 w 249"/>
                  <a:gd name="T27" fmla="*/ 0 h 373"/>
                  <a:gd name="T28" fmla="*/ 62 w 249"/>
                  <a:gd name="T29" fmla="*/ 0 h 373"/>
                  <a:gd name="T30" fmla="*/ 31 w 249"/>
                  <a:gd name="T31" fmla="*/ 0 h 373"/>
                  <a:gd name="T32" fmla="*/ 31 w 249"/>
                  <a:gd name="T33" fmla="*/ 0 h 373"/>
                  <a:gd name="T34" fmla="*/ 31 w 249"/>
                  <a:gd name="T35" fmla="*/ 31 h 373"/>
                  <a:gd name="T36" fmla="*/ 0 w 249"/>
                  <a:gd name="T37" fmla="*/ 62 h 373"/>
                  <a:gd name="T38" fmla="*/ 0 w 249"/>
                  <a:gd name="T39" fmla="*/ 62 h 373"/>
                  <a:gd name="T40" fmla="*/ 0 w 249"/>
                  <a:gd name="T41" fmla="*/ 93 h 373"/>
                  <a:gd name="T42" fmla="*/ 0 w 249"/>
                  <a:gd name="T43" fmla="*/ 93 h 373"/>
                  <a:gd name="T44" fmla="*/ 0 w 249"/>
                  <a:gd name="T45" fmla="*/ 124 h 373"/>
                  <a:gd name="T46" fmla="*/ 0 w 249"/>
                  <a:gd name="T47" fmla="*/ 155 h 373"/>
                  <a:gd name="T48" fmla="*/ 0 w 249"/>
                  <a:gd name="T49" fmla="*/ 186 h 373"/>
                  <a:gd name="T50" fmla="*/ 0 w 249"/>
                  <a:gd name="T51" fmla="*/ 186 h 373"/>
                  <a:gd name="T52" fmla="*/ 31 w 249"/>
                  <a:gd name="T53" fmla="*/ 217 h 373"/>
                  <a:gd name="T54" fmla="*/ 31 w 249"/>
                  <a:gd name="T55" fmla="*/ 217 h 373"/>
                  <a:gd name="T56" fmla="*/ 31 w 249"/>
                  <a:gd name="T57" fmla="*/ 217 h 373"/>
                  <a:gd name="T58" fmla="*/ 31 w 249"/>
                  <a:gd name="T59" fmla="*/ 186 h 373"/>
                  <a:gd name="T60" fmla="*/ 93 w 249"/>
                  <a:gd name="T61" fmla="*/ 186 h 373"/>
                  <a:gd name="T62" fmla="*/ 93 w 249"/>
                  <a:gd name="T63" fmla="*/ 372 h 373"/>
                  <a:gd name="T64" fmla="*/ 93 w 249"/>
                  <a:gd name="T65" fmla="*/ 372 h 373"/>
                  <a:gd name="T66" fmla="*/ 186 w 249"/>
                  <a:gd name="T67" fmla="*/ 341 h 373"/>
                  <a:gd name="T68" fmla="*/ 186 w 249"/>
                  <a:gd name="T69" fmla="*/ 310 h 373"/>
                  <a:gd name="T70" fmla="*/ 186 w 249"/>
                  <a:gd name="T71" fmla="*/ 310 h 373"/>
                  <a:gd name="T72" fmla="*/ 186 w 249"/>
                  <a:gd name="T73" fmla="*/ 310 h 373"/>
                  <a:gd name="T74" fmla="*/ 186 w 249"/>
                  <a:gd name="T75" fmla="*/ 279 h 373"/>
                  <a:gd name="T76" fmla="*/ 217 w 249"/>
                  <a:gd name="T77" fmla="*/ 279 h 373"/>
                  <a:gd name="T78" fmla="*/ 217 w 249"/>
                  <a:gd name="T79" fmla="*/ 247 h 373"/>
                  <a:gd name="T80" fmla="*/ 217 w 249"/>
                  <a:gd name="T81" fmla="*/ 247 h 373"/>
                  <a:gd name="T82" fmla="*/ 217 w 249"/>
                  <a:gd name="T83" fmla="*/ 247 h 373"/>
                  <a:gd name="T84" fmla="*/ 217 w 249"/>
                  <a:gd name="T85" fmla="*/ 217 h 373"/>
                  <a:gd name="T86" fmla="*/ 217 w 249"/>
                  <a:gd name="T87" fmla="*/ 217 h 373"/>
                  <a:gd name="T88" fmla="*/ 217 w 249"/>
                  <a:gd name="T89" fmla="*/ 186 h 373"/>
                  <a:gd name="T90" fmla="*/ 217 w 249"/>
                  <a:gd name="T91" fmla="*/ 155 h 373"/>
                  <a:gd name="T92" fmla="*/ 217 w 249"/>
                  <a:gd name="T93" fmla="*/ 124 h 373"/>
                  <a:gd name="T94" fmla="*/ 217 w 249"/>
                  <a:gd name="T95" fmla="*/ 124 h 373"/>
                  <a:gd name="T96" fmla="*/ 248 w 249"/>
                  <a:gd name="T97" fmla="*/ 124 h 373"/>
                  <a:gd name="T98" fmla="*/ 217 w 249"/>
                  <a:gd name="T99" fmla="*/ 93 h 373"/>
                  <a:gd name="T100" fmla="*/ 217 w 249"/>
                  <a:gd name="T101" fmla="*/ 62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9" h="373">
                    <a:moveTo>
                      <a:pt x="217" y="62"/>
                    </a:moveTo>
                    <a:lnTo>
                      <a:pt x="217" y="62"/>
                    </a:lnTo>
                    <a:lnTo>
                      <a:pt x="217" y="62"/>
                    </a:lnTo>
                    <a:cubicBezTo>
                      <a:pt x="217" y="62"/>
                      <a:pt x="217" y="62"/>
                      <a:pt x="186" y="62"/>
                    </a:cubicBezTo>
                    <a:cubicBezTo>
                      <a:pt x="186" y="62"/>
                      <a:pt x="155" y="62"/>
                      <a:pt x="155" y="31"/>
                    </a:cubicBezTo>
                    <a:lnTo>
                      <a:pt x="155" y="31"/>
                    </a:lnTo>
                    <a:cubicBezTo>
                      <a:pt x="124" y="31"/>
                      <a:pt x="124" y="31"/>
                      <a:pt x="124" y="0"/>
                    </a:cubicBezTo>
                    <a:lnTo>
                      <a:pt x="124" y="0"/>
                    </a:lnTo>
                    <a:cubicBezTo>
                      <a:pt x="93" y="0"/>
                      <a:pt x="93" y="0"/>
                      <a:pt x="93" y="0"/>
                    </a:cubicBezTo>
                    <a:lnTo>
                      <a:pt x="93" y="0"/>
                    </a:lnTo>
                    <a:lnTo>
                      <a:pt x="93" y="0"/>
                    </a:lnTo>
                    <a:lnTo>
                      <a:pt x="93" y="0"/>
                    </a:lnTo>
                    <a:lnTo>
                      <a:pt x="93" y="0"/>
                    </a:lnTo>
                    <a:lnTo>
                      <a:pt x="93" y="0"/>
                    </a:lnTo>
                    <a:lnTo>
                      <a:pt x="62" y="0"/>
                    </a:lnTo>
                    <a:cubicBezTo>
                      <a:pt x="62" y="0"/>
                      <a:pt x="62" y="0"/>
                      <a:pt x="31" y="0"/>
                    </a:cubicBezTo>
                    <a:lnTo>
                      <a:pt x="31" y="0"/>
                    </a:lnTo>
                    <a:cubicBezTo>
                      <a:pt x="31" y="31"/>
                      <a:pt x="31" y="31"/>
                      <a:pt x="31" y="31"/>
                    </a:cubicBezTo>
                    <a:cubicBezTo>
                      <a:pt x="31" y="31"/>
                      <a:pt x="31" y="31"/>
                      <a:pt x="0" y="62"/>
                    </a:cubicBezTo>
                    <a:lnTo>
                      <a:pt x="0" y="62"/>
                    </a:lnTo>
                    <a:lnTo>
                      <a:pt x="0" y="93"/>
                    </a:lnTo>
                    <a:lnTo>
                      <a:pt x="0" y="93"/>
                    </a:lnTo>
                    <a:cubicBezTo>
                      <a:pt x="0" y="124"/>
                      <a:pt x="0" y="124"/>
                      <a:pt x="0" y="124"/>
                    </a:cubicBezTo>
                    <a:cubicBezTo>
                      <a:pt x="0" y="155"/>
                      <a:pt x="0" y="155"/>
                      <a:pt x="0" y="155"/>
                    </a:cubicBezTo>
                    <a:lnTo>
                      <a:pt x="0" y="186"/>
                    </a:lnTo>
                    <a:lnTo>
                      <a:pt x="0" y="186"/>
                    </a:lnTo>
                    <a:lnTo>
                      <a:pt x="31" y="217"/>
                    </a:lnTo>
                    <a:lnTo>
                      <a:pt x="31" y="217"/>
                    </a:lnTo>
                    <a:lnTo>
                      <a:pt x="31" y="217"/>
                    </a:lnTo>
                    <a:cubicBezTo>
                      <a:pt x="31" y="186"/>
                      <a:pt x="31" y="186"/>
                      <a:pt x="31" y="186"/>
                    </a:cubicBezTo>
                    <a:cubicBezTo>
                      <a:pt x="93" y="186"/>
                      <a:pt x="93" y="186"/>
                      <a:pt x="93" y="186"/>
                    </a:cubicBezTo>
                    <a:cubicBezTo>
                      <a:pt x="93" y="372"/>
                      <a:pt x="93" y="372"/>
                      <a:pt x="93" y="372"/>
                    </a:cubicBezTo>
                    <a:lnTo>
                      <a:pt x="93" y="372"/>
                    </a:lnTo>
                    <a:cubicBezTo>
                      <a:pt x="93" y="372"/>
                      <a:pt x="155" y="341"/>
                      <a:pt x="186" y="341"/>
                    </a:cubicBezTo>
                    <a:cubicBezTo>
                      <a:pt x="186" y="341"/>
                      <a:pt x="186" y="341"/>
                      <a:pt x="186" y="310"/>
                    </a:cubicBezTo>
                    <a:lnTo>
                      <a:pt x="186" y="310"/>
                    </a:lnTo>
                    <a:lnTo>
                      <a:pt x="186" y="310"/>
                    </a:lnTo>
                    <a:lnTo>
                      <a:pt x="186" y="279"/>
                    </a:lnTo>
                    <a:cubicBezTo>
                      <a:pt x="217" y="279"/>
                      <a:pt x="217" y="279"/>
                      <a:pt x="217" y="279"/>
                    </a:cubicBezTo>
                    <a:cubicBezTo>
                      <a:pt x="217" y="279"/>
                      <a:pt x="217" y="279"/>
                      <a:pt x="217" y="247"/>
                    </a:cubicBezTo>
                    <a:lnTo>
                      <a:pt x="217" y="247"/>
                    </a:lnTo>
                    <a:lnTo>
                      <a:pt x="217" y="247"/>
                    </a:lnTo>
                    <a:lnTo>
                      <a:pt x="217" y="217"/>
                    </a:lnTo>
                    <a:lnTo>
                      <a:pt x="217" y="217"/>
                    </a:lnTo>
                    <a:cubicBezTo>
                      <a:pt x="217" y="217"/>
                      <a:pt x="217" y="217"/>
                      <a:pt x="217" y="186"/>
                    </a:cubicBezTo>
                    <a:lnTo>
                      <a:pt x="217" y="155"/>
                    </a:lnTo>
                    <a:lnTo>
                      <a:pt x="217" y="124"/>
                    </a:lnTo>
                    <a:lnTo>
                      <a:pt x="217" y="124"/>
                    </a:lnTo>
                    <a:cubicBezTo>
                      <a:pt x="217" y="124"/>
                      <a:pt x="217" y="124"/>
                      <a:pt x="248" y="124"/>
                    </a:cubicBezTo>
                    <a:cubicBezTo>
                      <a:pt x="217" y="93"/>
                      <a:pt x="217" y="93"/>
                      <a:pt x="217" y="93"/>
                    </a:cubicBezTo>
                    <a:lnTo>
                      <a:pt x="217" y="6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64" name="Freeform 13">
                <a:extLst>
                  <a:ext uri="{FF2B5EF4-FFF2-40B4-BE49-F238E27FC236}">
                    <a16:creationId xmlns:a16="http://schemas.microsoft.com/office/drawing/2014/main" id="{D37CA066-4FC1-76A9-2047-657812C0318D}"/>
                  </a:ext>
                </a:extLst>
              </p:cNvPr>
              <p:cNvSpPr>
                <a:spLocks noChangeArrowheads="1"/>
              </p:cNvSpPr>
              <p:nvPr/>
            </p:nvSpPr>
            <p:spPr bwMode="auto">
              <a:xfrm>
                <a:off x="4114800" y="2917825"/>
                <a:ext cx="146050" cy="134938"/>
              </a:xfrm>
              <a:custGeom>
                <a:avLst/>
                <a:gdLst>
                  <a:gd name="T0" fmla="*/ 372 w 404"/>
                  <a:gd name="T1" fmla="*/ 155 h 373"/>
                  <a:gd name="T2" fmla="*/ 372 w 404"/>
                  <a:gd name="T3" fmla="*/ 155 h 373"/>
                  <a:gd name="T4" fmla="*/ 310 w 404"/>
                  <a:gd name="T5" fmla="*/ 124 h 373"/>
                  <a:gd name="T6" fmla="*/ 310 w 404"/>
                  <a:gd name="T7" fmla="*/ 93 h 373"/>
                  <a:gd name="T8" fmla="*/ 310 w 404"/>
                  <a:gd name="T9" fmla="*/ 93 h 373"/>
                  <a:gd name="T10" fmla="*/ 217 w 404"/>
                  <a:gd name="T11" fmla="*/ 61 h 373"/>
                  <a:gd name="T12" fmla="*/ 217 w 404"/>
                  <a:gd name="T13" fmla="*/ 61 h 373"/>
                  <a:gd name="T14" fmla="*/ 124 w 404"/>
                  <a:gd name="T15" fmla="*/ 31 h 373"/>
                  <a:gd name="T16" fmla="*/ 124 w 404"/>
                  <a:gd name="T17" fmla="*/ 0 h 373"/>
                  <a:gd name="T18" fmla="*/ 92 w 404"/>
                  <a:gd name="T19" fmla="*/ 31 h 373"/>
                  <a:gd name="T20" fmla="*/ 92 w 404"/>
                  <a:gd name="T21" fmla="*/ 124 h 373"/>
                  <a:gd name="T22" fmla="*/ 0 w 404"/>
                  <a:gd name="T23" fmla="*/ 278 h 373"/>
                  <a:gd name="T24" fmla="*/ 0 w 404"/>
                  <a:gd name="T25" fmla="*/ 310 h 373"/>
                  <a:gd name="T26" fmla="*/ 31 w 404"/>
                  <a:gd name="T27" fmla="*/ 341 h 373"/>
                  <a:gd name="T28" fmla="*/ 92 w 404"/>
                  <a:gd name="T29" fmla="*/ 341 h 373"/>
                  <a:gd name="T30" fmla="*/ 124 w 404"/>
                  <a:gd name="T31" fmla="*/ 341 h 373"/>
                  <a:gd name="T32" fmla="*/ 124 w 404"/>
                  <a:gd name="T33" fmla="*/ 341 h 373"/>
                  <a:gd name="T34" fmla="*/ 124 w 404"/>
                  <a:gd name="T35" fmla="*/ 341 h 373"/>
                  <a:gd name="T36" fmla="*/ 155 w 404"/>
                  <a:gd name="T37" fmla="*/ 372 h 373"/>
                  <a:gd name="T38" fmla="*/ 155 w 404"/>
                  <a:gd name="T39" fmla="*/ 372 h 373"/>
                  <a:gd name="T40" fmla="*/ 186 w 404"/>
                  <a:gd name="T41" fmla="*/ 372 h 373"/>
                  <a:gd name="T42" fmla="*/ 186 w 404"/>
                  <a:gd name="T43" fmla="*/ 372 h 373"/>
                  <a:gd name="T44" fmla="*/ 217 w 404"/>
                  <a:gd name="T45" fmla="*/ 372 h 373"/>
                  <a:gd name="T46" fmla="*/ 217 w 404"/>
                  <a:gd name="T47" fmla="*/ 372 h 373"/>
                  <a:gd name="T48" fmla="*/ 248 w 404"/>
                  <a:gd name="T49" fmla="*/ 372 h 373"/>
                  <a:gd name="T50" fmla="*/ 248 w 404"/>
                  <a:gd name="T51" fmla="*/ 372 h 373"/>
                  <a:gd name="T52" fmla="*/ 279 w 404"/>
                  <a:gd name="T53" fmla="*/ 310 h 373"/>
                  <a:gd name="T54" fmla="*/ 310 w 404"/>
                  <a:gd name="T55" fmla="*/ 278 h 373"/>
                  <a:gd name="T56" fmla="*/ 372 w 404"/>
                  <a:gd name="T57" fmla="*/ 217 h 373"/>
                  <a:gd name="T58" fmla="*/ 403 w 404"/>
                  <a:gd name="T59" fmla="*/ 248 h 373"/>
                  <a:gd name="T60" fmla="*/ 403 w 404"/>
                  <a:gd name="T61" fmla="*/ 217 h 373"/>
                  <a:gd name="T62" fmla="*/ 403 w 404"/>
                  <a:gd name="T63" fmla="*/ 186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4" h="373">
                    <a:moveTo>
                      <a:pt x="372" y="155"/>
                    </a:moveTo>
                    <a:lnTo>
                      <a:pt x="372" y="155"/>
                    </a:lnTo>
                    <a:lnTo>
                      <a:pt x="372" y="155"/>
                    </a:lnTo>
                    <a:lnTo>
                      <a:pt x="372" y="155"/>
                    </a:lnTo>
                    <a:lnTo>
                      <a:pt x="372" y="155"/>
                    </a:lnTo>
                    <a:cubicBezTo>
                      <a:pt x="341" y="155"/>
                      <a:pt x="341" y="124"/>
                      <a:pt x="310" y="124"/>
                    </a:cubicBezTo>
                    <a:lnTo>
                      <a:pt x="310" y="124"/>
                    </a:lnTo>
                    <a:cubicBezTo>
                      <a:pt x="310" y="93"/>
                      <a:pt x="310" y="93"/>
                      <a:pt x="310" y="93"/>
                    </a:cubicBezTo>
                    <a:lnTo>
                      <a:pt x="310" y="93"/>
                    </a:lnTo>
                    <a:lnTo>
                      <a:pt x="310" y="93"/>
                    </a:lnTo>
                    <a:cubicBezTo>
                      <a:pt x="279" y="61"/>
                      <a:pt x="248" y="61"/>
                      <a:pt x="248" y="61"/>
                    </a:cubicBezTo>
                    <a:cubicBezTo>
                      <a:pt x="248" y="61"/>
                      <a:pt x="248" y="61"/>
                      <a:pt x="217" y="61"/>
                    </a:cubicBezTo>
                    <a:lnTo>
                      <a:pt x="217" y="61"/>
                    </a:lnTo>
                    <a:lnTo>
                      <a:pt x="217" y="61"/>
                    </a:lnTo>
                    <a:cubicBezTo>
                      <a:pt x="186" y="61"/>
                      <a:pt x="186" y="61"/>
                      <a:pt x="186" y="61"/>
                    </a:cubicBezTo>
                    <a:cubicBezTo>
                      <a:pt x="155" y="61"/>
                      <a:pt x="155" y="31"/>
                      <a:pt x="124" y="31"/>
                    </a:cubicBezTo>
                    <a:lnTo>
                      <a:pt x="124" y="31"/>
                    </a:lnTo>
                    <a:cubicBezTo>
                      <a:pt x="124" y="31"/>
                      <a:pt x="124" y="31"/>
                      <a:pt x="124" y="0"/>
                    </a:cubicBezTo>
                    <a:cubicBezTo>
                      <a:pt x="124" y="0"/>
                      <a:pt x="124" y="0"/>
                      <a:pt x="124" y="31"/>
                    </a:cubicBezTo>
                    <a:cubicBezTo>
                      <a:pt x="124" y="31"/>
                      <a:pt x="124" y="31"/>
                      <a:pt x="92" y="31"/>
                    </a:cubicBezTo>
                    <a:lnTo>
                      <a:pt x="92" y="31"/>
                    </a:lnTo>
                    <a:cubicBezTo>
                      <a:pt x="92" y="124"/>
                      <a:pt x="92" y="124"/>
                      <a:pt x="92" y="124"/>
                    </a:cubicBezTo>
                    <a:cubicBezTo>
                      <a:pt x="0" y="124"/>
                      <a:pt x="0" y="124"/>
                      <a:pt x="0" y="124"/>
                    </a:cubicBezTo>
                    <a:cubicBezTo>
                      <a:pt x="0" y="278"/>
                      <a:pt x="0" y="278"/>
                      <a:pt x="0" y="278"/>
                    </a:cubicBezTo>
                    <a:cubicBezTo>
                      <a:pt x="0" y="278"/>
                      <a:pt x="0" y="278"/>
                      <a:pt x="0" y="310"/>
                    </a:cubicBezTo>
                    <a:lnTo>
                      <a:pt x="0" y="310"/>
                    </a:lnTo>
                    <a:lnTo>
                      <a:pt x="31" y="341"/>
                    </a:lnTo>
                    <a:lnTo>
                      <a:pt x="31" y="341"/>
                    </a:lnTo>
                    <a:cubicBezTo>
                      <a:pt x="62" y="341"/>
                      <a:pt x="92" y="341"/>
                      <a:pt x="92" y="341"/>
                    </a:cubicBezTo>
                    <a:lnTo>
                      <a:pt x="92" y="341"/>
                    </a:lnTo>
                    <a:cubicBezTo>
                      <a:pt x="92" y="341"/>
                      <a:pt x="92" y="341"/>
                      <a:pt x="124" y="341"/>
                    </a:cubicBezTo>
                    <a:lnTo>
                      <a:pt x="124" y="341"/>
                    </a:lnTo>
                    <a:lnTo>
                      <a:pt x="124" y="341"/>
                    </a:lnTo>
                    <a:lnTo>
                      <a:pt x="124" y="341"/>
                    </a:lnTo>
                    <a:lnTo>
                      <a:pt x="124" y="341"/>
                    </a:lnTo>
                    <a:lnTo>
                      <a:pt x="124" y="341"/>
                    </a:lnTo>
                    <a:cubicBezTo>
                      <a:pt x="124" y="341"/>
                      <a:pt x="124" y="341"/>
                      <a:pt x="155" y="341"/>
                    </a:cubicBezTo>
                    <a:cubicBezTo>
                      <a:pt x="155" y="372"/>
                      <a:pt x="155" y="372"/>
                      <a:pt x="155" y="372"/>
                    </a:cubicBezTo>
                    <a:lnTo>
                      <a:pt x="155" y="372"/>
                    </a:lnTo>
                    <a:lnTo>
                      <a:pt x="155" y="372"/>
                    </a:lnTo>
                    <a:lnTo>
                      <a:pt x="155" y="372"/>
                    </a:lnTo>
                    <a:lnTo>
                      <a:pt x="186" y="372"/>
                    </a:lnTo>
                    <a:lnTo>
                      <a:pt x="186" y="372"/>
                    </a:lnTo>
                    <a:lnTo>
                      <a:pt x="186" y="372"/>
                    </a:lnTo>
                    <a:cubicBezTo>
                      <a:pt x="186" y="372"/>
                      <a:pt x="186" y="372"/>
                      <a:pt x="217" y="372"/>
                    </a:cubicBezTo>
                    <a:lnTo>
                      <a:pt x="217" y="372"/>
                    </a:lnTo>
                    <a:lnTo>
                      <a:pt x="217" y="372"/>
                    </a:lnTo>
                    <a:lnTo>
                      <a:pt x="217" y="372"/>
                    </a:lnTo>
                    <a:lnTo>
                      <a:pt x="217" y="372"/>
                    </a:lnTo>
                    <a:cubicBezTo>
                      <a:pt x="217" y="372"/>
                      <a:pt x="217" y="372"/>
                      <a:pt x="248" y="372"/>
                    </a:cubicBezTo>
                    <a:lnTo>
                      <a:pt x="248" y="372"/>
                    </a:lnTo>
                    <a:lnTo>
                      <a:pt x="248" y="372"/>
                    </a:lnTo>
                    <a:lnTo>
                      <a:pt x="248" y="372"/>
                    </a:lnTo>
                    <a:cubicBezTo>
                      <a:pt x="248" y="341"/>
                      <a:pt x="248" y="341"/>
                      <a:pt x="279" y="310"/>
                    </a:cubicBezTo>
                    <a:lnTo>
                      <a:pt x="310" y="310"/>
                    </a:lnTo>
                    <a:lnTo>
                      <a:pt x="310" y="278"/>
                    </a:lnTo>
                    <a:lnTo>
                      <a:pt x="310" y="278"/>
                    </a:lnTo>
                    <a:cubicBezTo>
                      <a:pt x="372" y="217"/>
                      <a:pt x="372" y="217"/>
                      <a:pt x="372" y="217"/>
                    </a:cubicBezTo>
                    <a:lnTo>
                      <a:pt x="372" y="217"/>
                    </a:lnTo>
                    <a:cubicBezTo>
                      <a:pt x="372" y="217"/>
                      <a:pt x="372" y="217"/>
                      <a:pt x="403" y="248"/>
                    </a:cubicBezTo>
                    <a:cubicBezTo>
                      <a:pt x="403" y="248"/>
                      <a:pt x="403" y="248"/>
                      <a:pt x="403" y="217"/>
                    </a:cubicBezTo>
                    <a:lnTo>
                      <a:pt x="403" y="217"/>
                    </a:lnTo>
                    <a:lnTo>
                      <a:pt x="403" y="186"/>
                    </a:lnTo>
                    <a:lnTo>
                      <a:pt x="403" y="186"/>
                    </a:lnTo>
                    <a:cubicBezTo>
                      <a:pt x="372" y="155"/>
                      <a:pt x="372" y="155"/>
                      <a:pt x="372" y="1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65" name="Freeform 14">
                <a:extLst>
                  <a:ext uri="{FF2B5EF4-FFF2-40B4-BE49-F238E27FC236}">
                    <a16:creationId xmlns:a16="http://schemas.microsoft.com/office/drawing/2014/main" id="{C4C8D0B4-1666-02AA-FFBE-E7E452121473}"/>
                  </a:ext>
                </a:extLst>
              </p:cNvPr>
              <p:cNvSpPr>
                <a:spLocks noChangeArrowheads="1"/>
              </p:cNvSpPr>
              <p:nvPr/>
            </p:nvSpPr>
            <p:spPr bwMode="auto">
              <a:xfrm>
                <a:off x="4349750" y="2549525"/>
                <a:ext cx="134938" cy="190500"/>
              </a:xfrm>
              <a:custGeom>
                <a:avLst/>
                <a:gdLst>
                  <a:gd name="T0" fmla="*/ 341 w 373"/>
                  <a:gd name="T1" fmla="*/ 341 h 528"/>
                  <a:gd name="T2" fmla="*/ 341 w 373"/>
                  <a:gd name="T3" fmla="*/ 341 h 528"/>
                  <a:gd name="T4" fmla="*/ 341 w 373"/>
                  <a:gd name="T5" fmla="*/ 341 h 528"/>
                  <a:gd name="T6" fmla="*/ 341 w 373"/>
                  <a:gd name="T7" fmla="*/ 341 h 528"/>
                  <a:gd name="T8" fmla="*/ 341 w 373"/>
                  <a:gd name="T9" fmla="*/ 155 h 528"/>
                  <a:gd name="T10" fmla="*/ 341 w 373"/>
                  <a:gd name="T11" fmla="*/ 124 h 528"/>
                  <a:gd name="T12" fmla="*/ 372 w 373"/>
                  <a:gd name="T13" fmla="*/ 62 h 528"/>
                  <a:gd name="T14" fmla="*/ 372 w 373"/>
                  <a:gd name="T15" fmla="*/ 62 h 528"/>
                  <a:gd name="T16" fmla="*/ 372 w 373"/>
                  <a:gd name="T17" fmla="*/ 62 h 528"/>
                  <a:gd name="T18" fmla="*/ 372 w 373"/>
                  <a:gd name="T19" fmla="*/ 62 h 528"/>
                  <a:gd name="T20" fmla="*/ 372 w 373"/>
                  <a:gd name="T21" fmla="*/ 62 h 528"/>
                  <a:gd name="T22" fmla="*/ 372 w 373"/>
                  <a:gd name="T23" fmla="*/ 62 h 528"/>
                  <a:gd name="T24" fmla="*/ 341 w 373"/>
                  <a:gd name="T25" fmla="*/ 31 h 528"/>
                  <a:gd name="T26" fmla="*/ 341 w 373"/>
                  <a:gd name="T27" fmla="*/ 31 h 528"/>
                  <a:gd name="T28" fmla="*/ 341 w 373"/>
                  <a:gd name="T29" fmla="*/ 62 h 528"/>
                  <a:gd name="T30" fmla="*/ 309 w 373"/>
                  <a:gd name="T31" fmla="*/ 93 h 528"/>
                  <a:gd name="T32" fmla="*/ 279 w 373"/>
                  <a:gd name="T33" fmla="*/ 93 h 528"/>
                  <a:gd name="T34" fmla="*/ 186 w 373"/>
                  <a:gd name="T35" fmla="*/ 93 h 528"/>
                  <a:gd name="T36" fmla="*/ 186 w 373"/>
                  <a:gd name="T37" fmla="*/ 93 h 528"/>
                  <a:gd name="T38" fmla="*/ 155 w 373"/>
                  <a:gd name="T39" fmla="*/ 62 h 528"/>
                  <a:gd name="T40" fmla="*/ 155 w 373"/>
                  <a:gd name="T41" fmla="*/ 62 h 528"/>
                  <a:gd name="T42" fmla="*/ 124 w 373"/>
                  <a:gd name="T43" fmla="*/ 31 h 528"/>
                  <a:gd name="T44" fmla="*/ 93 w 373"/>
                  <a:gd name="T45" fmla="*/ 31 h 528"/>
                  <a:gd name="T46" fmla="*/ 93 w 373"/>
                  <a:gd name="T47" fmla="*/ 31 h 528"/>
                  <a:gd name="T48" fmla="*/ 93 w 373"/>
                  <a:gd name="T49" fmla="*/ 31 h 528"/>
                  <a:gd name="T50" fmla="*/ 93 w 373"/>
                  <a:gd name="T51" fmla="*/ 31 h 528"/>
                  <a:gd name="T52" fmla="*/ 93 w 373"/>
                  <a:gd name="T53" fmla="*/ 62 h 528"/>
                  <a:gd name="T54" fmla="*/ 62 w 373"/>
                  <a:gd name="T55" fmla="*/ 0 h 528"/>
                  <a:gd name="T56" fmla="*/ 62 w 373"/>
                  <a:gd name="T57" fmla="*/ 0 h 528"/>
                  <a:gd name="T58" fmla="*/ 62 w 373"/>
                  <a:gd name="T59" fmla="*/ 0 h 528"/>
                  <a:gd name="T60" fmla="*/ 31 w 373"/>
                  <a:gd name="T61" fmla="*/ 0 h 528"/>
                  <a:gd name="T62" fmla="*/ 0 w 373"/>
                  <a:gd name="T63" fmla="*/ 0 h 528"/>
                  <a:gd name="T64" fmla="*/ 0 w 373"/>
                  <a:gd name="T65" fmla="*/ 0 h 528"/>
                  <a:gd name="T66" fmla="*/ 0 w 373"/>
                  <a:gd name="T67" fmla="*/ 0 h 528"/>
                  <a:gd name="T68" fmla="*/ 31 w 373"/>
                  <a:gd name="T69" fmla="*/ 31 h 528"/>
                  <a:gd name="T70" fmla="*/ 31 w 373"/>
                  <a:gd name="T71" fmla="*/ 31 h 528"/>
                  <a:gd name="T72" fmla="*/ 31 w 373"/>
                  <a:gd name="T73" fmla="*/ 62 h 528"/>
                  <a:gd name="T74" fmla="*/ 31 w 373"/>
                  <a:gd name="T75" fmla="*/ 93 h 528"/>
                  <a:gd name="T76" fmla="*/ 31 w 373"/>
                  <a:gd name="T77" fmla="*/ 93 h 528"/>
                  <a:gd name="T78" fmla="*/ 62 w 373"/>
                  <a:gd name="T79" fmla="*/ 155 h 528"/>
                  <a:gd name="T80" fmla="*/ 62 w 373"/>
                  <a:gd name="T81" fmla="*/ 155 h 528"/>
                  <a:gd name="T82" fmla="*/ 62 w 373"/>
                  <a:gd name="T83" fmla="*/ 186 h 528"/>
                  <a:gd name="T84" fmla="*/ 62 w 373"/>
                  <a:gd name="T85" fmla="*/ 186 h 528"/>
                  <a:gd name="T86" fmla="*/ 31 w 373"/>
                  <a:gd name="T87" fmla="*/ 217 h 528"/>
                  <a:gd name="T88" fmla="*/ 31 w 373"/>
                  <a:gd name="T89" fmla="*/ 248 h 528"/>
                  <a:gd name="T90" fmla="*/ 0 w 373"/>
                  <a:gd name="T91" fmla="*/ 279 h 528"/>
                  <a:gd name="T92" fmla="*/ 0 w 373"/>
                  <a:gd name="T93" fmla="*/ 341 h 528"/>
                  <a:gd name="T94" fmla="*/ 217 w 373"/>
                  <a:gd name="T95" fmla="*/ 465 h 528"/>
                  <a:gd name="T96" fmla="*/ 217 w 373"/>
                  <a:gd name="T97" fmla="*/ 496 h 528"/>
                  <a:gd name="T98" fmla="*/ 248 w 373"/>
                  <a:gd name="T99" fmla="*/ 527 h 528"/>
                  <a:gd name="T100" fmla="*/ 279 w 373"/>
                  <a:gd name="T101" fmla="*/ 527 h 528"/>
                  <a:gd name="T102" fmla="*/ 279 w 373"/>
                  <a:gd name="T103" fmla="*/ 465 h 528"/>
                  <a:gd name="T104" fmla="*/ 309 w 373"/>
                  <a:gd name="T105" fmla="*/ 465 h 528"/>
                  <a:gd name="T106" fmla="*/ 309 w 373"/>
                  <a:gd name="T107" fmla="*/ 465 h 528"/>
                  <a:gd name="T108" fmla="*/ 309 w 373"/>
                  <a:gd name="T109" fmla="*/ 465 h 528"/>
                  <a:gd name="T110" fmla="*/ 341 w 373"/>
                  <a:gd name="T111" fmla="*/ 434 h 528"/>
                  <a:gd name="T112" fmla="*/ 341 w 373"/>
                  <a:gd name="T113" fmla="*/ 434 h 528"/>
                  <a:gd name="T114" fmla="*/ 372 w 373"/>
                  <a:gd name="T115" fmla="*/ 403 h 528"/>
                  <a:gd name="T116" fmla="*/ 372 w 373"/>
                  <a:gd name="T117" fmla="*/ 372 h 528"/>
                  <a:gd name="T118" fmla="*/ 372 w 373"/>
                  <a:gd name="T119" fmla="*/ 372 h 528"/>
                  <a:gd name="T120" fmla="*/ 341 w 373"/>
                  <a:gd name="T121" fmla="*/ 341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73" h="528">
                    <a:moveTo>
                      <a:pt x="341" y="341"/>
                    </a:moveTo>
                    <a:lnTo>
                      <a:pt x="341" y="341"/>
                    </a:lnTo>
                    <a:lnTo>
                      <a:pt x="341" y="341"/>
                    </a:lnTo>
                    <a:lnTo>
                      <a:pt x="341" y="341"/>
                    </a:lnTo>
                    <a:cubicBezTo>
                      <a:pt x="341" y="341"/>
                      <a:pt x="341" y="217"/>
                      <a:pt x="341" y="155"/>
                    </a:cubicBezTo>
                    <a:cubicBezTo>
                      <a:pt x="341" y="124"/>
                      <a:pt x="341" y="124"/>
                      <a:pt x="341" y="124"/>
                    </a:cubicBezTo>
                    <a:cubicBezTo>
                      <a:pt x="341" y="93"/>
                      <a:pt x="341" y="62"/>
                      <a:pt x="372" y="62"/>
                    </a:cubicBezTo>
                    <a:lnTo>
                      <a:pt x="372" y="62"/>
                    </a:lnTo>
                    <a:lnTo>
                      <a:pt x="372" y="62"/>
                    </a:lnTo>
                    <a:lnTo>
                      <a:pt x="372" y="62"/>
                    </a:lnTo>
                    <a:lnTo>
                      <a:pt x="372" y="62"/>
                    </a:lnTo>
                    <a:lnTo>
                      <a:pt x="372" y="62"/>
                    </a:lnTo>
                    <a:cubicBezTo>
                      <a:pt x="341" y="62"/>
                      <a:pt x="341" y="62"/>
                      <a:pt x="341" y="31"/>
                    </a:cubicBezTo>
                    <a:lnTo>
                      <a:pt x="341" y="31"/>
                    </a:lnTo>
                    <a:cubicBezTo>
                      <a:pt x="341" y="31"/>
                      <a:pt x="341" y="31"/>
                      <a:pt x="341" y="62"/>
                    </a:cubicBezTo>
                    <a:cubicBezTo>
                      <a:pt x="309" y="93"/>
                      <a:pt x="309" y="93"/>
                      <a:pt x="309" y="93"/>
                    </a:cubicBezTo>
                    <a:cubicBezTo>
                      <a:pt x="279" y="93"/>
                      <a:pt x="279" y="93"/>
                      <a:pt x="279" y="93"/>
                    </a:cubicBezTo>
                    <a:cubicBezTo>
                      <a:pt x="248" y="93"/>
                      <a:pt x="217" y="93"/>
                      <a:pt x="186" y="93"/>
                    </a:cubicBezTo>
                    <a:lnTo>
                      <a:pt x="186" y="93"/>
                    </a:lnTo>
                    <a:cubicBezTo>
                      <a:pt x="186" y="93"/>
                      <a:pt x="186" y="62"/>
                      <a:pt x="155" y="62"/>
                    </a:cubicBezTo>
                    <a:lnTo>
                      <a:pt x="155" y="62"/>
                    </a:lnTo>
                    <a:cubicBezTo>
                      <a:pt x="155" y="31"/>
                      <a:pt x="155" y="31"/>
                      <a:pt x="124" y="31"/>
                    </a:cubicBezTo>
                    <a:cubicBezTo>
                      <a:pt x="124" y="31"/>
                      <a:pt x="124" y="31"/>
                      <a:pt x="93" y="31"/>
                    </a:cubicBezTo>
                    <a:lnTo>
                      <a:pt x="93" y="31"/>
                    </a:lnTo>
                    <a:lnTo>
                      <a:pt x="93" y="31"/>
                    </a:lnTo>
                    <a:lnTo>
                      <a:pt x="93" y="31"/>
                    </a:lnTo>
                    <a:cubicBezTo>
                      <a:pt x="93" y="62"/>
                      <a:pt x="93" y="62"/>
                      <a:pt x="93" y="62"/>
                    </a:cubicBezTo>
                    <a:cubicBezTo>
                      <a:pt x="62" y="0"/>
                      <a:pt x="62" y="0"/>
                      <a:pt x="62" y="0"/>
                    </a:cubicBezTo>
                    <a:lnTo>
                      <a:pt x="62" y="0"/>
                    </a:lnTo>
                    <a:lnTo>
                      <a:pt x="62" y="0"/>
                    </a:lnTo>
                    <a:cubicBezTo>
                      <a:pt x="62" y="0"/>
                      <a:pt x="62" y="0"/>
                      <a:pt x="31" y="0"/>
                    </a:cubicBezTo>
                    <a:cubicBezTo>
                      <a:pt x="31" y="0"/>
                      <a:pt x="31" y="0"/>
                      <a:pt x="0" y="0"/>
                    </a:cubicBezTo>
                    <a:lnTo>
                      <a:pt x="0" y="0"/>
                    </a:lnTo>
                    <a:lnTo>
                      <a:pt x="0" y="0"/>
                    </a:lnTo>
                    <a:cubicBezTo>
                      <a:pt x="0" y="31"/>
                      <a:pt x="31" y="31"/>
                      <a:pt x="31" y="31"/>
                    </a:cubicBezTo>
                    <a:lnTo>
                      <a:pt x="31" y="31"/>
                    </a:lnTo>
                    <a:cubicBezTo>
                      <a:pt x="31" y="62"/>
                      <a:pt x="31" y="62"/>
                      <a:pt x="31" y="62"/>
                    </a:cubicBezTo>
                    <a:cubicBezTo>
                      <a:pt x="31" y="62"/>
                      <a:pt x="31" y="62"/>
                      <a:pt x="31" y="93"/>
                    </a:cubicBezTo>
                    <a:lnTo>
                      <a:pt x="31" y="93"/>
                    </a:lnTo>
                    <a:lnTo>
                      <a:pt x="62" y="155"/>
                    </a:lnTo>
                    <a:lnTo>
                      <a:pt x="62" y="155"/>
                    </a:lnTo>
                    <a:cubicBezTo>
                      <a:pt x="62" y="186"/>
                      <a:pt x="62" y="186"/>
                      <a:pt x="62" y="186"/>
                    </a:cubicBezTo>
                    <a:lnTo>
                      <a:pt x="62" y="186"/>
                    </a:lnTo>
                    <a:cubicBezTo>
                      <a:pt x="31" y="217"/>
                      <a:pt x="31" y="217"/>
                      <a:pt x="31" y="217"/>
                    </a:cubicBezTo>
                    <a:cubicBezTo>
                      <a:pt x="31" y="217"/>
                      <a:pt x="31" y="217"/>
                      <a:pt x="31" y="248"/>
                    </a:cubicBezTo>
                    <a:cubicBezTo>
                      <a:pt x="0" y="248"/>
                      <a:pt x="0" y="248"/>
                      <a:pt x="0" y="279"/>
                    </a:cubicBezTo>
                    <a:cubicBezTo>
                      <a:pt x="0" y="279"/>
                      <a:pt x="0" y="310"/>
                      <a:pt x="0" y="341"/>
                    </a:cubicBezTo>
                    <a:cubicBezTo>
                      <a:pt x="217" y="465"/>
                      <a:pt x="217" y="465"/>
                      <a:pt x="217" y="465"/>
                    </a:cubicBezTo>
                    <a:cubicBezTo>
                      <a:pt x="217" y="496"/>
                      <a:pt x="217" y="496"/>
                      <a:pt x="217" y="496"/>
                    </a:cubicBezTo>
                    <a:cubicBezTo>
                      <a:pt x="248" y="527"/>
                      <a:pt x="248" y="527"/>
                      <a:pt x="248" y="527"/>
                    </a:cubicBezTo>
                    <a:cubicBezTo>
                      <a:pt x="279" y="527"/>
                      <a:pt x="279" y="527"/>
                      <a:pt x="279" y="527"/>
                    </a:cubicBezTo>
                    <a:cubicBezTo>
                      <a:pt x="279" y="496"/>
                      <a:pt x="279" y="496"/>
                      <a:pt x="279" y="465"/>
                    </a:cubicBezTo>
                    <a:cubicBezTo>
                      <a:pt x="279" y="465"/>
                      <a:pt x="279" y="465"/>
                      <a:pt x="309" y="465"/>
                    </a:cubicBezTo>
                    <a:lnTo>
                      <a:pt x="309" y="465"/>
                    </a:lnTo>
                    <a:lnTo>
                      <a:pt x="309" y="465"/>
                    </a:lnTo>
                    <a:cubicBezTo>
                      <a:pt x="309" y="434"/>
                      <a:pt x="309" y="434"/>
                      <a:pt x="341" y="434"/>
                    </a:cubicBezTo>
                    <a:lnTo>
                      <a:pt x="341" y="434"/>
                    </a:lnTo>
                    <a:cubicBezTo>
                      <a:pt x="341" y="403"/>
                      <a:pt x="341" y="403"/>
                      <a:pt x="372" y="403"/>
                    </a:cubicBezTo>
                    <a:cubicBezTo>
                      <a:pt x="372" y="372"/>
                      <a:pt x="372" y="372"/>
                      <a:pt x="372" y="372"/>
                    </a:cubicBezTo>
                    <a:lnTo>
                      <a:pt x="372" y="372"/>
                    </a:lnTo>
                    <a:cubicBezTo>
                      <a:pt x="372" y="372"/>
                      <a:pt x="341" y="372"/>
                      <a:pt x="341" y="34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66" name="Freeform 15">
                <a:extLst>
                  <a:ext uri="{FF2B5EF4-FFF2-40B4-BE49-F238E27FC236}">
                    <a16:creationId xmlns:a16="http://schemas.microsoft.com/office/drawing/2014/main" id="{56A8A3AE-30A7-3B07-D08A-2A265B03C596}"/>
                  </a:ext>
                </a:extLst>
              </p:cNvPr>
              <p:cNvSpPr>
                <a:spLocks noChangeArrowheads="1"/>
              </p:cNvSpPr>
              <p:nvPr/>
            </p:nvSpPr>
            <p:spPr bwMode="auto">
              <a:xfrm>
                <a:off x="4181475" y="3017838"/>
                <a:ext cx="134938" cy="134937"/>
              </a:xfrm>
              <a:custGeom>
                <a:avLst/>
                <a:gdLst>
                  <a:gd name="T0" fmla="*/ 341 w 373"/>
                  <a:gd name="T1" fmla="*/ 218 h 373"/>
                  <a:gd name="T2" fmla="*/ 341 w 373"/>
                  <a:gd name="T3" fmla="*/ 187 h 373"/>
                  <a:gd name="T4" fmla="*/ 372 w 373"/>
                  <a:gd name="T5" fmla="*/ 156 h 373"/>
                  <a:gd name="T6" fmla="*/ 372 w 373"/>
                  <a:gd name="T7" fmla="*/ 156 h 373"/>
                  <a:gd name="T8" fmla="*/ 341 w 373"/>
                  <a:gd name="T9" fmla="*/ 94 h 373"/>
                  <a:gd name="T10" fmla="*/ 341 w 373"/>
                  <a:gd name="T11" fmla="*/ 63 h 373"/>
                  <a:gd name="T12" fmla="*/ 279 w 373"/>
                  <a:gd name="T13" fmla="*/ 32 h 373"/>
                  <a:gd name="T14" fmla="*/ 248 w 373"/>
                  <a:gd name="T15" fmla="*/ 32 h 373"/>
                  <a:gd name="T16" fmla="*/ 248 w 373"/>
                  <a:gd name="T17" fmla="*/ 32 h 373"/>
                  <a:gd name="T18" fmla="*/ 248 w 373"/>
                  <a:gd name="T19" fmla="*/ 32 h 373"/>
                  <a:gd name="T20" fmla="*/ 217 w 373"/>
                  <a:gd name="T21" fmla="*/ 0 h 373"/>
                  <a:gd name="T22" fmla="*/ 186 w 373"/>
                  <a:gd name="T23" fmla="*/ 0 h 373"/>
                  <a:gd name="T24" fmla="*/ 155 w 373"/>
                  <a:gd name="T25" fmla="*/ 63 h 373"/>
                  <a:gd name="T26" fmla="*/ 124 w 373"/>
                  <a:gd name="T27" fmla="*/ 94 h 373"/>
                  <a:gd name="T28" fmla="*/ 93 w 373"/>
                  <a:gd name="T29" fmla="*/ 124 h 373"/>
                  <a:gd name="T30" fmla="*/ 62 w 373"/>
                  <a:gd name="T31" fmla="*/ 156 h 373"/>
                  <a:gd name="T32" fmla="*/ 62 w 373"/>
                  <a:gd name="T33" fmla="*/ 156 h 373"/>
                  <a:gd name="T34" fmla="*/ 31 w 373"/>
                  <a:gd name="T35" fmla="*/ 156 h 373"/>
                  <a:gd name="T36" fmla="*/ 0 w 373"/>
                  <a:gd name="T37" fmla="*/ 156 h 373"/>
                  <a:gd name="T38" fmla="*/ 0 w 373"/>
                  <a:gd name="T39" fmla="*/ 187 h 373"/>
                  <a:gd name="T40" fmla="*/ 31 w 373"/>
                  <a:gd name="T41" fmla="*/ 187 h 373"/>
                  <a:gd name="T42" fmla="*/ 62 w 373"/>
                  <a:gd name="T43" fmla="*/ 218 h 373"/>
                  <a:gd name="T44" fmla="*/ 93 w 373"/>
                  <a:gd name="T45" fmla="*/ 280 h 373"/>
                  <a:gd name="T46" fmla="*/ 124 w 373"/>
                  <a:gd name="T47" fmla="*/ 342 h 373"/>
                  <a:gd name="T48" fmla="*/ 124 w 373"/>
                  <a:gd name="T49" fmla="*/ 342 h 373"/>
                  <a:gd name="T50" fmla="*/ 155 w 373"/>
                  <a:gd name="T51" fmla="*/ 342 h 373"/>
                  <a:gd name="T52" fmla="*/ 186 w 373"/>
                  <a:gd name="T53" fmla="*/ 372 h 373"/>
                  <a:gd name="T54" fmla="*/ 217 w 373"/>
                  <a:gd name="T55" fmla="*/ 372 h 373"/>
                  <a:gd name="T56" fmla="*/ 217 w 373"/>
                  <a:gd name="T57" fmla="*/ 372 h 373"/>
                  <a:gd name="T58" fmla="*/ 248 w 373"/>
                  <a:gd name="T59" fmla="*/ 372 h 373"/>
                  <a:gd name="T60" fmla="*/ 279 w 373"/>
                  <a:gd name="T61" fmla="*/ 372 h 373"/>
                  <a:gd name="T62" fmla="*/ 279 w 373"/>
                  <a:gd name="T63" fmla="*/ 372 h 373"/>
                  <a:gd name="T64" fmla="*/ 341 w 373"/>
                  <a:gd name="T65" fmla="*/ 342 h 373"/>
                  <a:gd name="T66" fmla="*/ 341 w 373"/>
                  <a:gd name="T67" fmla="*/ 311 h 373"/>
                  <a:gd name="T68" fmla="*/ 341 w 373"/>
                  <a:gd name="T69" fmla="*/ 248 h 373"/>
                  <a:gd name="T70" fmla="*/ 341 w 373"/>
                  <a:gd name="T71" fmla="*/ 218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73" h="373">
                    <a:moveTo>
                      <a:pt x="341" y="218"/>
                    </a:moveTo>
                    <a:lnTo>
                      <a:pt x="341" y="218"/>
                    </a:lnTo>
                    <a:lnTo>
                      <a:pt x="341" y="187"/>
                    </a:lnTo>
                    <a:lnTo>
                      <a:pt x="341" y="187"/>
                    </a:lnTo>
                    <a:lnTo>
                      <a:pt x="341" y="156"/>
                    </a:lnTo>
                    <a:lnTo>
                      <a:pt x="372" y="156"/>
                    </a:lnTo>
                    <a:lnTo>
                      <a:pt x="372" y="156"/>
                    </a:lnTo>
                    <a:lnTo>
                      <a:pt x="372" y="156"/>
                    </a:lnTo>
                    <a:cubicBezTo>
                      <a:pt x="341" y="124"/>
                      <a:pt x="341" y="124"/>
                      <a:pt x="341" y="94"/>
                    </a:cubicBezTo>
                    <a:lnTo>
                      <a:pt x="341" y="94"/>
                    </a:lnTo>
                    <a:lnTo>
                      <a:pt x="341" y="63"/>
                    </a:lnTo>
                    <a:lnTo>
                      <a:pt x="341" y="63"/>
                    </a:lnTo>
                    <a:cubicBezTo>
                      <a:pt x="341" y="63"/>
                      <a:pt x="341" y="63"/>
                      <a:pt x="310" y="63"/>
                    </a:cubicBezTo>
                    <a:cubicBezTo>
                      <a:pt x="310" y="63"/>
                      <a:pt x="310" y="32"/>
                      <a:pt x="279" y="32"/>
                    </a:cubicBezTo>
                    <a:lnTo>
                      <a:pt x="279" y="32"/>
                    </a:lnTo>
                    <a:cubicBezTo>
                      <a:pt x="279" y="32"/>
                      <a:pt x="279" y="32"/>
                      <a:pt x="248" y="32"/>
                    </a:cubicBezTo>
                    <a:lnTo>
                      <a:pt x="248" y="32"/>
                    </a:lnTo>
                    <a:lnTo>
                      <a:pt x="248" y="32"/>
                    </a:lnTo>
                    <a:lnTo>
                      <a:pt x="248" y="32"/>
                    </a:lnTo>
                    <a:lnTo>
                      <a:pt x="248" y="32"/>
                    </a:lnTo>
                    <a:cubicBezTo>
                      <a:pt x="248" y="32"/>
                      <a:pt x="217" y="32"/>
                      <a:pt x="217" y="0"/>
                    </a:cubicBezTo>
                    <a:lnTo>
                      <a:pt x="217" y="0"/>
                    </a:lnTo>
                    <a:lnTo>
                      <a:pt x="186" y="0"/>
                    </a:lnTo>
                    <a:lnTo>
                      <a:pt x="186" y="0"/>
                    </a:lnTo>
                    <a:lnTo>
                      <a:pt x="186" y="32"/>
                    </a:lnTo>
                    <a:cubicBezTo>
                      <a:pt x="186" y="32"/>
                      <a:pt x="186" y="63"/>
                      <a:pt x="155" y="63"/>
                    </a:cubicBezTo>
                    <a:lnTo>
                      <a:pt x="155" y="63"/>
                    </a:lnTo>
                    <a:lnTo>
                      <a:pt x="124" y="94"/>
                    </a:lnTo>
                    <a:cubicBezTo>
                      <a:pt x="93" y="94"/>
                      <a:pt x="93" y="94"/>
                      <a:pt x="93" y="94"/>
                    </a:cubicBezTo>
                    <a:lnTo>
                      <a:pt x="93" y="124"/>
                    </a:lnTo>
                    <a:lnTo>
                      <a:pt x="93" y="124"/>
                    </a:lnTo>
                    <a:cubicBezTo>
                      <a:pt x="93" y="124"/>
                      <a:pt x="93" y="156"/>
                      <a:pt x="62" y="156"/>
                    </a:cubicBezTo>
                    <a:lnTo>
                      <a:pt x="62" y="156"/>
                    </a:lnTo>
                    <a:lnTo>
                      <a:pt x="62" y="156"/>
                    </a:lnTo>
                    <a:cubicBezTo>
                      <a:pt x="31" y="156"/>
                      <a:pt x="31" y="156"/>
                      <a:pt x="31" y="156"/>
                    </a:cubicBezTo>
                    <a:lnTo>
                      <a:pt x="31" y="156"/>
                    </a:lnTo>
                    <a:lnTo>
                      <a:pt x="31" y="156"/>
                    </a:lnTo>
                    <a:cubicBezTo>
                      <a:pt x="0" y="156"/>
                      <a:pt x="0" y="156"/>
                      <a:pt x="0" y="156"/>
                    </a:cubicBezTo>
                    <a:lnTo>
                      <a:pt x="0" y="156"/>
                    </a:lnTo>
                    <a:cubicBezTo>
                      <a:pt x="0" y="156"/>
                      <a:pt x="0" y="156"/>
                      <a:pt x="0" y="187"/>
                    </a:cubicBezTo>
                    <a:lnTo>
                      <a:pt x="0" y="187"/>
                    </a:lnTo>
                    <a:cubicBezTo>
                      <a:pt x="0" y="187"/>
                      <a:pt x="0" y="187"/>
                      <a:pt x="31" y="187"/>
                    </a:cubicBezTo>
                    <a:cubicBezTo>
                      <a:pt x="31" y="218"/>
                      <a:pt x="31" y="218"/>
                      <a:pt x="31" y="218"/>
                    </a:cubicBezTo>
                    <a:lnTo>
                      <a:pt x="62" y="218"/>
                    </a:lnTo>
                    <a:cubicBezTo>
                      <a:pt x="62" y="218"/>
                      <a:pt x="93" y="248"/>
                      <a:pt x="93" y="280"/>
                    </a:cubicBezTo>
                    <a:lnTo>
                      <a:pt x="93" y="280"/>
                    </a:lnTo>
                    <a:cubicBezTo>
                      <a:pt x="124" y="280"/>
                      <a:pt x="124" y="311"/>
                      <a:pt x="124" y="311"/>
                    </a:cubicBezTo>
                    <a:lnTo>
                      <a:pt x="124" y="342"/>
                    </a:lnTo>
                    <a:lnTo>
                      <a:pt x="124" y="342"/>
                    </a:lnTo>
                    <a:lnTo>
                      <a:pt x="124" y="342"/>
                    </a:lnTo>
                    <a:lnTo>
                      <a:pt x="124" y="342"/>
                    </a:lnTo>
                    <a:cubicBezTo>
                      <a:pt x="155" y="342"/>
                      <a:pt x="155" y="342"/>
                      <a:pt x="155" y="342"/>
                    </a:cubicBezTo>
                    <a:cubicBezTo>
                      <a:pt x="186" y="342"/>
                      <a:pt x="186" y="342"/>
                      <a:pt x="186" y="342"/>
                    </a:cubicBezTo>
                    <a:cubicBezTo>
                      <a:pt x="186" y="372"/>
                      <a:pt x="186" y="372"/>
                      <a:pt x="186" y="372"/>
                    </a:cubicBezTo>
                    <a:lnTo>
                      <a:pt x="186" y="372"/>
                    </a:lnTo>
                    <a:cubicBezTo>
                      <a:pt x="186" y="372"/>
                      <a:pt x="186" y="372"/>
                      <a:pt x="217" y="372"/>
                    </a:cubicBezTo>
                    <a:lnTo>
                      <a:pt x="217" y="372"/>
                    </a:lnTo>
                    <a:lnTo>
                      <a:pt x="217" y="372"/>
                    </a:lnTo>
                    <a:lnTo>
                      <a:pt x="217" y="372"/>
                    </a:lnTo>
                    <a:lnTo>
                      <a:pt x="248" y="372"/>
                    </a:lnTo>
                    <a:lnTo>
                      <a:pt x="248" y="372"/>
                    </a:lnTo>
                    <a:lnTo>
                      <a:pt x="279" y="372"/>
                    </a:lnTo>
                    <a:lnTo>
                      <a:pt x="279" y="372"/>
                    </a:lnTo>
                    <a:lnTo>
                      <a:pt x="279" y="372"/>
                    </a:lnTo>
                    <a:lnTo>
                      <a:pt x="279" y="372"/>
                    </a:lnTo>
                    <a:cubicBezTo>
                      <a:pt x="310" y="342"/>
                      <a:pt x="310" y="342"/>
                      <a:pt x="341" y="342"/>
                    </a:cubicBezTo>
                    <a:lnTo>
                      <a:pt x="341" y="342"/>
                    </a:lnTo>
                    <a:cubicBezTo>
                      <a:pt x="341" y="311"/>
                      <a:pt x="341" y="311"/>
                      <a:pt x="341" y="311"/>
                    </a:cubicBezTo>
                    <a:lnTo>
                      <a:pt x="341" y="311"/>
                    </a:lnTo>
                    <a:cubicBezTo>
                      <a:pt x="341" y="280"/>
                      <a:pt x="341" y="280"/>
                      <a:pt x="341" y="248"/>
                    </a:cubicBezTo>
                    <a:lnTo>
                      <a:pt x="372" y="248"/>
                    </a:lnTo>
                    <a:lnTo>
                      <a:pt x="341" y="21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67" name="Freeform 16">
                <a:extLst>
                  <a:ext uri="{FF2B5EF4-FFF2-40B4-BE49-F238E27FC236}">
                    <a16:creationId xmlns:a16="http://schemas.microsoft.com/office/drawing/2014/main" id="{DD01AFF9-44A4-C626-0163-8B82422126C6}"/>
                  </a:ext>
                </a:extLst>
              </p:cNvPr>
              <p:cNvSpPr>
                <a:spLocks noChangeArrowheads="1"/>
              </p:cNvSpPr>
              <p:nvPr/>
            </p:nvSpPr>
            <p:spPr bwMode="auto">
              <a:xfrm>
                <a:off x="4327525" y="2884488"/>
                <a:ext cx="44450" cy="133350"/>
              </a:xfrm>
              <a:custGeom>
                <a:avLst/>
                <a:gdLst>
                  <a:gd name="T0" fmla="*/ 31 w 125"/>
                  <a:gd name="T1" fmla="*/ 186 h 372"/>
                  <a:gd name="T2" fmla="*/ 31 w 125"/>
                  <a:gd name="T3" fmla="*/ 186 h 372"/>
                  <a:gd name="T4" fmla="*/ 31 w 125"/>
                  <a:gd name="T5" fmla="*/ 154 h 372"/>
                  <a:gd name="T6" fmla="*/ 31 w 125"/>
                  <a:gd name="T7" fmla="*/ 154 h 372"/>
                  <a:gd name="T8" fmla="*/ 31 w 125"/>
                  <a:gd name="T9" fmla="*/ 154 h 372"/>
                  <a:gd name="T10" fmla="*/ 31 w 125"/>
                  <a:gd name="T11" fmla="*/ 154 h 372"/>
                  <a:gd name="T12" fmla="*/ 31 w 125"/>
                  <a:gd name="T13" fmla="*/ 124 h 372"/>
                  <a:gd name="T14" fmla="*/ 62 w 125"/>
                  <a:gd name="T15" fmla="*/ 93 h 372"/>
                  <a:gd name="T16" fmla="*/ 62 w 125"/>
                  <a:gd name="T17" fmla="*/ 93 h 372"/>
                  <a:gd name="T18" fmla="*/ 62 w 125"/>
                  <a:gd name="T19" fmla="*/ 93 h 372"/>
                  <a:gd name="T20" fmla="*/ 62 w 125"/>
                  <a:gd name="T21" fmla="*/ 31 h 372"/>
                  <a:gd name="T22" fmla="*/ 31 w 125"/>
                  <a:gd name="T23" fmla="*/ 0 h 372"/>
                  <a:gd name="T24" fmla="*/ 31 w 125"/>
                  <a:gd name="T25" fmla="*/ 0 h 372"/>
                  <a:gd name="T26" fmla="*/ 31 w 125"/>
                  <a:gd name="T27" fmla="*/ 0 h 372"/>
                  <a:gd name="T28" fmla="*/ 31 w 125"/>
                  <a:gd name="T29" fmla="*/ 0 h 372"/>
                  <a:gd name="T30" fmla="*/ 31 w 125"/>
                  <a:gd name="T31" fmla="*/ 31 h 372"/>
                  <a:gd name="T32" fmla="*/ 31 w 125"/>
                  <a:gd name="T33" fmla="*/ 62 h 372"/>
                  <a:gd name="T34" fmla="*/ 31 w 125"/>
                  <a:gd name="T35" fmla="*/ 62 h 372"/>
                  <a:gd name="T36" fmla="*/ 31 w 125"/>
                  <a:gd name="T37" fmla="*/ 93 h 372"/>
                  <a:gd name="T38" fmla="*/ 31 w 125"/>
                  <a:gd name="T39" fmla="*/ 124 h 372"/>
                  <a:gd name="T40" fmla="*/ 0 w 125"/>
                  <a:gd name="T41" fmla="*/ 186 h 372"/>
                  <a:gd name="T42" fmla="*/ 0 w 125"/>
                  <a:gd name="T43" fmla="*/ 186 h 372"/>
                  <a:gd name="T44" fmla="*/ 0 w 125"/>
                  <a:gd name="T45" fmla="*/ 186 h 372"/>
                  <a:gd name="T46" fmla="*/ 0 w 125"/>
                  <a:gd name="T47" fmla="*/ 186 h 372"/>
                  <a:gd name="T48" fmla="*/ 0 w 125"/>
                  <a:gd name="T49" fmla="*/ 186 h 372"/>
                  <a:gd name="T50" fmla="*/ 0 w 125"/>
                  <a:gd name="T51" fmla="*/ 186 h 372"/>
                  <a:gd name="T52" fmla="*/ 0 w 125"/>
                  <a:gd name="T53" fmla="*/ 217 h 372"/>
                  <a:gd name="T54" fmla="*/ 0 w 125"/>
                  <a:gd name="T55" fmla="*/ 217 h 372"/>
                  <a:gd name="T56" fmla="*/ 31 w 125"/>
                  <a:gd name="T57" fmla="*/ 248 h 372"/>
                  <a:gd name="T58" fmla="*/ 31 w 125"/>
                  <a:gd name="T59" fmla="*/ 248 h 372"/>
                  <a:gd name="T60" fmla="*/ 31 w 125"/>
                  <a:gd name="T61" fmla="*/ 248 h 372"/>
                  <a:gd name="T62" fmla="*/ 31 w 125"/>
                  <a:gd name="T63" fmla="*/ 248 h 372"/>
                  <a:gd name="T64" fmla="*/ 62 w 125"/>
                  <a:gd name="T65" fmla="*/ 248 h 372"/>
                  <a:gd name="T66" fmla="*/ 62 w 125"/>
                  <a:gd name="T67" fmla="*/ 248 h 372"/>
                  <a:gd name="T68" fmla="*/ 93 w 125"/>
                  <a:gd name="T69" fmla="*/ 279 h 372"/>
                  <a:gd name="T70" fmla="*/ 93 w 125"/>
                  <a:gd name="T71" fmla="*/ 310 h 372"/>
                  <a:gd name="T72" fmla="*/ 93 w 125"/>
                  <a:gd name="T73" fmla="*/ 310 h 372"/>
                  <a:gd name="T74" fmla="*/ 93 w 125"/>
                  <a:gd name="T75" fmla="*/ 310 h 372"/>
                  <a:gd name="T76" fmla="*/ 93 w 125"/>
                  <a:gd name="T77" fmla="*/ 371 h 372"/>
                  <a:gd name="T78" fmla="*/ 93 w 125"/>
                  <a:gd name="T79" fmla="*/ 371 h 372"/>
                  <a:gd name="T80" fmla="*/ 93 w 125"/>
                  <a:gd name="T81" fmla="*/ 371 h 372"/>
                  <a:gd name="T82" fmla="*/ 93 w 125"/>
                  <a:gd name="T83" fmla="*/ 371 h 372"/>
                  <a:gd name="T84" fmla="*/ 93 w 125"/>
                  <a:gd name="T85" fmla="*/ 371 h 372"/>
                  <a:gd name="T86" fmla="*/ 124 w 125"/>
                  <a:gd name="T87" fmla="*/ 371 h 372"/>
                  <a:gd name="T88" fmla="*/ 124 w 125"/>
                  <a:gd name="T89" fmla="*/ 371 h 372"/>
                  <a:gd name="T90" fmla="*/ 124 w 125"/>
                  <a:gd name="T91" fmla="*/ 341 h 372"/>
                  <a:gd name="T92" fmla="*/ 124 w 125"/>
                  <a:gd name="T93" fmla="*/ 341 h 372"/>
                  <a:gd name="T94" fmla="*/ 124 w 125"/>
                  <a:gd name="T95" fmla="*/ 310 h 372"/>
                  <a:gd name="T96" fmla="*/ 124 w 125"/>
                  <a:gd name="T97" fmla="*/ 279 h 372"/>
                  <a:gd name="T98" fmla="*/ 124 w 125"/>
                  <a:gd name="T99" fmla="*/ 279 h 372"/>
                  <a:gd name="T100" fmla="*/ 93 w 125"/>
                  <a:gd name="T101" fmla="*/ 279 h 372"/>
                  <a:gd name="T102" fmla="*/ 62 w 125"/>
                  <a:gd name="T103" fmla="*/ 248 h 372"/>
                  <a:gd name="T104" fmla="*/ 62 w 125"/>
                  <a:gd name="T105" fmla="*/ 217 h 372"/>
                  <a:gd name="T106" fmla="*/ 62 w 125"/>
                  <a:gd name="T107" fmla="*/ 217 h 372"/>
                  <a:gd name="T108" fmla="*/ 31 w 125"/>
                  <a:gd name="T109" fmla="*/ 186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5" h="372">
                    <a:moveTo>
                      <a:pt x="31" y="186"/>
                    </a:moveTo>
                    <a:lnTo>
                      <a:pt x="31" y="186"/>
                    </a:lnTo>
                    <a:cubicBezTo>
                      <a:pt x="31" y="186"/>
                      <a:pt x="31" y="186"/>
                      <a:pt x="31" y="154"/>
                    </a:cubicBezTo>
                    <a:lnTo>
                      <a:pt x="31" y="154"/>
                    </a:lnTo>
                    <a:lnTo>
                      <a:pt x="31" y="154"/>
                    </a:lnTo>
                    <a:lnTo>
                      <a:pt x="31" y="154"/>
                    </a:lnTo>
                    <a:cubicBezTo>
                      <a:pt x="31" y="154"/>
                      <a:pt x="31" y="154"/>
                      <a:pt x="31" y="124"/>
                    </a:cubicBezTo>
                    <a:cubicBezTo>
                      <a:pt x="31" y="124"/>
                      <a:pt x="31" y="124"/>
                      <a:pt x="62" y="93"/>
                    </a:cubicBezTo>
                    <a:lnTo>
                      <a:pt x="62" y="93"/>
                    </a:lnTo>
                    <a:lnTo>
                      <a:pt x="62" y="93"/>
                    </a:lnTo>
                    <a:cubicBezTo>
                      <a:pt x="62" y="62"/>
                      <a:pt x="62" y="31"/>
                      <a:pt x="62" y="31"/>
                    </a:cubicBezTo>
                    <a:lnTo>
                      <a:pt x="31" y="0"/>
                    </a:lnTo>
                    <a:lnTo>
                      <a:pt x="31" y="0"/>
                    </a:lnTo>
                    <a:lnTo>
                      <a:pt x="31" y="0"/>
                    </a:lnTo>
                    <a:lnTo>
                      <a:pt x="31" y="0"/>
                    </a:lnTo>
                    <a:lnTo>
                      <a:pt x="31" y="31"/>
                    </a:lnTo>
                    <a:lnTo>
                      <a:pt x="31" y="62"/>
                    </a:lnTo>
                    <a:lnTo>
                      <a:pt x="31" y="62"/>
                    </a:lnTo>
                    <a:lnTo>
                      <a:pt x="31" y="93"/>
                    </a:lnTo>
                    <a:lnTo>
                      <a:pt x="31" y="124"/>
                    </a:lnTo>
                    <a:cubicBezTo>
                      <a:pt x="31" y="154"/>
                      <a:pt x="31" y="154"/>
                      <a:pt x="0" y="186"/>
                    </a:cubicBezTo>
                    <a:lnTo>
                      <a:pt x="0" y="186"/>
                    </a:lnTo>
                    <a:lnTo>
                      <a:pt x="0" y="186"/>
                    </a:lnTo>
                    <a:lnTo>
                      <a:pt x="0" y="186"/>
                    </a:lnTo>
                    <a:lnTo>
                      <a:pt x="0" y="186"/>
                    </a:lnTo>
                    <a:lnTo>
                      <a:pt x="0" y="186"/>
                    </a:lnTo>
                    <a:cubicBezTo>
                      <a:pt x="0" y="217"/>
                      <a:pt x="0" y="217"/>
                      <a:pt x="0" y="217"/>
                    </a:cubicBezTo>
                    <a:lnTo>
                      <a:pt x="0" y="217"/>
                    </a:lnTo>
                    <a:cubicBezTo>
                      <a:pt x="0" y="248"/>
                      <a:pt x="31" y="248"/>
                      <a:pt x="31" y="248"/>
                    </a:cubicBezTo>
                    <a:lnTo>
                      <a:pt x="31" y="248"/>
                    </a:lnTo>
                    <a:lnTo>
                      <a:pt x="31" y="248"/>
                    </a:lnTo>
                    <a:lnTo>
                      <a:pt x="31" y="248"/>
                    </a:lnTo>
                    <a:lnTo>
                      <a:pt x="62" y="248"/>
                    </a:lnTo>
                    <a:lnTo>
                      <a:pt x="62" y="248"/>
                    </a:lnTo>
                    <a:cubicBezTo>
                      <a:pt x="62" y="248"/>
                      <a:pt x="93" y="248"/>
                      <a:pt x="93" y="279"/>
                    </a:cubicBezTo>
                    <a:lnTo>
                      <a:pt x="93" y="310"/>
                    </a:lnTo>
                    <a:lnTo>
                      <a:pt x="93" y="310"/>
                    </a:lnTo>
                    <a:lnTo>
                      <a:pt x="93" y="310"/>
                    </a:lnTo>
                    <a:cubicBezTo>
                      <a:pt x="93" y="341"/>
                      <a:pt x="93" y="341"/>
                      <a:pt x="93" y="371"/>
                    </a:cubicBezTo>
                    <a:lnTo>
                      <a:pt x="93" y="371"/>
                    </a:lnTo>
                    <a:lnTo>
                      <a:pt x="93" y="371"/>
                    </a:lnTo>
                    <a:lnTo>
                      <a:pt x="93" y="371"/>
                    </a:lnTo>
                    <a:lnTo>
                      <a:pt x="93" y="371"/>
                    </a:lnTo>
                    <a:cubicBezTo>
                      <a:pt x="93" y="371"/>
                      <a:pt x="93" y="371"/>
                      <a:pt x="124" y="371"/>
                    </a:cubicBezTo>
                    <a:lnTo>
                      <a:pt x="124" y="371"/>
                    </a:lnTo>
                    <a:lnTo>
                      <a:pt x="124" y="341"/>
                    </a:lnTo>
                    <a:lnTo>
                      <a:pt x="124" y="341"/>
                    </a:lnTo>
                    <a:lnTo>
                      <a:pt x="124" y="310"/>
                    </a:lnTo>
                    <a:cubicBezTo>
                      <a:pt x="124" y="310"/>
                      <a:pt x="124" y="310"/>
                      <a:pt x="124" y="279"/>
                    </a:cubicBezTo>
                    <a:lnTo>
                      <a:pt x="124" y="279"/>
                    </a:lnTo>
                    <a:cubicBezTo>
                      <a:pt x="93" y="279"/>
                      <a:pt x="93" y="279"/>
                      <a:pt x="93" y="279"/>
                    </a:cubicBezTo>
                    <a:cubicBezTo>
                      <a:pt x="93" y="248"/>
                      <a:pt x="93" y="248"/>
                      <a:pt x="62" y="248"/>
                    </a:cubicBezTo>
                    <a:cubicBezTo>
                      <a:pt x="62" y="217"/>
                      <a:pt x="62" y="217"/>
                      <a:pt x="62" y="217"/>
                    </a:cubicBezTo>
                    <a:lnTo>
                      <a:pt x="62" y="217"/>
                    </a:lnTo>
                    <a:cubicBezTo>
                      <a:pt x="62" y="217"/>
                      <a:pt x="31" y="217"/>
                      <a:pt x="31" y="18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68" name="Freeform 17">
                <a:extLst>
                  <a:ext uri="{FF2B5EF4-FFF2-40B4-BE49-F238E27FC236}">
                    <a16:creationId xmlns:a16="http://schemas.microsoft.com/office/drawing/2014/main" id="{38B63567-B507-D498-4EA2-977F556CF67F}"/>
                  </a:ext>
                </a:extLst>
              </p:cNvPr>
              <p:cNvSpPr>
                <a:spLocks noChangeArrowheads="1"/>
              </p:cNvSpPr>
              <p:nvPr/>
            </p:nvSpPr>
            <p:spPr bwMode="auto">
              <a:xfrm>
                <a:off x="3333750" y="2025650"/>
                <a:ext cx="146050" cy="123825"/>
              </a:xfrm>
              <a:custGeom>
                <a:avLst/>
                <a:gdLst>
                  <a:gd name="T0" fmla="*/ 217 w 405"/>
                  <a:gd name="T1" fmla="*/ 217 h 342"/>
                  <a:gd name="T2" fmla="*/ 217 w 405"/>
                  <a:gd name="T3" fmla="*/ 217 h 342"/>
                  <a:gd name="T4" fmla="*/ 217 w 405"/>
                  <a:gd name="T5" fmla="*/ 31 h 342"/>
                  <a:gd name="T6" fmla="*/ 404 w 405"/>
                  <a:gd name="T7" fmla="*/ 31 h 342"/>
                  <a:gd name="T8" fmla="*/ 404 w 405"/>
                  <a:gd name="T9" fmla="*/ 0 h 342"/>
                  <a:gd name="T10" fmla="*/ 217 w 405"/>
                  <a:gd name="T11" fmla="*/ 0 h 342"/>
                  <a:gd name="T12" fmla="*/ 186 w 405"/>
                  <a:gd name="T13" fmla="*/ 31 h 342"/>
                  <a:gd name="T14" fmla="*/ 156 w 405"/>
                  <a:gd name="T15" fmla="*/ 63 h 342"/>
                  <a:gd name="T16" fmla="*/ 124 w 405"/>
                  <a:gd name="T17" fmla="*/ 94 h 342"/>
                  <a:gd name="T18" fmla="*/ 124 w 405"/>
                  <a:gd name="T19" fmla="*/ 94 h 342"/>
                  <a:gd name="T20" fmla="*/ 124 w 405"/>
                  <a:gd name="T21" fmla="*/ 155 h 342"/>
                  <a:gd name="T22" fmla="*/ 124 w 405"/>
                  <a:gd name="T23" fmla="*/ 155 h 342"/>
                  <a:gd name="T24" fmla="*/ 93 w 405"/>
                  <a:gd name="T25" fmla="*/ 187 h 342"/>
                  <a:gd name="T26" fmla="*/ 62 w 405"/>
                  <a:gd name="T27" fmla="*/ 217 h 342"/>
                  <a:gd name="T28" fmla="*/ 62 w 405"/>
                  <a:gd name="T29" fmla="*/ 217 h 342"/>
                  <a:gd name="T30" fmla="*/ 32 w 405"/>
                  <a:gd name="T31" fmla="*/ 248 h 342"/>
                  <a:gd name="T32" fmla="*/ 32 w 405"/>
                  <a:gd name="T33" fmla="*/ 311 h 342"/>
                  <a:gd name="T34" fmla="*/ 0 w 405"/>
                  <a:gd name="T35" fmla="*/ 311 h 342"/>
                  <a:gd name="T36" fmla="*/ 0 w 405"/>
                  <a:gd name="T37" fmla="*/ 341 h 342"/>
                  <a:gd name="T38" fmla="*/ 0 w 405"/>
                  <a:gd name="T39" fmla="*/ 341 h 342"/>
                  <a:gd name="T40" fmla="*/ 156 w 405"/>
                  <a:gd name="T41" fmla="*/ 341 h 342"/>
                  <a:gd name="T42" fmla="*/ 156 w 405"/>
                  <a:gd name="T43" fmla="*/ 341 h 342"/>
                  <a:gd name="T44" fmla="*/ 156 w 405"/>
                  <a:gd name="T45" fmla="*/ 311 h 342"/>
                  <a:gd name="T46" fmla="*/ 186 w 405"/>
                  <a:gd name="T47" fmla="*/ 248 h 342"/>
                  <a:gd name="T48" fmla="*/ 217 w 405"/>
                  <a:gd name="T49" fmla="*/ 217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05" h="342">
                    <a:moveTo>
                      <a:pt x="217" y="217"/>
                    </a:moveTo>
                    <a:lnTo>
                      <a:pt x="217" y="217"/>
                    </a:lnTo>
                    <a:cubicBezTo>
                      <a:pt x="217" y="31"/>
                      <a:pt x="217" y="31"/>
                      <a:pt x="217" y="31"/>
                    </a:cubicBezTo>
                    <a:cubicBezTo>
                      <a:pt x="404" y="31"/>
                      <a:pt x="404" y="31"/>
                      <a:pt x="404" y="31"/>
                    </a:cubicBezTo>
                    <a:cubicBezTo>
                      <a:pt x="404" y="0"/>
                      <a:pt x="404" y="0"/>
                      <a:pt x="404" y="0"/>
                    </a:cubicBezTo>
                    <a:cubicBezTo>
                      <a:pt x="217" y="0"/>
                      <a:pt x="217" y="0"/>
                      <a:pt x="217" y="0"/>
                    </a:cubicBezTo>
                    <a:cubicBezTo>
                      <a:pt x="217" y="0"/>
                      <a:pt x="186" y="0"/>
                      <a:pt x="186" y="31"/>
                    </a:cubicBezTo>
                    <a:cubicBezTo>
                      <a:pt x="186" y="31"/>
                      <a:pt x="186" y="63"/>
                      <a:pt x="156" y="63"/>
                    </a:cubicBezTo>
                    <a:lnTo>
                      <a:pt x="124" y="94"/>
                    </a:lnTo>
                    <a:lnTo>
                      <a:pt x="124" y="94"/>
                    </a:lnTo>
                    <a:cubicBezTo>
                      <a:pt x="124" y="124"/>
                      <a:pt x="124" y="124"/>
                      <a:pt x="124" y="155"/>
                    </a:cubicBezTo>
                    <a:lnTo>
                      <a:pt x="124" y="155"/>
                    </a:lnTo>
                    <a:cubicBezTo>
                      <a:pt x="124" y="155"/>
                      <a:pt x="124" y="187"/>
                      <a:pt x="93" y="187"/>
                    </a:cubicBezTo>
                    <a:cubicBezTo>
                      <a:pt x="93" y="187"/>
                      <a:pt x="93" y="217"/>
                      <a:pt x="62" y="217"/>
                    </a:cubicBezTo>
                    <a:lnTo>
                      <a:pt x="62" y="217"/>
                    </a:lnTo>
                    <a:lnTo>
                      <a:pt x="32" y="248"/>
                    </a:lnTo>
                    <a:cubicBezTo>
                      <a:pt x="32" y="279"/>
                      <a:pt x="32" y="279"/>
                      <a:pt x="32" y="311"/>
                    </a:cubicBezTo>
                    <a:lnTo>
                      <a:pt x="0" y="311"/>
                    </a:lnTo>
                    <a:cubicBezTo>
                      <a:pt x="0" y="341"/>
                      <a:pt x="0" y="341"/>
                      <a:pt x="0" y="341"/>
                    </a:cubicBezTo>
                    <a:lnTo>
                      <a:pt x="0" y="341"/>
                    </a:lnTo>
                    <a:cubicBezTo>
                      <a:pt x="156" y="341"/>
                      <a:pt x="156" y="341"/>
                      <a:pt x="156" y="341"/>
                    </a:cubicBezTo>
                    <a:lnTo>
                      <a:pt x="156" y="341"/>
                    </a:lnTo>
                    <a:lnTo>
                      <a:pt x="156" y="311"/>
                    </a:lnTo>
                    <a:cubicBezTo>
                      <a:pt x="156" y="279"/>
                      <a:pt x="156" y="279"/>
                      <a:pt x="186" y="248"/>
                    </a:cubicBezTo>
                    <a:cubicBezTo>
                      <a:pt x="186" y="217"/>
                      <a:pt x="217" y="217"/>
                      <a:pt x="217" y="21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69" name="Freeform 18">
                <a:extLst>
                  <a:ext uri="{FF2B5EF4-FFF2-40B4-BE49-F238E27FC236}">
                    <a16:creationId xmlns:a16="http://schemas.microsoft.com/office/drawing/2014/main" id="{30C0D5B1-5411-5DE7-58F6-81FC32CFB560}"/>
                  </a:ext>
                </a:extLst>
              </p:cNvPr>
              <p:cNvSpPr>
                <a:spLocks noChangeArrowheads="1"/>
              </p:cNvSpPr>
              <p:nvPr/>
            </p:nvSpPr>
            <p:spPr bwMode="auto">
              <a:xfrm>
                <a:off x="3502025" y="1801813"/>
                <a:ext cx="390525" cy="401637"/>
              </a:xfrm>
              <a:custGeom>
                <a:avLst/>
                <a:gdLst>
                  <a:gd name="T0" fmla="*/ 0 w 1085"/>
                  <a:gd name="T1" fmla="*/ 590 h 1117"/>
                  <a:gd name="T2" fmla="*/ 559 w 1085"/>
                  <a:gd name="T3" fmla="*/ 1023 h 1117"/>
                  <a:gd name="T4" fmla="*/ 559 w 1085"/>
                  <a:gd name="T5" fmla="*/ 1023 h 1117"/>
                  <a:gd name="T6" fmla="*/ 651 w 1085"/>
                  <a:gd name="T7" fmla="*/ 1085 h 1117"/>
                  <a:gd name="T8" fmla="*/ 651 w 1085"/>
                  <a:gd name="T9" fmla="*/ 1085 h 1117"/>
                  <a:gd name="T10" fmla="*/ 744 w 1085"/>
                  <a:gd name="T11" fmla="*/ 1085 h 1117"/>
                  <a:gd name="T12" fmla="*/ 868 w 1085"/>
                  <a:gd name="T13" fmla="*/ 992 h 1117"/>
                  <a:gd name="T14" fmla="*/ 1055 w 1085"/>
                  <a:gd name="T15" fmla="*/ 868 h 1117"/>
                  <a:gd name="T16" fmla="*/ 1084 w 1085"/>
                  <a:gd name="T17" fmla="*/ 837 h 1117"/>
                  <a:gd name="T18" fmla="*/ 992 w 1085"/>
                  <a:gd name="T19" fmla="*/ 775 h 1117"/>
                  <a:gd name="T20" fmla="*/ 992 w 1085"/>
                  <a:gd name="T21" fmla="*/ 744 h 1117"/>
                  <a:gd name="T22" fmla="*/ 961 w 1085"/>
                  <a:gd name="T23" fmla="*/ 714 h 1117"/>
                  <a:gd name="T24" fmla="*/ 931 w 1085"/>
                  <a:gd name="T25" fmla="*/ 683 h 1117"/>
                  <a:gd name="T26" fmla="*/ 961 w 1085"/>
                  <a:gd name="T27" fmla="*/ 651 h 1117"/>
                  <a:gd name="T28" fmla="*/ 961 w 1085"/>
                  <a:gd name="T29" fmla="*/ 590 h 1117"/>
                  <a:gd name="T30" fmla="*/ 961 w 1085"/>
                  <a:gd name="T31" fmla="*/ 496 h 1117"/>
                  <a:gd name="T32" fmla="*/ 961 w 1085"/>
                  <a:gd name="T33" fmla="*/ 466 h 1117"/>
                  <a:gd name="T34" fmla="*/ 931 w 1085"/>
                  <a:gd name="T35" fmla="*/ 435 h 1117"/>
                  <a:gd name="T36" fmla="*/ 931 w 1085"/>
                  <a:gd name="T37" fmla="*/ 372 h 1117"/>
                  <a:gd name="T38" fmla="*/ 899 w 1085"/>
                  <a:gd name="T39" fmla="*/ 311 h 1117"/>
                  <a:gd name="T40" fmla="*/ 899 w 1085"/>
                  <a:gd name="T41" fmla="*/ 279 h 1117"/>
                  <a:gd name="T42" fmla="*/ 837 w 1085"/>
                  <a:gd name="T43" fmla="*/ 218 h 1117"/>
                  <a:gd name="T44" fmla="*/ 837 w 1085"/>
                  <a:gd name="T45" fmla="*/ 187 h 1117"/>
                  <a:gd name="T46" fmla="*/ 868 w 1085"/>
                  <a:gd name="T47" fmla="*/ 124 h 1117"/>
                  <a:gd name="T48" fmla="*/ 899 w 1085"/>
                  <a:gd name="T49" fmla="*/ 94 h 1117"/>
                  <a:gd name="T50" fmla="*/ 899 w 1085"/>
                  <a:gd name="T51" fmla="*/ 31 h 1117"/>
                  <a:gd name="T52" fmla="*/ 868 w 1085"/>
                  <a:gd name="T53" fmla="*/ 0 h 1117"/>
                  <a:gd name="T54" fmla="*/ 868 w 1085"/>
                  <a:gd name="T55" fmla="*/ 0 h 1117"/>
                  <a:gd name="T56" fmla="*/ 775 w 1085"/>
                  <a:gd name="T57" fmla="*/ 31 h 1117"/>
                  <a:gd name="T58" fmla="*/ 713 w 1085"/>
                  <a:gd name="T59" fmla="*/ 0 h 1117"/>
                  <a:gd name="T60" fmla="*/ 683 w 1085"/>
                  <a:gd name="T61" fmla="*/ 0 h 1117"/>
                  <a:gd name="T62" fmla="*/ 620 w 1085"/>
                  <a:gd name="T63" fmla="*/ 31 h 1117"/>
                  <a:gd name="T64" fmla="*/ 527 w 1085"/>
                  <a:gd name="T65" fmla="*/ 31 h 1117"/>
                  <a:gd name="T66" fmla="*/ 403 w 1085"/>
                  <a:gd name="T67" fmla="*/ 94 h 1117"/>
                  <a:gd name="T68" fmla="*/ 372 w 1085"/>
                  <a:gd name="T69" fmla="*/ 124 h 1117"/>
                  <a:gd name="T70" fmla="*/ 372 w 1085"/>
                  <a:gd name="T71" fmla="*/ 187 h 1117"/>
                  <a:gd name="T72" fmla="*/ 403 w 1085"/>
                  <a:gd name="T73" fmla="*/ 311 h 1117"/>
                  <a:gd name="T74" fmla="*/ 372 w 1085"/>
                  <a:gd name="T75" fmla="*/ 342 h 1117"/>
                  <a:gd name="T76" fmla="*/ 311 w 1085"/>
                  <a:gd name="T77" fmla="*/ 342 h 1117"/>
                  <a:gd name="T78" fmla="*/ 279 w 1085"/>
                  <a:gd name="T79" fmla="*/ 372 h 1117"/>
                  <a:gd name="T80" fmla="*/ 248 w 1085"/>
                  <a:gd name="T81" fmla="*/ 372 h 1117"/>
                  <a:gd name="T82" fmla="*/ 217 w 1085"/>
                  <a:gd name="T83" fmla="*/ 435 h 1117"/>
                  <a:gd name="T84" fmla="*/ 186 w 1085"/>
                  <a:gd name="T85" fmla="*/ 435 h 1117"/>
                  <a:gd name="T86" fmla="*/ 124 w 1085"/>
                  <a:gd name="T87" fmla="*/ 466 h 1117"/>
                  <a:gd name="T88" fmla="*/ 93 w 1085"/>
                  <a:gd name="T89" fmla="*/ 496 h 1117"/>
                  <a:gd name="T90" fmla="*/ 63 w 1085"/>
                  <a:gd name="T91" fmla="*/ 496 h 1117"/>
                  <a:gd name="T92" fmla="*/ 31 w 1085"/>
                  <a:gd name="T93" fmla="*/ 496 h 1117"/>
                  <a:gd name="T94" fmla="*/ 0 w 1085"/>
                  <a:gd name="T95" fmla="*/ 559 h 1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85" h="1117">
                    <a:moveTo>
                      <a:pt x="0" y="590"/>
                    </a:moveTo>
                    <a:lnTo>
                      <a:pt x="0" y="590"/>
                    </a:lnTo>
                    <a:lnTo>
                      <a:pt x="0" y="590"/>
                    </a:lnTo>
                    <a:cubicBezTo>
                      <a:pt x="527" y="992"/>
                      <a:pt x="527" y="992"/>
                      <a:pt x="527" y="992"/>
                    </a:cubicBezTo>
                    <a:lnTo>
                      <a:pt x="527" y="992"/>
                    </a:lnTo>
                    <a:cubicBezTo>
                      <a:pt x="559" y="1023"/>
                      <a:pt x="559" y="1023"/>
                      <a:pt x="559" y="1023"/>
                    </a:cubicBezTo>
                    <a:lnTo>
                      <a:pt x="559" y="1023"/>
                    </a:lnTo>
                    <a:lnTo>
                      <a:pt x="559" y="1023"/>
                    </a:lnTo>
                    <a:lnTo>
                      <a:pt x="559" y="1023"/>
                    </a:lnTo>
                    <a:cubicBezTo>
                      <a:pt x="589" y="1023"/>
                      <a:pt x="589" y="1023"/>
                      <a:pt x="589" y="1055"/>
                    </a:cubicBezTo>
                    <a:cubicBezTo>
                      <a:pt x="620" y="1055"/>
                      <a:pt x="620" y="1055"/>
                      <a:pt x="620" y="1055"/>
                    </a:cubicBezTo>
                    <a:cubicBezTo>
                      <a:pt x="651" y="1055"/>
                      <a:pt x="651" y="1085"/>
                      <a:pt x="651" y="1085"/>
                    </a:cubicBezTo>
                    <a:cubicBezTo>
                      <a:pt x="651" y="1116"/>
                      <a:pt x="651" y="1116"/>
                      <a:pt x="651" y="1116"/>
                    </a:cubicBezTo>
                    <a:lnTo>
                      <a:pt x="651" y="1116"/>
                    </a:lnTo>
                    <a:cubicBezTo>
                      <a:pt x="651" y="1085"/>
                      <a:pt x="651" y="1085"/>
                      <a:pt x="651" y="1085"/>
                    </a:cubicBezTo>
                    <a:cubicBezTo>
                      <a:pt x="683" y="1085"/>
                      <a:pt x="683" y="1085"/>
                      <a:pt x="683" y="1085"/>
                    </a:cubicBezTo>
                    <a:cubicBezTo>
                      <a:pt x="683" y="1085"/>
                      <a:pt x="683" y="1085"/>
                      <a:pt x="713" y="1085"/>
                    </a:cubicBezTo>
                    <a:cubicBezTo>
                      <a:pt x="744" y="1085"/>
                      <a:pt x="744" y="1085"/>
                      <a:pt x="744" y="1085"/>
                    </a:cubicBezTo>
                    <a:cubicBezTo>
                      <a:pt x="775" y="1085"/>
                      <a:pt x="775" y="1055"/>
                      <a:pt x="807" y="1055"/>
                    </a:cubicBezTo>
                    <a:lnTo>
                      <a:pt x="807" y="1055"/>
                    </a:lnTo>
                    <a:cubicBezTo>
                      <a:pt x="837" y="1023"/>
                      <a:pt x="837" y="992"/>
                      <a:pt x="868" y="992"/>
                    </a:cubicBezTo>
                    <a:cubicBezTo>
                      <a:pt x="899" y="961"/>
                      <a:pt x="961" y="899"/>
                      <a:pt x="1023" y="868"/>
                    </a:cubicBezTo>
                    <a:cubicBezTo>
                      <a:pt x="1055" y="868"/>
                      <a:pt x="1055" y="868"/>
                      <a:pt x="1055" y="868"/>
                    </a:cubicBezTo>
                    <a:lnTo>
                      <a:pt x="1055" y="868"/>
                    </a:lnTo>
                    <a:lnTo>
                      <a:pt x="1055" y="868"/>
                    </a:lnTo>
                    <a:cubicBezTo>
                      <a:pt x="1084" y="837"/>
                      <a:pt x="1084" y="837"/>
                      <a:pt x="1084" y="837"/>
                    </a:cubicBezTo>
                    <a:lnTo>
                      <a:pt x="1084" y="837"/>
                    </a:lnTo>
                    <a:cubicBezTo>
                      <a:pt x="1054" y="807"/>
                      <a:pt x="1055" y="807"/>
                      <a:pt x="1055" y="807"/>
                    </a:cubicBezTo>
                    <a:lnTo>
                      <a:pt x="1023" y="807"/>
                    </a:lnTo>
                    <a:cubicBezTo>
                      <a:pt x="992" y="807"/>
                      <a:pt x="992" y="775"/>
                      <a:pt x="992" y="775"/>
                    </a:cubicBezTo>
                    <a:lnTo>
                      <a:pt x="992" y="775"/>
                    </a:lnTo>
                    <a:cubicBezTo>
                      <a:pt x="992" y="775"/>
                      <a:pt x="992" y="775"/>
                      <a:pt x="992" y="744"/>
                    </a:cubicBezTo>
                    <a:lnTo>
                      <a:pt x="992" y="744"/>
                    </a:lnTo>
                    <a:lnTo>
                      <a:pt x="992" y="744"/>
                    </a:lnTo>
                    <a:lnTo>
                      <a:pt x="961" y="714"/>
                    </a:lnTo>
                    <a:lnTo>
                      <a:pt x="961" y="714"/>
                    </a:lnTo>
                    <a:lnTo>
                      <a:pt x="961" y="714"/>
                    </a:lnTo>
                    <a:lnTo>
                      <a:pt x="931" y="683"/>
                    </a:lnTo>
                    <a:lnTo>
                      <a:pt x="931" y="683"/>
                    </a:lnTo>
                    <a:lnTo>
                      <a:pt x="961" y="651"/>
                    </a:lnTo>
                    <a:lnTo>
                      <a:pt x="961" y="651"/>
                    </a:lnTo>
                    <a:lnTo>
                      <a:pt x="961" y="651"/>
                    </a:lnTo>
                    <a:cubicBezTo>
                      <a:pt x="961" y="620"/>
                      <a:pt x="961" y="620"/>
                      <a:pt x="961" y="620"/>
                    </a:cubicBezTo>
                    <a:lnTo>
                      <a:pt x="961" y="590"/>
                    </a:lnTo>
                    <a:lnTo>
                      <a:pt x="961" y="590"/>
                    </a:lnTo>
                    <a:lnTo>
                      <a:pt x="961" y="559"/>
                    </a:lnTo>
                    <a:cubicBezTo>
                      <a:pt x="961" y="559"/>
                      <a:pt x="961" y="559"/>
                      <a:pt x="961" y="527"/>
                    </a:cubicBezTo>
                    <a:lnTo>
                      <a:pt x="961" y="496"/>
                    </a:lnTo>
                    <a:cubicBezTo>
                      <a:pt x="961" y="496"/>
                      <a:pt x="961" y="496"/>
                      <a:pt x="961" y="466"/>
                    </a:cubicBezTo>
                    <a:lnTo>
                      <a:pt x="961" y="466"/>
                    </a:lnTo>
                    <a:lnTo>
                      <a:pt x="961" y="466"/>
                    </a:lnTo>
                    <a:cubicBezTo>
                      <a:pt x="961" y="466"/>
                      <a:pt x="931" y="466"/>
                      <a:pt x="931" y="435"/>
                    </a:cubicBezTo>
                    <a:lnTo>
                      <a:pt x="931" y="435"/>
                    </a:lnTo>
                    <a:lnTo>
                      <a:pt x="931" y="435"/>
                    </a:lnTo>
                    <a:cubicBezTo>
                      <a:pt x="931" y="435"/>
                      <a:pt x="931" y="403"/>
                      <a:pt x="961" y="403"/>
                    </a:cubicBezTo>
                    <a:cubicBezTo>
                      <a:pt x="931" y="403"/>
                      <a:pt x="931" y="372"/>
                      <a:pt x="931" y="372"/>
                    </a:cubicBezTo>
                    <a:lnTo>
                      <a:pt x="931" y="372"/>
                    </a:lnTo>
                    <a:cubicBezTo>
                      <a:pt x="931" y="342"/>
                      <a:pt x="931" y="342"/>
                      <a:pt x="931" y="342"/>
                    </a:cubicBezTo>
                    <a:cubicBezTo>
                      <a:pt x="931" y="311"/>
                      <a:pt x="931" y="311"/>
                      <a:pt x="931" y="311"/>
                    </a:cubicBezTo>
                    <a:cubicBezTo>
                      <a:pt x="931" y="311"/>
                      <a:pt x="931" y="311"/>
                      <a:pt x="899" y="311"/>
                    </a:cubicBezTo>
                    <a:cubicBezTo>
                      <a:pt x="899" y="311"/>
                      <a:pt x="899" y="311"/>
                      <a:pt x="899" y="279"/>
                    </a:cubicBezTo>
                    <a:lnTo>
                      <a:pt x="899" y="279"/>
                    </a:lnTo>
                    <a:lnTo>
                      <a:pt x="899" y="279"/>
                    </a:lnTo>
                    <a:lnTo>
                      <a:pt x="899" y="279"/>
                    </a:lnTo>
                    <a:cubicBezTo>
                      <a:pt x="868" y="248"/>
                      <a:pt x="868" y="248"/>
                      <a:pt x="837" y="218"/>
                    </a:cubicBezTo>
                    <a:lnTo>
                      <a:pt x="837" y="218"/>
                    </a:lnTo>
                    <a:lnTo>
                      <a:pt x="837" y="218"/>
                    </a:lnTo>
                    <a:lnTo>
                      <a:pt x="837" y="187"/>
                    </a:lnTo>
                    <a:lnTo>
                      <a:pt x="837" y="187"/>
                    </a:lnTo>
                    <a:lnTo>
                      <a:pt x="837" y="187"/>
                    </a:lnTo>
                    <a:cubicBezTo>
                      <a:pt x="837" y="155"/>
                      <a:pt x="837" y="155"/>
                      <a:pt x="868" y="124"/>
                    </a:cubicBezTo>
                    <a:lnTo>
                      <a:pt x="868" y="124"/>
                    </a:lnTo>
                    <a:cubicBezTo>
                      <a:pt x="868" y="124"/>
                      <a:pt x="868" y="124"/>
                      <a:pt x="899" y="94"/>
                    </a:cubicBezTo>
                    <a:lnTo>
                      <a:pt x="899" y="94"/>
                    </a:lnTo>
                    <a:lnTo>
                      <a:pt x="899" y="94"/>
                    </a:lnTo>
                    <a:lnTo>
                      <a:pt x="899" y="63"/>
                    </a:lnTo>
                    <a:lnTo>
                      <a:pt x="899" y="63"/>
                    </a:lnTo>
                    <a:lnTo>
                      <a:pt x="899" y="31"/>
                    </a:lnTo>
                    <a:lnTo>
                      <a:pt x="899" y="31"/>
                    </a:lnTo>
                    <a:cubicBezTo>
                      <a:pt x="899" y="31"/>
                      <a:pt x="899" y="31"/>
                      <a:pt x="899" y="0"/>
                    </a:cubicBezTo>
                    <a:lnTo>
                      <a:pt x="868" y="0"/>
                    </a:lnTo>
                    <a:lnTo>
                      <a:pt x="868" y="0"/>
                    </a:lnTo>
                    <a:lnTo>
                      <a:pt x="868" y="0"/>
                    </a:lnTo>
                    <a:lnTo>
                      <a:pt x="868" y="0"/>
                    </a:lnTo>
                    <a:cubicBezTo>
                      <a:pt x="807" y="0"/>
                      <a:pt x="807" y="0"/>
                      <a:pt x="807" y="0"/>
                    </a:cubicBezTo>
                    <a:lnTo>
                      <a:pt x="807" y="0"/>
                    </a:lnTo>
                    <a:lnTo>
                      <a:pt x="775" y="31"/>
                    </a:lnTo>
                    <a:cubicBezTo>
                      <a:pt x="744" y="31"/>
                      <a:pt x="744" y="31"/>
                      <a:pt x="744" y="31"/>
                    </a:cubicBezTo>
                    <a:cubicBezTo>
                      <a:pt x="713" y="31"/>
                      <a:pt x="713" y="31"/>
                      <a:pt x="713" y="31"/>
                    </a:cubicBezTo>
                    <a:lnTo>
                      <a:pt x="713" y="0"/>
                    </a:lnTo>
                    <a:lnTo>
                      <a:pt x="713" y="0"/>
                    </a:lnTo>
                    <a:lnTo>
                      <a:pt x="713" y="0"/>
                    </a:lnTo>
                    <a:cubicBezTo>
                      <a:pt x="683" y="0"/>
                      <a:pt x="683" y="0"/>
                      <a:pt x="683" y="0"/>
                    </a:cubicBezTo>
                    <a:lnTo>
                      <a:pt x="683" y="0"/>
                    </a:lnTo>
                    <a:cubicBezTo>
                      <a:pt x="683" y="0"/>
                      <a:pt x="683" y="0"/>
                      <a:pt x="651" y="0"/>
                    </a:cubicBezTo>
                    <a:lnTo>
                      <a:pt x="620" y="31"/>
                    </a:lnTo>
                    <a:cubicBezTo>
                      <a:pt x="589" y="31"/>
                      <a:pt x="589" y="31"/>
                      <a:pt x="559" y="31"/>
                    </a:cubicBezTo>
                    <a:lnTo>
                      <a:pt x="559" y="31"/>
                    </a:lnTo>
                    <a:cubicBezTo>
                      <a:pt x="559" y="31"/>
                      <a:pt x="559" y="31"/>
                      <a:pt x="527" y="31"/>
                    </a:cubicBezTo>
                    <a:lnTo>
                      <a:pt x="496" y="63"/>
                    </a:lnTo>
                    <a:cubicBezTo>
                      <a:pt x="496" y="63"/>
                      <a:pt x="496" y="63"/>
                      <a:pt x="465" y="63"/>
                    </a:cubicBezTo>
                    <a:cubicBezTo>
                      <a:pt x="465" y="94"/>
                      <a:pt x="435" y="94"/>
                      <a:pt x="403" y="94"/>
                    </a:cubicBezTo>
                    <a:lnTo>
                      <a:pt x="403" y="94"/>
                    </a:lnTo>
                    <a:cubicBezTo>
                      <a:pt x="403" y="94"/>
                      <a:pt x="403" y="94"/>
                      <a:pt x="372" y="124"/>
                    </a:cubicBezTo>
                    <a:lnTo>
                      <a:pt x="372" y="124"/>
                    </a:lnTo>
                    <a:lnTo>
                      <a:pt x="372" y="124"/>
                    </a:lnTo>
                    <a:cubicBezTo>
                      <a:pt x="372" y="155"/>
                      <a:pt x="372" y="155"/>
                      <a:pt x="372" y="187"/>
                    </a:cubicBezTo>
                    <a:lnTo>
                      <a:pt x="372" y="187"/>
                    </a:lnTo>
                    <a:cubicBezTo>
                      <a:pt x="372" y="187"/>
                      <a:pt x="372" y="218"/>
                      <a:pt x="403" y="218"/>
                    </a:cubicBezTo>
                    <a:cubicBezTo>
                      <a:pt x="403" y="248"/>
                      <a:pt x="403" y="248"/>
                      <a:pt x="403" y="279"/>
                    </a:cubicBezTo>
                    <a:lnTo>
                      <a:pt x="403" y="311"/>
                    </a:lnTo>
                    <a:lnTo>
                      <a:pt x="403" y="311"/>
                    </a:lnTo>
                    <a:lnTo>
                      <a:pt x="403" y="311"/>
                    </a:lnTo>
                    <a:cubicBezTo>
                      <a:pt x="403" y="311"/>
                      <a:pt x="372" y="311"/>
                      <a:pt x="372" y="342"/>
                    </a:cubicBezTo>
                    <a:lnTo>
                      <a:pt x="372" y="342"/>
                    </a:lnTo>
                    <a:cubicBezTo>
                      <a:pt x="372" y="342"/>
                      <a:pt x="372" y="342"/>
                      <a:pt x="341" y="342"/>
                    </a:cubicBezTo>
                    <a:cubicBezTo>
                      <a:pt x="341" y="342"/>
                      <a:pt x="341" y="342"/>
                      <a:pt x="311" y="342"/>
                    </a:cubicBezTo>
                    <a:lnTo>
                      <a:pt x="311" y="342"/>
                    </a:lnTo>
                    <a:lnTo>
                      <a:pt x="279" y="372"/>
                    </a:lnTo>
                    <a:lnTo>
                      <a:pt x="279" y="372"/>
                    </a:lnTo>
                    <a:lnTo>
                      <a:pt x="279" y="372"/>
                    </a:lnTo>
                    <a:lnTo>
                      <a:pt x="279" y="372"/>
                    </a:lnTo>
                    <a:cubicBezTo>
                      <a:pt x="279" y="372"/>
                      <a:pt x="279" y="372"/>
                      <a:pt x="248" y="372"/>
                    </a:cubicBezTo>
                    <a:cubicBezTo>
                      <a:pt x="248" y="403"/>
                      <a:pt x="248" y="403"/>
                      <a:pt x="248" y="403"/>
                    </a:cubicBezTo>
                    <a:cubicBezTo>
                      <a:pt x="248" y="403"/>
                      <a:pt x="248" y="435"/>
                      <a:pt x="217" y="435"/>
                    </a:cubicBezTo>
                    <a:lnTo>
                      <a:pt x="217" y="435"/>
                    </a:lnTo>
                    <a:lnTo>
                      <a:pt x="217" y="435"/>
                    </a:lnTo>
                    <a:cubicBezTo>
                      <a:pt x="186" y="435"/>
                      <a:pt x="186" y="435"/>
                      <a:pt x="186" y="435"/>
                    </a:cubicBezTo>
                    <a:lnTo>
                      <a:pt x="186" y="435"/>
                    </a:lnTo>
                    <a:lnTo>
                      <a:pt x="186" y="435"/>
                    </a:lnTo>
                    <a:cubicBezTo>
                      <a:pt x="186" y="466"/>
                      <a:pt x="155" y="466"/>
                      <a:pt x="155" y="466"/>
                    </a:cubicBezTo>
                    <a:cubicBezTo>
                      <a:pt x="124" y="466"/>
                      <a:pt x="124" y="466"/>
                      <a:pt x="124" y="466"/>
                    </a:cubicBezTo>
                    <a:lnTo>
                      <a:pt x="124" y="466"/>
                    </a:lnTo>
                    <a:lnTo>
                      <a:pt x="124" y="466"/>
                    </a:lnTo>
                    <a:lnTo>
                      <a:pt x="93" y="496"/>
                    </a:lnTo>
                    <a:cubicBezTo>
                      <a:pt x="93" y="496"/>
                      <a:pt x="93" y="496"/>
                      <a:pt x="63" y="496"/>
                    </a:cubicBezTo>
                    <a:lnTo>
                      <a:pt x="63" y="496"/>
                    </a:lnTo>
                    <a:lnTo>
                      <a:pt x="63" y="496"/>
                    </a:lnTo>
                    <a:cubicBezTo>
                      <a:pt x="31" y="496"/>
                      <a:pt x="31" y="496"/>
                      <a:pt x="31" y="496"/>
                    </a:cubicBezTo>
                    <a:lnTo>
                      <a:pt x="31" y="496"/>
                    </a:lnTo>
                    <a:lnTo>
                      <a:pt x="31" y="496"/>
                    </a:lnTo>
                    <a:cubicBezTo>
                      <a:pt x="0" y="527"/>
                      <a:pt x="0" y="527"/>
                      <a:pt x="0" y="527"/>
                    </a:cubicBezTo>
                    <a:lnTo>
                      <a:pt x="0" y="527"/>
                    </a:lnTo>
                    <a:cubicBezTo>
                      <a:pt x="0" y="559"/>
                      <a:pt x="0" y="559"/>
                      <a:pt x="0" y="559"/>
                    </a:cubicBezTo>
                    <a:lnTo>
                      <a:pt x="0" y="59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70" name="Freeform 19">
                <a:extLst>
                  <a:ext uri="{FF2B5EF4-FFF2-40B4-BE49-F238E27FC236}">
                    <a16:creationId xmlns:a16="http://schemas.microsoft.com/office/drawing/2014/main" id="{507972BA-4CED-E757-0528-C7B6EBA18C53}"/>
                  </a:ext>
                </a:extLst>
              </p:cNvPr>
              <p:cNvSpPr>
                <a:spLocks noChangeArrowheads="1"/>
              </p:cNvSpPr>
              <p:nvPr/>
            </p:nvSpPr>
            <p:spPr bwMode="auto">
              <a:xfrm>
                <a:off x="3848100" y="2427288"/>
                <a:ext cx="133350" cy="168275"/>
              </a:xfrm>
              <a:custGeom>
                <a:avLst/>
                <a:gdLst>
                  <a:gd name="T0" fmla="*/ 0 w 372"/>
                  <a:gd name="T1" fmla="*/ 310 h 466"/>
                  <a:gd name="T2" fmla="*/ 62 w 372"/>
                  <a:gd name="T3" fmla="*/ 372 h 466"/>
                  <a:gd name="T4" fmla="*/ 62 w 372"/>
                  <a:gd name="T5" fmla="*/ 465 h 466"/>
                  <a:gd name="T6" fmla="*/ 123 w 372"/>
                  <a:gd name="T7" fmla="*/ 434 h 466"/>
                  <a:gd name="T8" fmla="*/ 154 w 372"/>
                  <a:gd name="T9" fmla="*/ 434 h 466"/>
                  <a:gd name="T10" fmla="*/ 216 w 372"/>
                  <a:gd name="T11" fmla="*/ 465 h 466"/>
                  <a:gd name="T12" fmla="*/ 216 w 372"/>
                  <a:gd name="T13" fmla="*/ 465 h 466"/>
                  <a:gd name="T14" fmla="*/ 371 w 372"/>
                  <a:gd name="T15" fmla="*/ 465 h 466"/>
                  <a:gd name="T16" fmla="*/ 371 w 372"/>
                  <a:gd name="T17" fmla="*/ 434 h 466"/>
                  <a:gd name="T18" fmla="*/ 340 w 372"/>
                  <a:gd name="T19" fmla="*/ 434 h 466"/>
                  <a:gd name="T20" fmla="*/ 340 w 372"/>
                  <a:gd name="T21" fmla="*/ 434 h 466"/>
                  <a:gd name="T22" fmla="*/ 309 w 372"/>
                  <a:gd name="T23" fmla="*/ 372 h 466"/>
                  <a:gd name="T24" fmla="*/ 278 w 372"/>
                  <a:gd name="T25" fmla="*/ 341 h 466"/>
                  <a:gd name="T26" fmla="*/ 278 w 372"/>
                  <a:gd name="T27" fmla="*/ 279 h 466"/>
                  <a:gd name="T28" fmla="*/ 278 w 372"/>
                  <a:gd name="T29" fmla="*/ 279 h 466"/>
                  <a:gd name="T30" fmla="*/ 278 w 372"/>
                  <a:gd name="T31" fmla="*/ 248 h 466"/>
                  <a:gd name="T32" fmla="*/ 278 w 372"/>
                  <a:gd name="T33" fmla="*/ 187 h 466"/>
                  <a:gd name="T34" fmla="*/ 309 w 372"/>
                  <a:gd name="T35" fmla="*/ 155 h 466"/>
                  <a:gd name="T36" fmla="*/ 309 w 372"/>
                  <a:gd name="T37" fmla="*/ 93 h 466"/>
                  <a:gd name="T38" fmla="*/ 247 w 372"/>
                  <a:gd name="T39" fmla="*/ 31 h 466"/>
                  <a:gd name="T40" fmla="*/ 216 w 372"/>
                  <a:gd name="T41" fmla="*/ 31 h 466"/>
                  <a:gd name="T42" fmla="*/ 247 w 372"/>
                  <a:gd name="T43" fmla="*/ 0 h 466"/>
                  <a:gd name="T44" fmla="*/ 247 w 372"/>
                  <a:gd name="T45" fmla="*/ 0 h 466"/>
                  <a:gd name="T46" fmla="*/ 216 w 372"/>
                  <a:gd name="T47" fmla="*/ 31 h 466"/>
                  <a:gd name="T48" fmla="*/ 216 w 372"/>
                  <a:gd name="T49" fmla="*/ 93 h 466"/>
                  <a:gd name="T50" fmla="*/ 185 w 372"/>
                  <a:gd name="T51" fmla="*/ 124 h 466"/>
                  <a:gd name="T52" fmla="*/ 154 w 372"/>
                  <a:gd name="T53" fmla="*/ 187 h 466"/>
                  <a:gd name="T54" fmla="*/ 154 w 372"/>
                  <a:gd name="T55" fmla="*/ 187 h 466"/>
                  <a:gd name="T56" fmla="*/ 123 w 372"/>
                  <a:gd name="T57" fmla="*/ 217 h 466"/>
                  <a:gd name="T58" fmla="*/ 94 w 372"/>
                  <a:gd name="T59" fmla="*/ 217 h 466"/>
                  <a:gd name="T60" fmla="*/ 62 w 372"/>
                  <a:gd name="T61" fmla="*/ 217 h 466"/>
                  <a:gd name="T62" fmla="*/ 0 w 372"/>
                  <a:gd name="T63" fmla="*/ 248 h 466"/>
                  <a:gd name="T64" fmla="*/ 0 w 372"/>
                  <a:gd name="T65" fmla="*/ 279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2" h="466">
                    <a:moveTo>
                      <a:pt x="0" y="310"/>
                    </a:moveTo>
                    <a:lnTo>
                      <a:pt x="0" y="310"/>
                    </a:lnTo>
                    <a:lnTo>
                      <a:pt x="31" y="310"/>
                    </a:lnTo>
                    <a:cubicBezTo>
                      <a:pt x="62" y="341"/>
                      <a:pt x="62" y="341"/>
                      <a:pt x="62" y="372"/>
                    </a:cubicBezTo>
                    <a:lnTo>
                      <a:pt x="62" y="372"/>
                    </a:lnTo>
                    <a:cubicBezTo>
                      <a:pt x="62" y="403"/>
                      <a:pt x="62" y="434"/>
                      <a:pt x="62" y="465"/>
                    </a:cubicBezTo>
                    <a:cubicBezTo>
                      <a:pt x="94" y="465"/>
                      <a:pt x="94" y="465"/>
                      <a:pt x="94" y="465"/>
                    </a:cubicBezTo>
                    <a:cubicBezTo>
                      <a:pt x="123" y="434"/>
                      <a:pt x="123" y="434"/>
                      <a:pt x="123" y="434"/>
                    </a:cubicBezTo>
                    <a:cubicBezTo>
                      <a:pt x="154" y="434"/>
                      <a:pt x="154" y="434"/>
                      <a:pt x="154" y="434"/>
                    </a:cubicBezTo>
                    <a:lnTo>
                      <a:pt x="154" y="434"/>
                    </a:lnTo>
                    <a:cubicBezTo>
                      <a:pt x="154" y="434"/>
                      <a:pt x="185" y="434"/>
                      <a:pt x="216" y="465"/>
                    </a:cubicBezTo>
                    <a:lnTo>
                      <a:pt x="216" y="465"/>
                    </a:lnTo>
                    <a:lnTo>
                      <a:pt x="216" y="465"/>
                    </a:lnTo>
                    <a:lnTo>
                      <a:pt x="216" y="465"/>
                    </a:lnTo>
                    <a:cubicBezTo>
                      <a:pt x="340" y="465"/>
                      <a:pt x="340" y="465"/>
                      <a:pt x="340" y="465"/>
                    </a:cubicBezTo>
                    <a:cubicBezTo>
                      <a:pt x="340" y="465"/>
                      <a:pt x="340" y="465"/>
                      <a:pt x="371" y="465"/>
                    </a:cubicBezTo>
                    <a:lnTo>
                      <a:pt x="371" y="465"/>
                    </a:lnTo>
                    <a:lnTo>
                      <a:pt x="371" y="434"/>
                    </a:lnTo>
                    <a:lnTo>
                      <a:pt x="340" y="434"/>
                    </a:lnTo>
                    <a:lnTo>
                      <a:pt x="340" y="434"/>
                    </a:lnTo>
                    <a:lnTo>
                      <a:pt x="340" y="434"/>
                    </a:lnTo>
                    <a:lnTo>
                      <a:pt x="340" y="434"/>
                    </a:lnTo>
                    <a:cubicBezTo>
                      <a:pt x="340" y="403"/>
                      <a:pt x="309" y="403"/>
                      <a:pt x="309" y="403"/>
                    </a:cubicBezTo>
                    <a:lnTo>
                      <a:pt x="309" y="372"/>
                    </a:lnTo>
                    <a:cubicBezTo>
                      <a:pt x="309" y="341"/>
                      <a:pt x="309" y="341"/>
                      <a:pt x="309" y="341"/>
                    </a:cubicBezTo>
                    <a:lnTo>
                      <a:pt x="278" y="341"/>
                    </a:lnTo>
                    <a:cubicBezTo>
                      <a:pt x="278" y="310"/>
                      <a:pt x="278" y="310"/>
                      <a:pt x="278" y="310"/>
                    </a:cubicBezTo>
                    <a:cubicBezTo>
                      <a:pt x="278" y="310"/>
                      <a:pt x="278" y="310"/>
                      <a:pt x="278" y="279"/>
                    </a:cubicBezTo>
                    <a:lnTo>
                      <a:pt x="278" y="279"/>
                    </a:lnTo>
                    <a:lnTo>
                      <a:pt x="278" y="279"/>
                    </a:lnTo>
                    <a:cubicBezTo>
                      <a:pt x="278" y="248"/>
                      <a:pt x="278" y="248"/>
                      <a:pt x="278" y="248"/>
                    </a:cubicBezTo>
                    <a:lnTo>
                      <a:pt x="278" y="248"/>
                    </a:lnTo>
                    <a:lnTo>
                      <a:pt x="278" y="248"/>
                    </a:lnTo>
                    <a:cubicBezTo>
                      <a:pt x="278" y="217"/>
                      <a:pt x="278" y="187"/>
                      <a:pt x="278" y="187"/>
                    </a:cubicBezTo>
                    <a:lnTo>
                      <a:pt x="278" y="187"/>
                    </a:lnTo>
                    <a:lnTo>
                      <a:pt x="309" y="155"/>
                    </a:lnTo>
                    <a:lnTo>
                      <a:pt x="309" y="124"/>
                    </a:lnTo>
                    <a:cubicBezTo>
                      <a:pt x="309" y="93"/>
                      <a:pt x="309" y="93"/>
                      <a:pt x="309" y="93"/>
                    </a:cubicBezTo>
                    <a:cubicBezTo>
                      <a:pt x="309" y="63"/>
                      <a:pt x="278" y="63"/>
                      <a:pt x="278" y="63"/>
                    </a:cubicBezTo>
                    <a:cubicBezTo>
                      <a:pt x="278" y="63"/>
                      <a:pt x="278" y="63"/>
                      <a:pt x="247" y="31"/>
                    </a:cubicBezTo>
                    <a:lnTo>
                      <a:pt x="247" y="31"/>
                    </a:lnTo>
                    <a:cubicBezTo>
                      <a:pt x="216" y="31"/>
                      <a:pt x="216" y="31"/>
                      <a:pt x="216" y="31"/>
                    </a:cubicBezTo>
                    <a:cubicBezTo>
                      <a:pt x="247" y="31"/>
                      <a:pt x="247" y="31"/>
                      <a:pt x="247" y="31"/>
                    </a:cubicBezTo>
                    <a:cubicBezTo>
                      <a:pt x="247" y="0"/>
                      <a:pt x="247" y="0"/>
                      <a:pt x="247" y="0"/>
                    </a:cubicBezTo>
                    <a:lnTo>
                      <a:pt x="247" y="0"/>
                    </a:lnTo>
                    <a:lnTo>
                      <a:pt x="247" y="0"/>
                    </a:lnTo>
                    <a:cubicBezTo>
                      <a:pt x="247" y="0"/>
                      <a:pt x="247" y="0"/>
                      <a:pt x="247" y="31"/>
                    </a:cubicBezTo>
                    <a:lnTo>
                      <a:pt x="216" y="31"/>
                    </a:lnTo>
                    <a:cubicBezTo>
                      <a:pt x="216" y="31"/>
                      <a:pt x="216" y="31"/>
                      <a:pt x="216" y="63"/>
                    </a:cubicBezTo>
                    <a:cubicBezTo>
                      <a:pt x="216" y="63"/>
                      <a:pt x="216" y="63"/>
                      <a:pt x="216" y="93"/>
                    </a:cubicBezTo>
                    <a:lnTo>
                      <a:pt x="185" y="93"/>
                    </a:lnTo>
                    <a:lnTo>
                      <a:pt x="185" y="124"/>
                    </a:lnTo>
                    <a:cubicBezTo>
                      <a:pt x="185" y="155"/>
                      <a:pt x="154" y="187"/>
                      <a:pt x="154" y="187"/>
                    </a:cubicBezTo>
                    <a:lnTo>
                      <a:pt x="154" y="187"/>
                    </a:lnTo>
                    <a:lnTo>
                      <a:pt x="154" y="187"/>
                    </a:lnTo>
                    <a:lnTo>
                      <a:pt x="154" y="187"/>
                    </a:lnTo>
                    <a:cubicBezTo>
                      <a:pt x="154" y="187"/>
                      <a:pt x="154" y="217"/>
                      <a:pt x="123" y="217"/>
                    </a:cubicBezTo>
                    <a:lnTo>
                      <a:pt x="123" y="217"/>
                    </a:lnTo>
                    <a:cubicBezTo>
                      <a:pt x="93" y="217"/>
                      <a:pt x="94" y="217"/>
                      <a:pt x="94" y="217"/>
                    </a:cubicBezTo>
                    <a:lnTo>
                      <a:pt x="94" y="217"/>
                    </a:lnTo>
                    <a:lnTo>
                      <a:pt x="94" y="217"/>
                    </a:lnTo>
                    <a:lnTo>
                      <a:pt x="62" y="217"/>
                    </a:lnTo>
                    <a:lnTo>
                      <a:pt x="62" y="217"/>
                    </a:lnTo>
                    <a:cubicBezTo>
                      <a:pt x="31" y="217"/>
                      <a:pt x="0" y="248"/>
                      <a:pt x="0" y="248"/>
                    </a:cubicBezTo>
                    <a:lnTo>
                      <a:pt x="0" y="279"/>
                    </a:lnTo>
                    <a:lnTo>
                      <a:pt x="0" y="279"/>
                    </a:lnTo>
                    <a:cubicBezTo>
                      <a:pt x="0" y="310"/>
                      <a:pt x="0" y="310"/>
                      <a:pt x="0" y="31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71" name="Freeform 20">
                <a:extLst>
                  <a:ext uri="{FF2B5EF4-FFF2-40B4-BE49-F238E27FC236}">
                    <a16:creationId xmlns:a16="http://schemas.microsoft.com/office/drawing/2014/main" id="{796CB8DE-52E8-6559-F52A-551CFE832CC0}"/>
                  </a:ext>
                </a:extLst>
              </p:cNvPr>
              <p:cNvSpPr>
                <a:spLocks noChangeArrowheads="1"/>
              </p:cNvSpPr>
              <p:nvPr/>
            </p:nvSpPr>
            <p:spPr bwMode="auto">
              <a:xfrm>
                <a:off x="4259263" y="2684463"/>
                <a:ext cx="190500" cy="223837"/>
              </a:xfrm>
              <a:custGeom>
                <a:avLst/>
                <a:gdLst>
                  <a:gd name="T0" fmla="*/ 465 w 528"/>
                  <a:gd name="T1" fmla="*/ 310 h 621"/>
                  <a:gd name="T2" fmla="*/ 465 w 528"/>
                  <a:gd name="T3" fmla="*/ 248 h 621"/>
                  <a:gd name="T4" fmla="*/ 465 w 528"/>
                  <a:gd name="T5" fmla="*/ 217 h 621"/>
                  <a:gd name="T6" fmla="*/ 403 w 528"/>
                  <a:gd name="T7" fmla="*/ 124 h 621"/>
                  <a:gd name="T8" fmla="*/ 62 w 528"/>
                  <a:gd name="T9" fmla="*/ 0 h 621"/>
                  <a:gd name="T10" fmla="*/ 62 w 528"/>
                  <a:gd name="T11" fmla="*/ 62 h 621"/>
                  <a:gd name="T12" fmla="*/ 62 w 528"/>
                  <a:gd name="T13" fmla="*/ 93 h 621"/>
                  <a:gd name="T14" fmla="*/ 62 w 528"/>
                  <a:gd name="T15" fmla="*/ 124 h 621"/>
                  <a:gd name="T16" fmla="*/ 62 w 528"/>
                  <a:gd name="T17" fmla="*/ 155 h 621"/>
                  <a:gd name="T18" fmla="*/ 31 w 528"/>
                  <a:gd name="T19" fmla="*/ 155 h 621"/>
                  <a:gd name="T20" fmla="*/ 31 w 528"/>
                  <a:gd name="T21" fmla="*/ 186 h 621"/>
                  <a:gd name="T22" fmla="*/ 0 w 528"/>
                  <a:gd name="T23" fmla="*/ 217 h 621"/>
                  <a:gd name="T24" fmla="*/ 0 w 528"/>
                  <a:gd name="T25" fmla="*/ 248 h 621"/>
                  <a:gd name="T26" fmla="*/ 0 w 528"/>
                  <a:gd name="T27" fmla="*/ 279 h 621"/>
                  <a:gd name="T28" fmla="*/ 31 w 528"/>
                  <a:gd name="T29" fmla="*/ 341 h 621"/>
                  <a:gd name="T30" fmla="*/ 62 w 528"/>
                  <a:gd name="T31" fmla="*/ 403 h 621"/>
                  <a:gd name="T32" fmla="*/ 62 w 528"/>
                  <a:gd name="T33" fmla="*/ 434 h 621"/>
                  <a:gd name="T34" fmla="*/ 124 w 528"/>
                  <a:gd name="T35" fmla="*/ 465 h 621"/>
                  <a:gd name="T36" fmla="*/ 186 w 528"/>
                  <a:gd name="T37" fmla="*/ 496 h 621"/>
                  <a:gd name="T38" fmla="*/ 186 w 528"/>
                  <a:gd name="T39" fmla="*/ 496 h 621"/>
                  <a:gd name="T40" fmla="*/ 217 w 528"/>
                  <a:gd name="T41" fmla="*/ 496 h 621"/>
                  <a:gd name="T42" fmla="*/ 217 w 528"/>
                  <a:gd name="T43" fmla="*/ 496 h 621"/>
                  <a:gd name="T44" fmla="*/ 248 w 528"/>
                  <a:gd name="T45" fmla="*/ 496 h 621"/>
                  <a:gd name="T46" fmla="*/ 248 w 528"/>
                  <a:gd name="T47" fmla="*/ 496 h 621"/>
                  <a:gd name="T48" fmla="*/ 248 w 528"/>
                  <a:gd name="T49" fmla="*/ 496 h 621"/>
                  <a:gd name="T50" fmla="*/ 279 w 528"/>
                  <a:gd name="T51" fmla="*/ 527 h 621"/>
                  <a:gd name="T52" fmla="*/ 279 w 528"/>
                  <a:gd name="T53" fmla="*/ 558 h 621"/>
                  <a:gd name="T54" fmla="*/ 279 w 528"/>
                  <a:gd name="T55" fmla="*/ 620 h 621"/>
                  <a:gd name="T56" fmla="*/ 279 w 528"/>
                  <a:gd name="T57" fmla="*/ 620 h 621"/>
                  <a:gd name="T58" fmla="*/ 310 w 528"/>
                  <a:gd name="T59" fmla="*/ 620 h 621"/>
                  <a:gd name="T60" fmla="*/ 341 w 528"/>
                  <a:gd name="T61" fmla="*/ 620 h 621"/>
                  <a:gd name="T62" fmla="*/ 372 w 528"/>
                  <a:gd name="T63" fmla="*/ 620 h 621"/>
                  <a:gd name="T64" fmla="*/ 403 w 528"/>
                  <a:gd name="T65" fmla="*/ 620 h 621"/>
                  <a:gd name="T66" fmla="*/ 434 w 528"/>
                  <a:gd name="T67" fmla="*/ 589 h 621"/>
                  <a:gd name="T68" fmla="*/ 465 w 528"/>
                  <a:gd name="T69" fmla="*/ 589 h 621"/>
                  <a:gd name="T70" fmla="*/ 496 w 528"/>
                  <a:gd name="T71" fmla="*/ 589 h 621"/>
                  <a:gd name="T72" fmla="*/ 496 w 528"/>
                  <a:gd name="T73" fmla="*/ 589 h 621"/>
                  <a:gd name="T74" fmla="*/ 496 w 528"/>
                  <a:gd name="T75" fmla="*/ 589 h 621"/>
                  <a:gd name="T76" fmla="*/ 527 w 528"/>
                  <a:gd name="T77" fmla="*/ 589 h 621"/>
                  <a:gd name="T78" fmla="*/ 527 w 528"/>
                  <a:gd name="T79" fmla="*/ 589 h 621"/>
                  <a:gd name="T80" fmla="*/ 527 w 528"/>
                  <a:gd name="T81" fmla="*/ 589 h 621"/>
                  <a:gd name="T82" fmla="*/ 496 w 528"/>
                  <a:gd name="T83" fmla="*/ 527 h 621"/>
                  <a:gd name="T84" fmla="*/ 496 w 528"/>
                  <a:gd name="T85" fmla="*/ 496 h 621"/>
                  <a:gd name="T86" fmla="*/ 496 w 528"/>
                  <a:gd name="T87" fmla="*/ 403 h 621"/>
                  <a:gd name="T88" fmla="*/ 465 w 528"/>
                  <a:gd name="T89" fmla="*/ 341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28" h="621">
                    <a:moveTo>
                      <a:pt x="465" y="310"/>
                    </a:moveTo>
                    <a:lnTo>
                      <a:pt x="465" y="310"/>
                    </a:lnTo>
                    <a:cubicBezTo>
                      <a:pt x="465" y="310"/>
                      <a:pt x="465" y="279"/>
                      <a:pt x="465" y="248"/>
                    </a:cubicBezTo>
                    <a:lnTo>
                      <a:pt x="465" y="248"/>
                    </a:lnTo>
                    <a:cubicBezTo>
                      <a:pt x="465" y="217"/>
                      <a:pt x="465" y="217"/>
                      <a:pt x="465" y="217"/>
                    </a:cubicBezTo>
                    <a:lnTo>
                      <a:pt x="465" y="217"/>
                    </a:lnTo>
                    <a:cubicBezTo>
                      <a:pt x="403" y="155"/>
                      <a:pt x="403" y="155"/>
                      <a:pt x="403" y="155"/>
                    </a:cubicBezTo>
                    <a:cubicBezTo>
                      <a:pt x="403" y="124"/>
                      <a:pt x="403" y="124"/>
                      <a:pt x="403" y="124"/>
                    </a:cubicBezTo>
                    <a:cubicBezTo>
                      <a:pt x="217" y="0"/>
                      <a:pt x="217" y="0"/>
                      <a:pt x="217" y="0"/>
                    </a:cubicBezTo>
                    <a:cubicBezTo>
                      <a:pt x="62" y="0"/>
                      <a:pt x="62" y="0"/>
                      <a:pt x="62" y="0"/>
                    </a:cubicBezTo>
                    <a:lnTo>
                      <a:pt x="93" y="31"/>
                    </a:lnTo>
                    <a:lnTo>
                      <a:pt x="62" y="62"/>
                    </a:lnTo>
                    <a:cubicBezTo>
                      <a:pt x="62" y="62"/>
                      <a:pt x="62" y="62"/>
                      <a:pt x="62" y="93"/>
                    </a:cubicBezTo>
                    <a:lnTo>
                      <a:pt x="62" y="93"/>
                    </a:lnTo>
                    <a:cubicBezTo>
                      <a:pt x="62" y="124"/>
                      <a:pt x="62" y="124"/>
                      <a:pt x="62" y="124"/>
                    </a:cubicBezTo>
                    <a:lnTo>
                      <a:pt x="62" y="124"/>
                    </a:lnTo>
                    <a:lnTo>
                      <a:pt x="62" y="155"/>
                    </a:lnTo>
                    <a:lnTo>
                      <a:pt x="62" y="155"/>
                    </a:lnTo>
                    <a:lnTo>
                      <a:pt x="31" y="155"/>
                    </a:lnTo>
                    <a:lnTo>
                      <a:pt x="31" y="155"/>
                    </a:lnTo>
                    <a:cubicBezTo>
                      <a:pt x="31" y="186"/>
                      <a:pt x="31" y="186"/>
                      <a:pt x="31" y="186"/>
                    </a:cubicBezTo>
                    <a:lnTo>
                      <a:pt x="31" y="186"/>
                    </a:lnTo>
                    <a:cubicBezTo>
                      <a:pt x="31" y="217"/>
                      <a:pt x="0" y="217"/>
                      <a:pt x="0" y="217"/>
                    </a:cubicBezTo>
                    <a:lnTo>
                      <a:pt x="0" y="217"/>
                    </a:lnTo>
                    <a:cubicBezTo>
                      <a:pt x="0" y="217"/>
                      <a:pt x="0" y="217"/>
                      <a:pt x="0" y="248"/>
                    </a:cubicBezTo>
                    <a:lnTo>
                      <a:pt x="0" y="248"/>
                    </a:lnTo>
                    <a:lnTo>
                      <a:pt x="0" y="279"/>
                    </a:lnTo>
                    <a:lnTo>
                      <a:pt x="0" y="279"/>
                    </a:lnTo>
                    <a:cubicBezTo>
                      <a:pt x="0" y="279"/>
                      <a:pt x="0" y="279"/>
                      <a:pt x="0" y="310"/>
                    </a:cubicBezTo>
                    <a:cubicBezTo>
                      <a:pt x="0" y="310"/>
                      <a:pt x="31" y="310"/>
                      <a:pt x="31" y="341"/>
                    </a:cubicBezTo>
                    <a:cubicBezTo>
                      <a:pt x="31" y="341"/>
                      <a:pt x="31" y="341"/>
                      <a:pt x="31" y="372"/>
                    </a:cubicBezTo>
                    <a:cubicBezTo>
                      <a:pt x="62" y="372"/>
                      <a:pt x="62" y="403"/>
                      <a:pt x="62" y="403"/>
                    </a:cubicBezTo>
                    <a:lnTo>
                      <a:pt x="62" y="403"/>
                    </a:lnTo>
                    <a:cubicBezTo>
                      <a:pt x="62" y="434"/>
                      <a:pt x="62" y="434"/>
                      <a:pt x="62" y="434"/>
                    </a:cubicBezTo>
                    <a:cubicBezTo>
                      <a:pt x="93" y="434"/>
                      <a:pt x="93" y="434"/>
                      <a:pt x="124" y="465"/>
                    </a:cubicBezTo>
                    <a:lnTo>
                      <a:pt x="124" y="465"/>
                    </a:lnTo>
                    <a:cubicBezTo>
                      <a:pt x="124" y="465"/>
                      <a:pt x="124" y="465"/>
                      <a:pt x="155" y="465"/>
                    </a:cubicBezTo>
                    <a:cubicBezTo>
                      <a:pt x="155" y="465"/>
                      <a:pt x="155" y="465"/>
                      <a:pt x="186" y="496"/>
                    </a:cubicBezTo>
                    <a:lnTo>
                      <a:pt x="186" y="496"/>
                    </a:lnTo>
                    <a:lnTo>
                      <a:pt x="186" y="496"/>
                    </a:lnTo>
                    <a:lnTo>
                      <a:pt x="186" y="496"/>
                    </a:lnTo>
                    <a:cubicBezTo>
                      <a:pt x="186" y="496"/>
                      <a:pt x="186" y="496"/>
                      <a:pt x="217" y="496"/>
                    </a:cubicBezTo>
                    <a:lnTo>
                      <a:pt x="217" y="496"/>
                    </a:lnTo>
                    <a:lnTo>
                      <a:pt x="217" y="496"/>
                    </a:lnTo>
                    <a:lnTo>
                      <a:pt x="248" y="496"/>
                    </a:lnTo>
                    <a:lnTo>
                      <a:pt x="248" y="496"/>
                    </a:lnTo>
                    <a:lnTo>
                      <a:pt x="248" y="496"/>
                    </a:lnTo>
                    <a:lnTo>
                      <a:pt x="248" y="496"/>
                    </a:lnTo>
                    <a:lnTo>
                      <a:pt x="248" y="496"/>
                    </a:lnTo>
                    <a:lnTo>
                      <a:pt x="248" y="496"/>
                    </a:lnTo>
                    <a:cubicBezTo>
                      <a:pt x="248" y="496"/>
                      <a:pt x="279" y="496"/>
                      <a:pt x="279" y="527"/>
                    </a:cubicBezTo>
                    <a:lnTo>
                      <a:pt x="279" y="527"/>
                    </a:lnTo>
                    <a:lnTo>
                      <a:pt x="279" y="527"/>
                    </a:lnTo>
                    <a:cubicBezTo>
                      <a:pt x="279" y="527"/>
                      <a:pt x="279" y="527"/>
                      <a:pt x="279" y="558"/>
                    </a:cubicBezTo>
                    <a:lnTo>
                      <a:pt x="279" y="589"/>
                    </a:lnTo>
                    <a:cubicBezTo>
                      <a:pt x="279" y="589"/>
                      <a:pt x="279" y="589"/>
                      <a:pt x="279" y="620"/>
                    </a:cubicBezTo>
                    <a:lnTo>
                      <a:pt x="279" y="620"/>
                    </a:lnTo>
                    <a:lnTo>
                      <a:pt x="279" y="620"/>
                    </a:lnTo>
                    <a:lnTo>
                      <a:pt x="310" y="620"/>
                    </a:lnTo>
                    <a:lnTo>
                      <a:pt x="310" y="620"/>
                    </a:lnTo>
                    <a:lnTo>
                      <a:pt x="310" y="620"/>
                    </a:lnTo>
                    <a:cubicBezTo>
                      <a:pt x="341" y="620"/>
                      <a:pt x="341" y="620"/>
                      <a:pt x="341" y="620"/>
                    </a:cubicBezTo>
                    <a:cubicBezTo>
                      <a:pt x="341" y="620"/>
                      <a:pt x="341" y="620"/>
                      <a:pt x="372" y="620"/>
                    </a:cubicBezTo>
                    <a:lnTo>
                      <a:pt x="372" y="620"/>
                    </a:lnTo>
                    <a:cubicBezTo>
                      <a:pt x="372" y="620"/>
                      <a:pt x="372" y="620"/>
                      <a:pt x="403" y="620"/>
                    </a:cubicBezTo>
                    <a:lnTo>
                      <a:pt x="403" y="620"/>
                    </a:lnTo>
                    <a:lnTo>
                      <a:pt x="403" y="620"/>
                    </a:lnTo>
                    <a:lnTo>
                      <a:pt x="434" y="589"/>
                    </a:lnTo>
                    <a:lnTo>
                      <a:pt x="465" y="589"/>
                    </a:lnTo>
                    <a:lnTo>
                      <a:pt x="465" y="589"/>
                    </a:lnTo>
                    <a:lnTo>
                      <a:pt x="465" y="589"/>
                    </a:lnTo>
                    <a:lnTo>
                      <a:pt x="496" y="589"/>
                    </a:lnTo>
                    <a:lnTo>
                      <a:pt x="496" y="589"/>
                    </a:lnTo>
                    <a:lnTo>
                      <a:pt x="496" y="589"/>
                    </a:lnTo>
                    <a:lnTo>
                      <a:pt x="496" y="589"/>
                    </a:lnTo>
                    <a:lnTo>
                      <a:pt x="496" y="589"/>
                    </a:lnTo>
                    <a:lnTo>
                      <a:pt x="496" y="589"/>
                    </a:lnTo>
                    <a:cubicBezTo>
                      <a:pt x="527" y="589"/>
                      <a:pt x="527" y="589"/>
                      <a:pt x="527" y="589"/>
                    </a:cubicBezTo>
                    <a:lnTo>
                      <a:pt x="527" y="589"/>
                    </a:lnTo>
                    <a:lnTo>
                      <a:pt x="527" y="589"/>
                    </a:lnTo>
                    <a:lnTo>
                      <a:pt x="527" y="589"/>
                    </a:lnTo>
                    <a:lnTo>
                      <a:pt x="527" y="589"/>
                    </a:lnTo>
                    <a:lnTo>
                      <a:pt x="527" y="558"/>
                    </a:lnTo>
                    <a:lnTo>
                      <a:pt x="496" y="527"/>
                    </a:lnTo>
                    <a:lnTo>
                      <a:pt x="496" y="527"/>
                    </a:lnTo>
                    <a:cubicBezTo>
                      <a:pt x="496" y="496"/>
                      <a:pt x="496" y="496"/>
                      <a:pt x="496" y="496"/>
                    </a:cubicBezTo>
                    <a:cubicBezTo>
                      <a:pt x="496" y="465"/>
                      <a:pt x="496" y="434"/>
                      <a:pt x="496" y="434"/>
                    </a:cubicBezTo>
                    <a:cubicBezTo>
                      <a:pt x="496" y="403"/>
                      <a:pt x="496" y="403"/>
                      <a:pt x="496" y="403"/>
                    </a:cubicBezTo>
                    <a:lnTo>
                      <a:pt x="496" y="372"/>
                    </a:lnTo>
                    <a:cubicBezTo>
                      <a:pt x="496" y="341"/>
                      <a:pt x="496" y="341"/>
                      <a:pt x="465" y="341"/>
                    </a:cubicBezTo>
                    <a:lnTo>
                      <a:pt x="465" y="310"/>
                    </a:lnTo>
                  </a:path>
                </a:pathLst>
              </a:custGeom>
              <a:solidFill>
                <a:schemeClr val="accent4"/>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72" name="Freeform 21">
                <a:extLst>
                  <a:ext uri="{FF2B5EF4-FFF2-40B4-BE49-F238E27FC236}">
                    <a16:creationId xmlns:a16="http://schemas.microsoft.com/office/drawing/2014/main" id="{EBCE5BF3-C1F2-C7A1-CAED-13C39AD8B4DD}"/>
                  </a:ext>
                </a:extLst>
              </p:cNvPr>
              <p:cNvSpPr>
                <a:spLocks noChangeArrowheads="1"/>
              </p:cNvSpPr>
              <p:nvPr/>
            </p:nvSpPr>
            <p:spPr bwMode="auto">
              <a:xfrm>
                <a:off x="3902075" y="2795588"/>
                <a:ext cx="234950" cy="257175"/>
              </a:xfrm>
              <a:custGeom>
                <a:avLst/>
                <a:gdLst>
                  <a:gd name="T0" fmla="*/ 31 w 652"/>
                  <a:gd name="T1" fmla="*/ 682 h 714"/>
                  <a:gd name="T2" fmla="*/ 31 w 652"/>
                  <a:gd name="T3" fmla="*/ 682 h 714"/>
                  <a:gd name="T4" fmla="*/ 62 w 652"/>
                  <a:gd name="T5" fmla="*/ 651 h 714"/>
                  <a:gd name="T6" fmla="*/ 93 w 652"/>
                  <a:gd name="T7" fmla="*/ 651 h 714"/>
                  <a:gd name="T8" fmla="*/ 124 w 652"/>
                  <a:gd name="T9" fmla="*/ 682 h 714"/>
                  <a:gd name="T10" fmla="*/ 279 w 652"/>
                  <a:gd name="T11" fmla="*/ 682 h 714"/>
                  <a:gd name="T12" fmla="*/ 279 w 652"/>
                  <a:gd name="T13" fmla="*/ 682 h 714"/>
                  <a:gd name="T14" fmla="*/ 372 w 652"/>
                  <a:gd name="T15" fmla="*/ 682 h 714"/>
                  <a:gd name="T16" fmla="*/ 496 w 652"/>
                  <a:gd name="T17" fmla="*/ 713 h 714"/>
                  <a:gd name="T18" fmla="*/ 589 w 652"/>
                  <a:gd name="T19" fmla="*/ 713 h 714"/>
                  <a:gd name="T20" fmla="*/ 527 w 652"/>
                  <a:gd name="T21" fmla="*/ 651 h 714"/>
                  <a:gd name="T22" fmla="*/ 527 w 652"/>
                  <a:gd name="T23" fmla="*/ 651 h 714"/>
                  <a:gd name="T24" fmla="*/ 651 w 652"/>
                  <a:gd name="T25" fmla="*/ 402 h 714"/>
                  <a:gd name="T26" fmla="*/ 589 w 652"/>
                  <a:gd name="T27" fmla="*/ 341 h 714"/>
                  <a:gd name="T28" fmla="*/ 589 w 652"/>
                  <a:gd name="T29" fmla="*/ 341 h 714"/>
                  <a:gd name="T30" fmla="*/ 527 w 652"/>
                  <a:gd name="T31" fmla="*/ 310 h 714"/>
                  <a:gd name="T32" fmla="*/ 527 w 652"/>
                  <a:gd name="T33" fmla="*/ 248 h 714"/>
                  <a:gd name="T34" fmla="*/ 527 w 652"/>
                  <a:gd name="T35" fmla="*/ 248 h 714"/>
                  <a:gd name="T36" fmla="*/ 527 w 652"/>
                  <a:gd name="T37" fmla="*/ 248 h 714"/>
                  <a:gd name="T38" fmla="*/ 527 w 652"/>
                  <a:gd name="T39" fmla="*/ 186 h 714"/>
                  <a:gd name="T40" fmla="*/ 527 w 652"/>
                  <a:gd name="T41" fmla="*/ 124 h 714"/>
                  <a:gd name="T42" fmla="*/ 527 w 652"/>
                  <a:gd name="T43" fmla="*/ 93 h 714"/>
                  <a:gd name="T44" fmla="*/ 434 w 652"/>
                  <a:gd name="T45" fmla="*/ 93 h 714"/>
                  <a:gd name="T46" fmla="*/ 434 w 652"/>
                  <a:gd name="T47" fmla="*/ 62 h 714"/>
                  <a:gd name="T48" fmla="*/ 434 w 652"/>
                  <a:gd name="T49" fmla="*/ 124 h 714"/>
                  <a:gd name="T50" fmla="*/ 403 w 652"/>
                  <a:gd name="T51" fmla="*/ 155 h 714"/>
                  <a:gd name="T52" fmla="*/ 372 w 652"/>
                  <a:gd name="T53" fmla="*/ 124 h 714"/>
                  <a:gd name="T54" fmla="*/ 341 w 652"/>
                  <a:gd name="T55" fmla="*/ 155 h 714"/>
                  <a:gd name="T56" fmla="*/ 279 w 652"/>
                  <a:gd name="T57" fmla="*/ 155 h 714"/>
                  <a:gd name="T58" fmla="*/ 279 w 652"/>
                  <a:gd name="T59" fmla="*/ 93 h 714"/>
                  <a:gd name="T60" fmla="*/ 248 w 652"/>
                  <a:gd name="T61" fmla="*/ 62 h 714"/>
                  <a:gd name="T62" fmla="*/ 31 w 652"/>
                  <a:gd name="T63" fmla="*/ 0 h 714"/>
                  <a:gd name="T64" fmla="*/ 93 w 652"/>
                  <a:gd name="T65" fmla="*/ 155 h 714"/>
                  <a:gd name="T66" fmla="*/ 93 w 652"/>
                  <a:gd name="T67" fmla="*/ 186 h 714"/>
                  <a:gd name="T68" fmla="*/ 124 w 652"/>
                  <a:gd name="T69" fmla="*/ 279 h 714"/>
                  <a:gd name="T70" fmla="*/ 124 w 652"/>
                  <a:gd name="T71" fmla="*/ 372 h 714"/>
                  <a:gd name="T72" fmla="*/ 93 w 652"/>
                  <a:gd name="T73" fmla="*/ 434 h 714"/>
                  <a:gd name="T74" fmla="*/ 31 w 652"/>
                  <a:gd name="T75" fmla="*/ 465 h 714"/>
                  <a:gd name="T76" fmla="*/ 0 w 652"/>
                  <a:gd name="T77" fmla="*/ 619 h 714"/>
                  <a:gd name="T78" fmla="*/ 0 w 652"/>
                  <a:gd name="T79" fmla="*/ 682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52" h="714">
                    <a:moveTo>
                      <a:pt x="31" y="682"/>
                    </a:moveTo>
                    <a:lnTo>
                      <a:pt x="31" y="682"/>
                    </a:lnTo>
                    <a:lnTo>
                      <a:pt x="31" y="682"/>
                    </a:lnTo>
                    <a:lnTo>
                      <a:pt x="31" y="682"/>
                    </a:lnTo>
                    <a:cubicBezTo>
                      <a:pt x="31" y="682"/>
                      <a:pt x="31" y="682"/>
                      <a:pt x="31" y="651"/>
                    </a:cubicBezTo>
                    <a:lnTo>
                      <a:pt x="62" y="651"/>
                    </a:lnTo>
                    <a:lnTo>
                      <a:pt x="93" y="651"/>
                    </a:lnTo>
                    <a:lnTo>
                      <a:pt x="93" y="651"/>
                    </a:lnTo>
                    <a:lnTo>
                      <a:pt x="93" y="651"/>
                    </a:lnTo>
                    <a:cubicBezTo>
                      <a:pt x="93" y="682"/>
                      <a:pt x="124" y="682"/>
                      <a:pt x="124" y="682"/>
                    </a:cubicBezTo>
                    <a:cubicBezTo>
                      <a:pt x="124" y="682"/>
                      <a:pt x="124" y="682"/>
                      <a:pt x="155" y="682"/>
                    </a:cubicBezTo>
                    <a:cubicBezTo>
                      <a:pt x="155" y="682"/>
                      <a:pt x="248" y="682"/>
                      <a:pt x="279" y="682"/>
                    </a:cubicBezTo>
                    <a:lnTo>
                      <a:pt x="279" y="682"/>
                    </a:lnTo>
                    <a:lnTo>
                      <a:pt x="279" y="682"/>
                    </a:lnTo>
                    <a:cubicBezTo>
                      <a:pt x="310" y="682"/>
                      <a:pt x="341" y="682"/>
                      <a:pt x="341" y="682"/>
                    </a:cubicBezTo>
                    <a:cubicBezTo>
                      <a:pt x="372" y="682"/>
                      <a:pt x="372" y="682"/>
                      <a:pt x="372" y="682"/>
                    </a:cubicBezTo>
                    <a:cubicBezTo>
                      <a:pt x="372" y="713"/>
                      <a:pt x="372" y="713"/>
                      <a:pt x="372" y="713"/>
                    </a:cubicBezTo>
                    <a:cubicBezTo>
                      <a:pt x="496" y="713"/>
                      <a:pt x="496" y="713"/>
                      <a:pt x="496" y="713"/>
                    </a:cubicBezTo>
                    <a:cubicBezTo>
                      <a:pt x="496" y="713"/>
                      <a:pt x="496" y="713"/>
                      <a:pt x="527" y="713"/>
                    </a:cubicBezTo>
                    <a:cubicBezTo>
                      <a:pt x="527" y="713"/>
                      <a:pt x="558" y="713"/>
                      <a:pt x="589" y="713"/>
                    </a:cubicBezTo>
                    <a:cubicBezTo>
                      <a:pt x="558" y="713"/>
                      <a:pt x="558" y="682"/>
                      <a:pt x="558" y="682"/>
                    </a:cubicBezTo>
                    <a:lnTo>
                      <a:pt x="527" y="651"/>
                    </a:lnTo>
                    <a:lnTo>
                      <a:pt x="527" y="651"/>
                    </a:lnTo>
                    <a:lnTo>
                      <a:pt x="527" y="651"/>
                    </a:lnTo>
                    <a:cubicBezTo>
                      <a:pt x="527" y="402"/>
                      <a:pt x="527" y="402"/>
                      <a:pt x="527" y="402"/>
                    </a:cubicBezTo>
                    <a:cubicBezTo>
                      <a:pt x="651" y="402"/>
                      <a:pt x="651" y="402"/>
                      <a:pt x="651" y="402"/>
                    </a:cubicBezTo>
                    <a:cubicBezTo>
                      <a:pt x="651" y="341"/>
                      <a:pt x="651" y="341"/>
                      <a:pt x="651" y="341"/>
                    </a:cubicBezTo>
                    <a:cubicBezTo>
                      <a:pt x="620" y="341"/>
                      <a:pt x="589" y="341"/>
                      <a:pt x="589" y="341"/>
                    </a:cubicBezTo>
                    <a:lnTo>
                      <a:pt x="589" y="341"/>
                    </a:lnTo>
                    <a:lnTo>
                      <a:pt x="589" y="341"/>
                    </a:lnTo>
                    <a:cubicBezTo>
                      <a:pt x="558" y="341"/>
                      <a:pt x="558" y="341"/>
                      <a:pt x="558" y="310"/>
                    </a:cubicBezTo>
                    <a:cubicBezTo>
                      <a:pt x="527" y="310"/>
                      <a:pt x="527" y="310"/>
                      <a:pt x="527" y="310"/>
                    </a:cubicBezTo>
                    <a:cubicBezTo>
                      <a:pt x="527" y="310"/>
                      <a:pt x="527" y="310"/>
                      <a:pt x="527" y="279"/>
                    </a:cubicBezTo>
                    <a:cubicBezTo>
                      <a:pt x="527" y="279"/>
                      <a:pt x="527" y="279"/>
                      <a:pt x="527" y="248"/>
                    </a:cubicBezTo>
                    <a:lnTo>
                      <a:pt x="527" y="248"/>
                    </a:lnTo>
                    <a:lnTo>
                      <a:pt x="527" y="248"/>
                    </a:lnTo>
                    <a:lnTo>
                      <a:pt x="527" y="248"/>
                    </a:lnTo>
                    <a:lnTo>
                      <a:pt x="527" y="248"/>
                    </a:lnTo>
                    <a:cubicBezTo>
                      <a:pt x="527" y="217"/>
                      <a:pt x="527" y="217"/>
                      <a:pt x="527" y="217"/>
                    </a:cubicBezTo>
                    <a:cubicBezTo>
                      <a:pt x="527" y="186"/>
                      <a:pt x="527" y="186"/>
                      <a:pt x="527" y="186"/>
                    </a:cubicBezTo>
                    <a:lnTo>
                      <a:pt x="527" y="155"/>
                    </a:lnTo>
                    <a:cubicBezTo>
                      <a:pt x="527" y="124"/>
                      <a:pt x="527" y="124"/>
                      <a:pt x="527" y="124"/>
                    </a:cubicBezTo>
                    <a:lnTo>
                      <a:pt x="527" y="124"/>
                    </a:lnTo>
                    <a:lnTo>
                      <a:pt x="527" y="93"/>
                    </a:lnTo>
                    <a:lnTo>
                      <a:pt x="527" y="93"/>
                    </a:lnTo>
                    <a:cubicBezTo>
                      <a:pt x="434" y="93"/>
                      <a:pt x="434" y="93"/>
                      <a:pt x="434" y="93"/>
                    </a:cubicBezTo>
                    <a:cubicBezTo>
                      <a:pt x="434" y="62"/>
                      <a:pt x="434" y="62"/>
                      <a:pt x="434" y="62"/>
                    </a:cubicBezTo>
                    <a:lnTo>
                      <a:pt x="434" y="62"/>
                    </a:lnTo>
                    <a:cubicBezTo>
                      <a:pt x="434" y="93"/>
                      <a:pt x="434" y="93"/>
                      <a:pt x="434" y="124"/>
                    </a:cubicBezTo>
                    <a:lnTo>
                      <a:pt x="434" y="124"/>
                    </a:lnTo>
                    <a:lnTo>
                      <a:pt x="434" y="124"/>
                    </a:lnTo>
                    <a:cubicBezTo>
                      <a:pt x="434" y="124"/>
                      <a:pt x="434" y="155"/>
                      <a:pt x="403" y="155"/>
                    </a:cubicBezTo>
                    <a:cubicBezTo>
                      <a:pt x="403" y="155"/>
                      <a:pt x="372" y="155"/>
                      <a:pt x="372" y="124"/>
                    </a:cubicBezTo>
                    <a:lnTo>
                      <a:pt x="372" y="124"/>
                    </a:lnTo>
                    <a:lnTo>
                      <a:pt x="372" y="124"/>
                    </a:lnTo>
                    <a:cubicBezTo>
                      <a:pt x="341" y="124"/>
                      <a:pt x="341" y="155"/>
                      <a:pt x="341" y="155"/>
                    </a:cubicBezTo>
                    <a:cubicBezTo>
                      <a:pt x="310" y="155"/>
                      <a:pt x="310" y="155"/>
                      <a:pt x="310" y="155"/>
                    </a:cubicBezTo>
                    <a:cubicBezTo>
                      <a:pt x="310" y="155"/>
                      <a:pt x="310" y="155"/>
                      <a:pt x="279" y="155"/>
                    </a:cubicBezTo>
                    <a:cubicBezTo>
                      <a:pt x="279" y="124"/>
                      <a:pt x="279" y="124"/>
                      <a:pt x="279" y="124"/>
                    </a:cubicBezTo>
                    <a:cubicBezTo>
                      <a:pt x="279" y="124"/>
                      <a:pt x="279" y="124"/>
                      <a:pt x="279" y="93"/>
                    </a:cubicBezTo>
                    <a:lnTo>
                      <a:pt x="248" y="93"/>
                    </a:lnTo>
                    <a:cubicBezTo>
                      <a:pt x="248" y="62"/>
                      <a:pt x="248" y="62"/>
                      <a:pt x="248" y="62"/>
                    </a:cubicBezTo>
                    <a:cubicBezTo>
                      <a:pt x="248" y="62"/>
                      <a:pt x="248" y="31"/>
                      <a:pt x="217" y="0"/>
                    </a:cubicBezTo>
                    <a:cubicBezTo>
                      <a:pt x="31" y="0"/>
                      <a:pt x="31" y="0"/>
                      <a:pt x="31" y="0"/>
                    </a:cubicBezTo>
                    <a:cubicBezTo>
                      <a:pt x="62" y="31"/>
                      <a:pt x="93" y="93"/>
                      <a:pt x="93" y="93"/>
                    </a:cubicBezTo>
                    <a:cubicBezTo>
                      <a:pt x="93" y="124"/>
                      <a:pt x="93" y="124"/>
                      <a:pt x="93" y="155"/>
                    </a:cubicBezTo>
                    <a:lnTo>
                      <a:pt x="93" y="155"/>
                    </a:lnTo>
                    <a:lnTo>
                      <a:pt x="93" y="186"/>
                    </a:lnTo>
                    <a:cubicBezTo>
                      <a:pt x="93" y="217"/>
                      <a:pt x="93" y="248"/>
                      <a:pt x="93" y="248"/>
                    </a:cubicBezTo>
                    <a:cubicBezTo>
                      <a:pt x="124" y="248"/>
                      <a:pt x="124" y="279"/>
                      <a:pt x="124" y="279"/>
                    </a:cubicBezTo>
                    <a:cubicBezTo>
                      <a:pt x="124" y="279"/>
                      <a:pt x="124" y="310"/>
                      <a:pt x="124" y="341"/>
                    </a:cubicBezTo>
                    <a:cubicBezTo>
                      <a:pt x="124" y="341"/>
                      <a:pt x="124" y="341"/>
                      <a:pt x="124" y="372"/>
                    </a:cubicBezTo>
                    <a:cubicBezTo>
                      <a:pt x="124" y="372"/>
                      <a:pt x="93" y="402"/>
                      <a:pt x="93" y="434"/>
                    </a:cubicBezTo>
                    <a:lnTo>
                      <a:pt x="93" y="434"/>
                    </a:lnTo>
                    <a:cubicBezTo>
                      <a:pt x="93" y="434"/>
                      <a:pt x="62" y="434"/>
                      <a:pt x="62" y="465"/>
                    </a:cubicBezTo>
                    <a:cubicBezTo>
                      <a:pt x="62" y="465"/>
                      <a:pt x="62" y="465"/>
                      <a:pt x="31" y="465"/>
                    </a:cubicBezTo>
                    <a:cubicBezTo>
                      <a:pt x="31" y="496"/>
                      <a:pt x="31" y="527"/>
                      <a:pt x="31" y="558"/>
                    </a:cubicBezTo>
                    <a:cubicBezTo>
                      <a:pt x="31" y="589"/>
                      <a:pt x="31" y="619"/>
                      <a:pt x="0" y="619"/>
                    </a:cubicBezTo>
                    <a:lnTo>
                      <a:pt x="0" y="619"/>
                    </a:lnTo>
                    <a:cubicBezTo>
                      <a:pt x="0" y="619"/>
                      <a:pt x="0" y="651"/>
                      <a:pt x="0" y="682"/>
                    </a:cubicBezTo>
                    <a:lnTo>
                      <a:pt x="31" y="68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73" name="Freeform 22">
                <a:extLst>
                  <a:ext uri="{FF2B5EF4-FFF2-40B4-BE49-F238E27FC236}">
                    <a16:creationId xmlns:a16="http://schemas.microsoft.com/office/drawing/2014/main" id="{4B4BEE6E-DD74-9FD1-15CC-9FCA507DBB6D}"/>
                  </a:ext>
                </a:extLst>
              </p:cNvPr>
              <p:cNvSpPr>
                <a:spLocks noChangeArrowheads="1"/>
              </p:cNvSpPr>
              <p:nvPr/>
            </p:nvSpPr>
            <p:spPr bwMode="auto">
              <a:xfrm>
                <a:off x="3937000" y="2114550"/>
                <a:ext cx="190500" cy="346075"/>
              </a:xfrm>
              <a:custGeom>
                <a:avLst/>
                <a:gdLst>
                  <a:gd name="T0" fmla="*/ 93 w 528"/>
                  <a:gd name="T1" fmla="*/ 898 h 961"/>
                  <a:gd name="T2" fmla="*/ 124 w 528"/>
                  <a:gd name="T3" fmla="*/ 960 h 961"/>
                  <a:gd name="T4" fmla="*/ 155 w 528"/>
                  <a:gd name="T5" fmla="*/ 960 h 961"/>
                  <a:gd name="T6" fmla="*/ 186 w 528"/>
                  <a:gd name="T7" fmla="*/ 960 h 961"/>
                  <a:gd name="T8" fmla="*/ 186 w 528"/>
                  <a:gd name="T9" fmla="*/ 960 h 961"/>
                  <a:gd name="T10" fmla="*/ 217 w 528"/>
                  <a:gd name="T11" fmla="*/ 930 h 961"/>
                  <a:gd name="T12" fmla="*/ 248 w 528"/>
                  <a:gd name="T13" fmla="*/ 930 h 961"/>
                  <a:gd name="T14" fmla="*/ 248 w 528"/>
                  <a:gd name="T15" fmla="*/ 930 h 961"/>
                  <a:gd name="T16" fmla="*/ 279 w 528"/>
                  <a:gd name="T17" fmla="*/ 930 h 961"/>
                  <a:gd name="T18" fmla="*/ 279 w 528"/>
                  <a:gd name="T19" fmla="*/ 930 h 961"/>
                  <a:gd name="T20" fmla="*/ 279 w 528"/>
                  <a:gd name="T21" fmla="*/ 898 h 961"/>
                  <a:gd name="T22" fmla="*/ 310 w 528"/>
                  <a:gd name="T23" fmla="*/ 867 h 961"/>
                  <a:gd name="T24" fmla="*/ 310 w 528"/>
                  <a:gd name="T25" fmla="*/ 867 h 961"/>
                  <a:gd name="T26" fmla="*/ 341 w 528"/>
                  <a:gd name="T27" fmla="*/ 867 h 961"/>
                  <a:gd name="T28" fmla="*/ 372 w 528"/>
                  <a:gd name="T29" fmla="*/ 867 h 961"/>
                  <a:gd name="T30" fmla="*/ 403 w 528"/>
                  <a:gd name="T31" fmla="*/ 836 h 961"/>
                  <a:gd name="T32" fmla="*/ 434 w 528"/>
                  <a:gd name="T33" fmla="*/ 806 h 961"/>
                  <a:gd name="T34" fmla="*/ 434 w 528"/>
                  <a:gd name="T35" fmla="*/ 774 h 961"/>
                  <a:gd name="T36" fmla="*/ 465 w 528"/>
                  <a:gd name="T37" fmla="*/ 743 h 961"/>
                  <a:gd name="T38" fmla="*/ 465 w 528"/>
                  <a:gd name="T39" fmla="*/ 712 h 961"/>
                  <a:gd name="T40" fmla="*/ 465 w 528"/>
                  <a:gd name="T41" fmla="*/ 712 h 961"/>
                  <a:gd name="T42" fmla="*/ 434 w 528"/>
                  <a:gd name="T43" fmla="*/ 650 h 961"/>
                  <a:gd name="T44" fmla="*/ 434 w 528"/>
                  <a:gd name="T45" fmla="*/ 619 h 961"/>
                  <a:gd name="T46" fmla="*/ 465 w 528"/>
                  <a:gd name="T47" fmla="*/ 558 h 961"/>
                  <a:gd name="T48" fmla="*/ 465 w 528"/>
                  <a:gd name="T49" fmla="*/ 558 h 961"/>
                  <a:gd name="T50" fmla="*/ 496 w 528"/>
                  <a:gd name="T51" fmla="*/ 496 h 961"/>
                  <a:gd name="T52" fmla="*/ 496 w 528"/>
                  <a:gd name="T53" fmla="*/ 496 h 961"/>
                  <a:gd name="T54" fmla="*/ 527 w 528"/>
                  <a:gd name="T55" fmla="*/ 465 h 961"/>
                  <a:gd name="T56" fmla="*/ 124 w 528"/>
                  <a:gd name="T57" fmla="*/ 0 h 961"/>
                  <a:gd name="T58" fmla="*/ 93 w 528"/>
                  <a:gd name="T59" fmla="*/ 31 h 961"/>
                  <a:gd name="T60" fmla="*/ 93 w 528"/>
                  <a:gd name="T61" fmla="*/ 93 h 961"/>
                  <a:gd name="T62" fmla="*/ 124 w 528"/>
                  <a:gd name="T63" fmla="*/ 155 h 961"/>
                  <a:gd name="T64" fmla="*/ 155 w 528"/>
                  <a:gd name="T65" fmla="*/ 187 h 961"/>
                  <a:gd name="T66" fmla="*/ 124 w 528"/>
                  <a:gd name="T67" fmla="*/ 248 h 961"/>
                  <a:gd name="T68" fmla="*/ 124 w 528"/>
                  <a:gd name="T69" fmla="*/ 435 h 961"/>
                  <a:gd name="T70" fmla="*/ 93 w 528"/>
                  <a:gd name="T71" fmla="*/ 465 h 961"/>
                  <a:gd name="T72" fmla="*/ 62 w 528"/>
                  <a:gd name="T73" fmla="*/ 496 h 961"/>
                  <a:gd name="T74" fmla="*/ 31 w 528"/>
                  <a:gd name="T75" fmla="*/ 526 h 961"/>
                  <a:gd name="T76" fmla="*/ 31 w 528"/>
                  <a:gd name="T77" fmla="*/ 588 h 961"/>
                  <a:gd name="T78" fmla="*/ 31 w 528"/>
                  <a:gd name="T79" fmla="*/ 619 h 961"/>
                  <a:gd name="T80" fmla="*/ 31 w 528"/>
                  <a:gd name="T81" fmla="*/ 619 h 961"/>
                  <a:gd name="T82" fmla="*/ 31 w 528"/>
                  <a:gd name="T83" fmla="*/ 619 h 961"/>
                  <a:gd name="T84" fmla="*/ 62 w 528"/>
                  <a:gd name="T85" fmla="*/ 619 h 961"/>
                  <a:gd name="T86" fmla="*/ 62 w 528"/>
                  <a:gd name="T87" fmla="*/ 650 h 961"/>
                  <a:gd name="T88" fmla="*/ 93 w 528"/>
                  <a:gd name="T89" fmla="*/ 712 h 961"/>
                  <a:gd name="T90" fmla="*/ 93 w 528"/>
                  <a:gd name="T91" fmla="*/ 806 h 961"/>
                  <a:gd name="T92" fmla="*/ 124 w 528"/>
                  <a:gd name="T93" fmla="*/ 867 h 961"/>
                  <a:gd name="T94" fmla="*/ 93 w 528"/>
                  <a:gd name="T95" fmla="*/ 898 h 961"/>
                  <a:gd name="T96" fmla="*/ 93 w 528"/>
                  <a:gd name="T97" fmla="*/ 898 h 961"/>
                  <a:gd name="T98" fmla="*/ 62 w 528"/>
                  <a:gd name="T99" fmla="*/ 898 h 961"/>
                  <a:gd name="T100" fmla="*/ 62 w 528"/>
                  <a:gd name="T101" fmla="*/ 898 h 9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28" h="961">
                    <a:moveTo>
                      <a:pt x="93" y="898"/>
                    </a:moveTo>
                    <a:lnTo>
                      <a:pt x="93" y="898"/>
                    </a:lnTo>
                    <a:lnTo>
                      <a:pt x="93" y="898"/>
                    </a:lnTo>
                    <a:cubicBezTo>
                      <a:pt x="124" y="960"/>
                      <a:pt x="124" y="960"/>
                      <a:pt x="124" y="960"/>
                    </a:cubicBezTo>
                    <a:lnTo>
                      <a:pt x="124" y="960"/>
                    </a:lnTo>
                    <a:cubicBezTo>
                      <a:pt x="124" y="960"/>
                      <a:pt x="124" y="960"/>
                      <a:pt x="155" y="960"/>
                    </a:cubicBezTo>
                    <a:lnTo>
                      <a:pt x="155" y="960"/>
                    </a:lnTo>
                    <a:cubicBezTo>
                      <a:pt x="186" y="960"/>
                      <a:pt x="186" y="960"/>
                      <a:pt x="186" y="960"/>
                    </a:cubicBezTo>
                    <a:lnTo>
                      <a:pt x="186" y="960"/>
                    </a:lnTo>
                    <a:lnTo>
                      <a:pt x="186" y="960"/>
                    </a:lnTo>
                    <a:lnTo>
                      <a:pt x="186" y="960"/>
                    </a:lnTo>
                    <a:lnTo>
                      <a:pt x="217" y="930"/>
                    </a:lnTo>
                    <a:lnTo>
                      <a:pt x="217" y="930"/>
                    </a:lnTo>
                    <a:cubicBezTo>
                      <a:pt x="217" y="930"/>
                      <a:pt x="217" y="930"/>
                      <a:pt x="248" y="930"/>
                    </a:cubicBezTo>
                    <a:lnTo>
                      <a:pt x="248" y="930"/>
                    </a:lnTo>
                    <a:lnTo>
                      <a:pt x="248" y="930"/>
                    </a:lnTo>
                    <a:lnTo>
                      <a:pt x="279" y="930"/>
                    </a:lnTo>
                    <a:lnTo>
                      <a:pt x="279" y="930"/>
                    </a:lnTo>
                    <a:lnTo>
                      <a:pt x="279" y="930"/>
                    </a:lnTo>
                    <a:lnTo>
                      <a:pt x="279" y="930"/>
                    </a:lnTo>
                    <a:lnTo>
                      <a:pt x="279" y="930"/>
                    </a:lnTo>
                    <a:cubicBezTo>
                      <a:pt x="279" y="898"/>
                      <a:pt x="279" y="898"/>
                      <a:pt x="279" y="898"/>
                    </a:cubicBezTo>
                    <a:lnTo>
                      <a:pt x="279" y="898"/>
                    </a:lnTo>
                    <a:cubicBezTo>
                      <a:pt x="279" y="867"/>
                      <a:pt x="310" y="867"/>
                      <a:pt x="310" y="867"/>
                    </a:cubicBezTo>
                    <a:lnTo>
                      <a:pt x="310" y="867"/>
                    </a:lnTo>
                    <a:lnTo>
                      <a:pt x="310" y="867"/>
                    </a:lnTo>
                    <a:lnTo>
                      <a:pt x="310" y="867"/>
                    </a:lnTo>
                    <a:lnTo>
                      <a:pt x="341" y="867"/>
                    </a:lnTo>
                    <a:lnTo>
                      <a:pt x="341" y="867"/>
                    </a:lnTo>
                    <a:cubicBezTo>
                      <a:pt x="341" y="867"/>
                      <a:pt x="341" y="867"/>
                      <a:pt x="372" y="867"/>
                    </a:cubicBezTo>
                    <a:lnTo>
                      <a:pt x="372" y="867"/>
                    </a:lnTo>
                    <a:cubicBezTo>
                      <a:pt x="372" y="867"/>
                      <a:pt x="372" y="836"/>
                      <a:pt x="403" y="836"/>
                    </a:cubicBezTo>
                    <a:lnTo>
                      <a:pt x="403" y="806"/>
                    </a:lnTo>
                    <a:cubicBezTo>
                      <a:pt x="403" y="806"/>
                      <a:pt x="403" y="806"/>
                      <a:pt x="434" y="806"/>
                    </a:cubicBezTo>
                    <a:lnTo>
                      <a:pt x="434" y="806"/>
                    </a:lnTo>
                    <a:cubicBezTo>
                      <a:pt x="434" y="774"/>
                      <a:pt x="434" y="774"/>
                      <a:pt x="434" y="774"/>
                    </a:cubicBezTo>
                    <a:cubicBezTo>
                      <a:pt x="465" y="743"/>
                      <a:pt x="465" y="743"/>
                      <a:pt x="465" y="743"/>
                    </a:cubicBezTo>
                    <a:lnTo>
                      <a:pt x="465" y="743"/>
                    </a:lnTo>
                    <a:cubicBezTo>
                      <a:pt x="465" y="743"/>
                      <a:pt x="465" y="743"/>
                      <a:pt x="465" y="712"/>
                    </a:cubicBezTo>
                    <a:lnTo>
                      <a:pt x="465" y="712"/>
                    </a:lnTo>
                    <a:lnTo>
                      <a:pt x="465" y="712"/>
                    </a:lnTo>
                    <a:lnTo>
                      <a:pt x="465" y="712"/>
                    </a:lnTo>
                    <a:cubicBezTo>
                      <a:pt x="434" y="712"/>
                      <a:pt x="434" y="682"/>
                      <a:pt x="434" y="682"/>
                    </a:cubicBezTo>
                    <a:cubicBezTo>
                      <a:pt x="434" y="682"/>
                      <a:pt x="434" y="682"/>
                      <a:pt x="434" y="650"/>
                    </a:cubicBezTo>
                    <a:lnTo>
                      <a:pt x="434" y="619"/>
                    </a:lnTo>
                    <a:lnTo>
                      <a:pt x="434" y="619"/>
                    </a:lnTo>
                    <a:cubicBezTo>
                      <a:pt x="434" y="588"/>
                      <a:pt x="434" y="588"/>
                      <a:pt x="434" y="588"/>
                    </a:cubicBezTo>
                    <a:lnTo>
                      <a:pt x="465" y="558"/>
                    </a:lnTo>
                    <a:lnTo>
                      <a:pt x="465" y="558"/>
                    </a:lnTo>
                    <a:lnTo>
                      <a:pt x="465" y="558"/>
                    </a:lnTo>
                    <a:cubicBezTo>
                      <a:pt x="465" y="526"/>
                      <a:pt x="465" y="526"/>
                      <a:pt x="496" y="526"/>
                    </a:cubicBezTo>
                    <a:lnTo>
                      <a:pt x="496" y="496"/>
                    </a:lnTo>
                    <a:lnTo>
                      <a:pt x="496" y="496"/>
                    </a:lnTo>
                    <a:lnTo>
                      <a:pt x="496" y="496"/>
                    </a:lnTo>
                    <a:cubicBezTo>
                      <a:pt x="496" y="465"/>
                      <a:pt x="496" y="465"/>
                      <a:pt x="496" y="465"/>
                    </a:cubicBezTo>
                    <a:cubicBezTo>
                      <a:pt x="527" y="465"/>
                      <a:pt x="527" y="465"/>
                      <a:pt x="527" y="465"/>
                    </a:cubicBezTo>
                    <a:cubicBezTo>
                      <a:pt x="527" y="248"/>
                      <a:pt x="527" y="248"/>
                      <a:pt x="527" y="248"/>
                    </a:cubicBezTo>
                    <a:cubicBezTo>
                      <a:pt x="124" y="0"/>
                      <a:pt x="124" y="0"/>
                      <a:pt x="124" y="0"/>
                    </a:cubicBezTo>
                    <a:cubicBezTo>
                      <a:pt x="124" y="31"/>
                      <a:pt x="124" y="31"/>
                      <a:pt x="93" y="31"/>
                    </a:cubicBezTo>
                    <a:lnTo>
                      <a:pt x="93" y="31"/>
                    </a:lnTo>
                    <a:cubicBezTo>
                      <a:pt x="93" y="63"/>
                      <a:pt x="93" y="93"/>
                      <a:pt x="93" y="93"/>
                    </a:cubicBezTo>
                    <a:lnTo>
                      <a:pt x="93" y="93"/>
                    </a:lnTo>
                    <a:cubicBezTo>
                      <a:pt x="93" y="93"/>
                      <a:pt x="93" y="93"/>
                      <a:pt x="124" y="93"/>
                    </a:cubicBezTo>
                    <a:cubicBezTo>
                      <a:pt x="124" y="124"/>
                      <a:pt x="124" y="124"/>
                      <a:pt x="124" y="155"/>
                    </a:cubicBezTo>
                    <a:cubicBezTo>
                      <a:pt x="155" y="155"/>
                      <a:pt x="155" y="155"/>
                      <a:pt x="155" y="155"/>
                    </a:cubicBezTo>
                    <a:cubicBezTo>
                      <a:pt x="155" y="187"/>
                      <a:pt x="155" y="187"/>
                      <a:pt x="155" y="187"/>
                    </a:cubicBezTo>
                    <a:lnTo>
                      <a:pt x="155" y="187"/>
                    </a:lnTo>
                    <a:cubicBezTo>
                      <a:pt x="155" y="187"/>
                      <a:pt x="124" y="217"/>
                      <a:pt x="124" y="248"/>
                    </a:cubicBezTo>
                    <a:cubicBezTo>
                      <a:pt x="124" y="311"/>
                      <a:pt x="124" y="341"/>
                      <a:pt x="124" y="372"/>
                    </a:cubicBezTo>
                    <a:cubicBezTo>
                      <a:pt x="124" y="403"/>
                      <a:pt x="124" y="435"/>
                      <a:pt x="124" y="435"/>
                    </a:cubicBezTo>
                    <a:cubicBezTo>
                      <a:pt x="93" y="435"/>
                      <a:pt x="93" y="435"/>
                      <a:pt x="93" y="435"/>
                    </a:cubicBezTo>
                    <a:cubicBezTo>
                      <a:pt x="93" y="465"/>
                      <a:pt x="93" y="465"/>
                      <a:pt x="93" y="465"/>
                    </a:cubicBezTo>
                    <a:lnTo>
                      <a:pt x="62" y="496"/>
                    </a:lnTo>
                    <a:lnTo>
                      <a:pt x="62" y="496"/>
                    </a:lnTo>
                    <a:cubicBezTo>
                      <a:pt x="31" y="526"/>
                      <a:pt x="31" y="526"/>
                      <a:pt x="31" y="526"/>
                    </a:cubicBezTo>
                    <a:lnTo>
                      <a:pt x="31" y="526"/>
                    </a:lnTo>
                    <a:cubicBezTo>
                      <a:pt x="31" y="558"/>
                      <a:pt x="31" y="558"/>
                      <a:pt x="0" y="588"/>
                    </a:cubicBezTo>
                    <a:lnTo>
                      <a:pt x="31" y="588"/>
                    </a:lnTo>
                    <a:lnTo>
                      <a:pt x="31" y="619"/>
                    </a:lnTo>
                    <a:lnTo>
                      <a:pt x="31" y="619"/>
                    </a:lnTo>
                    <a:lnTo>
                      <a:pt x="31" y="619"/>
                    </a:lnTo>
                    <a:lnTo>
                      <a:pt x="31" y="619"/>
                    </a:lnTo>
                    <a:lnTo>
                      <a:pt x="31" y="619"/>
                    </a:lnTo>
                    <a:lnTo>
                      <a:pt x="31" y="619"/>
                    </a:lnTo>
                    <a:lnTo>
                      <a:pt x="31" y="619"/>
                    </a:lnTo>
                    <a:lnTo>
                      <a:pt x="62" y="619"/>
                    </a:lnTo>
                    <a:lnTo>
                      <a:pt x="62" y="619"/>
                    </a:lnTo>
                    <a:lnTo>
                      <a:pt x="62" y="650"/>
                    </a:lnTo>
                    <a:cubicBezTo>
                      <a:pt x="93" y="650"/>
                      <a:pt x="93" y="650"/>
                      <a:pt x="93" y="650"/>
                    </a:cubicBezTo>
                    <a:cubicBezTo>
                      <a:pt x="93" y="682"/>
                      <a:pt x="93" y="682"/>
                      <a:pt x="93" y="712"/>
                    </a:cubicBezTo>
                    <a:lnTo>
                      <a:pt x="93" y="712"/>
                    </a:lnTo>
                    <a:cubicBezTo>
                      <a:pt x="93" y="712"/>
                      <a:pt x="93" y="774"/>
                      <a:pt x="93" y="806"/>
                    </a:cubicBezTo>
                    <a:cubicBezTo>
                      <a:pt x="124" y="836"/>
                      <a:pt x="124" y="836"/>
                      <a:pt x="124" y="836"/>
                    </a:cubicBezTo>
                    <a:cubicBezTo>
                      <a:pt x="124" y="867"/>
                      <a:pt x="124" y="867"/>
                      <a:pt x="124" y="867"/>
                    </a:cubicBezTo>
                    <a:lnTo>
                      <a:pt x="124" y="867"/>
                    </a:lnTo>
                    <a:lnTo>
                      <a:pt x="93" y="898"/>
                    </a:lnTo>
                    <a:lnTo>
                      <a:pt x="93" y="898"/>
                    </a:lnTo>
                    <a:lnTo>
                      <a:pt x="93" y="898"/>
                    </a:lnTo>
                    <a:lnTo>
                      <a:pt x="93" y="898"/>
                    </a:lnTo>
                    <a:lnTo>
                      <a:pt x="62" y="898"/>
                    </a:lnTo>
                    <a:lnTo>
                      <a:pt x="62" y="898"/>
                    </a:lnTo>
                    <a:lnTo>
                      <a:pt x="62" y="898"/>
                    </a:lnTo>
                    <a:cubicBezTo>
                      <a:pt x="93" y="898"/>
                      <a:pt x="93" y="898"/>
                      <a:pt x="93" y="89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74" name="Freeform 23">
                <a:extLst>
                  <a:ext uri="{FF2B5EF4-FFF2-40B4-BE49-F238E27FC236}">
                    <a16:creationId xmlns:a16="http://schemas.microsoft.com/office/drawing/2014/main" id="{0A7EA451-2FCB-172E-AFFD-DD7206FC8642}"/>
                  </a:ext>
                </a:extLst>
              </p:cNvPr>
              <p:cNvSpPr>
                <a:spLocks noChangeArrowheads="1"/>
              </p:cNvSpPr>
              <p:nvPr/>
            </p:nvSpPr>
            <p:spPr bwMode="auto">
              <a:xfrm>
                <a:off x="3557588" y="2316163"/>
                <a:ext cx="146050" cy="100012"/>
              </a:xfrm>
              <a:custGeom>
                <a:avLst/>
                <a:gdLst>
                  <a:gd name="T0" fmla="*/ 31 w 405"/>
                  <a:gd name="T1" fmla="*/ 278 h 279"/>
                  <a:gd name="T2" fmla="*/ 31 w 405"/>
                  <a:gd name="T3" fmla="*/ 278 h 279"/>
                  <a:gd name="T4" fmla="*/ 62 w 405"/>
                  <a:gd name="T5" fmla="*/ 278 h 279"/>
                  <a:gd name="T6" fmla="*/ 93 w 405"/>
                  <a:gd name="T7" fmla="*/ 278 h 279"/>
                  <a:gd name="T8" fmla="*/ 93 w 405"/>
                  <a:gd name="T9" fmla="*/ 278 h 279"/>
                  <a:gd name="T10" fmla="*/ 124 w 405"/>
                  <a:gd name="T11" fmla="*/ 278 h 279"/>
                  <a:gd name="T12" fmla="*/ 93 w 405"/>
                  <a:gd name="T13" fmla="*/ 248 h 279"/>
                  <a:gd name="T14" fmla="*/ 93 w 405"/>
                  <a:gd name="T15" fmla="*/ 248 h 279"/>
                  <a:gd name="T16" fmla="*/ 124 w 405"/>
                  <a:gd name="T17" fmla="*/ 216 h 279"/>
                  <a:gd name="T18" fmla="*/ 124 w 405"/>
                  <a:gd name="T19" fmla="*/ 216 h 279"/>
                  <a:gd name="T20" fmla="*/ 124 w 405"/>
                  <a:gd name="T21" fmla="*/ 216 h 279"/>
                  <a:gd name="T22" fmla="*/ 156 w 405"/>
                  <a:gd name="T23" fmla="*/ 185 h 279"/>
                  <a:gd name="T24" fmla="*/ 156 w 405"/>
                  <a:gd name="T25" fmla="*/ 185 h 279"/>
                  <a:gd name="T26" fmla="*/ 186 w 405"/>
                  <a:gd name="T27" fmla="*/ 185 h 279"/>
                  <a:gd name="T28" fmla="*/ 186 w 405"/>
                  <a:gd name="T29" fmla="*/ 185 h 279"/>
                  <a:gd name="T30" fmla="*/ 248 w 405"/>
                  <a:gd name="T31" fmla="*/ 185 h 279"/>
                  <a:gd name="T32" fmla="*/ 248 w 405"/>
                  <a:gd name="T33" fmla="*/ 185 h 279"/>
                  <a:gd name="T34" fmla="*/ 280 w 405"/>
                  <a:gd name="T35" fmla="*/ 185 h 279"/>
                  <a:gd name="T36" fmla="*/ 280 w 405"/>
                  <a:gd name="T37" fmla="*/ 185 h 279"/>
                  <a:gd name="T38" fmla="*/ 280 w 405"/>
                  <a:gd name="T39" fmla="*/ 185 h 279"/>
                  <a:gd name="T40" fmla="*/ 310 w 405"/>
                  <a:gd name="T41" fmla="*/ 185 h 279"/>
                  <a:gd name="T42" fmla="*/ 310 w 405"/>
                  <a:gd name="T43" fmla="*/ 185 h 279"/>
                  <a:gd name="T44" fmla="*/ 341 w 405"/>
                  <a:gd name="T45" fmla="*/ 185 h 279"/>
                  <a:gd name="T46" fmla="*/ 341 w 405"/>
                  <a:gd name="T47" fmla="*/ 185 h 279"/>
                  <a:gd name="T48" fmla="*/ 404 w 405"/>
                  <a:gd name="T49" fmla="*/ 154 h 279"/>
                  <a:gd name="T50" fmla="*/ 404 w 405"/>
                  <a:gd name="T51" fmla="*/ 154 h 279"/>
                  <a:gd name="T52" fmla="*/ 404 w 405"/>
                  <a:gd name="T53" fmla="*/ 154 h 279"/>
                  <a:gd name="T54" fmla="*/ 404 w 405"/>
                  <a:gd name="T55" fmla="*/ 154 h 279"/>
                  <a:gd name="T56" fmla="*/ 372 w 405"/>
                  <a:gd name="T57" fmla="*/ 154 h 279"/>
                  <a:gd name="T58" fmla="*/ 372 w 405"/>
                  <a:gd name="T59" fmla="*/ 154 h 279"/>
                  <a:gd name="T60" fmla="*/ 372 w 405"/>
                  <a:gd name="T61" fmla="*/ 154 h 279"/>
                  <a:gd name="T62" fmla="*/ 372 w 405"/>
                  <a:gd name="T63" fmla="*/ 124 h 279"/>
                  <a:gd name="T64" fmla="*/ 341 w 405"/>
                  <a:gd name="T65" fmla="*/ 124 h 279"/>
                  <a:gd name="T66" fmla="*/ 341 w 405"/>
                  <a:gd name="T67" fmla="*/ 124 h 279"/>
                  <a:gd name="T68" fmla="*/ 341 w 405"/>
                  <a:gd name="T69" fmla="*/ 92 h 279"/>
                  <a:gd name="T70" fmla="*/ 341 w 405"/>
                  <a:gd name="T71" fmla="*/ 92 h 279"/>
                  <a:gd name="T72" fmla="*/ 310 w 405"/>
                  <a:gd name="T73" fmla="*/ 30 h 279"/>
                  <a:gd name="T74" fmla="*/ 280 w 405"/>
                  <a:gd name="T75" fmla="*/ 0 h 279"/>
                  <a:gd name="T76" fmla="*/ 280 w 405"/>
                  <a:gd name="T77" fmla="*/ 0 h 279"/>
                  <a:gd name="T78" fmla="*/ 217 w 405"/>
                  <a:gd name="T79" fmla="*/ 0 h 279"/>
                  <a:gd name="T80" fmla="*/ 217 w 405"/>
                  <a:gd name="T81" fmla="*/ 30 h 279"/>
                  <a:gd name="T82" fmla="*/ 217 w 405"/>
                  <a:gd name="T83" fmla="*/ 30 h 279"/>
                  <a:gd name="T84" fmla="*/ 217 w 405"/>
                  <a:gd name="T85" fmla="*/ 61 h 279"/>
                  <a:gd name="T86" fmla="*/ 186 w 405"/>
                  <a:gd name="T87" fmla="*/ 61 h 279"/>
                  <a:gd name="T88" fmla="*/ 156 w 405"/>
                  <a:gd name="T89" fmla="*/ 61 h 279"/>
                  <a:gd name="T90" fmla="*/ 156 w 405"/>
                  <a:gd name="T91" fmla="*/ 92 h 279"/>
                  <a:gd name="T92" fmla="*/ 156 w 405"/>
                  <a:gd name="T93" fmla="*/ 92 h 279"/>
                  <a:gd name="T94" fmla="*/ 156 w 405"/>
                  <a:gd name="T95" fmla="*/ 92 h 279"/>
                  <a:gd name="T96" fmla="*/ 93 w 405"/>
                  <a:gd name="T97" fmla="*/ 124 h 279"/>
                  <a:gd name="T98" fmla="*/ 93 w 405"/>
                  <a:gd name="T99" fmla="*/ 124 h 279"/>
                  <a:gd name="T100" fmla="*/ 93 w 405"/>
                  <a:gd name="T101" fmla="*/ 124 h 279"/>
                  <a:gd name="T102" fmla="*/ 62 w 405"/>
                  <a:gd name="T103" fmla="*/ 124 h 279"/>
                  <a:gd name="T104" fmla="*/ 62 w 405"/>
                  <a:gd name="T105" fmla="*/ 154 h 279"/>
                  <a:gd name="T106" fmla="*/ 62 w 405"/>
                  <a:gd name="T107" fmla="*/ 154 h 279"/>
                  <a:gd name="T108" fmla="*/ 31 w 405"/>
                  <a:gd name="T109" fmla="*/ 185 h 279"/>
                  <a:gd name="T110" fmla="*/ 31 w 405"/>
                  <a:gd name="T111" fmla="*/ 185 h 279"/>
                  <a:gd name="T112" fmla="*/ 31 w 405"/>
                  <a:gd name="T113" fmla="*/ 185 h 279"/>
                  <a:gd name="T114" fmla="*/ 31 w 405"/>
                  <a:gd name="T115" fmla="*/ 185 h 279"/>
                  <a:gd name="T116" fmla="*/ 31 w 405"/>
                  <a:gd name="T117" fmla="*/ 185 h 279"/>
                  <a:gd name="T118" fmla="*/ 31 w 405"/>
                  <a:gd name="T119" fmla="*/ 216 h 279"/>
                  <a:gd name="T120" fmla="*/ 0 w 405"/>
                  <a:gd name="T121" fmla="*/ 248 h 279"/>
                  <a:gd name="T122" fmla="*/ 31 w 405"/>
                  <a:gd name="T123" fmla="*/ 278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05" h="279">
                    <a:moveTo>
                      <a:pt x="31" y="278"/>
                    </a:moveTo>
                    <a:lnTo>
                      <a:pt x="31" y="278"/>
                    </a:lnTo>
                    <a:cubicBezTo>
                      <a:pt x="62" y="278"/>
                      <a:pt x="62" y="278"/>
                      <a:pt x="62" y="278"/>
                    </a:cubicBezTo>
                    <a:lnTo>
                      <a:pt x="93" y="278"/>
                    </a:lnTo>
                    <a:lnTo>
                      <a:pt x="93" y="278"/>
                    </a:lnTo>
                    <a:lnTo>
                      <a:pt x="124" y="278"/>
                    </a:lnTo>
                    <a:lnTo>
                      <a:pt x="93" y="248"/>
                    </a:lnTo>
                    <a:lnTo>
                      <a:pt x="93" y="248"/>
                    </a:lnTo>
                    <a:cubicBezTo>
                      <a:pt x="93" y="248"/>
                      <a:pt x="124" y="248"/>
                      <a:pt x="124" y="216"/>
                    </a:cubicBezTo>
                    <a:lnTo>
                      <a:pt x="124" y="216"/>
                    </a:lnTo>
                    <a:lnTo>
                      <a:pt x="124" y="216"/>
                    </a:lnTo>
                    <a:cubicBezTo>
                      <a:pt x="124" y="185"/>
                      <a:pt x="156" y="185"/>
                      <a:pt x="156" y="185"/>
                    </a:cubicBezTo>
                    <a:lnTo>
                      <a:pt x="156" y="185"/>
                    </a:lnTo>
                    <a:lnTo>
                      <a:pt x="186" y="185"/>
                    </a:lnTo>
                    <a:lnTo>
                      <a:pt x="186" y="185"/>
                    </a:lnTo>
                    <a:cubicBezTo>
                      <a:pt x="217" y="185"/>
                      <a:pt x="248" y="185"/>
                      <a:pt x="248" y="185"/>
                    </a:cubicBezTo>
                    <a:lnTo>
                      <a:pt x="248" y="185"/>
                    </a:lnTo>
                    <a:cubicBezTo>
                      <a:pt x="280" y="185"/>
                      <a:pt x="280" y="185"/>
                      <a:pt x="280" y="185"/>
                    </a:cubicBezTo>
                    <a:lnTo>
                      <a:pt x="280" y="185"/>
                    </a:lnTo>
                    <a:lnTo>
                      <a:pt x="280" y="185"/>
                    </a:lnTo>
                    <a:lnTo>
                      <a:pt x="310" y="185"/>
                    </a:lnTo>
                    <a:lnTo>
                      <a:pt x="310" y="185"/>
                    </a:lnTo>
                    <a:lnTo>
                      <a:pt x="341" y="185"/>
                    </a:lnTo>
                    <a:lnTo>
                      <a:pt x="341" y="185"/>
                    </a:lnTo>
                    <a:cubicBezTo>
                      <a:pt x="404" y="154"/>
                      <a:pt x="404" y="154"/>
                      <a:pt x="404" y="154"/>
                    </a:cubicBezTo>
                    <a:lnTo>
                      <a:pt x="404" y="154"/>
                    </a:lnTo>
                    <a:lnTo>
                      <a:pt x="404" y="154"/>
                    </a:lnTo>
                    <a:lnTo>
                      <a:pt x="404" y="154"/>
                    </a:lnTo>
                    <a:cubicBezTo>
                      <a:pt x="372" y="154"/>
                      <a:pt x="372" y="154"/>
                      <a:pt x="372" y="154"/>
                    </a:cubicBezTo>
                    <a:lnTo>
                      <a:pt x="372" y="154"/>
                    </a:lnTo>
                    <a:lnTo>
                      <a:pt x="372" y="154"/>
                    </a:lnTo>
                    <a:lnTo>
                      <a:pt x="372" y="124"/>
                    </a:lnTo>
                    <a:cubicBezTo>
                      <a:pt x="341" y="124"/>
                      <a:pt x="341" y="124"/>
                      <a:pt x="341" y="124"/>
                    </a:cubicBezTo>
                    <a:lnTo>
                      <a:pt x="341" y="124"/>
                    </a:lnTo>
                    <a:cubicBezTo>
                      <a:pt x="341" y="92"/>
                      <a:pt x="341" y="92"/>
                      <a:pt x="341" y="92"/>
                    </a:cubicBezTo>
                    <a:lnTo>
                      <a:pt x="341" y="92"/>
                    </a:lnTo>
                    <a:cubicBezTo>
                      <a:pt x="310" y="61"/>
                      <a:pt x="310" y="61"/>
                      <a:pt x="310" y="30"/>
                    </a:cubicBezTo>
                    <a:cubicBezTo>
                      <a:pt x="310" y="30"/>
                      <a:pt x="280" y="30"/>
                      <a:pt x="280" y="0"/>
                    </a:cubicBezTo>
                    <a:lnTo>
                      <a:pt x="280" y="0"/>
                    </a:lnTo>
                    <a:cubicBezTo>
                      <a:pt x="280" y="0"/>
                      <a:pt x="248" y="0"/>
                      <a:pt x="217" y="0"/>
                    </a:cubicBezTo>
                    <a:cubicBezTo>
                      <a:pt x="217" y="30"/>
                      <a:pt x="217" y="30"/>
                      <a:pt x="217" y="30"/>
                    </a:cubicBezTo>
                    <a:lnTo>
                      <a:pt x="217" y="30"/>
                    </a:lnTo>
                    <a:cubicBezTo>
                      <a:pt x="217" y="61"/>
                      <a:pt x="217" y="61"/>
                      <a:pt x="217" y="61"/>
                    </a:cubicBezTo>
                    <a:cubicBezTo>
                      <a:pt x="186" y="61"/>
                      <a:pt x="186" y="61"/>
                      <a:pt x="186" y="61"/>
                    </a:cubicBezTo>
                    <a:cubicBezTo>
                      <a:pt x="156" y="61"/>
                      <a:pt x="156" y="61"/>
                      <a:pt x="156" y="61"/>
                    </a:cubicBezTo>
                    <a:lnTo>
                      <a:pt x="156" y="92"/>
                    </a:lnTo>
                    <a:lnTo>
                      <a:pt x="156" y="92"/>
                    </a:lnTo>
                    <a:lnTo>
                      <a:pt x="156" y="92"/>
                    </a:lnTo>
                    <a:cubicBezTo>
                      <a:pt x="124" y="92"/>
                      <a:pt x="124" y="124"/>
                      <a:pt x="93" y="124"/>
                    </a:cubicBezTo>
                    <a:lnTo>
                      <a:pt x="93" y="124"/>
                    </a:lnTo>
                    <a:lnTo>
                      <a:pt x="93" y="124"/>
                    </a:lnTo>
                    <a:cubicBezTo>
                      <a:pt x="62" y="124"/>
                      <a:pt x="62" y="124"/>
                      <a:pt x="62" y="124"/>
                    </a:cubicBezTo>
                    <a:lnTo>
                      <a:pt x="62" y="154"/>
                    </a:lnTo>
                    <a:lnTo>
                      <a:pt x="62" y="154"/>
                    </a:lnTo>
                    <a:cubicBezTo>
                      <a:pt x="62" y="185"/>
                      <a:pt x="62" y="185"/>
                      <a:pt x="31" y="185"/>
                    </a:cubicBezTo>
                    <a:lnTo>
                      <a:pt x="31" y="185"/>
                    </a:lnTo>
                    <a:lnTo>
                      <a:pt x="31" y="185"/>
                    </a:lnTo>
                    <a:lnTo>
                      <a:pt x="31" y="185"/>
                    </a:lnTo>
                    <a:lnTo>
                      <a:pt x="31" y="185"/>
                    </a:lnTo>
                    <a:cubicBezTo>
                      <a:pt x="31" y="216"/>
                      <a:pt x="31" y="216"/>
                      <a:pt x="31" y="216"/>
                    </a:cubicBezTo>
                    <a:cubicBezTo>
                      <a:pt x="31" y="248"/>
                      <a:pt x="31" y="248"/>
                      <a:pt x="0" y="248"/>
                    </a:cubicBezTo>
                    <a:cubicBezTo>
                      <a:pt x="31" y="248"/>
                      <a:pt x="31" y="278"/>
                      <a:pt x="31" y="2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75" name="Freeform 24">
                <a:extLst>
                  <a:ext uri="{FF2B5EF4-FFF2-40B4-BE49-F238E27FC236}">
                    <a16:creationId xmlns:a16="http://schemas.microsoft.com/office/drawing/2014/main" id="{CE5D3F03-F403-DCDC-6C39-96FEAF1337E0}"/>
                  </a:ext>
                </a:extLst>
              </p:cNvPr>
              <p:cNvSpPr>
                <a:spLocks noChangeArrowheads="1"/>
              </p:cNvSpPr>
              <p:nvPr/>
            </p:nvSpPr>
            <p:spPr bwMode="auto">
              <a:xfrm>
                <a:off x="3959225" y="2405063"/>
                <a:ext cx="223838" cy="166687"/>
              </a:xfrm>
              <a:custGeom>
                <a:avLst/>
                <a:gdLst>
                  <a:gd name="T0" fmla="*/ 93 w 621"/>
                  <a:gd name="T1" fmla="*/ 464 h 465"/>
                  <a:gd name="T2" fmla="*/ 93 w 621"/>
                  <a:gd name="T3" fmla="*/ 433 h 465"/>
                  <a:gd name="T4" fmla="*/ 186 w 621"/>
                  <a:gd name="T5" fmla="*/ 433 h 465"/>
                  <a:gd name="T6" fmla="*/ 186 w 621"/>
                  <a:gd name="T7" fmla="*/ 433 h 465"/>
                  <a:gd name="T8" fmla="*/ 217 w 621"/>
                  <a:gd name="T9" fmla="*/ 371 h 465"/>
                  <a:gd name="T10" fmla="*/ 217 w 621"/>
                  <a:gd name="T11" fmla="*/ 340 h 465"/>
                  <a:gd name="T12" fmla="*/ 248 w 621"/>
                  <a:gd name="T13" fmla="*/ 340 h 465"/>
                  <a:gd name="T14" fmla="*/ 279 w 621"/>
                  <a:gd name="T15" fmla="*/ 309 h 465"/>
                  <a:gd name="T16" fmla="*/ 341 w 621"/>
                  <a:gd name="T17" fmla="*/ 371 h 465"/>
                  <a:gd name="T18" fmla="*/ 341 w 621"/>
                  <a:gd name="T19" fmla="*/ 371 h 465"/>
                  <a:gd name="T20" fmla="*/ 372 w 621"/>
                  <a:gd name="T21" fmla="*/ 371 h 465"/>
                  <a:gd name="T22" fmla="*/ 403 w 621"/>
                  <a:gd name="T23" fmla="*/ 371 h 465"/>
                  <a:gd name="T24" fmla="*/ 403 w 621"/>
                  <a:gd name="T25" fmla="*/ 371 h 465"/>
                  <a:gd name="T26" fmla="*/ 434 w 621"/>
                  <a:gd name="T27" fmla="*/ 340 h 465"/>
                  <a:gd name="T28" fmla="*/ 434 w 621"/>
                  <a:gd name="T29" fmla="*/ 340 h 465"/>
                  <a:gd name="T30" fmla="*/ 465 w 621"/>
                  <a:gd name="T31" fmla="*/ 371 h 465"/>
                  <a:gd name="T32" fmla="*/ 526 w 621"/>
                  <a:gd name="T33" fmla="*/ 340 h 465"/>
                  <a:gd name="T34" fmla="*/ 558 w 621"/>
                  <a:gd name="T35" fmla="*/ 340 h 465"/>
                  <a:gd name="T36" fmla="*/ 558 w 621"/>
                  <a:gd name="T37" fmla="*/ 340 h 465"/>
                  <a:gd name="T38" fmla="*/ 589 w 621"/>
                  <a:gd name="T39" fmla="*/ 309 h 465"/>
                  <a:gd name="T40" fmla="*/ 589 w 621"/>
                  <a:gd name="T41" fmla="*/ 309 h 465"/>
                  <a:gd name="T42" fmla="*/ 620 w 621"/>
                  <a:gd name="T43" fmla="*/ 278 h 465"/>
                  <a:gd name="T44" fmla="*/ 620 w 621"/>
                  <a:gd name="T45" fmla="*/ 278 h 465"/>
                  <a:gd name="T46" fmla="*/ 620 w 621"/>
                  <a:gd name="T47" fmla="*/ 248 h 465"/>
                  <a:gd name="T48" fmla="*/ 589 w 621"/>
                  <a:gd name="T49" fmla="*/ 248 h 465"/>
                  <a:gd name="T50" fmla="*/ 589 w 621"/>
                  <a:gd name="T51" fmla="*/ 248 h 465"/>
                  <a:gd name="T52" fmla="*/ 558 w 621"/>
                  <a:gd name="T53" fmla="*/ 248 h 465"/>
                  <a:gd name="T54" fmla="*/ 558 w 621"/>
                  <a:gd name="T55" fmla="*/ 185 h 465"/>
                  <a:gd name="T56" fmla="*/ 496 w 621"/>
                  <a:gd name="T57" fmla="*/ 154 h 465"/>
                  <a:gd name="T58" fmla="*/ 465 w 621"/>
                  <a:gd name="T59" fmla="*/ 154 h 465"/>
                  <a:gd name="T60" fmla="*/ 465 w 621"/>
                  <a:gd name="T61" fmla="*/ 92 h 465"/>
                  <a:gd name="T62" fmla="*/ 465 w 621"/>
                  <a:gd name="T63" fmla="*/ 92 h 465"/>
                  <a:gd name="T64" fmla="*/ 465 w 621"/>
                  <a:gd name="T65" fmla="*/ 30 h 465"/>
                  <a:gd name="T66" fmla="*/ 434 w 621"/>
                  <a:gd name="T67" fmla="*/ 30 h 465"/>
                  <a:gd name="T68" fmla="*/ 434 w 621"/>
                  <a:gd name="T69" fmla="*/ 0 h 465"/>
                  <a:gd name="T70" fmla="*/ 372 w 621"/>
                  <a:gd name="T71" fmla="*/ 61 h 465"/>
                  <a:gd name="T72" fmla="*/ 341 w 621"/>
                  <a:gd name="T73" fmla="*/ 124 h 465"/>
                  <a:gd name="T74" fmla="*/ 310 w 621"/>
                  <a:gd name="T75" fmla="*/ 124 h 465"/>
                  <a:gd name="T76" fmla="*/ 248 w 621"/>
                  <a:gd name="T77" fmla="*/ 124 h 465"/>
                  <a:gd name="T78" fmla="*/ 248 w 621"/>
                  <a:gd name="T79" fmla="*/ 185 h 465"/>
                  <a:gd name="T80" fmla="*/ 217 w 621"/>
                  <a:gd name="T81" fmla="*/ 185 h 465"/>
                  <a:gd name="T82" fmla="*/ 217 w 621"/>
                  <a:gd name="T83" fmla="*/ 185 h 465"/>
                  <a:gd name="T84" fmla="*/ 186 w 621"/>
                  <a:gd name="T85" fmla="*/ 185 h 465"/>
                  <a:gd name="T86" fmla="*/ 155 w 621"/>
                  <a:gd name="T87" fmla="*/ 185 h 465"/>
                  <a:gd name="T88" fmla="*/ 124 w 621"/>
                  <a:gd name="T89" fmla="*/ 216 h 465"/>
                  <a:gd name="T90" fmla="*/ 93 w 621"/>
                  <a:gd name="T91" fmla="*/ 216 h 465"/>
                  <a:gd name="T92" fmla="*/ 93 w 621"/>
                  <a:gd name="T93" fmla="*/ 216 h 465"/>
                  <a:gd name="T94" fmla="*/ 62 w 621"/>
                  <a:gd name="T95" fmla="*/ 216 h 465"/>
                  <a:gd name="T96" fmla="*/ 62 w 621"/>
                  <a:gd name="T97" fmla="*/ 216 h 465"/>
                  <a:gd name="T98" fmla="*/ 31 w 621"/>
                  <a:gd name="T99" fmla="*/ 278 h 465"/>
                  <a:gd name="T100" fmla="*/ 0 w 621"/>
                  <a:gd name="T101" fmla="*/ 309 h 465"/>
                  <a:gd name="T102" fmla="*/ 0 w 621"/>
                  <a:gd name="T103" fmla="*/ 340 h 465"/>
                  <a:gd name="T104" fmla="*/ 0 w 621"/>
                  <a:gd name="T105" fmla="*/ 340 h 465"/>
                  <a:gd name="T106" fmla="*/ 31 w 621"/>
                  <a:gd name="T107" fmla="*/ 402 h 465"/>
                  <a:gd name="T108" fmla="*/ 31 w 621"/>
                  <a:gd name="T109" fmla="*/ 402 h 465"/>
                  <a:gd name="T110" fmla="*/ 31 w 621"/>
                  <a:gd name="T111" fmla="*/ 433 h 465"/>
                  <a:gd name="T112" fmla="*/ 62 w 621"/>
                  <a:gd name="T113" fmla="*/ 433 h 465"/>
                  <a:gd name="T114" fmla="*/ 62 w 621"/>
                  <a:gd name="T115" fmla="*/ 464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21" h="465">
                    <a:moveTo>
                      <a:pt x="93" y="464"/>
                    </a:moveTo>
                    <a:lnTo>
                      <a:pt x="93" y="464"/>
                    </a:lnTo>
                    <a:cubicBezTo>
                      <a:pt x="93" y="433"/>
                      <a:pt x="93" y="433"/>
                      <a:pt x="93" y="433"/>
                    </a:cubicBezTo>
                    <a:lnTo>
                      <a:pt x="93" y="433"/>
                    </a:lnTo>
                    <a:cubicBezTo>
                      <a:pt x="93" y="433"/>
                      <a:pt x="124" y="402"/>
                      <a:pt x="155" y="402"/>
                    </a:cubicBezTo>
                    <a:cubicBezTo>
                      <a:pt x="155" y="402"/>
                      <a:pt x="155" y="433"/>
                      <a:pt x="186" y="433"/>
                    </a:cubicBezTo>
                    <a:lnTo>
                      <a:pt x="186" y="433"/>
                    </a:lnTo>
                    <a:lnTo>
                      <a:pt x="186" y="433"/>
                    </a:lnTo>
                    <a:lnTo>
                      <a:pt x="186" y="433"/>
                    </a:lnTo>
                    <a:cubicBezTo>
                      <a:pt x="186" y="402"/>
                      <a:pt x="186" y="371"/>
                      <a:pt x="217" y="371"/>
                    </a:cubicBezTo>
                    <a:cubicBezTo>
                      <a:pt x="217" y="371"/>
                      <a:pt x="217" y="371"/>
                      <a:pt x="217" y="340"/>
                    </a:cubicBezTo>
                    <a:lnTo>
                      <a:pt x="217" y="340"/>
                    </a:lnTo>
                    <a:cubicBezTo>
                      <a:pt x="217" y="340"/>
                      <a:pt x="217" y="340"/>
                      <a:pt x="248" y="340"/>
                    </a:cubicBezTo>
                    <a:lnTo>
                      <a:pt x="248" y="340"/>
                    </a:lnTo>
                    <a:cubicBezTo>
                      <a:pt x="248" y="340"/>
                      <a:pt x="248" y="309"/>
                      <a:pt x="279" y="309"/>
                    </a:cubicBezTo>
                    <a:lnTo>
                      <a:pt x="279" y="309"/>
                    </a:lnTo>
                    <a:lnTo>
                      <a:pt x="279" y="309"/>
                    </a:lnTo>
                    <a:cubicBezTo>
                      <a:pt x="310" y="309"/>
                      <a:pt x="310" y="340"/>
                      <a:pt x="341" y="371"/>
                    </a:cubicBezTo>
                    <a:lnTo>
                      <a:pt x="341" y="371"/>
                    </a:lnTo>
                    <a:lnTo>
                      <a:pt x="341" y="371"/>
                    </a:lnTo>
                    <a:cubicBezTo>
                      <a:pt x="341" y="371"/>
                      <a:pt x="341" y="371"/>
                      <a:pt x="372" y="371"/>
                    </a:cubicBezTo>
                    <a:lnTo>
                      <a:pt x="372" y="371"/>
                    </a:lnTo>
                    <a:cubicBezTo>
                      <a:pt x="403" y="371"/>
                      <a:pt x="403" y="402"/>
                      <a:pt x="403" y="402"/>
                    </a:cubicBezTo>
                    <a:cubicBezTo>
                      <a:pt x="403" y="371"/>
                      <a:pt x="403" y="371"/>
                      <a:pt x="403" y="371"/>
                    </a:cubicBezTo>
                    <a:lnTo>
                      <a:pt x="403" y="371"/>
                    </a:lnTo>
                    <a:lnTo>
                      <a:pt x="403" y="371"/>
                    </a:lnTo>
                    <a:cubicBezTo>
                      <a:pt x="434" y="371"/>
                      <a:pt x="434" y="340"/>
                      <a:pt x="434" y="340"/>
                    </a:cubicBezTo>
                    <a:lnTo>
                      <a:pt x="434" y="340"/>
                    </a:lnTo>
                    <a:lnTo>
                      <a:pt x="434" y="340"/>
                    </a:lnTo>
                    <a:lnTo>
                      <a:pt x="434" y="340"/>
                    </a:lnTo>
                    <a:cubicBezTo>
                      <a:pt x="465" y="340"/>
                      <a:pt x="465" y="340"/>
                      <a:pt x="465" y="340"/>
                    </a:cubicBezTo>
                    <a:cubicBezTo>
                      <a:pt x="465" y="371"/>
                      <a:pt x="465" y="371"/>
                      <a:pt x="465" y="371"/>
                    </a:cubicBezTo>
                    <a:cubicBezTo>
                      <a:pt x="465" y="340"/>
                      <a:pt x="496" y="340"/>
                      <a:pt x="496" y="340"/>
                    </a:cubicBezTo>
                    <a:lnTo>
                      <a:pt x="526" y="340"/>
                    </a:lnTo>
                    <a:lnTo>
                      <a:pt x="526" y="340"/>
                    </a:lnTo>
                    <a:lnTo>
                      <a:pt x="558" y="340"/>
                    </a:lnTo>
                    <a:lnTo>
                      <a:pt x="558" y="340"/>
                    </a:lnTo>
                    <a:lnTo>
                      <a:pt x="558" y="340"/>
                    </a:lnTo>
                    <a:lnTo>
                      <a:pt x="558" y="340"/>
                    </a:lnTo>
                    <a:cubicBezTo>
                      <a:pt x="558" y="309"/>
                      <a:pt x="589" y="309"/>
                      <a:pt x="589" y="309"/>
                    </a:cubicBezTo>
                    <a:lnTo>
                      <a:pt x="589" y="309"/>
                    </a:lnTo>
                    <a:lnTo>
                      <a:pt x="589" y="309"/>
                    </a:lnTo>
                    <a:cubicBezTo>
                      <a:pt x="620" y="309"/>
                      <a:pt x="620" y="309"/>
                      <a:pt x="620" y="309"/>
                    </a:cubicBezTo>
                    <a:cubicBezTo>
                      <a:pt x="620" y="309"/>
                      <a:pt x="620" y="309"/>
                      <a:pt x="620" y="278"/>
                    </a:cubicBezTo>
                    <a:lnTo>
                      <a:pt x="620" y="278"/>
                    </a:lnTo>
                    <a:lnTo>
                      <a:pt x="620" y="278"/>
                    </a:lnTo>
                    <a:cubicBezTo>
                      <a:pt x="620" y="278"/>
                      <a:pt x="620" y="278"/>
                      <a:pt x="620" y="248"/>
                    </a:cubicBezTo>
                    <a:lnTo>
                      <a:pt x="620" y="248"/>
                    </a:lnTo>
                    <a:lnTo>
                      <a:pt x="620" y="248"/>
                    </a:lnTo>
                    <a:cubicBezTo>
                      <a:pt x="620" y="248"/>
                      <a:pt x="620" y="248"/>
                      <a:pt x="589" y="248"/>
                    </a:cubicBezTo>
                    <a:lnTo>
                      <a:pt x="589" y="248"/>
                    </a:lnTo>
                    <a:lnTo>
                      <a:pt x="589" y="248"/>
                    </a:lnTo>
                    <a:lnTo>
                      <a:pt x="589" y="248"/>
                    </a:lnTo>
                    <a:cubicBezTo>
                      <a:pt x="589" y="248"/>
                      <a:pt x="589" y="248"/>
                      <a:pt x="558" y="248"/>
                    </a:cubicBezTo>
                    <a:cubicBezTo>
                      <a:pt x="558" y="216"/>
                      <a:pt x="558" y="216"/>
                      <a:pt x="558" y="185"/>
                    </a:cubicBezTo>
                    <a:lnTo>
                      <a:pt x="558" y="185"/>
                    </a:lnTo>
                    <a:cubicBezTo>
                      <a:pt x="526" y="185"/>
                      <a:pt x="526" y="185"/>
                      <a:pt x="526" y="185"/>
                    </a:cubicBezTo>
                    <a:cubicBezTo>
                      <a:pt x="496" y="185"/>
                      <a:pt x="496" y="154"/>
                      <a:pt x="496" y="154"/>
                    </a:cubicBezTo>
                    <a:lnTo>
                      <a:pt x="496" y="154"/>
                    </a:lnTo>
                    <a:cubicBezTo>
                      <a:pt x="465" y="154"/>
                      <a:pt x="465" y="154"/>
                      <a:pt x="465" y="154"/>
                    </a:cubicBezTo>
                    <a:cubicBezTo>
                      <a:pt x="465" y="124"/>
                      <a:pt x="465" y="124"/>
                      <a:pt x="465" y="124"/>
                    </a:cubicBezTo>
                    <a:cubicBezTo>
                      <a:pt x="465" y="92"/>
                      <a:pt x="465" y="92"/>
                      <a:pt x="465" y="92"/>
                    </a:cubicBezTo>
                    <a:lnTo>
                      <a:pt x="465" y="92"/>
                    </a:lnTo>
                    <a:lnTo>
                      <a:pt x="465" y="92"/>
                    </a:lnTo>
                    <a:cubicBezTo>
                      <a:pt x="465" y="61"/>
                      <a:pt x="465" y="61"/>
                      <a:pt x="465" y="61"/>
                    </a:cubicBezTo>
                    <a:cubicBezTo>
                      <a:pt x="465" y="61"/>
                      <a:pt x="465" y="61"/>
                      <a:pt x="465" y="30"/>
                    </a:cubicBezTo>
                    <a:lnTo>
                      <a:pt x="465" y="30"/>
                    </a:lnTo>
                    <a:lnTo>
                      <a:pt x="434" y="30"/>
                    </a:lnTo>
                    <a:lnTo>
                      <a:pt x="434" y="30"/>
                    </a:lnTo>
                    <a:lnTo>
                      <a:pt x="434" y="0"/>
                    </a:lnTo>
                    <a:cubicBezTo>
                      <a:pt x="403" y="30"/>
                      <a:pt x="403" y="30"/>
                      <a:pt x="403" y="30"/>
                    </a:cubicBezTo>
                    <a:cubicBezTo>
                      <a:pt x="403" y="30"/>
                      <a:pt x="403" y="30"/>
                      <a:pt x="372" y="61"/>
                    </a:cubicBezTo>
                    <a:lnTo>
                      <a:pt x="372" y="61"/>
                    </a:lnTo>
                    <a:cubicBezTo>
                      <a:pt x="372" y="92"/>
                      <a:pt x="341" y="92"/>
                      <a:pt x="341" y="124"/>
                    </a:cubicBezTo>
                    <a:lnTo>
                      <a:pt x="310" y="124"/>
                    </a:lnTo>
                    <a:lnTo>
                      <a:pt x="310" y="124"/>
                    </a:lnTo>
                    <a:cubicBezTo>
                      <a:pt x="279" y="124"/>
                      <a:pt x="279" y="124"/>
                      <a:pt x="279" y="124"/>
                    </a:cubicBezTo>
                    <a:lnTo>
                      <a:pt x="248" y="124"/>
                    </a:lnTo>
                    <a:lnTo>
                      <a:pt x="248" y="124"/>
                    </a:lnTo>
                    <a:cubicBezTo>
                      <a:pt x="248" y="154"/>
                      <a:pt x="248" y="154"/>
                      <a:pt x="248" y="185"/>
                    </a:cubicBezTo>
                    <a:cubicBezTo>
                      <a:pt x="248" y="185"/>
                      <a:pt x="248" y="185"/>
                      <a:pt x="217" y="185"/>
                    </a:cubicBezTo>
                    <a:lnTo>
                      <a:pt x="217" y="185"/>
                    </a:lnTo>
                    <a:lnTo>
                      <a:pt x="217" y="185"/>
                    </a:lnTo>
                    <a:lnTo>
                      <a:pt x="217" y="185"/>
                    </a:lnTo>
                    <a:lnTo>
                      <a:pt x="217" y="185"/>
                    </a:lnTo>
                    <a:lnTo>
                      <a:pt x="186" y="185"/>
                    </a:lnTo>
                    <a:lnTo>
                      <a:pt x="186" y="185"/>
                    </a:lnTo>
                    <a:lnTo>
                      <a:pt x="155" y="185"/>
                    </a:lnTo>
                    <a:cubicBezTo>
                      <a:pt x="155" y="216"/>
                      <a:pt x="155" y="216"/>
                      <a:pt x="124" y="216"/>
                    </a:cubicBezTo>
                    <a:lnTo>
                      <a:pt x="124" y="216"/>
                    </a:lnTo>
                    <a:lnTo>
                      <a:pt x="124" y="216"/>
                    </a:lnTo>
                    <a:cubicBezTo>
                      <a:pt x="124" y="216"/>
                      <a:pt x="124" y="216"/>
                      <a:pt x="93" y="216"/>
                    </a:cubicBezTo>
                    <a:lnTo>
                      <a:pt x="93" y="216"/>
                    </a:lnTo>
                    <a:lnTo>
                      <a:pt x="93" y="216"/>
                    </a:lnTo>
                    <a:lnTo>
                      <a:pt x="62" y="216"/>
                    </a:lnTo>
                    <a:lnTo>
                      <a:pt x="62" y="216"/>
                    </a:lnTo>
                    <a:lnTo>
                      <a:pt x="62" y="216"/>
                    </a:lnTo>
                    <a:lnTo>
                      <a:pt x="62" y="216"/>
                    </a:lnTo>
                    <a:cubicBezTo>
                      <a:pt x="62" y="248"/>
                      <a:pt x="31" y="248"/>
                      <a:pt x="31" y="248"/>
                    </a:cubicBezTo>
                    <a:cubicBezTo>
                      <a:pt x="31" y="278"/>
                      <a:pt x="31" y="278"/>
                      <a:pt x="31" y="278"/>
                    </a:cubicBezTo>
                    <a:lnTo>
                      <a:pt x="0" y="278"/>
                    </a:lnTo>
                    <a:lnTo>
                      <a:pt x="0" y="309"/>
                    </a:lnTo>
                    <a:cubicBezTo>
                      <a:pt x="0" y="309"/>
                      <a:pt x="0" y="309"/>
                      <a:pt x="0" y="340"/>
                    </a:cubicBezTo>
                    <a:lnTo>
                      <a:pt x="0" y="340"/>
                    </a:lnTo>
                    <a:lnTo>
                      <a:pt x="0" y="340"/>
                    </a:lnTo>
                    <a:lnTo>
                      <a:pt x="0" y="340"/>
                    </a:lnTo>
                    <a:lnTo>
                      <a:pt x="0" y="340"/>
                    </a:lnTo>
                    <a:cubicBezTo>
                      <a:pt x="31" y="371"/>
                      <a:pt x="31" y="402"/>
                      <a:pt x="31" y="402"/>
                    </a:cubicBezTo>
                    <a:lnTo>
                      <a:pt x="31" y="402"/>
                    </a:lnTo>
                    <a:lnTo>
                      <a:pt x="31" y="402"/>
                    </a:lnTo>
                    <a:lnTo>
                      <a:pt x="31" y="433"/>
                    </a:lnTo>
                    <a:lnTo>
                      <a:pt x="31" y="433"/>
                    </a:lnTo>
                    <a:lnTo>
                      <a:pt x="62" y="433"/>
                    </a:lnTo>
                    <a:lnTo>
                      <a:pt x="62" y="433"/>
                    </a:lnTo>
                    <a:lnTo>
                      <a:pt x="62" y="433"/>
                    </a:lnTo>
                    <a:cubicBezTo>
                      <a:pt x="62" y="464"/>
                      <a:pt x="62" y="464"/>
                      <a:pt x="62" y="464"/>
                    </a:cubicBezTo>
                    <a:cubicBezTo>
                      <a:pt x="62" y="464"/>
                      <a:pt x="62" y="464"/>
                      <a:pt x="93" y="4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76" name="Freeform 25">
                <a:extLst>
                  <a:ext uri="{FF2B5EF4-FFF2-40B4-BE49-F238E27FC236}">
                    <a16:creationId xmlns:a16="http://schemas.microsoft.com/office/drawing/2014/main" id="{6276BCDA-A0F4-07E0-B2DC-927D41EA1CD0}"/>
                  </a:ext>
                </a:extLst>
              </p:cNvPr>
              <p:cNvSpPr>
                <a:spLocks noChangeArrowheads="1"/>
              </p:cNvSpPr>
              <p:nvPr/>
            </p:nvSpPr>
            <p:spPr bwMode="auto">
              <a:xfrm>
                <a:off x="3924300" y="2538413"/>
                <a:ext cx="357188" cy="390525"/>
              </a:xfrm>
              <a:custGeom>
                <a:avLst/>
                <a:gdLst>
                  <a:gd name="T0" fmla="*/ 868 w 993"/>
                  <a:gd name="T1" fmla="*/ 682 h 1086"/>
                  <a:gd name="T2" fmla="*/ 868 w 993"/>
                  <a:gd name="T3" fmla="*/ 620 h 1086"/>
                  <a:gd name="T4" fmla="*/ 868 w 993"/>
                  <a:gd name="T5" fmla="*/ 589 h 1086"/>
                  <a:gd name="T6" fmla="*/ 868 w 993"/>
                  <a:gd name="T7" fmla="*/ 527 h 1086"/>
                  <a:gd name="T8" fmla="*/ 868 w 993"/>
                  <a:gd name="T9" fmla="*/ 496 h 1086"/>
                  <a:gd name="T10" fmla="*/ 868 w 993"/>
                  <a:gd name="T11" fmla="*/ 496 h 1086"/>
                  <a:gd name="T12" fmla="*/ 868 w 993"/>
                  <a:gd name="T13" fmla="*/ 434 h 1086"/>
                  <a:gd name="T14" fmla="*/ 868 w 993"/>
                  <a:gd name="T15" fmla="*/ 403 h 1086"/>
                  <a:gd name="T16" fmla="*/ 899 w 993"/>
                  <a:gd name="T17" fmla="*/ 372 h 1086"/>
                  <a:gd name="T18" fmla="*/ 961 w 993"/>
                  <a:gd name="T19" fmla="*/ 186 h 1086"/>
                  <a:gd name="T20" fmla="*/ 961 w 993"/>
                  <a:gd name="T21" fmla="*/ 124 h 1086"/>
                  <a:gd name="T22" fmla="*/ 868 w 993"/>
                  <a:gd name="T23" fmla="*/ 62 h 1086"/>
                  <a:gd name="T24" fmla="*/ 837 w 993"/>
                  <a:gd name="T25" fmla="*/ 62 h 1086"/>
                  <a:gd name="T26" fmla="*/ 744 w 993"/>
                  <a:gd name="T27" fmla="*/ 0 h 1086"/>
                  <a:gd name="T28" fmla="*/ 651 w 993"/>
                  <a:gd name="T29" fmla="*/ 31 h 1086"/>
                  <a:gd name="T30" fmla="*/ 619 w 993"/>
                  <a:gd name="T31" fmla="*/ 31 h 1086"/>
                  <a:gd name="T32" fmla="*/ 527 w 993"/>
                  <a:gd name="T33" fmla="*/ 62 h 1086"/>
                  <a:gd name="T34" fmla="*/ 434 w 993"/>
                  <a:gd name="T35" fmla="*/ 62 h 1086"/>
                  <a:gd name="T36" fmla="*/ 372 w 993"/>
                  <a:gd name="T37" fmla="*/ 31 h 1086"/>
                  <a:gd name="T38" fmla="*/ 341 w 993"/>
                  <a:gd name="T39" fmla="*/ 31 h 1086"/>
                  <a:gd name="T40" fmla="*/ 341 w 993"/>
                  <a:gd name="T41" fmla="*/ 62 h 1086"/>
                  <a:gd name="T42" fmla="*/ 310 w 993"/>
                  <a:gd name="T43" fmla="*/ 155 h 1086"/>
                  <a:gd name="T44" fmla="*/ 248 w 993"/>
                  <a:gd name="T45" fmla="*/ 372 h 1086"/>
                  <a:gd name="T46" fmla="*/ 217 w 993"/>
                  <a:gd name="T47" fmla="*/ 403 h 1086"/>
                  <a:gd name="T48" fmla="*/ 186 w 993"/>
                  <a:gd name="T49" fmla="*/ 496 h 1086"/>
                  <a:gd name="T50" fmla="*/ 124 w 993"/>
                  <a:gd name="T51" fmla="*/ 620 h 1086"/>
                  <a:gd name="T52" fmla="*/ 93 w 993"/>
                  <a:gd name="T53" fmla="*/ 651 h 1086"/>
                  <a:gd name="T54" fmla="*/ 62 w 993"/>
                  <a:gd name="T55" fmla="*/ 620 h 1086"/>
                  <a:gd name="T56" fmla="*/ 31 w 993"/>
                  <a:gd name="T57" fmla="*/ 651 h 1086"/>
                  <a:gd name="T58" fmla="*/ 0 w 993"/>
                  <a:gd name="T59" fmla="*/ 651 h 1086"/>
                  <a:gd name="T60" fmla="*/ 217 w 993"/>
                  <a:gd name="T61" fmla="*/ 744 h 1086"/>
                  <a:gd name="T62" fmla="*/ 310 w 993"/>
                  <a:gd name="T63" fmla="*/ 806 h 1086"/>
                  <a:gd name="T64" fmla="*/ 341 w 993"/>
                  <a:gd name="T65" fmla="*/ 775 h 1086"/>
                  <a:gd name="T66" fmla="*/ 434 w 993"/>
                  <a:gd name="T67" fmla="*/ 744 h 1086"/>
                  <a:gd name="T68" fmla="*/ 496 w 993"/>
                  <a:gd name="T69" fmla="*/ 806 h 1086"/>
                  <a:gd name="T70" fmla="*/ 496 w 993"/>
                  <a:gd name="T71" fmla="*/ 930 h 1086"/>
                  <a:gd name="T72" fmla="*/ 527 w 993"/>
                  <a:gd name="T73" fmla="*/ 961 h 1086"/>
                  <a:gd name="T74" fmla="*/ 589 w 993"/>
                  <a:gd name="T75" fmla="*/ 992 h 1086"/>
                  <a:gd name="T76" fmla="*/ 589 w 993"/>
                  <a:gd name="T77" fmla="*/ 992 h 1086"/>
                  <a:gd name="T78" fmla="*/ 619 w 993"/>
                  <a:gd name="T79" fmla="*/ 992 h 1086"/>
                  <a:gd name="T80" fmla="*/ 651 w 993"/>
                  <a:gd name="T81" fmla="*/ 992 h 1086"/>
                  <a:gd name="T82" fmla="*/ 713 w 993"/>
                  <a:gd name="T83" fmla="*/ 1054 h 1086"/>
                  <a:gd name="T84" fmla="*/ 775 w 993"/>
                  <a:gd name="T85" fmla="*/ 1023 h 1086"/>
                  <a:gd name="T86" fmla="*/ 806 w 993"/>
                  <a:gd name="T87" fmla="*/ 1054 h 1086"/>
                  <a:gd name="T88" fmla="*/ 837 w 993"/>
                  <a:gd name="T89" fmla="*/ 992 h 1086"/>
                  <a:gd name="T90" fmla="*/ 837 w 993"/>
                  <a:gd name="T91" fmla="*/ 930 h 1086"/>
                  <a:gd name="T92" fmla="*/ 868 w 993"/>
                  <a:gd name="T93" fmla="*/ 837 h 1086"/>
                  <a:gd name="T94" fmla="*/ 899 w 993"/>
                  <a:gd name="T95" fmla="*/ 775 h 10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93" h="1086">
                    <a:moveTo>
                      <a:pt x="899" y="744"/>
                    </a:moveTo>
                    <a:lnTo>
                      <a:pt x="899" y="744"/>
                    </a:lnTo>
                    <a:lnTo>
                      <a:pt x="868" y="713"/>
                    </a:lnTo>
                    <a:lnTo>
                      <a:pt x="868" y="682"/>
                    </a:lnTo>
                    <a:lnTo>
                      <a:pt x="868" y="682"/>
                    </a:lnTo>
                    <a:cubicBezTo>
                      <a:pt x="868" y="682"/>
                      <a:pt x="868" y="682"/>
                      <a:pt x="868" y="651"/>
                    </a:cubicBezTo>
                    <a:lnTo>
                      <a:pt x="868" y="651"/>
                    </a:lnTo>
                    <a:cubicBezTo>
                      <a:pt x="868" y="620"/>
                      <a:pt x="868" y="620"/>
                      <a:pt x="868" y="620"/>
                    </a:cubicBezTo>
                    <a:lnTo>
                      <a:pt x="868" y="620"/>
                    </a:lnTo>
                    <a:cubicBezTo>
                      <a:pt x="868" y="589"/>
                      <a:pt x="868" y="589"/>
                      <a:pt x="868" y="589"/>
                    </a:cubicBezTo>
                    <a:lnTo>
                      <a:pt x="868" y="589"/>
                    </a:lnTo>
                    <a:lnTo>
                      <a:pt x="868" y="589"/>
                    </a:lnTo>
                    <a:cubicBezTo>
                      <a:pt x="868" y="558"/>
                      <a:pt x="868" y="558"/>
                      <a:pt x="868" y="558"/>
                    </a:cubicBezTo>
                    <a:cubicBezTo>
                      <a:pt x="868" y="527"/>
                      <a:pt x="868" y="527"/>
                      <a:pt x="868" y="527"/>
                    </a:cubicBezTo>
                    <a:lnTo>
                      <a:pt x="868" y="527"/>
                    </a:lnTo>
                    <a:lnTo>
                      <a:pt x="868" y="527"/>
                    </a:lnTo>
                    <a:lnTo>
                      <a:pt x="868" y="527"/>
                    </a:lnTo>
                    <a:lnTo>
                      <a:pt x="868" y="527"/>
                    </a:lnTo>
                    <a:lnTo>
                      <a:pt x="868" y="527"/>
                    </a:lnTo>
                    <a:cubicBezTo>
                      <a:pt x="868" y="496"/>
                      <a:pt x="868" y="496"/>
                      <a:pt x="868" y="496"/>
                    </a:cubicBezTo>
                    <a:lnTo>
                      <a:pt x="868" y="496"/>
                    </a:lnTo>
                    <a:lnTo>
                      <a:pt x="868" y="496"/>
                    </a:lnTo>
                    <a:lnTo>
                      <a:pt x="868" y="496"/>
                    </a:lnTo>
                    <a:lnTo>
                      <a:pt x="868" y="496"/>
                    </a:lnTo>
                    <a:lnTo>
                      <a:pt x="868" y="496"/>
                    </a:lnTo>
                    <a:cubicBezTo>
                      <a:pt x="837" y="496"/>
                      <a:pt x="837" y="496"/>
                      <a:pt x="837" y="465"/>
                    </a:cubicBezTo>
                    <a:lnTo>
                      <a:pt x="837" y="465"/>
                    </a:lnTo>
                    <a:lnTo>
                      <a:pt x="868" y="434"/>
                    </a:lnTo>
                    <a:lnTo>
                      <a:pt x="868" y="434"/>
                    </a:lnTo>
                    <a:lnTo>
                      <a:pt x="868" y="434"/>
                    </a:lnTo>
                    <a:lnTo>
                      <a:pt x="868" y="403"/>
                    </a:lnTo>
                    <a:lnTo>
                      <a:pt x="868" y="403"/>
                    </a:lnTo>
                    <a:lnTo>
                      <a:pt x="868" y="403"/>
                    </a:lnTo>
                    <a:lnTo>
                      <a:pt x="868" y="403"/>
                    </a:lnTo>
                    <a:cubicBezTo>
                      <a:pt x="868" y="372"/>
                      <a:pt x="868" y="372"/>
                      <a:pt x="899" y="372"/>
                    </a:cubicBezTo>
                    <a:lnTo>
                      <a:pt x="899" y="372"/>
                    </a:lnTo>
                    <a:cubicBezTo>
                      <a:pt x="899" y="372"/>
                      <a:pt x="899" y="341"/>
                      <a:pt x="899" y="310"/>
                    </a:cubicBezTo>
                    <a:lnTo>
                      <a:pt x="899" y="310"/>
                    </a:lnTo>
                    <a:cubicBezTo>
                      <a:pt x="899" y="279"/>
                      <a:pt x="899" y="248"/>
                      <a:pt x="930" y="217"/>
                    </a:cubicBezTo>
                    <a:cubicBezTo>
                      <a:pt x="930" y="217"/>
                      <a:pt x="961" y="217"/>
                      <a:pt x="961" y="186"/>
                    </a:cubicBezTo>
                    <a:lnTo>
                      <a:pt x="961" y="186"/>
                    </a:lnTo>
                    <a:lnTo>
                      <a:pt x="992" y="186"/>
                    </a:lnTo>
                    <a:cubicBezTo>
                      <a:pt x="961" y="186"/>
                      <a:pt x="961" y="155"/>
                      <a:pt x="961" y="124"/>
                    </a:cubicBezTo>
                    <a:lnTo>
                      <a:pt x="961" y="124"/>
                    </a:lnTo>
                    <a:cubicBezTo>
                      <a:pt x="961" y="124"/>
                      <a:pt x="961" y="124"/>
                      <a:pt x="961" y="93"/>
                    </a:cubicBezTo>
                    <a:cubicBezTo>
                      <a:pt x="930" y="93"/>
                      <a:pt x="930" y="62"/>
                      <a:pt x="930" y="62"/>
                    </a:cubicBezTo>
                    <a:cubicBezTo>
                      <a:pt x="930" y="62"/>
                      <a:pt x="930" y="62"/>
                      <a:pt x="899" y="62"/>
                    </a:cubicBezTo>
                    <a:cubicBezTo>
                      <a:pt x="868" y="62"/>
                      <a:pt x="868" y="62"/>
                      <a:pt x="868" y="62"/>
                    </a:cubicBezTo>
                    <a:lnTo>
                      <a:pt x="868" y="62"/>
                    </a:lnTo>
                    <a:cubicBezTo>
                      <a:pt x="837" y="62"/>
                      <a:pt x="837" y="62"/>
                      <a:pt x="837" y="62"/>
                    </a:cubicBezTo>
                    <a:lnTo>
                      <a:pt x="837" y="62"/>
                    </a:lnTo>
                    <a:lnTo>
                      <a:pt x="837" y="62"/>
                    </a:lnTo>
                    <a:cubicBezTo>
                      <a:pt x="806" y="31"/>
                      <a:pt x="806" y="31"/>
                      <a:pt x="806" y="31"/>
                    </a:cubicBezTo>
                    <a:cubicBezTo>
                      <a:pt x="806" y="31"/>
                      <a:pt x="775" y="31"/>
                      <a:pt x="775" y="0"/>
                    </a:cubicBezTo>
                    <a:cubicBezTo>
                      <a:pt x="775" y="0"/>
                      <a:pt x="775" y="0"/>
                      <a:pt x="744" y="0"/>
                    </a:cubicBezTo>
                    <a:lnTo>
                      <a:pt x="744" y="0"/>
                    </a:lnTo>
                    <a:lnTo>
                      <a:pt x="713" y="0"/>
                    </a:lnTo>
                    <a:lnTo>
                      <a:pt x="682" y="0"/>
                    </a:lnTo>
                    <a:lnTo>
                      <a:pt x="682" y="0"/>
                    </a:lnTo>
                    <a:cubicBezTo>
                      <a:pt x="682" y="0"/>
                      <a:pt x="682" y="31"/>
                      <a:pt x="651" y="31"/>
                    </a:cubicBezTo>
                    <a:lnTo>
                      <a:pt x="651" y="31"/>
                    </a:lnTo>
                    <a:cubicBezTo>
                      <a:pt x="619" y="31"/>
                      <a:pt x="619" y="31"/>
                      <a:pt x="619" y="31"/>
                    </a:cubicBezTo>
                    <a:lnTo>
                      <a:pt x="619" y="31"/>
                    </a:lnTo>
                    <a:lnTo>
                      <a:pt x="619" y="31"/>
                    </a:lnTo>
                    <a:cubicBezTo>
                      <a:pt x="589" y="31"/>
                      <a:pt x="589" y="31"/>
                      <a:pt x="558" y="31"/>
                    </a:cubicBezTo>
                    <a:lnTo>
                      <a:pt x="558" y="31"/>
                    </a:lnTo>
                    <a:cubicBezTo>
                      <a:pt x="558" y="62"/>
                      <a:pt x="527" y="62"/>
                      <a:pt x="527" y="62"/>
                    </a:cubicBezTo>
                    <a:lnTo>
                      <a:pt x="527" y="62"/>
                    </a:lnTo>
                    <a:cubicBezTo>
                      <a:pt x="527" y="62"/>
                      <a:pt x="527" y="62"/>
                      <a:pt x="496" y="62"/>
                    </a:cubicBezTo>
                    <a:lnTo>
                      <a:pt x="465" y="62"/>
                    </a:lnTo>
                    <a:lnTo>
                      <a:pt x="434" y="62"/>
                    </a:lnTo>
                    <a:lnTo>
                      <a:pt x="434" y="62"/>
                    </a:lnTo>
                    <a:lnTo>
                      <a:pt x="434" y="62"/>
                    </a:lnTo>
                    <a:cubicBezTo>
                      <a:pt x="403" y="62"/>
                      <a:pt x="403" y="62"/>
                      <a:pt x="372" y="31"/>
                    </a:cubicBezTo>
                    <a:lnTo>
                      <a:pt x="372" y="31"/>
                    </a:lnTo>
                    <a:lnTo>
                      <a:pt x="372" y="31"/>
                    </a:lnTo>
                    <a:lnTo>
                      <a:pt x="372" y="0"/>
                    </a:lnTo>
                    <a:lnTo>
                      <a:pt x="372" y="0"/>
                    </a:lnTo>
                    <a:lnTo>
                      <a:pt x="341" y="0"/>
                    </a:lnTo>
                    <a:lnTo>
                      <a:pt x="341" y="31"/>
                    </a:lnTo>
                    <a:lnTo>
                      <a:pt x="341" y="31"/>
                    </a:lnTo>
                    <a:lnTo>
                      <a:pt x="341" y="31"/>
                    </a:lnTo>
                    <a:cubicBezTo>
                      <a:pt x="341" y="31"/>
                      <a:pt x="341" y="31"/>
                      <a:pt x="341" y="62"/>
                    </a:cubicBezTo>
                    <a:lnTo>
                      <a:pt x="341" y="62"/>
                    </a:lnTo>
                    <a:lnTo>
                      <a:pt x="341" y="62"/>
                    </a:lnTo>
                    <a:lnTo>
                      <a:pt x="341" y="62"/>
                    </a:lnTo>
                    <a:lnTo>
                      <a:pt x="341" y="62"/>
                    </a:lnTo>
                    <a:cubicBezTo>
                      <a:pt x="341" y="93"/>
                      <a:pt x="310" y="124"/>
                      <a:pt x="310" y="155"/>
                    </a:cubicBezTo>
                    <a:cubicBezTo>
                      <a:pt x="310" y="186"/>
                      <a:pt x="279" y="186"/>
                      <a:pt x="279" y="248"/>
                    </a:cubicBezTo>
                    <a:cubicBezTo>
                      <a:pt x="279" y="279"/>
                      <a:pt x="279" y="310"/>
                      <a:pt x="279" y="310"/>
                    </a:cubicBezTo>
                    <a:cubicBezTo>
                      <a:pt x="279" y="341"/>
                      <a:pt x="279" y="372"/>
                      <a:pt x="248" y="372"/>
                    </a:cubicBezTo>
                    <a:lnTo>
                      <a:pt x="248" y="372"/>
                    </a:lnTo>
                    <a:cubicBezTo>
                      <a:pt x="248" y="372"/>
                      <a:pt x="248" y="372"/>
                      <a:pt x="248" y="403"/>
                    </a:cubicBezTo>
                    <a:cubicBezTo>
                      <a:pt x="248" y="403"/>
                      <a:pt x="248" y="403"/>
                      <a:pt x="217" y="403"/>
                    </a:cubicBezTo>
                    <a:lnTo>
                      <a:pt x="217" y="403"/>
                    </a:lnTo>
                    <a:lnTo>
                      <a:pt x="217" y="403"/>
                    </a:lnTo>
                    <a:lnTo>
                      <a:pt x="217" y="434"/>
                    </a:lnTo>
                    <a:cubicBezTo>
                      <a:pt x="186" y="465"/>
                      <a:pt x="186" y="465"/>
                      <a:pt x="186" y="465"/>
                    </a:cubicBezTo>
                    <a:lnTo>
                      <a:pt x="186" y="465"/>
                    </a:lnTo>
                    <a:lnTo>
                      <a:pt x="186" y="496"/>
                    </a:lnTo>
                    <a:cubicBezTo>
                      <a:pt x="186" y="527"/>
                      <a:pt x="186" y="527"/>
                      <a:pt x="186" y="558"/>
                    </a:cubicBezTo>
                    <a:lnTo>
                      <a:pt x="186" y="558"/>
                    </a:lnTo>
                    <a:lnTo>
                      <a:pt x="186" y="558"/>
                    </a:lnTo>
                    <a:cubicBezTo>
                      <a:pt x="186" y="589"/>
                      <a:pt x="155" y="589"/>
                      <a:pt x="124" y="620"/>
                    </a:cubicBezTo>
                    <a:lnTo>
                      <a:pt x="124" y="620"/>
                    </a:lnTo>
                    <a:lnTo>
                      <a:pt x="124" y="620"/>
                    </a:lnTo>
                    <a:lnTo>
                      <a:pt x="124" y="620"/>
                    </a:lnTo>
                    <a:cubicBezTo>
                      <a:pt x="93" y="651"/>
                      <a:pt x="93" y="651"/>
                      <a:pt x="93" y="651"/>
                    </a:cubicBezTo>
                    <a:lnTo>
                      <a:pt x="93" y="651"/>
                    </a:lnTo>
                    <a:cubicBezTo>
                      <a:pt x="62" y="651"/>
                      <a:pt x="62" y="651"/>
                      <a:pt x="62" y="620"/>
                    </a:cubicBezTo>
                    <a:lnTo>
                      <a:pt x="62" y="620"/>
                    </a:lnTo>
                    <a:lnTo>
                      <a:pt x="62" y="620"/>
                    </a:lnTo>
                    <a:lnTo>
                      <a:pt x="62" y="620"/>
                    </a:lnTo>
                    <a:lnTo>
                      <a:pt x="62" y="620"/>
                    </a:lnTo>
                    <a:cubicBezTo>
                      <a:pt x="62" y="620"/>
                      <a:pt x="31" y="620"/>
                      <a:pt x="31" y="651"/>
                    </a:cubicBezTo>
                    <a:lnTo>
                      <a:pt x="31" y="651"/>
                    </a:lnTo>
                    <a:cubicBezTo>
                      <a:pt x="0" y="651"/>
                      <a:pt x="0" y="651"/>
                      <a:pt x="0" y="651"/>
                    </a:cubicBezTo>
                    <a:lnTo>
                      <a:pt x="0" y="651"/>
                    </a:lnTo>
                    <a:lnTo>
                      <a:pt x="0" y="651"/>
                    </a:lnTo>
                    <a:lnTo>
                      <a:pt x="0" y="651"/>
                    </a:lnTo>
                    <a:cubicBezTo>
                      <a:pt x="217" y="651"/>
                      <a:pt x="217" y="651"/>
                      <a:pt x="217" y="651"/>
                    </a:cubicBezTo>
                    <a:cubicBezTo>
                      <a:pt x="217" y="682"/>
                      <a:pt x="217" y="682"/>
                      <a:pt x="217" y="682"/>
                    </a:cubicBezTo>
                    <a:lnTo>
                      <a:pt x="217" y="713"/>
                    </a:lnTo>
                    <a:cubicBezTo>
                      <a:pt x="217" y="744"/>
                      <a:pt x="217" y="744"/>
                      <a:pt x="217" y="744"/>
                    </a:cubicBezTo>
                    <a:cubicBezTo>
                      <a:pt x="217" y="744"/>
                      <a:pt x="248" y="744"/>
                      <a:pt x="248" y="775"/>
                    </a:cubicBezTo>
                    <a:lnTo>
                      <a:pt x="248" y="775"/>
                    </a:lnTo>
                    <a:lnTo>
                      <a:pt x="248" y="806"/>
                    </a:lnTo>
                    <a:cubicBezTo>
                      <a:pt x="279" y="806"/>
                      <a:pt x="279" y="806"/>
                      <a:pt x="310" y="806"/>
                    </a:cubicBezTo>
                    <a:lnTo>
                      <a:pt x="310" y="806"/>
                    </a:lnTo>
                    <a:lnTo>
                      <a:pt x="310" y="806"/>
                    </a:lnTo>
                    <a:cubicBezTo>
                      <a:pt x="341" y="775"/>
                      <a:pt x="341" y="775"/>
                      <a:pt x="341" y="775"/>
                    </a:cubicBezTo>
                    <a:lnTo>
                      <a:pt x="341" y="775"/>
                    </a:lnTo>
                    <a:lnTo>
                      <a:pt x="341" y="775"/>
                    </a:lnTo>
                    <a:cubicBezTo>
                      <a:pt x="310" y="744"/>
                      <a:pt x="310" y="744"/>
                      <a:pt x="310" y="744"/>
                    </a:cubicBezTo>
                    <a:cubicBezTo>
                      <a:pt x="434" y="744"/>
                      <a:pt x="434" y="744"/>
                      <a:pt x="434" y="744"/>
                    </a:cubicBezTo>
                    <a:lnTo>
                      <a:pt x="434" y="744"/>
                    </a:lnTo>
                    <a:cubicBezTo>
                      <a:pt x="527" y="744"/>
                      <a:pt x="527" y="744"/>
                      <a:pt x="527" y="744"/>
                    </a:cubicBezTo>
                    <a:cubicBezTo>
                      <a:pt x="496" y="775"/>
                      <a:pt x="496" y="775"/>
                      <a:pt x="496" y="775"/>
                    </a:cubicBezTo>
                    <a:cubicBezTo>
                      <a:pt x="496" y="806"/>
                      <a:pt x="496" y="806"/>
                      <a:pt x="496" y="806"/>
                    </a:cubicBezTo>
                    <a:lnTo>
                      <a:pt x="496" y="806"/>
                    </a:lnTo>
                    <a:lnTo>
                      <a:pt x="496" y="806"/>
                    </a:lnTo>
                    <a:lnTo>
                      <a:pt x="496" y="837"/>
                    </a:lnTo>
                    <a:cubicBezTo>
                      <a:pt x="496" y="837"/>
                      <a:pt x="496" y="837"/>
                      <a:pt x="496" y="868"/>
                    </a:cubicBezTo>
                    <a:cubicBezTo>
                      <a:pt x="496" y="868"/>
                      <a:pt x="496" y="899"/>
                      <a:pt x="496" y="930"/>
                    </a:cubicBezTo>
                    <a:lnTo>
                      <a:pt x="496" y="930"/>
                    </a:lnTo>
                    <a:lnTo>
                      <a:pt x="496" y="930"/>
                    </a:lnTo>
                    <a:cubicBezTo>
                      <a:pt x="527" y="930"/>
                      <a:pt x="527" y="930"/>
                      <a:pt x="527" y="961"/>
                    </a:cubicBezTo>
                    <a:lnTo>
                      <a:pt x="527" y="961"/>
                    </a:lnTo>
                    <a:lnTo>
                      <a:pt x="527" y="961"/>
                    </a:lnTo>
                    <a:lnTo>
                      <a:pt x="527" y="961"/>
                    </a:lnTo>
                    <a:cubicBezTo>
                      <a:pt x="527" y="992"/>
                      <a:pt x="527" y="992"/>
                      <a:pt x="527" y="992"/>
                    </a:cubicBezTo>
                    <a:cubicBezTo>
                      <a:pt x="558" y="992"/>
                      <a:pt x="558" y="992"/>
                      <a:pt x="589" y="992"/>
                    </a:cubicBezTo>
                    <a:lnTo>
                      <a:pt x="589" y="992"/>
                    </a:lnTo>
                    <a:lnTo>
                      <a:pt x="589" y="992"/>
                    </a:lnTo>
                    <a:lnTo>
                      <a:pt x="589" y="992"/>
                    </a:lnTo>
                    <a:lnTo>
                      <a:pt x="589" y="992"/>
                    </a:lnTo>
                    <a:lnTo>
                      <a:pt x="619" y="992"/>
                    </a:lnTo>
                    <a:lnTo>
                      <a:pt x="619" y="992"/>
                    </a:lnTo>
                    <a:lnTo>
                      <a:pt x="619" y="992"/>
                    </a:lnTo>
                    <a:lnTo>
                      <a:pt x="619" y="992"/>
                    </a:lnTo>
                    <a:lnTo>
                      <a:pt x="619" y="992"/>
                    </a:lnTo>
                    <a:lnTo>
                      <a:pt x="651" y="1023"/>
                    </a:lnTo>
                    <a:lnTo>
                      <a:pt x="651" y="992"/>
                    </a:lnTo>
                    <a:lnTo>
                      <a:pt x="651" y="992"/>
                    </a:lnTo>
                    <a:cubicBezTo>
                      <a:pt x="682" y="992"/>
                      <a:pt x="682" y="1023"/>
                      <a:pt x="682" y="1023"/>
                    </a:cubicBezTo>
                    <a:lnTo>
                      <a:pt x="682" y="1023"/>
                    </a:lnTo>
                    <a:lnTo>
                      <a:pt x="682" y="1023"/>
                    </a:lnTo>
                    <a:cubicBezTo>
                      <a:pt x="713" y="1054"/>
                      <a:pt x="713" y="1054"/>
                      <a:pt x="713" y="1054"/>
                    </a:cubicBezTo>
                    <a:lnTo>
                      <a:pt x="744" y="1054"/>
                    </a:lnTo>
                    <a:lnTo>
                      <a:pt x="744" y="1054"/>
                    </a:lnTo>
                    <a:cubicBezTo>
                      <a:pt x="744" y="1054"/>
                      <a:pt x="744" y="1054"/>
                      <a:pt x="775" y="1023"/>
                    </a:cubicBezTo>
                    <a:lnTo>
                      <a:pt x="775" y="1023"/>
                    </a:lnTo>
                    <a:lnTo>
                      <a:pt x="775" y="1023"/>
                    </a:lnTo>
                    <a:lnTo>
                      <a:pt x="806" y="1054"/>
                    </a:lnTo>
                    <a:lnTo>
                      <a:pt x="806" y="1054"/>
                    </a:lnTo>
                    <a:lnTo>
                      <a:pt x="806" y="1054"/>
                    </a:lnTo>
                    <a:cubicBezTo>
                      <a:pt x="806" y="1054"/>
                      <a:pt x="806" y="1054"/>
                      <a:pt x="837" y="1085"/>
                    </a:cubicBezTo>
                    <a:cubicBezTo>
                      <a:pt x="806" y="1054"/>
                      <a:pt x="806" y="1054"/>
                      <a:pt x="806" y="1054"/>
                    </a:cubicBezTo>
                    <a:cubicBezTo>
                      <a:pt x="806" y="1023"/>
                      <a:pt x="837" y="1023"/>
                      <a:pt x="837" y="1023"/>
                    </a:cubicBezTo>
                    <a:cubicBezTo>
                      <a:pt x="837" y="992"/>
                      <a:pt x="837" y="992"/>
                      <a:pt x="837" y="992"/>
                    </a:cubicBezTo>
                    <a:cubicBezTo>
                      <a:pt x="837" y="992"/>
                      <a:pt x="837" y="992"/>
                      <a:pt x="837" y="961"/>
                    </a:cubicBezTo>
                    <a:cubicBezTo>
                      <a:pt x="837" y="961"/>
                      <a:pt x="837" y="961"/>
                      <a:pt x="837" y="930"/>
                    </a:cubicBezTo>
                    <a:lnTo>
                      <a:pt x="837" y="930"/>
                    </a:lnTo>
                    <a:lnTo>
                      <a:pt x="837" y="930"/>
                    </a:lnTo>
                    <a:cubicBezTo>
                      <a:pt x="837" y="930"/>
                      <a:pt x="806" y="930"/>
                      <a:pt x="806" y="899"/>
                    </a:cubicBezTo>
                    <a:lnTo>
                      <a:pt x="837" y="868"/>
                    </a:lnTo>
                    <a:lnTo>
                      <a:pt x="837" y="868"/>
                    </a:lnTo>
                    <a:cubicBezTo>
                      <a:pt x="837" y="837"/>
                      <a:pt x="868" y="837"/>
                      <a:pt x="868" y="837"/>
                    </a:cubicBezTo>
                    <a:cubicBezTo>
                      <a:pt x="868" y="837"/>
                      <a:pt x="868" y="837"/>
                      <a:pt x="899" y="837"/>
                    </a:cubicBezTo>
                    <a:cubicBezTo>
                      <a:pt x="899" y="806"/>
                      <a:pt x="930" y="806"/>
                      <a:pt x="930" y="806"/>
                    </a:cubicBezTo>
                    <a:lnTo>
                      <a:pt x="930" y="806"/>
                    </a:lnTo>
                    <a:cubicBezTo>
                      <a:pt x="930" y="775"/>
                      <a:pt x="930" y="775"/>
                      <a:pt x="899" y="775"/>
                    </a:cubicBezTo>
                    <a:cubicBezTo>
                      <a:pt x="899" y="744"/>
                      <a:pt x="899" y="744"/>
                      <a:pt x="899" y="74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77" name="Freeform 26">
                <a:extLst>
                  <a:ext uri="{FF2B5EF4-FFF2-40B4-BE49-F238E27FC236}">
                    <a16:creationId xmlns:a16="http://schemas.microsoft.com/office/drawing/2014/main" id="{4F9FF1DA-FE99-8DA5-035B-D5E2463381AF}"/>
                  </a:ext>
                </a:extLst>
              </p:cNvPr>
              <p:cNvSpPr>
                <a:spLocks noChangeArrowheads="1"/>
              </p:cNvSpPr>
              <p:nvPr/>
            </p:nvSpPr>
            <p:spPr bwMode="auto">
              <a:xfrm>
                <a:off x="4248150" y="2695575"/>
                <a:ext cx="22225" cy="11113"/>
              </a:xfrm>
              <a:custGeom>
                <a:avLst/>
                <a:gdLst>
                  <a:gd name="T0" fmla="*/ 31 w 63"/>
                  <a:gd name="T1" fmla="*/ 0 h 32"/>
                  <a:gd name="T2" fmla="*/ 31 w 63"/>
                  <a:gd name="T3" fmla="*/ 0 h 32"/>
                  <a:gd name="T4" fmla="*/ 31 w 63"/>
                  <a:gd name="T5" fmla="*/ 0 h 32"/>
                  <a:gd name="T6" fmla="*/ 0 w 63"/>
                  <a:gd name="T7" fmla="*/ 0 h 32"/>
                  <a:gd name="T8" fmla="*/ 0 w 63"/>
                  <a:gd name="T9" fmla="*/ 0 h 32"/>
                  <a:gd name="T10" fmla="*/ 0 w 63"/>
                  <a:gd name="T11" fmla="*/ 0 h 32"/>
                  <a:gd name="T12" fmla="*/ 0 w 63"/>
                  <a:gd name="T13" fmla="*/ 0 h 32"/>
                  <a:gd name="T14" fmla="*/ 0 w 63"/>
                  <a:gd name="T15" fmla="*/ 0 h 32"/>
                  <a:gd name="T16" fmla="*/ 0 w 63"/>
                  <a:gd name="T17" fmla="*/ 31 h 32"/>
                  <a:gd name="T18" fmla="*/ 0 w 63"/>
                  <a:gd name="T19" fmla="*/ 31 h 32"/>
                  <a:gd name="T20" fmla="*/ 31 w 63"/>
                  <a:gd name="T21" fmla="*/ 0 h 32"/>
                  <a:gd name="T22" fmla="*/ 62 w 63"/>
                  <a:gd name="T23" fmla="*/ 0 h 32"/>
                  <a:gd name="T24" fmla="*/ 62 w 63"/>
                  <a:gd name="T25" fmla="*/ 0 h 32"/>
                  <a:gd name="T26" fmla="*/ 62 w 63"/>
                  <a:gd name="T27" fmla="*/ 0 h 32"/>
                  <a:gd name="T28" fmla="*/ 62 w 63"/>
                  <a:gd name="T29" fmla="*/ 0 h 32"/>
                  <a:gd name="T30" fmla="*/ 62 w 63"/>
                  <a:gd name="T31" fmla="*/ 0 h 32"/>
                  <a:gd name="T32" fmla="*/ 31 w 63"/>
                  <a:gd name="T3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3" h="32">
                    <a:moveTo>
                      <a:pt x="31" y="0"/>
                    </a:moveTo>
                    <a:lnTo>
                      <a:pt x="31" y="0"/>
                    </a:lnTo>
                    <a:lnTo>
                      <a:pt x="31" y="0"/>
                    </a:lnTo>
                    <a:cubicBezTo>
                      <a:pt x="31" y="0"/>
                      <a:pt x="31" y="0"/>
                      <a:pt x="0" y="0"/>
                    </a:cubicBezTo>
                    <a:lnTo>
                      <a:pt x="0" y="0"/>
                    </a:lnTo>
                    <a:lnTo>
                      <a:pt x="0" y="0"/>
                    </a:lnTo>
                    <a:lnTo>
                      <a:pt x="0" y="0"/>
                    </a:lnTo>
                    <a:lnTo>
                      <a:pt x="0" y="0"/>
                    </a:lnTo>
                    <a:cubicBezTo>
                      <a:pt x="0" y="31"/>
                      <a:pt x="0" y="31"/>
                      <a:pt x="0" y="31"/>
                    </a:cubicBezTo>
                    <a:lnTo>
                      <a:pt x="0" y="31"/>
                    </a:lnTo>
                    <a:cubicBezTo>
                      <a:pt x="31" y="0"/>
                      <a:pt x="31" y="0"/>
                      <a:pt x="31" y="0"/>
                    </a:cubicBezTo>
                    <a:cubicBezTo>
                      <a:pt x="62" y="0"/>
                      <a:pt x="62" y="0"/>
                      <a:pt x="62" y="0"/>
                    </a:cubicBezTo>
                    <a:lnTo>
                      <a:pt x="62" y="0"/>
                    </a:lnTo>
                    <a:lnTo>
                      <a:pt x="62" y="0"/>
                    </a:lnTo>
                    <a:lnTo>
                      <a:pt x="62" y="0"/>
                    </a:lnTo>
                    <a:lnTo>
                      <a:pt x="62" y="0"/>
                    </a:lnTo>
                    <a:cubicBezTo>
                      <a:pt x="31" y="0"/>
                      <a:pt x="31" y="0"/>
                      <a:pt x="3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78" name="Freeform 27">
                <a:extLst>
                  <a:ext uri="{FF2B5EF4-FFF2-40B4-BE49-F238E27FC236}">
                    <a16:creationId xmlns:a16="http://schemas.microsoft.com/office/drawing/2014/main" id="{0F6BD5E1-BC48-E022-AA00-C0E8DC2B0603}"/>
                  </a:ext>
                </a:extLst>
              </p:cNvPr>
              <p:cNvSpPr>
                <a:spLocks noChangeArrowheads="1"/>
              </p:cNvSpPr>
              <p:nvPr/>
            </p:nvSpPr>
            <p:spPr bwMode="auto">
              <a:xfrm>
                <a:off x="4248150" y="2717800"/>
                <a:ext cx="11113" cy="22225"/>
              </a:xfrm>
              <a:custGeom>
                <a:avLst/>
                <a:gdLst>
                  <a:gd name="T0" fmla="*/ 31 w 32"/>
                  <a:gd name="T1" fmla="*/ 62 h 63"/>
                  <a:gd name="T2" fmla="*/ 31 w 32"/>
                  <a:gd name="T3" fmla="*/ 62 h 63"/>
                  <a:gd name="T4" fmla="*/ 31 w 32"/>
                  <a:gd name="T5" fmla="*/ 31 h 63"/>
                  <a:gd name="T6" fmla="*/ 31 w 32"/>
                  <a:gd name="T7" fmla="*/ 31 h 63"/>
                  <a:gd name="T8" fmla="*/ 31 w 32"/>
                  <a:gd name="T9" fmla="*/ 31 h 63"/>
                  <a:gd name="T10" fmla="*/ 31 w 32"/>
                  <a:gd name="T11" fmla="*/ 31 h 63"/>
                  <a:gd name="T12" fmla="*/ 31 w 32"/>
                  <a:gd name="T13" fmla="*/ 31 h 63"/>
                  <a:gd name="T14" fmla="*/ 31 w 32"/>
                  <a:gd name="T15" fmla="*/ 0 h 63"/>
                  <a:gd name="T16" fmla="*/ 31 w 32"/>
                  <a:gd name="T17" fmla="*/ 0 h 63"/>
                  <a:gd name="T18" fmla="*/ 31 w 32"/>
                  <a:gd name="T19" fmla="*/ 0 h 63"/>
                  <a:gd name="T20" fmla="*/ 0 w 32"/>
                  <a:gd name="T21" fmla="*/ 31 h 63"/>
                  <a:gd name="T22" fmla="*/ 0 w 32"/>
                  <a:gd name="T23" fmla="*/ 31 h 63"/>
                  <a:gd name="T24" fmla="*/ 0 w 32"/>
                  <a:gd name="T25" fmla="*/ 31 h 63"/>
                  <a:gd name="T26" fmla="*/ 0 w 32"/>
                  <a:gd name="T27" fmla="*/ 31 h 63"/>
                  <a:gd name="T28" fmla="*/ 0 w 32"/>
                  <a:gd name="T29" fmla="*/ 62 h 63"/>
                  <a:gd name="T30" fmla="*/ 0 w 32"/>
                  <a:gd name="T31" fmla="*/ 62 h 63"/>
                  <a:gd name="T32" fmla="*/ 31 w 32"/>
                  <a:gd name="T33" fmla="*/ 6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63">
                    <a:moveTo>
                      <a:pt x="31" y="62"/>
                    </a:moveTo>
                    <a:lnTo>
                      <a:pt x="31" y="62"/>
                    </a:lnTo>
                    <a:lnTo>
                      <a:pt x="31" y="31"/>
                    </a:lnTo>
                    <a:lnTo>
                      <a:pt x="31" y="31"/>
                    </a:lnTo>
                    <a:lnTo>
                      <a:pt x="31" y="31"/>
                    </a:lnTo>
                    <a:lnTo>
                      <a:pt x="31" y="31"/>
                    </a:lnTo>
                    <a:lnTo>
                      <a:pt x="31" y="31"/>
                    </a:lnTo>
                    <a:cubicBezTo>
                      <a:pt x="31" y="31"/>
                      <a:pt x="31" y="31"/>
                      <a:pt x="31" y="0"/>
                    </a:cubicBezTo>
                    <a:lnTo>
                      <a:pt x="31" y="0"/>
                    </a:lnTo>
                    <a:lnTo>
                      <a:pt x="31" y="0"/>
                    </a:lnTo>
                    <a:cubicBezTo>
                      <a:pt x="31" y="31"/>
                      <a:pt x="31" y="31"/>
                      <a:pt x="0" y="31"/>
                    </a:cubicBezTo>
                    <a:lnTo>
                      <a:pt x="0" y="31"/>
                    </a:lnTo>
                    <a:lnTo>
                      <a:pt x="0" y="31"/>
                    </a:lnTo>
                    <a:lnTo>
                      <a:pt x="0" y="31"/>
                    </a:lnTo>
                    <a:cubicBezTo>
                      <a:pt x="0" y="62"/>
                      <a:pt x="0" y="62"/>
                      <a:pt x="0" y="62"/>
                    </a:cubicBezTo>
                    <a:lnTo>
                      <a:pt x="0" y="62"/>
                    </a:lnTo>
                    <a:cubicBezTo>
                      <a:pt x="0" y="62"/>
                      <a:pt x="0" y="62"/>
                      <a:pt x="31"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79" name="Freeform 28">
                <a:extLst>
                  <a:ext uri="{FF2B5EF4-FFF2-40B4-BE49-F238E27FC236}">
                    <a16:creationId xmlns:a16="http://schemas.microsoft.com/office/drawing/2014/main" id="{333D2813-930D-4222-69E3-21AB31B5594D}"/>
                  </a:ext>
                </a:extLst>
              </p:cNvPr>
              <p:cNvSpPr>
                <a:spLocks noChangeArrowheads="1"/>
              </p:cNvSpPr>
              <p:nvPr/>
            </p:nvSpPr>
            <p:spPr bwMode="auto">
              <a:xfrm>
                <a:off x="4259263" y="2571750"/>
                <a:ext cx="88900" cy="100013"/>
              </a:xfrm>
              <a:custGeom>
                <a:avLst/>
                <a:gdLst>
                  <a:gd name="T0" fmla="*/ 186 w 249"/>
                  <a:gd name="T1" fmla="*/ 186 h 280"/>
                  <a:gd name="T2" fmla="*/ 186 w 249"/>
                  <a:gd name="T3" fmla="*/ 186 h 280"/>
                  <a:gd name="T4" fmla="*/ 186 w 249"/>
                  <a:gd name="T5" fmla="*/ 186 h 280"/>
                  <a:gd name="T6" fmla="*/ 217 w 249"/>
                  <a:gd name="T7" fmla="*/ 124 h 280"/>
                  <a:gd name="T8" fmla="*/ 248 w 249"/>
                  <a:gd name="T9" fmla="*/ 124 h 280"/>
                  <a:gd name="T10" fmla="*/ 248 w 249"/>
                  <a:gd name="T11" fmla="*/ 93 h 280"/>
                  <a:gd name="T12" fmla="*/ 248 w 249"/>
                  <a:gd name="T13" fmla="*/ 62 h 280"/>
                  <a:gd name="T14" fmla="*/ 217 w 249"/>
                  <a:gd name="T15" fmla="*/ 0 h 280"/>
                  <a:gd name="T16" fmla="*/ 217 w 249"/>
                  <a:gd name="T17" fmla="*/ 0 h 280"/>
                  <a:gd name="T18" fmla="*/ 217 w 249"/>
                  <a:gd name="T19" fmla="*/ 0 h 280"/>
                  <a:gd name="T20" fmla="*/ 186 w 249"/>
                  <a:gd name="T21" fmla="*/ 0 h 280"/>
                  <a:gd name="T22" fmla="*/ 186 w 249"/>
                  <a:gd name="T23" fmla="*/ 0 h 280"/>
                  <a:gd name="T24" fmla="*/ 155 w 249"/>
                  <a:gd name="T25" fmla="*/ 0 h 280"/>
                  <a:gd name="T26" fmla="*/ 155 w 249"/>
                  <a:gd name="T27" fmla="*/ 0 h 280"/>
                  <a:gd name="T28" fmla="*/ 155 w 249"/>
                  <a:gd name="T29" fmla="*/ 0 h 280"/>
                  <a:gd name="T30" fmla="*/ 155 w 249"/>
                  <a:gd name="T31" fmla="*/ 0 h 280"/>
                  <a:gd name="T32" fmla="*/ 124 w 249"/>
                  <a:gd name="T33" fmla="*/ 0 h 280"/>
                  <a:gd name="T34" fmla="*/ 124 w 249"/>
                  <a:gd name="T35" fmla="*/ 0 h 280"/>
                  <a:gd name="T36" fmla="*/ 93 w 249"/>
                  <a:gd name="T37" fmla="*/ 0 h 280"/>
                  <a:gd name="T38" fmla="*/ 62 w 249"/>
                  <a:gd name="T39" fmla="*/ 0 h 280"/>
                  <a:gd name="T40" fmla="*/ 62 w 249"/>
                  <a:gd name="T41" fmla="*/ 0 h 280"/>
                  <a:gd name="T42" fmla="*/ 62 w 249"/>
                  <a:gd name="T43" fmla="*/ 0 h 280"/>
                  <a:gd name="T44" fmla="*/ 62 w 249"/>
                  <a:gd name="T45" fmla="*/ 31 h 280"/>
                  <a:gd name="T46" fmla="*/ 93 w 249"/>
                  <a:gd name="T47" fmla="*/ 62 h 280"/>
                  <a:gd name="T48" fmla="*/ 93 w 249"/>
                  <a:gd name="T49" fmla="*/ 62 h 280"/>
                  <a:gd name="T50" fmla="*/ 93 w 249"/>
                  <a:gd name="T51" fmla="*/ 93 h 280"/>
                  <a:gd name="T52" fmla="*/ 93 w 249"/>
                  <a:gd name="T53" fmla="*/ 93 h 280"/>
                  <a:gd name="T54" fmla="*/ 62 w 249"/>
                  <a:gd name="T55" fmla="*/ 155 h 280"/>
                  <a:gd name="T56" fmla="*/ 62 w 249"/>
                  <a:gd name="T57" fmla="*/ 155 h 280"/>
                  <a:gd name="T58" fmla="*/ 31 w 249"/>
                  <a:gd name="T59" fmla="*/ 186 h 280"/>
                  <a:gd name="T60" fmla="*/ 0 w 249"/>
                  <a:gd name="T61" fmla="*/ 217 h 280"/>
                  <a:gd name="T62" fmla="*/ 0 w 249"/>
                  <a:gd name="T63" fmla="*/ 248 h 280"/>
                  <a:gd name="T64" fmla="*/ 0 w 249"/>
                  <a:gd name="T65" fmla="*/ 279 h 280"/>
                  <a:gd name="T66" fmla="*/ 0 w 249"/>
                  <a:gd name="T67" fmla="*/ 279 h 280"/>
                  <a:gd name="T68" fmla="*/ 0 w 249"/>
                  <a:gd name="T69" fmla="*/ 279 h 280"/>
                  <a:gd name="T70" fmla="*/ 31 w 249"/>
                  <a:gd name="T71" fmla="*/ 248 h 280"/>
                  <a:gd name="T72" fmla="*/ 31 w 249"/>
                  <a:gd name="T73" fmla="*/ 248 h 280"/>
                  <a:gd name="T74" fmla="*/ 186 w 249"/>
                  <a:gd name="T75" fmla="*/ 248 h 280"/>
                  <a:gd name="T76" fmla="*/ 186 w 249"/>
                  <a:gd name="T77" fmla="*/ 186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49" h="280">
                    <a:moveTo>
                      <a:pt x="186" y="186"/>
                    </a:moveTo>
                    <a:lnTo>
                      <a:pt x="186" y="186"/>
                    </a:lnTo>
                    <a:lnTo>
                      <a:pt x="186" y="186"/>
                    </a:lnTo>
                    <a:cubicBezTo>
                      <a:pt x="186" y="186"/>
                      <a:pt x="217" y="155"/>
                      <a:pt x="217" y="124"/>
                    </a:cubicBezTo>
                    <a:cubicBezTo>
                      <a:pt x="248" y="124"/>
                      <a:pt x="248" y="124"/>
                      <a:pt x="248" y="124"/>
                    </a:cubicBezTo>
                    <a:lnTo>
                      <a:pt x="248" y="93"/>
                    </a:lnTo>
                    <a:lnTo>
                      <a:pt x="248" y="62"/>
                    </a:lnTo>
                    <a:cubicBezTo>
                      <a:pt x="217" y="31"/>
                      <a:pt x="217" y="0"/>
                      <a:pt x="217" y="0"/>
                    </a:cubicBezTo>
                    <a:lnTo>
                      <a:pt x="217" y="0"/>
                    </a:lnTo>
                    <a:lnTo>
                      <a:pt x="217" y="0"/>
                    </a:lnTo>
                    <a:cubicBezTo>
                      <a:pt x="217" y="0"/>
                      <a:pt x="217" y="0"/>
                      <a:pt x="186" y="0"/>
                    </a:cubicBezTo>
                    <a:lnTo>
                      <a:pt x="186" y="0"/>
                    </a:lnTo>
                    <a:cubicBezTo>
                      <a:pt x="186" y="0"/>
                      <a:pt x="186" y="0"/>
                      <a:pt x="155" y="0"/>
                    </a:cubicBezTo>
                    <a:lnTo>
                      <a:pt x="155" y="0"/>
                    </a:lnTo>
                    <a:lnTo>
                      <a:pt x="155" y="0"/>
                    </a:lnTo>
                    <a:lnTo>
                      <a:pt x="155" y="0"/>
                    </a:lnTo>
                    <a:lnTo>
                      <a:pt x="124" y="0"/>
                    </a:lnTo>
                    <a:lnTo>
                      <a:pt x="124" y="0"/>
                    </a:lnTo>
                    <a:cubicBezTo>
                      <a:pt x="93" y="0"/>
                      <a:pt x="93" y="0"/>
                      <a:pt x="93" y="0"/>
                    </a:cubicBezTo>
                    <a:cubicBezTo>
                      <a:pt x="93" y="0"/>
                      <a:pt x="93" y="0"/>
                      <a:pt x="62" y="0"/>
                    </a:cubicBezTo>
                    <a:lnTo>
                      <a:pt x="62" y="0"/>
                    </a:lnTo>
                    <a:lnTo>
                      <a:pt x="62" y="0"/>
                    </a:lnTo>
                    <a:cubicBezTo>
                      <a:pt x="62" y="31"/>
                      <a:pt x="62" y="31"/>
                      <a:pt x="62" y="31"/>
                    </a:cubicBezTo>
                    <a:cubicBezTo>
                      <a:pt x="93" y="31"/>
                      <a:pt x="93" y="62"/>
                      <a:pt x="93" y="62"/>
                    </a:cubicBezTo>
                    <a:lnTo>
                      <a:pt x="93" y="62"/>
                    </a:lnTo>
                    <a:lnTo>
                      <a:pt x="93" y="93"/>
                    </a:lnTo>
                    <a:lnTo>
                      <a:pt x="93" y="93"/>
                    </a:lnTo>
                    <a:cubicBezTo>
                      <a:pt x="93" y="93"/>
                      <a:pt x="93" y="124"/>
                      <a:pt x="62" y="155"/>
                    </a:cubicBezTo>
                    <a:lnTo>
                      <a:pt x="62" y="155"/>
                    </a:lnTo>
                    <a:cubicBezTo>
                      <a:pt x="31" y="155"/>
                      <a:pt x="31" y="155"/>
                      <a:pt x="31" y="186"/>
                    </a:cubicBezTo>
                    <a:lnTo>
                      <a:pt x="0" y="217"/>
                    </a:lnTo>
                    <a:lnTo>
                      <a:pt x="0" y="248"/>
                    </a:lnTo>
                    <a:cubicBezTo>
                      <a:pt x="0" y="248"/>
                      <a:pt x="0" y="248"/>
                      <a:pt x="0" y="279"/>
                    </a:cubicBezTo>
                    <a:lnTo>
                      <a:pt x="0" y="279"/>
                    </a:lnTo>
                    <a:lnTo>
                      <a:pt x="0" y="279"/>
                    </a:lnTo>
                    <a:cubicBezTo>
                      <a:pt x="31" y="248"/>
                      <a:pt x="31" y="248"/>
                      <a:pt x="31" y="248"/>
                    </a:cubicBezTo>
                    <a:lnTo>
                      <a:pt x="31" y="248"/>
                    </a:lnTo>
                    <a:cubicBezTo>
                      <a:pt x="186" y="248"/>
                      <a:pt x="186" y="248"/>
                      <a:pt x="186" y="248"/>
                    </a:cubicBezTo>
                    <a:cubicBezTo>
                      <a:pt x="186" y="217"/>
                      <a:pt x="186" y="217"/>
                      <a:pt x="186" y="18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80" name="Freeform 29">
                <a:extLst>
                  <a:ext uri="{FF2B5EF4-FFF2-40B4-BE49-F238E27FC236}">
                    <a16:creationId xmlns:a16="http://schemas.microsoft.com/office/drawing/2014/main" id="{BA1DC038-E534-03F9-A95C-937B8610D232}"/>
                  </a:ext>
                </a:extLst>
              </p:cNvPr>
              <p:cNvSpPr>
                <a:spLocks noChangeArrowheads="1"/>
              </p:cNvSpPr>
              <p:nvPr/>
            </p:nvSpPr>
            <p:spPr bwMode="auto">
              <a:xfrm>
                <a:off x="4159250" y="1925638"/>
                <a:ext cx="201613" cy="212725"/>
              </a:xfrm>
              <a:custGeom>
                <a:avLst/>
                <a:gdLst>
                  <a:gd name="T0" fmla="*/ 434 w 559"/>
                  <a:gd name="T1" fmla="*/ 93 h 590"/>
                  <a:gd name="T2" fmla="*/ 496 w 559"/>
                  <a:gd name="T3" fmla="*/ 185 h 590"/>
                  <a:gd name="T4" fmla="*/ 496 w 559"/>
                  <a:gd name="T5" fmla="*/ 185 h 590"/>
                  <a:gd name="T6" fmla="*/ 527 w 559"/>
                  <a:gd name="T7" fmla="*/ 185 h 590"/>
                  <a:gd name="T8" fmla="*/ 527 w 559"/>
                  <a:gd name="T9" fmla="*/ 124 h 590"/>
                  <a:gd name="T10" fmla="*/ 496 w 559"/>
                  <a:gd name="T11" fmla="*/ 61 h 590"/>
                  <a:gd name="T12" fmla="*/ 496 w 559"/>
                  <a:gd name="T13" fmla="*/ 30 h 590"/>
                  <a:gd name="T14" fmla="*/ 465 w 559"/>
                  <a:gd name="T15" fmla="*/ 30 h 590"/>
                  <a:gd name="T16" fmla="*/ 403 w 559"/>
                  <a:gd name="T17" fmla="*/ 30 h 590"/>
                  <a:gd name="T18" fmla="*/ 341 w 559"/>
                  <a:gd name="T19" fmla="*/ 0 h 590"/>
                  <a:gd name="T20" fmla="*/ 310 w 559"/>
                  <a:gd name="T21" fmla="*/ 30 h 590"/>
                  <a:gd name="T22" fmla="*/ 217 w 559"/>
                  <a:gd name="T23" fmla="*/ 61 h 590"/>
                  <a:gd name="T24" fmla="*/ 62 w 559"/>
                  <a:gd name="T25" fmla="*/ 30 h 590"/>
                  <a:gd name="T26" fmla="*/ 62 w 559"/>
                  <a:gd name="T27" fmla="*/ 30 h 590"/>
                  <a:gd name="T28" fmla="*/ 31 w 559"/>
                  <a:gd name="T29" fmla="*/ 30 h 590"/>
                  <a:gd name="T30" fmla="*/ 31 w 559"/>
                  <a:gd name="T31" fmla="*/ 30 h 590"/>
                  <a:gd name="T32" fmla="*/ 31 w 559"/>
                  <a:gd name="T33" fmla="*/ 93 h 590"/>
                  <a:gd name="T34" fmla="*/ 0 w 559"/>
                  <a:gd name="T35" fmla="*/ 93 h 590"/>
                  <a:gd name="T36" fmla="*/ 31 w 559"/>
                  <a:gd name="T37" fmla="*/ 124 h 590"/>
                  <a:gd name="T38" fmla="*/ 31 w 559"/>
                  <a:gd name="T39" fmla="*/ 185 h 590"/>
                  <a:gd name="T40" fmla="*/ 31 w 559"/>
                  <a:gd name="T41" fmla="*/ 341 h 590"/>
                  <a:gd name="T42" fmla="*/ 341 w 559"/>
                  <a:gd name="T43" fmla="*/ 589 h 590"/>
                  <a:gd name="T44" fmla="*/ 372 w 559"/>
                  <a:gd name="T45" fmla="*/ 557 h 590"/>
                  <a:gd name="T46" fmla="*/ 403 w 559"/>
                  <a:gd name="T47" fmla="*/ 589 h 590"/>
                  <a:gd name="T48" fmla="*/ 496 w 559"/>
                  <a:gd name="T49" fmla="*/ 589 h 590"/>
                  <a:gd name="T50" fmla="*/ 527 w 559"/>
                  <a:gd name="T51" fmla="*/ 557 h 590"/>
                  <a:gd name="T52" fmla="*/ 527 w 559"/>
                  <a:gd name="T53" fmla="*/ 557 h 590"/>
                  <a:gd name="T54" fmla="*/ 558 w 559"/>
                  <a:gd name="T55" fmla="*/ 526 h 590"/>
                  <a:gd name="T56" fmla="*/ 558 w 559"/>
                  <a:gd name="T57" fmla="*/ 526 h 590"/>
                  <a:gd name="T58" fmla="*/ 465 w 559"/>
                  <a:gd name="T59" fmla="*/ 309 h 590"/>
                  <a:gd name="T60" fmla="*/ 465 w 559"/>
                  <a:gd name="T61" fmla="*/ 217 h 590"/>
                  <a:gd name="T62" fmla="*/ 372 w 559"/>
                  <a:gd name="T63" fmla="*/ 154 h 590"/>
                  <a:gd name="T64" fmla="*/ 434 w 559"/>
                  <a:gd name="T65" fmla="*/ 93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59" h="590">
                    <a:moveTo>
                      <a:pt x="434" y="93"/>
                    </a:moveTo>
                    <a:lnTo>
                      <a:pt x="434" y="93"/>
                    </a:lnTo>
                    <a:cubicBezTo>
                      <a:pt x="434" y="93"/>
                      <a:pt x="465" y="124"/>
                      <a:pt x="465" y="154"/>
                    </a:cubicBezTo>
                    <a:cubicBezTo>
                      <a:pt x="465" y="185"/>
                      <a:pt x="496" y="185"/>
                      <a:pt x="496" y="185"/>
                    </a:cubicBezTo>
                    <a:lnTo>
                      <a:pt x="496" y="185"/>
                    </a:lnTo>
                    <a:lnTo>
                      <a:pt x="496" y="185"/>
                    </a:lnTo>
                    <a:lnTo>
                      <a:pt x="496" y="185"/>
                    </a:lnTo>
                    <a:lnTo>
                      <a:pt x="527" y="185"/>
                    </a:lnTo>
                    <a:cubicBezTo>
                      <a:pt x="527" y="154"/>
                      <a:pt x="527" y="154"/>
                      <a:pt x="527" y="124"/>
                    </a:cubicBezTo>
                    <a:lnTo>
                      <a:pt x="527" y="124"/>
                    </a:lnTo>
                    <a:cubicBezTo>
                      <a:pt x="527" y="93"/>
                      <a:pt x="527" y="93"/>
                      <a:pt x="527" y="93"/>
                    </a:cubicBezTo>
                    <a:cubicBezTo>
                      <a:pt x="496" y="93"/>
                      <a:pt x="496" y="61"/>
                      <a:pt x="496" y="61"/>
                    </a:cubicBezTo>
                    <a:cubicBezTo>
                      <a:pt x="496" y="61"/>
                      <a:pt x="496" y="61"/>
                      <a:pt x="496" y="30"/>
                    </a:cubicBezTo>
                    <a:lnTo>
                      <a:pt x="496" y="30"/>
                    </a:lnTo>
                    <a:lnTo>
                      <a:pt x="496" y="30"/>
                    </a:lnTo>
                    <a:lnTo>
                      <a:pt x="465" y="30"/>
                    </a:lnTo>
                    <a:lnTo>
                      <a:pt x="465" y="30"/>
                    </a:lnTo>
                    <a:cubicBezTo>
                      <a:pt x="434" y="30"/>
                      <a:pt x="403" y="30"/>
                      <a:pt x="403" y="30"/>
                    </a:cubicBezTo>
                    <a:lnTo>
                      <a:pt x="372" y="30"/>
                    </a:lnTo>
                    <a:cubicBezTo>
                      <a:pt x="372" y="30"/>
                      <a:pt x="341" y="30"/>
                      <a:pt x="341" y="0"/>
                    </a:cubicBezTo>
                    <a:lnTo>
                      <a:pt x="341" y="0"/>
                    </a:lnTo>
                    <a:cubicBezTo>
                      <a:pt x="341" y="0"/>
                      <a:pt x="341" y="30"/>
                      <a:pt x="310" y="30"/>
                    </a:cubicBezTo>
                    <a:lnTo>
                      <a:pt x="310" y="30"/>
                    </a:lnTo>
                    <a:cubicBezTo>
                      <a:pt x="279" y="30"/>
                      <a:pt x="248" y="61"/>
                      <a:pt x="217" y="61"/>
                    </a:cubicBezTo>
                    <a:lnTo>
                      <a:pt x="217" y="61"/>
                    </a:lnTo>
                    <a:lnTo>
                      <a:pt x="62" y="30"/>
                    </a:lnTo>
                    <a:lnTo>
                      <a:pt x="62" y="30"/>
                    </a:lnTo>
                    <a:lnTo>
                      <a:pt x="62" y="30"/>
                    </a:lnTo>
                    <a:lnTo>
                      <a:pt x="31" y="30"/>
                    </a:lnTo>
                    <a:lnTo>
                      <a:pt x="31" y="30"/>
                    </a:lnTo>
                    <a:lnTo>
                      <a:pt x="31" y="30"/>
                    </a:lnTo>
                    <a:lnTo>
                      <a:pt x="31" y="30"/>
                    </a:lnTo>
                    <a:lnTo>
                      <a:pt x="31" y="30"/>
                    </a:lnTo>
                    <a:cubicBezTo>
                      <a:pt x="31" y="61"/>
                      <a:pt x="31" y="61"/>
                      <a:pt x="31" y="93"/>
                    </a:cubicBezTo>
                    <a:lnTo>
                      <a:pt x="31" y="93"/>
                    </a:lnTo>
                    <a:cubicBezTo>
                      <a:pt x="0" y="93"/>
                      <a:pt x="0" y="93"/>
                      <a:pt x="0" y="93"/>
                    </a:cubicBezTo>
                    <a:cubicBezTo>
                      <a:pt x="0" y="93"/>
                      <a:pt x="31" y="93"/>
                      <a:pt x="31" y="124"/>
                    </a:cubicBezTo>
                    <a:lnTo>
                      <a:pt x="31" y="124"/>
                    </a:lnTo>
                    <a:lnTo>
                      <a:pt x="31" y="124"/>
                    </a:lnTo>
                    <a:cubicBezTo>
                      <a:pt x="31" y="154"/>
                      <a:pt x="31" y="154"/>
                      <a:pt x="31" y="185"/>
                    </a:cubicBezTo>
                    <a:lnTo>
                      <a:pt x="31" y="185"/>
                    </a:lnTo>
                    <a:cubicBezTo>
                      <a:pt x="31" y="217"/>
                      <a:pt x="31" y="248"/>
                      <a:pt x="31" y="341"/>
                    </a:cubicBezTo>
                    <a:cubicBezTo>
                      <a:pt x="31" y="433"/>
                      <a:pt x="31" y="526"/>
                      <a:pt x="31" y="589"/>
                    </a:cubicBezTo>
                    <a:cubicBezTo>
                      <a:pt x="341" y="589"/>
                      <a:pt x="341" y="589"/>
                      <a:pt x="341" y="589"/>
                    </a:cubicBezTo>
                    <a:cubicBezTo>
                      <a:pt x="341" y="557"/>
                      <a:pt x="341" y="557"/>
                      <a:pt x="372" y="557"/>
                    </a:cubicBezTo>
                    <a:lnTo>
                      <a:pt x="372" y="557"/>
                    </a:lnTo>
                    <a:lnTo>
                      <a:pt x="372" y="557"/>
                    </a:lnTo>
                    <a:cubicBezTo>
                      <a:pt x="372" y="557"/>
                      <a:pt x="372" y="589"/>
                      <a:pt x="403" y="589"/>
                    </a:cubicBezTo>
                    <a:cubicBezTo>
                      <a:pt x="496" y="589"/>
                      <a:pt x="496" y="589"/>
                      <a:pt x="496" y="589"/>
                    </a:cubicBezTo>
                    <a:lnTo>
                      <a:pt x="496" y="589"/>
                    </a:lnTo>
                    <a:lnTo>
                      <a:pt x="496" y="589"/>
                    </a:lnTo>
                    <a:cubicBezTo>
                      <a:pt x="496" y="557"/>
                      <a:pt x="496" y="557"/>
                      <a:pt x="527" y="557"/>
                    </a:cubicBezTo>
                    <a:lnTo>
                      <a:pt x="527" y="557"/>
                    </a:lnTo>
                    <a:lnTo>
                      <a:pt x="527" y="557"/>
                    </a:lnTo>
                    <a:cubicBezTo>
                      <a:pt x="527" y="557"/>
                      <a:pt x="527" y="557"/>
                      <a:pt x="527" y="526"/>
                    </a:cubicBezTo>
                    <a:cubicBezTo>
                      <a:pt x="527" y="526"/>
                      <a:pt x="527" y="526"/>
                      <a:pt x="558" y="526"/>
                    </a:cubicBezTo>
                    <a:lnTo>
                      <a:pt x="558" y="526"/>
                    </a:lnTo>
                    <a:lnTo>
                      <a:pt x="558" y="526"/>
                    </a:lnTo>
                    <a:cubicBezTo>
                      <a:pt x="527" y="465"/>
                      <a:pt x="496" y="372"/>
                      <a:pt x="496" y="372"/>
                    </a:cubicBezTo>
                    <a:cubicBezTo>
                      <a:pt x="496" y="341"/>
                      <a:pt x="496" y="341"/>
                      <a:pt x="465" y="309"/>
                    </a:cubicBezTo>
                    <a:lnTo>
                      <a:pt x="465" y="309"/>
                    </a:lnTo>
                    <a:cubicBezTo>
                      <a:pt x="465" y="278"/>
                      <a:pt x="465" y="248"/>
                      <a:pt x="465" y="217"/>
                    </a:cubicBezTo>
                    <a:cubicBezTo>
                      <a:pt x="434" y="217"/>
                      <a:pt x="403" y="185"/>
                      <a:pt x="403" y="154"/>
                    </a:cubicBezTo>
                    <a:cubicBezTo>
                      <a:pt x="372" y="154"/>
                      <a:pt x="372" y="154"/>
                      <a:pt x="372" y="154"/>
                    </a:cubicBezTo>
                    <a:cubicBezTo>
                      <a:pt x="403" y="30"/>
                      <a:pt x="403" y="30"/>
                      <a:pt x="403" y="30"/>
                    </a:cubicBezTo>
                    <a:lnTo>
                      <a:pt x="434" y="9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81" name="Freeform 30">
                <a:extLst>
                  <a:ext uri="{FF2B5EF4-FFF2-40B4-BE49-F238E27FC236}">
                    <a16:creationId xmlns:a16="http://schemas.microsoft.com/office/drawing/2014/main" id="{73A9AB75-4D1F-8137-525F-2C792314B6F1}"/>
                  </a:ext>
                </a:extLst>
              </p:cNvPr>
              <p:cNvSpPr>
                <a:spLocks noChangeArrowheads="1"/>
              </p:cNvSpPr>
              <p:nvPr/>
            </p:nvSpPr>
            <p:spPr bwMode="auto">
              <a:xfrm>
                <a:off x="3859213" y="1903413"/>
                <a:ext cx="290512" cy="279400"/>
              </a:xfrm>
              <a:custGeom>
                <a:avLst/>
                <a:gdLst>
                  <a:gd name="T0" fmla="*/ 804 w 805"/>
                  <a:gd name="T1" fmla="*/ 187 h 777"/>
                  <a:gd name="T2" fmla="*/ 804 w 805"/>
                  <a:gd name="T3" fmla="*/ 156 h 777"/>
                  <a:gd name="T4" fmla="*/ 804 w 805"/>
                  <a:gd name="T5" fmla="*/ 124 h 777"/>
                  <a:gd name="T6" fmla="*/ 804 w 805"/>
                  <a:gd name="T7" fmla="*/ 93 h 777"/>
                  <a:gd name="T8" fmla="*/ 804 w 805"/>
                  <a:gd name="T9" fmla="*/ 93 h 777"/>
                  <a:gd name="T10" fmla="*/ 774 w 805"/>
                  <a:gd name="T11" fmla="*/ 32 h 777"/>
                  <a:gd name="T12" fmla="*/ 743 w 805"/>
                  <a:gd name="T13" fmla="*/ 32 h 777"/>
                  <a:gd name="T14" fmla="*/ 712 w 805"/>
                  <a:gd name="T15" fmla="*/ 0 h 777"/>
                  <a:gd name="T16" fmla="*/ 650 w 805"/>
                  <a:gd name="T17" fmla="*/ 0 h 777"/>
                  <a:gd name="T18" fmla="*/ 588 w 805"/>
                  <a:gd name="T19" fmla="*/ 32 h 777"/>
                  <a:gd name="T20" fmla="*/ 588 w 805"/>
                  <a:gd name="T21" fmla="*/ 63 h 777"/>
                  <a:gd name="T22" fmla="*/ 495 w 805"/>
                  <a:gd name="T23" fmla="*/ 156 h 777"/>
                  <a:gd name="T24" fmla="*/ 433 w 805"/>
                  <a:gd name="T25" fmla="*/ 124 h 777"/>
                  <a:gd name="T26" fmla="*/ 371 w 805"/>
                  <a:gd name="T27" fmla="*/ 93 h 777"/>
                  <a:gd name="T28" fmla="*/ 309 w 805"/>
                  <a:gd name="T29" fmla="*/ 63 h 777"/>
                  <a:gd name="T30" fmla="*/ 278 w 805"/>
                  <a:gd name="T31" fmla="*/ 32 h 777"/>
                  <a:gd name="T32" fmla="*/ 278 w 805"/>
                  <a:gd name="T33" fmla="*/ 32 h 777"/>
                  <a:gd name="T34" fmla="*/ 247 w 805"/>
                  <a:gd name="T35" fmla="*/ 0 h 777"/>
                  <a:gd name="T36" fmla="*/ 216 w 805"/>
                  <a:gd name="T37" fmla="*/ 0 h 777"/>
                  <a:gd name="T38" fmla="*/ 185 w 805"/>
                  <a:gd name="T39" fmla="*/ 0 h 777"/>
                  <a:gd name="T40" fmla="*/ 154 w 805"/>
                  <a:gd name="T41" fmla="*/ 0 h 777"/>
                  <a:gd name="T42" fmla="*/ 123 w 805"/>
                  <a:gd name="T43" fmla="*/ 0 h 777"/>
                  <a:gd name="T44" fmla="*/ 31 w 805"/>
                  <a:gd name="T45" fmla="*/ 63 h 777"/>
                  <a:gd name="T46" fmla="*/ 31 w 805"/>
                  <a:gd name="T47" fmla="*/ 93 h 777"/>
                  <a:gd name="T48" fmla="*/ 31 w 805"/>
                  <a:gd name="T49" fmla="*/ 124 h 777"/>
                  <a:gd name="T50" fmla="*/ 31 w 805"/>
                  <a:gd name="T51" fmla="*/ 187 h 777"/>
                  <a:gd name="T52" fmla="*/ 31 w 805"/>
                  <a:gd name="T53" fmla="*/ 187 h 777"/>
                  <a:gd name="T54" fmla="*/ 31 w 805"/>
                  <a:gd name="T55" fmla="*/ 248 h 777"/>
                  <a:gd name="T56" fmla="*/ 31 w 805"/>
                  <a:gd name="T57" fmla="*/ 311 h 777"/>
                  <a:gd name="T58" fmla="*/ 31 w 805"/>
                  <a:gd name="T59" fmla="*/ 341 h 777"/>
                  <a:gd name="T60" fmla="*/ 31 w 805"/>
                  <a:gd name="T61" fmla="*/ 372 h 777"/>
                  <a:gd name="T62" fmla="*/ 31 w 805"/>
                  <a:gd name="T63" fmla="*/ 372 h 777"/>
                  <a:gd name="T64" fmla="*/ 0 w 805"/>
                  <a:gd name="T65" fmla="*/ 404 h 777"/>
                  <a:gd name="T66" fmla="*/ 31 w 805"/>
                  <a:gd name="T67" fmla="*/ 465 h 777"/>
                  <a:gd name="T68" fmla="*/ 63 w 805"/>
                  <a:gd name="T69" fmla="*/ 465 h 777"/>
                  <a:gd name="T70" fmla="*/ 123 w 805"/>
                  <a:gd name="T71" fmla="*/ 496 h 777"/>
                  <a:gd name="T72" fmla="*/ 216 w 805"/>
                  <a:gd name="T73" fmla="*/ 558 h 777"/>
                  <a:gd name="T74" fmla="*/ 278 w 805"/>
                  <a:gd name="T75" fmla="*/ 589 h 777"/>
                  <a:gd name="T76" fmla="*/ 278 w 805"/>
                  <a:gd name="T77" fmla="*/ 589 h 777"/>
                  <a:gd name="T78" fmla="*/ 309 w 805"/>
                  <a:gd name="T79" fmla="*/ 558 h 777"/>
                  <a:gd name="T80" fmla="*/ 340 w 805"/>
                  <a:gd name="T81" fmla="*/ 528 h 777"/>
                  <a:gd name="T82" fmla="*/ 743 w 805"/>
                  <a:gd name="T83" fmla="*/ 776 h 777"/>
                  <a:gd name="T84" fmla="*/ 804 w 805"/>
                  <a:gd name="T85" fmla="*/ 682 h 777"/>
                  <a:gd name="T86" fmla="*/ 804 w 805"/>
                  <a:gd name="T87" fmla="*/ 404 h 777"/>
                  <a:gd name="T88" fmla="*/ 804 w 805"/>
                  <a:gd name="T89" fmla="*/ 248 h 777"/>
                  <a:gd name="T90" fmla="*/ 804 w 805"/>
                  <a:gd name="T91" fmla="*/ 187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777">
                    <a:moveTo>
                      <a:pt x="804" y="187"/>
                    </a:moveTo>
                    <a:lnTo>
                      <a:pt x="804" y="187"/>
                    </a:lnTo>
                    <a:lnTo>
                      <a:pt x="804" y="187"/>
                    </a:lnTo>
                    <a:cubicBezTo>
                      <a:pt x="804" y="187"/>
                      <a:pt x="804" y="187"/>
                      <a:pt x="804" y="156"/>
                    </a:cubicBezTo>
                    <a:cubicBezTo>
                      <a:pt x="804" y="156"/>
                      <a:pt x="804" y="156"/>
                      <a:pt x="804" y="124"/>
                    </a:cubicBezTo>
                    <a:lnTo>
                      <a:pt x="804" y="124"/>
                    </a:lnTo>
                    <a:lnTo>
                      <a:pt x="804" y="93"/>
                    </a:lnTo>
                    <a:lnTo>
                      <a:pt x="804" y="93"/>
                    </a:lnTo>
                    <a:lnTo>
                      <a:pt x="804" y="93"/>
                    </a:lnTo>
                    <a:lnTo>
                      <a:pt x="804" y="93"/>
                    </a:lnTo>
                    <a:cubicBezTo>
                      <a:pt x="804" y="63"/>
                      <a:pt x="804" y="63"/>
                      <a:pt x="804" y="63"/>
                    </a:cubicBezTo>
                    <a:cubicBezTo>
                      <a:pt x="804" y="63"/>
                      <a:pt x="774" y="63"/>
                      <a:pt x="774" y="32"/>
                    </a:cubicBezTo>
                    <a:cubicBezTo>
                      <a:pt x="774" y="32"/>
                      <a:pt x="774" y="32"/>
                      <a:pt x="743" y="32"/>
                    </a:cubicBezTo>
                    <a:lnTo>
                      <a:pt x="743" y="32"/>
                    </a:lnTo>
                    <a:cubicBezTo>
                      <a:pt x="743" y="32"/>
                      <a:pt x="712" y="32"/>
                      <a:pt x="712" y="0"/>
                    </a:cubicBezTo>
                    <a:lnTo>
                      <a:pt x="712" y="0"/>
                    </a:lnTo>
                    <a:lnTo>
                      <a:pt x="681" y="0"/>
                    </a:lnTo>
                    <a:lnTo>
                      <a:pt x="650" y="0"/>
                    </a:lnTo>
                    <a:cubicBezTo>
                      <a:pt x="650" y="0"/>
                      <a:pt x="588" y="0"/>
                      <a:pt x="588" y="32"/>
                    </a:cubicBezTo>
                    <a:lnTo>
                      <a:pt x="588" y="32"/>
                    </a:lnTo>
                    <a:cubicBezTo>
                      <a:pt x="588" y="32"/>
                      <a:pt x="588" y="32"/>
                      <a:pt x="588" y="63"/>
                    </a:cubicBezTo>
                    <a:lnTo>
                      <a:pt x="588" y="63"/>
                    </a:lnTo>
                    <a:cubicBezTo>
                      <a:pt x="588" y="93"/>
                      <a:pt x="557" y="156"/>
                      <a:pt x="526" y="156"/>
                    </a:cubicBezTo>
                    <a:cubicBezTo>
                      <a:pt x="526" y="156"/>
                      <a:pt x="526" y="156"/>
                      <a:pt x="495" y="156"/>
                    </a:cubicBezTo>
                    <a:lnTo>
                      <a:pt x="495" y="156"/>
                    </a:lnTo>
                    <a:cubicBezTo>
                      <a:pt x="495" y="156"/>
                      <a:pt x="464" y="156"/>
                      <a:pt x="433" y="124"/>
                    </a:cubicBezTo>
                    <a:lnTo>
                      <a:pt x="433" y="124"/>
                    </a:lnTo>
                    <a:cubicBezTo>
                      <a:pt x="402" y="93"/>
                      <a:pt x="402" y="93"/>
                      <a:pt x="371" y="93"/>
                    </a:cubicBezTo>
                    <a:lnTo>
                      <a:pt x="371" y="93"/>
                    </a:lnTo>
                    <a:cubicBezTo>
                      <a:pt x="340" y="93"/>
                      <a:pt x="309" y="93"/>
                      <a:pt x="309" y="63"/>
                    </a:cubicBezTo>
                    <a:lnTo>
                      <a:pt x="309" y="63"/>
                    </a:lnTo>
                    <a:lnTo>
                      <a:pt x="278" y="32"/>
                    </a:lnTo>
                    <a:lnTo>
                      <a:pt x="278" y="32"/>
                    </a:lnTo>
                    <a:lnTo>
                      <a:pt x="278" y="32"/>
                    </a:lnTo>
                    <a:lnTo>
                      <a:pt x="247" y="0"/>
                    </a:lnTo>
                    <a:lnTo>
                      <a:pt x="247" y="0"/>
                    </a:lnTo>
                    <a:cubicBezTo>
                      <a:pt x="216" y="0"/>
                      <a:pt x="216" y="0"/>
                      <a:pt x="216" y="0"/>
                    </a:cubicBezTo>
                    <a:lnTo>
                      <a:pt x="216" y="0"/>
                    </a:lnTo>
                    <a:lnTo>
                      <a:pt x="216" y="0"/>
                    </a:lnTo>
                    <a:cubicBezTo>
                      <a:pt x="185" y="0"/>
                      <a:pt x="185" y="0"/>
                      <a:pt x="185" y="0"/>
                    </a:cubicBezTo>
                    <a:lnTo>
                      <a:pt x="185" y="0"/>
                    </a:lnTo>
                    <a:cubicBezTo>
                      <a:pt x="154" y="0"/>
                      <a:pt x="154" y="0"/>
                      <a:pt x="154" y="0"/>
                    </a:cubicBezTo>
                    <a:cubicBezTo>
                      <a:pt x="123" y="0"/>
                      <a:pt x="123" y="0"/>
                      <a:pt x="123" y="0"/>
                    </a:cubicBezTo>
                    <a:lnTo>
                      <a:pt x="123" y="0"/>
                    </a:lnTo>
                    <a:cubicBezTo>
                      <a:pt x="123" y="32"/>
                      <a:pt x="92" y="32"/>
                      <a:pt x="92" y="32"/>
                    </a:cubicBezTo>
                    <a:cubicBezTo>
                      <a:pt x="62" y="32"/>
                      <a:pt x="63" y="63"/>
                      <a:pt x="31" y="63"/>
                    </a:cubicBezTo>
                    <a:cubicBezTo>
                      <a:pt x="31" y="63"/>
                      <a:pt x="31" y="63"/>
                      <a:pt x="31" y="93"/>
                    </a:cubicBezTo>
                    <a:lnTo>
                      <a:pt x="31" y="93"/>
                    </a:lnTo>
                    <a:cubicBezTo>
                      <a:pt x="31" y="124"/>
                      <a:pt x="31" y="124"/>
                      <a:pt x="31" y="124"/>
                    </a:cubicBezTo>
                    <a:lnTo>
                      <a:pt x="31" y="124"/>
                    </a:lnTo>
                    <a:cubicBezTo>
                      <a:pt x="31" y="156"/>
                      <a:pt x="31" y="156"/>
                      <a:pt x="0" y="156"/>
                    </a:cubicBezTo>
                    <a:lnTo>
                      <a:pt x="31" y="187"/>
                    </a:lnTo>
                    <a:lnTo>
                      <a:pt x="31" y="187"/>
                    </a:lnTo>
                    <a:lnTo>
                      <a:pt x="31" y="187"/>
                    </a:lnTo>
                    <a:cubicBezTo>
                      <a:pt x="31" y="217"/>
                      <a:pt x="31" y="217"/>
                      <a:pt x="31" y="217"/>
                    </a:cubicBezTo>
                    <a:lnTo>
                      <a:pt x="31" y="248"/>
                    </a:lnTo>
                    <a:lnTo>
                      <a:pt x="31" y="280"/>
                    </a:lnTo>
                    <a:cubicBezTo>
                      <a:pt x="31" y="311"/>
                      <a:pt x="31" y="311"/>
                      <a:pt x="31" y="311"/>
                    </a:cubicBezTo>
                    <a:lnTo>
                      <a:pt x="31" y="311"/>
                    </a:lnTo>
                    <a:cubicBezTo>
                      <a:pt x="31" y="311"/>
                      <a:pt x="31" y="311"/>
                      <a:pt x="31" y="341"/>
                    </a:cubicBezTo>
                    <a:cubicBezTo>
                      <a:pt x="31" y="341"/>
                      <a:pt x="31" y="341"/>
                      <a:pt x="31" y="372"/>
                    </a:cubicBezTo>
                    <a:lnTo>
                      <a:pt x="31" y="372"/>
                    </a:lnTo>
                    <a:lnTo>
                      <a:pt x="31" y="372"/>
                    </a:lnTo>
                    <a:lnTo>
                      <a:pt x="31" y="372"/>
                    </a:lnTo>
                    <a:lnTo>
                      <a:pt x="31" y="372"/>
                    </a:lnTo>
                    <a:cubicBezTo>
                      <a:pt x="31" y="372"/>
                      <a:pt x="31" y="404"/>
                      <a:pt x="0" y="404"/>
                    </a:cubicBezTo>
                    <a:cubicBezTo>
                      <a:pt x="31" y="404"/>
                      <a:pt x="31" y="404"/>
                      <a:pt x="31" y="435"/>
                    </a:cubicBezTo>
                    <a:cubicBezTo>
                      <a:pt x="31" y="435"/>
                      <a:pt x="31" y="435"/>
                      <a:pt x="31" y="465"/>
                    </a:cubicBezTo>
                    <a:lnTo>
                      <a:pt x="31" y="465"/>
                    </a:lnTo>
                    <a:lnTo>
                      <a:pt x="63" y="465"/>
                    </a:lnTo>
                    <a:cubicBezTo>
                      <a:pt x="63" y="465"/>
                      <a:pt x="92" y="496"/>
                      <a:pt x="123" y="496"/>
                    </a:cubicBezTo>
                    <a:lnTo>
                      <a:pt x="123" y="496"/>
                    </a:lnTo>
                    <a:cubicBezTo>
                      <a:pt x="123" y="496"/>
                      <a:pt x="123" y="528"/>
                      <a:pt x="154" y="558"/>
                    </a:cubicBezTo>
                    <a:cubicBezTo>
                      <a:pt x="185" y="558"/>
                      <a:pt x="185" y="558"/>
                      <a:pt x="216" y="558"/>
                    </a:cubicBezTo>
                    <a:lnTo>
                      <a:pt x="247" y="589"/>
                    </a:lnTo>
                    <a:cubicBezTo>
                      <a:pt x="247" y="589"/>
                      <a:pt x="247" y="589"/>
                      <a:pt x="278" y="589"/>
                    </a:cubicBezTo>
                    <a:lnTo>
                      <a:pt x="278" y="589"/>
                    </a:lnTo>
                    <a:lnTo>
                      <a:pt x="278" y="589"/>
                    </a:lnTo>
                    <a:lnTo>
                      <a:pt x="278" y="589"/>
                    </a:lnTo>
                    <a:cubicBezTo>
                      <a:pt x="278" y="558"/>
                      <a:pt x="278" y="558"/>
                      <a:pt x="309" y="558"/>
                    </a:cubicBezTo>
                    <a:lnTo>
                      <a:pt x="340" y="558"/>
                    </a:lnTo>
                    <a:cubicBezTo>
                      <a:pt x="340" y="528"/>
                      <a:pt x="340" y="528"/>
                      <a:pt x="340" y="528"/>
                    </a:cubicBezTo>
                    <a:cubicBezTo>
                      <a:pt x="743" y="776"/>
                      <a:pt x="743" y="776"/>
                      <a:pt x="743" y="776"/>
                    </a:cubicBezTo>
                    <a:lnTo>
                      <a:pt x="743" y="776"/>
                    </a:lnTo>
                    <a:cubicBezTo>
                      <a:pt x="804" y="776"/>
                      <a:pt x="804" y="776"/>
                      <a:pt x="804" y="776"/>
                    </a:cubicBezTo>
                    <a:cubicBezTo>
                      <a:pt x="804" y="744"/>
                      <a:pt x="804" y="713"/>
                      <a:pt x="804" y="682"/>
                    </a:cubicBezTo>
                    <a:lnTo>
                      <a:pt x="804" y="682"/>
                    </a:lnTo>
                    <a:cubicBezTo>
                      <a:pt x="804" y="589"/>
                      <a:pt x="804" y="496"/>
                      <a:pt x="804" y="404"/>
                    </a:cubicBezTo>
                    <a:cubicBezTo>
                      <a:pt x="804" y="311"/>
                      <a:pt x="804" y="280"/>
                      <a:pt x="804" y="248"/>
                    </a:cubicBezTo>
                    <a:lnTo>
                      <a:pt x="804" y="248"/>
                    </a:lnTo>
                    <a:cubicBezTo>
                      <a:pt x="804" y="217"/>
                      <a:pt x="804" y="217"/>
                      <a:pt x="804" y="217"/>
                    </a:cubicBezTo>
                    <a:lnTo>
                      <a:pt x="804" y="18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82" name="Freeform 31">
                <a:extLst>
                  <a:ext uri="{FF2B5EF4-FFF2-40B4-BE49-F238E27FC236}">
                    <a16:creationId xmlns:a16="http://schemas.microsoft.com/office/drawing/2014/main" id="{02257780-4D97-DA7A-C4D9-2D20877F20A8}"/>
                  </a:ext>
                </a:extLst>
              </p:cNvPr>
              <p:cNvSpPr>
                <a:spLocks noChangeArrowheads="1"/>
              </p:cNvSpPr>
              <p:nvPr/>
            </p:nvSpPr>
            <p:spPr bwMode="auto">
              <a:xfrm>
                <a:off x="4114800" y="2138363"/>
                <a:ext cx="301625" cy="423862"/>
              </a:xfrm>
              <a:custGeom>
                <a:avLst/>
                <a:gdLst>
                  <a:gd name="T0" fmla="*/ 651 w 838"/>
                  <a:gd name="T1" fmla="*/ 1083 h 1177"/>
                  <a:gd name="T2" fmla="*/ 651 w 838"/>
                  <a:gd name="T3" fmla="*/ 1083 h 1177"/>
                  <a:gd name="T4" fmla="*/ 682 w 838"/>
                  <a:gd name="T5" fmla="*/ 1083 h 1177"/>
                  <a:gd name="T6" fmla="*/ 651 w 838"/>
                  <a:gd name="T7" fmla="*/ 1052 h 1177"/>
                  <a:gd name="T8" fmla="*/ 651 w 838"/>
                  <a:gd name="T9" fmla="*/ 1021 h 1177"/>
                  <a:gd name="T10" fmla="*/ 620 w 838"/>
                  <a:gd name="T11" fmla="*/ 959 h 1177"/>
                  <a:gd name="T12" fmla="*/ 589 w 838"/>
                  <a:gd name="T13" fmla="*/ 959 h 1177"/>
                  <a:gd name="T14" fmla="*/ 558 w 838"/>
                  <a:gd name="T15" fmla="*/ 928 h 1177"/>
                  <a:gd name="T16" fmla="*/ 558 w 838"/>
                  <a:gd name="T17" fmla="*/ 867 h 1177"/>
                  <a:gd name="T18" fmla="*/ 589 w 838"/>
                  <a:gd name="T19" fmla="*/ 835 h 1177"/>
                  <a:gd name="T20" fmla="*/ 620 w 838"/>
                  <a:gd name="T21" fmla="*/ 835 h 1177"/>
                  <a:gd name="T22" fmla="*/ 620 w 838"/>
                  <a:gd name="T23" fmla="*/ 773 h 1177"/>
                  <a:gd name="T24" fmla="*/ 620 w 838"/>
                  <a:gd name="T25" fmla="*/ 743 h 1177"/>
                  <a:gd name="T26" fmla="*/ 651 w 838"/>
                  <a:gd name="T27" fmla="*/ 711 h 1177"/>
                  <a:gd name="T28" fmla="*/ 682 w 838"/>
                  <a:gd name="T29" fmla="*/ 619 h 1177"/>
                  <a:gd name="T30" fmla="*/ 713 w 838"/>
                  <a:gd name="T31" fmla="*/ 587 h 1177"/>
                  <a:gd name="T32" fmla="*/ 744 w 838"/>
                  <a:gd name="T33" fmla="*/ 495 h 1177"/>
                  <a:gd name="T34" fmla="*/ 744 w 838"/>
                  <a:gd name="T35" fmla="*/ 402 h 1177"/>
                  <a:gd name="T36" fmla="*/ 775 w 838"/>
                  <a:gd name="T37" fmla="*/ 372 h 1177"/>
                  <a:gd name="T38" fmla="*/ 775 w 838"/>
                  <a:gd name="T39" fmla="*/ 340 h 1177"/>
                  <a:gd name="T40" fmla="*/ 837 w 838"/>
                  <a:gd name="T41" fmla="*/ 278 h 1177"/>
                  <a:gd name="T42" fmla="*/ 775 w 838"/>
                  <a:gd name="T43" fmla="*/ 124 h 1177"/>
                  <a:gd name="T44" fmla="*/ 775 w 838"/>
                  <a:gd name="T45" fmla="*/ 61 h 1177"/>
                  <a:gd name="T46" fmla="*/ 775 w 838"/>
                  <a:gd name="T47" fmla="*/ 30 h 1177"/>
                  <a:gd name="T48" fmla="*/ 713 w 838"/>
                  <a:gd name="T49" fmla="*/ 0 h 1177"/>
                  <a:gd name="T50" fmla="*/ 682 w 838"/>
                  <a:gd name="T51" fmla="*/ 0 h 1177"/>
                  <a:gd name="T52" fmla="*/ 651 w 838"/>
                  <a:gd name="T53" fmla="*/ 30 h 1177"/>
                  <a:gd name="T54" fmla="*/ 651 w 838"/>
                  <a:gd name="T55" fmla="*/ 61 h 1177"/>
                  <a:gd name="T56" fmla="*/ 620 w 838"/>
                  <a:gd name="T57" fmla="*/ 61 h 1177"/>
                  <a:gd name="T58" fmla="*/ 589 w 838"/>
                  <a:gd name="T59" fmla="*/ 61 h 1177"/>
                  <a:gd name="T60" fmla="*/ 496 w 838"/>
                  <a:gd name="T61" fmla="*/ 61 h 1177"/>
                  <a:gd name="T62" fmla="*/ 155 w 838"/>
                  <a:gd name="T63" fmla="*/ 185 h 1177"/>
                  <a:gd name="T64" fmla="*/ 31 w 838"/>
                  <a:gd name="T65" fmla="*/ 433 h 1177"/>
                  <a:gd name="T66" fmla="*/ 0 w 838"/>
                  <a:gd name="T67" fmla="*/ 525 h 1177"/>
                  <a:gd name="T68" fmla="*/ 0 w 838"/>
                  <a:gd name="T69" fmla="*/ 525 h 1177"/>
                  <a:gd name="T70" fmla="*/ 0 w 838"/>
                  <a:gd name="T71" fmla="*/ 556 h 1177"/>
                  <a:gd name="T72" fmla="*/ 0 w 838"/>
                  <a:gd name="T73" fmla="*/ 619 h 1177"/>
                  <a:gd name="T74" fmla="*/ 31 w 838"/>
                  <a:gd name="T75" fmla="*/ 649 h 1177"/>
                  <a:gd name="T76" fmla="*/ 31 w 838"/>
                  <a:gd name="T77" fmla="*/ 649 h 1177"/>
                  <a:gd name="T78" fmla="*/ 31 w 838"/>
                  <a:gd name="T79" fmla="*/ 680 h 1177"/>
                  <a:gd name="T80" fmla="*/ 62 w 838"/>
                  <a:gd name="T81" fmla="*/ 743 h 1177"/>
                  <a:gd name="T82" fmla="*/ 92 w 838"/>
                  <a:gd name="T83" fmla="*/ 804 h 1177"/>
                  <a:gd name="T84" fmla="*/ 62 w 838"/>
                  <a:gd name="T85" fmla="*/ 835 h 1177"/>
                  <a:gd name="T86" fmla="*/ 92 w 838"/>
                  <a:gd name="T87" fmla="*/ 867 h 1177"/>
                  <a:gd name="T88" fmla="*/ 124 w 838"/>
                  <a:gd name="T89" fmla="*/ 897 h 1177"/>
                  <a:gd name="T90" fmla="*/ 155 w 838"/>
                  <a:gd name="T91" fmla="*/ 928 h 1177"/>
                  <a:gd name="T92" fmla="*/ 186 w 838"/>
                  <a:gd name="T93" fmla="*/ 928 h 1177"/>
                  <a:gd name="T94" fmla="*/ 217 w 838"/>
                  <a:gd name="T95" fmla="*/ 959 h 1177"/>
                  <a:gd name="T96" fmla="*/ 248 w 838"/>
                  <a:gd name="T97" fmla="*/ 1021 h 1177"/>
                  <a:gd name="T98" fmla="*/ 279 w 838"/>
                  <a:gd name="T99" fmla="*/ 1021 h 1177"/>
                  <a:gd name="T100" fmla="*/ 279 w 838"/>
                  <a:gd name="T101" fmla="*/ 1083 h 1177"/>
                  <a:gd name="T102" fmla="*/ 279 w 838"/>
                  <a:gd name="T103" fmla="*/ 1083 h 1177"/>
                  <a:gd name="T104" fmla="*/ 310 w 838"/>
                  <a:gd name="T105" fmla="*/ 1114 h 1177"/>
                  <a:gd name="T106" fmla="*/ 403 w 838"/>
                  <a:gd name="T107" fmla="*/ 1083 h 1177"/>
                  <a:gd name="T108" fmla="*/ 465 w 838"/>
                  <a:gd name="T109" fmla="*/ 1176 h 1177"/>
                  <a:gd name="T110" fmla="*/ 465 w 838"/>
                  <a:gd name="T111" fmla="*/ 1145 h 1177"/>
                  <a:gd name="T112" fmla="*/ 527 w 838"/>
                  <a:gd name="T113" fmla="*/ 1145 h 1177"/>
                  <a:gd name="T114" fmla="*/ 589 w 838"/>
                  <a:gd name="T115" fmla="*/ 1145 h 1177"/>
                  <a:gd name="T116" fmla="*/ 589 w 838"/>
                  <a:gd name="T117" fmla="*/ 1145 h 1177"/>
                  <a:gd name="T118" fmla="*/ 620 w 838"/>
                  <a:gd name="T119" fmla="*/ 1114 h 1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38" h="1177">
                    <a:moveTo>
                      <a:pt x="651" y="1083"/>
                    </a:moveTo>
                    <a:lnTo>
                      <a:pt x="651" y="1083"/>
                    </a:lnTo>
                    <a:lnTo>
                      <a:pt x="651" y="1083"/>
                    </a:lnTo>
                    <a:lnTo>
                      <a:pt x="651" y="1083"/>
                    </a:lnTo>
                    <a:lnTo>
                      <a:pt x="651" y="1083"/>
                    </a:lnTo>
                    <a:lnTo>
                      <a:pt x="651" y="1083"/>
                    </a:lnTo>
                    <a:cubicBezTo>
                      <a:pt x="682" y="1083"/>
                      <a:pt x="682" y="1083"/>
                      <a:pt x="682" y="1083"/>
                    </a:cubicBezTo>
                    <a:lnTo>
                      <a:pt x="682" y="1083"/>
                    </a:lnTo>
                    <a:lnTo>
                      <a:pt x="682" y="1083"/>
                    </a:lnTo>
                    <a:cubicBezTo>
                      <a:pt x="682" y="1083"/>
                      <a:pt x="682" y="1083"/>
                      <a:pt x="682" y="1052"/>
                    </a:cubicBezTo>
                    <a:cubicBezTo>
                      <a:pt x="682" y="1052"/>
                      <a:pt x="682" y="1052"/>
                      <a:pt x="651" y="1052"/>
                    </a:cubicBezTo>
                    <a:lnTo>
                      <a:pt x="651" y="1052"/>
                    </a:lnTo>
                    <a:lnTo>
                      <a:pt x="651" y="1052"/>
                    </a:lnTo>
                    <a:lnTo>
                      <a:pt x="651" y="1021"/>
                    </a:lnTo>
                    <a:lnTo>
                      <a:pt x="651" y="1021"/>
                    </a:lnTo>
                    <a:cubicBezTo>
                      <a:pt x="651" y="1021"/>
                      <a:pt x="651" y="1021"/>
                      <a:pt x="651" y="991"/>
                    </a:cubicBezTo>
                    <a:lnTo>
                      <a:pt x="620" y="991"/>
                    </a:lnTo>
                    <a:lnTo>
                      <a:pt x="620" y="959"/>
                    </a:lnTo>
                    <a:cubicBezTo>
                      <a:pt x="589" y="959"/>
                      <a:pt x="589" y="959"/>
                      <a:pt x="589" y="959"/>
                    </a:cubicBezTo>
                    <a:lnTo>
                      <a:pt x="589" y="959"/>
                    </a:lnTo>
                    <a:lnTo>
                      <a:pt x="589" y="959"/>
                    </a:lnTo>
                    <a:cubicBezTo>
                      <a:pt x="558" y="959"/>
                      <a:pt x="558" y="959"/>
                      <a:pt x="558" y="928"/>
                    </a:cubicBezTo>
                    <a:lnTo>
                      <a:pt x="558" y="928"/>
                    </a:lnTo>
                    <a:lnTo>
                      <a:pt x="558" y="928"/>
                    </a:lnTo>
                    <a:lnTo>
                      <a:pt x="558" y="928"/>
                    </a:lnTo>
                    <a:cubicBezTo>
                      <a:pt x="558" y="897"/>
                      <a:pt x="558" y="897"/>
                      <a:pt x="558" y="897"/>
                    </a:cubicBezTo>
                    <a:cubicBezTo>
                      <a:pt x="558" y="867"/>
                      <a:pt x="558" y="867"/>
                      <a:pt x="558" y="867"/>
                    </a:cubicBezTo>
                    <a:lnTo>
                      <a:pt x="558" y="867"/>
                    </a:lnTo>
                    <a:cubicBezTo>
                      <a:pt x="558" y="867"/>
                      <a:pt x="558" y="835"/>
                      <a:pt x="589" y="835"/>
                    </a:cubicBezTo>
                    <a:lnTo>
                      <a:pt x="589" y="835"/>
                    </a:lnTo>
                    <a:cubicBezTo>
                      <a:pt x="589" y="835"/>
                      <a:pt x="589" y="867"/>
                      <a:pt x="620" y="867"/>
                    </a:cubicBezTo>
                    <a:cubicBezTo>
                      <a:pt x="620" y="835"/>
                      <a:pt x="620" y="835"/>
                      <a:pt x="620" y="835"/>
                    </a:cubicBezTo>
                    <a:lnTo>
                      <a:pt x="620" y="835"/>
                    </a:lnTo>
                    <a:cubicBezTo>
                      <a:pt x="620" y="835"/>
                      <a:pt x="620" y="835"/>
                      <a:pt x="620" y="804"/>
                    </a:cubicBezTo>
                    <a:lnTo>
                      <a:pt x="620" y="804"/>
                    </a:lnTo>
                    <a:lnTo>
                      <a:pt x="620" y="773"/>
                    </a:lnTo>
                    <a:lnTo>
                      <a:pt x="620" y="773"/>
                    </a:lnTo>
                    <a:lnTo>
                      <a:pt x="620" y="743"/>
                    </a:lnTo>
                    <a:lnTo>
                      <a:pt x="620" y="743"/>
                    </a:lnTo>
                    <a:cubicBezTo>
                      <a:pt x="620" y="743"/>
                      <a:pt x="620" y="711"/>
                      <a:pt x="651" y="711"/>
                    </a:cubicBezTo>
                    <a:lnTo>
                      <a:pt x="651" y="711"/>
                    </a:lnTo>
                    <a:lnTo>
                      <a:pt x="651" y="711"/>
                    </a:lnTo>
                    <a:cubicBezTo>
                      <a:pt x="651" y="680"/>
                      <a:pt x="651" y="680"/>
                      <a:pt x="651" y="649"/>
                    </a:cubicBezTo>
                    <a:lnTo>
                      <a:pt x="651" y="649"/>
                    </a:lnTo>
                    <a:lnTo>
                      <a:pt x="682" y="619"/>
                    </a:lnTo>
                    <a:cubicBezTo>
                      <a:pt x="682" y="619"/>
                      <a:pt x="682" y="619"/>
                      <a:pt x="713" y="587"/>
                    </a:cubicBezTo>
                    <a:lnTo>
                      <a:pt x="713" y="587"/>
                    </a:lnTo>
                    <a:lnTo>
                      <a:pt x="713" y="587"/>
                    </a:lnTo>
                    <a:lnTo>
                      <a:pt x="713" y="556"/>
                    </a:lnTo>
                    <a:cubicBezTo>
                      <a:pt x="713" y="556"/>
                      <a:pt x="744" y="556"/>
                      <a:pt x="744" y="525"/>
                    </a:cubicBezTo>
                    <a:cubicBezTo>
                      <a:pt x="744" y="525"/>
                      <a:pt x="744" y="525"/>
                      <a:pt x="744" y="495"/>
                    </a:cubicBezTo>
                    <a:lnTo>
                      <a:pt x="744" y="463"/>
                    </a:lnTo>
                    <a:cubicBezTo>
                      <a:pt x="744" y="433"/>
                      <a:pt x="744" y="433"/>
                      <a:pt x="744" y="402"/>
                    </a:cubicBezTo>
                    <a:lnTo>
                      <a:pt x="744" y="402"/>
                    </a:lnTo>
                    <a:lnTo>
                      <a:pt x="744" y="402"/>
                    </a:lnTo>
                    <a:cubicBezTo>
                      <a:pt x="775" y="402"/>
                      <a:pt x="775" y="402"/>
                      <a:pt x="775" y="372"/>
                    </a:cubicBezTo>
                    <a:lnTo>
                      <a:pt x="775" y="372"/>
                    </a:lnTo>
                    <a:lnTo>
                      <a:pt x="775" y="372"/>
                    </a:lnTo>
                    <a:cubicBezTo>
                      <a:pt x="775" y="372"/>
                      <a:pt x="775" y="372"/>
                      <a:pt x="775" y="340"/>
                    </a:cubicBezTo>
                    <a:lnTo>
                      <a:pt x="775" y="340"/>
                    </a:lnTo>
                    <a:cubicBezTo>
                      <a:pt x="775" y="309"/>
                      <a:pt x="775" y="309"/>
                      <a:pt x="806" y="309"/>
                    </a:cubicBezTo>
                    <a:cubicBezTo>
                      <a:pt x="806" y="278"/>
                      <a:pt x="837" y="278"/>
                      <a:pt x="837" y="278"/>
                    </a:cubicBezTo>
                    <a:lnTo>
                      <a:pt x="837" y="278"/>
                    </a:lnTo>
                    <a:lnTo>
                      <a:pt x="837" y="278"/>
                    </a:lnTo>
                    <a:lnTo>
                      <a:pt x="806" y="248"/>
                    </a:lnTo>
                    <a:cubicBezTo>
                      <a:pt x="806" y="216"/>
                      <a:pt x="775" y="154"/>
                      <a:pt x="775" y="124"/>
                    </a:cubicBezTo>
                    <a:lnTo>
                      <a:pt x="775" y="92"/>
                    </a:lnTo>
                    <a:lnTo>
                      <a:pt x="775" y="92"/>
                    </a:lnTo>
                    <a:cubicBezTo>
                      <a:pt x="775" y="92"/>
                      <a:pt x="775" y="92"/>
                      <a:pt x="775" y="61"/>
                    </a:cubicBezTo>
                    <a:lnTo>
                      <a:pt x="775" y="61"/>
                    </a:lnTo>
                    <a:cubicBezTo>
                      <a:pt x="775" y="30"/>
                      <a:pt x="775" y="30"/>
                      <a:pt x="775" y="30"/>
                    </a:cubicBezTo>
                    <a:lnTo>
                      <a:pt x="775" y="30"/>
                    </a:lnTo>
                    <a:lnTo>
                      <a:pt x="744" y="30"/>
                    </a:lnTo>
                    <a:lnTo>
                      <a:pt x="744" y="30"/>
                    </a:lnTo>
                    <a:cubicBezTo>
                      <a:pt x="744" y="0"/>
                      <a:pt x="713" y="0"/>
                      <a:pt x="713" y="0"/>
                    </a:cubicBezTo>
                    <a:cubicBezTo>
                      <a:pt x="713" y="0"/>
                      <a:pt x="713" y="0"/>
                      <a:pt x="682" y="0"/>
                    </a:cubicBezTo>
                    <a:lnTo>
                      <a:pt x="682" y="0"/>
                    </a:lnTo>
                    <a:lnTo>
                      <a:pt x="682" y="0"/>
                    </a:lnTo>
                    <a:lnTo>
                      <a:pt x="682" y="0"/>
                    </a:lnTo>
                    <a:cubicBezTo>
                      <a:pt x="682" y="0"/>
                      <a:pt x="682" y="30"/>
                      <a:pt x="651" y="30"/>
                    </a:cubicBezTo>
                    <a:lnTo>
                      <a:pt x="651" y="30"/>
                    </a:lnTo>
                    <a:lnTo>
                      <a:pt x="651" y="30"/>
                    </a:lnTo>
                    <a:lnTo>
                      <a:pt x="651" y="30"/>
                    </a:lnTo>
                    <a:lnTo>
                      <a:pt x="651" y="61"/>
                    </a:lnTo>
                    <a:cubicBezTo>
                      <a:pt x="620" y="61"/>
                      <a:pt x="620" y="61"/>
                      <a:pt x="620" y="61"/>
                    </a:cubicBezTo>
                    <a:lnTo>
                      <a:pt x="620" y="61"/>
                    </a:lnTo>
                    <a:lnTo>
                      <a:pt x="620" y="61"/>
                    </a:lnTo>
                    <a:lnTo>
                      <a:pt x="620" y="61"/>
                    </a:lnTo>
                    <a:cubicBezTo>
                      <a:pt x="589" y="61"/>
                      <a:pt x="589" y="61"/>
                      <a:pt x="589" y="61"/>
                    </a:cubicBezTo>
                    <a:lnTo>
                      <a:pt x="589" y="61"/>
                    </a:lnTo>
                    <a:lnTo>
                      <a:pt x="589" y="61"/>
                    </a:lnTo>
                    <a:cubicBezTo>
                      <a:pt x="496" y="61"/>
                      <a:pt x="496" y="61"/>
                      <a:pt x="496" y="61"/>
                    </a:cubicBezTo>
                    <a:lnTo>
                      <a:pt x="496" y="61"/>
                    </a:lnTo>
                    <a:cubicBezTo>
                      <a:pt x="155" y="61"/>
                      <a:pt x="155" y="61"/>
                      <a:pt x="155" y="61"/>
                    </a:cubicBezTo>
                    <a:cubicBezTo>
                      <a:pt x="155" y="61"/>
                      <a:pt x="155" y="92"/>
                      <a:pt x="155" y="124"/>
                    </a:cubicBezTo>
                    <a:cubicBezTo>
                      <a:pt x="155" y="185"/>
                      <a:pt x="155" y="185"/>
                      <a:pt x="155" y="185"/>
                    </a:cubicBezTo>
                    <a:cubicBezTo>
                      <a:pt x="92" y="185"/>
                      <a:pt x="92" y="185"/>
                      <a:pt x="92" y="185"/>
                    </a:cubicBezTo>
                    <a:cubicBezTo>
                      <a:pt x="92" y="433"/>
                      <a:pt x="92" y="433"/>
                      <a:pt x="92" y="433"/>
                    </a:cubicBezTo>
                    <a:cubicBezTo>
                      <a:pt x="31" y="433"/>
                      <a:pt x="31" y="433"/>
                      <a:pt x="31" y="433"/>
                    </a:cubicBezTo>
                    <a:cubicBezTo>
                      <a:pt x="31" y="463"/>
                      <a:pt x="31" y="463"/>
                      <a:pt x="31" y="463"/>
                    </a:cubicBezTo>
                    <a:cubicBezTo>
                      <a:pt x="31" y="463"/>
                      <a:pt x="31" y="463"/>
                      <a:pt x="31" y="495"/>
                    </a:cubicBezTo>
                    <a:cubicBezTo>
                      <a:pt x="31" y="495"/>
                      <a:pt x="31" y="495"/>
                      <a:pt x="0" y="525"/>
                    </a:cubicBezTo>
                    <a:lnTo>
                      <a:pt x="0" y="525"/>
                    </a:lnTo>
                    <a:lnTo>
                      <a:pt x="0" y="525"/>
                    </a:lnTo>
                    <a:lnTo>
                      <a:pt x="0" y="525"/>
                    </a:lnTo>
                    <a:lnTo>
                      <a:pt x="0" y="556"/>
                    </a:lnTo>
                    <a:lnTo>
                      <a:pt x="0" y="556"/>
                    </a:lnTo>
                    <a:lnTo>
                      <a:pt x="0" y="556"/>
                    </a:lnTo>
                    <a:lnTo>
                      <a:pt x="0" y="556"/>
                    </a:lnTo>
                    <a:cubicBezTo>
                      <a:pt x="0" y="587"/>
                      <a:pt x="0" y="587"/>
                      <a:pt x="0" y="587"/>
                    </a:cubicBezTo>
                    <a:lnTo>
                      <a:pt x="0" y="619"/>
                    </a:lnTo>
                    <a:lnTo>
                      <a:pt x="0" y="619"/>
                    </a:lnTo>
                    <a:cubicBezTo>
                      <a:pt x="0" y="619"/>
                      <a:pt x="31" y="619"/>
                      <a:pt x="31" y="649"/>
                    </a:cubicBezTo>
                    <a:lnTo>
                      <a:pt x="31" y="649"/>
                    </a:lnTo>
                    <a:lnTo>
                      <a:pt x="31" y="649"/>
                    </a:lnTo>
                    <a:lnTo>
                      <a:pt x="31" y="649"/>
                    </a:lnTo>
                    <a:lnTo>
                      <a:pt x="31" y="649"/>
                    </a:lnTo>
                    <a:lnTo>
                      <a:pt x="31" y="680"/>
                    </a:lnTo>
                    <a:lnTo>
                      <a:pt x="31" y="680"/>
                    </a:lnTo>
                    <a:lnTo>
                      <a:pt x="31" y="680"/>
                    </a:lnTo>
                    <a:lnTo>
                      <a:pt x="31" y="711"/>
                    </a:lnTo>
                    <a:lnTo>
                      <a:pt x="31" y="711"/>
                    </a:lnTo>
                    <a:cubicBezTo>
                      <a:pt x="31" y="711"/>
                      <a:pt x="62" y="711"/>
                      <a:pt x="62" y="743"/>
                    </a:cubicBezTo>
                    <a:lnTo>
                      <a:pt x="62" y="743"/>
                    </a:lnTo>
                    <a:lnTo>
                      <a:pt x="62" y="743"/>
                    </a:lnTo>
                    <a:cubicBezTo>
                      <a:pt x="62" y="773"/>
                      <a:pt x="92" y="773"/>
                      <a:pt x="92" y="804"/>
                    </a:cubicBezTo>
                    <a:lnTo>
                      <a:pt x="92" y="804"/>
                    </a:lnTo>
                    <a:cubicBezTo>
                      <a:pt x="62" y="804"/>
                      <a:pt x="62" y="835"/>
                      <a:pt x="62" y="835"/>
                    </a:cubicBezTo>
                    <a:lnTo>
                      <a:pt x="62" y="835"/>
                    </a:lnTo>
                    <a:cubicBezTo>
                      <a:pt x="92" y="835"/>
                      <a:pt x="92" y="835"/>
                      <a:pt x="92" y="835"/>
                    </a:cubicBezTo>
                    <a:lnTo>
                      <a:pt x="92" y="835"/>
                    </a:lnTo>
                    <a:lnTo>
                      <a:pt x="92" y="867"/>
                    </a:lnTo>
                    <a:cubicBezTo>
                      <a:pt x="124" y="867"/>
                      <a:pt x="124" y="867"/>
                      <a:pt x="124" y="867"/>
                    </a:cubicBezTo>
                    <a:lnTo>
                      <a:pt x="124" y="897"/>
                    </a:lnTo>
                    <a:lnTo>
                      <a:pt x="124" y="897"/>
                    </a:lnTo>
                    <a:cubicBezTo>
                      <a:pt x="124" y="897"/>
                      <a:pt x="124" y="897"/>
                      <a:pt x="155" y="897"/>
                    </a:cubicBezTo>
                    <a:lnTo>
                      <a:pt x="155" y="897"/>
                    </a:lnTo>
                    <a:cubicBezTo>
                      <a:pt x="155" y="897"/>
                      <a:pt x="155" y="897"/>
                      <a:pt x="155" y="928"/>
                    </a:cubicBezTo>
                    <a:lnTo>
                      <a:pt x="186" y="928"/>
                    </a:lnTo>
                    <a:lnTo>
                      <a:pt x="186" y="928"/>
                    </a:lnTo>
                    <a:lnTo>
                      <a:pt x="186" y="928"/>
                    </a:lnTo>
                    <a:lnTo>
                      <a:pt x="186" y="928"/>
                    </a:lnTo>
                    <a:lnTo>
                      <a:pt x="186" y="928"/>
                    </a:lnTo>
                    <a:cubicBezTo>
                      <a:pt x="217" y="959"/>
                      <a:pt x="217" y="959"/>
                      <a:pt x="217" y="959"/>
                    </a:cubicBezTo>
                    <a:cubicBezTo>
                      <a:pt x="217" y="991"/>
                      <a:pt x="248" y="991"/>
                      <a:pt x="248" y="1021"/>
                    </a:cubicBezTo>
                    <a:lnTo>
                      <a:pt x="248" y="1021"/>
                    </a:lnTo>
                    <a:lnTo>
                      <a:pt x="248" y="1021"/>
                    </a:lnTo>
                    <a:lnTo>
                      <a:pt x="248" y="1021"/>
                    </a:lnTo>
                    <a:lnTo>
                      <a:pt x="248" y="1021"/>
                    </a:lnTo>
                    <a:cubicBezTo>
                      <a:pt x="279" y="1021"/>
                      <a:pt x="279" y="1021"/>
                      <a:pt x="279" y="1021"/>
                    </a:cubicBezTo>
                    <a:cubicBezTo>
                      <a:pt x="279" y="1052"/>
                      <a:pt x="279" y="1052"/>
                      <a:pt x="279" y="1052"/>
                    </a:cubicBezTo>
                    <a:lnTo>
                      <a:pt x="279" y="1052"/>
                    </a:lnTo>
                    <a:cubicBezTo>
                      <a:pt x="279" y="1083"/>
                      <a:pt x="279" y="1083"/>
                      <a:pt x="279" y="1083"/>
                    </a:cubicBezTo>
                    <a:lnTo>
                      <a:pt x="279" y="1083"/>
                    </a:lnTo>
                    <a:lnTo>
                      <a:pt x="279" y="1083"/>
                    </a:lnTo>
                    <a:lnTo>
                      <a:pt x="279" y="1083"/>
                    </a:lnTo>
                    <a:lnTo>
                      <a:pt x="279" y="1083"/>
                    </a:lnTo>
                    <a:cubicBezTo>
                      <a:pt x="279" y="1083"/>
                      <a:pt x="279" y="1083"/>
                      <a:pt x="279" y="1114"/>
                    </a:cubicBezTo>
                    <a:cubicBezTo>
                      <a:pt x="310" y="1114"/>
                      <a:pt x="310" y="1114"/>
                      <a:pt x="310" y="1114"/>
                    </a:cubicBezTo>
                    <a:cubicBezTo>
                      <a:pt x="341" y="1114"/>
                      <a:pt x="341" y="1114"/>
                      <a:pt x="341" y="1114"/>
                    </a:cubicBezTo>
                    <a:cubicBezTo>
                      <a:pt x="372" y="1114"/>
                      <a:pt x="372" y="1114"/>
                      <a:pt x="372" y="1114"/>
                    </a:cubicBezTo>
                    <a:cubicBezTo>
                      <a:pt x="403" y="1083"/>
                      <a:pt x="403" y="1083"/>
                      <a:pt x="403" y="1083"/>
                    </a:cubicBezTo>
                    <a:cubicBezTo>
                      <a:pt x="403" y="1114"/>
                      <a:pt x="403" y="1114"/>
                      <a:pt x="403" y="1114"/>
                    </a:cubicBezTo>
                    <a:lnTo>
                      <a:pt x="434" y="1145"/>
                    </a:lnTo>
                    <a:cubicBezTo>
                      <a:pt x="434" y="1145"/>
                      <a:pt x="434" y="1145"/>
                      <a:pt x="465" y="1176"/>
                    </a:cubicBezTo>
                    <a:cubicBezTo>
                      <a:pt x="465" y="1176"/>
                      <a:pt x="465" y="1176"/>
                      <a:pt x="465" y="1145"/>
                    </a:cubicBezTo>
                    <a:lnTo>
                      <a:pt x="465" y="1145"/>
                    </a:lnTo>
                    <a:lnTo>
                      <a:pt x="465" y="1145"/>
                    </a:lnTo>
                    <a:lnTo>
                      <a:pt x="465" y="1145"/>
                    </a:lnTo>
                    <a:cubicBezTo>
                      <a:pt x="496" y="1145"/>
                      <a:pt x="496" y="1145"/>
                      <a:pt x="496" y="1145"/>
                    </a:cubicBezTo>
                    <a:lnTo>
                      <a:pt x="527" y="1145"/>
                    </a:lnTo>
                    <a:lnTo>
                      <a:pt x="558" y="1145"/>
                    </a:lnTo>
                    <a:lnTo>
                      <a:pt x="558" y="1145"/>
                    </a:lnTo>
                    <a:cubicBezTo>
                      <a:pt x="589" y="1145"/>
                      <a:pt x="589" y="1145"/>
                      <a:pt x="589" y="1145"/>
                    </a:cubicBezTo>
                    <a:lnTo>
                      <a:pt x="589" y="1145"/>
                    </a:lnTo>
                    <a:lnTo>
                      <a:pt x="589" y="1145"/>
                    </a:lnTo>
                    <a:lnTo>
                      <a:pt x="589" y="1145"/>
                    </a:lnTo>
                    <a:cubicBezTo>
                      <a:pt x="620" y="1145"/>
                      <a:pt x="620" y="1145"/>
                      <a:pt x="620" y="1145"/>
                    </a:cubicBezTo>
                    <a:lnTo>
                      <a:pt x="620" y="1145"/>
                    </a:lnTo>
                    <a:cubicBezTo>
                      <a:pt x="620" y="1114"/>
                      <a:pt x="620" y="1114"/>
                      <a:pt x="620" y="1114"/>
                    </a:cubicBezTo>
                    <a:lnTo>
                      <a:pt x="620" y="1114"/>
                    </a:lnTo>
                    <a:cubicBezTo>
                      <a:pt x="620" y="1114"/>
                      <a:pt x="620" y="1114"/>
                      <a:pt x="651" y="108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83" name="Freeform 32">
                <a:extLst>
                  <a:ext uri="{FF2B5EF4-FFF2-40B4-BE49-F238E27FC236}">
                    <a16:creationId xmlns:a16="http://schemas.microsoft.com/office/drawing/2014/main" id="{7205BCAE-A5B8-9544-6E10-B67BB5462EE4}"/>
                  </a:ext>
                </a:extLst>
              </p:cNvPr>
              <p:cNvSpPr>
                <a:spLocks noChangeArrowheads="1"/>
              </p:cNvSpPr>
              <p:nvPr/>
            </p:nvSpPr>
            <p:spPr bwMode="auto">
              <a:xfrm>
                <a:off x="3824288" y="1801813"/>
                <a:ext cx="57150" cy="123825"/>
              </a:xfrm>
              <a:custGeom>
                <a:avLst/>
                <a:gdLst>
                  <a:gd name="T0" fmla="*/ 32 w 157"/>
                  <a:gd name="T1" fmla="*/ 248 h 343"/>
                  <a:gd name="T2" fmla="*/ 32 w 157"/>
                  <a:gd name="T3" fmla="*/ 248 h 343"/>
                  <a:gd name="T4" fmla="*/ 32 w 157"/>
                  <a:gd name="T5" fmla="*/ 248 h 343"/>
                  <a:gd name="T6" fmla="*/ 32 w 157"/>
                  <a:gd name="T7" fmla="*/ 248 h 343"/>
                  <a:gd name="T8" fmla="*/ 32 w 157"/>
                  <a:gd name="T9" fmla="*/ 279 h 343"/>
                  <a:gd name="T10" fmla="*/ 62 w 157"/>
                  <a:gd name="T11" fmla="*/ 279 h 343"/>
                  <a:gd name="T12" fmla="*/ 93 w 157"/>
                  <a:gd name="T13" fmla="*/ 342 h 343"/>
                  <a:gd name="T14" fmla="*/ 93 w 157"/>
                  <a:gd name="T15" fmla="*/ 311 h 343"/>
                  <a:gd name="T16" fmla="*/ 156 w 157"/>
                  <a:gd name="T17" fmla="*/ 279 h 343"/>
                  <a:gd name="T18" fmla="*/ 156 w 157"/>
                  <a:gd name="T19" fmla="*/ 279 h 343"/>
                  <a:gd name="T20" fmla="*/ 156 w 157"/>
                  <a:gd name="T21" fmla="*/ 248 h 343"/>
                  <a:gd name="T22" fmla="*/ 156 w 157"/>
                  <a:gd name="T23" fmla="*/ 218 h 343"/>
                  <a:gd name="T24" fmla="*/ 124 w 157"/>
                  <a:gd name="T25" fmla="*/ 218 h 343"/>
                  <a:gd name="T26" fmla="*/ 124 w 157"/>
                  <a:gd name="T27" fmla="*/ 218 h 343"/>
                  <a:gd name="T28" fmla="*/ 93 w 157"/>
                  <a:gd name="T29" fmla="*/ 187 h 343"/>
                  <a:gd name="T30" fmla="*/ 124 w 157"/>
                  <a:gd name="T31" fmla="*/ 94 h 343"/>
                  <a:gd name="T32" fmla="*/ 156 w 157"/>
                  <a:gd name="T33" fmla="*/ 94 h 343"/>
                  <a:gd name="T34" fmla="*/ 156 w 157"/>
                  <a:gd name="T35" fmla="*/ 94 h 343"/>
                  <a:gd name="T36" fmla="*/ 156 w 157"/>
                  <a:gd name="T37" fmla="*/ 94 h 343"/>
                  <a:gd name="T38" fmla="*/ 124 w 157"/>
                  <a:gd name="T39" fmla="*/ 63 h 343"/>
                  <a:gd name="T40" fmla="*/ 124 w 157"/>
                  <a:gd name="T41" fmla="*/ 63 h 343"/>
                  <a:gd name="T42" fmla="*/ 124 w 157"/>
                  <a:gd name="T43" fmla="*/ 63 h 343"/>
                  <a:gd name="T44" fmla="*/ 124 w 157"/>
                  <a:gd name="T45" fmla="*/ 31 h 343"/>
                  <a:gd name="T46" fmla="*/ 93 w 157"/>
                  <a:gd name="T47" fmla="*/ 0 h 343"/>
                  <a:gd name="T48" fmla="*/ 62 w 157"/>
                  <a:gd name="T49" fmla="*/ 0 h 343"/>
                  <a:gd name="T50" fmla="*/ 32 w 157"/>
                  <a:gd name="T51" fmla="*/ 0 h 343"/>
                  <a:gd name="T52" fmla="*/ 32 w 157"/>
                  <a:gd name="T53" fmla="*/ 31 h 343"/>
                  <a:gd name="T54" fmla="*/ 32 w 157"/>
                  <a:gd name="T55" fmla="*/ 31 h 343"/>
                  <a:gd name="T56" fmla="*/ 32 w 157"/>
                  <a:gd name="T57" fmla="*/ 31 h 343"/>
                  <a:gd name="T58" fmla="*/ 32 w 157"/>
                  <a:gd name="T59" fmla="*/ 63 h 343"/>
                  <a:gd name="T60" fmla="*/ 32 w 157"/>
                  <a:gd name="T61" fmla="*/ 94 h 343"/>
                  <a:gd name="T62" fmla="*/ 32 w 157"/>
                  <a:gd name="T63" fmla="*/ 94 h 343"/>
                  <a:gd name="T64" fmla="*/ 32 w 157"/>
                  <a:gd name="T65" fmla="*/ 94 h 343"/>
                  <a:gd name="T66" fmla="*/ 32 w 157"/>
                  <a:gd name="T67" fmla="*/ 94 h 343"/>
                  <a:gd name="T68" fmla="*/ 32 w 157"/>
                  <a:gd name="T69" fmla="*/ 94 h 343"/>
                  <a:gd name="T70" fmla="*/ 32 w 157"/>
                  <a:gd name="T71" fmla="*/ 94 h 343"/>
                  <a:gd name="T72" fmla="*/ 32 w 157"/>
                  <a:gd name="T73" fmla="*/ 94 h 343"/>
                  <a:gd name="T74" fmla="*/ 0 w 157"/>
                  <a:gd name="T75" fmla="*/ 187 h 343"/>
                  <a:gd name="T76" fmla="*/ 0 w 157"/>
                  <a:gd name="T77" fmla="*/ 187 h 343"/>
                  <a:gd name="T78" fmla="*/ 0 w 157"/>
                  <a:gd name="T79" fmla="*/ 187 h 343"/>
                  <a:gd name="T80" fmla="*/ 0 w 157"/>
                  <a:gd name="T81" fmla="*/ 218 h 343"/>
                  <a:gd name="T82" fmla="*/ 0 w 157"/>
                  <a:gd name="T83" fmla="*/ 218 h 343"/>
                  <a:gd name="T84" fmla="*/ 0 w 157"/>
                  <a:gd name="T85" fmla="*/ 218 h 343"/>
                  <a:gd name="T86" fmla="*/ 32 w 157"/>
                  <a:gd name="T87" fmla="*/ 248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57" h="343">
                    <a:moveTo>
                      <a:pt x="32" y="248"/>
                    </a:moveTo>
                    <a:lnTo>
                      <a:pt x="32" y="248"/>
                    </a:lnTo>
                    <a:lnTo>
                      <a:pt x="32" y="248"/>
                    </a:lnTo>
                    <a:lnTo>
                      <a:pt x="32" y="248"/>
                    </a:lnTo>
                    <a:cubicBezTo>
                      <a:pt x="32" y="279"/>
                      <a:pt x="32" y="279"/>
                      <a:pt x="32" y="279"/>
                    </a:cubicBezTo>
                    <a:cubicBezTo>
                      <a:pt x="62" y="279"/>
                      <a:pt x="62" y="279"/>
                      <a:pt x="62" y="279"/>
                    </a:cubicBezTo>
                    <a:cubicBezTo>
                      <a:pt x="93" y="311"/>
                      <a:pt x="93" y="311"/>
                      <a:pt x="93" y="342"/>
                    </a:cubicBezTo>
                    <a:cubicBezTo>
                      <a:pt x="93" y="311"/>
                      <a:pt x="93" y="311"/>
                      <a:pt x="93" y="311"/>
                    </a:cubicBezTo>
                    <a:cubicBezTo>
                      <a:pt x="124" y="311"/>
                      <a:pt x="156" y="279"/>
                      <a:pt x="156" y="279"/>
                    </a:cubicBezTo>
                    <a:lnTo>
                      <a:pt x="156" y="279"/>
                    </a:lnTo>
                    <a:cubicBezTo>
                      <a:pt x="156" y="248"/>
                      <a:pt x="156" y="248"/>
                      <a:pt x="156" y="248"/>
                    </a:cubicBezTo>
                    <a:lnTo>
                      <a:pt x="156" y="218"/>
                    </a:lnTo>
                    <a:lnTo>
                      <a:pt x="124" y="218"/>
                    </a:lnTo>
                    <a:lnTo>
                      <a:pt x="124" y="218"/>
                    </a:lnTo>
                    <a:cubicBezTo>
                      <a:pt x="124" y="218"/>
                      <a:pt x="93" y="218"/>
                      <a:pt x="93" y="187"/>
                    </a:cubicBezTo>
                    <a:cubicBezTo>
                      <a:pt x="93" y="155"/>
                      <a:pt x="93" y="124"/>
                      <a:pt x="124" y="94"/>
                    </a:cubicBezTo>
                    <a:cubicBezTo>
                      <a:pt x="124" y="94"/>
                      <a:pt x="124" y="94"/>
                      <a:pt x="156" y="94"/>
                    </a:cubicBezTo>
                    <a:lnTo>
                      <a:pt x="156" y="94"/>
                    </a:lnTo>
                    <a:lnTo>
                      <a:pt x="156" y="94"/>
                    </a:lnTo>
                    <a:cubicBezTo>
                      <a:pt x="124" y="94"/>
                      <a:pt x="124" y="63"/>
                      <a:pt x="124" y="63"/>
                    </a:cubicBezTo>
                    <a:lnTo>
                      <a:pt x="124" y="63"/>
                    </a:lnTo>
                    <a:lnTo>
                      <a:pt x="124" y="63"/>
                    </a:lnTo>
                    <a:cubicBezTo>
                      <a:pt x="124" y="31"/>
                      <a:pt x="124" y="31"/>
                      <a:pt x="124" y="31"/>
                    </a:cubicBezTo>
                    <a:cubicBezTo>
                      <a:pt x="124" y="0"/>
                      <a:pt x="93" y="0"/>
                      <a:pt x="93" y="0"/>
                    </a:cubicBezTo>
                    <a:lnTo>
                      <a:pt x="62" y="0"/>
                    </a:lnTo>
                    <a:lnTo>
                      <a:pt x="32" y="0"/>
                    </a:lnTo>
                    <a:lnTo>
                      <a:pt x="32" y="31"/>
                    </a:lnTo>
                    <a:lnTo>
                      <a:pt x="32" y="31"/>
                    </a:lnTo>
                    <a:lnTo>
                      <a:pt x="32" y="31"/>
                    </a:lnTo>
                    <a:lnTo>
                      <a:pt x="32" y="63"/>
                    </a:lnTo>
                    <a:cubicBezTo>
                      <a:pt x="32" y="63"/>
                      <a:pt x="32" y="63"/>
                      <a:pt x="32" y="94"/>
                    </a:cubicBezTo>
                    <a:lnTo>
                      <a:pt x="32" y="94"/>
                    </a:lnTo>
                    <a:lnTo>
                      <a:pt x="32" y="94"/>
                    </a:lnTo>
                    <a:lnTo>
                      <a:pt x="32" y="94"/>
                    </a:lnTo>
                    <a:lnTo>
                      <a:pt x="32" y="94"/>
                    </a:lnTo>
                    <a:lnTo>
                      <a:pt x="32" y="94"/>
                    </a:lnTo>
                    <a:lnTo>
                      <a:pt x="32" y="94"/>
                    </a:lnTo>
                    <a:cubicBezTo>
                      <a:pt x="32" y="124"/>
                      <a:pt x="0" y="155"/>
                      <a:pt x="0" y="187"/>
                    </a:cubicBezTo>
                    <a:lnTo>
                      <a:pt x="0" y="187"/>
                    </a:lnTo>
                    <a:lnTo>
                      <a:pt x="0" y="187"/>
                    </a:lnTo>
                    <a:cubicBezTo>
                      <a:pt x="0" y="187"/>
                      <a:pt x="0" y="187"/>
                      <a:pt x="0" y="218"/>
                    </a:cubicBezTo>
                    <a:lnTo>
                      <a:pt x="0" y="218"/>
                    </a:lnTo>
                    <a:lnTo>
                      <a:pt x="0" y="218"/>
                    </a:lnTo>
                    <a:cubicBezTo>
                      <a:pt x="0" y="218"/>
                      <a:pt x="32" y="218"/>
                      <a:pt x="32" y="24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84" name="Freeform 33">
                <a:extLst>
                  <a:ext uri="{FF2B5EF4-FFF2-40B4-BE49-F238E27FC236}">
                    <a16:creationId xmlns:a16="http://schemas.microsoft.com/office/drawing/2014/main" id="{696C3BD3-7438-2CA2-88AF-BDE708915D1A}"/>
                  </a:ext>
                </a:extLst>
              </p:cNvPr>
              <p:cNvSpPr>
                <a:spLocks noChangeArrowheads="1"/>
              </p:cNvSpPr>
              <p:nvPr/>
            </p:nvSpPr>
            <p:spPr bwMode="auto">
              <a:xfrm>
                <a:off x="4806950" y="3119438"/>
                <a:ext cx="1588" cy="1587"/>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85" name="Freeform 34">
                <a:extLst>
                  <a:ext uri="{FF2B5EF4-FFF2-40B4-BE49-F238E27FC236}">
                    <a16:creationId xmlns:a16="http://schemas.microsoft.com/office/drawing/2014/main" id="{38205746-B2E9-92D4-8446-31544E6078A0}"/>
                  </a:ext>
                </a:extLst>
              </p:cNvPr>
              <p:cNvSpPr>
                <a:spLocks noChangeArrowheads="1"/>
              </p:cNvSpPr>
              <p:nvPr/>
            </p:nvSpPr>
            <p:spPr bwMode="auto">
              <a:xfrm>
                <a:off x="4806950" y="3119438"/>
                <a:ext cx="1588" cy="1587"/>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86" name="Freeform 35">
                <a:extLst>
                  <a:ext uri="{FF2B5EF4-FFF2-40B4-BE49-F238E27FC236}">
                    <a16:creationId xmlns:a16="http://schemas.microsoft.com/office/drawing/2014/main" id="{638AA33B-46E1-ECF5-4A89-1454EE085AA3}"/>
                  </a:ext>
                </a:extLst>
              </p:cNvPr>
              <p:cNvSpPr>
                <a:spLocks noChangeArrowheads="1"/>
              </p:cNvSpPr>
              <p:nvPr/>
            </p:nvSpPr>
            <p:spPr bwMode="auto">
              <a:xfrm>
                <a:off x="4706938" y="2092325"/>
                <a:ext cx="134937" cy="155575"/>
              </a:xfrm>
              <a:custGeom>
                <a:avLst/>
                <a:gdLst>
                  <a:gd name="T0" fmla="*/ 217 w 373"/>
                  <a:gd name="T1" fmla="*/ 0 h 434"/>
                  <a:gd name="T2" fmla="*/ 217 w 373"/>
                  <a:gd name="T3" fmla="*/ 0 h 434"/>
                  <a:gd name="T4" fmla="*/ 217 w 373"/>
                  <a:gd name="T5" fmla="*/ 30 h 434"/>
                  <a:gd name="T6" fmla="*/ 217 w 373"/>
                  <a:gd name="T7" fmla="*/ 30 h 434"/>
                  <a:gd name="T8" fmla="*/ 217 w 373"/>
                  <a:gd name="T9" fmla="*/ 30 h 434"/>
                  <a:gd name="T10" fmla="*/ 186 w 373"/>
                  <a:gd name="T11" fmla="*/ 30 h 434"/>
                  <a:gd name="T12" fmla="*/ 186 w 373"/>
                  <a:gd name="T13" fmla="*/ 61 h 434"/>
                  <a:gd name="T14" fmla="*/ 186 w 373"/>
                  <a:gd name="T15" fmla="*/ 92 h 434"/>
                  <a:gd name="T16" fmla="*/ 186 w 373"/>
                  <a:gd name="T17" fmla="*/ 92 h 434"/>
                  <a:gd name="T18" fmla="*/ 186 w 373"/>
                  <a:gd name="T19" fmla="*/ 92 h 434"/>
                  <a:gd name="T20" fmla="*/ 217 w 373"/>
                  <a:gd name="T21" fmla="*/ 92 h 434"/>
                  <a:gd name="T22" fmla="*/ 154 w 373"/>
                  <a:gd name="T23" fmla="*/ 278 h 434"/>
                  <a:gd name="T24" fmla="*/ 154 w 373"/>
                  <a:gd name="T25" fmla="*/ 309 h 434"/>
                  <a:gd name="T26" fmla="*/ 124 w 373"/>
                  <a:gd name="T27" fmla="*/ 309 h 434"/>
                  <a:gd name="T28" fmla="*/ 62 w 373"/>
                  <a:gd name="T29" fmla="*/ 309 h 434"/>
                  <a:gd name="T30" fmla="*/ 30 w 373"/>
                  <a:gd name="T31" fmla="*/ 340 h 434"/>
                  <a:gd name="T32" fmla="*/ 0 w 373"/>
                  <a:gd name="T33" fmla="*/ 372 h 434"/>
                  <a:gd name="T34" fmla="*/ 0 w 373"/>
                  <a:gd name="T35" fmla="*/ 372 h 434"/>
                  <a:gd name="T36" fmla="*/ 0 w 373"/>
                  <a:gd name="T37" fmla="*/ 372 h 434"/>
                  <a:gd name="T38" fmla="*/ 0 w 373"/>
                  <a:gd name="T39" fmla="*/ 372 h 434"/>
                  <a:gd name="T40" fmla="*/ 30 w 373"/>
                  <a:gd name="T41" fmla="*/ 433 h 434"/>
                  <a:gd name="T42" fmla="*/ 30 w 373"/>
                  <a:gd name="T43" fmla="*/ 433 h 434"/>
                  <a:gd name="T44" fmla="*/ 30 w 373"/>
                  <a:gd name="T45" fmla="*/ 433 h 434"/>
                  <a:gd name="T46" fmla="*/ 30 w 373"/>
                  <a:gd name="T47" fmla="*/ 433 h 434"/>
                  <a:gd name="T48" fmla="*/ 30 w 373"/>
                  <a:gd name="T49" fmla="*/ 433 h 434"/>
                  <a:gd name="T50" fmla="*/ 124 w 373"/>
                  <a:gd name="T51" fmla="*/ 433 h 434"/>
                  <a:gd name="T52" fmla="*/ 124 w 373"/>
                  <a:gd name="T53" fmla="*/ 433 h 434"/>
                  <a:gd name="T54" fmla="*/ 124 w 373"/>
                  <a:gd name="T55" fmla="*/ 433 h 434"/>
                  <a:gd name="T56" fmla="*/ 124 w 373"/>
                  <a:gd name="T57" fmla="*/ 433 h 434"/>
                  <a:gd name="T58" fmla="*/ 124 w 373"/>
                  <a:gd name="T59" fmla="*/ 433 h 434"/>
                  <a:gd name="T60" fmla="*/ 186 w 373"/>
                  <a:gd name="T61" fmla="*/ 372 h 434"/>
                  <a:gd name="T62" fmla="*/ 217 w 373"/>
                  <a:gd name="T63" fmla="*/ 372 h 434"/>
                  <a:gd name="T64" fmla="*/ 217 w 373"/>
                  <a:gd name="T65" fmla="*/ 372 h 434"/>
                  <a:gd name="T66" fmla="*/ 217 w 373"/>
                  <a:gd name="T67" fmla="*/ 372 h 434"/>
                  <a:gd name="T68" fmla="*/ 248 w 373"/>
                  <a:gd name="T69" fmla="*/ 309 h 434"/>
                  <a:gd name="T70" fmla="*/ 248 w 373"/>
                  <a:gd name="T71" fmla="*/ 309 h 434"/>
                  <a:gd name="T72" fmla="*/ 278 w 373"/>
                  <a:gd name="T73" fmla="*/ 309 h 434"/>
                  <a:gd name="T74" fmla="*/ 278 w 373"/>
                  <a:gd name="T75" fmla="*/ 309 h 434"/>
                  <a:gd name="T76" fmla="*/ 278 w 373"/>
                  <a:gd name="T77" fmla="*/ 248 h 434"/>
                  <a:gd name="T78" fmla="*/ 310 w 373"/>
                  <a:gd name="T79" fmla="*/ 216 h 434"/>
                  <a:gd name="T80" fmla="*/ 341 w 373"/>
                  <a:gd name="T81" fmla="*/ 216 h 434"/>
                  <a:gd name="T82" fmla="*/ 341 w 373"/>
                  <a:gd name="T83" fmla="*/ 185 h 434"/>
                  <a:gd name="T84" fmla="*/ 372 w 373"/>
                  <a:gd name="T85" fmla="*/ 124 h 434"/>
                  <a:gd name="T86" fmla="*/ 372 w 373"/>
                  <a:gd name="T87" fmla="*/ 124 h 434"/>
                  <a:gd name="T88" fmla="*/ 372 w 373"/>
                  <a:gd name="T89" fmla="*/ 92 h 434"/>
                  <a:gd name="T90" fmla="*/ 341 w 373"/>
                  <a:gd name="T91" fmla="*/ 61 h 434"/>
                  <a:gd name="T92" fmla="*/ 310 w 373"/>
                  <a:gd name="T93" fmla="*/ 61 h 434"/>
                  <a:gd name="T94" fmla="*/ 310 w 373"/>
                  <a:gd name="T95" fmla="*/ 61 h 434"/>
                  <a:gd name="T96" fmla="*/ 248 w 373"/>
                  <a:gd name="T97" fmla="*/ 30 h 434"/>
                  <a:gd name="T98" fmla="*/ 217 w 373"/>
                  <a:gd name="T99" fmla="*/ 30 h 434"/>
                  <a:gd name="T100" fmla="*/ 217 w 373"/>
                  <a:gd name="T101" fmla="*/ 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73" h="434">
                    <a:moveTo>
                      <a:pt x="217" y="0"/>
                    </a:moveTo>
                    <a:lnTo>
                      <a:pt x="217" y="0"/>
                    </a:lnTo>
                    <a:cubicBezTo>
                      <a:pt x="217" y="0"/>
                      <a:pt x="217" y="0"/>
                      <a:pt x="217" y="30"/>
                    </a:cubicBezTo>
                    <a:lnTo>
                      <a:pt x="217" y="30"/>
                    </a:lnTo>
                    <a:lnTo>
                      <a:pt x="217" y="30"/>
                    </a:lnTo>
                    <a:cubicBezTo>
                      <a:pt x="186" y="30"/>
                      <a:pt x="186" y="30"/>
                      <a:pt x="186" y="30"/>
                    </a:cubicBezTo>
                    <a:lnTo>
                      <a:pt x="186" y="61"/>
                    </a:lnTo>
                    <a:cubicBezTo>
                      <a:pt x="186" y="61"/>
                      <a:pt x="186" y="61"/>
                      <a:pt x="186" y="92"/>
                    </a:cubicBezTo>
                    <a:lnTo>
                      <a:pt x="186" y="92"/>
                    </a:lnTo>
                    <a:lnTo>
                      <a:pt x="186" y="92"/>
                    </a:lnTo>
                    <a:cubicBezTo>
                      <a:pt x="217" y="92"/>
                      <a:pt x="217" y="92"/>
                      <a:pt x="217" y="92"/>
                    </a:cubicBezTo>
                    <a:cubicBezTo>
                      <a:pt x="154" y="278"/>
                      <a:pt x="154" y="278"/>
                      <a:pt x="154" y="278"/>
                    </a:cubicBezTo>
                    <a:cubicBezTo>
                      <a:pt x="154" y="309"/>
                      <a:pt x="154" y="309"/>
                      <a:pt x="154" y="309"/>
                    </a:cubicBezTo>
                    <a:lnTo>
                      <a:pt x="124" y="309"/>
                    </a:lnTo>
                    <a:cubicBezTo>
                      <a:pt x="93" y="309"/>
                      <a:pt x="93" y="309"/>
                      <a:pt x="62" y="309"/>
                    </a:cubicBezTo>
                    <a:cubicBezTo>
                      <a:pt x="62" y="309"/>
                      <a:pt x="62" y="340"/>
                      <a:pt x="30" y="340"/>
                    </a:cubicBezTo>
                    <a:cubicBezTo>
                      <a:pt x="0" y="340"/>
                      <a:pt x="0" y="340"/>
                      <a:pt x="0" y="372"/>
                    </a:cubicBezTo>
                    <a:lnTo>
                      <a:pt x="0" y="372"/>
                    </a:lnTo>
                    <a:lnTo>
                      <a:pt x="0" y="372"/>
                    </a:lnTo>
                    <a:lnTo>
                      <a:pt x="0" y="372"/>
                    </a:lnTo>
                    <a:cubicBezTo>
                      <a:pt x="30" y="402"/>
                      <a:pt x="30" y="402"/>
                      <a:pt x="30" y="433"/>
                    </a:cubicBezTo>
                    <a:lnTo>
                      <a:pt x="30" y="433"/>
                    </a:lnTo>
                    <a:lnTo>
                      <a:pt x="30" y="433"/>
                    </a:lnTo>
                    <a:lnTo>
                      <a:pt x="30" y="433"/>
                    </a:lnTo>
                    <a:lnTo>
                      <a:pt x="30" y="433"/>
                    </a:lnTo>
                    <a:cubicBezTo>
                      <a:pt x="62" y="433"/>
                      <a:pt x="93" y="433"/>
                      <a:pt x="124" y="433"/>
                    </a:cubicBezTo>
                    <a:lnTo>
                      <a:pt x="124" y="433"/>
                    </a:lnTo>
                    <a:lnTo>
                      <a:pt x="124" y="433"/>
                    </a:lnTo>
                    <a:lnTo>
                      <a:pt x="124" y="433"/>
                    </a:lnTo>
                    <a:lnTo>
                      <a:pt x="124" y="433"/>
                    </a:lnTo>
                    <a:cubicBezTo>
                      <a:pt x="154" y="372"/>
                      <a:pt x="186" y="372"/>
                      <a:pt x="186" y="372"/>
                    </a:cubicBezTo>
                    <a:lnTo>
                      <a:pt x="217" y="372"/>
                    </a:lnTo>
                    <a:lnTo>
                      <a:pt x="217" y="372"/>
                    </a:lnTo>
                    <a:lnTo>
                      <a:pt x="217" y="372"/>
                    </a:lnTo>
                    <a:cubicBezTo>
                      <a:pt x="217" y="340"/>
                      <a:pt x="217" y="340"/>
                      <a:pt x="248" y="309"/>
                    </a:cubicBezTo>
                    <a:lnTo>
                      <a:pt x="248" y="309"/>
                    </a:lnTo>
                    <a:cubicBezTo>
                      <a:pt x="278" y="309"/>
                      <a:pt x="278" y="309"/>
                      <a:pt x="278" y="309"/>
                    </a:cubicBezTo>
                    <a:lnTo>
                      <a:pt x="278" y="309"/>
                    </a:lnTo>
                    <a:cubicBezTo>
                      <a:pt x="278" y="309"/>
                      <a:pt x="278" y="278"/>
                      <a:pt x="278" y="248"/>
                    </a:cubicBezTo>
                    <a:cubicBezTo>
                      <a:pt x="310" y="248"/>
                      <a:pt x="310" y="216"/>
                      <a:pt x="310" y="216"/>
                    </a:cubicBezTo>
                    <a:cubicBezTo>
                      <a:pt x="310" y="216"/>
                      <a:pt x="310" y="216"/>
                      <a:pt x="341" y="216"/>
                    </a:cubicBezTo>
                    <a:cubicBezTo>
                      <a:pt x="341" y="185"/>
                      <a:pt x="341" y="185"/>
                      <a:pt x="341" y="185"/>
                    </a:cubicBezTo>
                    <a:cubicBezTo>
                      <a:pt x="372" y="154"/>
                      <a:pt x="372" y="124"/>
                      <a:pt x="372" y="124"/>
                    </a:cubicBezTo>
                    <a:lnTo>
                      <a:pt x="372" y="124"/>
                    </a:lnTo>
                    <a:cubicBezTo>
                      <a:pt x="372" y="92"/>
                      <a:pt x="372" y="92"/>
                      <a:pt x="372" y="92"/>
                    </a:cubicBezTo>
                    <a:cubicBezTo>
                      <a:pt x="341" y="61"/>
                      <a:pt x="341" y="61"/>
                      <a:pt x="341" y="61"/>
                    </a:cubicBezTo>
                    <a:cubicBezTo>
                      <a:pt x="310" y="61"/>
                      <a:pt x="310" y="61"/>
                      <a:pt x="310" y="61"/>
                    </a:cubicBezTo>
                    <a:lnTo>
                      <a:pt x="310" y="61"/>
                    </a:lnTo>
                    <a:cubicBezTo>
                      <a:pt x="278" y="61"/>
                      <a:pt x="248" y="30"/>
                      <a:pt x="248" y="30"/>
                    </a:cubicBezTo>
                    <a:lnTo>
                      <a:pt x="217" y="30"/>
                    </a:lnTo>
                    <a:cubicBezTo>
                      <a:pt x="217" y="30"/>
                      <a:pt x="217" y="30"/>
                      <a:pt x="217"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87" name="Freeform 36">
                <a:extLst>
                  <a:ext uri="{FF2B5EF4-FFF2-40B4-BE49-F238E27FC236}">
                    <a16:creationId xmlns:a16="http://schemas.microsoft.com/office/drawing/2014/main" id="{4330D884-7273-E88C-D323-5A1E25674073}"/>
                  </a:ext>
                </a:extLst>
              </p:cNvPr>
              <p:cNvSpPr>
                <a:spLocks noChangeArrowheads="1"/>
              </p:cNvSpPr>
              <p:nvPr/>
            </p:nvSpPr>
            <p:spPr bwMode="auto">
              <a:xfrm>
                <a:off x="4483100" y="2382838"/>
                <a:ext cx="201613" cy="290512"/>
              </a:xfrm>
              <a:custGeom>
                <a:avLst/>
                <a:gdLst>
                  <a:gd name="T0" fmla="*/ 124 w 559"/>
                  <a:gd name="T1" fmla="*/ 93 h 807"/>
                  <a:gd name="T2" fmla="*/ 154 w 559"/>
                  <a:gd name="T3" fmla="*/ 155 h 807"/>
                  <a:gd name="T4" fmla="*/ 217 w 559"/>
                  <a:gd name="T5" fmla="*/ 155 h 807"/>
                  <a:gd name="T6" fmla="*/ 310 w 559"/>
                  <a:gd name="T7" fmla="*/ 217 h 807"/>
                  <a:gd name="T8" fmla="*/ 341 w 559"/>
                  <a:gd name="T9" fmla="*/ 217 h 807"/>
                  <a:gd name="T10" fmla="*/ 372 w 559"/>
                  <a:gd name="T11" fmla="*/ 217 h 807"/>
                  <a:gd name="T12" fmla="*/ 402 w 559"/>
                  <a:gd name="T13" fmla="*/ 217 h 807"/>
                  <a:gd name="T14" fmla="*/ 402 w 559"/>
                  <a:gd name="T15" fmla="*/ 248 h 807"/>
                  <a:gd name="T16" fmla="*/ 372 w 559"/>
                  <a:gd name="T17" fmla="*/ 279 h 807"/>
                  <a:gd name="T18" fmla="*/ 341 w 559"/>
                  <a:gd name="T19" fmla="*/ 279 h 807"/>
                  <a:gd name="T20" fmla="*/ 217 w 559"/>
                  <a:gd name="T21" fmla="*/ 465 h 807"/>
                  <a:gd name="T22" fmla="*/ 154 w 559"/>
                  <a:gd name="T23" fmla="*/ 465 h 807"/>
                  <a:gd name="T24" fmla="*/ 124 w 559"/>
                  <a:gd name="T25" fmla="*/ 465 h 807"/>
                  <a:gd name="T26" fmla="*/ 62 w 559"/>
                  <a:gd name="T27" fmla="*/ 496 h 807"/>
                  <a:gd name="T28" fmla="*/ 30 w 559"/>
                  <a:gd name="T29" fmla="*/ 558 h 807"/>
                  <a:gd name="T30" fmla="*/ 30 w 559"/>
                  <a:gd name="T31" fmla="*/ 589 h 807"/>
                  <a:gd name="T32" fmla="*/ 0 w 559"/>
                  <a:gd name="T33" fmla="*/ 620 h 807"/>
                  <a:gd name="T34" fmla="*/ 0 w 559"/>
                  <a:gd name="T35" fmla="*/ 775 h 807"/>
                  <a:gd name="T36" fmla="*/ 30 w 559"/>
                  <a:gd name="T37" fmla="*/ 775 h 807"/>
                  <a:gd name="T38" fmla="*/ 62 w 559"/>
                  <a:gd name="T39" fmla="*/ 744 h 807"/>
                  <a:gd name="T40" fmla="*/ 278 w 559"/>
                  <a:gd name="T41" fmla="*/ 558 h 807"/>
                  <a:gd name="T42" fmla="*/ 372 w 559"/>
                  <a:gd name="T43" fmla="*/ 434 h 807"/>
                  <a:gd name="T44" fmla="*/ 465 w 559"/>
                  <a:gd name="T45" fmla="*/ 248 h 807"/>
                  <a:gd name="T46" fmla="*/ 526 w 559"/>
                  <a:gd name="T47" fmla="*/ 124 h 807"/>
                  <a:gd name="T48" fmla="*/ 526 w 559"/>
                  <a:gd name="T49" fmla="*/ 0 h 807"/>
                  <a:gd name="T50" fmla="*/ 496 w 559"/>
                  <a:gd name="T51" fmla="*/ 31 h 807"/>
                  <a:gd name="T52" fmla="*/ 434 w 559"/>
                  <a:gd name="T53" fmla="*/ 31 h 807"/>
                  <a:gd name="T54" fmla="*/ 434 w 559"/>
                  <a:gd name="T55" fmla="*/ 31 h 807"/>
                  <a:gd name="T56" fmla="*/ 402 w 559"/>
                  <a:gd name="T57" fmla="*/ 63 h 807"/>
                  <a:gd name="T58" fmla="*/ 341 w 559"/>
                  <a:gd name="T59" fmla="*/ 63 h 807"/>
                  <a:gd name="T60" fmla="*/ 310 w 559"/>
                  <a:gd name="T61" fmla="*/ 93 h 807"/>
                  <a:gd name="T62" fmla="*/ 248 w 559"/>
                  <a:gd name="T63" fmla="*/ 93 h 807"/>
                  <a:gd name="T64" fmla="*/ 248 w 559"/>
                  <a:gd name="T65" fmla="*/ 93 h 807"/>
                  <a:gd name="T66" fmla="*/ 124 w 559"/>
                  <a:gd name="T67" fmla="*/ 63 h 807"/>
                  <a:gd name="T68" fmla="*/ 124 w 559"/>
                  <a:gd name="T69" fmla="*/ 63 h 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59" h="807">
                    <a:moveTo>
                      <a:pt x="124" y="93"/>
                    </a:moveTo>
                    <a:lnTo>
                      <a:pt x="124" y="93"/>
                    </a:lnTo>
                    <a:cubicBezTo>
                      <a:pt x="124" y="124"/>
                      <a:pt x="154" y="124"/>
                      <a:pt x="154" y="155"/>
                    </a:cubicBezTo>
                    <a:lnTo>
                      <a:pt x="154" y="155"/>
                    </a:lnTo>
                    <a:lnTo>
                      <a:pt x="186" y="155"/>
                    </a:lnTo>
                    <a:lnTo>
                      <a:pt x="217" y="155"/>
                    </a:lnTo>
                    <a:cubicBezTo>
                      <a:pt x="248" y="155"/>
                      <a:pt x="278" y="187"/>
                      <a:pt x="278" y="187"/>
                    </a:cubicBezTo>
                    <a:cubicBezTo>
                      <a:pt x="310" y="187"/>
                      <a:pt x="310" y="217"/>
                      <a:pt x="310" y="217"/>
                    </a:cubicBezTo>
                    <a:lnTo>
                      <a:pt x="310" y="217"/>
                    </a:lnTo>
                    <a:cubicBezTo>
                      <a:pt x="341" y="217"/>
                      <a:pt x="341" y="217"/>
                      <a:pt x="341" y="217"/>
                    </a:cubicBezTo>
                    <a:cubicBezTo>
                      <a:pt x="341" y="217"/>
                      <a:pt x="341" y="217"/>
                      <a:pt x="372" y="217"/>
                    </a:cubicBezTo>
                    <a:lnTo>
                      <a:pt x="372" y="217"/>
                    </a:lnTo>
                    <a:lnTo>
                      <a:pt x="402" y="217"/>
                    </a:lnTo>
                    <a:lnTo>
                      <a:pt x="402" y="217"/>
                    </a:lnTo>
                    <a:lnTo>
                      <a:pt x="402" y="248"/>
                    </a:lnTo>
                    <a:lnTo>
                      <a:pt x="402" y="248"/>
                    </a:lnTo>
                    <a:cubicBezTo>
                      <a:pt x="402" y="248"/>
                      <a:pt x="402" y="248"/>
                      <a:pt x="372" y="279"/>
                    </a:cubicBezTo>
                    <a:lnTo>
                      <a:pt x="372" y="279"/>
                    </a:lnTo>
                    <a:lnTo>
                      <a:pt x="372" y="279"/>
                    </a:lnTo>
                    <a:cubicBezTo>
                      <a:pt x="372" y="279"/>
                      <a:pt x="372" y="279"/>
                      <a:pt x="341" y="279"/>
                    </a:cubicBezTo>
                    <a:cubicBezTo>
                      <a:pt x="217" y="465"/>
                      <a:pt x="217" y="465"/>
                      <a:pt x="217" y="465"/>
                    </a:cubicBezTo>
                    <a:lnTo>
                      <a:pt x="217" y="465"/>
                    </a:lnTo>
                    <a:lnTo>
                      <a:pt x="154" y="465"/>
                    </a:lnTo>
                    <a:lnTo>
                      <a:pt x="154" y="465"/>
                    </a:lnTo>
                    <a:lnTo>
                      <a:pt x="124" y="465"/>
                    </a:lnTo>
                    <a:lnTo>
                      <a:pt x="124" y="465"/>
                    </a:lnTo>
                    <a:cubicBezTo>
                      <a:pt x="124" y="496"/>
                      <a:pt x="124" y="496"/>
                      <a:pt x="93" y="496"/>
                    </a:cubicBezTo>
                    <a:cubicBezTo>
                      <a:pt x="93" y="496"/>
                      <a:pt x="93" y="496"/>
                      <a:pt x="62" y="496"/>
                    </a:cubicBezTo>
                    <a:lnTo>
                      <a:pt x="62" y="496"/>
                    </a:lnTo>
                    <a:cubicBezTo>
                      <a:pt x="30" y="558"/>
                      <a:pt x="30" y="558"/>
                      <a:pt x="30" y="558"/>
                    </a:cubicBezTo>
                    <a:lnTo>
                      <a:pt x="30" y="558"/>
                    </a:lnTo>
                    <a:cubicBezTo>
                      <a:pt x="30" y="558"/>
                      <a:pt x="30" y="558"/>
                      <a:pt x="30" y="589"/>
                    </a:cubicBezTo>
                    <a:cubicBezTo>
                      <a:pt x="0" y="589"/>
                      <a:pt x="0" y="589"/>
                      <a:pt x="0" y="589"/>
                    </a:cubicBezTo>
                    <a:cubicBezTo>
                      <a:pt x="0" y="589"/>
                      <a:pt x="0" y="589"/>
                      <a:pt x="0" y="620"/>
                    </a:cubicBezTo>
                    <a:cubicBezTo>
                      <a:pt x="0" y="651"/>
                      <a:pt x="0" y="682"/>
                      <a:pt x="0" y="744"/>
                    </a:cubicBezTo>
                    <a:lnTo>
                      <a:pt x="0" y="775"/>
                    </a:lnTo>
                    <a:cubicBezTo>
                      <a:pt x="30" y="806"/>
                      <a:pt x="30" y="806"/>
                      <a:pt x="30" y="806"/>
                    </a:cubicBezTo>
                    <a:lnTo>
                      <a:pt x="30" y="775"/>
                    </a:lnTo>
                    <a:cubicBezTo>
                      <a:pt x="62" y="775"/>
                      <a:pt x="62" y="775"/>
                      <a:pt x="62" y="744"/>
                    </a:cubicBezTo>
                    <a:lnTo>
                      <a:pt x="62" y="744"/>
                    </a:lnTo>
                    <a:cubicBezTo>
                      <a:pt x="93" y="713"/>
                      <a:pt x="154" y="651"/>
                      <a:pt x="154" y="620"/>
                    </a:cubicBezTo>
                    <a:cubicBezTo>
                      <a:pt x="186" y="620"/>
                      <a:pt x="248" y="558"/>
                      <a:pt x="278" y="558"/>
                    </a:cubicBezTo>
                    <a:cubicBezTo>
                      <a:pt x="278" y="558"/>
                      <a:pt x="310" y="527"/>
                      <a:pt x="310" y="496"/>
                    </a:cubicBezTo>
                    <a:cubicBezTo>
                      <a:pt x="341" y="465"/>
                      <a:pt x="341" y="434"/>
                      <a:pt x="372" y="434"/>
                    </a:cubicBezTo>
                    <a:cubicBezTo>
                      <a:pt x="372" y="434"/>
                      <a:pt x="372" y="403"/>
                      <a:pt x="402" y="403"/>
                    </a:cubicBezTo>
                    <a:cubicBezTo>
                      <a:pt x="402" y="372"/>
                      <a:pt x="434" y="311"/>
                      <a:pt x="465" y="248"/>
                    </a:cubicBezTo>
                    <a:cubicBezTo>
                      <a:pt x="526" y="155"/>
                      <a:pt x="526" y="124"/>
                      <a:pt x="526" y="124"/>
                    </a:cubicBezTo>
                    <a:lnTo>
                      <a:pt x="526" y="124"/>
                    </a:lnTo>
                    <a:cubicBezTo>
                      <a:pt x="526" y="63"/>
                      <a:pt x="526" y="63"/>
                      <a:pt x="558" y="63"/>
                    </a:cubicBezTo>
                    <a:cubicBezTo>
                      <a:pt x="558" y="31"/>
                      <a:pt x="526" y="0"/>
                      <a:pt x="526" y="0"/>
                    </a:cubicBezTo>
                    <a:lnTo>
                      <a:pt x="526" y="0"/>
                    </a:lnTo>
                    <a:cubicBezTo>
                      <a:pt x="526" y="0"/>
                      <a:pt x="526" y="0"/>
                      <a:pt x="496" y="31"/>
                    </a:cubicBezTo>
                    <a:lnTo>
                      <a:pt x="496" y="31"/>
                    </a:lnTo>
                    <a:cubicBezTo>
                      <a:pt x="465" y="31"/>
                      <a:pt x="434" y="31"/>
                      <a:pt x="434" y="31"/>
                    </a:cubicBezTo>
                    <a:lnTo>
                      <a:pt x="434" y="31"/>
                    </a:lnTo>
                    <a:lnTo>
                      <a:pt x="434" y="31"/>
                    </a:lnTo>
                    <a:cubicBezTo>
                      <a:pt x="402" y="63"/>
                      <a:pt x="402" y="63"/>
                      <a:pt x="402" y="63"/>
                    </a:cubicBezTo>
                    <a:lnTo>
                      <a:pt x="402" y="63"/>
                    </a:lnTo>
                    <a:cubicBezTo>
                      <a:pt x="372" y="63"/>
                      <a:pt x="372" y="63"/>
                      <a:pt x="341" y="63"/>
                    </a:cubicBezTo>
                    <a:lnTo>
                      <a:pt x="341" y="63"/>
                    </a:lnTo>
                    <a:lnTo>
                      <a:pt x="310" y="63"/>
                    </a:lnTo>
                    <a:cubicBezTo>
                      <a:pt x="310" y="93"/>
                      <a:pt x="310" y="93"/>
                      <a:pt x="310" y="93"/>
                    </a:cubicBezTo>
                    <a:cubicBezTo>
                      <a:pt x="278" y="93"/>
                      <a:pt x="278" y="93"/>
                      <a:pt x="278" y="93"/>
                    </a:cubicBezTo>
                    <a:lnTo>
                      <a:pt x="248" y="93"/>
                    </a:lnTo>
                    <a:lnTo>
                      <a:pt x="248" y="93"/>
                    </a:lnTo>
                    <a:lnTo>
                      <a:pt x="248" y="93"/>
                    </a:lnTo>
                    <a:cubicBezTo>
                      <a:pt x="217" y="93"/>
                      <a:pt x="217" y="93"/>
                      <a:pt x="186" y="93"/>
                    </a:cubicBezTo>
                    <a:cubicBezTo>
                      <a:pt x="154" y="93"/>
                      <a:pt x="154" y="93"/>
                      <a:pt x="124" y="63"/>
                    </a:cubicBezTo>
                    <a:lnTo>
                      <a:pt x="124" y="63"/>
                    </a:lnTo>
                    <a:lnTo>
                      <a:pt x="124" y="63"/>
                    </a:lnTo>
                    <a:lnTo>
                      <a:pt x="124" y="9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88" name="Freeform 37">
                <a:extLst>
                  <a:ext uri="{FF2B5EF4-FFF2-40B4-BE49-F238E27FC236}">
                    <a16:creationId xmlns:a16="http://schemas.microsoft.com/office/drawing/2014/main" id="{C8DF6BC2-A726-BD1D-E856-D43F0C92C64E}"/>
                  </a:ext>
                </a:extLst>
              </p:cNvPr>
              <p:cNvSpPr>
                <a:spLocks noChangeArrowheads="1"/>
              </p:cNvSpPr>
              <p:nvPr/>
            </p:nvSpPr>
            <p:spPr bwMode="auto">
              <a:xfrm>
                <a:off x="4527550" y="2227263"/>
                <a:ext cx="179388" cy="122237"/>
              </a:xfrm>
              <a:custGeom>
                <a:avLst/>
                <a:gdLst>
                  <a:gd name="T0" fmla="*/ 496 w 497"/>
                  <a:gd name="T1" fmla="*/ 61 h 340"/>
                  <a:gd name="T2" fmla="*/ 496 w 497"/>
                  <a:gd name="T3" fmla="*/ 61 h 340"/>
                  <a:gd name="T4" fmla="*/ 465 w 497"/>
                  <a:gd name="T5" fmla="*/ 30 h 340"/>
                  <a:gd name="T6" fmla="*/ 465 w 497"/>
                  <a:gd name="T7" fmla="*/ 0 h 340"/>
                  <a:gd name="T8" fmla="*/ 402 w 497"/>
                  <a:gd name="T9" fmla="*/ 0 h 340"/>
                  <a:gd name="T10" fmla="*/ 341 w 497"/>
                  <a:gd name="T11" fmla="*/ 30 h 340"/>
                  <a:gd name="T12" fmla="*/ 341 w 497"/>
                  <a:gd name="T13" fmla="*/ 30 h 340"/>
                  <a:gd name="T14" fmla="*/ 310 w 497"/>
                  <a:gd name="T15" fmla="*/ 30 h 340"/>
                  <a:gd name="T16" fmla="*/ 248 w 497"/>
                  <a:gd name="T17" fmla="*/ 92 h 340"/>
                  <a:gd name="T18" fmla="*/ 217 w 497"/>
                  <a:gd name="T19" fmla="*/ 124 h 340"/>
                  <a:gd name="T20" fmla="*/ 186 w 497"/>
                  <a:gd name="T21" fmla="*/ 154 h 340"/>
                  <a:gd name="T22" fmla="*/ 186 w 497"/>
                  <a:gd name="T23" fmla="*/ 154 h 340"/>
                  <a:gd name="T24" fmla="*/ 124 w 497"/>
                  <a:gd name="T25" fmla="*/ 124 h 340"/>
                  <a:gd name="T26" fmla="*/ 62 w 497"/>
                  <a:gd name="T27" fmla="*/ 92 h 340"/>
                  <a:gd name="T28" fmla="*/ 0 w 497"/>
                  <a:gd name="T29" fmla="*/ 92 h 340"/>
                  <a:gd name="T30" fmla="*/ 0 w 497"/>
                  <a:gd name="T31" fmla="*/ 92 h 340"/>
                  <a:gd name="T32" fmla="*/ 0 w 497"/>
                  <a:gd name="T33" fmla="*/ 124 h 340"/>
                  <a:gd name="T34" fmla="*/ 0 w 497"/>
                  <a:gd name="T35" fmla="*/ 154 h 340"/>
                  <a:gd name="T36" fmla="*/ 0 w 497"/>
                  <a:gd name="T37" fmla="*/ 185 h 340"/>
                  <a:gd name="T38" fmla="*/ 0 w 497"/>
                  <a:gd name="T39" fmla="*/ 308 h 340"/>
                  <a:gd name="T40" fmla="*/ 30 w 497"/>
                  <a:gd name="T41" fmla="*/ 339 h 340"/>
                  <a:gd name="T42" fmla="*/ 93 w 497"/>
                  <a:gd name="T43" fmla="*/ 339 h 340"/>
                  <a:gd name="T44" fmla="*/ 93 w 497"/>
                  <a:gd name="T45" fmla="*/ 308 h 340"/>
                  <a:gd name="T46" fmla="*/ 124 w 497"/>
                  <a:gd name="T47" fmla="*/ 308 h 340"/>
                  <a:gd name="T48" fmla="*/ 154 w 497"/>
                  <a:gd name="T49" fmla="*/ 277 h 340"/>
                  <a:gd name="T50" fmla="*/ 248 w 497"/>
                  <a:gd name="T51" fmla="*/ 247 h 340"/>
                  <a:gd name="T52" fmla="*/ 278 w 497"/>
                  <a:gd name="T53" fmla="*/ 247 h 340"/>
                  <a:gd name="T54" fmla="*/ 372 w 497"/>
                  <a:gd name="T55" fmla="*/ 185 h 340"/>
                  <a:gd name="T56" fmla="*/ 402 w 497"/>
                  <a:gd name="T57" fmla="*/ 185 h 340"/>
                  <a:gd name="T58" fmla="*/ 465 w 497"/>
                  <a:gd name="T59" fmla="*/ 154 h 340"/>
                  <a:gd name="T60" fmla="*/ 465 w 497"/>
                  <a:gd name="T61" fmla="*/ 154 h 340"/>
                  <a:gd name="T62" fmla="*/ 496 w 497"/>
                  <a:gd name="T63" fmla="*/ 92 h 340"/>
                  <a:gd name="T64" fmla="*/ 496 w 497"/>
                  <a:gd name="T65" fmla="*/ 61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97" h="340">
                    <a:moveTo>
                      <a:pt x="496" y="61"/>
                    </a:moveTo>
                    <a:lnTo>
                      <a:pt x="496" y="61"/>
                    </a:lnTo>
                    <a:lnTo>
                      <a:pt x="496" y="61"/>
                    </a:lnTo>
                    <a:lnTo>
                      <a:pt x="496" y="61"/>
                    </a:lnTo>
                    <a:cubicBezTo>
                      <a:pt x="496" y="61"/>
                      <a:pt x="496" y="61"/>
                      <a:pt x="465" y="61"/>
                    </a:cubicBezTo>
                    <a:cubicBezTo>
                      <a:pt x="465" y="30"/>
                      <a:pt x="465" y="30"/>
                      <a:pt x="465" y="30"/>
                    </a:cubicBezTo>
                    <a:cubicBezTo>
                      <a:pt x="465" y="30"/>
                      <a:pt x="465" y="30"/>
                      <a:pt x="465" y="0"/>
                    </a:cubicBezTo>
                    <a:lnTo>
                      <a:pt x="465" y="0"/>
                    </a:lnTo>
                    <a:cubicBezTo>
                      <a:pt x="434" y="0"/>
                      <a:pt x="434" y="0"/>
                      <a:pt x="434" y="0"/>
                    </a:cubicBezTo>
                    <a:cubicBezTo>
                      <a:pt x="434" y="0"/>
                      <a:pt x="434" y="0"/>
                      <a:pt x="402" y="0"/>
                    </a:cubicBezTo>
                    <a:lnTo>
                      <a:pt x="402" y="0"/>
                    </a:lnTo>
                    <a:cubicBezTo>
                      <a:pt x="372" y="30"/>
                      <a:pt x="372" y="30"/>
                      <a:pt x="341" y="30"/>
                    </a:cubicBezTo>
                    <a:lnTo>
                      <a:pt x="341" y="30"/>
                    </a:lnTo>
                    <a:lnTo>
                      <a:pt x="341" y="30"/>
                    </a:lnTo>
                    <a:cubicBezTo>
                      <a:pt x="310" y="30"/>
                      <a:pt x="310" y="30"/>
                      <a:pt x="310" y="30"/>
                    </a:cubicBezTo>
                    <a:lnTo>
                      <a:pt x="310" y="30"/>
                    </a:lnTo>
                    <a:cubicBezTo>
                      <a:pt x="310" y="61"/>
                      <a:pt x="278" y="61"/>
                      <a:pt x="248" y="61"/>
                    </a:cubicBezTo>
                    <a:cubicBezTo>
                      <a:pt x="248" y="92"/>
                      <a:pt x="248" y="92"/>
                      <a:pt x="248" y="92"/>
                    </a:cubicBezTo>
                    <a:cubicBezTo>
                      <a:pt x="248" y="92"/>
                      <a:pt x="248" y="92"/>
                      <a:pt x="248" y="124"/>
                    </a:cubicBezTo>
                    <a:cubicBezTo>
                      <a:pt x="217" y="124"/>
                      <a:pt x="217" y="124"/>
                      <a:pt x="217" y="124"/>
                    </a:cubicBezTo>
                    <a:lnTo>
                      <a:pt x="217" y="124"/>
                    </a:lnTo>
                    <a:cubicBezTo>
                      <a:pt x="217" y="154"/>
                      <a:pt x="217" y="154"/>
                      <a:pt x="186" y="154"/>
                    </a:cubicBezTo>
                    <a:lnTo>
                      <a:pt x="186" y="154"/>
                    </a:lnTo>
                    <a:lnTo>
                      <a:pt x="186" y="154"/>
                    </a:lnTo>
                    <a:cubicBezTo>
                      <a:pt x="154" y="154"/>
                      <a:pt x="154" y="154"/>
                      <a:pt x="154" y="154"/>
                    </a:cubicBezTo>
                    <a:cubicBezTo>
                      <a:pt x="154" y="124"/>
                      <a:pt x="124" y="124"/>
                      <a:pt x="124" y="124"/>
                    </a:cubicBezTo>
                    <a:cubicBezTo>
                      <a:pt x="93" y="124"/>
                      <a:pt x="93" y="92"/>
                      <a:pt x="93" y="92"/>
                    </a:cubicBezTo>
                    <a:lnTo>
                      <a:pt x="62" y="92"/>
                    </a:lnTo>
                    <a:cubicBezTo>
                      <a:pt x="62" y="92"/>
                      <a:pt x="62" y="92"/>
                      <a:pt x="30" y="92"/>
                    </a:cubicBezTo>
                    <a:cubicBezTo>
                      <a:pt x="30" y="92"/>
                      <a:pt x="30" y="92"/>
                      <a:pt x="0" y="92"/>
                    </a:cubicBezTo>
                    <a:lnTo>
                      <a:pt x="0" y="92"/>
                    </a:lnTo>
                    <a:lnTo>
                      <a:pt x="0" y="92"/>
                    </a:lnTo>
                    <a:lnTo>
                      <a:pt x="0" y="92"/>
                    </a:lnTo>
                    <a:cubicBezTo>
                      <a:pt x="0" y="124"/>
                      <a:pt x="0" y="124"/>
                      <a:pt x="0" y="124"/>
                    </a:cubicBezTo>
                    <a:lnTo>
                      <a:pt x="0" y="124"/>
                    </a:lnTo>
                    <a:cubicBezTo>
                      <a:pt x="0" y="124"/>
                      <a:pt x="0" y="124"/>
                      <a:pt x="0" y="154"/>
                    </a:cubicBezTo>
                    <a:lnTo>
                      <a:pt x="0" y="185"/>
                    </a:lnTo>
                    <a:lnTo>
                      <a:pt x="0" y="185"/>
                    </a:lnTo>
                    <a:cubicBezTo>
                      <a:pt x="0" y="215"/>
                      <a:pt x="0" y="215"/>
                      <a:pt x="0" y="215"/>
                    </a:cubicBezTo>
                    <a:cubicBezTo>
                      <a:pt x="0" y="247"/>
                      <a:pt x="0" y="277"/>
                      <a:pt x="0" y="308"/>
                    </a:cubicBezTo>
                    <a:cubicBezTo>
                      <a:pt x="0" y="308"/>
                      <a:pt x="0" y="308"/>
                      <a:pt x="0" y="339"/>
                    </a:cubicBezTo>
                    <a:lnTo>
                      <a:pt x="30" y="339"/>
                    </a:lnTo>
                    <a:lnTo>
                      <a:pt x="30" y="339"/>
                    </a:lnTo>
                    <a:cubicBezTo>
                      <a:pt x="62" y="339"/>
                      <a:pt x="62" y="339"/>
                      <a:pt x="93" y="339"/>
                    </a:cubicBezTo>
                    <a:lnTo>
                      <a:pt x="93" y="339"/>
                    </a:lnTo>
                    <a:lnTo>
                      <a:pt x="93" y="308"/>
                    </a:lnTo>
                    <a:cubicBezTo>
                      <a:pt x="124" y="277"/>
                      <a:pt x="124" y="277"/>
                      <a:pt x="124" y="277"/>
                    </a:cubicBezTo>
                    <a:cubicBezTo>
                      <a:pt x="124" y="308"/>
                      <a:pt x="124" y="308"/>
                      <a:pt x="124" y="308"/>
                    </a:cubicBezTo>
                    <a:lnTo>
                      <a:pt x="124" y="308"/>
                    </a:lnTo>
                    <a:cubicBezTo>
                      <a:pt x="124" y="308"/>
                      <a:pt x="154" y="308"/>
                      <a:pt x="154" y="277"/>
                    </a:cubicBezTo>
                    <a:cubicBezTo>
                      <a:pt x="186" y="277"/>
                      <a:pt x="186" y="277"/>
                      <a:pt x="217" y="277"/>
                    </a:cubicBezTo>
                    <a:cubicBezTo>
                      <a:pt x="217" y="247"/>
                      <a:pt x="248" y="247"/>
                      <a:pt x="248" y="247"/>
                    </a:cubicBezTo>
                    <a:cubicBezTo>
                      <a:pt x="278" y="247"/>
                      <a:pt x="278" y="247"/>
                      <a:pt x="278" y="247"/>
                    </a:cubicBezTo>
                    <a:lnTo>
                      <a:pt x="278" y="247"/>
                    </a:lnTo>
                    <a:cubicBezTo>
                      <a:pt x="278" y="247"/>
                      <a:pt x="310" y="215"/>
                      <a:pt x="341" y="215"/>
                    </a:cubicBezTo>
                    <a:lnTo>
                      <a:pt x="372" y="185"/>
                    </a:lnTo>
                    <a:cubicBezTo>
                      <a:pt x="372" y="185"/>
                      <a:pt x="372" y="185"/>
                      <a:pt x="402" y="185"/>
                    </a:cubicBezTo>
                    <a:lnTo>
                      <a:pt x="402" y="185"/>
                    </a:lnTo>
                    <a:lnTo>
                      <a:pt x="402" y="185"/>
                    </a:lnTo>
                    <a:cubicBezTo>
                      <a:pt x="402" y="185"/>
                      <a:pt x="434" y="185"/>
                      <a:pt x="465" y="154"/>
                    </a:cubicBezTo>
                    <a:lnTo>
                      <a:pt x="465" y="154"/>
                    </a:lnTo>
                    <a:lnTo>
                      <a:pt x="465" y="154"/>
                    </a:lnTo>
                    <a:lnTo>
                      <a:pt x="465" y="124"/>
                    </a:lnTo>
                    <a:cubicBezTo>
                      <a:pt x="496" y="124"/>
                      <a:pt x="496" y="124"/>
                      <a:pt x="496" y="92"/>
                    </a:cubicBezTo>
                    <a:lnTo>
                      <a:pt x="496" y="92"/>
                    </a:lnTo>
                    <a:lnTo>
                      <a:pt x="496" y="6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89" name="Freeform 38">
                <a:extLst>
                  <a:ext uri="{FF2B5EF4-FFF2-40B4-BE49-F238E27FC236}">
                    <a16:creationId xmlns:a16="http://schemas.microsoft.com/office/drawing/2014/main" id="{441B463A-DA5F-B573-1FFE-FC7573161B13}"/>
                  </a:ext>
                </a:extLst>
              </p:cNvPr>
              <p:cNvSpPr>
                <a:spLocks noChangeArrowheads="1"/>
              </p:cNvSpPr>
              <p:nvPr/>
            </p:nvSpPr>
            <p:spPr bwMode="auto">
              <a:xfrm>
                <a:off x="3322638" y="2271713"/>
                <a:ext cx="112712" cy="88900"/>
              </a:xfrm>
              <a:custGeom>
                <a:avLst/>
                <a:gdLst>
                  <a:gd name="T0" fmla="*/ 63 w 312"/>
                  <a:gd name="T1" fmla="*/ 153 h 248"/>
                  <a:gd name="T2" fmla="*/ 63 w 312"/>
                  <a:gd name="T3" fmla="*/ 153 h 248"/>
                  <a:gd name="T4" fmla="*/ 63 w 312"/>
                  <a:gd name="T5" fmla="*/ 153 h 248"/>
                  <a:gd name="T6" fmla="*/ 63 w 312"/>
                  <a:gd name="T7" fmla="*/ 153 h 248"/>
                  <a:gd name="T8" fmla="*/ 63 w 312"/>
                  <a:gd name="T9" fmla="*/ 153 h 248"/>
                  <a:gd name="T10" fmla="*/ 93 w 312"/>
                  <a:gd name="T11" fmla="*/ 123 h 248"/>
                  <a:gd name="T12" fmla="*/ 93 w 312"/>
                  <a:gd name="T13" fmla="*/ 123 h 248"/>
                  <a:gd name="T14" fmla="*/ 124 w 312"/>
                  <a:gd name="T15" fmla="*/ 123 h 248"/>
                  <a:gd name="T16" fmla="*/ 124 w 312"/>
                  <a:gd name="T17" fmla="*/ 123 h 248"/>
                  <a:gd name="T18" fmla="*/ 124 w 312"/>
                  <a:gd name="T19" fmla="*/ 123 h 248"/>
                  <a:gd name="T20" fmla="*/ 155 w 312"/>
                  <a:gd name="T21" fmla="*/ 153 h 248"/>
                  <a:gd name="T22" fmla="*/ 187 w 312"/>
                  <a:gd name="T23" fmla="*/ 153 h 248"/>
                  <a:gd name="T24" fmla="*/ 187 w 312"/>
                  <a:gd name="T25" fmla="*/ 153 h 248"/>
                  <a:gd name="T26" fmla="*/ 217 w 312"/>
                  <a:gd name="T27" fmla="*/ 184 h 248"/>
                  <a:gd name="T28" fmla="*/ 217 w 312"/>
                  <a:gd name="T29" fmla="*/ 184 h 248"/>
                  <a:gd name="T30" fmla="*/ 217 w 312"/>
                  <a:gd name="T31" fmla="*/ 184 h 248"/>
                  <a:gd name="T32" fmla="*/ 217 w 312"/>
                  <a:gd name="T33" fmla="*/ 184 h 248"/>
                  <a:gd name="T34" fmla="*/ 217 w 312"/>
                  <a:gd name="T35" fmla="*/ 184 h 248"/>
                  <a:gd name="T36" fmla="*/ 217 w 312"/>
                  <a:gd name="T37" fmla="*/ 184 h 248"/>
                  <a:gd name="T38" fmla="*/ 187 w 312"/>
                  <a:gd name="T39" fmla="*/ 215 h 248"/>
                  <a:gd name="T40" fmla="*/ 187 w 312"/>
                  <a:gd name="T41" fmla="*/ 215 h 248"/>
                  <a:gd name="T42" fmla="*/ 187 w 312"/>
                  <a:gd name="T43" fmla="*/ 215 h 248"/>
                  <a:gd name="T44" fmla="*/ 187 w 312"/>
                  <a:gd name="T45" fmla="*/ 215 h 248"/>
                  <a:gd name="T46" fmla="*/ 248 w 312"/>
                  <a:gd name="T47" fmla="*/ 215 h 248"/>
                  <a:gd name="T48" fmla="*/ 248 w 312"/>
                  <a:gd name="T49" fmla="*/ 247 h 248"/>
                  <a:gd name="T50" fmla="*/ 279 w 312"/>
                  <a:gd name="T51" fmla="*/ 247 h 248"/>
                  <a:gd name="T52" fmla="*/ 311 w 312"/>
                  <a:gd name="T53" fmla="*/ 247 h 248"/>
                  <a:gd name="T54" fmla="*/ 279 w 312"/>
                  <a:gd name="T55" fmla="*/ 215 h 248"/>
                  <a:gd name="T56" fmla="*/ 279 w 312"/>
                  <a:gd name="T57" fmla="*/ 215 h 248"/>
                  <a:gd name="T58" fmla="*/ 248 w 312"/>
                  <a:gd name="T59" fmla="*/ 184 h 248"/>
                  <a:gd name="T60" fmla="*/ 248 w 312"/>
                  <a:gd name="T61" fmla="*/ 184 h 248"/>
                  <a:gd name="T62" fmla="*/ 248 w 312"/>
                  <a:gd name="T63" fmla="*/ 153 h 248"/>
                  <a:gd name="T64" fmla="*/ 248 w 312"/>
                  <a:gd name="T65" fmla="*/ 153 h 248"/>
                  <a:gd name="T66" fmla="*/ 248 w 312"/>
                  <a:gd name="T67" fmla="*/ 153 h 248"/>
                  <a:gd name="T68" fmla="*/ 248 w 312"/>
                  <a:gd name="T69" fmla="*/ 123 h 248"/>
                  <a:gd name="T70" fmla="*/ 248 w 312"/>
                  <a:gd name="T71" fmla="*/ 123 h 248"/>
                  <a:gd name="T72" fmla="*/ 217 w 312"/>
                  <a:gd name="T73" fmla="*/ 91 h 248"/>
                  <a:gd name="T74" fmla="*/ 187 w 312"/>
                  <a:gd name="T75" fmla="*/ 61 h 248"/>
                  <a:gd name="T76" fmla="*/ 155 w 312"/>
                  <a:gd name="T77" fmla="*/ 30 h 248"/>
                  <a:gd name="T78" fmla="*/ 155 w 312"/>
                  <a:gd name="T79" fmla="*/ 30 h 248"/>
                  <a:gd name="T80" fmla="*/ 155 w 312"/>
                  <a:gd name="T81" fmla="*/ 30 h 248"/>
                  <a:gd name="T82" fmla="*/ 124 w 312"/>
                  <a:gd name="T83" fmla="*/ 0 h 248"/>
                  <a:gd name="T84" fmla="*/ 124 w 312"/>
                  <a:gd name="T85" fmla="*/ 30 h 248"/>
                  <a:gd name="T86" fmla="*/ 63 w 312"/>
                  <a:gd name="T87" fmla="*/ 30 h 248"/>
                  <a:gd name="T88" fmla="*/ 63 w 312"/>
                  <a:gd name="T89" fmla="*/ 30 h 248"/>
                  <a:gd name="T90" fmla="*/ 31 w 312"/>
                  <a:gd name="T91" fmla="*/ 61 h 248"/>
                  <a:gd name="T92" fmla="*/ 31 w 312"/>
                  <a:gd name="T93" fmla="*/ 61 h 248"/>
                  <a:gd name="T94" fmla="*/ 0 w 312"/>
                  <a:gd name="T95" fmla="*/ 123 h 248"/>
                  <a:gd name="T96" fmla="*/ 31 w 312"/>
                  <a:gd name="T97" fmla="*/ 123 h 248"/>
                  <a:gd name="T98" fmla="*/ 31 w 312"/>
                  <a:gd name="T99" fmla="*/ 123 h 248"/>
                  <a:gd name="T100" fmla="*/ 63 w 312"/>
                  <a:gd name="T101" fmla="*/ 153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12" h="248">
                    <a:moveTo>
                      <a:pt x="63" y="153"/>
                    </a:moveTo>
                    <a:lnTo>
                      <a:pt x="63" y="153"/>
                    </a:lnTo>
                    <a:lnTo>
                      <a:pt x="63" y="153"/>
                    </a:lnTo>
                    <a:lnTo>
                      <a:pt x="63" y="153"/>
                    </a:lnTo>
                    <a:lnTo>
                      <a:pt x="63" y="153"/>
                    </a:lnTo>
                    <a:cubicBezTo>
                      <a:pt x="93" y="153"/>
                      <a:pt x="93" y="123"/>
                      <a:pt x="93" y="123"/>
                    </a:cubicBezTo>
                    <a:lnTo>
                      <a:pt x="93" y="123"/>
                    </a:lnTo>
                    <a:lnTo>
                      <a:pt x="124" y="123"/>
                    </a:lnTo>
                    <a:lnTo>
                      <a:pt x="124" y="123"/>
                    </a:lnTo>
                    <a:lnTo>
                      <a:pt x="124" y="123"/>
                    </a:lnTo>
                    <a:cubicBezTo>
                      <a:pt x="155" y="123"/>
                      <a:pt x="155" y="153"/>
                      <a:pt x="155" y="153"/>
                    </a:cubicBezTo>
                    <a:cubicBezTo>
                      <a:pt x="187" y="153"/>
                      <a:pt x="187" y="153"/>
                      <a:pt x="187" y="153"/>
                    </a:cubicBezTo>
                    <a:lnTo>
                      <a:pt x="187" y="153"/>
                    </a:lnTo>
                    <a:cubicBezTo>
                      <a:pt x="187" y="153"/>
                      <a:pt x="187" y="184"/>
                      <a:pt x="217" y="184"/>
                    </a:cubicBezTo>
                    <a:lnTo>
                      <a:pt x="217" y="184"/>
                    </a:lnTo>
                    <a:lnTo>
                      <a:pt x="217" y="184"/>
                    </a:lnTo>
                    <a:lnTo>
                      <a:pt x="217" y="184"/>
                    </a:lnTo>
                    <a:lnTo>
                      <a:pt x="217" y="184"/>
                    </a:lnTo>
                    <a:lnTo>
                      <a:pt x="217" y="184"/>
                    </a:lnTo>
                    <a:cubicBezTo>
                      <a:pt x="217" y="184"/>
                      <a:pt x="217" y="215"/>
                      <a:pt x="187" y="215"/>
                    </a:cubicBezTo>
                    <a:lnTo>
                      <a:pt x="187" y="215"/>
                    </a:lnTo>
                    <a:lnTo>
                      <a:pt x="187" y="215"/>
                    </a:lnTo>
                    <a:lnTo>
                      <a:pt x="187" y="215"/>
                    </a:lnTo>
                    <a:cubicBezTo>
                      <a:pt x="217" y="215"/>
                      <a:pt x="217" y="215"/>
                      <a:pt x="248" y="215"/>
                    </a:cubicBezTo>
                    <a:cubicBezTo>
                      <a:pt x="248" y="247"/>
                      <a:pt x="248" y="247"/>
                      <a:pt x="248" y="247"/>
                    </a:cubicBezTo>
                    <a:lnTo>
                      <a:pt x="279" y="247"/>
                    </a:lnTo>
                    <a:cubicBezTo>
                      <a:pt x="279" y="247"/>
                      <a:pt x="279" y="247"/>
                      <a:pt x="311" y="247"/>
                    </a:cubicBezTo>
                    <a:cubicBezTo>
                      <a:pt x="279" y="247"/>
                      <a:pt x="279" y="247"/>
                      <a:pt x="279" y="215"/>
                    </a:cubicBezTo>
                    <a:lnTo>
                      <a:pt x="279" y="215"/>
                    </a:lnTo>
                    <a:cubicBezTo>
                      <a:pt x="279" y="215"/>
                      <a:pt x="248" y="215"/>
                      <a:pt x="248" y="184"/>
                    </a:cubicBezTo>
                    <a:lnTo>
                      <a:pt x="248" y="184"/>
                    </a:lnTo>
                    <a:lnTo>
                      <a:pt x="248" y="153"/>
                    </a:lnTo>
                    <a:lnTo>
                      <a:pt x="248" y="153"/>
                    </a:lnTo>
                    <a:lnTo>
                      <a:pt x="248" y="153"/>
                    </a:lnTo>
                    <a:lnTo>
                      <a:pt x="248" y="123"/>
                    </a:lnTo>
                    <a:lnTo>
                      <a:pt x="248" y="123"/>
                    </a:lnTo>
                    <a:cubicBezTo>
                      <a:pt x="248" y="123"/>
                      <a:pt x="217" y="123"/>
                      <a:pt x="217" y="91"/>
                    </a:cubicBezTo>
                    <a:lnTo>
                      <a:pt x="187" y="61"/>
                    </a:lnTo>
                    <a:cubicBezTo>
                      <a:pt x="187" y="61"/>
                      <a:pt x="187" y="61"/>
                      <a:pt x="155" y="30"/>
                    </a:cubicBezTo>
                    <a:lnTo>
                      <a:pt x="155" y="30"/>
                    </a:lnTo>
                    <a:lnTo>
                      <a:pt x="155" y="30"/>
                    </a:lnTo>
                    <a:lnTo>
                      <a:pt x="124" y="0"/>
                    </a:lnTo>
                    <a:cubicBezTo>
                      <a:pt x="124" y="0"/>
                      <a:pt x="124" y="0"/>
                      <a:pt x="124" y="30"/>
                    </a:cubicBezTo>
                    <a:cubicBezTo>
                      <a:pt x="93" y="30"/>
                      <a:pt x="93" y="30"/>
                      <a:pt x="63" y="30"/>
                    </a:cubicBezTo>
                    <a:lnTo>
                      <a:pt x="63" y="30"/>
                    </a:lnTo>
                    <a:lnTo>
                      <a:pt x="31" y="61"/>
                    </a:lnTo>
                    <a:lnTo>
                      <a:pt x="31" y="61"/>
                    </a:lnTo>
                    <a:cubicBezTo>
                      <a:pt x="31" y="91"/>
                      <a:pt x="31" y="91"/>
                      <a:pt x="0" y="123"/>
                    </a:cubicBezTo>
                    <a:cubicBezTo>
                      <a:pt x="31" y="123"/>
                      <a:pt x="31" y="123"/>
                      <a:pt x="31" y="123"/>
                    </a:cubicBezTo>
                    <a:lnTo>
                      <a:pt x="31" y="123"/>
                    </a:lnTo>
                    <a:cubicBezTo>
                      <a:pt x="31" y="123"/>
                      <a:pt x="31" y="153"/>
                      <a:pt x="63" y="15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90" name="Freeform 39">
                <a:extLst>
                  <a:ext uri="{FF2B5EF4-FFF2-40B4-BE49-F238E27FC236}">
                    <a16:creationId xmlns:a16="http://schemas.microsoft.com/office/drawing/2014/main" id="{41E0CB0C-B795-8BDA-B7A4-6B2127114A23}"/>
                  </a:ext>
                </a:extLst>
              </p:cNvPr>
              <p:cNvSpPr>
                <a:spLocks noChangeArrowheads="1"/>
              </p:cNvSpPr>
              <p:nvPr/>
            </p:nvSpPr>
            <p:spPr bwMode="auto">
              <a:xfrm>
                <a:off x="3411538" y="2427288"/>
                <a:ext cx="33337" cy="55562"/>
              </a:xfrm>
              <a:custGeom>
                <a:avLst/>
                <a:gdLst>
                  <a:gd name="T0" fmla="*/ 93 w 94"/>
                  <a:gd name="T1" fmla="*/ 93 h 156"/>
                  <a:gd name="T2" fmla="*/ 93 w 94"/>
                  <a:gd name="T3" fmla="*/ 93 h 156"/>
                  <a:gd name="T4" fmla="*/ 93 w 94"/>
                  <a:gd name="T5" fmla="*/ 93 h 156"/>
                  <a:gd name="T6" fmla="*/ 93 w 94"/>
                  <a:gd name="T7" fmla="*/ 63 h 156"/>
                  <a:gd name="T8" fmla="*/ 93 w 94"/>
                  <a:gd name="T9" fmla="*/ 63 h 156"/>
                  <a:gd name="T10" fmla="*/ 63 w 94"/>
                  <a:gd name="T11" fmla="*/ 0 h 156"/>
                  <a:gd name="T12" fmla="*/ 63 w 94"/>
                  <a:gd name="T13" fmla="*/ 0 h 156"/>
                  <a:gd name="T14" fmla="*/ 63 w 94"/>
                  <a:gd name="T15" fmla="*/ 0 h 156"/>
                  <a:gd name="T16" fmla="*/ 63 w 94"/>
                  <a:gd name="T17" fmla="*/ 0 h 156"/>
                  <a:gd name="T18" fmla="*/ 31 w 94"/>
                  <a:gd name="T19" fmla="*/ 31 h 156"/>
                  <a:gd name="T20" fmla="*/ 0 w 94"/>
                  <a:gd name="T21" fmla="*/ 63 h 156"/>
                  <a:gd name="T22" fmla="*/ 0 w 94"/>
                  <a:gd name="T23" fmla="*/ 63 h 156"/>
                  <a:gd name="T24" fmla="*/ 0 w 94"/>
                  <a:gd name="T25" fmla="*/ 93 h 156"/>
                  <a:gd name="T26" fmla="*/ 0 w 94"/>
                  <a:gd name="T27" fmla="*/ 93 h 156"/>
                  <a:gd name="T28" fmla="*/ 0 w 94"/>
                  <a:gd name="T29" fmla="*/ 93 h 156"/>
                  <a:gd name="T30" fmla="*/ 31 w 94"/>
                  <a:gd name="T31" fmla="*/ 124 h 156"/>
                  <a:gd name="T32" fmla="*/ 31 w 94"/>
                  <a:gd name="T33" fmla="*/ 124 h 156"/>
                  <a:gd name="T34" fmla="*/ 31 w 94"/>
                  <a:gd name="T35" fmla="*/ 155 h 156"/>
                  <a:gd name="T36" fmla="*/ 93 w 94"/>
                  <a:gd name="T37" fmla="*/ 124 h 156"/>
                  <a:gd name="T38" fmla="*/ 93 w 94"/>
                  <a:gd name="T39" fmla="*/ 93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4" h="156">
                    <a:moveTo>
                      <a:pt x="93" y="93"/>
                    </a:moveTo>
                    <a:lnTo>
                      <a:pt x="93" y="93"/>
                    </a:lnTo>
                    <a:lnTo>
                      <a:pt x="93" y="93"/>
                    </a:lnTo>
                    <a:cubicBezTo>
                      <a:pt x="93" y="63"/>
                      <a:pt x="93" y="63"/>
                      <a:pt x="93" y="63"/>
                    </a:cubicBezTo>
                    <a:lnTo>
                      <a:pt x="93" y="63"/>
                    </a:lnTo>
                    <a:cubicBezTo>
                      <a:pt x="93" y="63"/>
                      <a:pt x="63" y="31"/>
                      <a:pt x="63" y="0"/>
                    </a:cubicBezTo>
                    <a:lnTo>
                      <a:pt x="63" y="0"/>
                    </a:lnTo>
                    <a:lnTo>
                      <a:pt x="63" y="0"/>
                    </a:lnTo>
                    <a:lnTo>
                      <a:pt x="63" y="0"/>
                    </a:lnTo>
                    <a:cubicBezTo>
                      <a:pt x="31" y="0"/>
                      <a:pt x="31" y="31"/>
                      <a:pt x="31" y="31"/>
                    </a:cubicBezTo>
                    <a:cubicBezTo>
                      <a:pt x="31" y="31"/>
                      <a:pt x="0" y="31"/>
                      <a:pt x="0" y="63"/>
                    </a:cubicBezTo>
                    <a:lnTo>
                      <a:pt x="0" y="63"/>
                    </a:lnTo>
                    <a:cubicBezTo>
                      <a:pt x="0" y="63"/>
                      <a:pt x="0" y="63"/>
                      <a:pt x="0" y="93"/>
                    </a:cubicBezTo>
                    <a:lnTo>
                      <a:pt x="0" y="93"/>
                    </a:lnTo>
                    <a:lnTo>
                      <a:pt x="0" y="93"/>
                    </a:lnTo>
                    <a:lnTo>
                      <a:pt x="31" y="124"/>
                    </a:lnTo>
                    <a:lnTo>
                      <a:pt x="31" y="124"/>
                    </a:lnTo>
                    <a:cubicBezTo>
                      <a:pt x="31" y="124"/>
                      <a:pt x="31" y="124"/>
                      <a:pt x="31" y="155"/>
                    </a:cubicBezTo>
                    <a:cubicBezTo>
                      <a:pt x="63" y="124"/>
                      <a:pt x="63" y="124"/>
                      <a:pt x="93" y="124"/>
                    </a:cubicBezTo>
                    <a:lnTo>
                      <a:pt x="93" y="9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91" name="Freeform 40">
                <a:extLst>
                  <a:ext uri="{FF2B5EF4-FFF2-40B4-BE49-F238E27FC236}">
                    <a16:creationId xmlns:a16="http://schemas.microsoft.com/office/drawing/2014/main" id="{D5349856-81E9-A3A8-29AD-87EAA2DCFEED}"/>
                  </a:ext>
                </a:extLst>
              </p:cNvPr>
              <p:cNvSpPr>
                <a:spLocks noChangeArrowheads="1"/>
              </p:cNvSpPr>
              <p:nvPr/>
            </p:nvSpPr>
            <p:spPr bwMode="auto">
              <a:xfrm>
                <a:off x="3378200" y="2371725"/>
                <a:ext cx="123825" cy="100013"/>
              </a:xfrm>
              <a:custGeom>
                <a:avLst/>
                <a:gdLst>
                  <a:gd name="T0" fmla="*/ 93 w 342"/>
                  <a:gd name="T1" fmla="*/ 124 h 280"/>
                  <a:gd name="T2" fmla="*/ 124 w 342"/>
                  <a:gd name="T3" fmla="*/ 94 h 280"/>
                  <a:gd name="T4" fmla="*/ 156 w 342"/>
                  <a:gd name="T5" fmla="*/ 94 h 280"/>
                  <a:gd name="T6" fmla="*/ 217 w 342"/>
                  <a:gd name="T7" fmla="*/ 155 h 280"/>
                  <a:gd name="T8" fmla="*/ 248 w 342"/>
                  <a:gd name="T9" fmla="*/ 186 h 280"/>
                  <a:gd name="T10" fmla="*/ 280 w 342"/>
                  <a:gd name="T11" fmla="*/ 218 h 280"/>
                  <a:gd name="T12" fmla="*/ 280 w 342"/>
                  <a:gd name="T13" fmla="*/ 248 h 280"/>
                  <a:gd name="T14" fmla="*/ 310 w 342"/>
                  <a:gd name="T15" fmla="*/ 248 h 280"/>
                  <a:gd name="T16" fmla="*/ 310 w 342"/>
                  <a:gd name="T17" fmla="*/ 248 h 280"/>
                  <a:gd name="T18" fmla="*/ 310 w 342"/>
                  <a:gd name="T19" fmla="*/ 248 h 280"/>
                  <a:gd name="T20" fmla="*/ 310 w 342"/>
                  <a:gd name="T21" fmla="*/ 218 h 280"/>
                  <a:gd name="T22" fmla="*/ 341 w 342"/>
                  <a:gd name="T23" fmla="*/ 186 h 280"/>
                  <a:gd name="T24" fmla="*/ 310 w 342"/>
                  <a:gd name="T25" fmla="*/ 155 h 280"/>
                  <a:gd name="T26" fmla="*/ 310 w 342"/>
                  <a:gd name="T27" fmla="*/ 124 h 280"/>
                  <a:gd name="T28" fmla="*/ 310 w 342"/>
                  <a:gd name="T29" fmla="*/ 94 h 280"/>
                  <a:gd name="T30" fmla="*/ 310 w 342"/>
                  <a:gd name="T31" fmla="*/ 62 h 280"/>
                  <a:gd name="T32" fmla="*/ 310 w 342"/>
                  <a:gd name="T33" fmla="*/ 62 h 280"/>
                  <a:gd name="T34" fmla="*/ 280 w 342"/>
                  <a:gd name="T35" fmla="*/ 31 h 280"/>
                  <a:gd name="T36" fmla="*/ 280 w 342"/>
                  <a:gd name="T37" fmla="*/ 31 h 280"/>
                  <a:gd name="T38" fmla="*/ 217 w 342"/>
                  <a:gd name="T39" fmla="*/ 31 h 280"/>
                  <a:gd name="T40" fmla="*/ 217 w 342"/>
                  <a:gd name="T41" fmla="*/ 31 h 280"/>
                  <a:gd name="T42" fmla="*/ 186 w 342"/>
                  <a:gd name="T43" fmla="*/ 31 h 280"/>
                  <a:gd name="T44" fmla="*/ 186 w 342"/>
                  <a:gd name="T45" fmla="*/ 31 h 280"/>
                  <a:gd name="T46" fmla="*/ 156 w 342"/>
                  <a:gd name="T47" fmla="*/ 31 h 280"/>
                  <a:gd name="T48" fmla="*/ 124 w 342"/>
                  <a:gd name="T49" fmla="*/ 31 h 280"/>
                  <a:gd name="T50" fmla="*/ 62 w 342"/>
                  <a:gd name="T51" fmla="*/ 0 h 280"/>
                  <a:gd name="T52" fmla="*/ 62 w 342"/>
                  <a:gd name="T53" fmla="*/ 0 h 280"/>
                  <a:gd name="T54" fmla="*/ 62 w 342"/>
                  <a:gd name="T55" fmla="*/ 31 h 280"/>
                  <a:gd name="T56" fmla="*/ 62 w 342"/>
                  <a:gd name="T57" fmla="*/ 31 h 280"/>
                  <a:gd name="T58" fmla="*/ 32 w 342"/>
                  <a:gd name="T59" fmla="*/ 62 h 280"/>
                  <a:gd name="T60" fmla="*/ 0 w 342"/>
                  <a:gd name="T61" fmla="*/ 62 h 280"/>
                  <a:gd name="T62" fmla="*/ 0 w 342"/>
                  <a:gd name="T63" fmla="*/ 62 h 280"/>
                  <a:gd name="T64" fmla="*/ 62 w 342"/>
                  <a:gd name="T65" fmla="*/ 124 h 280"/>
                  <a:gd name="T66" fmla="*/ 62 w 342"/>
                  <a:gd name="T67" fmla="*/ 124 h 280"/>
                  <a:gd name="T68" fmla="*/ 62 w 342"/>
                  <a:gd name="T69" fmla="*/ 155 h 280"/>
                  <a:gd name="T70" fmla="*/ 62 w 342"/>
                  <a:gd name="T71" fmla="*/ 155 h 280"/>
                  <a:gd name="T72" fmla="*/ 93 w 342"/>
                  <a:gd name="T73" fmla="*/ 124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2" h="280">
                    <a:moveTo>
                      <a:pt x="93" y="124"/>
                    </a:moveTo>
                    <a:lnTo>
                      <a:pt x="93" y="124"/>
                    </a:lnTo>
                    <a:cubicBezTo>
                      <a:pt x="93" y="124"/>
                      <a:pt x="93" y="124"/>
                      <a:pt x="124" y="124"/>
                    </a:cubicBezTo>
                    <a:lnTo>
                      <a:pt x="124" y="94"/>
                    </a:lnTo>
                    <a:cubicBezTo>
                      <a:pt x="124" y="94"/>
                      <a:pt x="124" y="94"/>
                      <a:pt x="156" y="94"/>
                    </a:cubicBezTo>
                    <a:lnTo>
                      <a:pt x="156" y="94"/>
                    </a:lnTo>
                    <a:cubicBezTo>
                      <a:pt x="186" y="94"/>
                      <a:pt x="186" y="124"/>
                      <a:pt x="217" y="124"/>
                    </a:cubicBezTo>
                    <a:cubicBezTo>
                      <a:pt x="217" y="155"/>
                      <a:pt x="217" y="155"/>
                      <a:pt x="217" y="155"/>
                    </a:cubicBezTo>
                    <a:cubicBezTo>
                      <a:pt x="217" y="155"/>
                      <a:pt x="217" y="186"/>
                      <a:pt x="217" y="218"/>
                    </a:cubicBezTo>
                    <a:cubicBezTo>
                      <a:pt x="248" y="186"/>
                      <a:pt x="248" y="186"/>
                      <a:pt x="248" y="186"/>
                    </a:cubicBezTo>
                    <a:lnTo>
                      <a:pt x="280" y="218"/>
                    </a:lnTo>
                    <a:lnTo>
                      <a:pt x="280" y="218"/>
                    </a:lnTo>
                    <a:lnTo>
                      <a:pt x="280" y="248"/>
                    </a:lnTo>
                    <a:lnTo>
                      <a:pt x="280" y="248"/>
                    </a:lnTo>
                    <a:lnTo>
                      <a:pt x="280" y="279"/>
                    </a:lnTo>
                    <a:cubicBezTo>
                      <a:pt x="310" y="248"/>
                      <a:pt x="310" y="248"/>
                      <a:pt x="310" y="248"/>
                    </a:cubicBezTo>
                    <a:lnTo>
                      <a:pt x="310" y="248"/>
                    </a:lnTo>
                    <a:lnTo>
                      <a:pt x="310" y="248"/>
                    </a:lnTo>
                    <a:lnTo>
                      <a:pt x="310" y="248"/>
                    </a:lnTo>
                    <a:lnTo>
                      <a:pt x="310" y="248"/>
                    </a:lnTo>
                    <a:cubicBezTo>
                      <a:pt x="310" y="248"/>
                      <a:pt x="310" y="248"/>
                      <a:pt x="310" y="218"/>
                    </a:cubicBezTo>
                    <a:lnTo>
                      <a:pt x="310" y="218"/>
                    </a:lnTo>
                    <a:cubicBezTo>
                      <a:pt x="310" y="218"/>
                      <a:pt x="310" y="218"/>
                      <a:pt x="341" y="218"/>
                    </a:cubicBezTo>
                    <a:cubicBezTo>
                      <a:pt x="341" y="218"/>
                      <a:pt x="341" y="218"/>
                      <a:pt x="341" y="186"/>
                    </a:cubicBezTo>
                    <a:lnTo>
                      <a:pt x="341" y="186"/>
                    </a:lnTo>
                    <a:cubicBezTo>
                      <a:pt x="310" y="186"/>
                      <a:pt x="310" y="155"/>
                      <a:pt x="310" y="155"/>
                    </a:cubicBezTo>
                    <a:lnTo>
                      <a:pt x="310" y="124"/>
                    </a:lnTo>
                    <a:lnTo>
                      <a:pt x="310" y="124"/>
                    </a:lnTo>
                    <a:cubicBezTo>
                      <a:pt x="310" y="94"/>
                      <a:pt x="310" y="94"/>
                      <a:pt x="310" y="94"/>
                    </a:cubicBezTo>
                    <a:lnTo>
                      <a:pt x="310" y="94"/>
                    </a:lnTo>
                    <a:lnTo>
                      <a:pt x="310" y="62"/>
                    </a:lnTo>
                    <a:lnTo>
                      <a:pt x="310" y="62"/>
                    </a:lnTo>
                    <a:lnTo>
                      <a:pt x="310" y="62"/>
                    </a:lnTo>
                    <a:lnTo>
                      <a:pt x="310" y="62"/>
                    </a:lnTo>
                    <a:cubicBezTo>
                      <a:pt x="280" y="31"/>
                      <a:pt x="280" y="31"/>
                      <a:pt x="280" y="0"/>
                    </a:cubicBezTo>
                    <a:cubicBezTo>
                      <a:pt x="280" y="31"/>
                      <a:pt x="280" y="31"/>
                      <a:pt x="280" y="31"/>
                    </a:cubicBezTo>
                    <a:lnTo>
                      <a:pt x="280" y="31"/>
                    </a:lnTo>
                    <a:lnTo>
                      <a:pt x="280" y="31"/>
                    </a:lnTo>
                    <a:cubicBezTo>
                      <a:pt x="248" y="31"/>
                      <a:pt x="248" y="31"/>
                      <a:pt x="248" y="31"/>
                    </a:cubicBezTo>
                    <a:cubicBezTo>
                      <a:pt x="217" y="31"/>
                      <a:pt x="217" y="31"/>
                      <a:pt x="217" y="31"/>
                    </a:cubicBezTo>
                    <a:lnTo>
                      <a:pt x="217" y="31"/>
                    </a:lnTo>
                    <a:lnTo>
                      <a:pt x="217" y="31"/>
                    </a:lnTo>
                    <a:cubicBezTo>
                      <a:pt x="217" y="31"/>
                      <a:pt x="217" y="31"/>
                      <a:pt x="186" y="31"/>
                    </a:cubicBezTo>
                    <a:lnTo>
                      <a:pt x="186" y="31"/>
                    </a:lnTo>
                    <a:lnTo>
                      <a:pt x="186" y="31"/>
                    </a:lnTo>
                    <a:lnTo>
                      <a:pt x="186" y="31"/>
                    </a:lnTo>
                    <a:cubicBezTo>
                      <a:pt x="186" y="31"/>
                      <a:pt x="186" y="31"/>
                      <a:pt x="156" y="31"/>
                    </a:cubicBezTo>
                    <a:lnTo>
                      <a:pt x="156" y="31"/>
                    </a:lnTo>
                    <a:cubicBezTo>
                      <a:pt x="156" y="31"/>
                      <a:pt x="156" y="31"/>
                      <a:pt x="124" y="31"/>
                    </a:cubicBezTo>
                    <a:lnTo>
                      <a:pt x="124" y="31"/>
                    </a:lnTo>
                    <a:cubicBezTo>
                      <a:pt x="124" y="31"/>
                      <a:pt x="93" y="31"/>
                      <a:pt x="93" y="0"/>
                    </a:cubicBezTo>
                    <a:cubicBezTo>
                      <a:pt x="93" y="0"/>
                      <a:pt x="93" y="0"/>
                      <a:pt x="62" y="0"/>
                    </a:cubicBezTo>
                    <a:lnTo>
                      <a:pt x="62" y="0"/>
                    </a:lnTo>
                    <a:lnTo>
                      <a:pt x="62" y="0"/>
                    </a:lnTo>
                    <a:lnTo>
                      <a:pt x="62" y="0"/>
                    </a:lnTo>
                    <a:cubicBezTo>
                      <a:pt x="62" y="0"/>
                      <a:pt x="62" y="0"/>
                      <a:pt x="62" y="31"/>
                    </a:cubicBezTo>
                    <a:lnTo>
                      <a:pt x="62" y="31"/>
                    </a:lnTo>
                    <a:lnTo>
                      <a:pt x="62" y="31"/>
                    </a:lnTo>
                    <a:cubicBezTo>
                      <a:pt x="62" y="62"/>
                      <a:pt x="32" y="62"/>
                      <a:pt x="32" y="62"/>
                    </a:cubicBezTo>
                    <a:lnTo>
                      <a:pt x="32" y="62"/>
                    </a:lnTo>
                    <a:lnTo>
                      <a:pt x="0" y="62"/>
                    </a:lnTo>
                    <a:lnTo>
                      <a:pt x="0" y="62"/>
                    </a:lnTo>
                    <a:lnTo>
                      <a:pt x="0" y="62"/>
                    </a:lnTo>
                    <a:lnTo>
                      <a:pt x="0" y="62"/>
                    </a:lnTo>
                    <a:lnTo>
                      <a:pt x="0" y="62"/>
                    </a:lnTo>
                    <a:cubicBezTo>
                      <a:pt x="32" y="94"/>
                      <a:pt x="32" y="94"/>
                      <a:pt x="62" y="124"/>
                    </a:cubicBezTo>
                    <a:lnTo>
                      <a:pt x="62" y="124"/>
                    </a:lnTo>
                    <a:lnTo>
                      <a:pt x="62" y="124"/>
                    </a:lnTo>
                    <a:cubicBezTo>
                      <a:pt x="62" y="155"/>
                      <a:pt x="62" y="155"/>
                      <a:pt x="62" y="155"/>
                    </a:cubicBezTo>
                    <a:lnTo>
                      <a:pt x="62" y="155"/>
                    </a:lnTo>
                    <a:lnTo>
                      <a:pt x="62" y="155"/>
                    </a:lnTo>
                    <a:lnTo>
                      <a:pt x="62" y="155"/>
                    </a:lnTo>
                    <a:lnTo>
                      <a:pt x="62" y="124"/>
                    </a:lnTo>
                    <a:lnTo>
                      <a:pt x="93" y="12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92" name="Freeform 41">
                <a:extLst>
                  <a:ext uri="{FF2B5EF4-FFF2-40B4-BE49-F238E27FC236}">
                    <a16:creationId xmlns:a16="http://schemas.microsoft.com/office/drawing/2014/main" id="{AF4F6C42-B83D-935F-69D7-132E16BE7AD5}"/>
                  </a:ext>
                </a:extLst>
              </p:cNvPr>
              <p:cNvSpPr>
                <a:spLocks noChangeArrowheads="1"/>
              </p:cNvSpPr>
              <p:nvPr/>
            </p:nvSpPr>
            <p:spPr bwMode="auto">
              <a:xfrm>
                <a:off x="3344863" y="2371725"/>
                <a:ext cx="33337" cy="11113"/>
              </a:xfrm>
              <a:custGeom>
                <a:avLst/>
                <a:gdLst>
                  <a:gd name="T0" fmla="*/ 92 w 93"/>
                  <a:gd name="T1" fmla="*/ 0 h 32"/>
                  <a:gd name="T2" fmla="*/ 92 w 93"/>
                  <a:gd name="T3" fmla="*/ 0 h 32"/>
                  <a:gd name="T4" fmla="*/ 92 w 93"/>
                  <a:gd name="T5" fmla="*/ 0 h 32"/>
                  <a:gd name="T6" fmla="*/ 92 w 93"/>
                  <a:gd name="T7" fmla="*/ 0 h 32"/>
                  <a:gd name="T8" fmla="*/ 30 w 93"/>
                  <a:gd name="T9" fmla="*/ 0 h 32"/>
                  <a:gd name="T10" fmla="*/ 0 w 93"/>
                  <a:gd name="T11" fmla="*/ 0 h 32"/>
                  <a:gd name="T12" fmla="*/ 30 w 93"/>
                  <a:gd name="T13" fmla="*/ 0 h 32"/>
                  <a:gd name="T14" fmla="*/ 30 w 93"/>
                  <a:gd name="T15" fmla="*/ 31 h 32"/>
                  <a:gd name="T16" fmla="*/ 30 w 93"/>
                  <a:gd name="T17" fmla="*/ 31 h 32"/>
                  <a:gd name="T18" fmla="*/ 61 w 93"/>
                  <a:gd name="T19" fmla="*/ 31 h 32"/>
                  <a:gd name="T20" fmla="*/ 61 w 93"/>
                  <a:gd name="T21" fmla="*/ 31 h 32"/>
                  <a:gd name="T22" fmla="*/ 92 w 93"/>
                  <a:gd name="T2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 h="32">
                    <a:moveTo>
                      <a:pt x="92" y="0"/>
                    </a:moveTo>
                    <a:lnTo>
                      <a:pt x="92" y="0"/>
                    </a:lnTo>
                    <a:lnTo>
                      <a:pt x="92" y="0"/>
                    </a:lnTo>
                    <a:lnTo>
                      <a:pt x="92" y="0"/>
                    </a:lnTo>
                    <a:cubicBezTo>
                      <a:pt x="61" y="0"/>
                      <a:pt x="30" y="0"/>
                      <a:pt x="30" y="0"/>
                    </a:cubicBezTo>
                    <a:lnTo>
                      <a:pt x="0" y="0"/>
                    </a:lnTo>
                    <a:lnTo>
                      <a:pt x="30" y="0"/>
                    </a:lnTo>
                    <a:lnTo>
                      <a:pt x="30" y="31"/>
                    </a:lnTo>
                    <a:lnTo>
                      <a:pt x="30" y="31"/>
                    </a:lnTo>
                    <a:cubicBezTo>
                      <a:pt x="61" y="31"/>
                      <a:pt x="61" y="31"/>
                      <a:pt x="61" y="31"/>
                    </a:cubicBezTo>
                    <a:lnTo>
                      <a:pt x="61" y="31"/>
                    </a:lnTo>
                    <a:cubicBezTo>
                      <a:pt x="61" y="0"/>
                      <a:pt x="92" y="0"/>
                      <a:pt x="9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93" name="Freeform 42">
                <a:extLst>
                  <a:ext uri="{FF2B5EF4-FFF2-40B4-BE49-F238E27FC236}">
                    <a16:creationId xmlns:a16="http://schemas.microsoft.com/office/drawing/2014/main" id="{5526604B-B4BC-E2AA-BC91-A6857C40B33D}"/>
                  </a:ext>
                </a:extLst>
              </p:cNvPr>
              <p:cNvSpPr>
                <a:spLocks noChangeArrowheads="1"/>
              </p:cNvSpPr>
              <p:nvPr/>
            </p:nvSpPr>
            <p:spPr bwMode="auto">
              <a:xfrm>
                <a:off x="3602038" y="2405063"/>
                <a:ext cx="66675" cy="133350"/>
              </a:xfrm>
              <a:custGeom>
                <a:avLst/>
                <a:gdLst>
                  <a:gd name="T0" fmla="*/ 186 w 187"/>
                  <a:gd name="T1" fmla="*/ 248 h 372"/>
                  <a:gd name="T2" fmla="*/ 186 w 187"/>
                  <a:gd name="T3" fmla="*/ 248 h 372"/>
                  <a:gd name="T4" fmla="*/ 186 w 187"/>
                  <a:gd name="T5" fmla="*/ 248 h 372"/>
                  <a:gd name="T6" fmla="*/ 186 w 187"/>
                  <a:gd name="T7" fmla="*/ 216 h 372"/>
                  <a:gd name="T8" fmla="*/ 186 w 187"/>
                  <a:gd name="T9" fmla="*/ 216 h 372"/>
                  <a:gd name="T10" fmla="*/ 186 w 187"/>
                  <a:gd name="T11" fmla="*/ 185 h 372"/>
                  <a:gd name="T12" fmla="*/ 186 w 187"/>
                  <a:gd name="T13" fmla="*/ 185 h 372"/>
                  <a:gd name="T14" fmla="*/ 186 w 187"/>
                  <a:gd name="T15" fmla="*/ 154 h 372"/>
                  <a:gd name="T16" fmla="*/ 186 w 187"/>
                  <a:gd name="T17" fmla="*/ 154 h 372"/>
                  <a:gd name="T18" fmla="*/ 186 w 187"/>
                  <a:gd name="T19" fmla="*/ 92 h 372"/>
                  <a:gd name="T20" fmla="*/ 156 w 187"/>
                  <a:gd name="T21" fmla="*/ 92 h 372"/>
                  <a:gd name="T22" fmla="*/ 156 w 187"/>
                  <a:gd name="T23" fmla="*/ 92 h 372"/>
                  <a:gd name="T24" fmla="*/ 156 w 187"/>
                  <a:gd name="T25" fmla="*/ 61 h 372"/>
                  <a:gd name="T26" fmla="*/ 156 w 187"/>
                  <a:gd name="T27" fmla="*/ 30 h 372"/>
                  <a:gd name="T28" fmla="*/ 156 w 187"/>
                  <a:gd name="T29" fmla="*/ 0 h 372"/>
                  <a:gd name="T30" fmla="*/ 62 w 187"/>
                  <a:gd name="T31" fmla="*/ 0 h 372"/>
                  <a:gd name="T32" fmla="*/ 32 w 187"/>
                  <a:gd name="T33" fmla="*/ 0 h 372"/>
                  <a:gd name="T34" fmla="*/ 62 w 187"/>
                  <a:gd name="T35" fmla="*/ 30 h 372"/>
                  <a:gd name="T36" fmla="*/ 62 w 187"/>
                  <a:gd name="T37" fmla="*/ 30 h 372"/>
                  <a:gd name="T38" fmla="*/ 62 w 187"/>
                  <a:gd name="T39" fmla="*/ 61 h 372"/>
                  <a:gd name="T40" fmla="*/ 32 w 187"/>
                  <a:gd name="T41" fmla="*/ 61 h 372"/>
                  <a:gd name="T42" fmla="*/ 32 w 187"/>
                  <a:gd name="T43" fmla="*/ 92 h 372"/>
                  <a:gd name="T44" fmla="*/ 32 w 187"/>
                  <a:gd name="T45" fmla="*/ 92 h 372"/>
                  <a:gd name="T46" fmla="*/ 62 w 187"/>
                  <a:gd name="T47" fmla="*/ 124 h 372"/>
                  <a:gd name="T48" fmla="*/ 62 w 187"/>
                  <a:gd name="T49" fmla="*/ 124 h 372"/>
                  <a:gd name="T50" fmla="*/ 62 w 187"/>
                  <a:gd name="T51" fmla="*/ 124 h 372"/>
                  <a:gd name="T52" fmla="*/ 62 w 187"/>
                  <a:gd name="T53" fmla="*/ 154 h 372"/>
                  <a:gd name="T54" fmla="*/ 62 w 187"/>
                  <a:gd name="T55" fmla="*/ 154 h 372"/>
                  <a:gd name="T56" fmla="*/ 32 w 187"/>
                  <a:gd name="T57" fmla="*/ 216 h 372"/>
                  <a:gd name="T58" fmla="*/ 32 w 187"/>
                  <a:gd name="T59" fmla="*/ 216 h 372"/>
                  <a:gd name="T60" fmla="*/ 32 w 187"/>
                  <a:gd name="T61" fmla="*/ 216 h 372"/>
                  <a:gd name="T62" fmla="*/ 32 w 187"/>
                  <a:gd name="T63" fmla="*/ 216 h 372"/>
                  <a:gd name="T64" fmla="*/ 32 w 187"/>
                  <a:gd name="T65" fmla="*/ 216 h 372"/>
                  <a:gd name="T66" fmla="*/ 32 w 187"/>
                  <a:gd name="T67" fmla="*/ 216 h 372"/>
                  <a:gd name="T68" fmla="*/ 0 w 187"/>
                  <a:gd name="T69" fmla="*/ 278 h 372"/>
                  <a:gd name="T70" fmla="*/ 0 w 187"/>
                  <a:gd name="T71" fmla="*/ 278 h 372"/>
                  <a:gd name="T72" fmla="*/ 32 w 187"/>
                  <a:gd name="T73" fmla="*/ 278 h 372"/>
                  <a:gd name="T74" fmla="*/ 32 w 187"/>
                  <a:gd name="T75" fmla="*/ 309 h 372"/>
                  <a:gd name="T76" fmla="*/ 32 w 187"/>
                  <a:gd name="T77" fmla="*/ 309 h 372"/>
                  <a:gd name="T78" fmla="*/ 32 w 187"/>
                  <a:gd name="T79" fmla="*/ 340 h 372"/>
                  <a:gd name="T80" fmla="*/ 32 w 187"/>
                  <a:gd name="T81" fmla="*/ 340 h 372"/>
                  <a:gd name="T82" fmla="*/ 62 w 187"/>
                  <a:gd name="T83" fmla="*/ 371 h 372"/>
                  <a:gd name="T84" fmla="*/ 62 w 187"/>
                  <a:gd name="T85" fmla="*/ 371 h 372"/>
                  <a:gd name="T86" fmla="*/ 62 w 187"/>
                  <a:gd name="T87" fmla="*/ 340 h 372"/>
                  <a:gd name="T88" fmla="*/ 156 w 187"/>
                  <a:gd name="T89" fmla="*/ 309 h 372"/>
                  <a:gd name="T90" fmla="*/ 156 w 187"/>
                  <a:gd name="T91" fmla="*/ 309 h 372"/>
                  <a:gd name="T92" fmla="*/ 186 w 187"/>
                  <a:gd name="T93" fmla="*/ 278 h 372"/>
                  <a:gd name="T94" fmla="*/ 186 w 187"/>
                  <a:gd name="T95" fmla="*/ 248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7" h="372">
                    <a:moveTo>
                      <a:pt x="186" y="248"/>
                    </a:moveTo>
                    <a:lnTo>
                      <a:pt x="186" y="248"/>
                    </a:lnTo>
                    <a:lnTo>
                      <a:pt x="186" y="248"/>
                    </a:lnTo>
                    <a:lnTo>
                      <a:pt x="186" y="216"/>
                    </a:lnTo>
                    <a:lnTo>
                      <a:pt x="186" y="216"/>
                    </a:lnTo>
                    <a:cubicBezTo>
                      <a:pt x="186" y="216"/>
                      <a:pt x="186" y="216"/>
                      <a:pt x="186" y="185"/>
                    </a:cubicBezTo>
                    <a:lnTo>
                      <a:pt x="186" y="185"/>
                    </a:lnTo>
                    <a:lnTo>
                      <a:pt x="186" y="154"/>
                    </a:lnTo>
                    <a:lnTo>
                      <a:pt x="186" y="154"/>
                    </a:lnTo>
                    <a:cubicBezTo>
                      <a:pt x="186" y="124"/>
                      <a:pt x="186" y="124"/>
                      <a:pt x="186" y="92"/>
                    </a:cubicBezTo>
                    <a:cubicBezTo>
                      <a:pt x="186" y="92"/>
                      <a:pt x="186" y="92"/>
                      <a:pt x="156" y="92"/>
                    </a:cubicBezTo>
                    <a:lnTo>
                      <a:pt x="156" y="92"/>
                    </a:lnTo>
                    <a:cubicBezTo>
                      <a:pt x="156" y="61"/>
                      <a:pt x="156" y="61"/>
                      <a:pt x="156" y="61"/>
                    </a:cubicBezTo>
                    <a:cubicBezTo>
                      <a:pt x="156" y="30"/>
                      <a:pt x="156" y="30"/>
                      <a:pt x="156" y="30"/>
                    </a:cubicBezTo>
                    <a:cubicBezTo>
                      <a:pt x="156" y="0"/>
                      <a:pt x="156" y="0"/>
                      <a:pt x="156" y="0"/>
                    </a:cubicBezTo>
                    <a:cubicBezTo>
                      <a:pt x="156" y="0"/>
                      <a:pt x="124" y="0"/>
                      <a:pt x="62" y="0"/>
                    </a:cubicBezTo>
                    <a:lnTo>
                      <a:pt x="32" y="0"/>
                    </a:lnTo>
                    <a:cubicBezTo>
                      <a:pt x="32" y="30"/>
                      <a:pt x="62" y="30"/>
                      <a:pt x="62" y="30"/>
                    </a:cubicBezTo>
                    <a:lnTo>
                      <a:pt x="62" y="30"/>
                    </a:lnTo>
                    <a:cubicBezTo>
                      <a:pt x="62" y="30"/>
                      <a:pt x="62" y="30"/>
                      <a:pt x="62" y="61"/>
                    </a:cubicBezTo>
                    <a:cubicBezTo>
                      <a:pt x="62" y="61"/>
                      <a:pt x="62" y="61"/>
                      <a:pt x="32" y="61"/>
                    </a:cubicBezTo>
                    <a:cubicBezTo>
                      <a:pt x="32" y="92"/>
                      <a:pt x="32" y="92"/>
                      <a:pt x="32" y="92"/>
                    </a:cubicBezTo>
                    <a:lnTo>
                      <a:pt x="32" y="92"/>
                    </a:lnTo>
                    <a:cubicBezTo>
                      <a:pt x="62" y="92"/>
                      <a:pt x="62" y="124"/>
                      <a:pt x="62" y="124"/>
                    </a:cubicBezTo>
                    <a:lnTo>
                      <a:pt x="62" y="124"/>
                    </a:lnTo>
                    <a:lnTo>
                      <a:pt x="62" y="124"/>
                    </a:lnTo>
                    <a:cubicBezTo>
                      <a:pt x="62" y="124"/>
                      <a:pt x="62" y="124"/>
                      <a:pt x="62" y="154"/>
                    </a:cubicBezTo>
                    <a:lnTo>
                      <a:pt x="62" y="154"/>
                    </a:lnTo>
                    <a:cubicBezTo>
                      <a:pt x="62" y="185"/>
                      <a:pt x="62" y="185"/>
                      <a:pt x="32" y="216"/>
                    </a:cubicBezTo>
                    <a:lnTo>
                      <a:pt x="32" y="216"/>
                    </a:lnTo>
                    <a:lnTo>
                      <a:pt x="32" y="216"/>
                    </a:lnTo>
                    <a:lnTo>
                      <a:pt x="32" y="216"/>
                    </a:lnTo>
                    <a:lnTo>
                      <a:pt x="32" y="216"/>
                    </a:lnTo>
                    <a:lnTo>
                      <a:pt x="32" y="216"/>
                    </a:lnTo>
                    <a:cubicBezTo>
                      <a:pt x="32" y="248"/>
                      <a:pt x="32" y="248"/>
                      <a:pt x="0" y="278"/>
                    </a:cubicBezTo>
                    <a:lnTo>
                      <a:pt x="0" y="278"/>
                    </a:lnTo>
                    <a:lnTo>
                      <a:pt x="32" y="278"/>
                    </a:lnTo>
                    <a:cubicBezTo>
                      <a:pt x="32" y="309"/>
                      <a:pt x="32" y="309"/>
                      <a:pt x="32" y="309"/>
                    </a:cubicBezTo>
                    <a:lnTo>
                      <a:pt x="32" y="309"/>
                    </a:lnTo>
                    <a:lnTo>
                      <a:pt x="32" y="340"/>
                    </a:lnTo>
                    <a:lnTo>
                      <a:pt x="32" y="340"/>
                    </a:lnTo>
                    <a:cubicBezTo>
                      <a:pt x="32" y="340"/>
                      <a:pt x="62" y="340"/>
                      <a:pt x="62" y="371"/>
                    </a:cubicBezTo>
                    <a:lnTo>
                      <a:pt x="62" y="371"/>
                    </a:lnTo>
                    <a:lnTo>
                      <a:pt x="62" y="340"/>
                    </a:lnTo>
                    <a:cubicBezTo>
                      <a:pt x="93" y="340"/>
                      <a:pt x="124" y="309"/>
                      <a:pt x="156" y="309"/>
                    </a:cubicBezTo>
                    <a:lnTo>
                      <a:pt x="156" y="309"/>
                    </a:lnTo>
                    <a:lnTo>
                      <a:pt x="186" y="278"/>
                    </a:lnTo>
                    <a:cubicBezTo>
                      <a:pt x="186" y="278"/>
                      <a:pt x="186" y="278"/>
                      <a:pt x="186" y="24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94" name="Freeform 43">
                <a:extLst>
                  <a:ext uri="{FF2B5EF4-FFF2-40B4-BE49-F238E27FC236}">
                    <a16:creationId xmlns:a16="http://schemas.microsoft.com/office/drawing/2014/main" id="{2C6BD34E-9843-109A-C4F9-7BE2F15CC3DA}"/>
                  </a:ext>
                </a:extLst>
              </p:cNvPr>
              <p:cNvSpPr>
                <a:spLocks noChangeArrowheads="1"/>
              </p:cNvSpPr>
              <p:nvPr/>
            </p:nvSpPr>
            <p:spPr bwMode="auto">
              <a:xfrm>
                <a:off x="4270375" y="2906713"/>
                <a:ext cx="190500" cy="334962"/>
              </a:xfrm>
              <a:custGeom>
                <a:avLst/>
                <a:gdLst>
                  <a:gd name="T0" fmla="*/ 526 w 527"/>
                  <a:gd name="T1" fmla="*/ 186 h 930"/>
                  <a:gd name="T2" fmla="*/ 496 w 527"/>
                  <a:gd name="T3" fmla="*/ 31 h 930"/>
                  <a:gd name="T4" fmla="*/ 434 w 527"/>
                  <a:gd name="T5" fmla="*/ 62 h 930"/>
                  <a:gd name="T6" fmla="*/ 434 w 527"/>
                  <a:gd name="T7" fmla="*/ 31 h 930"/>
                  <a:gd name="T8" fmla="*/ 372 w 527"/>
                  <a:gd name="T9" fmla="*/ 62 h 930"/>
                  <a:gd name="T10" fmla="*/ 310 w 527"/>
                  <a:gd name="T11" fmla="*/ 62 h 930"/>
                  <a:gd name="T12" fmla="*/ 279 w 527"/>
                  <a:gd name="T13" fmla="*/ 62 h 930"/>
                  <a:gd name="T14" fmla="*/ 279 w 527"/>
                  <a:gd name="T15" fmla="*/ 62 h 930"/>
                  <a:gd name="T16" fmla="*/ 248 w 527"/>
                  <a:gd name="T17" fmla="*/ 62 h 930"/>
                  <a:gd name="T18" fmla="*/ 248 w 527"/>
                  <a:gd name="T19" fmla="*/ 124 h 930"/>
                  <a:gd name="T20" fmla="*/ 248 w 527"/>
                  <a:gd name="T21" fmla="*/ 124 h 930"/>
                  <a:gd name="T22" fmla="*/ 310 w 527"/>
                  <a:gd name="T23" fmla="*/ 217 h 930"/>
                  <a:gd name="T24" fmla="*/ 310 w 527"/>
                  <a:gd name="T25" fmla="*/ 217 h 930"/>
                  <a:gd name="T26" fmla="*/ 310 w 527"/>
                  <a:gd name="T27" fmla="*/ 279 h 930"/>
                  <a:gd name="T28" fmla="*/ 279 w 527"/>
                  <a:gd name="T29" fmla="*/ 341 h 930"/>
                  <a:gd name="T30" fmla="*/ 248 w 527"/>
                  <a:gd name="T31" fmla="*/ 403 h 930"/>
                  <a:gd name="T32" fmla="*/ 217 w 527"/>
                  <a:gd name="T33" fmla="*/ 372 h 930"/>
                  <a:gd name="T34" fmla="*/ 186 w 527"/>
                  <a:gd name="T35" fmla="*/ 279 h 930"/>
                  <a:gd name="T36" fmla="*/ 186 w 527"/>
                  <a:gd name="T37" fmla="*/ 248 h 930"/>
                  <a:gd name="T38" fmla="*/ 155 w 527"/>
                  <a:gd name="T39" fmla="*/ 248 h 930"/>
                  <a:gd name="T40" fmla="*/ 93 w 527"/>
                  <a:gd name="T41" fmla="*/ 248 h 930"/>
                  <a:gd name="T42" fmla="*/ 31 w 527"/>
                  <a:gd name="T43" fmla="*/ 279 h 930"/>
                  <a:gd name="T44" fmla="*/ 31 w 527"/>
                  <a:gd name="T45" fmla="*/ 279 h 930"/>
                  <a:gd name="T46" fmla="*/ 62 w 527"/>
                  <a:gd name="T47" fmla="*/ 309 h 930"/>
                  <a:gd name="T48" fmla="*/ 155 w 527"/>
                  <a:gd name="T49" fmla="*/ 341 h 930"/>
                  <a:gd name="T50" fmla="*/ 155 w 527"/>
                  <a:gd name="T51" fmla="*/ 403 h 930"/>
                  <a:gd name="T52" fmla="*/ 155 w 527"/>
                  <a:gd name="T53" fmla="*/ 465 h 930"/>
                  <a:gd name="T54" fmla="*/ 155 w 527"/>
                  <a:gd name="T55" fmla="*/ 496 h 930"/>
                  <a:gd name="T56" fmla="*/ 155 w 527"/>
                  <a:gd name="T57" fmla="*/ 557 h 930"/>
                  <a:gd name="T58" fmla="*/ 124 w 527"/>
                  <a:gd name="T59" fmla="*/ 620 h 930"/>
                  <a:gd name="T60" fmla="*/ 124 w 527"/>
                  <a:gd name="T61" fmla="*/ 651 h 930"/>
                  <a:gd name="T62" fmla="*/ 62 w 527"/>
                  <a:gd name="T63" fmla="*/ 713 h 930"/>
                  <a:gd name="T64" fmla="*/ 62 w 527"/>
                  <a:gd name="T65" fmla="*/ 744 h 930"/>
                  <a:gd name="T66" fmla="*/ 93 w 527"/>
                  <a:gd name="T67" fmla="*/ 868 h 930"/>
                  <a:gd name="T68" fmla="*/ 124 w 527"/>
                  <a:gd name="T69" fmla="*/ 929 h 930"/>
                  <a:gd name="T70" fmla="*/ 217 w 527"/>
                  <a:gd name="T71" fmla="*/ 868 h 930"/>
                  <a:gd name="T72" fmla="*/ 248 w 527"/>
                  <a:gd name="T73" fmla="*/ 805 h 930"/>
                  <a:gd name="T74" fmla="*/ 217 w 527"/>
                  <a:gd name="T75" fmla="*/ 651 h 930"/>
                  <a:gd name="T76" fmla="*/ 217 w 527"/>
                  <a:gd name="T77" fmla="*/ 557 h 930"/>
                  <a:gd name="T78" fmla="*/ 310 w 527"/>
                  <a:gd name="T79" fmla="*/ 465 h 930"/>
                  <a:gd name="T80" fmla="*/ 341 w 527"/>
                  <a:gd name="T81" fmla="*/ 433 h 930"/>
                  <a:gd name="T82" fmla="*/ 465 w 527"/>
                  <a:gd name="T83" fmla="*/ 341 h 930"/>
                  <a:gd name="T84" fmla="*/ 526 w 527"/>
                  <a:gd name="T85" fmla="*/ 279 h 9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27" h="930">
                    <a:moveTo>
                      <a:pt x="526" y="217"/>
                    </a:moveTo>
                    <a:lnTo>
                      <a:pt x="526" y="217"/>
                    </a:lnTo>
                    <a:lnTo>
                      <a:pt x="526" y="186"/>
                    </a:lnTo>
                    <a:lnTo>
                      <a:pt x="526" y="186"/>
                    </a:lnTo>
                    <a:cubicBezTo>
                      <a:pt x="526" y="92"/>
                      <a:pt x="526" y="31"/>
                      <a:pt x="526" y="0"/>
                    </a:cubicBezTo>
                    <a:cubicBezTo>
                      <a:pt x="526" y="31"/>
                      <a:pt x="496" y="31"/>
                      <a:pt x="496" y="31"/>
                    </a:cubicBezTo>
                    <a:cubicBezTo>
                      <a:pt x="496" y="31"/>
                      <a:pt x="496" y="31"/>
                      <a:pt x="465" y="31"/>
                    </a:cubicBezTo>
                    <a:lnTo>
                      <a:pt x="465" y="31"/>
                    </a:lnTo>
                    <a:cubicBezTo>
                      <a:pt x="465" y="31"/>
                      <a:pt x="465" y="62"/>
                      <a:pt x="434" y="62"/>
                    </a:cubicBezTo>
                    <a:lnTo>
                      <a:pt x="434" y="62"/>
                    </a:lnTo>
                    <a:cubicBezTo>
                      <a:pt x="434" y="62"/>
                      <a:pt x="434" y="62"/>
                      <a:pt x="434" y="31"/>
                    </a:cubicBezTo>
                    <a:lnTo>
                      <a:pt x="434" y="31"/>
                    </a:lnTo>
                    <a:cubicBezTo>
                      <a:pt x="403" y="31"/>
                      <a:pt x="403" y="62"/>
                      <a:pt x="403" y="62"/>
                    </a:cubicBezTo>
                    <a:lnTo>
                      <a:pt x="403" y="62"/>
                    </a:lnTo>
                    <a:lnTo>
                      <a:pt x="372" y="62"/>
                    </a:lnTo>
                    <a:lnTo>
                      <a:pt x="372" y="62"/>
                    </a:lnTo>
                    <a:cubicBezTo>
                      <a:pt x="341" y="62"/>
                      <a:pt x="341" y="62"/>
                      <a:pt x="341" y="62"/>
                    </a:cubicBezTo>
                    <a:cubicBezTo>
                      <a:pt x="310" y="62"/>
                      <a:pt x="310" y="62"/>
                      <a:pt x="310" y="62"/>
                    </a:cubicBezTo>
                    <a:lnTo>
                      <a:pt x="310" y="62"/>
                    </a:lnTo>
                    <a:cubicBezTo>
                      <a:pt x="310" y="62"/>
                      <a:pt x="310" y="62"/>
                      <a:pt x="279" y="62"/>
                    </a:cubicBezTo>
                    <a:lnTo>
                      <a:pt x="279" y="62"/>
                    </a:lnTo>
                    <a:lnTo>
                      <a:pt x="279" y="62"/>
                    </a:lnTo>
                    <a:lnTo>
                      <a:pt x="279" y="62"/>
                    </a:lnTo>
                    <a:lnTo>
                      <a:pt x="279" y="62"/>
                    </a:lnTo>
                    <a:lnTo>
                      <a:pt x="279" y="62"/>
                    </a:lnTo>
                    <a:cubicBezTo>
                      <a:pt x="248" y="62"/>
                      <a:pt x="248" y="62"/>
                      <a:pt x="248" y="62"/>
                    </a:cubicBezTo>
                    <a:lnTo>
                      <a:pt x="248" y="62"/>
                    </a:lnTo>
                    <a:lnTo>
                      <a:pt x="248" y="92"/>
                    </a:lnTo>
                    <a:lnTo>
                      <a:pt x="248" y="92"/>
                    </a:lnTo>
                    <a:cubicBezTo>
                      <a:pt x="248" y="92"/>
                      <a:pt x="248" y="92"/>
                      <a:pt x="248" y="124"/>
                    </a:cubicBezTo>
                    <a:lnTo>
                      <a:pt x="248" y="124"/>
                    </a:lnTo>
                    <a:lnTo>
                      <a:pt x="248" y="124"/>
                    </a:lnTo>
                    <a:lnTo>
                      <a:pt x="248" y="124"/>
                    </a:lnTo>
                    <a:cubicBezTo>
                      <a:pt x="248" y="124"/>
                      <a:pt x="248" y="124"/>
                      <a:pt x="279" y="124"/>
                    </a:cubicBezTo>
                    <a:cubicBezTo>
                      <a:pt x="279" y="155"/>
                      <a:pt x="279" y="186"/>
                      <a:pt x="310" y="186"/>
                    </a:cubicBezTo>
                    <a:cubicBezTo>
                      <a:pt x="310" y="217"/>
                      <a:pt x="310" y="217"/>
                      <a:pt x="310" y="217"/>
                    </a:cubicBezTo>
                    <a:lnTo>
                      <a:pt x="310" y="217"/>
                    </a:lnTo>
                    <a:lnTo>
                      <a:pt x="310" y="217"/>
                    </a:lnTo>
                    <a:lnTo>
                      <a:pt x="310" y="217"/>
                    </a:lnTo>
                    <a:lnTo>
                      <a:pt x="310" y="217"/>
                    </a:lnTo>
                    <a:cubicBezTo>
                      <a:pt x="310" y="248"/>
                      <a:pt x="310" y="248"/>
                      <a:pt x="310" y="248"/>
                    </a:cubicBezTo>
                    <a:lnTo>
                      <a:pt x="310" y="279"/>
                    </a:lnTo>
                    <a:lnTo>
                      <a:pt x="310" y="279"/>
                    </a:lnTo>
                    <a:lnTo>
                      <a:pt x="310" y="279"/>
                    </a:lnTo>
                    <a:cubicBezTo>
                      <a:pt x="310" y="309"/>
                      <a:pt x="310" y="341"/>
                      <a:pt x="279" y="341"/>
                    </a:cubicBezTo>
                    <a:lnTo>
                      <a:pt x="279" y="372"/>
                    </a:lnTo>
                    <a:cubicBezTo>
                      <a:pt x="279" y="403"/>
                      <a:pt x="279" y="403"/>
                      <a:pt x="248" y="403"/>
                    </a:cubicBezTo>
                    <a:lnTo>
                      <a:pt x="248" y="403"/>
                    </a:lnTo>
                    <a:lnTo>
                      <a:pt x="248" y="403"/>
                    </a:lnTo>
                    <a:lnTo>
                      <a:pt x="248" y="403"/>
                    </a:lnTo>
                    <a:lnTo>
                      <a:pt x="217" y="372"/>
                    </a:lnTo>
                    <a:cubicBezTo>
                      <a:pt x="217" y="372"/>
                      <a:pt x="217" y="372"/>
                      <a:pt x="217" y="341"/>
                    </a:cubicBezTo>
                    <a:cubicBezTo>
                      <a:pt x="186" y="341"/>
                      <a:pt x="186" y="341"/>
                      <a:pt x="186" y="309"/>
                    </a:cubicBezTo>
                    <a:lnTo>
                      <a:pt x="186" y="279"/>
                    </a:lnTo>
                    <a:cubicBezTo>
                      <a:pt x="186" y="279"/>
                      <a:pt x="186" y="279"/>
                      <a:pt x="186" y="248"/>
                    </a:cubicBezTo>
                    <a:lnTo>
                      <a:pt x="186" y="248"/>
                    </a:lnTo>
                    <a:lnTo>
                      <a:pt x="186" y="248"/>
                    </a:lnTo>
                    <a:lnTo>
                      <a:pt x="186" y="248"/>
                    </a:lnTo>
                    <a:lnTo>
                      <a:pt x="186" y="248"/>
                    </a:lnTo>
                    <a:cubicBezTo>
                      <a:pt x="186" y="248"/>
                      <a:pt x="186" y="248"/>
                      <a:pt x="155" y="248"/>
                    </a:cubicBezTo>
                    <a:cubicBezTo>
                      <a:pt x="155" y="248"/>
                      <a:pt x="155" y="248"/>
                      <a:pt x="155" y="217"/>
                    </a:cubicBezTo>
                    <a:cubicBezTo>
                      <a:pt x="155" y="217"/>
                      <a:pt x="155" y="217"/>
                      <a:pt x="124" y="217"/>
                    </a:cubicBezTo>
                    <a:cubicBezTo>
                      <a:pt x="124" y="217"/>
                      <a:pt x="124" y="248"/>
                      <a:pt x="93" y="248"/>
                    </a:cubicBezTo>
                    <a:cubicBezTo>
                      <a:pt x="93" y="248"/>
                      <a:pt x="31" y="248"/>
                      <a:pt x="0" y="248"/>
                    </a:cubicBezTo>
                    <a:cubicBezTo>
                      <a:pt x="0" y="279"/>
                      <a:pt x="0" y="279"/>
                      <a:pt x="0" y="279"/>
                    </a:cubicBezTo>
                    <a:cubicBezTo>
                      <a:pt x="0" y="279"/>
                      <a:pt x="0" y="279"/>
                      <a:pt x="31" y="279"/>
                    </a:cubicBezTo>
                    <a:lnTo>
                      <a:pt x="31" y="279"/>
                    </a:lnTo>
                    <a:lnTo>
                      <a:pt x="31" y="279"/>
                    </a:lnTo>
                    <a:lnTo>
                      <a:pt x="31" y="279"/>
                    </a:lnTo>
                    <a:lnTo>
                      <a:pt x="31" y="279"/>
                    </a:lnTo>
                    <a:cubicBezTo>
                      <a:pt x="31" y="279"/>
                      <a:pt x="31" y="279"/>
                      <a:pt x="62" y="279"/>
                    </a:cubicBezTo>
                    <a:cubicBezTo>
                      <a:pt x="62" y="279"/>
                      <a:pt x="62" y="279"/>
                      <a:pt x="62" y="309"/>
                    </a:cubicBezTo>
                    <a:cubicBezTo>
                      <a:pt x="93" y="309"/>
                      <a:pt x="93" y="309"/>
                      <a:pt x="124" y="309"/>
                    </a:cubicBezTo>
                    <a:cubicBezTo>
                      <a:pt x="124" y="341"/>
                      <a:pt x="155" y="341"/>
                      <a:pt x="155" y="341"/>
                    </a:cubicBezTo>
                    <a:lnTo>
                      <a:pt x="155" y="341"/>
                    </a:lnTo>
                    <a:cubicBezTo>
                      <a:pt x="155" y="372"/>
                      <a:pt x="155" y="372"/>
                      <a:pt x="155" y="403"/>
                    </a:cubicBezTo>
                    <a:lnTo>
                      <a:pt x="155" y="403"/>
                    </a:lnTo>
                    <a:lnTo>
                      <a:pt x="155" y="403"/>
                    </a:lnTo>
                    <a:lnTo>
                      <a:pt x="155" y="433"/>
                    </a:lnTo>
                    <a:lnTo>
                      <a:pt x="155" y="433"/>
                    </a:lnTo>
                    <a:lnTo>
                      <a:pt x="155" y="465"/>
                    </a:lnTo>
                    <a:lnTo>
                      <a:pt x="155" y="496"/>
                    </a:lnTo>
                    <a:lnTo>
                      <a:pt x="155" y="496"/>
                    </a:lnTo>
                    <a:lnTo>
                      <a:pt x="155" y="496"/>
                    </a:lnTo>
                    <a:cubicBezTo>
                      <a:pt x="155" y="527"/>
                      <a:pt x="155" y="527"/>
                      <a:pt x="155" y="557"/>
                    </a:cubicBezTo>
                    <a:lnTo>
                      <a:pt x="155" y="557"/>
                    </a:lnTo>
                    <a:lnTo>
                      <a:pt x="155" y="557"/>
                    </a:lnTo>
                    <a:cubicBezTo>
                      <a:pt x="155" y="589"/>
                      <a:pt x="155" y="620"/>
                      <a:pt x="124" y="620"/>
                    </a:cubicBezTo>
                    <a:lnTo>
                      <a:pt x="124" y="620"/>
                    </a:lnTo>
                    <a:lnTo>
                      <a:pt x="124" y="620"/>
                    </a:lnTo>
                    <a:lnTo>
                      <a:pt x="124" y="620"/>
                    </a:lnTo>
                    <a:lnTo>
                      <a:pt x="124" y="620"/>
                    </a:lnTo>
                    <a:cubicBezTo>
                      <a:pt x="124" y="651"/>
                      <a:pt x="124" y="651"/>
                      <a:pt x="124" y="651"/>
                    </a:cubicBezTo>
                    <a:cubicBezTo>
                      <a:pt x="124" y="681"/>
                      <a:pt x="124" y="681"/>
                      <a:pt x="93" y="681"/>
                    </a:cubicBezTo>
                    <a:cubicBezTo>
                      <a:pt x="93" y="681"/>
                      <a:pt x="93" y="681"/>
                      <a:pt x="93" y="713"/>
                    </a:cubicBezTo>
                    <a:cubicBezTo>
                      <a:pt x="93" y="713"/>
                      <a:pt x="93" y="713"/>
                      <a:pt x="62" y="713"/>
                    </a:cubicBezTo>
                    <a:lnTo>
                      <a:pt x="62" y="744"/>
                    </a:lnTo>
                    <a:cubicBezTo>
                      <a:pt x="93" y="744"/>
                      <a:pt x="93" y="744"/>
                      <a:pt x="93" y="744"/>
                    </a:cubicBezTo>
                    <a:cubicBezTo>
                      <a:pt x="62" y="744"/>
                      <a:pt x="62" y="744"/>
                      <a:pt x="62" y="744"/>
                    </a:cubicBezTo>
                    <a:lnTo>
                      <a:pt x="62" y="744"/>
                    </a:lnTo>
                    <a:cubicBezTo>
                      <a:pt x="62" y="775"/>
                      <a:pt x="62" y="775"/>
                      <a:pt x="62" y="775"/>
                    </a:cubicBezTo>
                    <a:cubicBezTo>
                      <a:pt x="93" y="805"/>
                      <a:pt x="93" y="837"/>
                      <a:pt x="93" y="868"/>
                    </a:cubicBezTo>
                    <a:cubicBezTo>
                      <a:pt x="93" y="899"/>
                      <a:pt x="93" y="899"/>
                      <a:pt x="93" y="929"/>
                    </a:cubicBezTo>
                    <a:lnTo>
                      <a:pt x="93" y="929"/>
                    </a:lnTo>
                    <a:cubicBezTo>
                      <a:pt x="124" y="929"/>
                      <a:pt x="124" y="929"/>
                      <a:pt x="124" y="929"/>
                    </a:cubicBezTo>
                    <a:lnTo>
                      <a:pt x="124" y="929"/>
                    </a:lnTo>
                    <a:cubicBezTo>
                      <a:pt x="124" y="899"/>
                      <a:pt x="124" y="899"/>
                      <a:pt x="155" y="868"/>
                    </a:cubicBezTo>
                    <a:cubicBezTo>
                      <a:pt x="186" y="868"/>
                      <a:pt x="217" y="868"/>
                      <a:pt x="217" y="868"/>
                    </a:cubicBezTo>
                    <a:lnTo>
                      <a:pt x="217" y="868"/>
                    </a:lnTo>
                    <a:lnTo>
                      <a:pt x="217" y="868"/>
                    </a:lnTo>
                    <a:cubicBezTo>
                      <a:pt x="248" y="837"/>
                      <a:pt x="248" y="837"/>
                      <a:pt x="248" y="805"/>
                    </a:cubicBezTo>
                    <a:cubicBezTo>
                      <a:pt x="248" y="805"/>
                      <a:pt x="248" y="775"/>
                      <a:pt x="248" y="744"/>
                    </a:cubicBezTo>
                    <a:cubicBezTo>
                      <a:pt x="248" y="713"/>
                      <a:pt x="248" y="713"/>
                      <a:pt x="248" y="713"/>
                    </a:cubicBezTo>
                    <a:cubicBezTo>
                      <a:pt x="248" y="713"/>
                      <a:pt x="248" y="681"/>
                      <a:pt x="217" y="651"/>
                    </a:cubicBezTo>
                    <a:cubicBezTo>
                      <a:pt x="217" y="651"/>
                      <a:pt x="217" y="620"/>
                      <a:pt x="217" y="589"/>
                    </a:cubicBezTo>
                    <a:cubicBezTo>
                      <a:pt x="217" y="589"/>
                      <a:pt x="217" y="589"/>
                      <a:pt x="217" y="557"/>
                    </a:cubicBezTo>
                    <a:lnTo>
                      <a:pt x="217" y="557"/>
                    </a:lnTo>
                    <a:cubicBezTo>
                      <a:pt x="217" y="527"/>
                      <a:pt x="217" y="527"/>
                      <a:pt x="217" y="527"/>
                    </a:cubicBezTo>
                    <a:lnTo>
                      <a:pt x="217" y="527"/>
                    </a:lnTo>
                    <a:cubicBezTo>
                      <a:pt x="248" y="496"/>
                      <a:pt x="310" y="465"/>
                      <a:pt x="310" y="465"/>
                    </a:cubicBezTo>
                    <a:lnTo>
                      <a:pt x="310" y="465"/>
                    </a:lnTo>
                    <a:cubicBezTo>
                      <a:pt x="310" y="465"/>
                      <a:pt x="310" y="433"/>
                      <a:pt x="341" y="433"/>
                    </a:cubicBezTo>
                    <a:lnTo>
                      <a:pt x="341" y="433"/>
                    </a:lnTo>
                    <a:cubicBezTo>
                      <a:pt x="341" y="403"/>
                      <a:pt x="372" y="403"/>
                      <a:pt x="372" y="403"/>
                    </a:cubicBezTo>
                    <a:cubicBezTo>
                      <a:pt x="372" y="372"/>
                      <a:pt x="403" y="372"/>
                      <a:pt x="434" y="372"/>
                    </a:cubicBezTo>
                    <a:lnTo>
                      <a:pt x="465" y="341"/>
                    </a:lnTo>
                    <a:lnTo>
                      <a:pt x="465" y="341"/>
                    </a:lnTo>
                    <a:cubicBezTo>
                      <a:pt x="465" y="341"/>
                      <a:pt x="496" y="309"/>
                      <a:pt x="526" y="309"/>
                    </a:cubicBezTo>
                    <a:lnTo>
                      <a:pt x="526" y="279"/>
                    </a:lnTo>
                    <a:cubicBezTo>
                      <a:pt x="526" y="248"/>
                      <a:pt x="526" y="248"/>
                      <a:pt x="526" y="248"/>
                    </a:cubicBezTo>
                    <a:lnTo>
                      <a:pt x="526" y="2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95" name="Freeform 44">
                <a:extLst>
                  <a:ext uri="{FF2B5EF4-FFF2-40B4-BE49-F238E27FC236}">
                    <a16:creationId xmlns:a16="http://schemas.microsoft.com/office/drawing/2014/main" id="{E4849FEE-2B00-B6B8-D1E1-449C5B28F0B9}"/>
                  </a:ext>
                </a:extLst>
              </p:cNvPr>
              <p:cNvSpPr>
                <a:spLocks noChangeArrowheads="1"/>
              </p:cNvSpPr>
              <p:nvPr/>
            </p:nvSpPr>
            <p:spPr bwMode="auto">
              <a:xfrm>
                <a:off x="4292600" y="3006725"/>
                <a:ext cx="1588" cy="1588"/>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96" name="Freeform 45">
                <a:extLst>
                  <a:ext uri="{FF2B5EF4-FFF2-40B4-BE49-F238E27FC236}">
                    <a16:creationId xmlns:a16="http://schemas.microsoft.com/office/drawing/2014/main" id="{4C630D58-49AE-016D-31BD-045ED4B7ECD7}"/>
                  </a:ext>
                </a:extLst>
              </p:cNvPr>
              <p:cNvSpPr>
                <a:spLocks noChangeArrowheads="1"/>
              </p:cNvSpPr>
              <p:nvPr/>
            </p:nvSpPr>
            <p:spPr bwMode="auto">
              <a:xfrm>
                <a:off x="4003675" y="3308350"/>
                <a:ext cx="1588" cy="11113"/>
              </a:xfrm>
              <a:custGeom>
                <a:avLst/>
                <a:gdLst>
                  <a:gd name="T0" fmla="*/ 0 w 1"/>
                  <a:gd name="T1" fmla="*/ 31 h 32"/>
                  <a:gd name="T2" fmla="*/ 0 w 1"/>
                  <a:gd name="T3" fmla="*/ 31 h 32"/>
                  <a:gd name="T4" fmla="*/ 0 w 1"/>
                  <a:gd name="T5" fmla="*/ 0 h 32"/>
                  <a:gd name="T6" fmla="*/ 0 w 1"/>
                  <a:gd name="T7" fmla="*/ 31 h 32"/>
                </a:gdLst>
                <a:ahLst/>
                <a:cxnLst>
                  <a:cxn ang="0">
                    <a:pos x="T0" y="T1"/>
                  </a:cxn>
                  <a:cxn ang="0">
                    <a:pos x="T2" y="T3"/>
                  </a:cxn>
                  <a:cxn ang="0">
                    <a:pos x="T4" y="T5"/>
                  </a:cxn>
                  <a:cxn ang="0">
                    <a:pos x="T6" y="T7"/>
                  </a:cxn>
                </a:cxnLst>
                <a:rect l="0" t="0" r="r" b="b"/>
                <a:pathLst>
                  <a:path w="1" h="32">
                    <a:moveTo>
                      <a:pt x="0" y="31"/>
                    </a:moveTo>
                    <a:lnTo>
                      <a:pt x="0" y="31"/>
                    </a:lnTo>
                    <a:cubicBezTo>
                      <a:pt x="0" y="31"/>
                      <a:pt x="0" y="31"/>
                      <a:pt x="0" y="0"/>
                    </a:cubicBezTo>
                    <a:lnTo>
                      <a:pt x="0" y="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97" name="Freeform 46">
                <a:extLst>
                  <a:ext uri="{FF2B5EF4-FFF2-40B4-BE49-F238E27FC236}">
                    <a16:creationId xmlns:a16="http://schemas.microsoft.com/office/drawing/2014/main" id="{706656D3-7306-F531-E3ED-FA7F6FB4BD15}"/>
                  </a:ext>
                </a:extLst>
              </p:cNvPr>
              <p:cNvSpPr>
                <a:spLocks noChangeArrowheads="1"/>
              </p:cNvSpPr>
              <p:nvPr/>
            </p:nvSpPr>
            <p:spPr bwMode="auto">
              <a:xfrm>
                <a:off x="4003675" y="3175000"/>
                <a:ext cx="301625" cy="268288"/>
              </a:xfrm>
              <a:custGeom>
                <a:avLst/>
                <a:gdLst>
                  <a:gd name="T0" fmla="*/ 806 w 838"/>
                  <a:gd name="T1" fmla="*/ 341 h 745"/>
                  <a:gd name="T2" fmla="*/ 775 w 838"/>
                  <a:gd name="T3" fmla="*/ 309 h 745"/>
                  <a:gd name="T4" fmla="*/ 744 w 838"/>
                  <a:gd name="T5" fmla="*/ 279 h 745"/>
                  <a:gd name="T6" fmla="*/ 744 w 838"/>
                  <a:gd name="T7" fmla="*/ 248 h 745"/>
                  <a:gd name="T8" fmla="*/ 775 w 838"/>
                  <a:gd name="T9" fmla="*/ 185 h 745"/>
                  <a:gd name="T10" fmla="*/ 806 w 838"/>
                  <a:gd name="T11" fmla="*/ 155 h 745"/>
                  <a:gd name="T12" fmla="*/ 775 w 838"/>
                  <a:gd name="T13" fmla="*/ 61 h 745"/>
                  <a:gd name="T14" fmla="*/ 713 w 838"/>
                  <a:gd name="T15" fmla="*/ 0 h 745"/>
                  <a:gd name="T16" fmla="*/ 682 w 838"/>
                  <a:gd name="T17" fmla="*/ 0 h 745"/>
                  <a:gd name="T18" fmla="*/ 651 w 838"/>
                  <a:gd name="T19" fmla="*/ 31 h 745"/>
                  <a:gd name="T20" fmla="*/ 651 w 838"/>
                  <a:gd name="T21" fmla="*/ 31 h 745"/>
                  <a:gd name="T22" fmla="*/ 620 w 838"/>
                  <a:gd name="T23" fmla="*/ 61 h 745"/>
                  <a:gd name="T24" fmla="*/ 558 w 838"/>
                  <a:gd name="T25" fmla="*/ 93 h 745"/>
                  <a:gd name="T26" fmla="*/ 527 w 838"/>
                  <a:gd name="T27" fmla="*/ 155 h 745"/>
                  <a:gd name="T28" fmla="*/ 496 w 838"/>
                  <a:gd name="T29" fmla="*/ 185 h 745"/>
                  <a:gd name="T30" fmla="*/ 402 w 838"/>
                  <a:gd name="T31" fmla="*/ 217 h 745"/>
                  <a:gd name="T32" fmla="*/ 341 w 838"/>
                  <a:gd name="T33" fmla="*/ 217 h 745"/>
                  <a:gd name="T34" fmla="*/ 310 w 838"/>
                  <a:gd name="T35" fmla="*/ 248 h 745"/>
                  <a:gd name="T36" fmla="*/ 279 w 838"/>
                  <a:gd name="T37" fmla="*/ 279 h 745"/>
                  <a:gd name="T38" fmla="*/ 186 w 838"/>
                  <a:gd name="T39" fmla="*/ 403 h 745"/>
                  <a:gd name="T40" fmla="*/ 155 w 838"/>
                  <a:gd name="T41" fmla="*/ 403 h 745"/>
                  <a:gd name="T42" fmla="*/ 93 w 838"/>
                  <a:gd name="T43" fmla="*/ 433 h 745"/>
                  <a:gd name="T44" fmla="*/ 31 w 838"/>
                  <a:gd name="T45" fmla="*/ 433 h 745"/>
                  <a:gd name="T46" fmla="*/ 31 w 838"/>
                  <a:gd name="T47" fmla="*/ 433 h 745"/>
                  <a:gd name="T48" fmla="*/ 31 w 838"/>
                  <a:gd name="T49" fmla="*/ 465 h 745"/>
                  <a:gd name="T50" fmla="*/ 93 w 838"/>
                  <a:gd name="T51" fmla="*/ 589 h 745"/>
                  <a:gd name="T52" fmla="*/ 62 w 838"/>
                  <a:gd name="T53" fmla="*/ 651 h 745"/>
                  <a:gd name="T54" fmla="*/ 93 w 838"/>
                  <a:gd name="T55" fmla="*/ 744 h 745"/>
                  <a:gd name="T56" fmla="*/ 155 w 838"/>
                  <a:gd name="T57" fmla="*/ 744 h 745"/>
                  <a:gd name="T58" fmla="*/ 248 w 838"/>
                  <a:gd name="T59" fmla="*/ 713 h 745"/>
                  <a:gd name="T60" fmla="*/ 310 w 838"/>
                  <a:gd name="T61" fmla="*/ 713 h 745"/>
                  <a:gd name="T62" fmla="*/ 434 w 838"/>
                  <a:gd name="T63" fmla="*/ 713 h 745"/>
                  <a:gd name="T64" fmla="*/ 496 w 838"/>
                  <a:gd name="T65" fmla="*/ 681 h 745"/>
                  <a:gd name="T66" fmla="*/ 589 w 838"/>
                  <a:gd name="T67" fmla="*/ 620 h 745"/>
                  <a:gd name="T68" fmla="*/ 744 w 838"/>
                  <a:gd name="T69" fmla="*/ 433 h 745"/>
                  <a:gd name="T70" fmla="*/ 806 w 838"/>
                  <a:gd name="T71" fmla="*/ 341 h 745"/>
                  <a:gd name="T72" fmla="*/ 682 w 838"/>
                  <a:gd name="T73" fmla="*/ 465 h 745"/>
                  <a:gd name="T74" fmla="*/ 620 w 838"/>
                  <a:gd name="T75" fmla="*/ 527 h 745"/>
                  <a:gd name="T76" fmla="*/ 589 w 838"/>
                  <a:gd name="T77" fmla="*/ 527 h 745"/>
                  <a:gd name="T78" fmla="*/ 558 w 838"/>
                  <a:gd name="T79" fmla="*/ 527 h 745"/>
                  <a:gd name="T80" fmla="*/ 527 w 838"/>
                  <a:gd name="T81" fmla="*/ 465 h 745"/>
                  <a:gd name="T82" fmla="*/ 527 w 838"/>
                  <a:gd name="T83" fmla="*/ 465 h 745"/>
                  <a:gd name="T84" fmla="*/ 527 w 838"/>
                  <a:gd name="T85" fmla="*/ 433 h 745"/>
                  <a:gd name="T86" fmla="*/ 558 w 838"/>
                  <a:gd name="T87" fmla="*/ 403 h 745"/>
                  <a:gd name="T88" fmla="*/ 620 w 838"/>
                  <a:gd name="T89" fmla="*/ 341 h 745"/>
                  <a:gd name="T90" fmla="*/ 682 w 838"/>
                  <a:gd name="T91" fmla="*/ 372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38" h="745">
                    <a:moveTo>
                      <a:pt x="806" y="341"/>
                    </a:moveTo>
                    <a:lnTo>
                      <a:pt x="806" y="341"/>
                    </a:lnTo>
                    <a:lnTo>
                      <a:pt x="806" y="341"/>
                    </a:lnTo>
                    <a:lnTo>
                      <a:pt x="806" y="341"/>
                    </a:lnTo>
                    <a:cubicBezTo>
                      <a:pt x="806" y="309"/>
                      <a:pt x="806" y="309"/>
                      <a:pt x="806" y="309"/>
                    </a:cubicBezTo>
                    <a:cubicBezTo>
                      <a:pt x="775" y="309"/>
                      <a:pt x="775" y="309"/>
                      <a:pt x="775" y="309"/>
                    </a:cubicBezTo>
                    <a:lnTo>
                      <a:pt x="775" y="309"/>
                    </a:lnTo>
                    <a:lnTo>
                      <a:pt x="775" y="309"/>
                    </a:lnTo>
                    <a:cubicBezTo>
                      <a:pt x="744" y="309"/>
                      <a:pt x="744" y="279"/>
                      <a:pt x="744" y="279"/>
                    </a:cubicBezTo>
                    <a:lnTo>
                      <a:pt x="744" y="279"/>
                    </a:lnTo>
                    <a:lnTo>
                      <a:pt x="744" y="248"/>
                    </a:lnTo>
                    <a:lnTo>
                      <a:pt x="744" y="248"/>
                    </a:lnTo>
                    <a:lnTo>
                      <a:pt x="744" y="248"/>
                    </a:lnTo>
                    <a:cubicBezTo>
                      <a:pt x="744" y="217"/>
                      <a:pt x="744" y="217"/>
                      <a:pt x="744" y="217"/>
                    </a:cubicBezTo>
                    <a:cubicBezTo>
                      <a:pt x="744" y="185"/>
                      <a:pt x="775" y="185"/>
                      <a:pt x="775" y="185"/>
                    </a:cubicBezTo>
                    <a:cubicBezTo>
                      <a:pt x="775" y="185"/>
                      <a:pt x="775" y="155"/>
                      <a:pt x="806" y="155"/>
                    </a:cubicBezTo>
                    <a:lnTo>
                      <a:pt x="806" y="155"/>
                    </a:lnTo>
                    <a:lnTo>
                      <a:pt x="806" y="155"/>
                    </a:lnTo>
                    <a:lnTo>
                      <a:pt x="806" y="124"/>
                    </a:lnTo>
                    <a:cubicBezTo>
                      <a:pt x="806" y="124"/>
                      <a:pt x="775" y="93"/>
                      <a:pt x="775" y="61"/>
                    </a:cubicBezTo>
                    <a:lnTo>
                      <a:pt x="775" y="61"/>
                    </a:lnTo>
                    <a:cubicBezTo>
                      <a:pt x="775" y="61"/>
                      <a:pt x="775" y="31"/>
                      <a:pt x="775" y="0"/>
                    </a:cubicBezTo>
                    <a:lnTo>
                      <a:pt x="775" y="0"/>
                    </a:lnTo>
                    <a:cubicBezTo>
                      <a:pt x="744" y="0"/>
                      <a:pt x="744" y="0"/>
                      <a:pt x="713" y="0"/>
                    </a:cubicBezTo>
                    <a:lnTo>
                      <a:pt x="713" y="0"/>
                    </a:lnTo>
                    <a:lnTo>
                      <a:pt x="682" y="0"/>
                    </a:lnTo>
                    <a:lnTo>
                      <a:pt x="682" y="0"/>
                    </a:lnTo>
                    <a:lnTo>
                      <a:pt x="682" y="0"/>
                    </a:lnTo>
                    <a:cubicBezTo>
                      <a:pt x="682" y="0"/>
                      <a:pt x="682" y="31"/>
                      <a:pt x="651" y="31"/>
                    </a:cubicBezTo>
                    <a:lnTo>
                      <a:pt x="651" y="31"/>
                    </a:lnTo>
                    <a:lnTo>
                      <a:pt x="651" y="31"/>
                    </a:lnTo>
                    <a:lnTo>
                      <a:pt x="651" y="31"/>
                    </a:lnTo>
                    <a:lnTo>
                      <a:pt x="651" y="31"/>
                    </a:lnTo>
                    <a:lnTo>
                      <a:pt x="651" y="31"/>
                    </a:lnTo>
                    <a:cubicBezTo>
                      <a:pt x="651" y="31"/>
                      <a:pt x="651" y="31"/>
                      <a:pt x="620" y="31"/>
                    </a:cubicBezTo>
                    <a:lnTo>
                      <a:pt x="620" y="61"/>
                    </a:lnTo>
                    <a:cubicBezTo>
                      <a:pt x="589" y="61"/>
                      <a:pt x="589" y="93"/>
                      <a:pt x="589" y="93"/>
                    </a:cubicBezTo>
                    <a:lnTo>
                      <a:pt x="589" y="93"/>
                    </a:lnTo>
                    <a:lnTo>
                      <a:pt x="558" y="93"/>
                    </a:lnTo>
                    <a:cubicBezTo>
                      <a:pt x="558" y="124"/>
                      <a:pt x="558" y="124"/>
                      <a:pt x="527" y="155"/>
                    </a:cubicBezTo>
                    <a:lnTo>
                      <a:pt x="527" y="155"/>
                    </a:lnTo>
                    <a:lnTo>
                      <a:pt x="527" y="155"/>
                    </a:lnTo>
                    <a:lnTo>
                      <a:pt x="527" y="155"/>
                    </a:lnTo>
                    <a:lnTo>
                      <a:pt x="527" y="155"/>
                    </a:lnTo>
                    <a:cubicBezTo>
                      <a:pt x="496" y="155"/>
                      <a:pt x="496" y="185"/>
                      <a:pt x="496" y="185"/>
                    </a:cubicBezTo>
                    <a:cubicBezTo>
                      <a:pt x="496" y="217"/>
                      <a:pt x="496" y="217"/>
                      <a:pt x="465" y="217"/>
                    </a:cubicBezTo>
                    <a:cubicBezTo>
                      <a:pt x="434" y="217"/>
                      <a:pt x="402" y="217"/>
                      <a:pt x="402" y="217"/>
                    </a:cubicBezTo>
                    <a:lnTo>
                      <a:pt x="402" y="217"/>
                    </a:lnTo>
                    <a:cubicBezTo>
                      <a:pt x="372" y="217"/>
                      <a:pt x="372" y="217"/>
                      <a:pt x="372" y="217"/>
                    </a:cubicBezTo>
                    <a:lnTo>
                      <a:pt x="372" y="217"/>
                    </a:lnTo>
                    <a:lnTo>
                      <a:pt x="341" y="217"/>
                    </a:lnTo>
                    <a:lnTo>
                      <a:pt x="341" y="217"/>
                    </a:lnTo>
                    <a:lnTo>
                      <a:pt x="341" y="248"/>
                    </a:lnTo>
                    <a:cubicBezTo>
                      <a:pt x="310" y="248"/>
                      <a:pt x="310" y="248"/>
                      <a:pt x="310" y="248"/>
                    </a:cubicBezTo>
                    <a:lnTo>
                      <a:pt x="310" y="248"/>
                    </a:lnTo>
                    <a:lnTo>
                      <a:pt x="279" y="279"/>
                    </a:lnTo>
                    <a:lnTo>
                      <a:pt x="279" y="279"/>
                    </a:lnTo>
                    <a:cubicBezTo>
                      <a:pt x="248" y="279"/>
                      <a:pt x="248" y="279"/>
                      <a:pt x="248" y="279"/>
                    </a:cubicBezTo>
                    <a:cubicBezTo>
                      <a:pt x="186" y="309"/>
                      <a:pt x="186" y="309"/>
                      <a:pt x="186" y="309"/>
                    </a:cubicBezTo>
                    <a:cubicBezTo>
                      <a:pt x="186" y="403"/>
                      <a:pt x="186" y="403"/>
                      <a:pt x="186" y="403"/>
                    </a:cubicBezTo>
                    <a:cubicBezTo>
                      <a:pt x="155" y="403"/>
                      <a:pt x="155" y="403"/>
                      <a:pt x="155" y="403"/>
                    </a:cubicBezTo>
                    <a:lnTo>
                      <a:pt x="155" y="403"/>
                    </a:lnTo>
                    <a:lnTo>
                      <a:pt x="155" y="403"/>
                    </a:lnTo>
                    <a:cubicBezTo>
                      <a:pt x="124" y="433"/>
                      <a:pt x="124" y="433"/>
                      <a:pt x="93" y="433"/>
                    </a:cubicBezTo>
                    <a:lnTo>
                      <a:pt x="93" y="433"/>
                    </a:lnTo>
                    <a:lnTo>
                      <a:pt x="93" y="433"/>
                    </a:lnTo>
                    <a:lnTo>
                      <a:pt x="62" y="433"/>
                    </a:lnTo>
                    <a:cubicBezTo>
                      <a:pt x="62" y="433"/>
                      <a:pt x="62" y="433"/>
                      <a:pt x="31" y="433"/>
                    </a:cubicBezTo>
                    <a:lnTo>
                      <a:pt x="31" y="433"/>
                    </a:lnTo>
                    <a:lnTo>
                      <a:pt x="31" y="433"/>
                    </a:lnTo>
                    <a:lnTo>
                      <a:pt x="31" y="433"/>
                    </a:lnTo>
                    <a:lnTo>
                      <a:pt x="31" y="433"/>
                    </a:lnTo>
                    <a:lnTo>
                      <a:pt x="0" y="403"/>
                    </a:lnTo>
                    <a:lnTo>
                      <a:pt x="0" y="403"/>
                    </a:lnTo>
                    <a:cubicBezTo>
                      <a:pt x="0" y="433"/>
                      <a:pt x="0" y="433"/>
                      <a:pt x="31" y="465"/>
                    </a:cubicBezTo>
                    <a:lnTo>
                      <a:pt x="31" y="465"/>
                    </a:lnTo>
                    <a:cubicBezTo>
                      <a:pt x="31" y="496"/>
                      <a:pt x="62" y="557"/>
                      <a:pt x="93" y="557"/>
                    </a:cubicBezTo>
                    <a:cubicBezTo>
                      <a:pt x="93" y="589"/>
                      <a:pt x="93" y="589"/>
                      <a:pt x="93" y="589"/>
                    </a:cubicBezTo>
                    <a:lnTo>
                      <a:pt x="93" y="589"/>
                    </a:lnTo>
                    <a:lnTo>
                      <a:pt x="93" y="620"/>
                    </a:lnTo>
                    <a:cubicBezTo>
                      <a:pt x="93" y="651"/>
                      <a:pt x="93" y="651"/>
                      <a:pt x="62" y="651"/>
                    </a:cubicBezTo>
                    <a:cubicBezTo>
                      <a:pt x="62" y="651"/>
                      <a:pt x="62" y="651"/>
                      <a:pt x="93" y="681"/>
                    </a:cubicBezTo>
                    <a:lnTo>
                      <a:pt x="93" y="713"/>
                    </a:lnTo>
                    <a:cubicBezTo>
                      <a:pt x="93" y="713"/>
                      <a:pt x="93" y="713"/>
                      <a:pt x="93" y="744"/>
                    </a:cubicBezTo>
                    <a:cubicBezTo>
                      <a:pt x="93" y="744"/>
                      <a:pt x="124" y="744"/>
                      <a:pt x="155" y="744"/>
                    </a:cubicBezTo>
                    <a:lnTo>
                      <a:pt x="155" y="744"/>
                    </a:lnTo>
                    <a:lnTo>
                      <a:pt x="155" y="744"/>
                    </a:lnTo>
                    <a:lnTo>
                      <a:pt x="186" y="744"/>
                    </a:lnTo>
                    <a:lnTo>
                      <a:pt x="217" y="713"/>
                    </a:lnTo>
                    <a:lnTo>
                      <a:pt x="248" y="713"/>
                    </a:lnTo>
                    <a:lnTo>
                      <a:pt x="248" y="713"/>
                    </a:lnTo>
                    <a:lnTo>
                      <a:pt x="279" y="713"/>
                    </a:lnTo>
                    <a:cubicBezTo>
                      <a:pt x="279" y="713"/>
                      <a:pt x="279" y="713"/>
                      <a:pt x="310" y="713"/>
                    </a:cubicBezTo>
                    <a:lnTo>
                      <a:pt x="310" y="713"/>
                    </a:lnTo>
                    <a:cubicBezTo>
                      <a:pt x="341" y="713"/>
                      <a:pt x="402" y="713"/>
                      <a:pt x="402" y="713"/>
                    </a:cubicBezTo>
                    <a:cubicBezTo>
                      <a:pt x="434" y="713"/>
                      <a:pt x="434" y="713"/>
                      <a:pt x="434" y="713"/>
                    </a:cubicBezTo>
                    <a:cubicBezTo>
                      <a:pt x="434" y="681"/>
                      <a:pt x="434" y="681"/>
                      <a:pt x="434" y="681"/>
                    </a:cubicBezTo>
                    <a:cubicBezTo>
                      <a:pt x="465" y="681"/>
                      <a:pt x="465" y="681"/>
                      <a:pt x="465" y="681"/>
                    </a:cubicBezTo>
                    <a:lnTo>
                      <a:pt x="496" y="681"/>
                    </a:lnTo>
                    <a:lnTo>
                      <a:pt x="496" y="681"/>
                    </a:lnTo>
                    <a:lnTo>
                      <a:pt x="496" y="681"/>
                    </a:lnTo>
                    <a:cubicBezTo>
                      <a:pt x="527" y="681"/>
                      <a:pt x="558" y="651"/>
                      <a:pt x="589" y="620"/>
                    </a:cubicBezTo>
                    <a:lnTo>
                      <a:pt x="620" y="620"/>
                    </a:lnTo>
                    <a:cubicBezTo>
                      <a:pt x="651" y="589"/>
                      <a:pt x="713" y="527"/>
                      <a:pt x="744" y="465"/>
                    </a:cubicBezTo>
                    <a:cubicBezTo>
                      <a:pt x="744" y="465"/>
                      <a:pt x="744" y="465"/>
                      <a:pt x="744" y="433"/>
                    </a:cubicBezTo>
                    <a:cubicBezTo>
                      <a:pt x="775" y="433"/>
                      <a:pt x="806" y="372"/>
                      <a:pt x="837" y="341"/>
                    </a:cubicBezTo>
                    <a:cubicBezTo>
                      <a:pt x="837" y="341"/>
                      <a:pt x="837" y="341"/>
                      <a:pt x="837" y="309"/>
                    </a:cubicBezTo>
                    <a:cubicBezTo>
                      <a:pt x="837" y="309"/>
                      <a:pt x="837" y="341"/>
                      <a:pt x="806" y="341"/>
                    </a:cubicBezTo>
                    <a:close/>
                    <a:moveTo>
                      <a:pt x="713" y="403"/>
                    </a:moveTo>
                    <a:lnTo>
                      <a:pt x="713" y="403"/>
                    </a:lnTo>
                    <a:cubicBezTo>
                      <a:pt x="682" y="433"/>
                      <a:pt x="682" y="465"/>
                      <a:pt x="682" y="465"/>
                    </a:cubicBezTo>
                    <a:cubicBezTo>
                      <a:pt x="682" y="496"/>
                      <a:pt x="651" y="496"/>
                      <a:pt x="651" y="496"/>
                    </a:cubicBezTo>
                    <a:lnTo>
                      <a:pt x="651" y="496"/>
                    </a:lnTo>
                    <a:lnTo>
                      <a:pt x="620" y="527"/>
                    </a:lnTo>
                    <a:cubicBezTo>
                      <a:pt x="620" y="527"/>
                      <a:pt x="620" y="527"/>
                      <a:pt x="589" y="527"/>
                    </a:cubicBezTo>
                    <a:lnTo>
                      <a:pt x="589" y="527"/>
                    </a:lnTo>
                    <a:lnTo>
                      <a:pt x="589" y="527"/>
                    </a:lnTo>
                    <a:lnTo>
                      <a:pt x="589" y="527"/>
                    </a:lnTo>
                    <a:lnTo>
                      <a:pt x="589" y="527"/>
                    </a:lnTo>
                    <a:cubicBezTo>
                      <a:pt x="558" y="527"/>
                      <a:pt x="558" y="527"/>
                      <a:pt x="558" y="527"/>
                    </a:cubicBezTo>
                    <a:cubicBezTo>
                      <a:pt x="558" y="496"/>
                      <a:pt x="558" y="496"/>
                      <a:pt x="527" y="496"/>
                    </a:cubicBezTo>
                    <a:cubicBezTo>
                      <a:pt x="527" y="465"/>
                      <a:pt x="527" y="465"/>
                      <a:pt x="527" y="465"/>
                    </a:cubicBezTo>
                    <a:lnTo>
                      <a:pt x="527" y="465"/>
                    </a:lnTo>
                    <a:lnTo>
                      <a:pt x="527" y="465"/>
                    </a:lnTo>
                    <a:lnTo>
                      <a:pt x="527" y="465"/>
                    </a:lnTo>
                    <a:lnTo>
                      <a:pt x="527" y="465"/>
                    </a:lnTo>
                    <a:lnTo>
                      <a:pt x="527" y="433"/>
                    </a:lnTo>
                    <a:lnTo>
                      <a:pt x="527" y="433"/>
                    </a:lnTo>
                    <a:lnTo>
                      <a:pt x="527" y="433"/>
                    </a:lnTo>
                    <a:lnTo>
                      <a:pt x="527" y="433"/>
                    </a:lnTo>
                    <a:lnTo>
                      <a:pt x="527" y="433"/>
                    </a:lnTo>
                    <a:cubicBezTo>
                      <a:pt x="558" y="403"/>
                      <a:pt x="558" y="403"/>
                      <a:pt x="558" y="403"/>
                    </a:cubicBezTo>
                    <a:lnTo>
                      <a:pt x="589" y="372"/>
                    </a:lnTo>
                    <a:lnTo>
                      <a:pt x="620" y="372"/>
                    </a:lnTo>
                    <a:cubicBezTo>
                      <a:pt x="620" y="372"/>
                      <a:pt x="620" y="372"/>
                      <a:pt x="620" y="341"/>
                    </a:cubicBezTo>
                    <a:cubicBezTo>
                      <a:pt x="651" y="341"/>
                      <a:pt x="651" y="341"/>
                      <a:pt x="651" y="341"/>
                    </a:cubicBezTo>
                    <a:lnTo>
                      <a:pt x="651" y="341"/>
                    </a:lnTo>
                    <a:lnTo>
                      <a:pt x="682" y="372"/>
                    </a:lnTo>
                    <a:lnTo>
                      <a:pt x="682" y="372"/>
                    </a:lnTo>
                    <a:cubicBezTo>
                      <a:pt x="713" y="403"/>
                      <a:pt x="713" y="403"/>
                      <a:pt x="713" y="40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98" name="Freeform 47">
                <a:extLst>
                  <a:ext uri="{FF2B5EF4-FFF2-40B4-BE49-F238E27FC236}">
                    <a16:creationId xmlns:a16="http://schemas.microsoft.com/office/drawing/2014/main" id="{A87AD5F9-2492-9430-AEC0-3C24DC7FADE9}"/>
                  </a:ext>
                </a:extLst>
              </p:cNvPr>
              <p:cNvSpPr>
                <a:spLocks noChangeArrowheads="1"/>
              </p:cNvSpPr>
              <p:nvPr/>
            </p:nvSpPr>
            <p:spPr bwMode="auto">
              <a:xfrm>
                <a:off x="4281488" y="3252788"/>
                <a:ext cx="11112" cy="22225"/>
              </a:xfrm>
              <a:custGeom>
                <a:avLst/>
                <a:gdLst>
                  <a:gd name="T0" fmla="*/ 31 w 32"/>
                  <a:gd name="T1" fmla="*/ 0 h 63"/>
                  <a:gd name="T2" fmla="*/ 31 w 32"/>
                  <a:gd name="T3" fmla="*/ 0 h 63"/>
                  <a:gd name="T4" fmla="*/ 31 w 32"/>
                  <a:gd name="T5" fmla="*/ 0 h 63"/>
                  <a:gd name="T6" fmla="*/ 31 w 32"/>
                  <a:gd name="T7" fmla="*/ 0 h 63"/>
                  <a:gd name="T8" fmla="*/ 31 w 32"/>
                  <a:gd name="T9" fmla="*/ 0 h 63"/>
                  <a:gd name="T10" fmla="*/ 0 w 32"/>
                  <a:gd name="T11" fmla="*/ 31 h 63"/>
                  <a:gd name="T12" fmla="*/ 0 w 32"/>
                  <a:gd name="T13" fmla="*/ 31 h 63"/>
                  <a:gd name="T14" fmla="*/ 0 w 32"/>
                  <a:gd name="T15" fmla="*/ 31 h 63"/>
                  <a:gd name="T16" fmla="*/ 0 w 32"/>
                  <a:gd name="T17" fmla="*/ 31 h 63"/>
                  <a:gd name="T18" fmla="*/ 0 w 32"/>
                  <a:gd name="T19" fmla="*/ 31 h 63"/>
                  <a:gd name="T20" fmla="*/ 31 w 32"/>
                  <a:gd name="T21" fmla="*/ 62 h 63"/>
                  <a:gd name="T22" fmla="*/ 31 w 32"/>
                  <a:gd name="T23" fmla="*/ 62 h 63"/>
                  <a:gd name="T24" fmla="*/ 31 w 32"/>
                  <a:gd name="T25" fmla="*/ 31 h 63"/>
                  <a:gd name="T26" fmla="*/ 31 w 32"/>
                  <a:gd name="T27" fmla="*/ 31 h 63"/>
                  <a:gd name="T28" fmla="*/ 31 w 32"/>
                  <a:gd name="T2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63">
                    <a:moveTo>
                      <a:pt x="31" y="0"/>
                    </a:moveTo>
                    <a:lnTo>
                      <a:pt x="31" y="0"/>
                    </a:lnTo>
                    <a:lnTo>
                      <a:pt x="31" y="0"/>
                    </a:lnTo>
                    <a:lnTo>
                      <a:pt x="31" y="0"/>
                    </a:lnTo>
                    <a:lnTo>
                      <a:pt x="31" y="0"/>
                    </a:lnTo>
                    <a:cubicBezTo>
                      <a:pt x="31" y="31"/>
                      <a:pt x="31" y="31"/>
                      <a:pt x="0" y="31"/>
                    </a:cubicBezTo>
                    <a:lnTo>
                      <a:pt x="0" y="31"/>
                    </a:lnTo>
                    <a:lnTo>
                      <a:pt x="0" y="31"/>
                    </a:lnTo>
                    <a:lnTo>
                      <a:pt x="0" y="31"/>
                    </a:lnTo>
                    <a:lnTo>
                      <a:pt x="0" y="31"/>
                    </a:lnTo>
                    <a:cubicBezTo>
                      <a:pt x="31" y="31"/>
                      <a:pt x="31" y="62"/>
                      <a:pt x="31" y="62"/>
                    </a:cubicBezTo>
                    <a:lnTo>
                      <a:pt x="31" y="62"/>
                    </a:lnTo>
                    <a:cubicBezTo>
                      <a:pt x="31" y="31"/>
                      <a:pt x="31" y="31"/>
                      <a:pt x="31" y="31"/>
                    </a:cubicBezTo>
                    <a:lnTo>
                      <a:pt x="31" y="31"/>
                    </a:lnTo>
                    <a:lnTo>
                      <a:pt x="3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99" name="Freeform 48">
                <a:extLst>
                  <a:ext uri="{FF2B5EF4-FFF2-40B4-BE49-F238E27FC236}">
                    <a16:creationId xmlns:a16="http://schemas.microsoft.com/office/drawing/2014/main" id="{E791AD51-5DD2-BD07-FEB1-48377F8B49B6}"/>
                  </a:ext>
                </a:extLst>
              </p:cNvPr>
              <p:cNvSpPr>
                <a:spLocks noChangeArrowheads="1"/>
              </p:cNvSpPr>
              <p:nvPr/>
            </p:nvSpPr>
            <p:spPr bwMode="auto">
              <a:xfrm>
                <a:off x="4527550" y="2951163"/>
                <a:ext cx="134938" cy="279400"/>
              </a:xfrm>
              <a:custGeom>
                <a:avLst/>
                <a:gdLst>
                  <a:gd name="T0" fmla="*/ 341 w 373"/>
                  <a:gd name="T1" fmla="*/ 93 h 776"/>
                  <a:gd name="T2" fmla="*/ 341 w 373"/>
                  <a:gd name="T3" fmla="*/ 93 h 776"/>
                  <a:gd name="T4" fmla="*/ 341 w 373"/>
                  <a:gd name="T5" fmla="*/ 31 h 776"/>
                  <a:gd name="T6" fmla="*/ 341 w 373"/>
                  <a:gd name="T7" fmla="*/ 0 h 776"/>
                  <a:gd name="T8" fmla="*/ 310 w 373"/>
                  <a:gd name="T9" fmla="*/ 62 h 776"/>
                  <a:gd name="T10" fmla="*/ 278 w 373"/>
                  <a:gd name="T11" fmla="*/ 62 h 776"/>
                  <a:gd name="T12" fmla="*/ 278 w 373"/>
                  <a:gd name="T13" fmla="*/ 62 h 776"/>
                  <a:gd name="T14" fmla="*/ 278 w 373"/>
                  <a:gd name="T15" fmla="*/ 93 h 776"/>
                  <a:gd name="T16" fmla="*/ 278 w 373"/>
                  <a:gd name="T17" fmla="*/ 93 h 776"/>
                  <a:gd name="T18" fmla="*/ 278 w 373"/>
                  <a:gd name="T19" fmla="*/ 124 h 776"/>
                  <a:gd name="T20" fmla="*/ 217 w 373"/>
                  <a:gd name="T21" fmla="*/ 155 h 776"/>
                  <a:gd name="T22" fmla="*/ 186 w 373"/>
                  <a:gd name="T23" fmla="*/ 155 h 776"/>
                  <a:gd name="T24" fmla="*/ 186 w 373"/>
                  <a:gd name="T25" fmla="*/ 155 h 776"/>
                  <a:gd name="T26" fmla="*/ 186 w 373"/>
                  <a:gd name="T27" fmla="*/ 217 h 776"/>
                  <a:gd name="T28" fmla="*/ 154 w 373"/>
                  <a:gd name="T29" fmla="*/ 217 h 776"/>
                  <a:gd name="T30" fmla="*/ 154 w 373"/>
                  <a:gd name="T31" fmla="*/ 217 h 776"/>
                  <a:gd name="T32" fmla="*/ 154 w 373"/>
                  <a:gd name="T33" fmla="*/ 217 h 776"/>
                  <a:gd name="T34" fmla="*/ 154 w 373"/>
                  <a:gd name="T35" fmla="*/ 217 h 776"/>
                  <a:gd name="T36" fmla="*/ 124 w 373"/>
                  <a:gd name="T37" fmla="*/ 217 h 776"/>
                  <a:gd name="T38" fmla="*/ 93 w 373"/>
                  <a:gd name="T39" fmla="*/ 217 h 776"/>
                  <a:gd name="T40" fmla="*/ 93 w 373"/>
                  <a:gd name="T41" fmla="*/ 217 h 776"/>
                  <a:gd name="T42" fmla="*/ 62 w 373"/>
                  <a:gd name="T43" fmla="*/ 217 h 776"/>
                  <a:gd name="T44" fmla="*/ 62 w 373"/>
                  <a:gd name="T45" fmla="*/ 217 h 776"/>
                  <a:gd name="T46" fmla="*/ 62 w 373"/>
                  <a:gd name="T47" fmla="*/ 217 h 776"/>
                  <a:gd name="T48" fmla="*/ 62 w 373"/>
                  <a:gd name="T49" fmla="*/ 248 h 776"/>
                  <a:gd name="T50" fmla="*/ 62 w 373"/>
                  <a:gd name="T51" fmla="*/ 309 h 776"/>
                  <a:gd name="T52" fmla="*/ 62 w 373"/>
                  <a:gd name="T53" fmla="*/ 309 h 776"/>
                  <a:gd name="T54" fmla="*/ 93 w 373"/>
                  <a:gd name="T55" fmla="*/ 465 h 776"/>
                  <a:gd name="T56" fmla="*/ 62 w 373"/>
                  <a:gd name="T57" fmla="*/ 465 h 776"/>
                  <a:gd name="T58" fmla="*/ 30 w 373"/>
                  <a:gd name="T59" fmla="*/ 589 h 776"/>
                  <a:gd name="T60" fmla="*/ 30 w 373"/>
                  <a:gd name="T61" fmla="*/ 589 h 776"/>
                  <a:gd name="T62" fmla="*/ 30 w 373"/>
                  <a:gd name="T63" fmla="*/ 620 h 776"/>
                  <a:gd name="T64" fmla="*/ 30 w 373"/>
                  <a:gd name="T65" fmla="*/ 651 h 776"/>
                  <a:gd name="T66" fmla="*/ 30 w 373"/>
                  <a:gd name="T67" fmla="*/ 713 h 776"/>
                  <a:gd name="T68" fmla="*/ 30 w 373"/>
                  <a:gd name="T69" fmla="*/ 744 h 776"/>
                  <a:gd name="T70" fmla="*/ 93 w 373"/>
                  <a:gd name="T71" fmla="*/ 775 h 776"/>
                  <a:gd name="T72" fmla="*/ 154 w 373"/>
                  <a:gd name="T73" fmla="*/ 775 h 776"/>
                  <a:gd name="T74" fmla="*/ 186 w 373"/>
                  <a:gd name="T75" fmla="*/ 744 h 776"/>
                  <a:gd name="T76" fmla="*/ 186 w 373"/>
                  <a:gd name="T77" fmla="*/ 744 h 776"/>
                  <a:gd name="T78" fmla="*/ 186 w 373"/>
                  <a:gd name="T79" fmla="*/ 744 h 776"/>
                  <a:gd name="T80" fmla="*/ 186 w 373"/>
                  <a:gd name="T81" fmla="*/ 744 h 776"/>
                  <a:gd name="T82" fmla="*/ 278 w 373"/>
                  <a:gd name="T83" fmla="*/ 372 h 776"/>
                  <a:gd name="T84" fmla="*/ 310 w 373"/>
                  <a:gd name="T85" fmla="*/ 309 h 776"/>
                  <a:gd name="T86" fmla="*/ 341 w 373"/>
                  <a:gd name="T87" fmla="*/ 248 h 776"/>
                  <a:gd name="T88" fmla="*/ 341 w 373"/>
                  <a:gd name="T89" fmla="*/ 248 h 776"/>
                  <a:gd name="T90" fmla="*/ 310 w 373"/>
                  <a:gd name="T91" fmla="*/ 217 h 776"/>
                  <a:gd name="T92" fmla="*/ 310 w 373"/>
                  <a:gd name="T93" fmla="*/ 155 h 776"/>
                  <a:gd name="T94" fmla="*/ 310 w 373"/>
                  <a:gd name="T95" fmla="*/ 155 h 776"/>
                  <a:gd name="T96" fmla="*/ 341 w 373"/>
                  <a:gd name="T97" fmla="*/ 155 h 776"/>
                  <a:gd name="T98" fmla="*/ 372 w 373"/>
                  <a:gd name="T99" fmla="*/ 124 h 776"/>
                  <a:gd name="T100" fmla="*/ 341 w 373"/>
                  <a:gd name="T101" fmla="*/ 124 h 776"/>
                  <a:gd name="T102" fmla="*/ 341 w 373"/>
                  <a:gd name="T103" fmla="*/ 93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3" h="776">
                    <a:moveTo>
                      <a:pt x="341" y="93"/>
                    </a:moveTo>
                    <a:lnTo>
                      <a:pt x="341" y="93"/>
                    </a:lnTo>
                    <a:cubicBezTo>
                      <a:pt x="341" y="62"/>
                      <a:pt x="341" y="31"/>
                      <a:pt x="341" y="31"/>
                    </a:cubicBezTo>
                    <a:lnTo>
                      <a:pt x="341" y="0"/>
                    </a:lnTo>
                    <a:cubicBezTo>
                      <a:pt x="341" y="31"/>
                      <a:pt x="310" y="62"/>
                      <a:pt x="310" y="62"/>
                    </a:cubicBezTo>
                    <a:lnTo>
                      <a:pt x="278" y="62"/>
                    </a:lnTo>
                    <a:lnTo>
                      <a:pt x="278" y="62"/>
                    </a:lnTo>
                    <a:cubicBezTo>
                      <a:pt x="278" y="93"/>
                      <a:pt x="278" y="93"/>
                      <a:pt x="278" y="93"/>
                    </a:cubicBezTo>
                    <a:lnTo>
                      <a:pt x="278" y="93"/>
                    </a:lnTo>
                    <a:lnTo>
                      <a:pt x="278" y="124"/>
                    </a:lnTo>
                    <a:cubicBezTo>
                      <a:pt x="248" y="155"/>
                      <a:pt x="248" y="155"/>
                      <a:pt x="217" y="155"/>
                    </a:cubicBezTo>
                    <a:lnTo>
                      <a:pt x="186" y="155"/>
                    </a:lnTo>
                    <a:lnTo>
                      <a:pt x="186" y="155"/>
                    </a:lnTo>
                    <a:cubicBezTo>
                      <a:pt x="186" y="185"/>
                      <a:pt x="186" y="185"/>
                      <a:pt x="186" y="217"/>
                    </a:cubicBezTo>
                    <a:cubicBezTo>
                      <a:pt x="186" y="217"/>
                      <a:pt x="186" y="217"/>
                      <a:pt x="154" y="217"/>
                    </a:cubicBezTo>
                    <a:lnTo>
                      <a:pt x="154" y="217"/>
                    </a:lnTo>
                    <a:lnTo>
                      <a:pt x="154" y="217"/>
                    </a:lnTo>
                    <a:lnTo>
                      <a:pt x="154" y="217"/>
                    </a:lnTo>
                    <a:lnTo>
                      <a:pt x="124" y="217"/>
                    </a:lnTo>
                    <a:cubicBezTo>
                      <a:pt x="124" y="217"/>
                      <a:pt x="124" y="217"/>
                      <a:pt x="93" y="217"/>
                    </a:cubicBezTo>
                    <a:lnTo>
                      <a:pt x="93" y="217"/>
                    </a:lnTo>
                    <a:lnTo>
                      <a:pt x="62" y="217"/>
                    </a:lnTo>
                    <a:lnTo>
                      <a:pt x="62" y="217"/>
                    </a:lnTo>
                    <a:lnTo>
                      <a:pt x="62" y="217"/>
                    </a:lnTo>
                    <a:cubicBezTo>
                      <a:pt x="62" y="248"/>
                      <a:pt x="62" y="248"/>
                      <a:pt x="62" y="248"/>
                    </a:cubicBezTo>
                    <a:cubicBezTo>
                      <a:pt x="62" y="279"/>
                      <a:pt x="62" y="279"/>
                      <a:pt x="62" y="309"/>
                    </a:cubicBezTo>
                    <a:lnTo>
                      <a:pt x="62" y="309"/>
                    </a:lnTo>
                    <a:cubicBezTo>
                      <a:pt x="93" y="372"/>
                      <a:pt x="93" y="433"/>
                      <a:pt x="93" y="465"/>
                    </a:cubicBezTo>
                    <a:cubicBezTo>
                      <a:pt x="62" y="465"/>
                      <a:pt x="62" y="465"/>
                      <a:pt x="62" y="465"/>
                    </a:cubicBezTo>
                    <a:cubicBezTo>
                      <a:pt x="62" y="496"/>
                      <a:pt x="30" y="557"/>
                      <a:pt x="30" y="589"/>
                    </a:cubicBezTo>
                    <a:cubicBezTo>
                      <a:pt x="0" y="589"/>
                      <a:pt x="0" y="589"/>
                      <a:pt x="30" y="589"/>
                    </a:cubicBezTo>
                    <a:cubicBezTo>
                      <a:pt x="30" y="620"/>
                      <a:pt x="30" y="620"/>
                      <a:pt x="30" y="620"/>
                    </a:cubicBezTo>
                    <a:cubicBezTo>
                      <a:pt x="30" y="651"/>
                      <a:pt x="30" y="651"/>
                      <a:pt x="30" y="651"/>
                    </a:cubicBezTo>
                    <a:cubicBezTo>
                      <a:pt x="30" y="681"/>
                      <a:pt x="30" y="681"/>
                      <a:pt x="30" y="713"/>
                    </a:cubicBezTo>
                    <a:cubicBezTo>
                      <a:pt x="30" y="713"/>
                      <a:pt x="30" y="713"/>
                      <a:pt x="30" y="744"/>
                    </a:cubicBezTo>
                    <a:cubicBezTo>
                      <a:pt x="62" y="744"/>
                      <a:pt x="93" y="775"/>
                      <a:pt x="93" y="775"/>
                    </a:cubicBezTo>
                    <a:cubicBezTo>
                      <a:pt x="93" y="775"/>
                      <a:pt x="124" y="775"/>
                      <a:pt x="154" y="775"/>
                    </a:cubicBezTo>
                    <a:cubicBezTo>
                      <a:pt x="154" y="744"/>
                      <a:pt x="186" y="744"/>
                      <a:pt x="186" y="744"/>
                    </a:cubicBezTo>
                    <a:lnTo>
                      <a:pt x="186" y="744"/>
                    </a:lnTo>
                    <a:lnTo>
                      <a:pt x="186" y="744"/>
                    </a:lnTo>
                    <a:lnTo>
                      <a:pt x="186" y="744"/>
                    </a:lnTo>
                    <a:cubicBezTo>
                      <a:pt x="186" y="713"/>
                      <a:pt x="278" y="433"/>
                      <a:pt x="278" y="372"/>
                    </a:cubicBezTo>
                    <a:cubicBezTo>
                      <a:pt x="310" y="341"/>
                      <a:pt x="310" y="341"/>
                      <a:pt x="310" y="309"/>
                    </a:cubicBezTo>
                    <a:cubicBezTo>
                      <a:pt x="310" y="279"/>
                      <a:pt x="310" y="279"/>
                      <a:pt x="341" y="248"/>
                    </a:cubicBezTo>
                    <a:lnTo>
                      <a:pt x="341" y="248"/>
                    </a:lnTo>
                    <a:lnTo>
                      <a:pt x="310" y="217"/>
                    </a:lnTo>
                    <a:cubicBezTo>
                      <a:pt x="310" y="185"/>
                      <a:pt x="310" y="155"/>
                      <a:pt x="310" y="155"/>
                    </a:cubicBezTo>
                    <a:lnTo>
                      <a:pt x="310" y="155"/>
                    </a:lnTo>
                    <a:cubicBezTo>
                      <a:pt x="341" y="155"/>
                      <a:pt x="341" y="155"/>
                      <a:pt x="341" y="155"/>
                    </a:cubicBezTo>
                    <a:cubicBezTo>
                      <a:pt x="341" y="155"/>
                      <a:pt x="341" y="124"/>
                      <a:pt x="372" y="124"/>
                    </a:cubicBezTo>
                    <a:cubicBezTo>
                      <a:pt x="372" y="124"/>
                      <a:pt x="372" y="124"/>
                      <a:pt x="341" y="124"/>
                    </a:cubicBezTo>
                    <a:lnTo>
                      <a:pt x="341" y="9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00" name="Freeform 49">
                <a:extLst>
                  <a:ext uri="{FF2B5EF4-FFF2-40B4-BE49-F238E27FC236}">
                    <a16:creationId xmlns:a16="http://schemas.microsoft.com/office/drawing/2014/main" id="{567BE273-12DC-45C7-0EEF-146A28961432}"/>
                  </a:ext>
                </a:extLst>
              </p:cNvPr>
              <p:cNvSpPr>
                <a:spLocks noChangeArrowheads="1"/>
              </p:cNvSpPr>
              <p:nvPr/>
            </p:nvSpPr>
            <p:spPr bwMode="auto">
              <a:xfrm>
                <a:off x="3902075" y="3052763"/>
                <a:ext cx="168275" cy="257175"/>
              </a:xfrm>
              <a:custGeom>
                <a:avLst/>
                <a:gdLst>
                  <a:gd name="T0" fmla="*/ 279 w 466"/>
                  <a:gd name="T1" fmla="*/ 650 h 714"/>
                  <a:gd name="T2" fmla="*/ 279 w 466"/>
                  <a:gd name="T3" fmla="*/ 650 h 714"/>
                  <a:gd name="T4" fmla="*/ 310 w 466"/>
                  <a:gd name="T5" fmla="*/ 682 h 714"/>
                  <a:gd name="T6" fmla="*/ 310 w 466"/>
                  <a:gd name="T7" fmla="*/ 713 h 714"/>
                  <a:gd name="T8" fmla="*/ 310 w 466"/>
                  <a:gd name="T9" fmla="*/ 713 h 714"/>
                  <a:gd name="T10" fmla="*/ 310 w 466"/>
                  <a:gd name="T11" fmla="*/ 713 h 714"/>
                  <a:gd name="T12" fmla="*/ 341 w 466"/>
                  <a:gd name="T13" fmla="*/ 713 h 714"/>
                  <a:gd name="T14" fmla="*/ 341 w 466"/>
                  <a:gd name="T15" fmla="*/ 713 h 714"/>
                  <a:gd name="T16" fmla="*/ 372 w 466"/>
                  <a:gd name="T17" fmla="*/ 713 h 714"/>
                  <a:gd name="T18" fmla="*/ 372 w 466"/>
                  <a:gd name="T19" fmla="*/ 713 h 714"/>
                  <a:gd name="T20" fmla="*/ 372 w 466"/>
                  <a:gd name="T21" fmla="*/ 713 h 714"/>
                  <a:gd name="T22" fmla="*/ 372 w 466"/>
                  <a:gd name="T23" fmla="*/ 713 h 714"/>
                  <a:gd name="T24" fmla="*/ 403 w 466"/>
                  <a:gd name="T25" fmla="*/ 682 h 714"/>
                  <a:gd name="T26" fmla="*/ 403 w 466"/>
                  <a:gd name="T27" fmla="*/ 248 h 714"/>
                  <a:gd name="T28" fmla="*/ 465 w 466"/>
                  <a:gd name="T29" fmla="*/ 248 h 714"/>
                  <a:gd name="T30" fmla="*/ 465 w 466"/>
                  <a:gd name="T31" fmla="*/ 62 h 714"/>
                  <a:gd name="T32" fmla="*/ 372 w 466"/>
                  <a:gd name="T33" fmla="*/ 62 h 714"/>
                  <a:gd name="T34" fmla="*/ 341 w 466"/>
                  <a:gd name="T35" fmla="*/ 30 h 714"/>
                  <a:gd name="T36" fmla="*/ 279 w 466"/>
                  <a:gd name="T37" fmla="*/ 30 h 714"/>
                  <a:gd name="T38" fmla="*/ 279 w 466"/>
                  <a:gd name="T39" fmla="*/ 30 h 714"/>
                  <a:gd name="T40" fmla="*/ 155 w 466"/>
                  <a:gd name="T41" fmla="*/ 30 h 714"/>
                  <a:gd name="T42" fmla="*/ 124 w 466"/>
                  <a:gd name="T43" fmla="*/ 30 h 714"/>
                  <a:gd name="T44" fmla="*/ 124 w 466"/>
                  <a:gd name="T45" fmla="*/ 30 h 714"/>
                  <a:gd name="T46" fmla="*/ 93 w 466"/>
                  <a:gd name="T47" fmla="*/ 30 h 714"/>
                  <a:gd name="T48" fmla="*/ 93 w 466"/>
                  <a:gd name="T49" fmla="*/ 30 h 714"/>
                  <a:gd name="T50" fmla="*/ 62 w 466"/>
                  <a:gd name="T51" fmla="*/ 0 h 714"/>
                  <a:gd name="T52" fmla="*/ 62 w 466"/>
                  <a:gd name="T53" fmla="*/ 0 h 714"/>
                  <a:gd name="T54" fmla="*/ 62 w 466"/>
                  <a:gd name="T55" fmla="*/ 0 h 714"/>
                  <a:gd name="T56" fmla="*/ 62 w 466"/>
                  <a:gd name="T57" fmla="*/ 0 h 714"/>
                  <a:gd name="T58" fmla="*/ 62 w 466"/>
                  <a:gd name="T59" fmla="*/ 0 h 714"/>
                  <a:gd name="T60" fmla="*/ 62 w 466"/>
                  <a:gd name="T61" fmla="*/ 0 h 714"/>
                  <a:gd name="T62" fmla="*/ 62 w 466"/>
                  <a:gd name="T63" fmla="*/ 0 h 714"/>
                  <a:gd name="T64" fmla="*/ 31 w 466"/>
                  <a:gd name="T65" fmla="*/ 30 h 714"/>
                  <a:gd name="T66" fmla="*/ 0 w 466"/>
                  <a:gd name="T67" fmla="*/ 30 h 714"/>
                  <a:gd name="T68" fmla="*/ 0 w 466"/>
                  <a:gd name="T69" fmla="*/ 30 h 714"/>
                  <a:gd name="T70" fmla="*/ 0 w 466"/>
                  <a:gd name="T71" fmla="*/ 30 h 714"/>
                  <a:gd name="T72" fmla="*/ 62 w 466"/>
                  <a:gd name="T73" fmla="*/ 124 h 714"/>
                  <a:gd name="T74" fmla="*/ 93 w 466"/>
                  <a:gd name="T75" fmla="*/ 217 h 714"/>
                  <a:gd name="T76" fmla="*/ 124 w 466"/>
                  <a:gd name="T77" fmla="*/ 278 h 714"/>
                  <a:gd name="T78" fmla="*/ 155 w 466"/>
                  <a:gd name="T79" fmla="*/ 310 h 714"/>
                  <a:gd name="T80" fmla="*/ 155 w 466"/>
                  <a:gd name="T81" fmla="*/ 402 h 714"/>
                  <a:gd name="T82" fmla="*/ 155 w 466"/>
                  <a:gd name="T83" fmla="*/ 402 h 714"/>
                  <a:gd name="T84" fmla="*/ 155 w 466"/>
                  <a:gd name="T85" fmla="*/ 434 h 714"/>
                  <a:gd name="T86" fmla="*/ 186 w 466"/>
                  <a:gd name="T87" fmla="*/ 465 h 714"/>
                  <a:gd name="T88" fmla="*/ 186 w 466"/>
                  <a:gd name="T89" fmla="*/ 526 h 714"/>
                  <a:gd name="T90" fmla="*/ 186 w 466"/>
                  <a:gd name="T91" fmla="*/ 526 h 714"/>
                  <a:gd name="T92" fmla="*/ 186 w 466"/>
                  <a:gd name="T93" fmla="*/ 620 h 714"/>
                  <a:gd name="T94" fmla="*/ 186 w 466"/>
                  <a:gd name="T95" fmla="*/ 620 h 714"/>
                  <a:gd name="T96" fmla="*/ 248 w 466"/>
                  <a:gd name="T97" fmla="*/ 682 h 714"/>
                  <a:gd name="T98" fmla="*/ 248 w 466"/>
                  <a:gd name="T99" fmla="*/ 650 h 714"/>
                  <a:gd name="T100" fmla="*/ 279 w 466"/>
                  <a:gd name="T101" fmla="*/ 650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66" h="714">
                    <a:moveTo>
                      <a:pt x="279" y="650"/>
                    </a:moveTo>
                    <a:lnTo>
                      <a:pt x="279" y="650"/>
                    </a:lnTo>
                    <a:cubicBezTo>
                      <a:pt x="279" y="650"/>
                      <a:pt x="310" y="650"/>
                      <a:pt x="310" y="682"/>
                    </a:cubicBezTo>
                    <a:cubicBezTo>
                      <a:pt x="310" y="682"/>
                      <a:pt x="310" y="682"/>
                      <a:pt x="310" y="713"/>
                    </a:cubicBezTo>
                    <a:lnTo>
                      <a:pt x="310" y="713"/>
                    </a:lnTo>
                    <a:lnTo>
                      <a:pt x="310" y="713"/>
                    </a:lnTo>
                    <a:lnTo>
                      <a:pt x="341" y="713"/>
                    </a:lnTo>
                    <a:lnTo>
                      <a:pt x="341" y="713"/>
                    </a:lnTo>
                    <a:lnTo>
                      <a:pt x="372" y="713"/>
                    </a:lnTo>
                    <a:lnTo>
                      <a:pt x="372" y="713"/>
                    </a:lnTo>
                    <a:lnTo>
                      <a:pt x="372" y="713"/>
                    </a:lnTo>
                    <a:lnTo>
                      <a:pt x="372" y="713"/>
                    </a:lnTo>
                    <a:cubicBezTo>
                      <a:pt x="403" y="713"/>
                      <a:pt x="403" y="713"/>
                      <a:pt x="403" y="682"/>
                    </a:cubicBezTo>
                    <a:cubicBezTo>
                      <a:pt x="403" y="248"/>
                      <a:pt x="403" y="248"/>
                      <a:pt x="403" y="248"/>
                    </a:cubicBezTo>
                    <a:cubicBezTo>
                      <a:pt x="465" y="248"/>
                      <a:pt x="465" y="248"/>
                      <a:pt x="465" y="248"/>
                    </a:cubicBezTo>
                    <a:cubicBezTo>
                      <a:pt x="465" y="62"/>
                      <a:pt x="465" y="62"/>
                      <a:pt x="465" y="62"/>
                    </a:cubicBezTo>
                    <a:cubicBezTo>
                      <a:pt x="372" y="62"/>
                      <a:pt x="372" y="62"/>
                      <a:pt x="372" y="62"/>
                    </a:cubicBezTo>
                    <a:cubicBezTo>
                      <a:pt x="341" y="30"/>
                      <a:pt x="341" y="30"/>
                      <a:pt x="341" y="30"/>
                    </a:cubicBezTo>
                    <a:cubicBezTo>
                      <a:pt x="341" y="30"/>
                      <a:pt x="310" y="30"/>
                      <a:pt x="279" y="30"/>
                    </a:cubicBezTo>
                    <a:lnTo>
                      <a:pt x="279" y="30"/>
                    </a:lnTo>
                    <a:cubicBezTo>
                      <a:pt x="248" y="30"/>
                      <a:pt x="155" y="30"/>
                      <a:pt x="155" y="30"/>
                    </a:cubicBezTo>
                    <a:lnTo>
                      <a:pt x="124" y="30"/>
                    </a:lnTo>
                    <a:lnTo>
                      <a:pt x="124" y="30"/>
                    </a:lnTo>
                    <a:cubicBezTo>
                      <a:pt x="93" y="30"/>
                      <a:pt x="93" y="30"/>
                      <a:pt x="93" y="30"/>
                    </a:cubicBezTo>
                    <a:lnTo>
                      <a:pt x="93" y="30"/>
                    </a:lnTo>
                    <a:cubicBezTo>
                      <a:pt x="93" y="30"/>
                      <a:pt x="62" y="30"/>
                      <a:pt x="62" y="0"/>
                    </a:cubicBezTo>
                    <a:lnTo>
                      <a:pt x="62" y="0"/>
                    </a:lnTo>
                    <a:lnTo>
                      <a:pt x="62" y="0"/>
                    </a:lnTo>
                    <a:lnTo>
                      <a:pt x="62" y="0"/>
                    </a:lnTo>
                    <a:lnTo>
                      <a:pt x="62" y="0"/>
                    </a:lnTo>
                    <a:lnTo>
                      <a:pt x="62" y="0"/>
                    </a:lnTo>
                    <a:lnTo>
                      <a:pt x="62" y="0"/>
                    </a:lnTo>
                    <a:lnTo>
                      <a:pt x="31" y="30"/>
                    </a:lnTo>
                    <a:cubicBezTo>
                      <a:pt x="31" y="30"/>
                      <a:pt x="31" y="30"/>
                      <a:pt x="0" y="30"/>
                    </a:cubicBezTo>
                    <a:lnTo>
                      <a:pt x="0" y="30"/>
                    </a:lnTo>
                    <a:lnTo>
                      <a:pt x="0" y="30"/>
                    </a:lnTo>
                    <a:cubicBezTo>
                      <a:pt x="0" y="30"/>
                      <a:pt x="31" y="93"/>
                      <a:pt x="62" y="124"/>
                    </a:cubicBezTo>
                    <a:cubicBezTo>
                      <a:pt x="93" y="154"/>
                      <a:pt x="93" y="186"/>
                      <a:pt x="93" y="217"/>
                    </a:cubicBezTo>
                    <a:cubicBezTo>
                      <a:pt x="93" y="217"/>
                      <a:pt x="124" y="248"/>
                      <a:pt x="124" y="278"/>
                    </a:cubicBezTo>
                    <a:cubicBezTo>
                      <a:pt x="155" y="310"/>
                      <a:pt x="155" y="310"/>
                      <a:pt x="155" y="310"/>
                    </a:cubicBezTo>
                    <a:cubicBezTo>
                      <a:pt x="155" y="310"/>
                      <a:pt x="155" y="341"/>
                      <a:pt x="155" y="402"/>
                    </a:cubicBezTo>
                    <a:lnTo>
                      <a:pt x="155" y="402"/>
                    </a:lnTo>
                    <a:cubicBezTo>
                      <a:pt x="155" y="434"/>
                      <a:pt x="155" y="434"/>
                      <a:pt x="155" y="434"/>
                    </a:cubicBezTo>
                    <a:lnTo>
                      <a:pt x="186" y="465"/>
                    </a:lnTo>
                    <a:cubicBezTo>
                      <a:pt x="186" y="496"/>
                      <a:pt x="186" y="496"/>
                      <a:pt x="186" y="526"/>
                    </a:cubicBezTo>
                    <a:lnTo>
                      <a:pt x="186" y="526"/>
                    </a:lnTo>
                    <a:cubicBezTo>
                      <a:pt x="186" y="558"/>
                      <a:pt x="186" y="589"/>
                      <a:pt x="186" y="620"/>
                    </a:cubicBezTo>
                    <a:lnTo>
                      <a:pt x="186" y="620"/>
                    </a:lnTo>
                    <a:cubicBezTo>
                      <a:pt x="217" y="650"/>
                      <a:pt x="217" y="650"/>
                      <a:pt x="248" y="682"/>
                    </a:cubicBezTo>
                    <a:lnTo>
                      <a:pt x="248" y="650"/>
                    </a:lnTo>
                    <a:cubicBezTo>
                      <a:pt x="279" y="650"/>
                      <a:pt x="279" y="650"/>
                      <a:pt x="279" y="65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01" name="Freeform 50">
                <a:extLst>
                  <a:ext uri="{FF2B5EF4-FFF2-40B4-BE49-F238E27FC236}">
                    <a16:creationId xmlns:a16="http://schemas.microsoft.com/office/drawing/2014/main" id="{39BA715B-41A5-9356-3A9C-4C0B2F84ED35}"/>
                  </a:ext>
                </a:extLst>
              </p:cNvPr>
              <p:cNvSpPr>
                <a:spLocks noChangeArrowheads="1"/>
              </p:cNvSpPr>
              <p:nvPr/>
            </p:nvSpPr>
            <p:spPr bwMode="auto">
              <a:xfrm>
                <a:off x="3502025" y="2416175"/>
                <a:ext cx="100013" cy="123825"/>
              </a:xfrm>
              <a:custGeom>
                <a:avLst/>
                <a:gdLst>
                  <a:gd name="T0" fmla="*/ 279 w 280"/>
                  <a:gd name="T1" fmla="*/ 124 h 342"/>
                  <a:gd name="T2" fmla="*/ 279 w 280"/>
                  <a:gd name="T3" fmla="*/ 94 h 342"/>
                  <a:gd name="T4" fmla="*/ 279 w 280"/>
                  <a:gd name="T5" fmla="*/ 62 h 342"/>
                  <a:gd name="T6" fmla="*/ 279 w 280"/>
                  <a:gd name="T7" fmla="*/ 62 h 342"/>
                  <a:gd name="T8" fmla="*/ 248 w 280"/>
                  <a:gd name="T9" fmla="*/ 62 h 342"/>
                  <a:gd name="T10" fmla="*/ 186 w 280"/>
                  <a:gd name="T11" fmla="*/ 62 h 342"/>
                  <a:gd name="T12" fmla="*/ 155 w 280"/>
                  <a:gd name="T13" fmla="*/ 31 h 342"/>
                  <a:gd name="T14" fmla="*/ 155 w 280"/>
                  <a:gd name="T15" fmla="*/ 31 h 342"/>
                  <a:gd name="T16" fmla="*/ 124 w 280"/>
                  <a:gd name="T17" fmla="*/ 31 h 342"/>
                  <a:gd name="T18" fmla="*/ 93 w 280"/>
                  <a:gd name="T19" fmla="*/ 0 h 342"/>
                  <a:gd name="T20" fmla="*/ 63 w 280"/>
                  <a:gd name="T21" fmla="*/ 31 h 342"/>
                  <a:gd name="T22" fmla="*/ 31 w 280"/>
                  <a:gd name="T23" fmla="*/ 31 h 342"/>
                  <a:gd name="T24" fmla="*/ 31 w 280"/>
                  <a:gd name="T25" fmla="*/ 0 h 342"/>
                  <a:gd name="T26" fmla="*/ 31 w 280"/>
                  <a:gd name="T27" fmla="*/ 31 h 342"/>
                  <a:gd name="T28" fmla="*/ 31 w 280"/>
                  <a:gd name="T29" fmla="*/ 31 h 342"/>
                  <a:gd name="T30" fmla="*/ 31 w 280"/>
                  <a:gd name="T31" fmla="*/ 31 h 342"/>
                  <a:gd name="T32" fmla="*/ 63 w 280"/>
                  <a:gd name="T33" fmla="*/ 62 h 342"/>
                  <a:gd name="T34" fmla="*/ 63 w 280"/>
                  <a:gd name="T35" fmla="*/ 94 h 342"/>
                  <a:gd name="T36" fmla="*/ 31 w 280"/>
                  <a:gd name="T37" fmla="*/ 124 h 342"/>
                  <a:gd name="T38" fmla="*/ 31 w 280"/>
                  <a:gd name="T39" fmla="*/ 155 h 342"/>
                  <a:gd name="T40" fmla="*/ 31 w 280"/>
                  <a:gd name="T41" fmla="*/ 155 h 342"/>
                  <a:gd name="T42" fmla="*/ 31 w 280"/>
                  <a:gd name="T43" fmla="*/ 186 h 342"/>
                  <a:gd name="T44" fmla="*/ 31 w 280"/>
                  <a:gd name="T45" fmla="*/ 186 h 342"/>
                  <a:gd name="T46" fmla="*/ 0 w 280"/>
                  <a:gd name="T47" fmla="*/ 186 h 342"/>
                  <a:gd name="T48" fmla="*/ 0 w 280"/>
                  <a:gd name="T49" fmla="*/ 218 h 342"/>
                  <a:gd name="T50" fmla="*/ 31 w 280"/>
                  <a:gd name="T51" fmla="*/ 218 h 342"/>
                  <a:gd name="T52" fmla="*/ 31 w 280"/>
                  <a:gd name="T53" fmla="*/ 248 h 342"/>
                  <a:gd name="T54" fmla="*/ 63 w 280"/>
                  <a:gd name="T55" fmla="*/ 279 h 342"/>
                  <a:gd name="T56" fmla="*/ 63 w 280"/>
                  <a:gd name="T57" fmla="*/ 310 h 342"/>
                  <a:gd name="T58" fmla="*/ 155 w 280"/>
                  <a:gd name="T59" fmla="*/ 310 h 342"/>
                  <a:gd name="T60" fmla="*/ 217 w 280"/>
                  <a:gd name="T61" fmla="*/ 279 h 342"/>
                  <a:gd name="T62" fmla="*/ 248 w 280"/>
                  <a:gd name="T63" fmla="*/ 279 h 342"/>
                  <a:gd name="T64" fmla="*/ 248 w 280"/>
                  <a:gd name="T65" fmla="*/ 279 h 342"/>
                  <a:gd name="T66" fmla="*/ 248 w 280"/>
                  <a:gd name="T67" fmla="*/ 186 h 342"/>
                  <a:gd name="T68" fmla="*/ 248 w 280"/>
                  <a:gd name="T69" fmla="*/ 186 h 342"/>
                  <a:gd name="T70" fmla="*/ 248 w 280"/>
                  <a:gd name="T71" fmla="*/ 186 h 342"/>
                  <a:gd name="T72" fmla="*/ 248 w 280"/>
                  <a:gd name="T73" fmla="*/ 155 h 342"/>
                  <a:gd name="T74" fmla="*/ 279 w 280"/>
                  <a:gd name="T75" fmla="*/ 124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0" h="342">
                    <a:moveTo>
                      <a:pt x="279" y="124"/>
                    </a:moveTo>
                    <a:lnTo>
                      <a:pt x="279" y="124"/>
                    </a:lnTo>
                    <a:lnTo>
                      <a:pt x="279" y="124"/>
                    </a:lnTo>
                    <a:cubicBezTo>
                      <a:pt x="279" y="124"/>
                      <a:pt x="279" y="124"/>
                      <a:pt x="279" y="94"/>
                    </a:cubicBezTo>
                    <a:cubicBezTo>
                      <a:pt x="279" y="94"/>
                      <a:pt x="279" y="94"/>
                      <a:pt x="279" y="62"/>
                    </a:cubicBezTo>
                    <a:lnTo>
                      <a:pt x="279" y="62"/>
                    </a:lnTo>
                    <a:lnTo>
                      <a:pt x="279" y="62"/>
                    </a:lnTo>
                    <a:lnTo>
                      <a:pt x="279" y="62"/>
                    </a:lnTo>
                    <a:lnTo>
                      <a:pt x="248" y="62"/>
                    </a:lnTo>
                    <a:lnTo>
                      <a:pt x="248" y="62"/>
                    </a:lnTo>
                    <a:cubicBezTo>
                      <a:pt x="248" y="62"/>
                      <a:pt x="248" y="62"/>
                      <a:pt x="217" y="62"/>
                    </a:cubicBezTo>
                    <a:cubicBezTo>
                      <a:pt x="217" y="62"/>
                      <a:pt x="217" y="62"/>
                      <a:pt x="186" y="62"/>
                    </a:cubicBezTo>
                    <a:cubicBezTo>
                      <a:pt x="186" y="62"/>
                      <a:pt x="155" y="62"/>
                      <a:pt x="155" y="31"/>
                    </a:cubicBezTo>
                    <a:lnTo>
                      <a:pt x="155" y="31"/>
                    </a:lnTo>
                    <a:lnTo>
                      <a:pt x="155" y="31"/>
                    </a:lnTo>
                    <a:lnTo>
                      <a:pt x="155" y="31"/>
                    </a:lnTo>
                    <a:cubicBezTo>
                      <a:pt x="124" y="31"/>
                      <a:pt x="124" y="31"/>
                      <a:pt x="124" y="31"/>
                    </a:cubicBezTo>
                    <a:lnTo>
                      <a:pt x="124" y="31"/>
                    </a:lnTo>
                    <a:lnTo>
                      <a:pt x="124" y="31"/>
                    </a:lnTo>
                    <a:cubicBezTo>
                      <a:pt x="124" y="31"/>
                      <a:pt x="93" y="31"/>
                      <a:pt x="93" y="0"/>
                    </a:cubicBezTo>
                    <a:lnTo>
                      <a:pt x="93" y="0"/>
                    </a:lnTo>
                    <a:cubicBezTo>
                      <a:pt x="93" y="31"/>
                      <a:pt x="63" y="31"/>
                      <a:pt x="63" y="31"/>
                    </a:cubicBezTo>
                    <a:lnTo>
                      <a:pt x="63" y="31"/>
                    </a:lnTo>
                    <a:lnTo>
                      <a:pt x="31" y="31"/>
                    </a:lnTo>
                    <a:lnTo>
                      <a:pt x="31" y="31"/>
                    </a:lnTo>
                    <a:lnTo>
                      <a:pt x="31" y="0"/>
                    </a:lnTo>
                    <a:lnTo>
                      <a:pt x="31" y="0"/>
                    </a:lnTo>
                    <a:cubicBezTo>
                      <a:pt x="31" y="31"/>
                      <a:pt x="31" y="31"/>
                      <a:pt x="31" y="31"/>
                    </a:cubicBezTo>
                    <a:lnTo>
                      <a:pt x="31" y="31"/>
                    </a:lnTo>
                    <a:lnTo>
                      <a:pt x="31" y="31"/>
                    </a:lnTo>
                    <a:lnTo>
                      <a:pt x="31" y="31"/>
                    </a:lnTo>
                    <a:lnTo>
                      <a:pt x="31" y="31"/>
                    </a:lnTo>
                    <a:cubicBezTo>
                      <a:pt x="31" y="62"/>
                      <a:pt x="63" y="62"/>
                      <a:pt x="63" y="62"/>
                    </a:cubicBezTo>
                    <a:lnTo>
                      <a:pt x="63" y="62"/>
                    </a:lnTo>
                    <a:cubicBezTo>
                      <a:pt x="63" y="94"/>
                      <a:pt x="63" y="94"/>
                      <a:pt x="31" y="94"/>
                    </a:cubicBezTo>
                    <a:cubicBezTo>
                      <a:pt x="63" y="94"/>
                      <a:pt x="63" y="94"/>
                      <a:pt x="63" y="94"/>
                    </a:cubicBezTo>
                    <a:cubicBezTo>
                      <a:pt x="93" y="124"/>
                      <a:pt x="93" y="124"/>
                      <a:pt x="93" y="124"/>
                    </a:cubicBezTo>
                    <a:cubicBezTo>
                      <a:pt x="31" y="124"/>
                      <a:pt x="31" y="124"/>
                      <a:pt x="31" y="124"/>
                    </a:cubicBezTo>
                    <a:lnTo>
                      <a:pt x="31" y="124"/>
                    </a:lnTo>
                    <a:lnTo>
                      <a:pt x="31" y="155"/>
                    </a:lnTo>
                    <a:lnTo>
                      <a:pt x="31" y="155"/>
                    </a:lnTo>
                    <a:lnTo>
                      <a:pt x="31" y="155"/>
                    </a:lnTo>
                    <a:lnTo>
                      <a:pt x="31" y="155"/>
                    </a:lnTo>
                    <a:cubicBezTo>
                      <a:pt x="31" y="155"/>
                      <a:pt x="31" y="155"/>
                      <a:pt x="31" y="186"/>
                    </a:cubicBezTo>
                    <a:lnTo>
                      <a:pt x="31" y="186"/>
                    </a:lnTo>
                    <a:lnTo>
                      <a:pt x="31" y="186"/>
                    </a:lnTo>
                    <a:lnTo>
                      <a:pt x="31" y="186"/>
                    </a:lnTo>
                    <a:cubicBezTo>
                      <a:pt x="0" y="186"/>
                      <a:pt x="0" y="186"/>
                      <a:pt x="0" y="186"/>
                    </a:cubicBezTo>
                    <a:cubicBezTo>
                      <a:pt x="0" y="186"/>
                      <a:pt x="0" y="186"/>
                      <a:pt x="0" y="218"/>
                    </a:cubicBezTo>
                    <a:lnTo>
                      <a:pt x="0" y="218"/>
                    </a:lnTo>
                    <a:lnTo>
                      <a:pt x="0" y="218"/>
                    </a:lnTo>
                    <a:cubicBezTo>
                      <a:pt x="31" y="218"/>
                      <a:pt x="31" y="218"/>
                      <a:pt x="31" y="218"/>
                    </a:cubicBezTo>
                    <a:lnTo>
                      <a:pt x="31" y="218"/>
                    </a:lnTo>
                    <a:cubicBezTo>
                      <a:pt x="31" y="248"/>
                      <a:pt x="31" y="248"/>
                      <a:pt x="31" y="248"/>
                    </a:cubicBezTo>
                    <a:cubicBezTo>
                      <a:pt x="63" y="248"/>
                      <a:pt x="63" y="248"/>
                      <a:pt x="63" y="248"/>
                    </a:cubicBezTo>
                    <a:cubicBezTo>
                      <a:pt x="63" y="279"/>
                      <a:pt x="63" y="279"/>
                      <a:pt x="63" y="279"/>
                    </a:cubicBezTo>
                    <a:cubicBezTo>
                      <a:pt x="63" y="279"/>
                      <a:pt x="63" y="279"/>
                      <a:pt x="63" y="310"/>
                    </a:cubicBezTo>
                    <a:lnTo>
                      <a:pt x="63" y="310"/>
                    </a:lnTo>
                    <a:lnTo>
                      <a:pt x="63" y="341"/>
                    </a:lnTo>
                    <a:cubicBezTo>
                      <a:pt x="93" y="341"/>
                      <a:pt x="124" y="310"/>
                      <a:pt x="155" y="310"/>
                    </a:cubicBezTo>
                    <a:cubicBezTo>
                      <a:pt x="155" y="279"/>
                      <a:pt x="155" y="279"/>
                      <a:pt x="186" y="279"/>
                    </a:cubicBezTo>
                    <a:lnTo>
                      <a:pt x="217" y="279"/>
                    </a:lnTo>
                    <a:lnTo>
                      <a:pt x="248" y="279"/>
                    </a:lnTo>
                    <a:lnTo>
                      <a:pt x="248" y="279"/>
                    </a:lnTo>
                    <a:lnTo>
                      <a:pt x="248" y="279"/>
                    </a:lnTo>
                    <a:lnTo>
                      <a:pt x="248" y="279"/>
                    </a:lnTo>
                    <a:cubicBezTo>
                      <a:pt x="248" y="248"/>
                      <a:pt x="248" y="248"/>
                      <a:pt x="248" y="248"/>
                    </a:cubicBezTo>
                    <a:cubicBezTo>
                      <a:pt x="248" y="218"/>
                      <a:pt x="248" y="218"/>
                      <a:pt x="248" y="186"/>
                    </a:cubicBezTo>
                    <a:lnTo>
                      <a:pt x="248" y="186"/>
                    </a:lnTo>
                    <a:lnTo>
                      <a:pt x="248" y="186"/>
                    </a:lnTo>
                    <a:lnTo>
                      <a:pt x="248" y="186"/>
                    </a:lnTo>
                    <a:lnTo>
                      <a:pt x="248" y="186"/>
                    </a:lnTo>
                    <a:cubicBezTo>
                      <a:pt x="248" y="186"/>
                      <a:pt x="248" y="186"/>
                      <a:pt x="248" y="155"/>
                    </a:cubicBezTo>
                    <a:lnTo>
                      <a:pt x="248" y="155"/>
                    </a:lnTo>
                    <a:cubicBezTo>
                      <a:pt x="279" y="155"/>
                      <a:pt x="279" y="155"/>
                      <a:pt x="279" y="155"/>
                    </a:cubicBezTo>
                    <a:lnTo>
                      <a:pt x="279" y="12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02" name="Freeform 51">
                <a:extLst>
                  <a:ext uri="{FF2B5EF4-FFF2-40B4-BE49-F238E27FC236}">
                    <a16:creationId xmlns:a16="http://schemas.microsoft.com/office/drawing/2014/main" id="{A980725E-AEAF-D406-5834-EB35CE8A5035}"/>
                  </a:ext>
                </a:extLst>
              </p:cNvPr>
              <p:cNvSpPr>
                <a:spLocks noChangeArrowheads="1"/>
              </p:cNvSpPr>
              <p:nvPr/>
            </p:nvSpPr>
            <p:spPr bwMode="auto">
              <a:xfrm>
                <a:off x="3444875" y="2460625"/>
                <a:ext cx="66675" cy="77788"/>
              </a:xfrm>
              <a:custGeom>
                <a:avLst/>
                <a:gdLst>
                  <a:gd name="T0" fmla="*/ 155 w 187"/>
                  <a:gd name="T1" fmla="*/ 155 h 218"/>
                  <a:gd name="T2" fmla="*/ 155 w 187"/>
                  <a:gd name="T3" fmla="*/ 155 h 218"/>
                  <a:gd name="T4" fmla="*/ 155 w 187"/>
                  <a:gd name="T5" fmla="*/ 155 h 218"/>
                  <a:gd name="T6" fmla="*/ 155 w 187"/>
                  <a:gd name="T7" fmla="*/ 155 h 218"/>
                  <a:gd name="T8" fmla="*/ 155 w 187"/>
                  <a:gd name="T9" fmla="*/ 155 h 218"/>
                  <a:gd name="T10" fmla="*/ 124 w 187"/>
                  <a:gd name="T11" fmla="*/ 155 h 218"/>
                  <a:gd name="T12" fmla="*/ 124 w 187"/>
                  <a:gd name="T13" fmla="*/ 124 h 218"/>
                  <a:gd name="T14" fmla="*/ 124 w 187"/>
                  <a:gd name="T15" fmla="*/ 124 h 218"/>
                  <a:gd name="T16" fmla="*/ 124 w 187"/>
                  <a:gd name="T17" fmla="*/ 124 h 218"/>
                  <a:gd name="T18" fmla="*/ 124 w 187"/>
                  <a:gd name="T19" fmla="*/ 94 h 218"/>
                  <a:gd name="T20" fmla="*/ 94 w 187"/>
                  <a:gd name="T21" fmla="*/ 94 h 218"/>
                  <a:gd name="T22" fmla="*/ 62 w 187"/>
                  <a:gd name="T23" fmla="*/ 62 h 218"/>
                  <a:gd name="T24" fmla="*/ 62 w 187"/>
                  <a:gd name="T25" fmla="*/ 31 h 218"/>
                  <a:gd name="T26" fmla="*/ 62 w 187"/>
                  <a:gd name="T27" fmla="*/ 31 h 218"/>
                  <a:gd name="T28" fmla="*/ 62 w 187"/>
                  <a:gd name="T29" fmla="*/ 0 h 218"/>
                  <a:gd name="T30" fmla="*/ 62 w 187"/>
                  <a:gd name="T31" fmla="*/ 0 h 218"/>
                  <a:gd name="T32" fmla="*/ 62 w 187"/>
                  <a:gd name="T33" fmla="*/ 31 h 218"/>
                  <a:gd name="T34" fmla="*/ 31 w 187"/>
                  <a:gd name="T35" fmla="*/ 31 h 218"/>
                  <a:gd name="T36" fmla="*/ 0 w 187"/>
                  <a:gd name="T37" fmla="*/ 62 h 218"/>
                  <a:gd name="T38" fmla="*/ 0 w 187"/>
                  <a:gd name="T39" fmla="*/ 94 h 218"/>
                  <a:gd name="T40" fmla="*/ 0 w 187"/>
                  <a:gd name="T41" fmla="*/ 94 h 218"/>
                  <a:gd name="T42" fmla="*/ 62 w 187"/>
                  <a:gd name="T43" fmla="*/ 124 h 218"/>
                  <a:gd name="T44" fmla="*/ 124 w 187"/>
                  <a:gd name="T45" fmla="*/ 186 h 218"/>
                  <a:gd name="T46" fmla="*/ 155 w 187"/>
                  <a:gd name="T47" fmla="*/ 217 h 218"/>
                  <a:gd name="T48" fmla="*/ 155 w 187"/>
                  <a:gd name="T49" fmla="*/ 186 h 218"/>
                  <a:gd name="T50" fmla="*/ 186 w 187"/>
                  <a:gd name="T51" fmla="*/ 186 h 218"/>
                  <a:gd name="T52" fmla="*/ 155 w 187"/>
                  <a:gd name="T53" fmla="*/ 155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7" h="218">
                    <a:moveTo>
                      <a:pt x="155" y="155"/>
                    </a:moveTo>
                    <a:lnTo>
                      <a:pt x="155" y="155"/>
                    </a:lnTo>
                    <a:lnTo>
                      <a:pt x="155" y="155"/>
                    </a:lnTo>
                    <a:lnTo>
                      <a:pt x="155" y="155"/>
                    </a:lnTo>
                    <a:lnTo>
                      <a:pt x="155" y="155"/>
                    </a:lnTo>
                    <a:lnTo>
                      <a:pt x="124" y="155"/>
                    </a:lnTo>
                    <a:cubicBezTo>
                      <a:pt x="124" y="124"/>
                      <a:pt x="124" y="124"/>
                      <a:pt x="124" y="124"/>
                    </a:cubicBezTo>
                    <a:lnTo>
                      <a:pt x="124" y="124"/>
                    </a:lnTo>
                    <a:lnTo>
                      <a:pt x="124" y="124"/>
                    </a:lnTo>
                    <a:cubicBezTo>
                      <a:pt x="124" y="94"/>
                      <a:pt x="124" y="94"/>
                      <a:pt x="124" y="94"/>
                    </a:cubicBezTo>
                    <a:cubicBezTo>
                      <a:pt x="124" y="94"/>
                      <a:pt x="124" y="94"/>
                      <a:pt x="94" y="94"/>
                    </a:cubicBezTo>
                    <a:lnTo>
                      <a:pt x="62" y="62"/>
                    </a:lnTo>
                    <a:cubicBezTo>
                      <a:pt x="62" y="31"/>
                      <a:pt x="62" y="31"/>
                      <a:pt x="62" y="31"/>
                    </a:cubicBezTo>
                    <a:lnTo>
                      <a:pt x="62" y="31"/>
                    </a:lnTo>
                    <a:cubicBezTo>
                      <a:pt x="62" y="0"/>
                      <a:pt x="62" y="0"/>
                      <a:pt x="62" y="0"/>
                    </a:cubicBezTo>
                    <a:lnTo>
                      <a:pt x="62" y="0"/>
                    </a:lnTo>
                    <a:cubicBezTo>
                      <a:pt x="62" y="0"/>
                      <a:pt x="62" y="0"/>
                      <a:pt x="62" y="31"/>
                    </a:cubicBezTo>
                    <a:cubicBezTo>
                      <a:pt x="31" y="31"/>
                      <a:pt x="31" y="31"/>
                      <a:pt x="31" y="31"/>
                    </a:cubicBezTo>
                    <a:cubicBezTo>
                      <a:pt x="31" y="62"/>
                      <a:pt x="31" y="62"/>
                      <a:pt x="0" y="62"/>
                    </a:cubicBezTo>
                    <a:cubicBezTo>
                      <a:pt x="0" y="62"/>
                      <a:pt x="0" y="62"/>
                      <a:pt x="0" y="94"/>
                    </a:cubicBezTo>
                    <a:lnTo>
                      <a:pt x="0" y="94"/>
                    </a:lnTo>
                    <a:cubicBezTo>
                      <a:pt x="0" y="94"/>
                      <a:pt x="31" y="124"/>
                      <a:pt x="62" y="124"/>
                    </a:cubicBezTo>
                    <a:cubicBezTo>
                      <a:pt x="94" y="155"/>
                      <a:pt x="94" y="186"/>
                      <a:pt x="124" y="186"/>
                    </a:cubicBezTo>
                    <a:lnTo>
                      <a:pt x="155" y="217"/>
                    </a:lnTo>
                    <a:lnTo>
                      <a:pt x="155" y="186"/>
                    </a:lnTo>
                    <a:cubicBezTo>
                      <a:pt x="155" y="186"/>
                      <a:pt x="155" y="186"/>
                      <a:pt x="186" y="186"/>
                    </a:cubicBezTo>
                    <a:cubicBezTo>
                      <a:pt x="155" y="155"/>
                      <a:pt x="155" y="155"/>
                      <a:pt x="155" y="1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03" name="Freeform 52">
                <a:extLst>
                  <a:ext uri="{FF2B5EF4-FFF2-40B4-BE49-F238E27FC236}">
                    <a16:creationId xmlns:a16="http://schemas.microsoft.com/office/drawing/2014/main" id="{80F9CB07-C3F9-BF4E-562C-711A2F939EF1}"/>
                  </a:ext>
                </a:extLst>
              </p:cNvPr>
              <p:cNvSpPr>
                <a:spLocks noChangeArrowheads="1"/>
              </p:cNvSpPr>
              <p:nvPr/>
            </p:nvSpPr>
            <p:spPr bwMode="auto">
              <a:xfrm>
                <a:off x="3679825" y="2427288"/>
                <a:ext cx="11113" cy="68262"/>
              </a:xfrm>
              <a:custGeom>
                <a:avLst/>
                <a:gdLst>
                  <a:gd name="T0" fmla="*/ 31 w 32"/>
                  <a:gd name="T1" fmla="*/ 63 h 188"/>
                  <a:gd name="T2" fmla="*/ 31 w 32"/>
                  <a:gd name="T3" fmla="*/ 63 h 188"/>
                  <a:gd name="T4" fmla="*/ 0 w 32"/>
                  <a:gd name="T5" fmla="*/ 31 h 188"/>
                  <a:gd name="T6" fmla="*/ 0 w 32"/>
                  <a:gd name="T7" fmla="*/ 31 h 188"/>
                  <a:gd name="T8" fmla="*/ 0 w 32"/>
                  <a:gd name="T9" fmla="*/ 0 h 188"/>
                  <a:gd name="T10" fmla="*/ 0 w 32"/>
                  <a:gd name="T11" fmla="*/ 0 h 188"/>
                  <a:gd name="T12" fmla="*/ 0 w 32"/>
                  <a:gd name="T13" fmla="*/ 0 h 188"/>
                  <a:gd name="T14" fmla="*/ 0 w 32"/>
                  <a:gd name="T15" fmla="*/ 0 h 188"/>
                  <a:gd name="T16" fmla="*/ 0 w 32"/>
                  <a:gd name="T17" fmla="*/ 31 h 188"/>
                  <a:gd name="T18" fmla="*/ 0 w 32"/>
                  <a:gd name="T19" fmla="*/ 63 h 188"/>
                  <a:gd name="T20" fmla="*/ 31 w 32"/>
                  <a:gd name="T21" fmla="*/ 93 h 188"/>
                  <a:gd name="T22" fmla="*/ 31 w 32"/>
                  <a:gd name="T23" fmla="*/ 93 h 188"/>
                  <a:gd name="T24" fmla="*/ 0 w 32"/>
                  <a:gd name="T25" fmla="*/ 93 h 188"/>
                  <a:gd name="T26" fmla="*/ 0 w 32"/>
                  <a:gd name="T27" fmla="*/ 124 h 188"/>
                  <a:gd name="T28" fmla="*/ 0 w 32"/>
                  <a:gd name="T29" fmla="*/ 124 h 188"/>
                  <a:gd name="T30" fmla="*/ 0 w 32"/>
                  <a:gd name="T31" fmla="*/ 124 h 188"/>
                  <a:gd name="T32" fmla="*/ 0 w 32"/>
                  <a:gd name="T33" fmla="*/ 155 h 188"/>
                  <a:gd name="T34" fmla="*/ 0 w 32"/>
                  <a:gd name="T35" fmla="*/ 155 h 188"/>
                  <a:gd name="T36" fmla="*/ 0 w 32"/>
                  <a:gd name="T37" fmla="*/ 187 h 188"/>
                  <a:gd name="T38" fmla="*/ 0 w 32"/>
                  <a:gd name="T39" fmla="*/ 187 h 188"/>
                  <a:gd name="T40" fmla="*/ 0 w 32"/>
                  <a:gd name="T41" fmla="*/ 187 h 188"/>
                  <a:gd name="T42" fmla="*/ 0 w 32"/>
                  <a:gd name="T43" fmla="*/ 187 h 188"/>
                  <a:gd name="T44" fmla="*/ 31 w 32"/>
                  <a:gd name="T45" fmla="*/ 155 h 188"/>
                  <a:gd name="T46" fmla="*/ 31 w 32"/>
                  <a:gd name="T47" fmla="*/ 124 h 188"/>
                  <a:gd name="T48" fmla="*/ 31 w 32"/>
                  <a:gd name="T49" fmla="*/ 63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2" h="188">
                    <a:moveTo>
                      <a:pt x="31" y="63"/>
                    </a:moveTo>
                    <a:lnTo>
                      <a:pt x="31" y="63"/>
                    </a:lnTo>
                    <a:cubicBezTo>
                      <a:pt x="31" y="31"/>
                      <a:pt x="0" y="31"/>
                      <a:pt x="0" y="31"/>
                    </a:cubicBezTo>
                    <a:lnTo>
                      <a:pt x="0" y="31"/>
                    </a:lnTo>
                    <a:lnTo>
                      <a:pt x="0" y="0"/>
                    </a:lnTo>
                    <a:lnTo>
                      <a:pt x="0" y="0"/>
                    </a:lnTo>
                    <a:lnTo>
                      <a:pt x="0" y="0"/>
                    </a:lnTo>
                    <a:lnTo>
                      <a:pt x="0" y="0"/>
                    </a:lnTo>
                    <a:cubicBezTo>
                      <a:pt x="0" y="31"/>
                      <a:pt x="0" y="31"/>
                      <a:pt x="0" y="31"/>
                    </a:cubicBezTo>
                    <a:cubicBezTo>
                      <a:pt x="0" y="63"/>
                      <a:pt x="0" y="63"/>
                      <a:pt x="0" y="63"/>
                    </a:cubicBezTo>
                    <a:cubicBezTo>
                      <a:pt x="0" y="63"/>
                      <a:pt x="31" y="63"/>
                      <a:pt x="31" y="93"/>
                    </a:cubicBezTo>
                    <a:lnTo>
                      <a:pt x="31" y="93"/>
                    </a:lnTo>
                    <a:cubicBezTo>
                      <a:pt x="31" y="93"/>
                      <a:pt x="31" y="93"/>
                      <a:pt x="0" y="93"/>
                    </a:cubicBezTo>
                    <a:cubicBezTo>
                      <a:pt x="0" y="124"/>
                      <a:pt x="0" y="124"/>
                      <a:pt x="0" y="124"/>
                    </a:cubicBezTo>
                    <a:lnTo>
                      <a:pt x="0" y="124"/>
                    </a:lnTo>
                    <a:lnTo>
                      <a:pt x="0" y="124"/>
                    </a:lnTo>
                    <a:cubicBezTo>
                      <a:pt x="0" y="124"/>
                      <a:pt x="0" y="124"/>
                      <a:pt x="0" y="155"/>
                    </a:cubicBezTo>
                    <a:lnTo>
                      <a:pt x="0" y="155"/>
                    </a:lnTo>
                    <a:lnTo>
                      <a:pt x="0" y="187"/>
                    </a:lnTo>
                    <a:lnTo>
                      <a:pt x="0" y="187"/>
                    </a:lnTo>
                    <a:lnTo>
                      <a:pt x="0" y="187"/>
                    </a:lnTo>
                    <a:lnTo>
                      <a:pt x="0" y="187"/>
                    </a:lnTo>
                    <a:lnTo>
                      <a:pt x="31" y="155"/>
                    </a:lnTo>
                    <a:cubicBezTo>
                      <a:pt x="31" y="155"/>
                      <a:pt x="31" y="155"/>
                      <a:pt x="31" y="124"/>
                    </a:cubicBezTo>
                    <a:cubicBezTo>
                      <a:pt x="31" y="93"/>
                      <a:pt x="31" y="63"/>
                      <a:pt x="31" y="6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04" name="Freeform 53">
                <a:extLst>
                  <a:ext uri="{FF2B5EF4-FFF2-40B4-BE49-F238E27FC236}">
                    <a16:creationId xmlns:a16="http://schemas.microsoft.com/office/drawing/2014/main" id="{6E2925EB-CCC5-E1EE-358B-28681138CFFD}"/>
                  </a:ext>
                </a:extLst>
              </p:cNvPr>
              <p:cNvSpPr>
                <a:spLocks noChangeArrowheads="1"/>
              </p:cNvSpPr>
              <p:nvPr/>
            </p:nvSpPr>
            <p:spPr bwMode="auto">
              <a:xfrm>
                <a:off x="3724275" y="2338388"/>
                <a:ext cx="223838" cy="201612"/>
              </a:xfrm>
              <a:custGeom>
                <a:avLst/>
                <a:gdLst>
                  <a:gd name="T0" fmla="*/ 372 w 620"/>
                  <a:gd name="T1" fmla="*/ 403 h 559"/>
                  <a:gd name="T2" fmla="*/ 435 w 620"/>
                  <a:gd name="T3" fmla="*/ 403 h 559"/>
                  <a:gd name="T4" fmla="*/ 464 w 620"/>
                  <a:gd name="T5" fmla="*/ 403 h 559"/>
                  <a:gd name="T6" fmla="*/ 464 w 620"/>
                  <a:gd name="T7" fmla="*/ 403 h 559"/>
                  <a:gd name="T8" fmla="*/ 464 w 620"/>
                  <a:gd name="T9" fmla="*/ 372 h 559"/>
                  <a:gd name="T10" fmla="*/ 526 w 620"/>
                  <a:gd name="T11" fmla="*/ 279 h 559"/>
                  <a:gd name="T12" fmla="*/ 526 w 620"/>
                  <a:gd name="T13" fmla="*/ 279 h 559"/>
                  <a:gd name="T14" fmla="*/ 526 w 620"/>
                  <a:gd name="T15" fmla="*/ 217 h 559"/>
                  <a:gd name="T16" fmla="*/ 557 w 620"/>
                  <a:gd name="T17" fmla="*/ 187 h 559"/>
                  <a:gd name="T18" fmla="*/ 557 w 620"/>
                  <a:gd name="T19" fmla="*/ 124 h 559"/>
                  <a:gd name="T20" fmla="*/ 619 w 620"/>
                  <a:gd name="T21" fmla="*/ 124 h 559"/>
                  <a:gd name="T22" fmla="*/ 619 w 620"/>
                  <a:gd name="T23" fmla="*/ 124 h 559"/>
                  <a:gd name="T24" fmla="*/ 619 w 620"/>
                  <a:gd name="T25" fmla="*/ 124 h 559"/>
                  <a:gd name="T26" fmla="*/ 588 w 620"/>
                  <a:gd name="T27" fmla="*/ 63 h 559"/>
                  <a:gd name="T28" fmla="*/ 588 w 620"/>
                  <a:gd name="T29" fmla="*/ 63 h 559"/>
                  <a:gd name="T30" fmla="*/ 557 w 620"/>
                  <a:gd name="T31" fmla="*/ 31 h 559"/>
                  <a:gd name="T32" fmla="*/ 495 w 620"/>
                  <a:gd name="T33" fmla="*/ 63 h 559"/>
                  <a:gd name="T34" fmla="*/ 464 w 620"/>
                  <a:gd name="T35" fmla="*/ 31 h 559"/>
                  <a:gd name="T36" fmla="*/ 403 w 620"/>
                  <a:gd name="T37" fmla="*/ 31 h 559"/>
                  <a:gd name="T38" fmla="*/ 403 w 620"/>
                  <a:gd name="T39" fmla="*/ 63 h 559"/>
                  <a:gd name="T40" fmla="*/ 341 w 620"/>
                  <a:gd name="T41" fmla="*/ 93 h 559"/>
                  <a:gd name="T42" fmla="*/ 279 w 620"/>
                  <a:gd name="T43" fmla="*/ 63 h 559"/>
                  <a:gd name="T44" fmla="*/ 279 w 620"/>
                  <a:gd name="T45" fmla="*/ 31 h 559"/>
                  <a:gd name="T46" fmla="*/ 217 w 620"/>
                  <a:gd name="T47" fmla="*/ 63 h 559"/>
                  <a:gd name="T48" fmla="*/ 187 w 620"/>
                  <a:gd name="T49" fmla="*/ 63 h 559"/>
                  <a:gd name="T50" fmla="*/ 155 w 620"/>
                  <a:gd name="T51" fmla="*/ 31 h 559"/>
                  <a:gd name="T52" fmla="*/ 124 w 620"/>
                  <a:gd name="T53" fmla="*/ 0 h 559"/>
                  <a:gd name="T54" fmla="*/ 124 w 620"/>
                  <a:gd name="T55" fmla="*/ 31 h 559"/>
                  <a:gd name="T56" fmla="*/ 93 w 620"/>
                  <a:gd name="T57" fmla="*/ 31 h 559"/>
                  <a:gd name="T58" fmla="*/ 63 w 620"/>
                  <a:gd name="T59" fmla="*/ 93 h 559"/>
                  <a:gd name="T60" fmla="*/ 63 w 620"/>
                  <a:gd name="T61" fmla="*/ 93 h 559"/>
                  <a:gd name="T62" fmla="*/ 63 w 620"/>
                  <a:gd name="T63" fmla="*/ 124 h 559"/>
                  <a:gd name="T64" fmla="*/ 63 w 620"/>
                  <a:gd name="T65" fmla="*/ 155 h 559"/>
                  <a:gd name="T66" fmla="*/ 63 w 620"/>
                  <a:gd name="T67" fmla="*/ 217 h 559"/>
                  <a:gd name="T68" fmla="*/ 63 w 620"/>
                  <a:gd name="T69" fmla="*/ 248 h 559"/>
                  <a:gd name="T70" fmla="*/ 31 w 620"/>
                  <a:gd name="T71" fmla="*/ 279 h 559"/>
                  <a:gd name="T72" fmla="*/ 31 w 620"/>
                  <a:gd name="T73" fmla="*/ 279 h 559"/>
                  <a:gd name="T74" fmla="*/ 0 w 620"/>
                  <a:gd name="T75" fmla="*/ 341 h 559"/>
                  <a:gd name="T76" fmla="*/ 0 w 620"/>
                  <a:gd name="T77" fmla="*/ 435 h 559"/>
                  <a:gd name="T78" fmla="*/ 31 w 620"/>
                  <a:gd name="T79" fmla="*/ 435 h 559"/>
                  <a:gd name="T80" fmla="*/ 124 w 620"/>
                  <a:gd name="T81" fmla="*/ 465 h 559"/>
                  <a:gd name="T82" fmla="*/ 155 w 620"/>
                  <a:gd name="T83" fmla="*/ 558 h 559"/>
                  <a:gd name="T84" fmla="*/ 187 w 620"/>
                  <a:gd name="T85" fmla="*/ 558 h 559"/>
                  <a:gd name="T86" fmla="*/ 279 w 620"/>
                  <a:gd name="T87" fmla="*/ 558 h 559"/>
                  <a:gd name="T88" fmla="*/ 279 w 620"/>
                  <a:gd name="T89" fmla="*/ 527 h 559"/>
                  <a:gd name="T90" fmla="*/ 311 w 620"/>
                  <a:gd name="T91" fmla="*/ 465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20" h="559">
                    <a:moveTo>
                      <a:pt x="372" y="403"/>
                    </a:moveTo>
                    <a:lnTo>
                      <a:pt x="372" y="403"/>
                    </a:lnTo>
                    <a:cubicBezTo>
                      <a:pt x="372" y="403"/>
                      <a:pt x="403" y="403"/>
                      <a:pt x="435" y="403"/>
                    </a:cubicBezTo>
                    <a:lnTo>
                      <a:pt x="435" y="403"/>
                    </a:lnTo>
                    <a:cubicBezTo>
                      <a:pt x="435" y="403"/>
                      <a:pt x="434" y="403"/>
                      <a:pt x="464" y="403"/>
                    </a:cubicBezTo>
                    <a:lnTo>
                      <a:pt x="464" y="403"/>
                    </a:lnTo>
                    <a:lnTo>
                      <a:pt x="464" y="403"/>
                    </a:lnTo>
                    <a:lnTo>
                      <a:pt x="464" y="403"/>
                    </a:lnTo>
                    <a:cubicBezTo>
                      <a:pt x="464" y="403"/>
                      <a:pt x="464" y="403"/>
                      <a:pt x="464" y="372"/>
                    </a:cubicBezTo>
                    <a:lnTo>
                      <a:pt x="464" y="372"/>
                    </a:lnTo>
                    <a:cubicBezTo>
                      <a:pt x="464" y="372"/>
                      <a:pt x="495" y="341"/>
                      <a:pt x="495" y="311"/>
                    </a:cubicBezTo>
                    <a:cubicBezTo>
                      <a:pt x="495" y="279"/>
                      <a:pt x="495" y="279"/>
                      <a:pt x="526" y="279"/>
                    </a:cubicBezTo>
                    <a:lnTo>
                      <a:pt x="526" y="279"/>
                    </a:lnTo>
                    <a:lnTo>
                      <a:pt x="526" y="279"/>
                    </a:lnTo>
                    <a:cubicBezTo>
                      <a:pt x="526" y="248"/>
                      <a:pt x="526" y="248"/>
                      <a:pt x="526" y="217"/>
                    </a:cubicBezTo>
                    <a:lnTo>
                      <a:pt x="526" y="217"/>
                    </a:lnTo>
                    <a:lnTo>
                      <a:pt x="557" y="217"/>
                    </a:lnTo>
                    <a:cubicBezTo>
                      <a:pt x="557" y="187"/>
                      <a:pt x="557" y="187"/>
                      <a:pt x="557" y="187"/>
                    </a:cubicBezTo>
                    <a:lnTo>
                      <a:pt x="557" y="187"/>
                    </a:lnTo>
                    <a:cubicBezTo>
                      <a:pt x="557" y="155"/>
                      <a:pt x="557" y="155"/>
                      <a:pt x="557" y="124"/>
                    </a:cubicBezTo>
                    <a:lnTo>
                      <a:pt x="557" y="124"/>
                    </a:lnTo>
                    <a:cubicBezTo>
                      <a:pt x="588" y="124"/>
                      <a:pt x="588" y="124"/>
                      <a:pt x="619" y="124"/>
                    </a:cubicBezTo>
                    <a:lnTo>
                      <a:pt x="619" y="124"/>
                    </a:lnTo>
                    <a:lnTo>
                      <a:pt x="619" y="124"/>
                    </a:lnTo>
                    <a:lnTo>
                      <a:pt x="619" y="124"/>
                    </a:lnTo>
                    <a:lnTo>
                      <a:pt x="619" y="124"/>
                    </a:lnTo>
                    <a:cubicBezTo>
                      <a:pt x="619" y="93"/>
                      <a:pt x="619" y="93"/>
                      <a:pt x="619" y="93"/>
                    </a:cubicBezTo>
                    <a:cubicBezTo>
                      <a:pt x="588" y="93"/>
                      <a:pt x="588" y="63"/>
                      <a:pt x="588" y="63"/>
                    </a:cubicBezTo>
                    <a:lnTo>
                      <a:pt x="588" y="63"/>
                    </a:lnTo>
                    <a:lnTo>
                      <a:pt x="588" y="63"/>
                    </a:lnTo>
                    <a:cubicBezTo>
                      <a:pt x="588" y="31"/>
                      <a:pt x="588" y="31"/>
                      <a:pt x="557" y="31"/>
                    </a:cubicBezTo>
                    <a:lnTo>
                      <a:pt x="557" y="31"/>
                    </a:lnTo>
                    <a:cubicBezTo>
                      <a:pt x="557" y="63"/>
                      <a:pt x="526" y="63"/>
                      <a:pt x="495" y="63"/>
                    </a:cubicBezTo>
                    <a:lnTo>
                      <a:pt x="495" y="63"/>
                    </a:lnTo>
                    <a:lnTo>
                      <a:pt x="495" y="63"/>
                    </a:lnTo>
                    <a:cubicBezTo>
                      <a:pt x="495" y="63"/>
                      <a:pt x="464" y="63"/>
                      <a:pt x="464" y="31"/>
                    </a:cubicBezTo>
                    <a:cubicBezTo>
                      <a:pt x="434" y="31"/>
                      <a:pt x="435" y="31"/>
                      <a:pt x="435" y="31"/>
                    </a:cubicBezTo>
                    <a:lnTo>
                      <a:pt x="403" y="31"/>
                    </a:lnTo>
                    <a:lnTo>
                      <a:pt x="403" y="63"/>
                    </a:lnTo>
                    <a:lnTo>
                      <a:pt x="403" y="63"/>
                    </a:lnTo>
                    <a:cubicBezTo>
                      <a:pt x="372" y="63"/>
                      <a:pt x="372" y="63"/>
                      <a:pt x="372" y="93"/>
                    </a:cubicBezTo>
                    <a:lnTo>
                      <a:pt x="341" y="93"/>
                    </a:lnTo>
                    <a:cubicBezTo>
                      <a:pt x="311" y="93"/>
                      <a:pt x="279" y="63"/>
                      <a:pt x="279" y="63"/>
                    </a:cubicBezTo>
                    <a:lnTo>
                      <a:pt x="279" y="63"/>
                    </a:lnTo>
                    <a:lnTo>
                      <a:pt x="279" y="63"/>
                    </a:lnTo>
                    <a:lnTo>
                      <a:pt x="279" y="31"/>
                    </a:lnTo>
                    <a:lnTo>
                      <a:pt x="248" y="63"/>
                    </a:lnTo>
                    <a:cubicBezTo>
                      <a:pt x="248" y="63"/>
                      <a:pt x="248" y="63"/>
                      <a:pt x="217" y="63"/>
                    </a:cubicBezTo>
                    <a:lnTo>
                      <a:pt x="187" y="63"/>
                    </a:lnTo>
                    <a:lnTo>
                      <a:pt x="187" y="63"/>
                    </a:lnTo>
                    <a:cubicBezTo>
                      <a:pt x="187" y="63"/>
                      <a:pt x="187" y="31"/>
                      <a:pt x="155" y="31"/>
                    </a:cubicBezTo>
                    <a:lnTo>
                      <a:pt x="155" y="31"/>
                    </a:lnTo>
                    <a:lnTo>
                      <a:pt x="155" y="31"/>
                    </a:lnTo>
                    <a:cubicBezTo>
                      <a:pt x="155" y="31"/>
                      <a:pt x="155" y="31"/>
                      <a:pt x="124" y="0"/>
                    </a:cubicBezTo>
                    <a:lnTo>
                      <a:pt x="124" y="0"/>
                    </a:lnTo>
                    <a:cubicBezTo>
                      <a:pt x="124" y="0"/>
                      <a:pt x="124" y="0"/>
                      <a:pt x="124" y="31"/>
                    </a:cubicBezTo>
                    <a:lnTo>
                      <a:pt x="93" y="31"/>
                    </a:lnTo>
                    <a:lnTo>
                      <a:pt x="93" y="31"/>
                    </a:lnTo>
                    <a:cubicBezTo>
                      <a:pt x="93" y="63"/>
                      <a:pt x="63" y="63"/>
                      <a:pt x="63" y="93"/>
                    </a:cubicBezTo>
                    <a:lnTo>
                      <a:pt x="63" y="93"/>
                    </a:lnTo>
                    <a:lnTo>
                      <a:pt x="63" y="93"/>
                    </a:lnTo>
                    <a:lnTo>
                      <a:pt x="63" y="93"/>
                    </a:lnTo>
                    <a:cubicBezTo>
                      <a:pt x="63" y="124"/>
                      <a:pt x="63" y="124"/>
                      <a:pt x="63" y="124"/>
                    </a:cubicBezTo>
                    <a:lnTo>
                      <a:pt x="63" y="124"/>
                    </a:lnTo>
                    <a:lnTo>
                      <a:pt x="63" y="155"/>
                    </a:lnTo>
                    <a:lnTo>
                      <a:pt x="63" y="155"/>
                    </a:lnTo>
                    <a:lnTo>
                      <a:pt x="63" y="187"/>
                    </a:lnTo>
                    <a:cubicBezTo>
                      <a:pt x="63" y="217"/>
                      <a:pt x="63" y="217"/>
                      <a:pt x="63" y="217"/>
                    </a:cubicBezTo>
                    <a:lnTo>
                      <a:pt x="63" y="217"/>
                    </a:lnTo>
                    <a:cubicBezTo>
                      <a:pt x="63" y="248"/>
                      <a:pt x="63" y="248"/>
                      <a:pt x="63" y="248"/>
                    </a:cubicBezTo>
                    <a:lnTo>
                      <a:pt x="31" y="279"/>
                    </a:lnTo>
                    <a:lnTo>
                      <a:pt x="31" y="279"/>
                    </a:lnTo>
                    <a:lnTo>
                      <a:pt x="31" y="279"/>
                    </a:lnTo>
                    <a:lnTo>
                      <a:pt x="31" y="279"/>
                    </a:lnTo>
                    <a:cubicBezTo>
                      <a:pt x="31" y="311"/>
                      <a:pt x="0" y="311"/>
                      <a:pt x="0" y="311"/>
                    </a:cubicBezTo>
                    <a:lnTo>
                      <a:pt x="0" y="341"/>
                    </a:lnTo>
                    <a:cubicBezTo>
                      <a:pt x="0" y="372"/>
                      <a:pt x="0" y="372"/>
                      <a:pt x="0" y="403"/>
                    </a:cubicBezTo>
                    <a:cubicBezTo>
                      <a:pt x="0" y="403"/>
                      <a:pt x="0" y="403"/>
                      <a:pt x="0" y="435"/>
                    </a:cubicBezTo>
                    <a:lnTo>
                      <a:pt x="0" y="435"/>
                    </a:lnTo>
                    <a:cubicBezTo>
                      <a:pt x="31" y="435"/>
                      <a:pt x="31" y="435"/>
                      <a:pt x="31" y="435"/>
                    </a:cubicBezTo>
                    <a:cubicBezTo>
                      <a:pt x="31" y="435"/>
                      <a:pt x="31" y="435"/>
                      <a:pt x="63" y="435"/>
                    </a:cubicBezTo>
                    <a:cubicBezTo>
                      <a:pt x="93" y="435"/>
                      <a:pt x="93" y="465"/>
                      <a:pt x="124" y="465"/>
                    </a:cubicBezTo>
                    <a:lnTo>
                      <a:pt x="124" y="465"/>
                    </a:lnTo>
                    <a:cubicBezTo>
                      <a:pt x="155" y="496"/>
                      <a:pt x="155" y="527"/>
                      <a:pt x="155" y="558"/>
                    </a:cubicBezTo>
                    <a:lnTo>
                      <a:pt x="155" y="558"/>
                    </a:lnTo>
                    <a:cubicBezTo>
                      <a:pt x="155" y="558"/>
                      <a:pt x="155" y="558"/>
                      <a:pt x="187" y="558"/>
                    </a:cubicBezTo>
                    <a:lnTo>
                      <a:pt x="187" y="558"/>
                    </a:lnTo>
                    <a:cubicBezTo>
                      <a:pt x="187" y="558"/>
                      <a:pt x="248" y="558"/>
                      <a:pt x="279" y="558"/>
                    </a:cubicBezTo>
                    <a:cubicBezTo>
                      <a:pt x="279" y="527"/>
                      <a:pt x="279" y="527"/>
                      <a:pt x="279" y="527"/>
                    </a:cubicBezTo>
                    <a:lnTo>
                      <a:pt x="279" y="527"/>
                    </a:lnTo>
                    <a:cubicBezTo>
                      <a:pt x="279" y="527"/>
                      <a:pt x="279" y="496"/>
                      <a:pt x="311" y="465"/>
                    </a:cubicBezTo>
                    <a:lnTo>
                      <a:pt x="311" y="465"/>
                    </a:lnTo>
                    <a:lnTo>
                      <a:pt x="372" y="40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05" name="Freeform 54">
                <a:extLst>
                  <a:ext uri="{FF2B5EF4-FFF2-40B4-BE49-F238E27FC236}">
                    <a16:creationId xmlns:a16="http://schemas.microsoft.com/office/drawing/2014/main" id="{53294E3A-60D3-7A53-7CB2-B682FCE1804F}"/>
                  </a:ext>
                </a:extLst>
              </p:cNvPr>
              <p:cNvSpPr>
                <a:spLocks noChangeArrowheads="1"/>
              </p:cNvSpPr>
              <p:nvPr/>
            </p:nvSpPr>
            <p:spPr bwMode="auto">
              <a:xfrm>
                <a:off x="3848100" y="2605088"/>
                <a:ext cx="100013" cy="123825"/>
              </a:xfrm>
              <a:custGeom>
                <a:avLst/>
                <a:gdLst>
                  <a:gd name="T0" fmla="*/ 94 w 279"/>
                  <a:gd name="T1" fmla="*/ 248 h 342"/>
                  <a:gd name="T2" fmla="*/ 94 w 279"/>
                  <a:gd name="T3" fmla="*/ 248 h 342"/>
                  <a:gd name="T4" fmla="*/ 154 w 279"/>
                  <a:gd name="T5" fmla="*/ 248 h 342"/>
                  <a:gd name="T6" fmla="*/ 154 w 279"/>
                  <a:gd name="T7" fmla="*/ 217 h 342"/>
                  <a:gd name="T8" fmla="*/ 216 w 279"/>
                  <a:gd name="T9" fmla="*/ 217 h 342"/>
                  <a:gd name="T10" fmla="*/ 216 w 279"/>
                  <a:gd name="T11" fmla="*/ 248 h 342"/>
                  <a:gd name="T12" fmla="*/ 216 w 279"/>
                  <a:gd name="T13" fmla="*/ 248 h 342"/>
                  <a:gd name="T14" fmla="*/ 216 w 279"/>
                  <a:gd name="T15" fmla="*/ 248 h 342"/>
                  <a:gd name="T16" fmla="*/ 247 w 279"/>
                  <a:gd name="T17" fmla="*/ 217 h 342"/>
                  <a:gd name="T18" fmla="*/ 247 w 279"/>
                  <a:gd name="T19" fmla="*/ 248 h 342"/>
                  <a:gd name="T20" fmla="*/ 278 w 279"/>
                  <a:gd name="T21" fmla="*/ 248 h 342"/>
                  <a:gd name="T22" fmla="*/ 278 w 279"/>
                  <a:gd name="T23" fmla="*/ 217 h 342"/>
                  <a:gd name="T24" fmla="*/ 247 w 279"/>
                  <a:gd name="T25" fmla="*/ 186 h 342"/>
                  <a:gd name="T26" fmla="*/ 247 w 279"/>
                  <a:gd name="T27" fmla="*/ 155 h 342"/>
                  <a:gd name="T28" fmla="*/ 247 w 279"/>
                  <a:gd name="T29" fmla="*/ 155 h 342"/>
                  <a:gd name="T30" fmla="*/ 247 w 279"/>
                  <a:gd name="T31" fmla="*/ 155 h 342"/>
                  <a:gd name="T32" fmla="*/ 247 w 279"/>
                  <a:gd name="T33" fmla="*/ 155 h 342"/>
                  <a:gd name="T34" fmla="*/ 216 w 279"/>
                  <a:gd name="T35" fmla="*/ 124 h 342"/>
                  <a:gd name="T36" fmla="*/ 247 w 279"/>
                  <a:gd name="T37" fmla="*/ 93 h 342"/>
                  <a:gd name="T38" fmla="*/ 247 w 279"/>
                  <a:gd name="T39" fmla="*/ 93 h 342"/>
                  <a:gd name="T40" fmla="*/ 247 w 279"/>
                  <a:gd name="T41" fmla="*/ 62 h 342"/>
                  <a:gd name="T42" fmla="*/ 247 w 279"/>
                  <a:gd name="T43" fmla="*/ 62 h 342"/>
                  <a:gd name="T44" fmla="*/ 247 w 279"/>
                  <a:gd name="T45" fmla="*/ 62 h 342"/>
                  <a:gd name="T46" fmla="*/ 216 w 279"/>
                  <a:gd name="T47" fmla="*/ 62 h 342"/>
                  <a:gd name="T48" fmla="*/ 216 w 279"/>
                  <a:gd name="T49" fmla="*/ 62 h 342"/>
                  <a:gd name="T50" fmla="*/ 216 w 279"/>
                  <a:gd name="T51" fmla="*/ 93 h 342"/>
                  <a:gd name="T52" fmla="*/ 185 w 279"/>
                  <a:gd name="T53" fmla="*/ 62 h 342"/>
                  <a:gd name="T54" fmla="*/ 185 w 279"/>
                  <a:gd name="T55" fmla="*/ 62 h 342"/>
                  <a:gd name="T56" fmla="*/ 185 w 279"/>
                  <a:gd name="T57" fmla="*/ 31 h 342"/>
                  <a:gd name="T58" fmla="*/ 185 w 279"/>
                  <a:gd name="T59" fmla="*/ 31 h 342"/>
                  <a:gd name="T60" fmla="*/ 185 w 279"/>
                  <a:gd name="T61" fmla="*/ 0 h 342"/>
                  <a:gd name="T62" fmla="*/ 154 w 279"/>
                  <a:gd name="T63" fmla="*/ 0 h 342"/>
                  <a:gd name="T64" fmla="*/ 154 w 279"/>
                  <a:gd name="T65" fmla="*/ 0 h 342"/>
                  <a:gd name="T66" fmla="*/ 154 w 279"/>
                  <a:gd name="T67" fmla="*/ 0 h 342"/>
                  <a:gd name="T68" fmla="*/ 154 w 279"/>
                  <a:gd name="T69" fmla="*/ 93 h 342"/>
                  <a:gd name="T70" fmla="*/ 31 w 279"/>
                  <a:gd name="T71" fmla="*/ 93 h 342"/>
                  <a:gd name="T72" fmla="*/ 0 w 279"/>
                  <a:gd name="T73" fmla="*/ 155 h 342"/>
                  <a:gd name="T74" fmla="*/ 0 w 279"/>
                  <a:gd name="T75" fmla="*/ 155 h 342"/>
                  <a:gd name="T76" fmla="*/ 0 w 279"/>
                  <a:gd name="T77" fmla="*/ 186 h 342"/>
                  <a:gd name="T78" fmla="*/ 0 w 279"/>
                  <a:gd name="T79" fmla="*/ 186 h 342"/>
                  <a:gd name="T80" fmla="*/ 0 w 279"/>
                  <a:gd name="T81" fmla="*/ 217 h 342"/>
                  <a:gd name="T82" fmla="*/ 31 w 279"/>
                  <a:gd name="T83" fmla="*/ 217 h 342"/>
                  <a:gd name="T84" fmla="*/ 31 w 279"/>
                  <a:gd name="T85" fmla="*/ 248 h 342"/>
                  <a:gd name="T86" fmla="*/ 94 w 279"/>
                  <a:gd name="T87" fmla="*/ 341 h 342"/>
                  <a:gd name="T88" fmla="*/ 123 w 279"/>
                  <a:gd name="T89" fmla="*/ 341 h 342"/>
                  <a:gd name="T90" fmla="*/ 94 w 279"/>
                  <a:gd name="T91" fmla="*/ 310 h 342"/>
                  <a:gd name="T92" fmla="*/ 94 w 279"/>
                  <a:gd name="T93" fmla="*/ 248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79" h="342">
                    <a:moveTo>
                      <a:pt x="94" y="248"/>
                    </a:moveTo>
                    <a:lnTo>
                      <a:pt x="94" y="248"/>
                    </a:lnTo>
                    <a:cubicBezTo>
                      <a:pt x="154" y="248"/>
                      <a:pt x="154" y="248"/>
                      <a:pt x="154" y="248"/>
                    </a:cubicBezTo>
                    <a:cubicBezTo>
                      <a:pt x="154" y="217"/>
                      <a:pt x="154" y="217"/>
                      <a:pt x="154" y="217"/>
                    </a:cubicBezTo>
                    <a:cubicBezTo>
                      <a:pt x="216" y="217"/>
                      <a:pt x="216" y="217"/>
                      <a:pt x="216" y="217"/>
                    </a:cubicBezTo>
                    <a:cubicBezTo>
                      <a:pt x="216" y="248"/>
                      <a:pt x="216" y="248"/>
                      <a:pt x="216" y="248"/>
                    </a:cubicBezTo>
                    <a:lnTo>
                      <a:pt x="216" y="248"/>
                    </a:lnTo>
                    <a:lnTo>
                      <a:pt x="216" y="248"/>
                    </a:lnTo>
                    <a:cubicBezTo>
                      <a:pt x="247" y="217"/>
                      <a:pt x="247" y="217"/>
                      <a:pt x="247" y="217"/>
                    </a:cubicBezTo>
                    <a:cubicBezTo>
                      <a:pt x="247" y="248"/>
                      <a:pt x="247" y="248"/>
                      <a:pt x="247" y="248"/>
                    </a:cubicBezTo>
                    <a:lnTo>
                      <a:pt x="278" y="248"/>
                    </a:lnTo>
                    <a:lnTo>
                      <a:pt x="278" y="217"/>
                    </a:lnTo>
                    <a:cubicBezTo>
                      <a:pt x="278" y="217"/>
                      <a:pt x="278" y="186"/>
                      <a:pt x="247" y="186"/>
                    </a:cubicBezTo>
                    <a:cubicBezTo>
                      <a:pt x="247" y="186"/>
                      <a:pt x="247" y="186"/>
                      <a:pt x="247" y="155"/>
                    </a:cubicBezTo>
                    <a:lnTo>
                      <a:pt x="247" y="155"/>
                    </a:lnTo>
                    <a:lnTo>
                      <a:pt x="247" y="155"/>
                    </a:lnTo>
                    <a:lnTo>
                      <a:pt x="247" y="155"/>
                    </a:lnTo>
                    <a:lnTo>
                      <a:pt x="216" y="124"/>
                    </a:lnTo>
                    <a:lnTo>
                      <a:pt x="247" y="93"/>
                    </a:lnTo>
                    <a:lnTo>
                      <a:pt x="247" y="93"/>
                    </a:lnTo>
                    <a:cubicBezTo>
                      <a:pt x="247" y="62"/>
                      <a:pt x="247" y="62"/>
                      <a:pt x="247" y="62"/>
                    </a:cubicBezTo>
                    <a:lnTo>
                      <a:pt x="247" y="62"/>
                    </a:lnTo>
                    <a:lnTo>
                      <a:pt x="247" y="62"/>
                    </a:lnTo>
                    <a:cubicBezTo>
                      <a:pt x="247" y="62"/>
                      <a:pt x="247" y="62"/>
                      <a:pt x="216" y="62"/>
                    </a:cubicBezTo>
                    <a:lnTo>
                      <a:pt x="216" y="62"/>
                    </a:lnTo>
                    <a:cubicBezTo>
                      <a:pt x="216" y="93"/>
                      <a:pt x="216" y="93"/>
                      <a:pt x="216" y="93"/>
                    </a:cubicBezTo>
                    <a:lnTo>
                      <a:pt x="185" y="62"/>
                    </a:lnTo>
                    <a:lnTo>
                      <a:pt x="185" y="62"/>
                    </a:lnTo>
                    <a:cubicBezTo>
                      <a:pt x="185" y="31"/>
                      <a:pt x="185" y="31"/>
                      <a:pt x="185" y="31"/>
                    </a:cubicBezTo>
                    <a:lnTo>
                      <a:pt x="185" y="31"/>
                    </a:lnTo>
                    <a:cubicBezTo>
                      <a:pt x="185" y="31"/>
                      <a:pt x="185" y="31"/>
                      <a:pt x="185" y="0"/>
                    </a:cubicBezTo>
                    <a:lnTo>
                      <a:pt x="154" y="0"/>
                    </a:lnTo>
                    <a:lnTo>
                      <a:pt x="154" y="0"/>
                    </a:lnTo>
                    <a:lnTo>
                      <a:pt x="154" y="0"/>
                    </a:lnTo>
                    <a:cubicBezTo>
                      <a:pt x="154" y="93"/>
                      <a:pt x="154" y="93"/>
                      <a:pt x="154" y="93"/>
                    </a:cubicBezTo>
                    <a:cubicBezTo>
                      <a:pt x="31" y="93"/>
                      <a:pt x="31" y="93"/>
                      <a:pt x="31" y="93"/>
                    </a:cubicBezTo>
                    <a:cubicBezTo>
                      <a:pt x="31" y="124"/>
                      <a:pt x="0" y="155"/>
                      <a:pt x="0" y="155"/>
                    </a:cubicBezTo>
                    <a:lnTo>
                      <a:pt x="0" y="155"/>
                    </a:lnTo>
                    <a:lnTo>
                      <a:pt x="0" y="186"/>
                    </a:lnTo>
                    <a:lnTo>
                      <a:pt x="0" y="186"/>
                    </a:lnTo>
                    <a:cubicBezTo>
                      <a:pt x="0" y="186"/>
                      <a:pt x="0" y="186"/>
                      <a:pt x="0" y="217"/>
                    </a:cubicBezTo>
                    <a:cubicBezTo>
                      <a:pt x="31" y="217"/>
                      <a:pt x="31" y="217"/>
                      <a:pt x="31" y="217"/>
                    </a:cubicBezTo>
                    <a:cubicBezTo>
                      <a:pt x="31" y="248"/>
                      <a:pt x="31" y="248"/>
                      <a:pt x="31" y="248"/>
                    </a:cubicBezTo>
                    <a:cubicBezTo>
                      <a:pt x="31" y="248"/>
                      <a:pt x="62" y="279"/>
                      <a:pt x="94" y="341"/>
                    </a:cubicBezTo>
                    <a:cubicBezTo>
                      <a:pt x="123" y="341"/>
                      <a:pt x="123" y="341"/>
                      <a:pt x="123" y="341"/>
                    </a:cubicBezTo>
                    <a:cubicBezTo>
                      <a:pt x="93" y="310"/>
                      <a:pt x="94" y="310"/>
                      <a:pt x="94" y="310"/>
                    </a:cubicBezTo>
                    <a:lnTo>
                      <a:pt x="94" y="24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06" name="Freeform 55">
                <a:extLst>
                  <a:ext uri="{FF2B5EF4-FFF2-40B4-BE49-F238E27FC236}">
                    <a16:creationId xmlns:a16="http://schemas.microsoft.com/office/drawing/2014/main" id="{5194EC77-B06C-9108-39BC-9FC1A1719D06}"/>
                  </a:ext>
                </a:extLst>
              </p:cNvPr>
              <p:cNvSpPr>
                <a:spLocks noChangeArrowheads="1"/>
              </p:cNvSpPr>
              <p:nvPr/>
            </p:nvSpPr>
            <p:spPr bwMode="auto">
              <a:xfrm>
                <a:off x="3444875" y="1836738"/>
                <a:ext cx="179388" cy="168275"/>
              </a:xfrm>
              <a:custGeom>
                <a:avLst/>
                <a:gdLst>
                  <a:gd name="T0" fmla="*/ 155 w 497"/>
                  <a:gd name="T1" fmla="*/ 372 h 466"/>
                  <a:gd name="T2" fmla="*/ 218 w 497"/>
                  <a:gd name="T3" fmla="*/ 341 h 466"/>
                  <a:gd name="T4" fmla="*/ 218 w 497"/>
                  <a:gd name="T5" fmla="*/ 341 h 466"/>
                  <a:gd name="T6" fmla="*/ 218 w 497"/>
                  <a:gd name="T7" fmla="*/ 341 h 466"/>
                  <a:gd name="T8" fmla="*/ 279 w 497"/>
                  <a:gd name="T9" fmla="*/ 309 h 466"/>
                  <a:gd name="T10" fmla="*/ 310 w 497"/>
                  <a:gd name="T11" fmla="*/ 309 h 466"/>
                  <a:gd name="T12" fmla="*/ 310 w 497"/>
                  <a:gd name="T13" fmla="*/ 309 h 466"/>
                  <a:gd name="T14" fmla="*/ 310 w 497"/>
                  <a:gd name="T15" fmla="*/ 309 h 466"/>
                  <a:gd name="T16" fmla="*/ 341 w 497"/>
                  <a:gd name="T17" fmla="*/ 278 h 466"/>
                  <a:gd name="T18" fmla="*/ 372 w 497"/>
                  <a:gd name="T19" fmla="*/ 278 h 466"/>
                  <a:gd name="T20" fmla="*/ 372 w 497"/>
                  <a:gd name="T21" fmla="*/ 248 h 466"/>
                  <a:gd name="T22" fmla="*/ 372 w 497"/>
                  <a:gd name="T23" fmla="*/ 248 h 466"/>
                  <a:gd name="T24" fmla="*/ 372 w 497"/>
                  <a:gd name="T25" fmla="*/ 217 h 466"/>
                  <a:gd name="T26" fmla="*/ 403 w 497"/>
                  <a:gd name="T27" fmla="*/ 185 h 466"/>
                  <a:gd name="T28" fmla="*/ 434 w 497"/>
                  <a:gd name="T29" fmla="*/ 217 h 466"/>
                  <a:gd name="T30" fmla="*/ 434 w 497"/>
                  <a:gd name="T31" fmla="*/ 217 h 466"/>
                  <a:gd name="T32" fmla="*/ 434 w 497"/>
                  <a:gd name="T33" fmla="*/ 185 h 466"/>
                  <a:gd name="T34" fmla="*/ 466 w 497"/>
                  <a:gd name="T35" fmla="*/ 185 h 466"/>
                  <a:gd name="T36" fmla="*/ 496 w 497"/>
                  <a:gd name="T37" fmla="*/ 185 h 466"/>
                  <a:gd name="T38" fmla="*/ 496 w 497"/>
                  <a:gd name="T39" fmla="*/ 93 h 466"/>
                  <a:gd name="T40" fmla="*/ 466 w 497"/>
                  <a:gd name="T41" fmla="*/ 30 h 466"/>
                  <a:gd name="T42" fmla="*/ 466 w 497"/>
                  <a:gd name="T43" fmla="*/ 30 h 466"/>
                  <a:gd name="T44" fmla="*/ 434 w 497"/>
                  <a:gd name="T45" fmla="*/ 30 h 466"/>
                  <a:gd name="T46" fmla="*/ 403 w 497"/>
                  <a:gd name="T47" fmla="*/ 30 h 466"/>
                  <a:gd name="T48" fmla="*/ 310 w 497"/>
                  <a:gd name="T49" fmla="*/ 0 h 466"/>
                  <a:gd name="T50" fmla="*/ 279 w 497"/>
                  <a:gd name="T51" fmla="*/ 0 h 466"/>
                  <a:gd name="T52" fmla="*/ 279 w 497"/>
                  <a:gd name="T53" fmla="*/ 30 h 466"/>
                  <a:gd name="T54" fmla="*/ 155 w 497"/>
                  <a:gd name="T55" fmla="*/ 154 h 466"/>
                  <a:gd name="T56" fmla="*/ 94 w 497"/>
                  <a:gd name="T57" fmla="*/ 248 h 466"/>
                  <a:gd name="T58" fmla="*/ 94 w 497"/>
                  <a:gd name="T59" fmla="*/ 278 h 466"/>
                  <a:gd name="T60" fmla="*/ 94 w 497"/>
                  <a:gd name="T61" fmla="*/ 341 h 466"/>
                  <a:gd name="T62" fmla="*/ 0 w 497"/>
                  <a:gd name="T63" fmla="*/ 465 h 466"/>
                  <a:gd name="T64" fmla="*/ 94 w 497"/>
                  <a:gd name="T65" fmla="*/ 402 h 466"/>
                  <a:gd name="T66" fmla="*/ 155 w 497"/>
                  <a:gd name="T67" fmla="*/ 372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97" h="466">
                    <a:moveTo>
                      <a:pt x="155" y="372"/>
                    </a:moveTo>
                    <a:lnTo>
                      <a:pt x="155" y="372"/>
                    </a:lnTo>
                    <a:lnTo>
                      <a:pt x="186" y="341"/>
                    </a:lnTo>
                    <a:lnTo>
                      <a:pt x="218" y="341"/>
                    </a:lnTo>
                    <a:lnTo>
                      <a:pt x="218" y="341"/>
                    </a:lnTo>
                    <a:lnTo>
                      <a:pt x="218" y="341"/>
                    </a:lnTo>
                    <a:lnTo>
                      <a:pt x="218" y="341"/>
                    </a:lnTo>
                    <a:lnTo>
                      <a:pt x="218" y="341"/>
                    </a:lnTo>
                    <a:cubicBezTo>
                      <a:pt x="218" y="341"/>
                      <a:pt x="218" y="341"/>
                      <a:pt x="248" y="341"/>
                    </a:cubicBezTo>
                    <a:cubicBezTo>
                      <a:pt x="248" y="309"/>
                      <a:pt x="248" y="309"/>
                      <a:pt x="279" y="309"/>
                    </a:cubicBezTo>
                    <a:lnTo>
                      <a:pt x="279" y="309"/>
                    </a:lnTo>
                    <a:cubicBezTo>
                      <a:pt x="279" y="309"/>
                      <a:pt x="279" y="309"/>
                      <a:pt x="310" y="309"/>
                    </a:cubicBezTo>
                    <a:lnTo>
                      <a:pt x="310" y="309"/>
                    </a:lnTo>
                    <a:lnTo>
                      <a:pt x="310" y="309"/>
                    </a:lnTo>
                    <a:lnTo>
                      <a:pt x="310" y="309"/>
                    </a:lnTo>
                    <a:lnTo>
                      <a:pt x="310" y="309"/>
                    </a:lnTo>
                    <a:lnTo>
                      <a:pt x="310" y="309"/>
                    </a:lnTo>
                    <a:cubicBezTo>
                      <a:pt x="310" y="278"/>
                      <a:pt x="341" y="278"/>
                      <a:pt x="341" y="278"/>
                    </a:cubicBezTo>
                    <a:lnTo>
                      <a:pt x="341" y="278"/>
                    </a:lnTo>
                    <a:lnTo>
                      <a:pt x="372" y="278"/>
                    </a:lnTo>
                    <a:lnTo>
                      <a:pt x="372" y="278"/>
                    </a:lnTo>
                    <a:cubicBezTo>
                      <a:pt x="372" y="278"/>
                      <a:pt x="372" y="278"/>
                      <a:pt x="372" y="248"/>
                    </a:cubicBezTo>
                    <a:lnTo>
                      <a:pt x="372" y="248"/>
                    </a:lnTo>
                    <a:lnTo>
                      <a:pt x="372" y="248"/>
                    </a:lnTo>
                    <a:cubicBezTo>
                      <a:pt x="372" y="248"/>
                      <a:pt x="372" y="248"/>
                      <a:pt x="372" y="217"/>
                    </a:cubicBezTo>
                    <a:lnTo>
                      <a:pt x="372" y="217"/>
                    </a:lnTo>
                    <a:cubicBezTo>
                      <a:pt x="372" y="185"/>
                      <a:pt x="403" y="185"/>
                      <a:pt x="403" y="185"/>
                    </a:cubicBezTo>
                    <a:lnTo>
                      <a:pt x="403" y="185"/>
                    </a:lnTo>
                    <a:cubicBezTo>
                      <a:pt x="403" y="185"/>
                      <a:pt x="403" y="217"/>
                      <a:pt x="434" y="217"/>
                    </a:cubicBezTo>
                    <a:lnTo>
                      <a:pt x="434" y="217"/>
                    </a:lnTo>
                    <a:lnTo>
                      <a:pt x="434" y="217"/>
                    </a:lnTo>
                    <a:lnTo>
                      <a:pt x="434" y="217"/>
                    </a:lnTo>
                    <a:cubicBezTo>
                      <a:pt x="434" y="185"/>
                      <a:pt x="434" y="185"/>
                      <a:pt x="434" y="185"/>
                    </a:cubicBezTo>
                    <a:lnTo>
                      <a:pt x="434" y="185"/>
                    </a:lnTo>
                    <a:cubicBezTo>
                      <a:pt x="466" y="185"/>
                      <a:pt x="466" y="185"/>
                      <a:pt x="466" y="185"/>
                    </a:cubicBezTo>
                    <a:lnTo>
                      <a:pt x="466" y="185"/>
                    </a:lnTo>
                    <a:lnTo>
                      <a:pt x="496" y="185"/>
                    </a:lnTo>
                    <a:lnTo>
                      <a:pt x="496" y="185"/>
                    </a:lnTo>
                    <a:lnTo>
                      <a:pt x="496" y="185"/>
                    </a:lnTo>
                    <a:cubicBezTo>
                      <a:pt x="496" y="154"/>
                      <a:pt x="496" y="124"/>
                      <a:pt x="496" y="93"/>
                    </a:cubicBezTo>
                    <a:lnTo>
                      <a:pt x="496" y="93"/>
                    </a:lnTo>
                    <a:cubicBezTo>
                      <a:pt x="496" y="61"/>
                      <a:pt x="496" y="61"/>
                      <a:pt x="466" y="30"/>
                    </a:cubicBezTo>
                    <a:lnTo>
                      <a:pt x="466" y="30"/>
                    </a:lnTo>
                    <a:lnTo>
                      <a:pt x="466" y="30"/>
                    </a:lnTo>
                    <a:lnTo>
                      <a:pt x="434" y="30"/>
                    </a:lnTo>
                    <a:lnTo>
                      <a:pt x="434" y="30"/>
                    </a:lnTo>
                    <a:lnTo>
                      <a:pt x="434" y="30"/>
                    </a:lnTo>
                    <a:cubicBezTo>
                      <a:pt x="403" y="30"/>
                      <a:pt x="403" y="30"/>
                      <a:pt x="403" y="30"/>
                    </a:cubicBezTo>
                    <a:cubicBezTo>
                      <a:pt x="403" y="30"/>
                      <a:pt x="372" y="30"/>
                      <a:pt x="341" y="30"/>
                    </a:cubicBezTo>
                    <a:lnTo>
                      <a:pt x="310" y="0"/>
                    </a:lnTo>
                    <a:lnTo>
                      <a:pt x="310" y="0"/>
                    </a:lnTo>
                    <a:cubicBezTo>
                      <a:pt x="279" y="0"/>
                      <a:pt x="279" y="0"/>
                      <a:pt x="279" y="0"/>
                    </a:cubicBezTo>
                    <a:cubicBezTo>
                      <a:pt x="279" y="0"/>
                      <a:pt x="279" y="0"/>
                      <a:pt x="279" y="30"/>
                    </a:cubicBezTo>
                    <a:lnTo>
                      <a:pt x="279" y="30"/>
                    </a:lnTo>
                    <a:cubicBezTo>
                      <a:pt x="279" y="61"/>
                      <a:pt x="248" y="93"/>
                      <a:pt x="248" y="93"/>
                    </a:cubicBezTo>
                    <a:cubicBezTo>
                      <a:pt x="218" y="124"/>
                      <a:pt x="155" y="154"/>
                      <a:pt x="155" y="154"/>
                    </a:cubicBezTo>
                    <a:cubicBezTo>
                      <a:pt x="155" y="154"/>
                      <a:pt x="124" y="185"/>
                      <a:pt x="94" y="185"/>
                    </a:cubicBezTo>
                    <a:cubicBezTo>
                      <a:pt x="94" y="217"/>
                      <a:pt x="124" y="217"/>
                      <a:pt x="94" y="248"/>
                    </a:cubicBezTo>
                    <a:lnTo>
                      <a:pt x="94" y="248"/>
                    </a:lnTo>
                    <a:lnTo>
                      <a:pt x="94" y="278"/>
                    </a:lnTo>
                    <a:cubicBezTo>
                      <a:pt x="94" y="309"/>
                      <a:pt x="94" y="341"/>
                      <a:pt x="94" y="341"/>
                    </a:cubicBezTo>
                    <a:lnTo>
                      <a:pt x="94" y="341"/>
                    </a:lnTo>
                    <a:cubicBezTo>
                      <a:pt x="94" y="372"/>
                      <a:pt x="94" y="372"/>
                      <a:pt x="62" y="402"/>
                    </a:cubicBezTo>
                    <a:cubicBezTo>
                      <a:pt x="31" y="433"/>
                      <a:pt x="0" y="433"/>
                      <a:pt x="0" y="465"/>
                    </a:cubicBezTo>
                    <a:cubicBezTo>
                      <a:pt x="94" y="465"/>
                      <a:pt x="94" y="465"/>
                      <a:pt x="94" y="465"/>
                    </a:cubicBezTo>
                    <a:cubicBezTo>
                      <a:pt x="94" y="402"/>
                      <a:pt x="94" y="402"/>
                      <a:pt x="94" y="402"/>
                    </a:cubicBezTo>
                    <a:lnTo>
                      <a:pt x="94" y="402"/>
                    </a:lnTo>
                    <a:cubicBezTo>
                      <a:pt x="124" y="402"/>
                      <a:pt x="124" y="372"/>
                      <a:pt x="155" y="3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07" name="Freeform 56">
                <a:extLst>
                  <a:ext uri="{FF2B5EF4-FFF2-40B4-BE49-F238E27FC236}">
                    <a16:creationId xmlns:a16="http://schemas.microsoft.com/office/drawing/2014/main" id="{59F7DA8F-1A47-544E-B0AD-3843DE299A63}"/>
                  </a:ext>
                </a:extLst>
              </p:cNvPr>
              <p:cNvSpPr>
                <a:spLocks noChangeArrowheads="1"/>
              </p:cNvSpPr>
              <p:nvPr/>
            </p:nvSpPr>
            <p:spPr bwMode="auto">
              <a:xfrm>
                <a:off x="3824288" y="1333500"/>
                <a:ext cx="33337" cy="44450"/>
              </a:xfrm>
              <a:custGeom>
                <a:avLst/>
                <a:gdLst>
                  <a:gd name="T0" fmla="*/ 32 w 94"/>
                  <a:gd name="T1" fmla="*/ 92 h 124"/>
                  <a:gd name="T2" fmla="*/ 32 w 94"/>
                  <a:gd name="T3" fmla="*/ 92 h 124"/>
                  <a:gd name="T4" fmla="*/ 32 w 94"/>
                  <a:gd name="T5" fmla="*/ 92 h 124"/>
                  <a:gd name="T6" fmla="*/ 62 w 94"/>
                  <a:gd name="T7" fmla="*/ 123 h 124"/>
                  <a:gd name="T8" fmla="*/ 62 w 94"/>
                  <a:gd name="T9" fmla="*/ 92 h 124"/>
                  <a:gd name="T10" fmla="*/ 62 w 94"/>
                  <a:gd name="T11" fmla="*/ 92 h 124"/>
                  <a:gd name="T12" fmla="*/ 93 w 94"/>
                  <a:gd name="T13" fmla="*/ 31 h 124"/>
                  <a:gd name="T14" fmla="*/ 93 w 94"/>
                  <a:gd name="T15" fmla="*/ 31 h 124"/>
                  <a:gd name="T16" fmla="*/ 93 w 94"/>
                  <a:gd name="T17" fmla="*/ 0 h 124"/>
                  <a:gd name="T18" fmla="*/ 93 w 94"/>
                  <a:gd name="T19" fmla="*/ 0 h 124"/>
                  <a:gd name="T20" fmla="*/ 62 w 94"/>
                  <a:gd name="T21" fmla="*/ 31 h 124"/>
                  <a:gd name="T22" fmla="*/ 62 w 94"/>
                  <a:gd name="T23" fmla="*/ 0 h 124"/>
                  <a:gd name="T24" fmla="*/ 32 w 94"/>
                  <a:gd name="T25" fmla="*/ 0 h 124"/>
                  <a:gd name="T26" fmla="*/ 32 w 94"/>
                  <a:gd name="T27" fmla="*/ 0 h 124"/>
                  <a:gd name="T28" fmla="*/ 32 w 94"/>
                  <a:gd name="T29" fmla="*/ 31 h 124"/>
                  <a:gd name="T30" fmla="*/ 32 w 94"/>
                  <a:gd name="T31" fmla="*/ 62 h 124"/>
                  <a:gd name="T32" fmla="*/ 0 w 94"/>
                  <a:gd name="T33" fmla="*/ 62 h 124"/>
                  <a:gd name="T34" fmla="*/ 0 w 94"/>
                  <a:gd name="T35" fmla="*/ 62 h 124"/>
                  <a:gd name="T36" fmla="*/ 32 w 94"/>
                  <a:gd name="T37" fmla="*/ 62 h 124"/>
                  <a:gd name="T38" fmla="*/ 32 w 94"/>
                  <a:gd name="T39" fmla="*/ 9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4" h="124">
                    <a:moveTo>
                      <a:pt x="32" y="92"/>
                    </a:moveTo>
                    <a:lnTo>
                      <a:pt x="32" y="92"/>
                    </a:lnTo>
                    <a:lnTo>
                      <a:pt x="32" y="92"/>
                    </a:lnTo>
                    <a:cubicBezTo>
                      <a:pt x="62" y="123"/>
                      <a:pt x="62" y="123"/>
                      <a:pt x="62" y="123"/>
                    </a:cubicBezTo>
                    <a:lnTo>
                      <a:pt x="62" y="92"/>
                    </a:lnTo>
                    <a:lnTo>
                      <a:pt x="62" y="92"/>
                    </a:lnTo>
                    <a:cubicBezTo>
                      <a:pt x="62" y="62"/>
                      <a:pt x="93" y="31"/>
                      <a:pt x="93" y="31"/>
                    </a:cubicBezTo>
                    <a:lnTo>
                      <a:pt x="93" y="31"/>
                    </a:lnTo>
                    <a:lnTo>
                      <a:pt x="93" y="0"/>
                    </a:lnTo>
                    <a:lnTo>
                      <a:pt x="93" y="0"/>
                    </a:lnTo>
                    <a:cubicBezTo>
                      <a:pt x="93" y="0"/>
                      <a:pt x="93" y="31"/>
                      <a:pt x="62" y="31"/>
                    </a:cubicBezTo>
                    <a:lnTo>
                      <a:pt x="62" y="0"/>
                    </a:lnTo>
                    <a:lnTo>
                      <a:pt x="32" y="0"/>
                    </a:lnTo>
                    <a:lnTo>
                      <a:pt x="32" y="0"/>
                    </a:lnTo>
                    <a:cubicBezTo>
                      <a:pt x="32" y="31"/>
                      <a:pt x="32" y="31"/>
                      <a:pt x="32" y="31"/>
                    </a:cubicBezTo>
                    <a:cubicBezTo>
                      <a:pt x="32" y="62"/>
                      <a:pt x="32" y="62"/>
                      <a:pt x="32" y="62"/>
                    </a:cubicBezTo>
                    <a:cubicBezTo>
                      <a:pt x="0" y="62"/>
                      <a:pt x="0" y="62"/>
                      <a:pt x="0" y="62"/>
                    </a:cubicBezTo>
                    <a:lnTo>
                      <a:pt x="0" y="62"/>
                    </a:lnTo>
                    <a:lnTo>
                      <a:pt x="32" y="62"/>
                    </a:lnTo>
                    <a:cubicBezTo>
                      <a:pt x="32" y="62"/>
                      <a:pt x="32" y="62"/>
                      <a:pt x="32" y="9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08" name="Freeform 57">
                <a:extLst>
                  <a:ext uri="{FF2B5EF4-FFF2-40B4-BE49-F238E27FC236}">
                    <a16:creationId xmlns:a16="http://schemas.microsoft.com/office/drawing/2014/main" id="{450A73FB-02C9-44E5-1C35-98A6D26426E2}"/>
                  </a:ext>
                </a:extLst>
              </p:cNvPr>
              <p:cNvSpPr>
                <a:spLocks noChangeArrowheads="1"/>
              </p:cNvSpPr>
              <p:nvPr/>
            </p:nvSpPr>
            <p:spPr bwMode="auto">
              <a:xfrm>
                <a:off x="3902075" y="1066800"/>
                <a:ext cx="223838" cy="301625"/>
              </a:xfrm>
              <a:custGeom>
                <a:avLst/>
                <a:gdLst>
                  <a:gd name="T0" fmla="*/ 62 w 621"/>
                  <a:gd name="T1" fmla="*/ 806 h 837"/>
                  <a:gd name="T2" fmla="*/ 93 w 621"/>
                  <a:gd name="T3" fmla="*/ 836 h 837"/>
                  <a:gd name="T4" fmla="*/ 124 w 621"/>
                  <a:gd name="T5" fmla="*/ 836 h 837"/>
                  <a:gd name="T6" fmla="*/ 155 w 621"/>
                  <a:gd name="T7" fmla="*/ 775 h 837"/>
                  <a:gd name="T8" fmla="*/ 217 w 621"/>
                  <a:gd name="T9" fmla="*/ 744 h 837"/>
                  <a:gd name="T10" fmla="*/ 248 w 621"/>
                  <a:gd name="T11" fmla="*/ 682 h 837"/>
                  <a:gd name="T12" fmla="*/ 279 w 621"/>
                  <a:gd name="T13" fmla="*/ 620 h 837"/>
                  <a:gd name="T14" fmla="*/ 310 w 621"/>
                  <a:gd name="T15" fmla="*/ 588 h 837"/>
                  <a:gd name="T16" fmla="*/ 341 w 621"/>
                  <a:gd name="T17" fmla="*/ 558 h 837"/>
                  <a:gd name="T18" fmla="*/ 279 w 621"/>
                  <a:gd name="T19" fmla="*/ 527 h 837"/>
                  <a:gd name="T20" fmla="*/ 248 w 621"/>
                  <a:gd name="T21" fmla="*/ 434 h 837"/>
                  <a:gd name="T22" fmla="*/ 279 w 621"/>
                  <a:gd name="T23" fmla="*/ 403 h 837"/>
                  <a:gd name="T24" fmla="*/ 434 w 621"/>
                  <a:gd name="T25" fmla="*/ 310 h 837"/>
                  <a:gd name="T26" fmla="*/ 496 w 621"/>
                  <a:gd name="T27" fmla="*/ 217 h 837"/>
                  <a:gd name="T28" fmla="*/ 527 w 621"/>
                  <a:gd name="T29" fmla="*/ 186 h 837"/>
                  <a:gd name="T30" fmla="*/ 589 w 621"/>
                  <a:gd name="T31" fmla="*/ 155 h 837"/>
                  <a:gd name="T32" fmla="*/ 620 w 621"/>
                  <a:gd name="T33" fmla="*/ 155 h 837"/>
                  <a:gd name="T34" fmla="*/ 620 w 621"/>
                  <a:gd name="T35" fmla="*/ 93 h 837"/>
                  <a:gd name="T36" fmla="*/ 620 w 621"/>
                  <a:gd name="T37" fmla="*/ 62 h 837"/>
                  <a:gd name="T38" fmla="*/ 589 w 621"/>
                  <a:gd name="T39" fmla="*/ 31 h 837"/>
                  <a:gd name="T40" fmla="*/ 558 w 621"/>
                  <a:gd name="T41" fmla="*/ 31 h 837"/>
                  <a:gd name="T42" fmla="*/ 496 w 621"/>
                  <a:gd name="T43" fmla="*/ 0 h 837"/>
                  <a:gd name="T44" fmla="*/ 496 w 621"/>
                  <a:gd name="T45" fmla="*/ 0 h 837"/>
                  <a:gd name="T46" fmla="*/ 434 w 621"/>
                  <a:gd name="T47" fmla="*/ 62 h 837"/>
                  <a:gd name="T48" fmla="*/ 403 w 621"/>
                  <a:gd name="T49" fmla="*/ 31 h 837"/>
                  <a:gd name="T50" fmla="*/ 310 w 621"/>
                  <a:gd name="T51" fmla="*/ 62 h 837"/>
                  <a:gd name="T52" fmla="*/ 279 w 621"/>
                  <a:gd name="T53" fmla="*/ 62 h 837"/>
                  <a:gd name="T54" fmla="*/ 279 w 621"/>
                  <a:gd name="T55" fmla="*/ 93 h 837"/>
                  <a:gd name="T56" fmla="*/ 217 w 621"/>
                  <a:gd name="T57" fmla="*/ 124 h 837"/>
                  <a:gd name="T58" fmla="*/ 186 w 621"/>
                  <a:gd name="T59" fmla="*/ 186 h 837"/>
                  <a:gd name="T60" fmla="*/ 155 w 621"/>
                  <a:gd name="T61" fmla="*/ 217 h 837"/>
                  <a:gd name="T62" fmla="*/ 124 w 621"/>
                  <a:gd name="T63" fmla="*/ 248 h 837"/>
                  <a:gd name="T64" fmla="*/ 93 w 621"/>
                  <a:gd name="T65" fmla="*/ 340 h 837"/>
                  <a:gd name="T66" fmla="*/ 31 w 621"/>
                  <a:gd name="T67" fmla="*/ 340 h 837"/>
                  <a:gd name="T68" fmla="*/ 31 w 621"/>
                  <a:gd name="T69" fmla="*/ 372 h 837"/>
                  <a:gd name="T70" fmla="*/ 31 w 621"/>
                  <a:gd name="T71" fmla="*/ 403 h 837"/>
                  <a:gd name="T72" fmla="*/ 62 w 621"/>
                  <a:gd name="T73" fmla="*/ 434 h 837"/>
                  <a:gd name="T74" fmla="*/ 62 w 621"/>
                  <a:gd name="T75" fmla="*/ 464 h 837"/>
                  <a:gd name="T76" fmla="*/ 62 w 621"/>
                  <a:gd name="T77" fmla="*/ 464 h 837"/>
                  <a:gd name="T78" fmla="*/ 62 w 621"/>
                  <a:gd name="T79" fmla="*/ 496 h 837"/>
                  <a:gd name="T80" fmla="*/ 62 w 621"/>
                  <a:gd name="T81" fmla="*/ 527 h 837"/>
                  <a:gd name="T82" fmla="*/ 62 w 621"/>
                  <a:gd name="T83" fmla="*/ 558 h 837"/>
                  <a:gd name="T84" fmla="*/ 0 w 621"/>
                  <a:gd name="T85" fmla="*/ 620 h 837"/>
                  <a:gd name="T86" fmla="*/ 0 w 621"/>
                  <a:gd name="T87" fmla="*/ 620 h 837"/>
                  <a:gd name="T88" fmla="*/ 0 w 621"/>
                  <a:gd name="T89" fmla="*/ 682 h 837"/>
                  <a:gd name="T90" fmla="*/ 62 w 621"/>
                  <a:gd name="T91" fmla="*/ 806 h 8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21" h="837">
                    <a:moveTo>
                      <a:pt x="62" y="806"/>
                    </a:moveTo>
                    <a:lnTo>
                      <a:pt x="62" y="806"/>
                    </a:lnTo>
                    <a:lnTo>
                      <a:pt x="62" y="806"/>
                    </a:lnTo>
                    <a:cubicBezTo>
                      <a:pt x="62" y="806"/>
                      <a:pt x="62" y="806"/>
                      <a:pt x="62" y="836"/>
                    </a:cubicBezTo>
                    <a:lnTo>
                      <a:pt x="62" y="836"/>
                    </a:lnTo>
                    <a:lnTo>
                      <a:pt x="93" y="836"/>
                    </a:lnTo>
                    <a:lnTo>
                      <a:pt x="93" y="836"/>
                    </a:lnTo>
                    <a:lnTo>
                      <a:pt x="93" y="836"/>
                    </a:lnTo>
                    <a:cubicBezTo>
                      <a:pt x="93" y="836"/>
                      <a:pt x="93" y="836"/>
                      <a:pt x="124" y="836"/>
                    </a:cubicBezTo>
                    <a:cubicBezTo>
                      <a:pt x="124" y="806"/>
                      <a:pt x="124" y="775"/>
                      <a:pt x="155" y="775"/>
                    </a:cubicBezTo>
                    <a:lnTo>
                      <a:pt x="155" y="775"/>
                    </a:lnTo>
                    <a:lnTo>
                      <a:pt x="155" y="775"/>
                    </a:lnTo>
                    <a:cubicBezTo>
                      <a:pt x="155" y="775"/>
                      <a:pt x="155" y="775"/>
                      <a:pt x="186" y="775"/>
                    </a:cubicBezTo>
                    <a:lnTo>
                      <a:pt x="186" y="775"/>
                    </a:lnTo>
                    <a:cubicBezTo>
                      <a:pt x="217" y="775"/>
                      <a:pt x="217" y="775"/>
                      <a:pt x="217" y="744"/>
                    </a:cubicBezTo>
                    <a:cubicBezTo>
                      <a:pt x="217" y="712"/>
                      <a:pt x="217" y="712"/>
                      <a:pt x="217" y="712"/>
                    </a:cubicBezTo>
                    <a:cubicBezTo>
                      <a:pt x="217" y="682"/>
                      <a:pt x="248" y="682"/>
                      <a:pt x="248" y="682"/>
                    </a:cubicBezTo>
                    <a:lnTo>
                      <a:pt x="248" y="682"/>
                    </a:lnTo>
                    <a:cubicBezTo>
                      <a:pt x="217" y="620"/>
                      <a:pt x="217" y="620"/>
                      <a:pt x="217" y="620"/>
                    </a:cubicBezTo>
                    <a:cubicBezTo>
                      <a:pt x="279" y="620"/>
                      <a:pt x="279" y="620"/>
                      <a:pt x="279" y="620"/>
                    </a:cubicBezTo>
                    <a:lnTo>
                      <a:pt x="279" y="620"/>
                    </a:lnTo>
                    <a:lnTo>
                      <a:pt x="279" y="588"/>
                    </a:lnTo>
                    <a:cubicBezTo>
                      <a:pt x="310" y="588"/>
                      <a:pt x="310" y="588"/>
                      <a:pt x="310" y="588"/>
                    </a:cubicBezTo>
                    <a:lnTo>
                      <a:pt x="310" y="588"/>
                    </a:lnTo>
                    <a:cubicBezTo>
                      <a:pt x="310" y="558"/>
                      <a:pt x="310" y="558"/>
                      <a:pt x="310" y="558"/>
                    </a:cubicBezTo>
                    <a:cubicBezTo>
                      <a:pt x="341" y="558"/>
                      <a:pt x="341" y="558"/>
                      <a:pt x="341" y="558"/>
                    </a:cubicBezTo>
                    <a:lnTo>
                      <a:pt x="341" y="558"/>
                    </a:lnTo>
                    <a:cubicBezTo>
                      <a:pt x="341" y="558"/>
                      <a:pt x="341" y="558"/>
                      <a:pt x="310" y="527"/>
                    </a:cubicBezTo>
                    <a:lnTo>
                      <a:pt x="310" y="527"/>
                    </a:lnTo>
                    <a:cubicBezTo>
                      <a:pt x="279" y="527"/>
                      <a:pt x="279" y="527"/>
                      <a:pt x="279" y="527"/>
                    </a:cubicBezTo>
                    <a:cubicBezTo>
                      <a:pt x="279" y="527"/>
                      <a:pt x="248" y="496"/>
                      <a:pt x="248" y="464"/>
                    </a:cubicBezTo>
                    <a:lnTo>
                      <a:pt x="248" y="464"/>
                    </a:lnTo>
                    <a:cubicBezTo>
                      <a:pt x="248" y="434"/>
                      <a:pt x="248" y="434"/>
                      <a:pt x="248" y="434"/>
                    </a:cubicBezTo>
                    <a:lnTo>
                      <a:pt x="279" y="434"/>
                    </a:lnTo>
                    <a:lnTo>
                      <a:pt x="279" y="434"/>
                    </a:lnTo>
                    <a:lnTo>
                      <a:pt x="279" y="403"/>
                    </a:lnTo>
                    <a:cubicBezTo>
                      <a:pt x="279" y="372"/>
                      <a:pt x="310" y="372"/>
                      <a:pt x="310" y="372"/>
                    </a:cubicBezTo>
                    <a:cubicBezTo>
                      <a:pt x="310" y="372"/>
                      <a:pt x="310" y="372"/>
                      <a:pt x="341" y="340"/>
                    </a:cubicBezTo>
                    <a:cubicBezTo>
                      <a:pt x="341" y="340"/>
                      <a:pt x="372" y="310"/>
                      <a:pt x="434" y="310"/>
                    </a:cubicBezTo>
                    <a:cubicBezTo>
                      <a:pt x="434" y="310"/>
                      <a:pt x="465" y="279"/>
                      <a:pt x="496" y="248"/>
                    </a:cubicBezTo>
                    <a:lnTo>
                      <a:pt x="496" y="248"/>
                    </a:lnTo>
                    <a:cubicBezTo>
                      <a:pt x="496" y="217"/>
                      <a:pt x="496" y="217"/>
                      <a:pt x="496" y="217"/>
                    </a:cubicBezTo>
                    <a:lnTo>
                      <a:pt x="496" y="217"/>
                    </a:lnTo>
                    <a:cubicBezTo>
                      <a:pt x="465" y="124"/>
                      <a:pt x="465" y="124"/>
                      <a:pt x="465" y="124"/>
                    </a:cubicBezTo>
                    <a:cubicBezTo>
                      <a:pt x="527" y="186"/>
                      <a:pt x="527" y="186"/>
                      <a:pt x="527" y="186"/>
                    </a:cubicBezTo>
                    <a:cubicBezTo>
                      <a:pt x="558" y="155"/>
                      <a:pt x="589" y="155"/>
                      <a:pt x="589" y="155"/>
                    </a:cubicBezTo>
                    <a:lnTo>
                      <a:pt x="589" y="155"/>
                    </a:lnTo>
                    <a:lnTo>
                      <a:pt x="589" y="155"/>
                    </a:lnTo>
                    <a:lnTo>
                      <a:pt x="620" y="155"/>
                    </a:lnTo>
                    <a:lnTo>
                      <a:pt x="620" y="155"/>
                    </a:lnTo>
                    <a:lnTo>
                      <a:pt x="620" y="155"/>
                    </a:lnTo>
                    <a:cubicBezTo>
                      <a:pt x="620" y="155"/>
                      <a:pt x="620" y="155"/>
                      <a:pt x="620" y="124"/>
                    </a:cubicBezTo>
                    <a:lnTo>
                      <a:pt x="620" y="124"/>
                    </a:lnTo>
                    <a:lnTo>
                      <a:pt x="620" y="93"/>
                    </a:lnTo>
                    <a:lnTo>
                      <a:pt x="620" y="93"/>
                    </a:lnTo>
                    <a:lnTo>
                      <a:pt x="620" y="93"/>
                    </a:lnTo>
                    <a:cubicBezTo>
                      <a:pt x="620" y="93"/>
                      <a:pt x="620" y="93"/>
                      <a:pt x="620" y="62"/>
                    </a:cubicBezTo>
                    <a:lnTo>
                      <a:pt x="620" y="62"/>
                    </a:lnTo>
                    <a:lnTo>
                      <a:pt x="620" y="62"/>
                    </a:lnTo>
                    <a:lnTo>
                      <a:pt x="589" y="31"/>
                    </a:lnTo>
                    <a:lnTo>
                      <a:pt x="589" y="31"/>
                    </a:lnTo>
                    <a:lnTo>
                      <a:pt x="589" y="31"/>
                    </a:lnTo>
                    <a:cubicBezTo>
                      <a:pt x="558" y="31"/>
                      <a:pt x="558" y="31"/>
                      <a:pt x="558" y="31"/>
                    </a:cubicBezTo>
                    <a:cubicBezTo>
                      <a:pt x="558" y="31"/>
                      <a:pt x="527" y="31"/>
                      <a:pt x="527" y="0"/>
                    </a:cubicBezTo>
                    <a:lnTo>
                      <a:pt x="527" y="0"/>
                    </a:lnTo>
                    <a:lnTo>
                      <a:pt x="496" y="0"/>
                    </a:lnTo>
                    <a:lnTo>
                      <a:pt x="496" y="0"/>
                    </a:lnTo>
                    <a:lnTo>
                      <a:pt x="496" y="0"/>
                    </a:lnTo>
                    <a:lnTo>
                      <a:pt x="496" y="0"/>
                    </a:lnTo>
                    <a:lnTo>
                      <a:pt x="496" y="31"/>
                    </a:lnTo>
                    <a:cubicBezTo>
                      <a:pt x="496" y="31"/>
                      <a:pt x="496" y="31"/>
                      <a:pt x="465" y="31"/>
                    </a:cubicBezTo>
                    <a:cubicBezTo>
                      <a:pt x="465" y="62"/>
                      <a:pt x="465" y="62"/>
                      <a:pt x="434" y="62"/>
                    </a:cubicBezTo>
                    <a:lnTo>
                      <a:pt x="434" y="62"/>
                    </a:lnTo>
                    <a:cubicBezTo>
                      <a:pt x="434" y="62"/>
                      <a:pt x="434" y="62"/>
                      <a:pt x="403" y="62"/>
                    </a:cubicBezTo>
                    <a:cubicBezTo>
                      <a:pt x="403" y="31"/>
                      <a:pt x="403" y="31"/>
                      <a:pt x="403" y="31"/>
                    </a:cubicBezTo>
                    <a:cubicBezTo>
                      <a:pt x="372" y="31"/>
                      <a:pt x="372" y="31"/>
                      <a:pt x="372" y="31"/>
                    </a:cubicBezTo>
                    <a:cubicBezTo>
                      <a:pt x="372" y="62"/>
                      <a:pt x="372" y="62"/>
                      <a:pt x="341" y="62"/>
                    </a:cubicBezTo>
                    <a:cubicBezTo>
                      <a:pt x="341" y="62"/>
                      <a:pt x="341" y="62"/>
                      <a:pt x="310" y="62"/>
                    </a:cubicBezTo>
                    <a:lnTo>
                      <a:pt x="310" y="62"/>
                    </a:lnTo>
                    <a:cubicBezTo>
                      <a:pt x="310" y="62"/>
                      <a:pt x="310" y="62"/>
                      <a:pt x="279" y="62"/>
                    </a:cubicBezTo>
                    <a:lnTo>
                      <a:pt x="279" y="62"/>
                    </a:lnTo>
                    <a:lnTo>
                      <a:pt x="279" y="62"/>
                    </a:lnTo>
                    <a:cubicBezTo>
                      <a:pt x="279" y="93"/>
                      <a:pt x="279" y="93"/>
                      <a:pt x="279" y="93"/>
                    </a:cubicBezTo>
                    <a:lnTo>
                      <a:pt x="279" y="93"/>
                    </a:lnTo>
                    <a:lnTo>
                      <a:pt x="279" y="93"/>
                    </a:lnTo>
                    <a:cubicBezTo>
                      <a:pt x="279" y="124"/>
                      <a:pt x="248" y="124"/>
                      <a:pt x="248" y="124"/>
                    </a:cubicBezTo>
                    <a:cubicBezTo>
                      <a:pt x="248" y="124"/>
                      <a:pt x="248" y="124"/>
                      <a:pt x="217" y="124"/>
                    </a:cubicBezTo>
                    <a:cubicBezTo>
                      <a:pt x="217" y="155"/>
                      <a:pt x="217" y="155"/>
                      <a:pt x="217" y="155"/>
                    </a:cubicBezTo>
                    <a:lnTo>
                      <a:pt x="217" y="155"/>
                    </a:lnTo>
                    <a:lnTo>
                      <a:pt x="186" y="186"/>
                    </a:lnTo>
                    <a:cubicBezTo>
                      <a:pt x="155" y="186"/>
                      <a:pt x="155" y="186"/>
                      <a:pt x="155" y="186"/>
                    </a:cubicBezTo>
                    <a:lnTo>
                      <a:pt x="155" y="186"/>
                    </a:lnTo>
                    <a:lnTo>
                      <a:pt x="155" y="217"/>
                    </a:lnTo>
                    <a:lnTo>
                      <a:pt x="155" y="217"/>
                    </a:lnTo>
                    <a:lnTo>
                      <a:pt x="155" y="217"/>
                    </a:lnTo>
                    <a:cubicBezTo>
                      <a:pt x="155" y="248"/>
                      <a:pt x="155" y="248"/>
                      <a:pt x="124" y="248"/>
                    </a:cubicBezTo>
                    <a:cubicBezTo>
                      <a:pt x="124" y="279"/>
                      <a:pt x="155" y="279"/>
                      <a:pt x="155" y="279"/>
                    </a:cubicBezTo>
                    <a:cubicBezTo>
                      <a:pt x="155" y="310"/>
                      <a:pt x="124" y="310"/>
                      <a:pt x="124" y="340"/>
                    </a:cubicBezTo>
                    <a:lnTo>
                      <a:pt x="93" y="340"/>
                    </a:lnTo>
                    <a:cubicBezTo>
                      <a:pt x="62" y="340"/>
                      <a:pt x="62" y="340"/>
                      <a:pt x="62" y="340"/>
                    </a:cubicBezTo>
                    <a:lnTo>
                      <a:pt x="62" y="340"/>
                    </a:lnTo>
                    <a:lnTo>
                      <a:pt x="31" y="340"/>
                    </a:lnTo>
                    <a:lnTo>
                      <a:pt x="31" y="340"/>
                    </a:lnTo>
                    <a:lnTo>
                      <a:pt x="31" y="340"/>
                    </a:lnTo>
                    <a:cubicBezTo>
                      <a:pt x="31" y="340"/>
                      <a:pt x="31" y="340"/>
                      <a:pt x="31" y="372"/>
                    </a:cubicBezTo>
                    <a:lnTo>
                      <a:pt x="31" y="372"/>
                    </a:lnTo>
                    <a:lnTo>
                      <a:pt x="31" y="372"/>
                    </a:lnTo>
                    <a:cubicBezTo>
                      <a:pt x="31" y="403"/>
                      <a:pt x="31" y="403"/>
                      <a:pt x="31" y="403"/>
                    </a:cubicBezTo>
                    <a:lnTo>
                      <a:pt x="31" y="403"/>
                    </a:lnTo>
                    <a:lnTo>
                      <a:pt x="31" y="434"/>
                    </a:lnTo>
                    <a:cubicBezTo>
                      <a:pt x="62" y="434"/>
                      <a:pt x="62" y="434"/>
                      <a:pt x="62" y="434"/>
                    </a:cubicBezTo>
                    <a:lnTo>
                      <a:pt x="62" y="434"/>
                    </a:lnTo>
                    <a:lnTo>
                      <a:pt x="62" y="464"/>
                    </a:lnTo>
                    <a:lnTo>
                      <a:pt x="62" y="464"/>
                    </a:lnTo>
                    <a:lnTo>
                      <a:pt x="62" y="464"/>
                    </a:lnTo>
                    <a:lnTo>
                      <a:pt x="62" y="464"/>
                    </a:lnTo>
                    <a:lnTo>
                      <a:pt x="62" y="464"/>
                    </a:lnTo>
                    <a:lnTo>
                      <a:pt x="62" y="496"/>
                    </a:lnTo>
                    <a:lnTo>
                      <a:pt x="62" y="496"/>
                    </a:lnTo>
                    <a:lnTo>
                      <a:pt x="62" y="496"/>
                    </a:lnTo>
                    <a:lnTo>
                      <a:pt x="62" y="496"/>
                    </a:lnTo>
                    <a:cubicBezTo>
                      <a:pt x="62" y="496"/>
                      <a:pt x="62" y="496"/>
                      <a:pt x="62" y="527"/>
                    </a:cubicBezTo>
                    <a:lnTo>
                      <a:pt x="62" y="527"/>
                    </a:lnTo>
                    <a:cubicBezTo>
                      <a:pt x="62" y="527"/>
                      <a:pt x="62" y="527"/>
                      <a:pt x="62" y="558"/>
                    </a:cubicBezTo>
                    <a:lnTo>
                      <a:pt x="62" y="558"/>
                    </a:lnTo>
                    <a:lnTo>
                      <a:pt x="62" y="558"/>
                    </a:lnTo>
                    <a:cubicBezTo>
                      <a:pt x="31" y="558"/>
                      <a:pt x="31" y="588"/>
                      <a:pt x="31" y="588"/>
                    </a:cubicBezTo>
                    <a:lnTo>
                      <a:pt x="0" y="588"/>
                    </a:lnTo>
                    <a:lnTo>
                      <a:pt x="0" y="620"/>
                    </a:lnTo>
                    <a:lnTo>
                      <a:pt x="0" y="620"/>
                    </a:lnTo>
                    <a:lnTo>
                      <a:pt x="0" y="620"/>
                    </a:lnTo>
                    <a:lnTo>
                      <a:pt x="0" y="620"/>
                    </a:lnTo>
                    <a:lnTo>
                      <a:pt x="0" y="620"/>
                    </a:lnTo>
                    <a:cubicBezTo>
                      <a:pt x="0" y="651"/>
                      <a:pt x="0" y="651"/>
                      <a:pt x="0" y="651"/>
                    </a:cubicBezTo>
                    <a:lnTo>
                      <a:pt x="0" y="682"/>
                    </a:lnTo>
                    <a:cubicBezTo>
                      <a:pt x="0" y="712"/>
                      <a:pt x="0" y="712"/>
                      <a:pt x="31" y="744"/>
                    </a:cubicBezTo>
                    <a:lnTo>
                      <a:pt x="31" y="744"/>
                    </a:lnTo>
                    <a:cubicBezTo>
                      <a:pt x="62" y="744"/>
                      <a:pt x="62" y="775"/>
                      <a:pt x="62" y="80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09" name="Freeform 58">
                <a:extLst>
                  <a:ext uri="{FF2B5EF4-FFF2-40B4-BE49-F238E27FC236}">
                    <a16:creationId xmlns:a16="http://schemas.microsoft.com/office/drawing/2014/main" id="{073E245D-9DE7-A93E-65FA-9F463F47BFE2}"/>
                  </a:ext>
                </a:extLst>
              </p:cNvPr>
              <p:cNvSpPr>
                <a:spLocks noChangeArrowheads="1"/>
              </p:cNvSpPr>
              <p:nvPr/>
            </p:nvSpPr>
            <p:spPr bwMode="auto">
              <a:xfrm>
                <a:off x="3792538" y="1390650"/>
                <a:ext cx="155575" cy="155575"/>
              </a:xfrm>
              <a:custGeom>
                <a:avLst/>
                <a:gdLst>
                  <a:gd name="T0" fmla="*/ 61 w 433"/>
                  <a:gd name="T1" fmla="*/ 155 h 434"/>
                  <a:gd name="T2" fmla="*/ 30 w 433"/>
                  <a:gd name="T3" fmla="*/ 185 h 434"/>
                  <a:gd name="T4" fmla="*/ 0 w 433"/>
                  <a:gd name="T5" fmla="*/ 217 h 434"/>
                  <a:gd name="T6" fmla="*/ 0 w 433"/>
                  <a:gd name="T7" fmla="*/ 248 h 434"/>
                  <a:gd name="T8" fmla="*/ 30 w 433"/>
                  <a:gd name="T9" fmla="*/ 248 h 434"/>
                  <a:gd name="T10" fmla="*/ 30 w 433"/>
                  <a:gd name="T11" fmla="*/ 279 h 434"/>
                  <a:gd name="T12" fmla="*/ 30 w 433"/>
                  <a:gd name="T13" fmla="*/ 309 h 434"/>
                  <a:gd name="T14" fmla="*/ 30 w 433"/>
                  <a:gd name="T15" fmla="*/ 341 h 434"/>
                  <a:gd name="T16" fmla="*/ 92 w 433"/>
                  <a:gd name="T17" fmla="*/ 309 h 434"/>
                  <a:gd name="T18" fmla="*/ 124 w 433"/>
                  <a:gd name="T19" fmla="*/ 372 h 434"/>
                  <a:gd name="T20" fmla="*/ 92 w 433"/>
                  <a:gd name="T21" fmla="*/ 403 h 434"/>
                  <a:gd name="T22" fmla="*/ 92 w 433"/>
                  <a:gd name="T23" fmla="*/ 433 h 434"/>
                  <a:gd name="T24" fmla="*/ 92 w 433"/>
                  <a:gd name="T25" fmla="*/ 433 h 434"/>
                  <a:gd name="T26" fmla="*/ 124 w 433"/>
                  <a:gd name="T27" fmla="*/ 403 h 434"/>
                  <a:gd name="T28" fmla="*/ 124 w 433"/>
                  <a:gd name="T29" fmla="*/ 403 h 434"/>
                  <a:gd name="T30" fmla="*/ 154 w 433"/>
                  <a:gd name="T31" fmla="*/ 433 h 434"/>
                  <a:gd name="T32" fmla="*/ 154 w 433"/>
                  <a:gd name="T33" fmla="*/ 433 h 434"/>
                  <a:gd name="T34" fmla="*/ 154 w 433"/>
                  <a:gd name="T35" fmla="*/ 433 h 434"/>
                  <a:gd name="T36" fmla="*/ 185 w 433"/>
                  <a:gd name="T37" fmla="*/ 433 h 434"/>
                  <a:gd name="T38" fmla="*/ 185 w 433"/>
                  <a:gd name="T39" fmla="*/ 433 h 434"/>
                  <a:gd name="T40" fmla="*/ 185 w 433"/>
                  <a:gd name="T41" fmla="*/ 433 h 434"/>
                  <a:gd name="T42" fmla="*/ 185 w 433"/>
                  <a:gd name="T43" fmla="*/ 433 h 434"/>
                  <a:gd name="T44" fmla="*/ 248 w 433"/>
                  <a:gd name="T45" fmla="*/ 433 h 434"/>
                  <a:gd name="T46" fmla="*/ 277 w 433"/>
                  <a:gd name="T47" fmla="*/ 433 h 434"/>
                  <a:gd name="T48" fmla="*/ 308 w 433"/>
                  <a:gd name="T49" fmla="*/ 433 h 434"/>
                  <a:gd name="T50" fmla="*/ 339 w 433"/>
                  <a:gd name="T51" fmla="*/ 403 h 434"/>
                  <a:gd name="T52" fmla="*/ 370 w 433"/>
                  <a:gd name="T53" fmla="*/ 372 h 434"/>
                  <a:gd name="T54" fmla="*/ 339 w 433"/>
                  <a:gd name="T55" fmla="*/ 372 h 434"/>
                  <a:gd name="T56" fmla="*/ 308 w 433"/>
                  <a:gd name="T57" fmla="*/ 341 h 434"/>
                  <a:gd name="T58" fmla="*/ 308 w 433"/>
                  <a:gd name="T59" fmla="*/ 309 h 434"/>
                  <a:gd name="T60" fmla="*/ 308 w 433"/>
                  <a:gd name="T61" fmla="*/ 279 h 434"/>
                  <a:gd name="T62" fmla="*/ 308 w 433"/>
                  <a:gd name="T63" fmla="*/ 248 h 434"/>
                  <a:gd name="T64" fmla="*/ 339 w 433"/>
                  <a:gd name="T65" fmla="*/ 248 h 434"/>
                  <a:gd name="T66" fmla="*/ 339 w 433"/>
                  <a:gd name="T67" fmla="*/ 248 h 434"/>
                  <a:gd name="T68" fmla="*/ 401 w 433"/>
                  <a:gd name="T69" fmla="*/ 217 h 434"/>
                  <a:gd name="T70" fmla="*/ 432 w 433"/>
                  <a:gd name="T71" fmla="*/ 217 h 434"/>
                  <a:gd name="T72" fmla="*/ 432 w 433"/>
                  <a:gd name="T73" fmla="*/ 185 h 434"/>
                  <a:gd name="T74" fmla="*/ 432 w 433"/>
                  <a:gd name="T75" fmla="*/ 155 h 434"/>
                  <a:gd name="T76" fmla="*/ 401 w 433"/>
                  <a:gd name="T77" fmla="*/ 124 h 434"/>
                  <a:gd name="T78" fmla="*/ 401 w 433"/>
                  <a:gd name="T79" fmla="*/ 93 h 434"/>
                  <a:gd name="T80" fmla="*/ 401 w 433"/>
                  <a:gd name="T81" fmla="*/ 61 h 434"/>
                  <a:gd name="T82" fmla="*/ 370 w 433"/>
                  <a:gd name="T83" fmla="*/ 31 h 434"/>
                  <a:gd name="T84" fmla="*/ 339 w 433"/>
                  <a:gd name="T85" fmla="*/ 31 h 434"/>
                  <a:gd name="T86" fmla="*/ 308 w 433"/>
                  <a:gd name="T87" fmla="*/ 61 h 434"/>
                  <a:gd name="T88" fmla="*/ 248 w 433"/>
                  <a:gd name="T89" fmla="*/ 31 h 434"/>
                  <a:gd name="T90" fmla="*/ 185 w 433"/>
                  <a:gd name="T91" fmla="*/ 0 h 434"/>
                  <a:gd name="T92" fmla="*/ 154 w 433"/>
                  <a:gd name="T93" fmla="*/ 0 h 434"/>
                  <a:gd name="T94" fmla="*/ 154 w 433"/>
                  <a:gd name="T95" fmla="*/ 61 h 434"/>
                  <a:gd name="T96" fmla="*/ 124 w 433"/>
                  <a:gd name="T97" fmla="*/ 61 h 434"/>
                  <a:gd name="T98" fmla="*/ 61 w 433"/>
                  <a:gd name="T99" fmla="*/ 61 h 434"/>
                  <a:gd name="T100" fmla="*/ 61 w 433"/>
                  <a:gd name="T101" fmla="*/ 93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33" h="434">
                    <a:moveTo>
                      <a:pt x="61" y="155"/>
                    </a:moveTo>
                    <a:lnTo>
                      <a:pt x="61" y="155"/>
                    </a:lnTo>
                    <a:lnTo>
                      <a:pt x="30" y="185"/>
                    </a:lnTo>
                    <a:lnTo>
                      <a:pt x="30" y="185"/>
                    </a:lnTo>
                    <a:cubicBezTo>
                      <a:pt x="30" y="185"/>
                      <a:pt x="30" y="185"/>
                      <a:pt x="0" y="185"/>
                    </a:cubicBezTo>
                    <a:cubicBezTo>
                      <a:pt x="0" y="217"/>
                      <a:pt x="0" y="217"/>
                      <a:pt x="0" y="217"/>
                    </a:cubicBezTo>
                    <a:lnTo>
                      <a:pt x="0" y="217"/>
                    </a:lnTo>
                    <a:cubicBezTo>
                      <a:pt x="0" y="217"/>
                      <a:pt x="0" y="217"/>
                      <a:pt x="0" y="248"/>
                    </a:cubicBezTo>
                    <a:lnTo>
                      <a:pt x="30" y="248"/>
                    </a:lnTo>
                    <a:lnTo>
                      <a:pt x="30" y="248"/>
                    </a:lnTo>
                    <a:lnTo>
                      <a:pt x="30" y="279"/>
                    </a:lnTo>
                    <a:lnTo>
                      <a:pt x="30" y="279"/>
                    </a:lnTo>
                    <a:cubicBezTo>
                      <a:pt x="30" y="279"/>
                      <a:pt x="30" y="279"/>
                      <a:pt x="30" y="309"/>
                    </a:cubicBezTo>
                    <a:lnTo>
                      <a:pt x="30" y="309"/>
                    </a:lnTo>
                    <a:lnTo>
                      <a:pt x="30" y="309"/>
                    </a:lnTo>
                    <a:cubicBezTo>
                      <a:pt x="30" y="309"/>
                      <a:pt x="30" y="309"/>
                      <a:pt x="30" y="341"/>
                    </a:cubicBezTo>
                    <a:lnTo>
                      <a:pt x="61" y="309"/>
                    </a:lnTo>
                    <a:cubicBezTo>
                      <a:pt x="61" y="309"/>
                      <a:pt x="61" y="309"/>
                      <a:pt x="92" y="309"/>
                    </a:cubicBezTo>
                    <a:lnTo>
                      <a:pt x="92" y="309"/>
                    </a:lnTo>
                    <a:cubicBezTo>
                      <a:pt x="124" y="341"/>
                      <a:pt x="124" y="341"/>
                      <a:pt x="124" y="372"/>
                    </a:cubicBezTo>
                    <a:cubicBezTo>
                      <a:pt x="124" y="372"/>
                      <a:pt x="124" y="372"/>
                      <a:pt x="92" y="403"/>
                    </a:cubicBezTo>
                    <a:lnTo>
                      <a:pt x="92" y="403"/>
                    </a:lnTo>
                    <a:cubicBezTo>
                      <a:pt x="92" y="403"/>
                      <a:pt x="92" y="403"/>
                      <a:pt x="92" y="433"/>
                    </a:cubicBezTo>
                    <a:lnTo>
                      <a:pt x="92" y="433"/>
                    </a:lnTo>
                    <a:lnTo>
                      <a:pt x="92" y="433"/>
                    </a:lnTo>
                    <a:lnTo>
                      <a:pt x="92" y="433"/>
                    </a:lnTo>
                    <a:lnTo>
                      <a:pt x="92" y="433"/>
                    </a:lnTo>
                    <a:cubicBezTo>
                      <a:pt x="92" y="403"/>
                      <a:pt x="124" y="403"/>
                      <a:pt x="124" y="403"/>
                    </a:cubicBezTo>
                    <a:lnTo>
                      <a:pt x="124" y="403"/>
                    </a:lnTo>
                    <a:lnTo>
                      <a:pt x="124" y="403"/>
                    </a:lnTo>
                    <a:cubicBezTo>
                      <a:pt x="154" y="403"/>
                      <a:pt x="154" y="403"/>
                      <a:pt x="154" y="433"/>
                    </a:cubicBezTo>
                    <a:lnTo>
                      <a:pt x="154" y="433"/>
                    </a:lnTo>
                    <a:lnTo>
                      <a:pt x="154" y="433"/>
                    </a:lnTo>
                    <a:lnTo>
                      <a:pt x="154" y="433"/>
                    </a:lnTo>
                    <a:lnTo>
                      <a:pt x="154" y="433"/>
                    </a:lnTo>
                    <a:lnTo>
                      <a:pt x="154" y="433"/>
                    </a:lnTo>
                    <a:lnTo>
                      <a:pt x="154" y="433"/>
                    </a:lnTo>
                    <a:cubicBezTo>
                      <a:pt x="185" y="433"/>
                      <a:pt x="185" y="433"/>
                      <a:pt x="185" y="433"/>
                    </a:cubicBezTo>
                    <a:lnTo>
                      <a:pt x="185" y="433"/>
                    </a:lnTo>
                    <a:lnTo>
                      <a:pt x="185" y="433"/>
                    </a:lnTo>
                    <a:lnTo>
                      <a:pt x="185" y="433"/>
                    </a:lnTo>
                    <a:lnTo>
                      <a:pt x="185" y="433"/>
                    </a:lnTo>
                    <a:lnTo>
                      <a:pt x="185" y="433"/>
                    </a:lnTo>
                    <a:lnTo>
                      <a:pt x="185" y="433"/>
                    </a:lnTo>
                    <a:cubicBezTo>
                      <a:pt x="185" y="433"/>
                      <a:pt x="185" y="433"/>
                      <a:pt x="216" y="433"/>
                    </a:cubicBezTo>
                    <a:lnTo>
                      <a:pt x="248" y="433"/>
                    </a:lnTo>
                    <a:cubicBezTo>
                      <a:pt x="248" y="433"/>
                      <a:pt x="247" y="433"/>
                      <a:pt x="277" y="433"/>
                    </a:cubicBezTo>
                    <a:lnTo>
                      <a:pt x="277" y="433"/>
                    </a:lnTo>
                    <a:cubicBezTo>
                      <a:pt x="308" y="433"/>
                      <a:pt x="308" y="433"/>
                      <a:pt x="308" y="433"/>
                    </a:cubicBezTo>
                    <a:lnTo>
                      <a:pt x="308" y="433"/>
                    </a:lnTo>
                    <a:lnTo>
                      <a:pt x="339" y="403"/>
                    </a:lnTo>
                    <a:lnTo>
                      <a:pt x="339" y="403"/>
                    </a:lnTo>
                    <a:lnTo>
                      <a:pt x="339" y="403"/>
                    </a:lnTo>
                    <a:cubicBezTo>
                      <a:pt x="339" y="403"/>
                      <a:pt x="339" y="372"/>
                      <a:pt x="370" y="372"/>
                    </a:cubicBezTo>
                    <a:lnTo>
                      <a:pt x="370" y="372"/>
                    </a:lnTo>
                    <a:cubicBezTo>
                      <a:pt x="339" y="372"/>
                      <a:pt x="339" y="372"/>
                      <a:pt x="339" y="372"/>
                    </a:cubicBezTo>
                    <a:lnTo>
                      <a:pt x="339" y="372"/>
                    </a:lnTo>
                    <a:cubicBezTo>
                      <a:pt x="308" y="341"/>
                      <a:pt x="308" y="341"/>
                      <a:pt x="308" y="341"/>
                    </a:cubicBezTo>
                    <a:lnTo>
                      <a:pt x="308" y="309"/>
                    </a:lnTo>
                    <a:lnTo>
                      <a:pt x="308" y="309"/>
                    </a:lnTo>
                    <a:lnTo>
                      <a:pt x="308" y="309"/>
                    </a:lnTo>
                    <a:lnTo>
                      <a:pt x="308" y="279"/>
                    </a:lnTo>
                    <a:lnTo>
                      <a:pt x="308" y="279"/>
                    </a:lnTo>
                    <a:lnTo>
                      <a:pt x="308" y="248"/>
                    </a:lnTo>
                    <a:lnTo>
                      <a:pt x="308" y="248"/>
                    </a:lnTo>
                    <a:lnTo>
                      <a:pt x="339" y="248"/>
                    </a:lnTo>
                    <a:lnTo>
                      <a:pt x="339" y="248"/>
                    </a:lnTo>
                    <a:lnTo>
                      <a:pt x="339" y="248"/>
                    </a:lnTo>
                    <a:cubicBezTo>
                      <a:pt x="370" y="217"/>
                      <a:pt x="370" y="217"/>
                      <a:pt x="401" y="217"/>
                    </a:cubicBezTo>
                    <a:lnTo>
                      <a:pt x="401" y="217"/>
                    </a:lnTo>
                    <a:cubicBezTo>
                      <a:pt x="401" y="217"/>
                      <a:pt x="401" y="217"/>
                      <a:pt x="432" y="217"/>
                    </a:cubicBezTo>
                    <a:lnTo>
                      <a:pt x="432" y="217"/>
                    </a:lnTo>
                    <a:cubicBezTo>
                      <a:pt x="432" y="185"/>
                      <a:pt x="432" y="185"/>
                      <a:pt x="432" y="185"/>
                    </a:cubicBezTo>
                    <a:lnTo>
                      <a:pt x="432" y="185"/>
                    </a:lnTo>
                    <a:lnTo>
                      <a:pt x="432" y="155"/>
                    </a:lnTo>
                    <a:lnTo>
                      <a:pt x="432" y="155"/>
                    </a:lnTo>
                    <a:lnTo>
                      <a:pt x="432" y="155"/>
                    </a:lnTo>
                    <a:cubicBezTo>
                      <a:pt x="401" y="155"/>
                      <a:pt x="401" y="124"/>
                      <a:pt x="401" y="124"/>
                    </a:cubicBezTo>
                    <a:lnTo>
                      <a:pt x="401" y="124"/>
                    </a:lnTo>
                    <a:cubicBezTo>
                      <a:pt x="401" y="93"/>
                      <a:pt x="401" y="93"/>
                      <a:pt x="401" y="93"/>
                    </a:cubicBezTo>
                    <a:lnTo>
                      <a:pt x="401" y="93"/>
                    </a:lnTo>
                    <a:lnTo>
                      <a:pt x="401" y="61"/>
                    </a:lnTo>
                    <a:lnTo>
                      <a:pt x="401" y="61"/>
                    </a:lnTo>
                    <a:cubicBezTo>
                      <a:pt x="401" y="61"/>
                      <a:pt x="370" y="61"/>
                      <a:pt x="370" y="31"/>
                    </a:cubicBezTo>
                    <a:lnTo>
                      <a:pt x="370" y="31"/>
                    </a:lnTo>
                    <a:lnTo>
                      <a:pt x="339" y="31"/>
                    </a:lnTo>
                    <a:lnTo>
                      <a:pt x="339" y="31"/>
                    </a:lnTo>
                    <a:cubicBezTo>
                      <a:pt x="339" y="31"/>
                      <a:pt x="339" y="31"/>
                      <a:pt x="308" y="61"/>
                    </a:cubicBezTo>
                    <a:cubicBezTo>
                      <a:pt x="277" y="61"/>
                      <a:pt x="277" y="61"/>
                      <a:pt x="248" y="61"/>
                    </a:cubicBezTo>
                    <a:cubicBezTo>
                      <a:pt x="248" y="61"/>
                      <a:pt x="248" y="61"/>
                      <a:pt x="248" y="31"/>
                    </a:cubicBezTo>
                    <a:cubicBezTo>
                      <a:pt x="216" y="31"/>
                      <a:pt x="216" y="31"/>
                      <a:pt x="216" y="31"/>
                    </a:cubicBezTo>
                    <a:cubicBezTo>
                      <a:pt x="216" y="31"/>
                      <a:pt x="185" y="31"/>
                      <a:pt x="185" y="0"/>
                    </a:cubicBezTo>
                    <a:cubicBezTo>
                      <a:pt x="185" y="0"/>
                      <a:pt x="185" y="0"/>
                      <a:pt x="154" y="0"/>
                    </a:cubicBezTo>
                    <a:lnTo>
                      <a:pt x="154" y="0"/>
                    </a:lnTo>
                    <a:cubicBezTo>
                      <a:pt x="154" y="31"/>
                      <a:pt x="154" y="31"/>
                      <a:pt x="154" y="61"/>
                    </a:cubicBezTo>
                    <a:lnTo>
                      <a:pt x="154" y="61"/>
                    </a:lnTo>
                    <a:cubicBezTo>
                      <a:pt x="124" y="61"/>
                      <a:pt x="124" y="61"/>
                      <a:pt x="124" y="61"/>
                    </a:cubicBezTo>
                    <a:lnTo>
                      <a:pt x="124" y="61"/>
                    </a:lnTo>
                    <a:cubicBezTo>
                      <a:pt x="124" y="93"/>
                      <a:pt x="124" y="93"/>
                      <a:pt x="92" y="93"/>
                    </a:cubicBezTo>
                    <a:cubicBezTo>
                      <a:pt x="92" y="93"/>
                      <a:pt x="92" y="93"/>
                      <a:pt x="61" y="61"/>
                    </a:cubicBezTo>
                    <a:lnTo>
                      <a:pt x="61" y="61"/>
                    </a:lnTo>
                    <a:cubicBezTo>
                      <a:pt x="61" y="93"/>
                      <a:pt x="61" y="93"/>
                      <a:pt x="61" y="93"/>
                    </a:cubicBezTo>
                    <a:cubicBezTo>
                      <a:pt x="61" y="124"/>
                      <a:pt x="61" y="124"/>
                      <a:pt x="61" y="1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10" name="Freeform 59">
                <a:extLst>
                  <a:ext uri="{FF2B5EF4-FFF2-40B4-BE49-F238E27FC236}">
                    <a16:creationId xmlns:a16="http://schemas.microsoft.com/office/drawing/2014/main" id="{6F028BEE-6899-B16B-0AC7-17CD94955850}"/>
                  </a:ext>
                </a:extLst>
              </p:cNvPr>
              <p:cNvSpPr>
                <a:spLocks noChangeArrowheads="1"/>
              </p:cNvSpPr>
              <p:nvPr/>
            </p:nvSpPr>
            <p:spPr bwMode="auto">
              <a:xfrm>
                <a:off x="3959225" y="1390650"/>
                <a:ext cx="179388" cy="111125"/>
              </a:xfrm>
              <a:custGeom>
                <a:avLst/>
                <a:gdLst>
                  <a:gd name="T0" fmla="*/ 0 w 497"/>
                  <a:gd name="T1" fmla="*/ 124 h 310"/>
                  <a:gd name="T2" fmla="*/ 31 w 497"/>
                  <a:gd name="T3" fmla="*/ 155 h 310"/>
                  <a:gd name="T4" fmla="*/ 31 w 497"/>
                  <a:gd name="T5" fmla="*/ 185 h 310"/>
                  <a:gd name="T6" fmla="*/ 31 w 497"/>
                  <a:gd name="T7" fmla="*/ 185 h 310"/>
                  <a:gd name="T8" fmla="*/ 31 w 497"/>
                  <a:gd name="T9" fmla="*/ 185 h 310"/>
                  <a:gd name="T10" fmla="*/ 31 w 497"/>
                  <a:gd name="T11" fmla="*/ 217 h 310"/>
                  <a:gd name="T12" fmla="*/ 31 w 497"/>
                  <a:gd name="T13" fmla="*/ 217 h 310"/>
                  <a:gd name="T14" fmla="*/ 62 w 497"/>
                  <a:gd name="T15" fmla="*/ 217 h 310"/>
                  <a:gd name="T16" fmla="*/ 93 w 497"/>
                  <a:gd name="T17" fmla="*/ 217 h 310"/>
                  <a:gd name="T18" fmla="*/ 124 w 497"/>
                  <a:gd name="T19" fmla="*/ 248 h 310"/>
                  <a:gd name="T20" fmla="*/ 155 w 497"/>
                  <a:gd name="T21" fmla="*/ 248 h 310"/>
                  <a:gd name="T22" fmla="*/ 155 w 497"/>
                  <a:gd name="T23" fmla="*/ 248 h 310"/>
                  <a:gd name="T24" fmla="*/ 217 w 497"/>
                  <a:gd name="T25" fmla="*/ 279 h 310"/>
                  <a:gd name="T26" fmla="*/ 248 w 497"/>
                  <a:gd name="T27" fmla="*/ 309 h 310"/>
                  <a:gd name="T28" fmla="*/ 248 w 497"/>
                  <a:gd name="T29" fmla="*/ 309 h 310"/>
                  <a:gd name="T30" fmla="*/ 279 w 497"/>
                  <a:gd name="T31" fmla="*/ 309 h 310"/>
                  <a:gd name="T32" fmla="*/ 310 w 497"/>
                  <a:gd name="T33" fmla="*/ 309 h 310"/>
                  <a:gd name="T34" fmla="*/ 372 w 497"/>
                  <a:gd name="T35" fmla="*/ 309 h 310"/>
                  <a:gd name="T36" fmla="*/ 403 w 497"/>
                  <a:gd name="T37" fmla="*/ 309 h 310"/>
                  <a:gd name="T38" fmla="*/ 434 w 497"/>
                  <a:gd name="T39" fmla="*/ 279 h 310"/>
                  <a:gd name="T40" fmla="*/ 465 w 497"/>
                  <a:gd name="T41" fmla="*/ 248 h 310"/>
                  <a:gd name="T42" fmla="*/ 465 w 497"/>
                  <a:gd name="T43" fmla="*/ 248 h 310"/>
                  <a:gd name="T44" fmla="*/ 465 w 497"/>
                  <a:gd name="T45" fmla="*/ 217 h 310"/>
                  <a:gd name="T46" fmla="*/ 465 w 497"/>
                  <a:gd name="T47" fmla="*/ 185 h 310"/>
                  <a:gd name="T48" fmla="*/ 465 w 497"/>
                  <a:gd name="T49" fmla="*/ 185 h 310"/>
                  <a:gd name="T50" fmla="*/ 465 w 497"/>
                  <a:gd name="T51" fmla="*/ 185 h 310"/>
                  <a:gd name="T52" fmla="*/ 465 w 497"/>
                  <a:gd name="T53" fmla="*/ 155 h 310"/>
                  <a:gd name="T54" fmla="*/ 434 w 497"/>
                  <a:gd name="T55" fmla="*/ 155 h 310"/>
                  <a:gd name="T56" fmla="*/ 465 w 497"/>
                  <a:gd name="T57" fmla="*/ 124 h 310"/>
                  <a:gd name="T58" fmla="*/ 465 w 497"/>
                  <a:gd name="T59" fmla="*/ 93 h 310"/>
                  <a:gd name="T60" fmla="*/ 465 w 497"/>
                  <a:gd name="T61" fmla="*/ 93 h 310"/>
                  <a:gd name="T62" fmla="*/ 465 w 497"/>
                  <a:gd name="T63" fmla="*/ 61 h 310"/>
                  <a:gd name="T64" fmla="*/ 434 w 497"/>
                  <a:gd name="T65" fmla="*/ 31 h 310"/>
                  <a:gd name="T66" fmla="*/ 341 w 497"/>
                  <a:gd name="T67" fmla="*/ 31 h 310"/>
                  <a:gd name="T68" fmla="*/ 279 w 497"/>
                  <a:gd name="T69" fmla="*/ 31 h 310"/>
                  <a:gd name="T70" fmla="*/ 279 w 497"/>
                  <a:gd name="T71" fmla="*/ 31 h 310"/>
                  <a:gd name="T72" fmla="*/ 217 w 497"/>
                  <a:gd name="T73" fmla="*/ 0 h 310"/>
                  <a:gd name="T74" fmla="*/ 124 w 497"/>
                  <a:gd name="T75" fmla="*/ 31 h 310"/>
                  <a:gd name="T76" fmla="*/ 124 w 497"/>
                  <a:gd name="T77" fmla="*/ 0 h 310"/>
                  <a:gd name="T78" fmla="*/ 62 w 497"/>
                  <a:gd name="T79" fmla="*/ 61 h 310"/>
                  <a:gd name="T80" fmla="*/ 0 w 497"/>
                  <a:gd name="T81" fmla="*/ 61 h 310"/>
                  <a:gd name="T82" fmla="*/ 0 w 497"/>
                  <a:gd name="T83" fmla="*/ 93 h 310"/>
                  <a:gd name="T84" fmla="*/ 0 w 497"/>
                  <a:gd name="T85" fmla="*/ 124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7" h="310">
                    <a:moveTo>
                      <a:pt x="0" y="124"/>
                    </a:moveTo>
                    <a:lnTo>
                      <a:pt x="0" y="124"/>
                    </a:lnTo>
                    <a:lnTo>
                      <a:pt x="0" y="124"/>
                    </a:lnTo>
                    <a:lnTo>
                      <a:pt x="31" y="155"/>
                    </a:lnTo>
                    <a:lnTo>
                      <a:pt x="31" y="185"/>
                    </a:lnTo>
                    <a:lnTo>
                      <a:pt x="31" y="185"/>
                    </a:lnTo>
                    <a:lnTo>
                      <a:pt x="31" y="185"/>
                    </a:lnTo>
                    <a:lnTo>
                      <a:pt x="31" y="185"/>
                    </a:lnTo>
                    <a:lnTo>
                      <a:pt x="31" y="185"/>
                    </a:lnTo>
                    <a:lnTo>
                      <a:pt x="31" y="185"/>
                    </a:lnTo>
                    <a:lnTo>
                      <a:pt x="31" y="185"/>
                    </a:lnTo>
                    <a:cubicBezTo>
                      <a:pt x="31" y="217"/>
                      <a:pt x="31" y="217"/>
                      <a:pt x="31" y="217"/>
                    </a:cubicBezTo>
                    <a:lnTo>
                      <a:pt x="31" y="217"/>
                    </a:lnTo>
                    <a:lnTo>
                      <a:pt x="31" y="217"/>
                    </a:lnTo>
                    <a:lnTo>
                      <a:pt x="31" y="217"/>
                    </a:lnTo>
                    <a:cubicBezTo>
                      <a:pt x="31" y="217"/>
                      <a:pt x="31" y="217"/>
                      <a:pt x="62" y="217"/>
                    </a:cubicBezTo>
                    <a:lnTo>
                      <a:pt x="62" y="217"/>
                    </a:lnTo>
                    <a:lnTo>
                      <a:pt x="93" y="217"/>
                    </a:lnTo>
                    <a:lnTo>
                      <a:pt x="93" y="248"/>
                    </a:lnTo>
                    <a:cubicBezTo>
                      <a:pt x="124" y="248"/>
                      <a:pt x="124" y="248"/>
                      <a:pt x="124" y="248"/>
                    </a:cubicBezTo>
                    <a:lnTo>
                      <a:pt x="124" y="248"/>
                    </a:lnTo>
                    <a:lnTo>
                      <a:pt x="155" y="248"/>
                    </a:lnTo>
                    <a:lnTo>
                      <a:pt x="155" y="248"/>
                    </a:lnTo>
                    <a:lnTo>
                      <a:pt x="155" y="248"/>
                    </a:lnTo>
                    <a:cubicBezTo>
                      <a:pt x="186" y="248"/>
                      <a:pt x="186" y="248"/>
                      <a:pt x="186" y="248"/>
                    </a:cubicBezTo>
                    <a:lnTo>
                      <a:pt x="217" y="279"/>
                    </a:lnTo>
                    <a:cubicBezTo>
                      <a:pt x="217" y="309"/>
                      <a:pt x="217" y="309"/>
                      <a:pt x="217" y="309"/>
                    </a:cubicBezTo>
                    <a:cubicBezTo>
                      <a:pt x="248" y="309"/>
                      <a:pt x="248" y="309"/>
                      <a:pt x="248" y="309"/>
                    </a:cubicBezTo>
                    <a:lnTo>
                      <a:pt x="248" y="309"/>
                    </a:lnTo>
                    <a:lnTo>
                      <a:pt x="248" y="309"/>
                    </a:lnTo>
                    <a:lnTo>
                      <a:pt x="279" y="309"/>
                    </a:lnTo>
                    <a:lnTo>
                      <a:pt x="279" y="309"/>
                    </a:lnTo>
                    <a:cubicBezTo>
                      <a:pt x="279" y="309"/>
                      <a:pt x="279" y="309"/>
                      <a:pt x="310" y="309"/>
                    </a:cubicBezTo>
                    <a:lnTo>
                      <a:pt x="310" y="309"/>
                    </a:lnTo>
                    <a:cubicBezTo>
                      <a:pt x="341" y="309"/>
                      <a:pt x="341" y="309"/>
                      <a:pt x="341" y="309"/>
                    </a:cubicBezTo>
                    <a:lnTo>
                      <a:pt x="372" y="309"/>
                    </a:lnTo>
                    <a:lnTo>
                      <a:pt x="372" y="309"/>
                    </a:lnTo>
                    <a:cubicBezTo>
                      <a:pt x="403" y="309"/>
                      <a:pt x="403" y="309"/>
                      <a:pt x="403" y="309"/>
                    </a:cubicBezTo>
                    <a:lnTo>
                      <a:pt x="403" y="309"/>
                    </a:lnTo>
                    <a:lnTo>
                      <a:pt x="434" y="279"/>
                    </a:lnTo>
                    <a:cubicBezTo>
                      <a:pt x="465" y="248"/>
                      <a:pt x="465" y="248"/>
                      <a:pt x="465" y="248"/>
                    </a:cubicBezTo>
                    <a:lnTo>
                      <a:pt x="465" y="248"/>
                    </a:lnTo>
                    <a:lnTo>
                      <a:pt x="496" y="248"/>
                    </a:lnTo>
                    <a:cubicBezTo>
                      <a:pt x="465" y="248"/>
                      <a:pt x="465" y="248"/>
                      <a:pt x="465" y="248"/>
                    </a:cubicBezTo>
                    <a:cubicBezTo>
                      <a:pt x="465" y="217"/>
                      <a:pt x="465" y="217"/>
                      <a:pt x="465" y="217"/>
                    </a:cubicBezTo>
                    <a:lnTo>
                      <a:pt x="465" y="217"/>
                    </a:lnTo>
                    <a:lnTo>
                      <a:pt x="465" y="217"/>
                    </a:lnTo>
                    <a:lnTo>
                      <a:pt x="465" y="185"/>
                    </a:lnTo>
                    <a:lnTo>
                      <a:pt x="465" y="185"/>
                    </a:lnTo>
                    <a:lnTo>
                      <a:pt x="465" y="185"/>
                    </a:lnTo>
                    <a:lnTo>
                      <a:pt x="465" y="185"/>
                    </a:lnTo>
                    <a:lnTo>
                      <a:pt x="465" y="185"/>
                    </a:lnTo>
                    <a:lnTo>
                      <a:pt x="465" y="185"/>
                    </a:lnTo>
                    <a:cubicBezTo>
                      <a:pt x="465" y="185"/>
                      <a:pt x="465" y="185"/>
                      <a:pt x="465" y="155"/>
                    </a:cubicBezTo>
                    <a:cubicBezTo>
                      <a:pt x="434" y="155"/>
                      <a:pt x="434" y="155"/>
                      <a:pt x="434" y="155"/>
                    </a:cubicBezTo>
                    <a:lnTo>
                      <a:pt x="434" y="155"/>
                    </a:lnTo>
                    <a:cubicBezTo>
                      <a:pt x="434" y="124"/>
                      <a:pt x="434" y="124"/>
                      <a:pt x="465" y="124"/>
                    </a:cubicBezTo>
                    <a:lnTo>
                      <a:pt x="465" y="124"/>
                    </a:lnTo>
                    <a:lnTo>
                      <a:pt x="465" y="124"/>
                    </a:lnTo>
                    <a:cubicBezTo>
                      <a:pt x="465" y="93"/>
                      <a:pt x="465" y="93"/>
                      <a:pt x="465" y="93"/>
                    </a:cubicBezTo>
                    <a:lnTo>
                      <a:pt x="465" y="93"/>
                    </a:lnTo>
                    <a:lnTo>
                      <a:pt x="465" y="93"/>
                    </a:lnTo>
                    <a:lnTo>
                      <a:pt x="465" y="93"/>
                    </a:lnTo>
                    <a:cubicBezTo>
                      <a:pt x="465" y="61"/>
                      <a:pt x="465" y="61"/>
                      <a:pt x="465" y="61"/>
                    </a:cubicBezTo>
                    <a:cubicBezTo>
                      <a:pt x="465" y="61"/>
                      <a:pt x="465" y="61"/>
                      <a:pt x="434" y="61"/>
                    </a:cubicBezTo>
                    <a:lnTo>
                      <a:pt x="434" y="31"/>
                    </a:lnTo>
                    <a:cubicBezTo>
                      <a:pt x="403" y="31"/>
                      <a:pt x="403" y="31"/>
                      <a:pt x="372" y="31"/>
                    </a:cubicBezTo>
                    <a:cubicBezTo>
                      <a:pt x="372" y="31"/>
                      <a:pt x="372" y="31"/>
                      <a:pt x="341" y="31"/>
                    </a:cubicBezTo>
                    <a:lnTo>
                      <a:pt x="310" y="31"/>
                    </a:lnTo>
                    <a:lnTo>
                      <a:pt x="279" y="31"/>
                    </a:lnTo>
                    <a:lnTo>
                      <a:pt x="279" y="31"/>
                    </a:lnTo>
                    <a:lnTo>
                      <a:pt x="279" y="31"/>
                    </a:lnTo>
                    <a:cubicBezTo>
                      <a:pt x="248" y="31"/>
                      <a:pt x="248" y="31"/>
                      <a:pt x="217" y="0"/>
                    </a:cubicBezTo>
                    <a:lnTo>
                      <a:pt x="217" y="0"/>
                    </a:lnTo>
                    <a:cubicBezTo>
                      <a:pt x="217" y="0"/>
                      <a:pt x="217" y="0"/>
                      <a:pt x="186" y="0"/>
                    </a:cubicBezTo>
                    <a:cubicBezTo>
                      <a:pt x="186" y="0"/>
                      <a:pt x="155" y="31"/>
                      <a:pt x="124" y="31"/>
                    </a:cubicBezTo>
                    <a:cubicBezTo>
                      <a:pt x="124" y="31"/>
                      <a:pt x="124" y="31"/>
                      <a:pt x="124" y="0"/>
                    </a:cubicBezTo>
                    <a:lnTo>
                      <a:pt x="124" y="0"/>
                    </a:lnTo>
                    <a:cubicBezTo>
                      <a:pt x="93" y="0"/>
                      <a:pt x="93" y="0"/>
                      <a:pt x="93" y="31"/>
                    </a:cubicBezTo>
                    <a:cubicBezTo>
                      <a:pt x="93" y="61"/>
                      <a:pt x="62" y="61"/>
                      <a:pt x="62" y="61"/>
                    </a:cubicBezTo>
                    <a:cubicBezTo>
                      <a:pt x="31" y="61"/>
                      <a:pt x="31" y="61"/>
                      <a:pt x="31" y="61"/>
                    </a:cubicBezTo>
                    <a:lnTo>
                      <a:pt x="0" y="61"/>
                    </a:lnTo>
                    <a:lnTo>
                      <a:pt x="0" y="61"/>
                    </a:lnTo>
                    <a:cubicBezTo>
                      <a:pt x="0" y="61"/>
                      <a:pt x="0" y="61"/>
                      <a:pt x="0" y="93"/>
                    </a:cubicBezTo>
                    <a:lnTo>
                      <a:pt x="0" y="93"/>
                    </a:lnTo>
                    <a:lnTo>
                      <a:pt x="0" y="12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11" name="Freeform 60">
                <a:extLst>
                  <a:ext uri="{FF2B5EF4-FFF2-40B4-BE49-F238E27FC236}">
                    <a16:creationId xmlns:a16="http://schemas.microsoft.com/office/drawing/2014/main" id="{76285A04-0303-12A9-B4D5-BBC24DD25FEA}"/>
                  </a:ext>
                </a:extLst>
              </p:cNvPr>
              <p:cNvSpPr>
                <a:spLocks noChangeArrowheads="1"/>
              </p:cNvSpPr>
              <p:nvPr/>
            </p:nvSpPr>
            <p:spPr bwMode="auto">
              <a:xfrm>
                <a:off x="4081463" y="1546225"/>
                <a:ext cx="157162" cy="88900"/>
              </a:xfrm>
              <a:custGeom>
                <a:avLst/>
                <a:gdLst>
                  <a:gd name="T0" fmla="*/ 310 w 435"/>
                  <a:gd name="T1" fmla="*/ 0 h 249"/>
                  <a:gd name="T2" fmla="*/ 248 w 435"/>
                  <a:gd name="T3" fmla="*/ 32 h 249"/>
                  <a:gd name="T4" fmla="*/ 248 w 435"/>
                  <a:gd name="T5" fmla="*/ 32 h 249"/>
                  <a:gd name="T6" fmla="*/ 217 w 435"/>
                  <a:gd name="T7" fmla="*/ 32 h 249"/>
                  <a:gd name="T8" fmla="*/ 185 w 435"/>
                  <a:gd name="T9" fmla="*/ 32 h 249"/>
                  <a:gd name="T10" fmla="*/ 155 w 435"/>
                  <a:gd name="T11" fmla="*/ 32 h 249"/>
                  <a:gd name="T12" fmla="*/ 124 w 435"/>
                  <a:gd name="T13" fmla="*/ 0 h 249"/>
                  <a:gd name="T14" fmla="*/ 93 w 435"/>
                  <a:gd name="T15" fmla="*/ 32 h 249"/>
                  <a:gd name="T16" fmla="*/ 62 w 435"/>
                  <a:gd name="T17" fmla="*/ 63 h 249"/>
                  <a:gd name="T18" fmla="*/ 0 w 435"/>
                  <a:gd name="T19" fmla="*/ 124 h 249"/>
                  <a:gd name="T20" fmla="*/ 62 w 435"/>
                  <a:gd name="T21" fmla="*/ 187 h 249"/>
                  <a:gd name="T22" fmla="*/ 62 w 435"/>
                  <a:gd name="T23" fmla="*/ 187 h 249"/>
                  <a:gd name="T24" fmla="*/ 93 w 435"/>
                  <a:gd name="T25" fmla="*/ 187 h 249"/>
                  <a:gd name="T26" fmla="*/ 93 w 435"/>
                  <a:gd name="T27" fmla="*/ 187 h 249"/>
                  <a:gd name="T28" fmla="*/ 124 w 435"/>
                  <a:gd name="T29" fmla="*/ 187 h 249"/>
                  <a:gd name="T30" fmla="*/ 124 w 435"/>
                  <a:gd name="T31" fmla="*/ 218 h 249"/>
                  <a:gd name="T32" fmla="*/ 124 w 435"/>
                  <a:gd name="T33" fmla="*/ 248 h 249"/>
                  <a:gd name="T34" fmla="*/ 185 w 435"/>
                  <a:gd name="T35" fmla="*/ 248 h 249"/>
                  <a:gd name="T36" fmla="*/ 185 w 435"/>
                  <a:gd name="T37" fmla="*/ 248 h 249"/>
                  <a:gd name="T38" fmla="*/ 217 w 435"/>
                  <a:gd name="T39" fmla="*/ 248 h 249"/>
                  <a:gd name="T40" fmla="*/ 248 w 435"/>
                  <a:gd name="T41" fmla="*/ 248 h 249"/>
                  <a:gd name="T42" fmla="*/ 248 w 435"/>
                  <a:gd name="T43" fmla="*/ 248 h 249"/>
                  <a:gd name="T44" fmla="*/ 279 w 435"/>
                  <a:gd name="T45" fmla="*/ 218 h 249"/>
                  <a:gd name="T46" fmla="*/ 341 w 435"/>
                  <a:gd name="T47" fmla="*/ 218 h 249"/>
                  <a:gd name="T48" fmla="*/ 403 w 435"/>
                  <a:gd name="T49" fmla="*/ 248 h 249"/>
                  <a:gd name="T50" fmla="*/ 434 w 435"/>
                  <a:gd name="T51" fmla="*/ 187 h 249"/>
                  <a:gd name="T52" fmla="*/ 372 w 435"/>
                  <a:gd name="T53" fmla="*/ 156 h 249"/>
                  <a:gd name="T54" fmla="*/ 372 w 435"/>
                  <a:gd name="T55" fmla="*/ 124 h 249"/>
                  <a:gd name="T56" fmla="*/ 372 w 435"/>
                  <a:gd name="T57" fmla="*/ 94 h 249"/>
                  <a:gd name="T58" fmla="*/ 372 w 435"/>
                  <a:gd name="T59" fmla="*/ 63 h 249"/>
                  <a:gd name="T60" fmla="*/ 372 w 435"/>
                  <a:gd name="T61" fmla="*/ 63 h 249"/>
                  <a:gd name="T62" fmla="*/ 310 w 435"/>
                  <a:gd name="T63" fmla="*/ 0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5" h="249">
                    <a:moveTo>
                      <a:pt x="310" y="0"/>
                    </a:moveTo>
                    <a:lnTo>
                      <a:pt x="310" y="0"/>
                    </a:lnTo>
                    <a:cubicBezTo>
                      <a:pt x="310" y="32"/>
                      <a:pt x="279" y="32"/>
                      <a:pt x="279" y="32"/>
                    </a:cubicBezTo>
                    <a:cubicBezTo>
                      <a:pt x="248" y="32"/>
                      <a:pt x="248" y="32"/>
                      <a:pt x="248" y="32"/>
                    </a:cubicBezTo>
                    <a:lnTo>
                      <a:pt x="248" y="32"/>
                    </a:lnTo>
                    <a:lnTo>
                      <a:pt x="248" y="32"/>
                    </a:lnTo>
                    <a:lnTo>
                      <a:pt x="217" y="32"/>
                    </a:lnTo>
                    <a:lnTo>
                      <a:pt x="217" y="32"/>
                    </a:lnTo>
                    <a:cubicBezTo>
                      <a:pt x="217" y="32"/>
                      <a:pt x="217" y="32"/>
                      <a:pt x="185" y="32"/>
                    </a:cubicBezTo>
                    <a:lnTo>
                      <a:pt x="185" y="32"/>
                    </a:lnTo>
                    <a:lnTo>
                      <a:pt x="185" y="32"/>
                    </a:lnTo>
                    <a:cubicBezTo>
                      <a:pt x="155" y="32"/>
                      <a:pt x="155" y="32"/>
                      <a:pt x="155" y="32"/>
                    </a:cubicBezTo>
                    <a:cubicBezTo>
                      <a:pt x="124" y="32"/>
                      <a:pt x="124" y="0"/>
                      <a:pt x="124" y="0"/>
                    </a:cubicBezTo>
                    <a:lnTo>
                      <a:pt x="124" y="0"/>
                    </a:lnTo>
                    <a:cubicBezTo>
                      <a:pt x="93" y="32"/>
                      <a:pt x="93" y="32"/>
                      <a:pt x="93" y="32"/>
                    </a:cubicBezTo>
                    <a:lnTo>
                      <a:pt x="93" y="32"/>
                    </a:lnTo>
                    <a:lnTo>
                      <a:pt x="62" y="63"/>
                    </a:lnTo>
                    <a:lnTo>
                      <a:pt x="62" y="63"/>
                    </a:lnTo>
                    <a:cubicBezTo>
                      <a:pt x="31" y="94"/>
                      <a:pt x="31" y="124"/>
                      <a:pt x="0" y="124"/>
                    </a:cubicBezTo>
                    <a:lnTo>
                      <a:pt x="0" y="124"/>
                    </a:lnTo>
                    <a:cubicBezTo>
                      <a:pt x="31" y="124"/>
                      <a:pt x="31" y="156"/>
                      <a:pt x="31" y="156"/>
                    </a:cubicBezTo>
                    <a:lnTo>
                      <a:pt x="62" y="187"/>
                    </a:lnTo>
                    <a:lnTo>
                      <a:pt x="62" y="187"/>
                    </a:lnTo>
                    <a:lnTo>
                      <a:pt x="62" y="187"/>
                    </a:lnTo>
                    <a:cubicBezTo>
                      <a:pt x="62" y="124"/>
                      <a:pt x="62" y="124"/>
                      <a:pt x="62" y="124"/>
                    </a:cubicBezTo>
                    <a:cubicBezTo>
                      <a:pt x="93" y="187"/>
                      <a:pt x="93" y="187"/>
                      <a:pt x="93" y="187"/>
                    </a:cubicBezTo>
                    <a:lnTo>
                      <a:pt x="93" y="187"/>
                    </a:lnTo>
                    <a:lnTo>
                      <a:pt x="93" y="187"/>
                    </a:lnTo>
                    <a:cubicBezTo>
                      <a:pt x="93" y="187"/>
                      <a:pt x="93" y="187"/>
                      <a:pt x="124" y="187"/>
                    </a:cubicBezTo>
                    <a:lnTo>
                      <a:pt x="124" y="187"/>
                    </a:lnTo>
                    <a:lnTo>
                      <a:pt x="124" y="218"/>
                    </a:lnTo>
                    <a:lnTo>
                      <a:pt x="124" y="218"/>
                    </a:lnTo>
                    <a:cubicBezTo>
                      <a:pt x="124" y="218"/>
                      <a:pt x="124" y="218"/>
                      <a:pt x="124" y="248"/>
                    </a:cubicBezTo>
                    <a:lnTo>
                      <a:pt x="124" y="248"/>
                    </a:lnTo>
                    <a:lnTo>
                      <a:pt x="155" y="248"/>
                    </a:lnTo>
                    <a:lnTo>
                      <a:pt x="185" y="248"/>
                    </a:lnTo>
                    <a:lnTo>
                      <a:pt x="185" y="248"/>
                    </a:lnTo>
                    <a:lnTo>
                      <a:pt x="185" y="248"/>
                    </a:lnTo>
                    <a:lnTo>
                      <a:pt x="185" y="248"/>
                    </a:lnTo>
                    <a:lnTo>
                      <a:pt x="217" y="248"/>
                    </a:lnTo>
                    <a:cubicBezTo>
                      <a:pt x="217" y="248"/>
                      <a:pt x="217" y="248"/>
                      <a:pt x="248" y="248"/>
                    </a:cubicBezTo>
                    <a:lnTo>
                      <a:pt x="248" y="248"/>
                    </a:lnTo>
                    <a:lnTo>
                      <a:pt x="248" y="248"/>
                    </a:lnTo>
                    <a:lnTo>
                      <a:pt x="248" y="248"/>
                    </a:lnTo>
                    <a:cubicBezTo>
                      <a:pt x="248" y="248"/>
                      <a:pt x="248" y="248"/>
                      <a:pt x="248" y="218"/>
                    </a:cubicBezTo>
                    <a:cubicBezTo>
                      <a:pt x="279" y="218"/>
                      <a:pt x="279" y="218"/>
                      <a:pt x="279" y="218"/>
                    </a:cubicBezTo>
                    <a:lnTo>
                      <a:pt x="279" y="218"/>
                    </a:lnTo>
                    <a:cubicBezTo>
                      <a:pt x="279" y="218"/>
                      <a:pt x="310" y="218"/>
                      <a:pt x="341" y="218"/>
                    </a:cubicBezTo>
                    <a:cubicBezTo>
                      <a:pt x="372" y="218"/>
                      <a:pt x="372" y="218"/>
                      <a:pt x="403" y="218"/>
                    </a:cubicBezTo>
                    <a:cubicBezTo>
                      <a:pt x="403" y="248"/>
                      <a:pt x="403" y="248"/>
                      <a:pt x="403" y="248"/>
                    </a:cubicBezTo>
                    <a:cubicBezTo>
                      <a:pt x="403" y="218"/>
                      <a:pt x="403" y="218"/>
                      <a:pt x="434" y="218"/>
                    </a:cubicBezTo>
                    <a:cubicBezTo>
                      <a:pt x="434" y="187"/>
                      <a:pt x="434" y="187"/>
                      <a:pt x="434" y="187"/>
                    </a:cubicBezTo>
                    <a:cubicBezTo>
                      <a:pt x="403" y="187"/>
                      <a:pt x="403" y="187"/>
                      <a:pt x="403" y="187"/>
                    </a:cubicBezTo>
                    <a:cubicBezTo>
                      <a:pt x="372" y="187"/>
                      <a:pt x="372" y="187"/>
                      <a:pt x="372" y="156"/>
                    </a:cubicBezTo>
                    <a:lnTo>
                      <a:pt x="372" y="124"/>
                    </a:lnTo>
                    <a:lnTo>
                      <a:pt x="372" y="124"/>
                    </a:lnTo>
                    <a:lnTo>
                      <a:pt x="372" y="94"/>
                    </a:lnTo>
                    <a:lnTo>
                      <a:pt x="372" y="94"/>
                    </a:lnTo>
                    <a:lnTo>
                      <a:pt x="372" y="63"/>
                    </a:lnTo>
                    <a:lnTo>
                      <a:pt x="372" y="63"/>
                    </a:lnTo>
                    <a:lnTo>
                      <a:pt x="372" y="63"/>
                    </a:lnTo>
                    <a:lnTo>
                      <a:pt x="372" y="63"/>
                    </a:lnTo>
                    <a:cubicBezTo>
                      <a:pt x="341" y="63"/>
                      <a:pt x="341" y="63"/>
                      <a:pt x="341" y="32"/>
                    </a:cubicBezTo>
                    <a:cubicBezTo>
                      <a:pt x="341" y="32"/>
                      <a:pt x="341" y="32"/>
                      <a:pt x="310"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12" name="Freeform 61">
                <a:extLst>
                  <a:ext uri="{FF2B5EF4-FFF2-40B4-BE49-F238E27FC236}">
                    <a16:creationId xmlns:a16="http://schemas.microsoft.com/office/drawing/2014/main" id="{BD2741F1-ED79-E61F-865F-88861825C570}"/>
                  </a:ext>
                </a:extLst>
              </p:cNvPr>
              <p:cNvSpPr>
                <a:spLocks noChangeArrowheads="1"/>
              </p:cNvSpPr>
              <p:nvPr/>
            </p:nvSpPr>
            <p:spPr bwMode="auto">
              <a:xfrm>
                <a:off x="3490913" y="1646238"/>
                <a:ext cx="223837" cy="155575"/>
              </a:xfrm>
              <a:custGeom>
                <a:avLst/>
                <a:gdLst>
                  <a:gd name="T0" fmla="*/ 217 w 621"/>
                  <a:gd name="T1" fmla="*/ 403 h 434"/>
                  <a:gd name="T2" fmla="*/ 342 w 621"/>
                  <a:gd name="T3" fmla="*/ 403 h 434"/>
                  <a:gd name="T4" fmla="*/ 342 w 621"/>
                  <a:gd name="T5" fmla="*/ 403 h 434"/>
                  <a:gd name="T6" fmla="*/ 403 w 621"/>
                  <a:gd name="T7" fmla="*/ 372 h 434"/>
                  <a:gd name="T8" fmla="*/ 466 w 621"/>
                  <a:gd name="T9" fmla="*/ 309 h 434"/>
                  <a:gd name="T10" fmla="*/ 466 w 621"/>
                  <a:gd name="T11" fmla="*/ 216 h 434"/>
                  <a:gd name="T12" fmla="*/ 558 w 621"/>
                  <a:gd name="T13" fmla="*/ 124 h 434"/>
                  <a:gd name="T14" fmla="*/ 620 w 621"/>
                  <a:gd name="T15" fmla="*/ 92 h 434"/>
                  <a:gd name="T16" fmla="*/ 590 w 621"/>
                  <a:gd name="T17" fmla="*/ 92 h 434"/>
                  <a:gd name="T18" fmla="*/ 590 w 621"/>
                  <a:gd name="T19" fmla="*/ 92 h 434"/>
                  <a:gd name="T20" fmla="*/ 558 w 621"/>
                  <a:gd name="T21" fmla="*/ 61 h 434"/>
                  <a:gd name="T22" fmla="*/ 466 w 621"/>
                  <a:gd name="T23" fmla="*/ 61 h 434"/>
                  <a:gd name="T24" fmla="*/ 434 w 621"/>
                  <a:gd name="T25" fmla="*/ 61 h 434"/>
                  <a:gd name="T26" fmla="*/ 403 w 621"/>
                  <a:gd name="T27" fmla="*/ 61 h 434"/>
                  <a:gd name="T28" fmla="*/ 403 w 621"/>
                  <a:gd name="T29" fmla="*/ 31 h 434"/>
                  <a:gd name="T30" fmla="*/ 342 w 621"/>
                  <a:gd name="T31" fmla="*/ 31 h 434"/>
                  <a:gd name="T32" fmla="*/ 279 w 621"/>
                  <a:gd name="T33" fmla="*/ 31 h 434"/>
                  <a:gd name="T34" fmla="*/ 248 w 621"/>
                  <a:gd name="T35" fmla="*/ 31 h 434"/>
                  <a:gd name="T36" fmla="*/ 186 w 621"/>
                  <a:gd name="T37" fmla="*/ 31 h 434"/>
                  <a:gd name="T38" fmla="*/ 186 w 621"/>
                  <a:gd name="T39" fmla="*/ 0 h 434"/>
                  <a:gd name="T40" fmla="*/ 94 w 621"/>
                  <a:gd name="T41" fmla="*/ 31 h 434"/>
                  <a:gd name="T42" fmla="*/ 31 w 621"/>
                  <a:gd name="T43" fmla="*/ 0 h 434"/>
                  <a:gd name="T44" fmla="*/ 0 w 621"/>
                  <a:gd name="T45" fmla="*/ 31 h 434"/>
                  <a:gd name="T46" fmla="*/ 31 w 621"/>
                  <a:gd name="T47" fmla="*/ 61 h 434"/>
                  <a:gd name="T48" fmla="*/ 31 w 621"/>
                  <a:gd name="T49" fmla="*/ 61 h 434"/>
                  <a:gd name="T50" fmla="*/ 62 w 621"/>
                  <a:gd name="T51" fmla="*/ 61 h 434"/>
                  <a:gd name="T52" fmla="*/ 94 w 621"/>
                  <a:gd name="T53" fmla="*/ 61 h 434"/>
                  <a:gd name="T54" fmla="*/ 124 w 621"/>
                  <a:gd name="T55" fmla="*/ 61 h 434"/>
                  <a:gd name="T56" fmla="*/ 124 w 621"/>
                  <a:gd name="T57" fmla="*/ 61 h 434"/>
                  <a:gd name="T58" fmla="*/ 124 w 621"/>
                  <a:gd name="T59" fmla="*/ 92 h 434"/>
                  <a:gd name="T60" fmla="*/ 155 w 621"/>
                  <a:gd name="T61" fmla="*/ 124 h 434"/>
                  <a:gd name="T62" fmla="*/ 124 w 621"/>
                  <a:gd name="T63" fmla="*/ 155 h 434"/>
                  <a:gd name="T64" fmla="*/ 124 w 621"/>
                  <a:gd name="T65" fmla="*/ 155 h 434"/>
                  <a:gd name="T66" fmla="*/ 124 w 621"/>
                  <a:gd name="T67" fmla="*/ 185 h 434"/>
                  <a:gd name="T68" fmla="*/ 124 w 621"/>
                  <a:gd name="T69" fmla="*/ 248 h 434"/>
                  <a:gd name="T70" fmla="*/ 124 w 621"/>
                  <a:gd name="T71" fmla="*/ 279 h 434"/>
                  <a:gd name="T72" fmla="*/ 94 w 621"/>
                  <a:gd name="T73" fmla="*/ 309 h 434"/>
                  <a:gd name="T74" fmla="*/ 124 w 621"/>
                  <a:gd name="T75" fmla="*/ 340 h 434"/>
                  <a:gd name="T76" fmla="*/ 94 w 621"/>
                  <a:gd name="T77" fmla="*/ 372 h 434"/>
                  <a:gd name="T78" fmla="*/ 186 w 621"/>
                  <a:gd name="T79" fmla="*/ 433 h 434"/>
                  <a:gd name="T80" fmla="*/ 217 w 621"/>
                  <a:gd name="T81" fmla="*/ 403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21" h="434">
                    <a:moveTo>
                      <a:pt x="217" y="403"/>
                    </a:moveTo>
                    <a:lnTo>
                      <a:pt x="217" y="403"/>
                    </a:lnTo>
                    <a:cubicBezTo>
                      <a:pt x="248" y="403"/>
                      <a:pt x="248" y="403"/>
                      <a:pt x="279" y="403"/>
                    </a:cubicBezTo>
                    <a:cubicBezTo>
                      <a:pt x="310" y="403"/>
                      <a:pt x="310" y="403"/>
                      <a:pt x="342" y="403"/>
                    </a:cubicBezTo>
                    <a:lnTo>
                      <a:pt x="342" y="403"/>
                    </a:lnTo>
                    <a:lnTo>
                      <a:pt x="342" y="403"/>
                    </a:lnTo>
                    <a:cubicBezTo>
                      <a:pt x="372" y="372"/>
                      <a:pt x="403" y="372"/>
                      <a:pt x="403" y="372"/>
                    </a:cubicBezTo>
                    <a:lnTo>
                      <a:pt x="403" y="372"/>
                    </a:lnTo>
                    <a:cubicBezTo>
                      <a:pt x="434" y="340"/>
                      <a:pt x="434" y="340"/>
                      <a:pt x="434" y="309"/>
                    </a:cubicBezTo>
                    <a:cubicBezTo>
                      <a:pt x="466" y="309"/>
                      <a:pt x="466" y="309"/>
                      <a:pt x="466" y="309"/>
                    </a:cubicBezTo>
                    <a:lnTo>
                      <a:pt x="466" y="279"/>
                    </a:lnTo>
                    <a:cubicBezTo>
                      <a:pt x="434" y="248"/>
                      <a:pt x="434" y="216"/>
                      <a:pt x="466" y="216"/>
                    </a:cubicBezTo>
                    <a:cubicBezTo>
                      <a:pt x="496" y="185"/>
                      <a:pt x="496" y="155"/>
                      <a:pt x="496" y="155"/>
                    </a:cubicBezTo>
                    <a:cubicBezTo>
                      <a:pt x="527" y="124"/>
                      <a:pt x="558" y="124"/>
                      <a:pt x="558" y="124"/>
                    </a:cubicBezTo>
                    <a:cubicBezTo>
                      <a:pt x="590" y="124"/>
                      <a:pt x="590" y="124"/>
                      <a:pt x="590" y="124"/>
                    </a:cubicBezTo>
                    <a:cubicBezTo>
                      <a:pt x="620" y="92"/>
                      <a:pt x="620" y="92"/>
                      <a:pt x="620" y="92"/>
                    </a:cubicBezTo>
                    <a:lnTo>
                      <a:pt x="620" y="92"/>
                    </a:lnTo>
                    <a:cubicBezTo>
                      <a:pt x="590" y="92"/>
                      <a:pt x="590" y="92"/>
                      <a:pt x="590" y="92"/>
                    </a:cubicBezTo>
                    <a:lnTo>
                      <a:pt x="590" y="92"/>
                    </a:lnTo>
                    <a:lnTo>
                      <a:pt x="590" y="92"/>
                    </a:lnTo>
                    <a:cubicBezTo>
                      <a:pt x="558" y="92"/>
                      <a:pt x="558" y="92"/>
                      <a:pt x="558" y="61"/>
                    </a:cubicBezTo>
                    <a:lnTo>
                      <a:pt x="558" y="61"/>
                    </a:lnTo>
                    <a:cubicBezTo>
                      <a:pt x="527" y="92"/>
                      <a:pt x="527" y="92"/>
                      <a:pt x="496" y="92"/>
                    </a:cubicBezTo>
                    <a:cubicBezTo>
                      <a:pt x="496" y="92"/>
                      <a:pt x="466" y="92"/>
                      <a:pt x="466" y="61"/>
                    </a:cubicBezTo>
                    <a:cubicBezTo>
                      <a:pt x="466" y="61"/>
                      <a:pt x="466" y="61"/>
                      <a:pt x="434" y="61"/>
                    </a:cubicBezTo>
                    <a:lnTo>
                      <a:pt x="434" y="61"/>
                    </a:lnTo>
                    <a:lnTo>
                      <a:pt x="434" y="61"/>
                    </a:lnTo>
                    <a:lnTo>
                      <a:pt x="403" y="61"/>
                    </a:lnTo>
                    <a:lnTo>
                      <a:pt x="403" y="61"/>
                    </a:lnTo>
                    <a:cubicBezTo>
                      <a:pt x="403" y="31"/>
                      <a:pt x="403" y="31"/>
                      <a:pt x="403" y="31"/>
                    </a:cubicBezTo>
                    <a:lnTo>
                      <a:pt x="372" y="31"/>
                    </a:lnTo>
                    <a:cubicBezTo>
                      <a:pt x="372" y="31"/>
                      <a:pt x="372" y="31"/>
                      <a:pt x="342" y="31"/>
                    </a:cubicBezTo>
                    <a:lnTo>
                      <a:pt x="342" y="31"/>
                    </a:lnTo>
                    <a:cubicBezTo>
                      <a:pt x="310" y="31"/>
                      <a:pt x="310" y="31"/>
                      <a:pt x="279" y="31"/>
                    </a:cubicBezTo>
                    <a:lnTo>
                      <a:pt x="279" y="31"/>
                    </a:lnTo>
                    <a:lnTo>
                      <a:pt x="248" y="31"/>
                    </a:lnTo>
                    <a:cubicBezTo>
                      <a:pt x="248" y="31"/>
                      <a:pt x="248" y="31"/>
                      <a:pt x="217" y="31"/>
                    </a:cubicBezTo>
                    <a:lnTo>
                      <a:pt x="186" y="31"/>
                    </a:lnTo>
                    <a:cubicBezTo>
                      <a:pt x="186" y="31"/>
                      <a:pt x="186" y="31"/>
                      <a:pt x="186" y="0"/>
                    </a:cubicBezTo>
                    <a:lnTo>
                      <a:pt x="186" y="0"/>
                    </a:lnTo>
                    <a:cubicBezTo>
                      <a:pt x="155" y="0"/>
                      <a:pt x="155" y="31"/>
                      <a:pt x="124" y="31"/>
                    </a:cubicBezTo>
                    <a:cubicBezTo>
                      <a:pt x="124" y="31"/>
                      <a:pt x="124" y="31"/>
                      <a:pt x="94" y="31"/>
                    </a:cubicBezTo>
                    <a:cubicBezTo>
                      <a:pt x="94" y="31"/>
                      <a:pt x="62" y="0"/>
                      <a:pt x="31" y="0"/>
                    </a:cubicBezTo>
                    <a:lnTo>
                      <a:pt x="31" y="0"/>
                    </a:lnTo>
                    <a:cubicBezTo>
                      <a:pt x="31" y="31"/>
                      <a:pt x="31" y="31"/>
                      <a:pt x="31" y="31"/>
                    </a:cubicBezTo>
                    <a:cubicBezTo>
                      <a:pt x="0" y="31"/>
                      <a:pt x="0" y="31"/>
                      <a:pt x="0" y="31"/>
                    </a:cubicBezTo>
                    <a:lnTo>
                      <a:pt x="0" y="31"/>
                    </a:lnTo>
                    <a:cubicBezTo>
                      <a:pt x="0" y="31"/>
                      <a:pt x="0" y="61"/>
                      <a:pt x="31" y="61"/>
                    </a:cubicBezTo>
                    <a:lnTo>
                      <a:pt x="31" y="61"/>
                    </a:lnTo>
                    <a:lnTo>
                      <a:pt x="31" y="61"/>
                    </a:lnTo>
                    <a:cubicBezTo>
                      <a:pt x="62" y="61"/>
                      <a:pt x="62" y="92"/>
                      <a:pt x="62" y="92"/>
                    </a:cubicBezTo>
                    <a:lnTo>
                      <a:pt x="62" y="61"/>
                    </a:lnTo>
                    <a:cubicBezTo>
                      <a:pt x="94" y="61"/>
                      <a:pt x="94" y="61"/>
                      <a:pt x="94" y="61"/>
                    </a:cubicBezTo>
                    <a:lnTo>
                      <a:pt x="94" y="61"/>
                    </a:lnTo>
                    <a:lnTo>
                      <a:pt x="94" y="61"/>
                    </a:lnTo>
                    <a:cubicBezTo>
                      <a:pt x="124" y="61"/>
                      <a:pt x="124" y="61"/>
                      <a:pt x="124" y="61"/>
                    </a:cubicBezTo>
                    <a:lnTo>
                      <a:pt x="124" y="61"/>
                    </a:lnTo>
                    <a:lnTo>
                      <a:pt x="124" y="61"/>
                    </a:lnTo>
                    <a:cubicBezTo>
                      <a:pt x="124" y="92"/>
                      <a:pt x="124" y="92"/>
                      <a:pt x="124" y="92"/>
                    </a:cubicBezTo>
                    <a:lnTo>
                      <a:pt x="124" y="92"/>
                    </a:lnTo>
                    <a:cubicBezTo>
                      <a:pt x="155" y="92"/>
                      <a:pt x="155" y="124"/>
                      <a:pt x="155" y="124"/>
                    </a:cubicBezTo>
                    <a:lnTo>
                      <a:pt x="155" y="124"/>
                    </a:lnTo>
                    <a:lnTo>
                      <a:pt x="155" y="124"/>
                    </a:lnTo>
                    <a:cubicBezTo>
                      <a:pt x="155" y="155"/>
                      <a:pt x="155" y="155"/>
                      <a:pt x="124" y="155"/>
                    </a:cubicBezTo>
                    <a:lnTo>
                      <a:pt x="124" y="155"/>
                    </a:lnTo>
                    <a:lnTo>
                      <a:pt x="124" y="155"/>
                    </a:lnTo>
                    <a:lnTo>
                      <a:pt x="124" y="155"/>
                    </a:lnTo>
                    <a:lnTo>
                      <a:pt x="124" y="185"/>
                    </a:lnTo>
                    <a:cubicBezTo>
                      <a:pt x="124" y="185"/>
                      <a:pt x="124" y="216"/>
                      <a:pt x="124" y="248"/>
                    </a:cubicBezTo>
                    <a:lnTo>
                      <a:pt x="124" y="248"/>
                    </a:lnTo>
                    <a:cubicBezTo>
                      <a:pt x="124" y="248"/>
                      <a:pt x="124" y="248"/>
                      <a:pt x="94" y="248"/>
                    </a:cubicBezTo>
                    <a:cubicBezTo>
                      <a:pt x="124" y="279"/>
                      <a:pt x="124" y="279"/>
                      <a:pt x="124" y="279"/>
                    </a:cubicBezTo>
                    <a:lnTo>
                      <a:pt x="124" y="309"/>
                    </a:lnTo>
                    <a:cubicBezTo>
                      <a:pt x="94" y="309"/>
                      <a:pt x="94" y="309"/>
                      <a:pt x="94" y="309"/>
                    </a:cubicBezTo>
                    <a:cubicBezTo>
                      <a:pt x="124" y="309"/>
                      <a:pt x="124" y="340"/>
                      <a:pt x="124" y="340"/>
                    </a:cubicBezTo>
                    <a:lnTo>
                      <a:pt x="124" y="340"/>
                    </a:lnTo>
                    <a:cubicBezTo>
                      <a:pt x="124" y="340"/>
                      <a:pt x="124" y="340"/>
                      <a:pt x="94" y="372"/>
                    </a:cubicBezTo>
                    <a:lnTo>
                      <a:pt x="94" y="372"/>
                    </a:lnTo>
                    <a:cubicBezTo>
                      <a:pt x="124" y="403"/>
                      <a:pt x="124" y="403"/>
                      <a:pt x="155" y="433"/>
                    </a:cubicBezTo>
                    <a:lnTo>
                      <a:pt x="186" y="433"/>
                    </a:lnTo>
                    <a:lnTo>
                      <a:pt x="186" y="433"/>
                    </a:lnTo>
                    <a:cubicBezTo>
                      <a:pt x="186" y="433"/>
                      <a:pt x="186" y="433"/>
                      <a:pt x="217" y="4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13" name="Freeform 62">
                <a:extLst>
                  <a:ext uri="{FF2B5EF4-FFF2-40B4-BE49-F238E27FC236}">
                    <a16:creationId xmlns:a16="http://schemas.microsoft.com/office/drawing/2014/main" id="{CD2448CC-1781-B8D9-531C-02C84A57E026}"/>
                  </a:ext>
                </a:extLst>
              </p:cNvPr>
              <p:cNvSpPr>
                <a:spLocks noChangeArrowheads="1"/>
              </p:cNvSpPr>
              <p:nvPr/>
            </p:nvSpPr>
            <p:spPr bwMode="auto">
              <a:xfrm>
                <a:off x="4449763" y="1801813"/>
                <a:ext cx="168275" cy="168275"/>
              </a:xfrm>
              <a:custGeom>
                <a:avLst/>
                <a:gdLst>
                  <a:gd name="T0" fmla="*/ 310 w 466"/>
                  <a:gd name="T1" fmla="*/ 63 h 467"/>
                  <a:gd name="T2" fmla="*/ 310 w 466"/>
                  <a:gd name="T3" fmla="*/ 63 h 467"/>
                  <a:gd name="T4" fmla="*/ 310 w 466"/>
                  <a:gd name="T5" fmla="*/ 63 h 467"/>
                  <a:gd name="T6" fmla="*/ 279 w 466"/>
                  <a:gd name="T7" fmla="*/ 0 h 467"/>
                  <a:gd name="T8" fmla="*/ 279 w 466"/>
                  <a:gd name="T9" fmla="*/ 0 h 467"/>
                  <a:gd name="T10" fmla="*/ 217 w 466"/>
                  <a:gd name="T11" fmla="*/ 0 h 467"/>
                  <a:gd name="T12" fmla="*/ 186 w 466"/>
                  <a:gd name="T13" fmla="*/ 0 h 467"/>
                  <a:gd name="T14" fmla="*/ 155 w 466"/>
                  <a:gd name="T15" fmla="*/ 31 h 467"/>
                  <a:gd name="T16" fmla="*/ 123 w 466"/>
                  <a:gd name="T17" fmla="*/ 63 h 467"/>
                  <a:gd name="T18" fmla="*/ 123 w 466"/>
                  <a:gd name="T19" fmla="*/ 63 h 467"/>
                  <a:gd name="T20" fmla="*/ 123 w 466"/>
                  <a:gd name="T21" fmla="*/ 124 h 467"/>
                  <a:gd name="T22" fmla="*/ 0 w 466"/>
                  <a:gd name="T23" fmla="*/ 218 h 467"/>
                  <a:gd name="T24" fmla="*/ 0 w 466"/>
                  <a:gd name="T25" fmla="*/ 248 h 467"/>
                  <a:gd name="T26" fmla="*/ 0 w 466"/>
                  <a:gd name="T27" fmla="*/ 279 h 467"/>
                  <a:gd name="T28" fmla="*/ 0 w 466"/>
                  <a:gd name="T29" fmla="*/ 279 h 467"/>
                  <a:gd name="T30" fmla="*/ 30 w 466"/>
                  <a:gd name="T31" fmla="*/ 279 h 467"/>
                  <a:gd name="T32" fmla="*/ 62 w 466"/>
                  <a:gd name="T33" fmla="*/ 311 h 467"/>
                  <a:gd name="T34" fmla="*/ 93 w 466"/>
                  <a:gd name="T35" fmla="*/ 311 h 467"/>
                  <a:gd name="T36" fmla="*/ 123 w 466"/>
                  <a:gd name="T37" fmla="*/ 311 h 467"/>
                  <a:gd name="T38" fmla="*/ 186 w 466"/>
                  <a:gd name="T39" fmla="*/ 342 h 467"/>
                  <a:gd name="T40" fmla="*/ 247 w 466"/>
                  <a:gd name="T41" fmla="*/ 403 h 467"/>
                  <a:gd name="T42" fmla="*/ 371 w 466"/>
                  <a:gd name="T43" fmla="*/ 466 h 467"/>
                  <a:gd name="T44" fmla="*/ 403 w 466"/>
                  <a:gd name="T45" fmla="*/ 435 h 467"/>
                  <a:gd name="T46" fmla="*/ 403 w 466"/>
                  <a:gd name="T47" fmla="*/ 435 h 467"/>
                  <a:gd name="T48" fmla="*/ 465 w 466"/>
                  <a:gd name="T49" fmla="*/ 403 h 467"/>
                  <a:gd name="T50" fmla="*/ 434 w 466"/>
                  <a:gd name="T51" fmla="*/ 372 h 467"/>
                  <a:gd name="T52" fmla="*/ 434 w 466"/>
                  <a:gd name="T53" fmla="*/ 372 h 467"/>
                  <a:gd name="T54" fmla="*/ 434 w 466"/>
                  <a:gd name="T55" fmla="*/ 342 h 467"/>
                  <a:gd name="T56" fmla="*/ 434 w 466"/>
                  <a:gd name="T57" fmla="*/ 311 h 467"/>
                  <a:gd name="T58" fmla="*/ 371 w 466"/>
                  <a:gd name="T59" fmla="*/ 279 h 467"/>
                  <a:gd name="T60" fmla="*/ 371 w 466"/>
                  <a:gd name="T61" fmla="*/ 279 h 467"/>
                  <a:gd name="T62" fmla="*/ 341 w 466"/>
                  <a:gd name="T63" fmla="*/ 218 h 467"/>
                  <a:gd name="T64" fmla="*/ 310 w 466"/>
                  <a:gd name="T65" fmla="*/ 218 h 467"/>
                  <a:gd name="T66" fmla="*/ 310 w 466"/>
                  <a:gd name="T67" fmla="*/ 187 h 467"/>
                  <a:gd name="T68" fmla="*/ 310 w 466"/>
                  <a:gd name="T69" fmla="*/ 155 h 467"/>
                  <a:gd name="T70" fmla="*/ 310 w 466"/>
                  <a:gd name="T71" fmla="*/ 155 h 467"/>
                  <a:gd name="T72" fmla="*/ 310 w 466"/>
                  <a:gd name="T73" fmla="*/ 124 h 467"/>
                  <a:gd name="T74" fmla="*/ 341 w 466"/>
                  <a:gd name="T75" fmla="*/ 94 h 467"/>
                  <a:gd name="T76" fmla="*/ 310 w 466"/>
                  <a:gd name="T77" fmla="*/ 63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66" h="467">
                    <a:moveTo>
                      <a:pt x="310" y="63"/>
                    </a:moveTo>
                    <a:lnTo>
                      <a:pt x="310" y="63"/>
                    </a:lnTo>
                    <a:lnTo>
                      <a:pt x="310" y="63"/>
                    </a:lnTo>
                    <a:lnTo>
                      <a:pt x="310" y="63"/>
                    </a:lnTo>
                    <a:lnTo>
                      <a:pt x="310" y="63"/>
                    </a:lnTo>
                    <a:lnTo>
                      <a:pt x="310" y="63"/>
                    </a:lnTo>
                    <a:lnTo>
                      <a:pt x="279" y="31"/>
                    </a:lnTo>
                    <a:lnTo>
                      <a:pt x="279" y="0"/>
                    </a:lnTo>
                    <a:lnTo>
                      <a:pt x="279" y="0"/>
                    </a:lnTo>
                    <a:lnTo>
                      <a:pt x="279" y="0"/>
                    </a:lnTo>
                    <a:cubicBezTo>
                      <a:pt x="247" y="0"/>
                      <a:pt x="247" y="0"/>
                      <a:pt x="247" y="0"/>
                    </a:cubicBezTo>
                    <a:lnTo>
                      <a:pt x="217" y="0"/>
                    </a:lnTo>
                    <a:lnTo>
                      <a:pt x="217" y="0"/>
                    </a:lnTo>
                    <a:cubicBezTo>
                      <a:pt x="186" y="0"/>
                      <a:pt x="186" y="0"/>
                      <a:pt x="186" y="0"/>
                    </a:cubicBezTo>
                    <a:lnTo>
                      <a:pt x="186" y="0"/>
                    </a:lnTo>
                    <a:cubicBezTo>
                      <a:pt x="155" y="0"/>
                      <a:pt x="155" y="31"/>
                      <a:pt x="155" y="31"/>
                    </a:cubicBezTo>
                    <a:lnTo>
                      <a:pt x="123" y="31"/>
                    </a:lnTo>
                    <a:cubicBezTo>
                      <a:pt x="123" y="31"/>
                      <a:pt x="123" y="31"/>
                      <a:pt x="123" y="63"/>
                    </a:cubicBezTo>
                    <a:lnTo>
                      <a:pt x="123" y="63"/>
                    </a:lnTo>
                    <a:lnTo>
                      <a:pt x="123" y="63"/>
                    </a:lnTo>
                    <a:cubicBezTo>
                      <a:pt x="123" y="63"/>
                      <a:pt x="123" y="63"/>
                      <a:pt x="123" y="94"/>
                    </a:cubicBezTo>
                    <a:lnTo>
                      <a:pt x="123" y="124"/>
                    </a:lnTo>
                    <a:cubicBezTo>
                      <a:pt x="93" y="187"/>
                      <a:pt x="62" y="187"/>
                      <a:pt x="62" y="187"/>
                    </a:cubicBezTo>
                    <a:cubicBezTo>
                      <a:pt x="62" y="187"/>
                      <a:pt x="30" y="218"/>
                      <a:pt x="0" y="218"/>
                    </a:cubicBezTo>
                    <a:cubicBezTo>
                      <a:pt x="0" y="248"/>
                      <a:pt x="0" y="248"/>
                      <a:pt x="0" y="248"/>
                    </a:cubicBezTo>
                    <a:lnTo>
                      <a:pt x="0" y="248"/>
                    </a:lnTo>
                    <a:lnTo>
                      <a:pt x="0" y="248"/>
                    </a:lnTo>
                    <a:lnTo>
                      <a:pt x="0" y="279"/>
                    </a:lnTo>
                    <a:lnTo>
                      <a:pt x="0" y="279"/>
                    </a:lnTo>
                    <a:lnTo>
                      <a:pt x="0" y="279"/>
                    </a:lnTo>
                    <a:lnTo>
                      <a:pt x="0" y="279"/>
                    </a:lnTo>
                    <a:cubicBezTo>
                      <a:pt x="30" y="279"/>
                      <a:pt x="30" y="279"/>
                      <a:pt x="30" y="279"/>
                    </a:cubicBezTo>
                    <a:cubicBezTo>
                      <a:pt x="30" y="279"/>
                      <a:pt x="62" y="279"/>
                      <a:pt x="62" y="311"/>
                    </a:cubicBezTo>
                    <a:lnTo>
                      <a:pt x="62" y="311"/>
                    </a:lnTo>
                    <a:cubicBezTo>
                      <a:pt x="93" y="311"/>
                      <a:pt x="93" y="311"/>
                      <a:pt x="93" y="311"/>
                    </a:cubicBezTo>
                    <a:lnTo>
                      <a:pt x="93" y="311"/>
                    </a:lnTo>
                    <a:lnTo>
                      <a:pt x="123" y="311"/>
                    </a:lnTo>
                    <a:lnTo>
                      <a:pt x="123" y="311"/>
                    </a:lnTo>
                    <a:cubicBezTo>
                      <a:pt x="123" y="311"/>
                      <a:pt x="123" y="311"/>
                      <a:pt x="155" y="342"/>
                    </a:cubicBezTo>
                    <a:lnTo>
                      <a:pt x="186" y="342"/>
                    </a:lnTo>
                    <a:cubicBezTo>
                      <a:pt x="186" y="372"/>
                      <a:pt x="217" y="403"/>
                      <a:pt x="247" y="403"/>
                    </a:cubicBezTo>
                    <a:lnTo>
                      <a:pt x="247" y="403"/>
                    </a:lnTo>
                    <a:cubicBezTo>
                      <a:pt x="279" y="435"/>
                      <a:pt x="279" y="466"/>
                      <a:pt x="279" y="466"/>
                    </a:cubicBezTo>
                    <a:cubicBezTo>
                      <a:pt x="310" y="466"/>
                      <a:pt x="341" y="466"/>
                      <a:pt x="371" y="466"/>
                    </a:cubicBezTo>
                    <a:lnTo>
                      <a:pt x="371" y="466"/>
                    </a:lnTo>
                    <a:cubicBezTo>
                      <a:pt x="371" y="466"/>
                      <a:pt x="371" y="466"/>
                      <a:pt x="403" y="435"/>
                    </a:cubicBezTo>
                    <a:cubicBezTo>
                      <a:pt x="403" y="403"/>
                      <a:pt x="403" y="403"/>
                      <a:pt x="403" y="403"/>
                    </a:cubicBezTo>
                    <a:cubicBezTo>
                      <a:pt x="403" y="435"/>
                      <a:pt x="403" y="435"/>
                      <a:pt x="403" y="435"/>
                    </a:cubicBezTo>
                    <a:lnTo>
                      <a:pt x="403" y="403"/>
                    </a:lnTo>
                    <a:cubicBezTo>
                      <a:pt x="434" y="403"/>
                      <a:pt x="434" y="403"/>
                      <a:pt x="465" y="403"/>
                    </a:cubicBezTo>
                    <a:lnTo>
                      <a:pt x="465" y="403"/>
                    </a:lnTo>
                    <a:cubicBezTo>
                      <a:pt x="434" y="403"/>
                      <a:pt x="434" y="403"/>
                      <a:pt x="434" y="372"/>
                    </a:cubicBezTo>
                    <a:lnTo>
                      <a:pt x="434" y="372"/>
                    </a:lnTo>
                    <a:lnTo>
                      <a:pt x="434" y="372"/>
                    </a:lnTo>
                    <a:cubicBezTo>
                      <a:pt x="434" y="342"/>
                      <a:pt x="434" y="342"/>
                      <a:pt x="434" y="342"/>
                    </a:cubicBezTo>
                    <a:lnTo>
                      <a:pt x="434" y="342"/>
                    </a:lnTo>
                    <a:lnTo>
                      <a:pt x="434" y="342"/>
                    </a:lnTo>
                    <a:cubicBezTo>
                      <a:pt x="434" y="311"/>
                      <a:pt x="434" y="311"/>
                      <a:pt x="434" y="311"/>
                    </a:cubicBezTo>
                    <a:lnTo>
                      <a:pt x="434" y="311"/>
                    </a:lnTo>
                    <a:cubicBezTo>
                      <a:pt x="403" y="279"/>
                      <a:pt x="403" y="279"/>
                      <a:pt x="371" y="279"/>
                    </a:cubicBezTo>
                    <a:lnTo>
                      <a:pt x="371" y="279"/>
                    </a:lnTo>
                    <a:lnTo>
                      <a:pt x="371" y="279"/>
                    </a:lnTo>
                    <a:cubicBezTo>
                      <a:pt x="310" y="248"/>
                      <a:pt x="310" y="248"/>
                      <a:pt x="310" y="248"/>
                    </a:cubicBezTo>
                    <a:cubicBezTo>
                      <a:pt x="341" y="218"/>
                      <a:pt x="341" y="218"/>
                      <a:pt x="341" y="218"/>
                    </a:cubicBezTo>
                    <a:cubicBezTo>
                      <a:pt x="341" y="218"/>
                      <a:pt x="341" y="218"/>
                      <a:pt x="310" y="218"/>
                    </a:cubicBezTo>
                    <a:lnTo>
                      <a:pt x="310" y="218"/>
                    </a:lnTo>
                    <a:lnTo>
                      <a:pt x="310" y="187"/>
                    </a:lnTo>
                    <a:lnTo>
                      <a:pt x="310" y="187"/>
                    </a:lnTo>
                    <a:lnTo>
                      <a:pt x="310" y="187"/>
                    </a:lnTo>
                    <a:cubicBezTo>
                      <a:pt x="310" y="187"/>
                      <a:pt x="310" y="187"/>
                      <a:pt x="310" y="155"/>
                    </a:cubicBezTo>
                    <a:lnTo>
                      <a:pt x="310" y="155"/>
                    </a:lnTo>
                    <a:lnTo>
                      <a:pt x="310" y="155"/>
                    </a:lnTo>
                    <a:cubicBezTo>
                      <a:pt x="310" y="155"/>
                      <a:pt x="310" y="155"/>
                      <a:pt x="310" y="124"/>
                    </a:cubicBezTo>
                    <a:lnTo>
                      <a:pt x="310" y="124"/>
                    </a:lnTo>
                    <a:cubicBezTo>
                      <a:pt x="341" y="124"/>
                      <a:pt x="341" y="94"/>
                      <a:pt x="341" y="94"/>
                    </a:cubicBezTo>
                    <a:lnTo>
                      <a:pt x="341" y="94"/>
                    </a:lnTo>
                    <a:lnTo>
                      <a:pt x="341" y="94"/>
                    </a:lnTo>
                    <a:cubicBezTo>
                      <a:pt x="341" y="94"/>
                      <a:pt x="310" y="94"/>
                      <a:pt x="310" y="6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14" name="Freeform 63">
                <a:extLst>
                  <a:ext uri="{FF2B5EF4-FFF2-40B4-BE49-F238E27FC236}">
                    <a16:creationId xmlns:a16="http://schemas.microsoft.com/office/drawing/2014/main" id="{5E435F13-8066-FCD1-847A-5C2071D21B3B}"/>
                  </a:ext>
                </a:extLst>
              </p:cNvPr>
              <p:cNvSpPr>
                <a:spLocks noChangeArrowheads="1"/>
              </p:cNvSpPr>
              <p:nvPr/>
            </p:nvSpPr>
            <p:spPr bwMode="auto">
              <a:xfrm>
                <a:off x="3479800" y="1690688"/>
                <a:ext cx="44450" cy="100012"/>
              </a:xfrm>
              <a:custGeom>
                <a:avLst/>
                <a:gdLst>
                  <a:gd name="T0" fmla="*/ 92 w 125"/>
                  <a:gd name="T1" fmla="*/ 155 h 280"/>
                  <a:gd name="T2" fmla="*/ 92 w 125"/>
                  <a:gd name="T3" fmla="*/ 155 h 280"/>
                  <a:gd name="T4" fmla="*/ 61 w 125"/>
                  <a:gd name="T5" fmla="*/ 124 h 280"/>
                  <a:gd name="T6" fmla="*/ 92 w 125"/>
                  <a:gd name="T7" fmla="*/ 124 h 280"/>
                  <a:gd name="T8" fmla="*/ 92 w 125"/>
                  <a:gd name="T9" fmla="*/ 124 h 280"/>
                  <a:gd name="T10" fmla="*/ 92 w 125"/>
                  <a:gd name="T11" fmla="*/ 92 h 280"/>
                  <a:gd name="T12" fmla="*/ 92 w 125"/>
                  <a:gd name="T13" fmla="*/ 61 h 280"/>
                  <a:gd name="T14" fmla="*/ 124 w 125"/>
                  <a:gd name="T15" fmla="*/ 0 h 280"/>
                  <a:gd name="T16" fmla="*/ 124 w 125"/>
                  <a:gd name="T17" fmla="*/ 0 h 280"/>
                  <a:gd name="T18" fmla="*/ 92 w 125"/>
                  <a:gd name="T19" fmla="*/ 0 h 280"/>
                  <a:gd name="T20" fmla="*/ 92 w 125"/>
                  <a:gd name="T21" fmla="*/ 0 h 280"/>
                  <a:gd name="T22" fmla="*/ 61 w 125"/>
                  <a:gd name="T23" fmla="*/ 0 h 280"/>
                  <a:gd name="T24" fmla="*/ 61 w 125"/>
                  <a:gd name="T25" fmla="*/ 0 h 280"/>
                  <a:gd name="T26" fmla="*/ 61 w 125"/>
                  <a:gd name="T27" fmla="*/ 0 h 280"/>
                  <a:gd name="T28" fmla="*/ 61 w 125"/>
                  <a:gd name="T29" fmla="*/ 0 h 280"/>
                  <a:gd name="T30" fmla="*/ 61 w 125"/>
                  <a:gd name="T31" fmla="*/ 31 h 280"/>
                  <a:gd name="T32" fmla="*/ 61 w 125"/>
                  <a:gd name="T33" fmla="*/ 92 h 280"/>
                  <a:gd name="T34" fmla="*/ 30 w 125"/>
                  <a:gd name="T35" fmla="*/ 155 h 280"/>
                  <a:gd name="T36" fmla="*/ 0 w 125"/>
                  <a:gd name="T37" fmla="*/ 155 h 280"/>
                  <a:gd name="T38" fmla="*/ 30 w 125"/>
                  <a:gd name="T39" fmla="*/ 155 h 280"/>
                  <a:gd name="T40" fmla="*/ 30 w 125"/>
                  <a:gd name="T41" fmla="*/ 185 h 280"/>
                  <a:gd name="T42" fmla="*/ 61 w 125"/>
                  <a:gd name="T43" fmla="*/ 216 h 280"/>
                  <a:gd name="T44" fmla="*/ 61 w 125"/>
                  <a:gd name="T45" fmla="*/ 248 h 280"/>
                  <a:gd name="T46" fmla="*/ 61 w 125"/>
                  <a:gd name="T47" fmla="*/ 248 h 280"/>
                  <a:gd name="T48" fmla="*/ 61 w 125"/>
                  <a:gd name="T49" fmla="*/ 279 h 280"/>
                  <a:gd name="T50" fmla="*/ 61 w 125"/>
                  <a:gd name="T51" fmla="*/ 248 h 280"/>
                  <a:gd name="T52" fmla="*/ 61 w 125"/>
                  <a:gd name="T53" fmla="*/ 248 h 280"/>
                  <a:gd name="T54" fmla="*/ 61 w 125"/>
                  <a:gd name="T55" fmla="*/ 248 h 280"/>
                  <a:gd name="T56" fmla="*/ 92 w 125"/>
                  <a:gd name="T57" fmla="*/ 248 h 280"/>
                  <a:gd name="T58" fmla="*/ 92 w 125"/>
                  <a:gd name="T59" fmla="*/ 248 h 280"/>
                  <a:gd name="T60" fmla="*/ 92 w 125"/>
                  <a:gd name="T61" fmla="*/ 216 h 280"/>
                  <a:gd name="T62" fmla="*/ 92 w 125"/>
                  <a:gd name="T63" fmla="*/ 216 h 280"/>
                  <a:gd name="T64" fmla="*/ 92 w 125"/>
                  <a:gd name="T65" fmla="*/ 216 h 280"/>
                  <a:gd name="T66" fmla="*/ 92 w 125"/>
                  <a:gd name="T67" fmla="*/ 185 h 280"/>
                  <a:gd name="T68" fmla="*/ 92 w 125"/>
                  <a:gd name="T69" fmla="*/ 185 h 280"/>
                  <a:gd name="T70" fmla="*/ 92 w 125"/>
                  <a:gd name="T71" fmla="*/ 155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5" h="280">
                    <a:moveTo>
                      <a:pt x="92" y="155"/>
                    </a:moveTo>
                    <a:lnTo>
                      <a:pt x="92" y="155"/>
                    </a:lnTo>
                    <a:cubicBezTo>
                      <a:pt x="92" y="155"/>
                      <a:pt x="61" y="155"/>
                      <a:pt x="61" y="124"/>
                    </a:cubicBezTo>
                    <a:lnTo>
                      <a:pt x="92" y="124"/>
                    </a:lnTo>
                    <a:lnTo>
                      <a:pt x="92" y="124"/>
                    </a:lnTo>
                    <a:cubicBezTo>
                      <a:pt x="92" y="92"/>
                      <a:pt x="92" y="92"/>
                      <a:pt x="92" y="92"/>
                    </a:cubicBezTo>
                    <a:cubicBezTo>
                      <a:pt x="92" y="61"/>
                      <a:pt x="92" y="61"/>
                      <a:pt x="92" y="61"/>
                    </a:cubicBezTo>
                    <a:cubicBezTo>
                      <a:pt x="92" y="31"/>
                      <a:pt x="124" y="31"/>
                      <a:pt x="124" y="0"/>
                    </a:cubicBezTo>
                    <a:lnTo>
                      <a:pt x="124" y="0"/>
                    </a:lnTo>
                    <a:cubicBezTo>
                      <a:pt x="92" y="0"/>
                      <a:pt x="92" y="0"/>
                      <a:pt x="92" y="0"/>
                    </a:cubicBezTo>
                    <a:lnTo>
                      <a:pt x="92" y="0"/>
                    </a:lnTo>
                    <a:cubicBezTo>
                      <a:pt x="61" y="0"/>
                      <a:pt x="61" y="0"/>
                      <a:pt x="61" y="0"/>
                    </a:cubicBezTo>
                    <a:lnTo>
                      <a:pt x="61" y="0"/>
                    </a:lnTo>
                    <a:lnTo>
                      <a:pt x="61" y="0"/>
                    </a:lnTo>
                    <a:lnTo>
                      <a:pt x="61" y="0"/>
                    </a:lnTo>
                    <a:cubicBezTo>
                      <a:pt x="61" y="0"/>
                      <a:pt x="61" y="0"/>
                      <a:pt x="61" y="31"/>
                    </a:cubicBezTo>
                    <a:cubicBezTo>
                      <a:pt x="61" y="31"/>
                      <a:pt x="61" y="61"/>
                      <a:pt x="61" y="92"/>
                    </a:cubicBezTo>
                    <a:cubicBezTo>
                      <a:pt x="30" y="124"/>
                      <a:pt x="30" y="124"/>
                      <a:pt x="30" y="155"/>
                    </a:cubicBezTo>
                    <a:lnTo>
                      <a:pt x="0" y="155"/>
                    </a:lnTo>
                    <a:cubicBezTo>
                      <a:pt x="0" y="155"/>
                      <a:pt x="0" y="155"/>
                      <a:pt x="30" y="155"/>
                    </a:cubicBezTo>
                    <a:lnTo>
                      <a:pt x="30" y="185"/>
                    </a:lnTo>
                    <a:cubicBezTo>
                      <a:pt x="30" y="185"/>
                      <a:pt x="61" y="185"/>
                      <a:pt x="61" y="216"/>
                    </a:cubicBezTo>
                    <a:cubicBezTo>
                      <a:pt x="61" y="248"/>
                      <a:pt x="61" y="248"/>
                      <a:pt x="61" y="248"/>
                    </a:cubicBezTo>
                    <a:lnTo>
                      <a:pt x="61" y="248"/>
                    </a:lnTo>
                    <a:cubicBezTo>
                      <a:pt x="61" y="248"/>
                      <a:pt x="61" y="248"/>
                      <a:pt x="61" y="279"/>
                    </a:cubicBezTo>
                    <a:cubicBezTo>
                      <a:pt x="61" y="248"/>
                      <a:pt x="61" y="248"/>
                      <a:pt x="61" y="248"/>
                    </a:cubicBezTo>
                    <a:lnTo>
                      <a:pt x="61" y="248"/>
                    </a:lnTo>
                    <a:lnTo>
                      <a:pt x="61" y="248"/>
                    </a:lnTo>
                    <a:cubicBezTo>
                      <a:pt x="61" y="248"/>
                      <a:pt x="61" y="248"/>
                      <a:pt x="92" y="248"/>
                    </a:cubicBezTo>
                    <a:lnTo>
                      <a:pt x="92" y="248"/>
                    </a:lnTo>
                    <a:cubicBezTo>
                      <a:pt x="92" y="216"/>
                      <a:pt x="92" y="216"/>
                      <a:pt x="92" y="216"/>
                    </a:cubicBezTo>
                    <a:lnTo>
                      <a:pt x="92" y="216"/>
                    </a:lnTo>
                    <a:lnTo>
                      <a:pt x="92" y="216"/>
                    </a:lnTo>
                    <a:cubicBezTo>
                      <a:pt x="92" y="216"/>
                      <a:pt x="92" y="216"/>
                      <a:pt x="92" y="185"/>
                    </a:cubicBezTo>
                    <a:lnTo>
                      <a:pt x="92" y="185"/>
                    </a:lnTo>
                    <a:cubicBezTo>
                      <a:pt x="92" y="185"/>
                      <a:pt x="92" y="185"/>
                      <a:pt x="92" y="1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15" name="Freeform 64">
                <a:extLst>
                  <a:ext uri="{FF2B5EF4-FFF2-40B4-BE49-F238E27FC236}">
                    <a16:creationId xmlns:a16="http://schemas.microsoft.com/office/drawing/2014/main" id="{DF7F052E-615A-80D2-8441-CEB161E3DDB5}"/>
                  </a:ext>
                </a:extLst>
              </p:cNvPr>
              <p:cNvSpPr>
                <a:spLocks noChangeArrowheads="1"/>
              </p:cNvSpPr>
              <p:nvPr/>
            </p:nvSpPr>
            <p:spPr bwMode="auto">
              <a:xfrm>
                <a:off x="4114800" y="1646238"/>
                <a:ext cx="100013" cy="44450"/>
              </a:xfrm>
              <a:custGeom>
                <a:avLst/>
                <a:gdLst>
                  <a:gd name="T0" fmla="*/ 248 w 280"/>
                  <a:gd name="T1" fmla="*/ 0 h 125"/>
                  <a:gd name="T2" fmla="*/ 248 w 280"/>
                  <a:gd name="T3" fmla="*/ 0 h 125"/>
                  <a:gd name="T4" fmla="*/ 186 w 280"/>
                  <a:gd name="T5" fmla="*/ 0 h 125"/>
                  <a:gd name="T6" fmla="*/ 186 w 280"/>
                  <a:gd name="T7" fmla="*/ 0 h 125"/>
                  <a:gd name="T8" fmla="*/ 186 w 280"/>
                  <a:gd name="T9" fmla="*/ 0 h 125"/>
                  <a:gd name="T10" fmla="*/ 155 w 280"/>
                  <a:gd name="T11" fmla="*/ 31 h 125"/>
                  <a:gd name="T12" fmla="*/ 155 w 280"/>
                  <a:gd name="T13" fmla="*/ 31 h 125"/>
                  <a:gd name="T14" fmla="*/ 155 w 280"/>
                  <a:gd name="T15" fmla="*/ 31 h 125"/>
                  <a:gd name="T16" fmla="*/ 124 w 280"/>
                  <a:gd name="T17" fmla="*/ 31 h 125"/>
                  <a:gd name="T18" fmla="*/ 124 w 280"/>
                  <a:gd name="T19" fmla="*/ 31 h 125"/>
                  <a:gd name="T20" fmla="*/ 124 w 280"/>
                  <a:gd name="T21" fmla="*/ 0 h 125"/>
                  <a:gd name="T22" fmla="*/ 124 w 280"/>
                  <a:gd name="T23" fmla="*/ 0 h 125"/>
                  <a:gd name="T24" fmla="*/ 124 w 280"/>
                  <a:gd name="T25" fmla="*/ 0 h 125"/>
                  <a:gd name="T26" fmla="*/ 124 w 280"/>
                  <a:gd name="T27" fmla="*/ 31 h 125"/>
                  <a:gd name="T28" fmla="*/ 92 w 280"/>
                  <a:gd name="T29" fmla="*/ 31 h 125"/>
                  <a:gd name="T30" fmla="*/ 31 w 280"/>
                  <a:gd name="T31" fmla="*/ 0 h 125"/>
                  <a:gd name="T32" fmla="*/ 31 w 280"/>
                  <a:gd name="T33" fmla="*/ 0 h 125"/>
                  <a:gd name="T34" fmla="*/ 31 w 280"/>
                  <a:gd name="T35" fmla="*/ 31 h 125"/>
                  <a:gd name="T36" fmla="*/ 31 w 280"/>
                  <a:gd name="T37" fmla="*/ 31 h 125"/>
                  <a:gd name="T38" fmla="*/ 31 w 280"/>
                  <a:gd name="T39" fmla="*/ 31 h 125"/>
                  <a:gd name="T40" fmla="*/ 0 w 280"/>
                  <a:gd name="T41" fmla="*/ 61 h 125"/>
                  <a:gd name="T42" fmla="*/ 0 w 280"/>
                  <a:gd name="T43" fmla="*/ 61 h 125"/>
                  <a:gd name="T44" fmla="*/ 0 w 280"/>
                  <a:gd name="T45" fmla="*/ 61 h 125"/>
                  <a:gd name="T46" fmla="*/ 31 w 280"/>
                  <a:gd name="T47" fmla="*/ 92 h 125"/>
                  <a:gd name="T48" fmla="*/ 31 w 280"/>
                  <a:gd name="T49" fmla="*/ 124 h 125"/>
                  <a:gd name="T50" fmla="*/ 31 w 280"/>
                  <a:gd name="T51" fmla="*/ 92 h 125"/>
                  <a:gd name="T52" fmla="*/ 92 w 280"/>
                  <a:gd name="T53" fmla="*/ 92 h 125"/>
                  <a:gd name="T54" fmla="*/ 92 w 280"/>
                  <a:gd name="T55" fmla="*/ 92 h 125"/>
                  <a:gd name="T56" fmla="*/ 124 w 280"/>
                  <a:gd name="T57" fmla="*/ 92 h 125"/>
                  <a:gd name="T58" fmla="*/ 124 w 280"/>
                  <a:gd name="T59" fmla="*/ 92 h 125"/>
                  <a:gd name="T60" fmla="*/ 124 w 280"/>
                  <a:gd name="T61" fmla="*/ 92 h 125"/>
                  <a:gd name="T62" fmla="*/ 124 w 280"/>
                  <a:gd name="T63" fmla="*/ 92 h 125"/>
                  <a:gd name="T64" fmla="*/ 124 w 280"/>
                  <a:gd name="T65" fmla="*/ 92 h 125"/>
                  <a:gd name="T66" fmla="*/ 155 w 280"/>
                  <a:gd name="T67" fmla="*/ 124 h 125"/>
                  <a:gd name="T68" fmla="*/ 155 w 280"/>
                  <a:gd name="T69" fmla="*/ 124 h 125"/>
                  <a:gd name="T70" fmla="*/ 155 w 280"/>
                  <a:gd name="T71" fmla="*/ 124 h 125"/>
                  <a:gd name="T72" fmla="*/ 186 w 280"/>
                  <a:gd name="T73" fmla="*/ 124 h 125"/>
                  <a:gd name="T74" fmla="*/ 186 w 280"/>
                  <a:gd name="T75" fmla="*/ 124 h 125"/>
                  <a:gd name="T76" fmla="*/ 186 w 280"/>
                  <a:gd name="T77" fmla="*/ 124 h 125"/>
                  <a:gd name="T78" fmla="*/ 186 w 280"/>
                  <a:gd name="T79" fmla="*/ 124 h 125"/>
                  <a:gd name="T80" fmla="*/ 186 w 280"/>
                  <a:gd name="T81" fmla="*/ 31 h 125"/>
                  <a:gd name="T82" fmla="*/ 217 w 280"/>
                  <a:gd name="T83" fmla="*/ 61 h 125"/>
                  <a:gd name="T84" fmla="*/ 248 w 280"/>
                  <a:gd name="T85" fmla="*/ 61 h 125"/>
                  <a:gd name="T86" fmla="*/ 248 w 280"/>
                  <a:gd name="T87" fmla="*/ 61 h 125"/>
                  <a:gd name="T88" fmla="*/ 248 w 280"/>
                  <a:gd name="T89" fmla="*/ 61 h 125"/>
                  <a:gd name="T90" fmla="*/ 248 w 280"/>
                  <a:gd name="T91" fmla="*/ 61 h 125"/>
                  <a:gd name="T92" fmla="*/ 279 w 280"/>
                  <a:gd name="T93" fmla="*/ 31 h 125"/>
                  <a:gd name="T94" fmla="*/ 279 w 280"/>
                  <a:gd name="T95" fmla="*/ 0 h 125"/>
                  <a:gd name="T96" fmla="*/ 279 w 280"/>
                  <a:gd name="T97" fmla="*/ 0 h 125"/>
                  <a:gd name="T98" fmla="*/ 279 w 280"/>
                  <a:gd name="T99" fmla="*/ 0 h 125"/>
                  <a:gd name="T100" fmla="*/ 248 w 280"/>
                  <a:gd name="T101"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80" h="125">
                    <a:moveTo>
                      <a:pt x="248" y="0"/>
                    </a:moveTo>
                    <a:lnTo>
                      <a:pt x="248" y="0"/>
                    </a:lnTo>
                    <a:cubicBezTo>
                      <a:pt x="217" y="0"/>
                      <a:pt x="217" y="0"/>
                      <a:pt x="186" y="0"/>
                    </a:cubicBezTo>
                    <a:lnTo>
                      <a:pt x="186" y="0"/>
                    </a:lnTo>
                    <a:lnTo>
                      <a:pt x="186" y="0"/>
                    </a:lnTo>
                    <a:cubicBezTo>
                      <a:pt x="186" y="0"/>
                      <a:pt x="186" y="31"/>
                      <a:pt x="155" y="31"/>
                    </a:cubicBezTo>
                    <a:lnTo>
                      <a:pt x="155" y="31"/>
                    </a:lnTo>
                    <a:lnTo>
                      <a:pt x="155" y="31"/>
                    </a:lnTo>
                    <a:cubicBezTo>
                      <a:pt x="155" y="31"/>
                      <a:pt x="155" y="31"/>
                      <a:pt x="124" y="31"/>
                    </a:cubicBezTo>
                    <a:lnTo>
                      <a:pt x="124" y="31"/>
                    </a:lnTo>
                    <a:cubicBezTo>
                      <a:pt x="124" y="31"/>
                      <a:pt x="124" y="31"/>
                      <a:pt x="124" y="0"/>
                    </a:cubicBezTo>
                    <a:lnTo>
                      <a:pt x="124" y="0"/>
                    </a:lnTo>
                    <a:lnTo>
                      <a:pt x="124" y="0"/>
                    </a:lnTo>
                    <a:cubicBezTo>
                      <a:pt x="124" y="31"/>
                      <a:pt x="124" y="31"/>
                      <a:pt x="124" y="31"/>
                    </a:cubicBezTo>
                    <a:lnTo>
                      <a:pt x="92" y="31"/>
                    </a:lnTo>
                    <a:cubicBezTo>
                      <a:pt x="92" y="31"/>
                      <a:pt x="62" y="31"/>
                      <a:pt x="31" y="0"/>
                    </a:cubicBezTo>
                    <a:lnTo>
                      <a:pt x="31" y="0"/>
                    </a:lnTo>
                    <a:cubicBezTo>
                      <a:pt x="31" y="31"/>
                      <a:pt x="31" y="31"/>
                      <a:pt x="31" y="31"/>
                    </a:cubicBezTo>
                    <a:lnTo>
                      <a:pt x="31" y="31"/>
                    </a:lnTo>
                    <a:lnTo>
                      <a:pt x="31" y="31"/>
                    </a:lnTo>
                    <a:cubicBezTo>
                      <a:pt x="31" y="61"/>
                      <a:pt x="31" y="61"/>
                      <a:pt x="0" y="61"/>
                    </a:cubicBezTo>
                    <a:lnTo>
                      <a:pt x="0" y="61"/>
                    </a:lnTo>
                    <a:lnTo>
                      <a:pt x="0" y="61"/>
                    </a:lnTo>
                    <a:cubicBezTo>
                      <a:pt x="31" y="61"/>
                      <a:pt x="31" y="92"/>
                      <a:pt x="31" y="92"/>
                    </a:cubicBezTo>
                    <a:lnTo>
                      <a:pt x="31" y="124"/>
                    </a:lnTo>
                    <a:cubicBezTo>
                      <a:pt x="31" y="124"/>
                      <a:pt x="31" y="124"/>
                      <a:pt x="31" y="92"/>
                    </a:cubicBezTo>
                    <a:cubicBezTo>
                      <a:pt x="62" y="92"/>
                      <a:pt x="62" y="92"/>
                      <a:pt x="92" y="92"/>
                    </a:cubicBezTo>
                    <a:lnTo>
                      <a:pt x="92" y="92"/>
                    </a:lnTo>
                    <a:lnTo>
                      <a:pt x="124" y="92"/>
                    </a:lnTo>
                    <a:lnTo>
                      <a:pt x="124" y="92"/>
                    </a:lnTo>
                    <a:lnTo>
                      <a:pt x="124" y="92"/>
                    </a:lnTo>
                    <a:lnTo>
                      <a:pt x="124" y="92"/>
                    </a:lnTo>
                    <a:lnTo>
                      <a:pt x="124" y="92"/>
                    </a:lnTo>
                    <a:cubicBezTo>
                      <a:pt x="124" y="92"/>
                      <a:pt x="124" y="92"/>
                      <a:pt x="155" y="124"/>
                    </a:cubicBezTo>
                    <a:lnTo>
                      <a:pt x="155" y="124"/>
                    </a:lnTo>
                    <a:lnTo>
                      <a:pt x="155" y="124"/>
                    </a:lnTo>
                    <a:cubicBezTo>
                      <a:pt x="186" y="124"/>
                      <a:pt x="186" y="124"/>
                      <a:pt x="186" y="124"/>
                    </a:cubicBezTo>
                    <a:lnTo>
                      <a:pt x="186" y="124"/>
                    </a:lnTo>
                    <a:lnTo>
                      <a:pt x="186" y="124"/>
                    </a:lnTo>
                    <a:lnTo>
                      <a:pt x="186" y="124"/>
                    </a:lnTo>
                    <a:cubicBezTo>
                      <a:pt x="186" y="31"/>
                      <a:pt x="186" y="31"/>
                      <a:pt x="186" y="31"/>
                    </a:cubicBezTo>
                    <a:cubicBezTo>
                      <a:pt x="217" y="61"/>
                      <a:pt x="217" y="61"/>
                      <a:pt x="217" y="61"/>
                    </a:cubicBezTo>
                    <a:cubicBezTo>
                      <a:pt x="217" y="61"/>
                      <a:pt x="217" y="61"/>
                      <a:pt x="248" y="61"/>
                    </a:cubicBezTo>
                    <a:lnTo>
                      <a:pt x="248" y="61"/>
                    </a:lnTo>
                    <a:lnTo>
                      <a:pt x="248" y="61"/>
                    </a:lnTo>
                    <a:lnTo>
                      <a:pt x="248" y="61"/>
                    </a:lnTo>
                    <a:cubicBezTo>
                      <a:pt x="248" y="31"/>
                      <a:pt x="279" y="31"/>
                      <a:pt x="279" y="31"/>
                    </a:cubicBezTo>
                    <a:cubicBezTo>
                      <a:pt x="279" y="31"/>
                      <a:pt x="279" y="31"/>
                      <a:pt x="279" y="0"/>
                    </a:cubicBezTo>
                    <a:lnTo>
                      <a:pt x="279" y="0"/>
                    </a:lnTo>
                    <a:lnTo>
                      <a:pt x="279" y="0"/>
                    </a:lnTo>
                    <a:cubicBezTo>
                      <a:pt x="248" y="0"/>
                      <a:pt x="248" y="0"/>
                      <a:pt x="24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16" name="Freeform 65">
                <a:extLst>
                  <a:ext uri="{FF2B5EF4-FFF2-40B4-BE49-F238E27FC236}">
                    <a16:creationId xmlns:a16="http://schemas.microsoft.com/office/drawing/2014/main" id="{E23AC143-C605-0D80-679B-73DC90F74C3A}"/>
                  </a:ext>
                </a:extLst>
              </p:cNvPr>
              <p:cNvSpPr>
                <a:spLocks noChangeArrowheads="1"/>
              </p:cNvSpPr>
              <p:nvPr/>
            </p:nvSpPr>
            <p:spPr bwMode="auto">
              <a:xfrm>
                <a:off x="4192588" y="1690688"/>
                <a:ext cx="346075" cy="122237"/>
              </a:xfrm>
              <a:custGeom>
                <a:avLst/>
                <a:gdLst>
                  <a:gd name="T0" fmla="*/ 930 w 961"/>
                  <a:gd name="T1" fmla="*/ 155 h 341"/>
                  <a:gd name="T2" fmla="*/ 960 w 961"/>
                  <a:gd name="T3" fmla="*/ 124 h 341"/>
                  <a:gd name="T4" fmla="*/ 930 w 961"/>
                  <a:gd name="T5" fmla="*/ 92 h 341"/>
                  <a:gd name="T6" fmla="*/ 899 w 961"/>
                  <a:gd name="T7" fmla="*/ 61 h 341"/>
                  <a:gd name="T8" fmla="*/ 899 w 961"/>
                  <a:gd name="T9" fmla="*/ 31 h 341"/>
                  <a:gd name="T10" fmla="*/ 836 w 961"/>
                  <a:gd name="T11" fmla="*/ 31 h 341"/>
                  <a:gd name="T12" fmla="*/ 775 w 961"/>
                  <a:gd name="T13" fmla="*/ 61 h 341"/>
                  <a:gd name="T14" fmla="*/ 713 w 961"/>
                  <a:gd name="T15" fmla="*/ 61 h 341"/>
                  <a:gd name="T16" fmla="*/ 651 w 961"/>
                  <a:gd name="T17" fmla="*/ 61 h 341"/>
                  <a:gd name="T18" fmla="*/ 558 w 961"/>
                  <a:gd name="T19" fmla="*/ 31 h 341"/>
                  <a:gd name="T20" fmla="*/ 527 w 961"/>
                  <a:gd name="T21" fmla="*/ 31 h 341"/>
                  <a:gd name="T22" fmla="*/ 465 w 961"/>
                  <a:gd name="T23" fmla="*/ 0 h 341"/>
                  <a:gd name="T24" fmla="*/ 403 w 961"/>
                  <a:gd name="T25" fmla="*/ 0 h 341"/>
                  <a:gd name="T26" fmla="*/ 279 w 961"/>
                  <a:gd name="T27" fmla="*/ 31 h 341"/>
                  <a:gd name="T28" fmla="*/ 217 w 961"/>
                  <a:gd name="T29" fmla="*/ 61 h 341"/>
                  <a:gd name="T30" fmla="*/ 62 w 961"/>
                  <a:gd name="T31" fmla="*/ 0 h 341"/>
                  <a:gd name="T32" fmla="*/ 0 w 961"/>
                  <a:gd name="T33" fmla="*/ 0 h 341"/>
                  <a:gd name="T34" fmla="*/ 0 w 961"/>
                  <a:gd name="T35" fmla="*/ 31 h 341"/>
                  <a:gd name="T36" fmla="*/ 0 w 961"/>
                  <a:gd name="T37" fmla="*/ 92 h 341"/>
                  <a:gd name="T38" fmla="*/ 31 w 961"/>
                  <a:gd name="T39" fmla="*/ 155 h 341"/>
                  <a:gd name="T40" fmla="*/ 31 w 961"/>
                  <a:gd name="T41" fmla="*/ 216 h 341"/>
                  <a:gd name="T42" fmla="*/ 62 w 961"/>
                  <a:gd name="T43" fmla="*/ 309 h 341"/>
                  <a:gd name="T44" fmla="*/ 62 w 961"/>
                  <a:gd name="T45" fmla="*/ 309 h 341"/>
                  <a:gd name="T46" fmla="*/ 155 w 961"/>
                  <a:gd name="T47" fmla="*/ 309 h 341"/>
                  <a:gd name="T48" fmla="*/ 186 w 961"/>
                  <a:gd name="T49" fmla="*/ 309 h 341"/>
                  <a:gd name="T50" fmla="*/ 310 w 961"/>
                  <a:gd name="T51" fmla="*/ 309 h 341"/>
                  <a:gd name="T52" fmla="*/ 372 w 961"/>
                  <a:gd name="T53" fmla="*/ 309 h 341"/>
                  <a:gd name="T54" fmla="*/ 434 w 961"/>
                  <a:gd name="T55" fmla="*/ 279 h 341"/>
                  <a:gd name="T56" fmla="*/ 496 w 961"/>
                  <a:gd name="T57" fmla="*/ 279 h 341"/>
                  <a:gd name="T58" fmla="*/ 496 w 961"/>
                  <a:gd name="T59" fmla="*/ 279 h 341"/>
                  <a:gd name="T60" fmla="*/ 558 w 961"/>
                  <a:gd name="T61" fmla="*/ 279 h 341"/>
                  <a:gd name="T62" fmla="*/ 589 w 961"/>
                  <a:gd name="T63" fmla="*/ 279 h 341"/>
                  <a:gd name="T64" fmla="*/ 589 w 961"/>
                  <a:gd name="T65" fmla="*/ 279 h 341"/>
                  <a:gd name="T66" fmla="*/ 620 w 961"/>
                  <a:gd name="T67" fmla="*/ 279 h 341"/>
                  <a:gd name="T68" fmla="*/ 651 w 961"/>
                  <a:gd name="T69" fmla="*/ 279 h 341"/>
                  <a:gd name="T70" fmla="*/ 713 w 961"/>
                  <a:gd name="T71" fmla="*/ 279 h 341"/>
                  <a:gd name="T72" fmla="*/ 743 w 961"/>
                  <a:gd name="T73" fmla="*/ 279 h 341"/>
                  <a:gd name="T74" fmla="*/ 836 w 961"/>
                  <a:gd name="T75" fmla="*/ 248 h 341"/>
                  <a:gd name="T76" fmla="*/ 868 w 961"/>
                  <a:gd name="T77" fmla="*/ 248 h 341"/>
                  <a:gd name="T78" fmla="*/ 868 w 961"/>
                  <a:gd name="T79" fmla="*/ 248 h 341"/>
                  <a:gd name="T80" fmla="*/ 899 w 961"/>
                  <a:gd name="T81" fmla="*/ 248 h 341"/>
                  <a:gd name="T82" fmla="*/ 930 w 961"/>
                  <a:gd name="T83" fmla="*/ 248 h 341"/>
                  <a:gd name="T84" fmla="*/ 960 w 961"/>
                  <a:gd name="T85" fmla="*/ 216 h 341"/>
                  <a:gd name="T86" fmla="*/ 960 w 961"/>
                  <a:gd name="T87" fmla="*/ 185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61" h="341">
                    <a:moveTo>
                      <a:pt x="960" y="155"/>
                    </a:moveTo>
                    <a:lnTo>
                      <a:pt x="960" y="155"/>
                    </a:lnTo>
                    <a:cubicBezTo>
                      <a:pt x="930" y="155"/>
                      <a:pt x="930" y="155"/>
                      <a:pt x="930" y="155"/>
                    </a:cubicBezTo>
                    <a:lnTo>
                      <a:pt x="930" y="155"/>
                    </a:lnTo>
                    <a:cubicBezTo>
                      <a:pt x="930" y="124"/>
                      <a:pt x="930" y="124"/>
                      <a:pt x="960" y="124"/>
                    </a:cubicBezTo>
                    <a:lnTo>
                      <a:pt x="960" y="124"/>
                    </a:lnTo>
                    <a:lnTo>
                      <a:pt x="960" y="124"/>
                    </a:lnTo>
                    <a:cubicBezTo>
                      <a:pt x="930" y="124"/>
                      <a:pt x="930" y="124"/>
                      <a:pt x="930" y="92"/>
                    </a:cubicBezTo>
                    <a:lnTo>
                      <a:pt x="930" y="92"/>
                    </a:lnTo>
                    <a:lnTo>
                      <a:pt x="930" y="92"/>
                    </a:lnTo>
                    <a:cubicBezTo>
                      <a:pt x="930" y="92"/>
                      <a:pt x="899" y="92"/>
                      <a:pt x="899" y="61"/>
                    </a:cubicBezTo>
                    <a:lnTo>
                      <a:pt x="899" y="61"/>
                    </a:lnTo>
                    <a:lnTo>
                      <a:pt x="899" y="61"/>
                    </a:lnTo>
                    <a:lnTo>
                      <a:pt x="899" y="61"/>
                    </a:lnTo>
                    <a:cubicBezTo>
                      <a:pt x="899" y="31"/>
                      <a:pt x="899" y="31"/>
                      <a:pt x="899" y="31"/>
                    </a:cubicBezTo>
                    <a:lnTo>
                      <a:pt x="868" y="31"/>
                    </a:lnTo>
                    <a:cubicBezTo>
                      <a:pt x="868" y="31"/>
                      <a:pt x="868" y="31"/>
                      <a:pt x="836" y="31"/>
                    </a:cubicBezTo>
                    <a:lnTo>
                      <a:pt x="836" y="31"/>
                    </a:lnTo>
                    <a:lnTo>
                      <a:pt x="836" y="31"/>
                    </a:lnTo>
                    <a:cubicBezTo>
                      <a:pt x="806" y="31"/>
                      <a:pt x="806" y="61"/>
                      <a:pt x="806" y="61"/>
                    </a:cubicBezTo>
                    <a:cubicBezTo>
                      <a:pt x="775" y="61"/>
                      <a:pt x="775" y="61"/>
                      <a:pt x="775" y="61"/>
                    </a:cubicBezTo>
                    <a:lnTo>
                      <a:pt x="743" y="61"/>
                    </a:lnTo>
                    <a:lnTo>
                      <a:pt x="743" y="61"/>
                    </a:lnTo>
                    <a:cubicBezTo>
                      <a:pt x="713" y="61"/>
                      <a:pt x="713" y="61"/>
                      <a:pt x="713" y="61"/>
                    </a:cubicBezTo>
                    <a:cubicBezTo>
                      <a:pt x="682" y="61"/>
                      <a:pt x="682" y="61"/>
                      <a:pt x="682" y="61"/>
                    </a:cubicBezTo>
                    <a:lnTo>
                      <a:pt x="651" y="61"/>
                    </a:lnTo>
                    <a:lnTo>
                      <a:pt x="651" y="61"/>
                    </a:lnTo>
                    <a:lnTo>
                      <a:pt x="651" y="61"/>
                    </a:lnTo>
                    <a:cubicBezTo>
                      <a:pt x="620" y="61"/>
                      <a:pt x="589" y="61"/>
                      <a:pt x="558" y="31"/>
                    </a:cubicBezTo>
                    <a:lnTo>
                      <a:pt x="558" y="31"/>
                    </a:lnTo>
                    <a:lnTo>
                      <a:pt x="558" y="31"/>
                    </a:lnTo>
                    <a:lnTo>
                      <a:pt x="558" y="31"/>
                    </a:lnTo>
                    <a:lnTo>
                      <a:pt x="527" y="31"/>
                    </a:lnTo>
                    <a:cubicBezTo>
                      <a:pt x="527" y="31"/>
                      <a:pt x="527" y="31"/>
                      <a:pt x="496" y="0"/>
                    </a:cubicBezTo>
                    <a:lnTo>
                      <a:pt x="496" y="31"/>
                    </a:lnTo>
                    <a:cubicBezTo>
                      <a:pt x="465" y="31"/>
                      <a:pt x="465" y="31"/>
                      <a:pt x="465" y="0"/>
                    </a:cubicBezTo>
                    <a:lnTo>
                      <a:pt x="465" y="0"/>
                    </a:lnTo>
                    <a:cubicBezTo>
                      <a:pt x="434" y="0"/>
                      <a:pt x="434" y="0"/>
                      <a:pt x="403" y="0"/>
                    </a:cubicBezTo>
                    <a:lnTo>
                      <a:pt x="403" y="0"/>
                    </a:lnTo>
                    <a:lnTo>
                      <a:pt x="403" y="0"/>
                    </a:lnTo>
                    <a:cubicBezTo>
                      <a:pt x="372" y="0"/>
                      <a:pt x="372" y="0"/>
                      <a:pt x="341" y="0"/>
                    </a:cubicBezTo>
                    <a:cubicBezTo>
                      <a:pt x="341" y="0"/>
                      <a:pt x="310" y="31"/>
                      <a:pt x="279" y="31"/>
                    </a:cubicBezTo>
                    <a:cubicBezTo>
                      <a:pt x="279" y="31"/>
                      <a:pt x="279" y="31"/>
                      <a:pt x="248" y="31"/>
                    </a:cubicBezTo>
                    <a:cubicBezTo>
                      <a:pt x="248" y="61"/>
                      <a:pt x="248" y="61"/>
                      <a:pt x="217" y="61"/>
                    </a:cubicBezTo>
                    <a:lnTo>
                      <a:pt x="217" y="61"/>
                    </a:lnTo>
                    <a:cubicBezTo>
                      <a:pt x="217" y="61"/>
                      <a:pt x="186" y="61"/>
                      <a:pt x="155" y="61"/>
                    </a:cubicBezTo>
                    <a:cubicBezTo>
                      <a:pt x="155" y="31"/>
                      <a:pt x="124" y="31"/>
                      <a:pt x="93" y="31"/>
                    </a:cubicBezTo>
                    <a:cubicBezTo>
                      <a:pt x="93" y="31"/>
                      <a:pt x="62" y="31"/>
                      <a:pt x="62" y="0"/>
                    </a:cubicBezTo>
                    <a:lnTo>
                      <a:pt x="62" y="0"/>
                    </a:lnTo>
                    <a:cubicBezTo>
                      <a:pt x="31" y="0"/>
                      <a:pt x="31" y="0"/>
                      <a:pt x="31" y="0"/>
                    </a:cubicBezTo>
                    <a:lnTo>
                      <a:pt x="0" y="0"/>
                    </a:lnTo>
                    <a:cubicBezTo>
                      <a:pt x="31" y="0"/>
                      <a:pt x="31" y="0"/>
                      <a:pt x="31" y="0"/>
                    </a:cubicBezTo>
                    <a:lnTo>
                      <a:pt x="31" y="0"/>
                    </a:lnTo>
                    <a:cubicBezTo>
                      <a:pt x="31" y="31"/>
                      <a:pt x="0" y="31"/>
                      <a:pt x="0" y="31"/>
                    </a:cubicBezTo>
                    <a:lnTo>
                      <a:pt x="0" y="61"/>
                    </a:lnTo>
                    <a:cubicBezTo>
                      <a:pt x="31" y="61"/>
                      <a:pt x="31" y="61"/>
                      <a:pt x="31" y="61"/>
                    </a:cubicBezTo>
                    <a:cubicBezTo>
                      <a:pt x="0" y="92"/>
                      <a:pt x="0" y="92"/>
                      <a:pt x="0" y="92"/>
                    </a:cubicBezTo>
                    <a:cubicBezTo>
                      <a:pt x="31" y="124"/>
                      <a:pt x="31" y="124"/>
                      <a:pt x="31" y="124"/>
                    </a:cubicBezTo>
                    <a:lnTo>
                      <a:pt x="31" y="124"/>
                    </a:lnTo>
                    <a:lnTo>
                      <a:pt x="31" y="155"/>
                    </a:lnTo>
                    <a:cubicBezTo>
                      <a:pt x="31" y="185"/>
                      <a:pt x="31" y="185"/>
                      <a:pt x="31" y="185"/>
                    </a:cubicBezTo>
                    <a:lnTo>
                      <a:pt x="31" y="185"/>
                    </a:lnTo>
                    <a:lnTo>
                      <a:pt x="31" y="216"/>
                    </a:lnTo>
                    <a:cubicBezTo>
                      <a:pt x="31" y="216"/>
                      <a:pt x="62" y="216"/>
                      <a:pt x="62" y="248"/>
                    </a:cubicBezTo>
                    <a:cubicBezTo>
                      <a:pt x="62" y="279"/>
                      <a:pt x="62" y="279"/>
                      <a:pt x="62" y="309"/>
                    </a:cubicBezTo>
                    <a:lnTo>
                      <a:pt x="62" y="309"/>
                    </a:lnTo>
                    <a:lnTo>
                      <a:pt x="62" y="309"/>
                    </a:lnTo>
                    <a:lnTo>
                      <a:pt x="62" y="309"/>
                    </a:lnTo>
                    <a:lnTo>
                      <a:pt x="62" y="309"/>
                    </a:lnTo>
                    <a:cubicBezTo>
                      <a:pt x="62" y="279"/>
                      <a:pt x="93" y="279"/>
                      <a:pt x="93" y="279"/>
                    </a:cubicBezTo>
                    <a:lnTo>
                      <a:pt x="93" y="279"/>
                    </a:lnTo>
                    <a:cubicBezTo>
                      <a:pt x="124" y="279"/>
                      <a:pt x="124" y="279"/>
                      <a:pt x="155" y="309"/>
                    </a:cubicBezTo>
                    <a:cubicBezTo>
                      <a:pt x="155" y="309"/>
                      <a:pt x="155" y="309"/>
                      <a:pt x="186" y="309"/>
                    </a:cubicBezTo>
                    <a:lnTo>
                      <a:pt x="186" y="309"/>
                    </a:lnTo>
                    <a:lnTo>
                      <a:pt x="186" y="309"/>
                    </a:lnTo>
                    <a:lnTo>
                      <a:pt x="186" y="309"/>
                    </a:lnTo>
                    <a:cubicBezTo>
                      <a:pt x="217" y="309"/>
                      <a:pt x="217" y="279"/>
                      <a:pt x="248" y="279"/>
                    </a:cubicBezTo>
                    <a:cubicBezTo>
                      <a:pt x="279" y="279"/>
                      <a:pt x="310" y="309"/>
                      <a:pt x="310" y="309"/>
                    </a:cubicBezTo>
                    <a:cubicBezTo>
                      <a:pt x="310" y="309"/>
                      <a:pt x="341" y="309"/>
                      <a:pt x="341" y="340"/>
                    </a:cubicBezTo>
                    <a:lnTo>
                      <a:pt x="341" y="340"/>
                    </a:lnTo>
                    <a:cubicBezTo>
                      <a:pt x="341" y="340"/>
                      <a:pt x="372" y="340"/>
                      <a:pt x="372" y="309"/>
                    </a:cubicBezTo>
                    <a:lnTo>
                      <a:pt x="403" y="309"/>
                    </a:lnTo>
                    <a:lnTo>
                      <a:pt x="403" y="309"/>
                    </a:lnTo>
                    <a:cubicBezTo>
                      <a:pt x="434" y="279"/>
                      <a:pt x="434" y="279"/>
                      <a:pt x="434" y="279"/>
                    </a:cubicBezTo>
                    <a:cubicBezTo>
                      <a:pt x="434" y="279"/>
                      <a:pt x="434" y="279"/>
                      <a:pt x="465" y="279"/>
                    </a:cubicBezTo>
                    <a:lnTo>
                      <a:pt x="465" y="279"/>
                    </a:lnTo>
                    <a:cubicBezTo>
                      <a:pt x="496" y="279"/>
                      <a:pt x="496" y="279"/>
                      <a:pt x="496" y="279"/>
                    </a:cubicBezTo>
                    <a:lnTo>
                      <a:pt x="496" y="279"/>
                    </a:lnTo>
                    <a:lnTo>
                      <a:pt x="496" y="279"/>
                    </a:lnTo>
                    <a:lnTo>
                      <a:pt x="496" y="279"/>
                    </a:lnTo>
                    <a:lnTo>
                      <a:pt x="496" y="279"/>
                    </a:lnTo>
                    <a:lnTo>
                      <a:pt x="527" y="279"/>
                    </a:lnTo>
                    <a:lnTo>
                      <a:pt x="558" y="279"/>
                    </a:lnTo>
                    <a:lnTo>
                      <a:pt x="558" y="279"/>
                    </a:lnTo>
                    <a:lnTo>
                      <a:pt x="558" y="279"/>
                    </a:lnTo>
                    <a:cubicBezTo>
                      <a:pt x="558" y="279"/>
                      <a:pt x="558" y="279"/>
                      <a:pt x="589" y="279"/>
                    </a:cubicBezTo>
                    <a:lnTo>
                      <a:pt x="589" y="279"/>
                    </a:lnTo>
                    <a:lnTo>
                      <a:pt x="589" y="279"/>
                    </a:lnTo>
                    <a:lnTo>
                      <a:pt x="589" y="279"/>
                    </a:lnTo>
                    <a:lnTo>
                      <a:pt x="620" y="279"/>
                    </a:lnTo>
                    <a:lnTo>
                      <a:pt x="620" y="279"/>
                    </a:lnTo>
                    <a:lnTo>
                      <a:pt x="620" y="279"/>
                    </a:lnTo>
                    <a:lnTo>
                      <a:pt x="620" y="279"/>
                    </a:lnTo>
                    <a:cubicBezTo>
                      <a:pt x="620" y="279"/>
                      <a:pt x="620" y="279"/>
                      <a:pt x="651" y="279"/>
                    </a:cubicBezTo>
                    <a:lnTo>
                      <a:pt x="651" y="279"/>
                    </a:lnTo>
                    <a:cubicBezTo>
                      <a:pt x="682" y="279"/>
                      <a:pt x="682" y="279"/>
                      <a:pt x="682" y="279"/>
                    </a:cubicBezTo>
                    <a:lnTo>
                      <a:pt x="682" y="279"/>
                    </a:lnTo>
                    <a:cubicBezTo>
                      <a:pt x="682" y="279"/>
                      <a:pt x="682" y="279"/>
                      <a:pt x="713" y="279"/>
                    </a:cubicBezTo>
                    <a:lnTo>
                      <a:pt x="713" y="279"/>
                    </a:lnTo>
                    <a:cubicBezTo>
                      <a:pt x="713" y="279"/>
                      <a:pt x="713" y="279"/>
                      <a:pt x="743" y="279"/>
                    </a:cubicBezTo>
                    <a:lnTo>
                      <a:pt x="743" y="279"/>
                    </a:lnTo>
                    <a:cubicBezTo>
                      <a:pt x="775" y="248"/>
                      <a:pt x="775" y="248"/>
                      <a:pt x="775" y="248"/>
                    </a:cubicBezTo>
                    <a:cubicBezTo>
                      <a:pt x="806" y="248"/>
                      <a:pt x="806" y="248"/>
                      <a:pt x="806" y="248"/>
                    </a:cubicBezTo>
                    <a:lnTo>
                      <a:pt x="836" y="248"/>
                    </a:lnTo>
                    <a:lnTo>
                      <a:pt x="836" y="248"/>
                    </a:lnTo>
                    <a:lnTo>
                      <a:pt x="836" y="248"/>
                    </a:lnTo>
                    <a:lnTo>
                      <a:pt x="868" y="248"/>
                    </a:lnTo>
                    <a:lnTo>
                      <a:pt x="868" y="248"/>
                    </a:lnTo>
                    <a:lnTo>
                      <a:pt x="868" y="248"/>
                    </a:lnTo>
                    <a:lnTo>
                      <a:pt x="868" y="248"/>
                    </a:lnTo>
                    <a:lnTo>
                      <a:pt x="868" y="248"/>
                    </a:lnTo>
                    <a:cubicBezTo>
                      <a:pt x="868" y="248"/>
                      <a:pt x="868" y="248"/>
                      <a:pt x="899" y="248"/>
                    </a:cubicBezTo>
                    <a:lnTo>
                      <a:pt x="899" y="248"/>
                    </a:lnTo>
                    <a:lnTo>
                      <a:pt x="899" y="248"/>
                    </a:lnTo>
                    <a:lnTo>
                      <a:pt x="930" y="248"/>
                    </a:lnTo>
                    <a:lnTo>
                      <a:pt x="930" y="248"/>
                    </a:lnTo>
                    <a:lnTo>
                      <a:pt x="960" y="248"/>
                    </a:lnTo>
                    <a:cubicBezTo>
                      <a:pt x="960" y="248"/>
                      <a:pt x="960" y="248"/>
                      <a:pt x="960" y="216"/>
                    </a:cubicBezTo>
                    <a:lnTo>
                      <a:pt x="960" y="216"/>
                    </a:lnTo>
                    <a:lnTo>
                      <a:pt x="960" y="216"/>
                    </a:lnTo>
                    <a:lnTo>
                      <a:pt x="960" y="216"/>
                    </a:lnTo>
                    <a:cubicBezTo>
                      <a:pt x="960" y="185"/>
                      <a:pt x="960" y="185"/>
                      <a:pt x="960" y="185"/>
                    </a:cubicBezTo>
                    <a:lnTo>
                      <a:pt x="960" y="15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17" name="Freeform 66">
                <a:extLst>
                  <a:ext uri="{FF2B5EF4-FFF2-40B4-BE49-F238E27FC236}">
                    <a16:creationId xmlns:a16="http://schemas.microsoft.com/office/drawing/2014/main" id="{5FE1470E-D2F2-158B-ABBB-083BF6982DC9}"/>
                  </a:ext>
                </a:extLst>
              </p:cNvPr>
              <p:cNvSpPr>
                <a:spLocks noChangeArrowheads="1"/>
              </p:cNvSpPr>
              <p:nvPr/>
            </p:nvSpPr>
            <p:spPr bwMode="auto">
              <a:xfrm>
                <a:off x="5275263" y="1958975"/>
                <a:ext cx="134937" cy="77788"/>
              </a:xfrm>
              <a:custGeom>
                <a:avLst/>
                <a:gdLst>
                  <a:gd name="T0" fmla="*/ 124 w 373"/>
                  <a:gd name="T1" fmla="*/ 61 h 217"/>
                  <a:gd name="T2" fmla="*/ 124 w 373"/>
                  <a:gd name="T3" fmla="*/ 61 h 217"/>
                  <a:gd name="T4" fmla="*/ 93 w 373"/>
                  <a:gd name="T5" fmla="*/ 31 h 217"/>
                  <a:gd name="T6" fmla="*/ 61 w 373"/>
                  <a:gd name="T7" fmla="*/ 0 h 217"/>
                  <a:gd name="T8" fmla="*/ 0 w 373"/>
                  <a:gd name="T9" fmla="*/ 0 h 217"/>
                  <a:gd name="T10" fmla="*/ 0 w 373"/>
                  <a:gd name="T11" fmla="*/ 31 h 217"/>
                  <a:gd name="T12" fmla="*/ 0 w 373"/>
                  <a:gd name="T13" fmla="*/ 31 h 217"/>
                  <a:gd name="T14" fmla="*/ 0 w 373"/>
                  <a:gd name="T15" fmla="*/ 61 h 217"/>
                  <a:gd name="T16" fmla="*/ 30 w 373"/>
                  <a:gd name="T17" fmla="*/ 92 h 217"/>
                  <a:gd name="T18" fmla="*/ 61 w 373"/>
                  <a:gd name="T19" fmla="*/ 92 h 217"/>
                  <a:gd name="T20" fmla="*/ 93 w 373"/>
                  <a:gd name="T21" fmla="*/ 92 h 217"/>
                  <a:gd name="T22" fmla="*/ 124 w 373"/>
                  <a:gd name="T23" fmla="*/ 124 h 217"/>
                  <a:gd name="T24" fmla="*/ 124 w 373"/>
                  <a:gd name="T25" fmla="*/ 155 h 217"/>
                  <a:gd name="T26" fmla="*/ 124 w 373"/>
                  <a:gd name="T27" fmla="*/ 124 h 217"/>
                  <a:gd name="T28" fmla="*/ 185 w 373"/>
                  <a:gd name="T29" fmla="*/ 124 h 217"/>
                  <a:gd name="T30" fmla="*/ 217 w 373"/>
                  <a:gd name="T31" fmla="*/ 185 h 217"/>
                  <a:gd name="T32" fmla="*/ 248 w 373"/>
                  <a:gd name="T33" fmla="*/ 185 h 217"/>
                  <a:gd name="T34" fmla="*/ 248 w 373"/>
                  <a:gd name="T35" fmla="*/ 185 h 217"/>
                  <a:gd name="T36" fmla="*/ 278 w 373"/>
                  <a:gd name="T37" fmla="*/ 185 h 217"/>
                  <a:gd name="T38" fmla="*/ 278 w 373"/>
                  <a:gd name="T39" fmla="*/ 185 h 217"/>
                  <a:gd name="T40" fmla="*/ 341 w 373"/>
                  <a:gd name="T41" fmla="*/ 185 h 217"/>
                  <a:gd name="T42" fmla="*/ 341 w 373"/>
                  <a:gd name="T43" fmla="*/ 216 h 217"/>
                  <a:gd name="T44" fmla="*/ 372 w 373"/>
                  <a:gd name="T45" fmla="*/ 185 h 217"/>
                  <a:gd name="T46" fmla="*/ 372 w 373"/>
                  <a:gd name="T47" fmla="*/ 155 h 217"/>
                  <a:gd name="T48" fmla="*/ 309 w 373"/>
                  <a:gd name="T49" fmla="*/ 155 h 217"/>
                  <a:gd name="T50" fmla="*/ 309 w 373"/>
                  <a:gd name="T51" fmla="*/ 155 h 217"/>
                  <a:gd name="T52" fmla="*/ 278 w 373"/>
                  <a:gd name="T53" fmla="*/ 155 h 217"/>
                  <a:gd name="T54" fmla="*/ 278 w 373"/>
                  <a:gd name="T55" fmla="*/ 155 h 217"/>
                  <a:gd name="T56" fmla="*/ 248 w 373"/>
                  <a:gd name="T57" fmla="*/ 124 h 217"/>
                  <a:gd name="T58" fmla="*/ 217 w 373"/>
                  <a:gd name="T59" fmla="*/ 124 h 217"/>
                  <a:gd name="T60" fmla="*/ 185 w 373"/>
                  <a:gd name="T61" fmla="*/ 92 h 217"/>
                  <a:gd name="T62" fmla="*/ 154 w 373"/>
                  <a:gd name="T63" fmla="*/ 92 h 217"/>
                  <a:gd name="T64" fmla="*/ 154 w 373"/>
                  <a:gd name="T65" fmla="*/ 92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3" h="217">
                    <a:moveTo>
                      <a:pt x="124" y="61"/>
                    </a:moveTo>
                    <a:lnTo>
                      <a:pt x="124" y="61"/>
                    </a:lnTo>
                    <a:lnTo>
                      <a:pt x="124" y="61"/>
                    </a:lnTo>
                    <a:lnTo>
                      <a:pt x="124" y="61"/>
                    </a:lnTo>
                    <a:lnTo>
                      <a:pt x="124" y="61"/>
                    </a:lnTo>
                    <a:cubicBezTo>
                      <a:pt x="93" y="61"/>
                      <a:pt x="93" y="61"/>
                      <a:pt x="93" y="31"/>
                    </a:cubicBezTo>
                    <a:cubicBezTo>
                      <a:pt x="61" y="31"/>
                      <a:pt x="61" y="31"/>
                      <a:pt x="61" y="0"/>
                    </a:cubicBezTo>
                    <a:lnTo>
                      <a:pt x="61" y="0"/>
                    </a:lnTo>
                    <a:cubicBezTo>
                      <a:pt x="30" y="0"/>
                      <a:pt x="30" y="0"/>
                      <a:pt x="30" y="0"/>
                    </a:cubicBezTo>
                    <a:cubicBezTo>
                      <a:pt x="30" y="0"/>
                      <a:pt x="30" y="0"/>
                      <a:pt x="0" y="0"/>
                    </a:cubicBezTo>
                    <a:cubicBezTo>
                      <a:pt x="0" y="0"/>
                      <a:pt x="0" y="0"/>
                      <a:pt x="0" y="31"/>
                    </a:cubicBezTo>
                    <a:lnTo>
                      <a:pt x="0" y="31"/>
                    </a:lnTo>
                    <a:lnTo>
                      <a:pt x="0" y="31"/>
                    </a:lnTo>
                    <a:lnTo>
                      <a:pt x="0" y="31"/>
                    </a:lnTo>
                    <a:cubicBezTo>
                      <a:pt x="0" y="61"/>
                      <a:pt x="0" y="61"/>
                      <a:pt x="0" y="61"/>
                    </a:cubicBezTo>
                    <a:lnTo>
                      <a:pt x="0" y="61"/>
                    </a:lnTo>
                    <a:lnTo>
                      <a:pt x="0" y="61"/>
                    </a:lnTo>
                    <a:cubicBezTo>
                      <a:pt x="30" y="61"/>
                      <a:pt x="30" y="92"/>
                      <a:pt x="30" y="92"/>
                    </a:cubicBezTo>
                    <a:lnTo>
                      <a:pt x="30" y="92"/>
                    </a:lnTo>
                    <a:lnTo>
                      <a:pt x="61" y="92"/>
                    </a:lnTo>
                    <a:cubicBezTo>
                      <a:pt x="61" y="92"/>
                      <a:pt x="61" y="92"/>
                      <a:pt x="93" y="92"/>
                    </a:cubicBezTo>
                    <a:lnTo>
                      <a:pt x="93" y="92"/>
                    </a:lnTo>
                    <a:cubicBezTo>
                      <a:pt x="93" y="124"/>
                      <a:pt x="93" y="124"/>
                      <a:pt x="93" y="124"/>
                    </a:cubicBezTo>
                    <a:lnTo>
                      <a:pt x="124" y="124"/>
                    </a:lnTo>
                    <a:lnTo>
                      <a:pt x="124" y="124"/>
                    </a:lnTo>
                    <a:lnTo>
                      <a:pt x="124" y="155"/>
                    </a:lnTo>
                    <a:cubicBezTo>
                      <a:pt x="124" y="155"/>
                      <a:pt x="124" y="155"/>
                      <a:pt x="124" y="124"/>
                    </a:cubicBezTo>
                    <a:lnTo>
                      <a:pt x="124" y="124"/>
                    </a:lnTo>
                    <a:cubicBezTo>
                      <a:pt x="154" y="124"/>
                      <a:pt x="154" y="124"/>
                      <a:pt x="154" y="124"/>
                    </a:cubicBezTo>
                    <a:lnTo>
                      <a:pt x="185" y="124"/>
                    </a:lnTo>
                    <a:cubicBezTo>
                      <a:pt x="185" y="124"/>
                      <a:pt x="217" y="124"/>
                      <a:pt x="217" y="155"/>
                    </a:cubicBezTo>
                    <a:cubicBezTo>
                      <a:pt x="217" y="155"/>
                      <a:pt x="217" y="155"/>
                      <a:pt x="217" y="185"/>
                    </a:cubicBezTo>
                    <a:cubicBezTo>
                      <a:pt x="217" y="185"/>
                      <a:pt x="217" y="185"/>
                      <a:pt x="248" y="185"/>
                    </a:cubicBezTo>
                    <a:lnTo>
                      <a:pt x="248" y="185"/>
                    </a:lnTo>
                    <a:lnTo>
                      <a:pt x="248" y="185"/>
                    </a:lnTo>
                    <a:lnTo>
                      <a:pt x="248" y="185"/>
                    </a:lnTo>
                    <a:cubicBezTo>
                      <a:pt x="278" y="185"/>
                      <a:pt x="278" y="185"/>
                      <a:pt x="278" y="185"/>
                    </a:cubicBezTo>
                    <a:lnTo>
                      <a:pt x="278" y="185"/>
                    </a:lnTo>
                    <a:lnTo>
                      <a:pt x="278" y="185"/>
                    </a:lnTo>
                    <a:lnTo>
                      <a:pt x="278" y="185"/>
                    </a:lnTo>
                    <a:cubicBezTo>
                      <a:pt x="309" y="185"/>
                      <a:pt x="309" y="185"/>
                      <a:pt x="309" y="185"/>
                    </a:cubicBezTo>
                    <a:lnTo>
                      <a:pt x="341" y="185"/>
                    </a:lnTo>
                    <a:cubicBezTo>
                      <a:pt x="341" y="216"/>
                      <a:pt x="341" y="216"/>
                      <a:pt x="341" y="216"/>
                    </a:cubicBezTo>
                    <a:lnTo>
                      <a:pt x="341" y="216"/>
                    </a:lnTo>
                    <a:lnTo>
                      <a:pt x="372" y="185"/>
                    </a:lnTo>
                    <a:lnTo>
                      <a:pt x="372" y="185"/>
                    </a:lnTo>
                    <a:lnTo>
                      <a:pt x="372" y="185"/>
                    </a:lnTo>
                    <a:lnTo>
                      <a:pt x="372" y="155"/>
                    </a:lnTo>
                    <a:cubicBezTo>
                      <a:pt x="341" y="155"/>
                      <a:pt x="341" y="155"/>
                      <a:pt x="341" y="155"/>
                    </a:cubicBezTo>
                    <a:lnTo>
                      <a:pt x="309" y="155"/>
                    </a:lnTo>
                    <a:lnTo>
                      <a:pt x="309" y="155"/>
                    </a:lnTo>
                    <a:lnTo>
                      <a:pt x="309" y="155"/>
                    </a:lnTo>
                    <a:lnTo>
                      <a:pt x="309" y="155"/>
                    </a:lnTo>
                    <a:cubicBezTo>
                      <a:pt x="309" y="155"/>
                      <a:pt x="309" y="155"/>
                      <a:pt x="278" y="155"/>
                    </a:cubicBezTo>
                    <a:lnTo>
                      <a:pt x="278" y="155"/>
                    </a:lnTo>
                    <a:lnTo>
                      <a:pt x="278" y="155"/>
                    </a:lnTo>
                    <a:lnTo>
                      <a:pt x="278" y="155"/>
                    </a:lnTo>
                    <a:cubicBezTo>
                      <a:pt x="248" y="155"/>
                      <a:pt x="248" y="155"/>
                      <a:pt x="248" y="124"/>
                    </a:cubicBezTo>
                    <a:lnTo>
                      <a:pt x="217" y="124"/>
                    </a:lnTo>
                    <a:lnTo>
                      <a:pt x="217" y="124"/>
                    </a:lnTo>
                    <a:lnTo>
                      <a:pt x="217" y="124"/>
                    </a:lnTo>
                    <a:lnTo>
                      <a:pt x="185" y="92"/>
                    </a:lnTo>
                    <a:cubicBezTo>
                      <a:pt x="154" y="92"/>
                      <a:pt x="154" y="92"/>
                      <a:pt x="154" y="61"/>
                    </a:cubicBezTo>
                    <a:cubicBezTo>
                      <a:pt x="154" y="92"/>
                      <a:pt x="154" y="92"/>
                      <a:pt x="154" y="92"/>
                    </a:cubicBezTo>
                    <a:lnTo>
                      <a:pt x="154" y="92"/>
                    </a:lnTo>
                    <a:lnTo>
                      <a:pt x="154" y="92"/>
                    </a:lnTo>
                    <a:cubicBezTo>
                      <a:pt x="124" y="92"/>
                      <a:pt x="124" y="92"/>
                      <a:pt x="124" y="6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18" name="Freeform 67">
                <a:extLst>
                  <a:ext uri="{FF2B5EF4-FFF2-40B4-BE49-F238E27FC236}">
                    <a16:creationId xmlns:a16="http://schemas.microsoft.com/office/drawing/2014/main" id="{E5733AC9-F5A5-E746-CEB6-48161E8F5325}"/>
                  </a:ext>
                </a:extLst>
              </p:cNvPr>
              <p:cNvSpPr>
                <a:spLocks noChangeArrowheads="1"/>
              </p:cNvSpPr>
              <p:nvPr/>
            </p:nvSpPr>
            <p:spPr bwMode="auto">
              <a:xfrm>
                <a:off x="4729163" y="1679575"/>
                <a:ext cx="234950" cy="146050"/>
              </a:xfrm>
              <a:custGeom>
                <a:avLst/>
                <a:gdLst>
                  <a:gd name="T0" fmla="*/ 62 w 652"/>
                  <a:gd name="T1" fmla="*/ 217 h 405"/>
                  <a:gd name="T2" fmla="*/ 62 w 652"/>
                  <a:gd name="T3" fmla="*/ 248 h 405"/>
                  <a:gd name="T4" fmla="*/ 92 w 652"/>
                  <a:gd name="T5" fmla="*/ 217 h 405"/>
                  <a:gd name="T6" fmla="*/ 124 w 652"/>
                  <a:gd name="T7" fmla="*/ 217 h 405"/>
                  <a:gd name="T8" fmla="*/ 155 w 652"/>
                  <a:gd name="T9" fmla="*/ 217 h 405"/>
                  <a:gd name="T10" fmla="*/ 155 w 652"/>
                  <a:gd name="T11" fmla="*/ 217 h 405"/>
                  <a:gd name="T12" fmla="*/ 155 w 652"/>
                  <a:gd name="T13" fmla="*/ 217 h 405"/>
                  <a:gd name="T14" fmla="*/ 216 w 652"/>
                  <a:gd name="T15" fmla="*/ 217 h 405"/>
                  <a:gd name="T16" fmla="*/ 279 w 652"/>
                  <a:gd name="T17" fmla="*/ 248 h 405"/>
                  <a:gd name="T18" fmla="*/ 310 w 652"/>
                  <a:gd name="T19" fmla="*/ 248 h 405"/>
                  <a:gd name="T20" fmla="*/ 340 w 652"/>
                  <a:gd name="T21" fmla="*/ 280 h 405"/>
                  <a:gd name="T22" fmla="*/ 372 w 652"/>
                  <a:gd name="T23" fmla="*/ 311 h 405"/>
                  <a:gd name="T24" fmla="*/ 372 w 652"/>
                  <a:gd name="T25" fmla="*/ 311 h 405"/>
                  <a:gd name="T26" fmla="*/ 403 w 652"/>
                  <a:gd name="T27" fmla="*/ 311 h 405"/>
                  <a:gd name="T28" fmla="*/ 403 w 652"/>
                  <a:gd name="T29" fmla="*/ 311 h 405"/>
                  <a:gd name="T30" fmla="*/ 403 w 652"/>
                  <a:gd name="T31" fmla="*/ 311 h 405"/>
                  <a:gd name="T32" fmla="*/ 434 w 652"/>
                  <a:gd name="T33" fmla="*/ 341 h 405"/>
                  <a:gd name="T34" fmla="*/ 434 w 652"/>
                  <a:gd name="T35" fmla="*/ 372 h 405"/>
                  <a:gd name="T36" fmla="*/ 464 w 652"/>
                  <a:gd name="T37" fmla="*/ 404 h 405"/>
                  <a:gd name="T38" fmla="*/ 496 w 652"/>
                  <a:gd name="T39" fmla="*/ 404 h 405"/>
                  <a:gd name="T40" fmla="*/ 496 w 652"/>
                  <a:gd name="T41" fmla="*/ 404 h 405"/>
                  <a:gd name="T42" fmla="*/ 527 w 652"/>
                  <a:gd name="T43" fmla="*/ 372 h 405"/>
                  <a:gd name="T44" fmla="*/ 527 w 652"/>
                  <a:gd name="T45" fmla="*/ 372 h 405"/>
                  <a:gd name="T46" fmla="*/ 527 w 652"/>
                  <a:gd name="T47" fmla="*/ 372 h 405"/>
                  <a:gd name="T48" fmla="*/ 558 w 652"/>
                  <a:gd name="T49" fmla="*/ 372 h 405"/>
                  <a:gd name="T50" fmla="*/ 558 w 652"/>
                  <a:gd name="T51" fmla="*/ 372 h 405"/>
                  <a:gd name="T52" fmla="*/ 588 w 652"/>
                  <a:gd name="T53" fmla="*/ 372 h 405"/>
                  <a:gd name="T54" fmla="*/ 588 w 652"/>
                  <a:gd name="T55" fmla="*/ 311 h 405"/>
                  <a:gd name="T56" fmla="*/ 651 w 652"/>
                  <a:gd name="T57" fmla="*/ 280 h 405"/>
                  <a:gd name="T58" fmla="*/ 651 w 652"/>
                  <a:gd name="T59" fmla="*/ 280 h 405"/>
                  <a:gd name="T60" fmla="*/ 651 w 652"/>
                  <a:gd name="T61" fmla="*/ 280 h 405"/>
                  <a:gd name="T62" fmla="*/ 651 w 652"/>
                  <a:gd name="T63" fmla="*/ 280 h 405"/>
                  <a:gd name="T64" fmla="*/ 588 w 652"/>
                  <a:gd name="T65" fmla="*/ 248 h 405"/>
                  <a:gd name="T66" fmla="*/ 558 w 652"/>
                  <a:gd name="T67" fmla="*/ 217 h 405"/>
                  <a:gd name="T68" fmla="*/ 527 w 652"/>
                  <a:gd name="T69" fmla="*/ 187 h 405"/>
                  <a:gd name="T70" fmla="*/ 496 w 652"/>
                  <a:gd name="T71" fmla="*/ 187 h 405"/>
                  <a:gd name="T72" fmla="*/ 496 w 652"/>
                  <a:gd name="T73" fmla="*/ 156 h 405"/>
                  <a:gd name="T74" fmla="*/ 464 w 652"/>
                  <a:gd name="T75" fmla="*/ 124 h 405"/>
                  <a:gd name="T76" fmla="*/ 434 w 652"/>
                  <a:gd name="T77" fmla="*/ 93 h 405"/>
                  <a:gd name="T78" fmla="*/ 434 w 652"/>
                  <a:gd name="T79" fmla="*/ 93 h 405"/>
                  <a:gd name="T80" fmla="*/ 372 w 652"/>
                  <a:gd name="T81" fmla="*/ 93 h 405"/>
                  <a:gd name="T82" fmla="*/ 372 w 652"/>
                  <a:gd name="T83" fmla="*/ 93 h 405"/>
                  <a:gd name="T84" fmla="*/ 340 w 652"/>
                  <a:gd name="T85" fmla="*/ 63 h 405"/>
                  <a:gd name="T86" fmla="*/ 340 w 652"/>
                  <a:gd name="T87" fmla="*/ 32 h 405"/>
                  <a:gd name="T88" fmla="*/ 340 w 652"/>
                  <a:gd name="T89" fmla="*/ 0 h 405"/>
                  <a:gd name="T90" fmla="*/ 340 w 652"/>
                  <a:gd name="T91" fmla="*/ 0 h 405"/>
                  <a:gd name="T92" fmla="*/ 310 w 652"/>
                  <a:gd name="T93" fmla="*/ 0 h 405"/>
                  <a:gd name="T94" fmla="*/ 279 w 652"/>
                  <a:gd name="T95" fmla="*/ 0 h 405"/>
                  <a:gd name="T96" fmla="*/ 248 w 652"/>
                  <a:gd name="T97" fmla="*/ 0 h 405"/>
                  <a:gd name="T98" fmla="*/ 248 w 652"/>
                  <a:gd name="T99" fmla="*/ 32 h 405"/>
                  <a:gd name="T100" fmla="*/ 216 w 652"/>
                  <a:gd name="T101" fmla="*/ 32 h 405"/>
                  <a:gd name="T102" fmla="*/ 216 w 652"/>
                  <a:gd name="T103" fmla="*/ 93 h 405"/>
                  <a:gd name="T104" fmla="*/ 186 w 652"/>
                  <a:gd name="T105" fmla="*/ 93 h 405"/>
                  <a:gd name="T106" fmla="*/ 155 w 652"/>
                  <a:gd name="T107" fmla="*/ 93 h 405"/>
                  <a:gd name="T108" fmla="*/ 124 w 652"/>
                  <a:gd name="T109" fmla="*/ 93 h 405"/>
                  <a:gd name="T110" fmla="*/ 124 w 652"/>
                  <a:gd name="T111" fmla="*/ 93 h 405"/>
                  <a:gd name="T112" fmla="*/ 62 w 652"/>
                  <a:gd name="T113" fmla="*/ 93 h 405"/>
                  <a:gd name="T114" fmla="*/ 31 w 652"/>
                  <a:gd name="T115" fmla="*/ 124 h 405"/>
                  <a:gd name="T116" fmla="*/ 0 w 652"/>
                  <a:gd name="T117" fmla="*/ 124 h 405"/>
                  <a:gd name="T118" fmla="*/ 0 w 652"/>
                  <a:gd name="T119" fmla="*/ 124 h 405"/>
                  <a:gd name="T120" fmla="*/ 31 w 652"/>
                  <a:gd name="T121" fmla="*/ 156 h 405"/>
                  <a:gd name="T122" fmla="*/ 62 w 652"/>
                  <a:gd name="T123" fmla="*/ 217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405">
                    <a:moveTo>
                      <a:pt x="62" y="217"/>
                    </a:moveTo>
                    <a:lnTo>
                      <a:pt x="62" y="217"/>
                    </a:lnTo>
                    <a:cubicBezTo>
                      <a:pt x="62" y="217"/>
                      <a:pt x="62" y="248"/>
                      <a:pt x="62" y="280"/>
                    </a:cubicBezTo>
                    <a:lnTo>
                      <a:pt x="62" y="248"/>
                    </a:lnTo>
                    <a:lnTo>
                      <a:pt x="92" y="217"/>
                    </a:lnTo>
                    <a:lnTo>
                      <a:pt x="92" y="217"/>
                    </a:lnTo>
                    <a:lnTo>
                      <a:pt x="92" y="217"/>
                    </a:lnTo>
                    <a:lnTo>
                      <a:pt x="124" y="217"/>
                    </a:lnTo>
                    <a:lnTo>
                      <a:pt x="124" y="248"/>
                    </a:lnTo>
                    <a:cubicBezTo>
                      <a:pt x="124" y="248"/>
                      <a:pt x="124" y="217"/>
                      <a:pt x="155" y="217"/>
                    </a:cubicBezTo>
                    <a:lnTo>
                      <a:pt x="155" y="217"/>
                    </a:lnTo>
                    <a:lnTo>
                      <a:pt x="155" y="217"/>
                    </a:lnTo>
                    <a:lnTo>
                      <a:pt x="155" y="217"/>
                    </a:lnTo>
                    <a:lnTo>
                      <a:pt x="155" y="217"/>
                    </a:lnTo>
                    <a:cubicBezTo>
                      <a:pt x="186" y="217"/>
                      <a:pt x="186" y="217"/>
                      <a:pt x="186" y="217"/>
                    </a:cubicBezTo>
                    <a:cubicBezTo>
                      <a:pt x="186" y="217"/>
                      <a:pt x="186" y="217"/>
                      <a:pt x="216" y="217"/>
                    </a:cubicBezTo>
                    <a:lnTo>
                      <a:pt x="248" y="248"/>
                    </a:lnTo>
                    <a:cubicBezTo>
                      <a:pt x="279" y="248"/>
                      <a:pt x="279" y="248"/>
                      <a:pt x="279" y="248"/>
                    </a:cubicBezTo>
                    <a:lnTo>
                      <a:pt x="279" y="248"/>
                    </a:lnTo>
                    <a:cubicBezTo>
                      <a:pt x="279" y="248"/>
                      <a:pt x="279" y="248"/>
                      <a:pt x="310" y="248"/>
                    </a:cubicBezTo>
                    <a:cubicBezTo>
                      <a:pt x="310" y="248"/>
                      <a:pt x="310" y="248"/>
                      <a:pt x="310" y="280"/>
                    </a:cubicBezTo>
                    <a:cubicBezTo>
                      <a:pt x="340" y="280"/>
                      <a:pt x="340" y="280"/>
                      <a:pt x="340" y="280"/>
                    </a:cubicBezTo>
                    <a:lnTo>
                      <a:pt x="340" y="280"/>
                    </a:lnTo>
                    <a:cubicBezTo>
                      <a:pt x="340" y="280"/>
                      <a:pt x="340" y="311"/>
                      <a:pt x="372" y="311"/>
                    </a:cubicBezTo>
                    <a:lnTo>
                      <a:pt x="372" y="311"/>
                    </a:lnTo>
                    <a:lnTo>
                      <a:pt x="372" y="311"/>
                    </a:lnTo>
                    <a:lnTo>
                      <a:pt x="403" y="311"/>
                    </a:lnTo>
                    <a:lnTo>
                      <a:pt x="403" y="311"/>
                    </a:lnTo>
                    <a:lnTo>
                      <a:pt x="403" y="311"/>
                    </a:lnTo>
                    <a:lnTo>
                      <a:pt x="403" y="311"/>
                    </a:lnTo>
                    <a:lnTo>
                      <a:pt x="403" y="311"/>
                    </a:lnTo>
                    <a:lnTo>
                      <a:pt x="403" y="311"/>
                    </a:lnTo>
                    <a:lnTo>
                      <a:pt x="403" y="311"/>
                    </a:lnTo>
                    <a:cubicBezTo>
                      <a:pt x="434" y="311"/>
                      <a:pt x="434" y="311"/>
                      <a:pt x="434" y="341"/>
                    </a:cubicBezTo>
                    <a:lnTo>
                      <a:pt x="434" y="341"/>
                    </a:lnTo>
                    <a:cubicBezTo>
                      <a:pt x="434" y="341"/>
                      <a:pt x="434" y="341"/>
                      <a:pt x="434" y="372"/>
                    </a:cubicBezTo>
                    <a:cubicBezTo>
                      <a:pt x="464" y="372"/>
                      <a:pt x="464" y="372"/>
                      <a:pt x="464" y="372"/>
                    </a:cubicBezTo>
                    <a:cubicBezTo>
                      <a:pt x="464" y="404"/>
                      <a:pt x="464" y="404"/>
                      <a:pt x="464" y="404"/>
                    </a:cubicBezTo>
                    <a:cubicBezTo>
                      <a:pt x="464" y="404"/>
                      <a:pt x="464" y="404"/>
                      <a:pt x="496" y="404"/>
                    </a:cubicBezTo>
                    <a:lnTo>
                      <a:pt x="496" y="404"/>
                    </a:lnTo>
                    <a:lnTo>
                      <a:pt x="496" y="404"/>
                    </a:lnTo>
                    <a:lnTo>
                      <a:pt x="496" y="404"/>
                    </a:lnTo>
                    <a:cubicBezTo>
                      <a:pt x="496" y="404"/>
                      <a:pt x="496" y="404"/>
                      <a:pt x="527" y="372"/>
                    </a:cubicBezTo>
                    <a:lnTo>
                      <a:pt x="527" y="372"/>
                    </a:lnTo>
                    <a:lnTo>
                      <a:pt x="527" y="372"/>
                    </a:lnTo>
                    <a:lnTo>
                      <a:pt x="527" y="372"/>
                    </a:lnTo>
                    <a:lnTo>
                      <a:pt x="527" y="372"/>
                    </a:lnTo>
                    <a:lnTo>
                      <a:pt x="527" y="372"/>
                    </a:lnTo>
                    <a:lnTo>
                      <a:pt x="527" y="372"/>
                    </a:lnTo>
                    <a:lnTo>
                      <a:pt x="558" y="372"/>
                    </a:lnTo>
                    <a:lnTo>
                      <a:pt x="558" y="372"/>
                    </a:lnTo>
                    <a:lnTo>
                      <a:pt x="558" y="372"/>
                    </a:lnTo>
                    <a:lnTo>
                      <a:pt x="558" y="372"/>
                    </a:lnTo>
                    <a:lnTo>
                      <a:pt x="588" y="372"/>
                    </a:lnTo>
                    <a:lnTo>
                      <a:pt x="588" y="341"/>
                    </a:lnTo>
                    <a:cubicBezTo>
                      <a:pt x="588" y="341"/>
                      <a:pt x="588" y="341"/>
                      <a:pt x="588" y="311"/>
                    </a:cubicBezTo>
                    <a:cubicBezTo>
                      <a:pt x="620" y="311"/>
                      <a:pt x="620" y="280"/>
                      <a:pt x="651" y="280"/>
                    </a:cubicBezTo>
                    <a:lnTo>
                      <a:pt x="651" y="280"/>
                    </a:lnTo>
                    <a:lnTo>
                      <a:pt x="651" y="280"/>
                    </a:lnTo>
                    <a:lnTo>
                      <a:pt x="651" y="280"/>
                    </a:lnTo>
                    <a:lnTo>
                      <a:pt x="651" y="280"/>
                    </a:lnTo>
                    <a:lnTo>
                      <a:pt x="651" y="280"/>
                    </a:lnTo>
                    <a:lnTo>
                      <a:pt x="651" y="280"/>
                    </a:lnTo>
                    <a:lnTo>
                      <a:pt x="651" y="280"/>
                    </a:lnTo>
                    <a:cubicBezTo>
                      <a:pt x="651" y="280"/>
                      <a:pt x="651" y="248"/>
                      <a:pt x="620" y="248"/>
                    </a:cubicBezTo>
                    <a:cubicBezTo>
                      <a:pt x="620" y="248"/>
                      <a:pt x="620" y="248"/>
                      <a:pt x="588" y="248"/>
                    </a:cubicBezTo>
                    <a:lnTo>
                      <a:pt x="588" y="248"/>
                    </a:lnTo>
                    <a:cubicBezTo>
                      <a:pt x="588" y="217"/>
                      <a:pt x="558" y="217"/>
                      <a:pt x="558" y="217"/>
                    </a:cubicBezTo>
                    <a:cubicBezTo>
                      <a:pt x="558" y="187"/>
                      <a:pt x="558" y="187"/>
                      <a:pt x="527" y="187"/>
                    </a:cubicBezTo>
                    <a:lnTo>
                      <a:pt x="527" y="187"/>
                    </a:lnTo>
                    <a:lnTo>
                      <a:pt x="527" y="187"/>
                    </a:lnTo>
                    <a:cubicBezTo>
                      <a:pt x="527" y="187"/>
                      <a:pt x="527" y="187"/>
                      <a:pt x="496" y="187"/>
                    </a:cubicBezTo>
                    <a:cubicBezTo>
                      <a:pt x="496" y="187"/>
                      <a:pt x="496" y="187"/>
                      <a:pt x="496" y="156"/>
                    </a:cubicBezTo>
                    <a:lnTo>
                      <a:pt x="496" y="156"/>
                    </a:lnTo>
                    <a:cubicBezTo>
                      <a:pt x="464" y="156"/>
                      <a:pt x="464" y="156"/>
                      <a:pt x="464" y="124"/>
                    </a:cubicBezTo>
                    <a:lnTo>
                      <a:pt x="464" y="124"/>
                    </a:lnTo>
                    <a:lnTo>
                      <a:pt x="464" y="124"/>
                    </a:lnTo>
                    <a:cubicBezTo>
                      <a:pt x="434" y="93"/>
                      <a:pt x="434" y="93"/>
                      <a:pt x="434" y="93"/>
                    </a:cubicBezTo>
                    <a:lnTo>
                      <a:pt x="434" y="93"/>
                    </a:lnTo>
                    <a:lnTo>
                      <a:pt x="434" y="93"/>
                    </a:lnTo>
                    <a:lnTo>
                      <a:pt x="403" y="93"/>
                    </a:lnTo>
                    <a:cubicBezTo>
                      <a:pt x="403" y="93"/>
                      <a:pt x="403" y="93"/>
                      <a:pt x="372" y="93"/>
                    </a:cubicBezTo>
                    <a:lnTo>
                      <a:pt x="372" y="93"/>
                    </a:lnTo>
                    <a:lnTo>
                      <a:pt x="372" y="93"/>
                    </a:lnTo>
                    <a:lnTo>
                      <a:pt x="340" y="63"/>
                    </a:lnTo>
                    <a:lnTo>
                      <a:pt x="340" y="63"/>
                    </a:lnTo>
                    <a:lnTo>
                      <a:pt x="340" y="32"/>
                    </a:lnTo>
                    <a:lnTo>
                      <a:pt x="340" y="32"/>
                    </a:lnTo>
                    <a:cubicBezTo>
                      <a:pt x="340" y="32"/>
                      <a:pt x="340" y="32"/>
                      <a:pt x="340" y="0"/>
                    </a:cubicBezTo>
                    <a:lnTo>
                      <a:pt x="340" y="0"/>
                    </a:lnTo>
                    <a:lnTo>
                      <a:pt x="340" y="0"/>
                    </a:lnTo>
                    <a:lnTo>
                      <a:pt x="340" y="0"/>
                    </a:lnTo>
                    <a:lnTo>
                      <a:pt x="340" y="0"/>
                    </a:lnTo>
                    <a:cubicBezTo>
                      <a:pt x="340" y="0"/>
                      <a:pt x="340" y="0"/>
                      <a:pt x="310" y="0"/>
                    </a:cubicBezTo>
                    <a:cubicBezTo>
                      <a:pt x="310" y="0"/>
                      <a:pt x="310" y="0"/>
                      <a:pt x="279" y="0"/>
                    </a:cubicBezTo>
                    <a:lnTo>
                      <a:pt x="279" y="0"/>
                    </a:lnTo>
                    <a:lnTo>
                      <a:pt x="279" y="0"/>
                    </a:lnTo>
                    <a:cubicBezTo>
                      <a:pt x="279" y="0"/>
                      <a:pt x="279" y="0"/>
                      <a:pt x="248" y="0"/>
                    </a:cubicBezTo>
                    <a:lnTo>
                      <a:pt x="248" y="0"/>
                    </a:lnTo>
                    <a:cubicBezTo>
                      <a:pt x="248" y="32"/>
                      <a:pt x="248" y="32"/>
                      <a:pt x="248" y="32"/>
                    </a:cubicBezTo>
                    <a:lnTo>
                      <a:pt x="216" y="32"/>
                    </a:lnTo>
                    <a:lnTo>
                      <a:pt x="216" y="32"/>
                    </a:lnTo>
                    <a:cubicBezTo>
                      <a:pt x="216" y="32"/>
                      <a:pt x="216" y="63"/>
                      <a:pt x="216" y="93"/>
                    </a:cubicBezTo>
                    <a:lnTo>
                      <a:pt x="216" y="93"/>
                    </a:lnTo>
                    <a:cubicBezTo>
                      <a:pt x="186" y="93"/>
                      <a:pt x="186" y="93"/>
                      <a:pt x="186" y="93"/>
                    </a:cubicBezTo>
                    <a:lnTo>
                      <a:pt x="186" y="93"/>
                    </a:lnTo>
                    <a:lnTo>
                      <a:pt x="186" y="93"/>
                    </a:lnTo>
                    <a:cubicBezTo>
                      <a:pt x="186" y="93"/>
                      <a:pt x="186" y="93"/>
                      <a:pt x="155" y="93"/>
                    </a:cubicBezTo>
                    <a:cubicBezTo>
                      <a:pt x="155" y="93"/>
                      <a:pt x="155" y="93"/>
                      <a:pt x="124" y="93"/>
                    </a:cubicBezTo>
                    <a:lnTo>
                      <a:pt x="124" y="93"/>
                    </a:lnTo>
                    <a:lnTo>
                      <a:pt x="124" y="93"/>
                    </a:lnTo>
                    <a:lnTo>
                      <a:pt x="124" y="93"/>
                    </a:lnTo>
                    <a:cubicBezTo>
                      <a:pt x="124" y="93"/>
                      <a:pt x="92" y="93"/>
                      <a:pt x="92" y="63"/>
                    </a:cubicBezTo>
                    <a:cubicBezTo>
                      <a:pt x="92" y="93"/>
                      <a:pt x="62" y="93"/>
                      <a:pt x="62" y="93"/>
                    </a:cubicBezTo>
                    <a:lnTo>
                      <a:pt x="62" y="93"/>
                    </a:lnTo>
                    <a:cubicBezTo>
                      <a:pt x="62" y="93"/>
                      <a:pt x="62" y="124"/>
                      <a:pt x="31" y="124"/>
                    </a:cubicBezTo>
                    <a:cubicBezTo>
                      <a:pt x="31" y="124"/>
                      <a:pt x="31" y="124"/>
                      <a:pt x="0" y="124"/>
                    </a:cubicBezTo>
                    <a:lnTo>
                      <a:pt x="0" y="124"/>
                    </a:lnTo>
                    <a:lnTo>
                      <a:pt x="0" y="124"/>
                    </a:lnTo>
                    <a:lnTo>
                      <a:pt x="0" y="124"/>
                    </a:lnTo>
                    <a:lnTo>
                      <a:pt x="0" y="124"/>
                    </a:lnTo>
                    <a:cubicBezTo>
                      <a:pt x="31" y="124"/>
                      <a:pt x="31" y="156"/>
                      <a:pt x="31" y="156"/>
                    </a:cubicBezTo>
                    <a:lnTo>
                      <a:pt x="31" y="156"/>
                    </a:lnTo>
                    <a:cubicBezTo>
                      <a:pt x="31" y="187"/>
                      <a:pt x="31" y="187"/>
                      <a:pt x="62" y="21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19" name="Freeform 68">
                <a:extLst>
                  <a:ext uri="{FF2B5EF4-FFF2-40B4-BE49-F238E27FC236}">
                    <a16:creationId xmlns:a16="http://schemas.microsoft.com/office/drawing/2014/main" id="{C4230CB3-C630-2BC9-D24A-613B7BEE3EAD}"/>
                  </a:ext>
                </a:extLst>
              </p:cNvPr>
              <p:cNvSpPr>
                <a:spLocks noChangeArrowheads="1"/>
              </p:cNvSpPr>
              <p:nvPr/>
            </p:nvSpPr>
            <p:spPr bwMode="auto">
              <a:xfrm>
                <a:off x="4873625" y="1768475"/>
                <a:ext cx="212725" cy="190500"/>
              </a:xfrm>
              <a:custGeom>
                <a:avLst/>
                <a:gdLst>
                  <a:gd name="T0" fmla="*/ 589 w 590"/>
                  <a:gd name="T1" fmla="*/ 187 h 529"/>
                  <a:gd name="T2" fmla="*/ 589 w 590"/>
                  <a:gd name="T3" fmla="*/ 187 h 529"/>
                  <a:gd name="T4" fmla="*/ 557 w 590"/>
                  <a:gd name="T5" fmla="*/ 156 h 529"/>
                  <a:gd name="T6" fmla="*/ 557 w 590"/>
                  <a:gd name="T7" fmla="*/ 93 h 529"/>
                  <a:gd name="T8" fmla="*/ 557 w 590"/>
                  <a:gd name="T9" fmla="*/ 63 h 529"/>
                  <a:gd name="T10" fmla="*/ 557 w 590"/>
                  <a:gd name="T11" fmla="*/ 32 h 529"/>
                  <a:gd name="T12" fmla="*/ 557 w 590"/>
                  <a:gd name="T13" fmla="*/ 32 h 529"/>
                  <a:gd name="T14" fmla="*/ 527 w 590"/>
                  <a:gd name="T15" fmla="*/ 63 h 529"/>
                  <a:gd name="T16" fmla="*/ 496 w 590"/>
                  <a:gd name="T17" fmla="*/ 93 h 529"/>
                  <a:gd name="T18" fmla="*/ 433 w 590"/>
                  <a:gd name="T19" fmla="*/ 93 h 529"/>
                  <a:gd name="T20" fmla="*/ 403 w 590"/>
                  <a:gd name="T21" fmla="*/ 124 h 529"/>
                  <a:gd name="T22" fmla="*/ 372 w 590"/>
                  <a:gd name="T23" fmla="*/ 93 h 529"/>
                  <a:gd name="T24" fmla="*/ 309 w 590"/>
                  <a:gd name="T25" fmla="*/ 93 h 529"/>
                  <a:gd name="T26" fmla="*/ 279 w 590"/>
                  <a:gd name="T27" fmla="*/ 93 h 529"/>
                  <a:gd name="T28" fmla="*/ 248 w 590"/>
                  <a:gd name="T29" fmla="*/ 93 h 529"/>
                  <a:gd name="T30" fmla="*/ 248 w 590"/>
                  <a:gd name="T31" fmla="*/ 124 h 529"/>
                  <a:gd name="T32" fmla="*/ 248 w 590"/>
                  <a:gd name="T33" fmla="*/ 124 h 529"/>
                  <a:gd name="T34" fmla="*/ 217 w 590"/>
                  <a:gd name="T35" fmla="*/ 156 h 529"/>
                  <a:gd name="T36" fmla="*/ 155 w 590"/>
                  <a:gd name="T37" fmla="*/ 187 h 529"/>
                  <a:gd name="T38" fmla="*/ 124 w 590"/>
                  <a:gd name="T39" fmla="*/ 217 h 529"/>
                  <a:gd name="T40" fmla="*/ 93 w 590"/>
                  <a:gd name="T41" fmla="*/ 217 h 529"/>
                  <a:gd name="T42" fmla="*/ 61 w 590"/>
                  <a:gd name="T43" fmla="*/ 187 h 529"/>
                  <a:gd name="T44" fmla="*/ 31 w 590"/>
                  <a:gd name="T45" fmla="*/ 187 h 529"/>
                  <a:gd name="T46" fmla="*/ 31 w 590"/>
                  <a:gd name="T47" fmla="*/ 217 h 529"/>
                  <a:gd name="T48" fmla="*/ 31 w 590"/>
                  <a:gd name="T49" fmla="*/ 280 h 529"/>
                  <a:gd name="T50" fmla="*/ 31 w 590"/>
                  <a:gd name="T51" fmla="*/ 280 h 529"/>
                  <a:gd name="T52" fmla="*/ 31 w 590"/>
                  <a:gd name="T53" fmla="*/ 311 h 529"/>
                  <a:gd name="T54" fmla="*/ 31 w 590"/>
                  <a:gd name="T55" fmla="*/ 311 h 529"/>
                  <a:gd name="T56" fmla="*/ 31 w 590"/>
                  <a:gd name="T57" fmla="*/ 372 h 529"/>
                  <a:gd name="T58" fmla="*/ 31 w 590"/>
                  <a:gd name="T59" fmla="*/ 404 h 529"/>
                  <a:gd name="T60" fmla="*/ 61 w 590"/>
                  <a:gd name="T61" fmla="*/ 435 h 529"/>
                  <a:gd name="T62" fmla="*/ 31 w 590"/>
                  <a:gd name="T63" fmla="*/ 528 h 529"/>
                  <a:gd name="T64" fmla="*/ 93 w 590"/>
                  <a:gd name="T65" fmla="*/ 528 h 529"/>
                  <a:gd name="T66" fmla="*/ 93 w 590"/>
                  <a:gd name="T67" fmla="*/ 528 h 529"/>
                  <a:gd name="T68" fmla="*/ 185 w 590"/>
                  <a:gd name="T69" fmla="*/ 528 h 529"/>
                  <a:gd name="T70" fmla="*/ 217 w 590"/>
                  <a:gd name="T71" fmla="*/ 528 h 529"/>
                  <a:gd name="T72" fmla="*/ 248 w 590"/>
                  <a:gd name="T73" fmla="*/ 528 h 529"/>
                  <a:gd name="T74" fmla="*/ 279 w 590"/>
                  <a:gd name="T75" fmla="*/ 528 h 529"/>
                  <a:gd name="T76" fmla="*/ 341 w 590"/>
                  <a:gd name="T77" fmla="*/ 435 h 529"/>
                  <a:gd name="T78" fmla="*/ 372 w 590"/>
                  <a:gd name="T79" fmla="*/ 435 h 529"/>
                  <a:gd name="T80" fmla="*/ 372 w 590"/>
                  <a:gd name="T81" fmla="*/ 404 h 529"/>
                  <a:gd name="T82" fmla="*/ 433 w 590"/>
                  <a:gd name="T83" fmla="*/ 404 h 529"/>
                  <a:gd name="T84" fmla="*/ 433 w 590"/>
                  <a:gd name="T85" fmla="*/ 404 h 529"/>
                  <a:gd name="T86" fmla="*/ 464 w 590"/>
                  <a:gd name="T87" fmla="*/ 372 h 529"/>
                  <a:gd name="T88" fmla="*/ 496 w 590"/>
                  <a:gd name="T89" fmla="*/ 311 h 529"/>
                  <a:gd name="T90" fmla="*/ 496 w 590"/>
                  <a:gd name="T91" fmla="*/ 311 h 529"/>
                  <a:gd name="T92" fmla="*/ 527 w 590"/>
                  <a:gd name="T93" fmla="*/ 248 h 529"/>
                  <a:gd name="T94" fmla="*/ 527 w 590"/>
                  <a:gd name="T95" fmla="*/ 217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90" h="529">
                    <a:moveTo>
                      <a:pt x="589" y="187"/>
                    </a:moveTo>
                    <a:lnTo>
                      <a:pt x="589" y="187"/>
                    </a:lnTo>
                    <a:lnTo>
                      <a:pt x="589" y="187"/>
                    </a:lnTo>
                    <a:lnTo>
                      <a:pt x="589" y="187"/>
                    </a:lnTo>
                    <a:lnTo>
                      <a:pt x="589" y="187"/>
                    </a:lnTo>
                    <a:lnTo>
                      <a:pt x="589" y="187"/>
                    </a:lnTo>
                    <a:lnTo>
                      <a:pt x="557" y="187"/>
                    </a:lnTo>
                    <a:lnTo>
                      <a:pt x="557" y="156"/>
                    </a:lnTo>
                    <a:lnTo>
                      <a:pt x="557" y="156"/>
                    </a:lnTo>
                    <a:lnTo>
                      <a:pt x="557" y="156"/>
                    </a:lnTo>
                    <a:cubicBezTo>
                      <a:pt x="557" y="124"/>
                      <a:pt x="557" y="124"/>
                      <a:pt x="557" y="124"/>
                    </a:cubicBezTo>
                    <a:cubicBezTo>
                      <a:pt x="557" y="124"/>
                      <a:pt x="557" y="124"/>
                      <a:pt x="557" y="93"/>
                    </a:cubicBezTo>
                    <a:lnTo>
                      <a:pt x="557" y="93"/>
                    </a:lnTo>
                    <a:lnTo>
                      <a:pt x="557" y="93"/>
                    </a:lnTo>
                    <a:lnTo>
                      <a:pt x="557" y="63"/>
                    </a:lnTo>
                    <a:lnTo>
                      <a:pt x="557" y="63"/>
                    </a:lnTo>
                    <a:cubicBezTo>
                      <a:pt x="557" y="63"/>
                      <a:pt x="557" y="63"/>
                      <a:pt x="557" y="32"/>
                    </a:cubicBezTo>
                    <a:lnTo>
                      <a:pt x="557" y="32"/>
                    </a:lnTo>
                    <a:lnTo>
                      <a:pt x="557" y="32"/>
                    </a:lnTo>
                    <a:cubicBezTo>
                      <a:pt x="557" y="0"/>
                      <a:pt x="557" y="0"/>
                      <a:pt x="557" y="0"/>
                    </a:cubicBezTo>
                    <a:cubicBezTo>
                      <a:pt x="557" y="32"/>
                      <a:pt x="557" y="32"/>
                      <a:pt x="557" y="32"/>
                    </a:cubicBezTo>
                    <a:lnTo>
                      <a:pt x="557" y="32"/>
                    </a:lnTo>
                    <a:lnTo>
                      <a:pt x="527" y="63"/>
                    </a:lnTo>
                    <a:lnTo>
                      <a:pt x="527" y="63"/>
                    </a:lnTo>
                    <a:lnTo>
                      <a:pt x="496" y="63"/>
                    </a:lnTo>
                    <a:lnTo>
                      <a:pt x="496" y="63"/>
                    </a:lnTo>
                    <a:lnTo>
                      <a:pt x="496" y="93"/>
                    </a:lnTo>
                    <a:cubicBezTo>
                      <a:pt x="496" y="93"/>
                      <a:pt x="496" y="93"/>
                      <a:pt x="464" y="93"/>
                    </a:cubicBezTo>
                    <a:lnTo>
                      <a:pt x="464" y="93"/>
                    </a:lnTo>
                    <a:cubicBezTo>
                      <a:pt x="464" y="93"/>
                      <a:pt x="464" y="93"/>
                      <a:pt x="433" y="93"/>
                    </a:cubicBezTo>
                    <a:lnTo>
                      <a:pt x="433" y="93"/>
                    </a:lnTo>
                    <a:lnTo>
                      <a:pt x="433" y="93"/>
                    </a:lnTo>
                    <a:cubicBezTo>
                      <a:pt x="403" y="93"/>
                      <a:pt x="403" y="124"/>
                      <a:pt x="403" y="124"/>
                    </a:cubicBezTo>
                    <a:lnTo>
                      <a:pt x="403" y="124"/>
                    </a:lnTo>
                    <a:lnTo>
                      <a:pt x="403" y="124"/>
                    </a:lnTo>
                    <a:lnTo>
                      <a:pt x="372" y="93"/>
                    </a:lnTo>
                    <a:lnTo>
                      <a:pt x="372" y="93"/>
                    </a:lnTo>
                    <a:lnTo>
                      <a:pt x="341" y="93"/>
                    </a:lnTo>
                    <a:cubicBezTo>
                      <a:pt x="309" y="93"/>
                      <a:pt x="309" y="93"/>
                      <a:pt x="309" y="93"/>
                    </a:cubicBezTo>
                    <a:lnTo>
                      <a:pt x="309" y="93"/>
                    </a:lnTo>
                    <a:cubicBezTo>
                      <a:pt x="309" y="93"/>
                      <a:pt x="279" y="93"/>
                      <a:pt x="279" y="63"/>
                    </a:cubicBezTo>
                    <a:cubicBezTo>
                      <a:pt x="279" y="93"/>
                      <a:pt x="279" y="93"/>
                      <a:pt x="279" y="93"/>
                    </a:cubicBezTo>
                    <a:lnTo>
                      <a:pt x="279" y="93"/>
                    </a:lnTo>
                    <a:lnTo>
                      <a:pt x="248" y="93"/>
                    </a:lnTo>
                    <a:lnTo>
                      <a:pt x="248" y="93"/>
                    </a:lnTo>
                    <a:lnTo>
                      <a:pt x="248" y="93"/>
                    </a:lnTo>
                    <a:lnTo>
                      <a:pt x="248" y="93"/>
                    </a:lnTo>
                    <a:lnTo>
                      <a:pt x="248" y="124"/>
                    </a:lnTo>
                    <a:lnTo>
                      <a:pt x="248" y="124"/>
                    </a:lnTo>
                    <a:lnTo>
                      <a:pt x="248" y="124"/>
                    </a:lnTo>
                    <a:lnTo>
                      <a:pt x="248" y="124"/>
                    </a:lnTo>
                    <a:lnTo>
                      <a:pt x="217" y="156"/>
                    </a:lnTo>
                    <a:lnTo>
                      <a:pt x="217" y="156"/>
                    </a:lnTo>
                    <a:lnTo>
                      <a:pt x="217" y="156"/>
                    </a:lnTo>
                    <a:lnTo>
                      <a:pt x="185" y="156"/>
                    </a:lnTo>
                    <a:lnTo>
                      <a:pt x="185" y="156"/>
                    </a:lnTo>
                    <a:cubicBezTo>
                      <a:pt x="185" y="187"/>
                      <a:pt x="155" y="187"/>
                      <a:pt x="155" y="187"/>
                    </a:cubicBezTo>
                    <a:lnTo>
                      <a:pt x="155" y="187"/>
                    </a:lnTo>
                    <a:lnTo>
                      <a:pt x="155" y="187"/>
                    </a:lnTo>
                    <a:cubicBezTo>
                      <a:pt x="155" y="217"/>
                      <a:pt x="124" y="217"/>
                      <a:pt x="124" y="217"/>
                    </a:cubicBezTo>
                    <a:lnTo>
                      <a:pt x="124" y="217"/>
                    </a:lnTo>
                    <a:lnTo>
                      <a:pt x="124" y="217"/>
                    </a:lnTo>
                    <a:cubicBezTo>
                      <a:pt x="93" y="217"/>
                      <a:pt x="93" y="217"/>
                      <a:pt x="93" y="217"/>
                    </a:cubicBezTo>
                    <a:lnTo>
                      <a:pt x="93" y="217"/>
                    </a:lnTo>
                    <a:lnTo>
                      <a:pt x="93" y="217"/>
                    </a:lnTo>
                    <a:cubicBezTo>
                      <a:pt x="61" y="217"/>
                      <a:pt x="61" y="217"/>
                      <a:pt x="61" y="187"/>
                    </a:cubicBezTo>
                    <a:cubicBezTo>
                      <a:pt x="61" y="187"/>
                      <a:pt x="61" y="187"/>
                      <a:pt x="31" y="187"/>
                    </a:cubicBezTo>
                    <a:lnTo>
                      <a:pt x="31" y="187"/>
                    </a:lnTo>
                    <a:lnTo>
                      <a:pt x="31" y="187"/>
                    </a:lnTo>
                    <a:lnTo>
                      <a:pt x="31" y="187"/>
                    </a:lnTo>
                    <a:cubicBezTo>
                      <a:pt x="31" y="217"/>
                      <a:pt x="31" y="217"/>
                      <a:pt x="31" y="217"/>
                    </a:cubicBezTo>
                    <a:lnTo>
                      <a:pt x="31" y="217"/>
                    </a:lnTo>
                    <a:lnTo>
                      <a:pt x="31" y="217"/>
                    </a:lnTo>
                    <a:lnTo>
                      <a:pt x="31" y="217"/>
                    </a:lnTo>
                    <a:cubicBezTo>
                      <a:pt x="31" y="248"/>
                      <a:pt x="31" y="248"/>
                      <a:pt x="31" y="280"/>
                    </a:cubicBezTo>
                    <a:lnTo>
                      <a:pt x="31" y="280"/>
                    </a:lnTo>
                    <a:lnTo>
                      <a:pt x="31" y="280"/>
                    </a:lnTo>
                    <a:lnTo>
                      <a:pt x="31" y="280"/>
                    </a:lnTo>
                    <a:lnTo>
                      <a:pt x="31" y="280"/>
                    </a:lnTo>
                    <a:lnTo>
                      <a:pt x="31" y="280"/>
                    </a:lnTo>
                    <a:cubicBezTo>
                      <a:pt x="31" y="311"/>
                      <a:pt x="31" y="311"/>
                      <a:pt x="31" y="311"/>
                    </a:cubicBezTo>
                    <a:lnTo>
                      <a:pt x="31" y="311"/>
                    </a:lnTo>
                    <a:lnTo>
                      <a:pt x="31" y="311"/>
                    </a:lnTo>
                    <a:lnTo>
                      <a:pt x="31" y="311"/>
                    </a:lnTo>
                    <a:lnTo>
                      <a:pt x="31" y="311"/>
                    </a:lnTo>
                    <a:cubicBezTo>
                      <a:pt x="0" y="341"/>
                      <a:pt x="0" y="341"/>
                      <a:pt x="0" y="341"/>
                    </a:cubicBezTo>
                    <a:cubicBezTo>
                      <a:pt x="31" y="341"/>
                      <a:pt x="31" y="372"/>
                      <a:pt x="31" y="372"/>
                    </a:cubicBezTo>
                    <a:lnTo>
                      <a:pt x="31" y="372"/>
                    </a:lnTo>
                    <a:lnTo>
                      <a:pt x="31" y="404"/>
                    </a:lnTo>
                    <a:lnTo>
                      <a:pt x="31" y="404"/>
                    </a:lnTo>
                    <a:lnTo>
                      <a:pt x="31" y="404"/>
                    </a:lnTo>
                    <a:cubicBezTo>
                      <a:pt x="61" y="404"/>
                      <a:pt x="61" y="404"/>
                      <a:pt x="61" y="435"/>
                    </a:cubicBezTo>
                    <a:lnTo>
                      <a:pt x="61" y="435"/>
                    </a:lnTo>
                    <a:lnTo>
                      <a:pt x="93" y="465"/>
                    </a:lnTo>
                    <a:cubicBezTo>
                      <a:pt x="93" y="496"/>
                      <a:pt x="93" y="496"/>
                      <a:pt x="61" y="496"/>
                    </a:cubicBezTo>
                    <a:cubicBezTo>
                      <a:pt x="61" y="496"/>
                      <a:pt x="61" y="528"/>
                      <a:pt x="31" y="528"/>
                    </a:cubicBezTo>
                    <a:cubicBezTo>
                      <a:pt x="61" y="528"/>
                      <a:pt x="61" y="528"/>
                      <a:pt x="61" y="528"/>
                    </a:cubicBezTo>
                    <a:lnTo>
                      <a:pt x="93" y="528"/>
                    </a:lnTo>
                    <a:lnTo>
                      <a:pt x="93" y="528"/>
                    </a:lnTo>
                    <a:lnTo>
                      <a:pt x="93" y="528"/>
                    </a:lnTo>
                    <a:lnTo>
                      <a:pt x="93" y="528"/>
                    </a:lnTo>
                    <a:lnTo>
                      <a:pt x="93" y="528"/>
                    </a:lnTo>
                    <a:cubicBezTo>
                      <a:pt x="124" y="528"/>
                      <a:pt x="155" y="528"/>
                      <a:pt x="155" y="528"/>
                    </a:cubicBezTo>
                    <a:lnTo>
                      <a:pt x="155" y="528"/>
                    </a:lnTo>
                    <a:cubicBezTo>
                      <a:pt x="185" y="528"/>
                      <a:pt x="185" y="528"/>
                      <a:pt x="185" y="528"/>
                    </a:cubicBezTo>
                    <a:lnTo>
                      <a:pt x="185" y="528"/>
                    </a:lnTo>
                    <a:cubicBezTo>
                      <a:pt x="185" y="528"/>
                      <a:pt x="185" y="528"/>
                      <a:pt x="217" y="528"/>
                    </a:cubicBezTo>
                    <a:lnTo>
                      <a:pt x="217" y="528"/>
                    </a:lnTo>
                    <a:lnTo>
                      <a:pt x="217" y="528"/>
                    </a:lnTo>
                    <a:lnTo>
                      <a:pt x="217" y="528"/>
                    </a:lnTo>
                    <a:lnTo>
                      <a:pt x="248" y="528"/>
                    </a:lnTo>
                    <a:lnTo>
                      <a:pt x="279" y="528"/>
                    </a:lnTo>
                    <a:lnTo>
                      <a:pt x="279" y="528"/>
                    </a:lnTo>
                    <a:lnTo>
                      <a:pt x="279" y="528"/>
                    </a:lnTo>
                    <a:cubicBezTo>
                      <a:pt x="279" y="496"/>
                      <a:pt x="279" y="496"/>
                      <a:pt x="279" y="496"/>
                    </a:cubicBezTo>
                    <a:cubicBezTo>
                      <a:pt x="279" y="496"/>
                      <a:pt x="279" y="465"/>
                      <a:pt x="309" y="435"/>
                    </a:cubicBezTo>
                    <a:lnTo>
                      <a:pt x="341" y="435"/>
                    </a:lnTo>
                    <a:lnTo>
                      <a:pt x="341" y="435"/>
                    </a:lnTo>
                    <a:lnTo>
                      <a:pt x="341" y="435"/>
                    </a:lnTo>
                    <a:cubicBezTo>
                      <a:pt x="341" y="435"/>
                      <a:pt x="341" y="435"/>
                      <a:pt x="372" y="435"/>
                    </a:cubicBezTo>
                    <a:lnTo>
                      <a:pt x="372" y="435"/>
                    </a:lnTo>
                    <a:cubicBezTo>
                      <a:pt x="372" y="435"/>
                      <a:pt x="372" y="435"/>
                      <a:pt x="372" y="404"/>
                    </a:cubicBezTo>
                    <a:lnTo>
                      <a:pt x="372" y="404"/>
                    </a:lnTo>
                    <a:cubicBezTo>
                      <a:pt x="403" y="404"/>
                      <a:pt x="403" y="372"/>
                      <a:pt x="403" y="372"/>
                    </a:cubicBezTo>
                    <a:cubicBezTo>
                      <a:pt x="433" y="372"/>
                      <a:pt x="433" y="372"/>
                      <a:pt x="433" y="404"/>
                    </a:cubicBezTo>
                    <a:lnTo>
                      <a:pt x="433" y="404"/>
                    </a:lnTo>
                    <a:lnTo>
                      <a:pt x="433" y="404"/>
                    </a:lnTo>
                    <a:lnTo>
                      <a:pt x="433" y="404"/>
                    </a:lnTo>
                    <a:lnTo>
                      <a:pt x="433" y="404"/>
                    </a:lnTo>
                    <a:lnTo>
                      <a:pt x="464" y="404"/>
                    </a:lnTo>
                    <a:lnTo>
                      <a:pt x="464" y="372"/>
                    </a:lnTo>
                    <a:lnTo>
                      <a:pt x="464" y="372"/>
                    </a:lnTo>
                    <a:cubicBezTo>
                      <a:pt x="433" y="372"/>
                      <a:pt x="433" y="372"/>
                      <a:pt x="433" y="372"/>
                    </a:cubicBezTo>
                    <a:cubicBezTo>
                      <a:pt x="433" y="341"/>
                      <a:pt x="464" y="341"/>
                      <a:pt x="464" y="341"/>
                    </a:cubicBezTo>
                    <a:cubicBezTo>
                      <a:pt x="464" y="311"/>
                      <a:pt x="496" y="311"/>
                      <a:pt x="496" y="311"/>
                    </a:cubicBezTo>
                    <a:lnTo>
                      <a:pt x="496" y="311"/>
                    </a:lnTo>
                    <a:lnTo>
                      <a:pt x="496" y="311"/>
                    </a:lnTo>
                    <a:lnTo>
                      <a:pt x="496" y="311"/>
                    </a:lnTo>
                    <a:cubicBezTo>
                      <a:pt x="496" y="280"/>
                      <a:pt x="496" y="280"/>
                      <a:pt x="496" y="280"/>
                    </a:cubicBezTo>
                    <a:lnTo>
                      <a:pt x="496" y="248"/>
                    </a:lnTo>
                    <a:lnTo>
                      <a:pt x="527" y="248"/>
                    </a:lnTo>
                    <a:lnTo>
                      <a:pt x="527" y="248"/>
                    </a:lnTo>
                    <a:lnTo>
                      <a:pt x="527" y="248"/>
                    </a:lnTo>
                    <a:cubicBezTo>
                      <a:pt x="527" y="217"/>
                      <a:pt x="527" y="217"/>
                      <a:pt x="527" y="217"/>
                    </a:cubicBezTo>
                    <a:cubicBezTo>
                      <a:pt x="557" y="217"/>
                      <a:pt x="557" y="187"/>
                      <a:pt x="557" y="187"/>
                    </a:cubicBezTo>
                    <a:cubicBezTo>
                      <a:pt x="557" y="187"/>
                      <a:pt x="557" y="187"/>
                      <a:pt x="589" y="18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20" name="Freeform 69">
                <a:extLst>
                  <a:ext uri="{FF2B5EF4-FFF2-40B4-BE49-F238E27FC236}">
                    <a16:creationId xmlns:a16="http://schemas.microsoft.com/office/drawing/2014/main" id="{3B8CDFBC-A1EB-BE2E-B101-01B5DA184F58}"/>
                  </a:ext>
                </a:extLst>
              </p:cNvPr>
              <p:cNvSpPr>
                <a:spLocks noChangeArrowheads="1"/>
              </p:cNvSpPr>
              <p:nvPr/>
            </p:nvSpPr>
            <p:spPr bwMode="auto">
              <a:xfrm>
                <a:off x="4784725" y="1612900"/>
                <a:ext cx="234950" cy="155575"/>
              </a:xfrm>
              <a:custGeom>
                <a:avLst/>
                <a:gdLst>
                  <a:gd name="T0" fmla="*/ 124 w 652"/>
                  <a:gd name="T1" fmla="*/ 0 h 434"/>
                  <a:gd name="T2" fmla="*/ 124 w 652"/>
                  <a:gd name="T3" fmla="*/ 0 h 434"/>
                  <a:gd name="T4" fmla="*/ 0 w 652"/>
                  <a:gd name="T5" fmla="*/ 217 h 434"/>
                  <a:gd name="T6" fmla="*/ 31 w 652"/>
                  <a:gd name="T7" fmla="*/ 217 h 434"/>
                  <a:gd name="T8" fmla="*/ 31 w 652"/>
                  <a:gd name="T9" fmla="*/ 185 h 434"/>
                  <a:gd name="T10" fmla="*/ 61 w 652"/>
                  <a:gd name="T11" fmla="*/ 154 h 434"/>
                  <a:gd name="T12" fmla="*/ 61 w 652"/>
                  <a:gd name="T13" fmla="*/ 154 h 434"/>
                  <a:gd name="T14" fmla="*/ 124 w 652"/>
                  <a:gd name="T15" fmla="*/ 124 h 434"/>
                  <a:gd name="T16" fmla="*/ 155 w 652"/>
                  <a:gd name="T17" fmla="*/ 124 h 434"/>
                  <a:gd name="T18" fmla="*/ 185 w 652"/>
                  <a:gd name="T19" fmla="*/ 124 h 434"/>
                  <a:gd name="T20" fmla="*/ 185 w 652"/>
                  <a:gd name="T21" fmla="*/ 154 h 434"/>
                  <a:gd name="T22" fmla="*/ 217 w 652"/>
                  <a:gd name="T23" fmla="*/ 154 h 434"/>
                  <a:gd name="T24" fmla="*/ 248 w 652"/>
                  <a:gd name="T25" fmla="*/ 185 h 434"/>
                  <a:gd name="T26" fmla="*/ 248 w 652"/>
                  <a:gd name="T27" fmla="*/ 217 h 434"/>
                  <a:gd name="T28" fmla="*/ 248 w 652"/>
                  <a:gd name="T29" fmla="*/ 217 h 434"/>
                  <a:gd name="T30" fmla="*/ 279 w 652"/>
                  <a:gd name="T31" fmla="*/ 217 h 434"/>
                  <a:gd name="T32" fmla="*/ 309 w 652"/>
                  <a:gd name="T33" fmla="*/ 217 h 434"/>
                  <a:gd name="T34" fmla="*/ 341 w 652"/>
                  <a:gd name="T35" fmla="*/ 248 h 434"/>
                  <a:gd name="T36" fmla="*/ 341 w 652"/>
                  <a:gd name="T37" fmla="*/ 278 h 434"/>
                  <a:gd name="T38" fmla="*/ 372 w 652"/>
                  <a:gd name="T39" fmla="*/ 309 h 434"/>
                  <a:gd name="T40" fmla="*/ 372 w 652"/>
                  <a:gd name="T41" fmla="*/ 309 h 434"/>
                  <a:gd name="T42" fmla="*/ 403 w 652"/>
                  <a:gd name="T43" fmla="*/ 309 h 434"/>
                  <a:gd name="T44" fmla="*/ 433 w 652"/>
                  <a:gd name="T45" fmla="*/ 372 h 434"/>
                  <a:gd name="T46" fmla="*/ 465 w 652"/>
                  <a:gd name="T47" fmla="*/ 372 h 434"/>
                  <a:gd name="T48" fmla="*/ 527 w 652"/>
                  <a:gd name="T49" fmla="*/ 402 h 434"/>
                  <a:gd name="T50" fmla="*/ 589 w 652"/>
                  <a:gd name="T51" fmla="*/ 402 h 434"/>
                  <a:gd name="T52" fmla="*/ 589 w 652"/>
                  <a:gd name="T53" fmla="*/ 402 h 434"/>
                  <a:gd name="T54" fmla="*/ 589 w 652"/>
                  <a:gd name="T55" fmla="*/ 402 h 434"/>
                  <a:gd name="T56" fmla="*/ 589 w 652"/>
                  <a:gd name="T57" fmla="*/ 372 h 434"/>
                  <a:gd name="T58" fmla="*/ 589 w 652"/>
                  <a:gd name="T59" fmla="*/ 341 h 434"/>
                  <a:gd name="T60" fmla="*/ 620 w 652"/>
                  <a:gd name="T61" fmla="*/ 309 h 434"/>
                  <a:gd name="T62" fmla="*/ 620 w 652"/>
                  <a:gd name="T63" fmla="*/ 309 h 434"/>
                  <a:gd name="T64" fmla="*/ 651 w 652"/>
                  <a:gd name="T65" fmla="*/ 309 h 434"/>
                  <a:gd name="T66" fmla="*/ 651 w 652"/>
                  <a:gd name="T67" fmla="*/ 309 h 434"/>
                  <a:gd name="T68" fmla="*/ 620 w 652"/>
                  <a:gd name="T69" fmla="*/ 278 h 434"/>
                  <a:gd name="T70" fmla="*/ 620 w 652"/>
                  <a:gd name="T71" fmla="*/ 278 h 434"/>
                  <a:gd name="T72" fmla="*/ 620 w 652"/>
                  <a:gd name="T73" fmla="*/ 278 h 434"/>
                  <a:gd name="T74" fmla="*/ 589 w 652"/>
                  <a:gd name="T75" fmla="*/ 278 h 434"/>
                  <a:gd name="T76" fmla="*/ 557 w 652"/>
                  <a:gd name="T77" fmla="*/ 248 h 434"/>
                  <a:gd name="T78" fmla="*/ 557 w 652"/>
                  <a:gd name="T79" fmla="*/ 248 h 434"/>
                  <a:gd name="T80" fmla="*/ 496 w 652"/>
                  <a:gd name="T81" fmla="*/ 154 h 434"/>
                  <a:gd name="T82" fmla="*/ 496 w 652"/>
                  <a:gd name="T83" fmla="*/ 124 h 434"/>
                  <a:gd name="T84" fmla="*/ 496 w 652"/>
                  <a:gd name="T85" fmla="*/ 124 h 434"/>
                  <a:gd name="T86" fmla="*/ 465 w 652"/>
                  <a:gd name="T87" fmla="*/ 124 h 434"/>
                  <a:gd name="T88" fmla="*/ 433 w 652"/>
                  <a:gd name="T89" fmla="*/ 124 h 434"/>
                  <a:gd name="T90" fmla="*/ 372 w 652"/>
                  <a:gd name="T91" fmla="*/ 124 h 434"/>
                  <a:gd name="T92" fmla="*/ 341 w 652"/>
                  <a:gd name="T93" fmla="*/ 124 h 434"/>
                  <a:gd name="T94" fmla="*/ 309 w 652"/>
                  <a:gd name="T95" fmla="*/ 124 h 434"/>
                  <a:gd name="T96" fmla="*/ 248 w 652"/>
                  <a:gd name="T97" fmla="*/ 61 h 434"/>
                  <a:gd name="T98" fmla="*/ 248 w 652"/>
                  <a:gd name="T99" fmla="*/ 61 h 434"/>
                  <a:gd name="T100" fmla="*/ 185 w 652"/>
                  <a:gd name="T101" fmla="*/ 93 h 434"/>
                  <a:gd name="T102" fmla="*/ 155 w 652"/>
                  <a:gd name="T103" fmla="*/ 61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52" h="434">
                    <a:moveTo>
                      <a:pt x="124" y="0"/>
                    </a:moveTo>
                    <a:lnTo>
                      <a:pt x="124" y="0"/>
                    </a:lnTo>
                    <a:lnTo>
                      <a:pt x="124" y="0"/>
                    </a:lnTo>
                    <a:lnTo>
                      <a:pt x="124" y="0"/>
                    </a:lnTo>
                    <a:cubicBezTo>
                      <a:pt x="0" y="31"/>
                      <a:pt x="0" y="31"/>
                      <a:pt x="0" y="31"/>
                    </a:cubicBezTo>
                    <a:cubicBezTo>
                      <a:pt x="0" y="217"/>
                      <a:pt x="0" y="217"/>
                      <a:pt x="0" y="217"/>
                    </a:cubicBezTo>
                    <a:lnTo>
                      <a:pt x="0" y="217"/>
                    </a:lnTo>
                    <a:cubicBezTo>
                      <a:pt x="31" y="217"/>
                      <a:pt x="31" y="217"/>
                      <a:pt x="31" y="217"/>
                    </a:cubicBezTo>
                    <a:lnTo>
                      <a:pt x="31" y="217"/>
                    </a:lnTo>
                    <a:cubicBezTo>
                      <a:pt x="31" y="185"/>
                      <a:pt x="31" y="185"/>
                      <a:pt x="31" y="185"/>
                    </a:cubicBezTo>
                    <a:cubicBezTo>
                      <a:pt x="31" y="154"/>
                      <a:pt x="61" y="154"/>
                      <a:pt x="61" y="154"/>
                    </a:cubicBezTo>
                    <a:lnTo>
                      <a:pt x="61" y="154"/>
                    </a:lnTo>
                    <a:lnTo>
                      <a:pt x="61" y="154"/>
                    </a:lnTo>
                    <a:lnTo>
                      <a:pt x="61" y="154"/>
                    </a:lnTo>
                    <a:lnTo>
                      <a:pt x="61" y="154"/>
                    </a:lnTo>
                    <a:cubicBezTo>
                      <a:pt x="93" y="124"/>
                      <a:pt x="93" y="124"/>
                      <a:pt x="124" y="124"/>
                    </a:cubicBezTo>
                    <a:lnTo>
                      <a:pt x="124" y="124"/>
                    </a:lnTo>
                    <a:lnTo>
                      <a:pt x="155" y="124"/>
                    </a:lnTo>
                    <a:lnTo>
                      <a:pt x="185" y="124"/>
                    </a:lnTo>
                    <a:lnTo>
                      <a:pt x="185" y="124"/>
                    </a:lnTo>
                    <a:cubicBezTo>
                      <a:pt x="185" y="124"/>
                      <a:pt x="185" y="124"/>
                      <a:pt x="185" y="154"/>
                    </a:cubicBezTo>
                    <a:lnTo>
                      <a:pt x="185" y="154"/>
                    </a:lnTo>
                    <a:lnTo>
                      <a:pt x="185" y="154"/>
                    </a:lnTo>
                    <a:cubicBezTo>
                      <a:pt x="217" y="154"/>
                      <a:pt x="217" y="154"/>
                      <a:pt x="217" y="154"/>
                    </a:cubicBezTo>
                    <a:lnTo>
                      <a:pt x="217" y="154"/>
                    </a:lnTo>
                    <a:cubicBezTo>
                      <a:pt x="248" y="185"/>
                      <a:pt x="248" y="185"/>
                      <a:pt x="248" y="185"/>
                    </a:cubicBezTo>
                    <a:lnTo>
                      <a:pt x="248" y="185"/>
                    </a:lnTo>
                    <a:cubicBezTo>
                      <a:pt x="248" y="217"/>
                      <a:pt x="248" y="217"/>
                      <a:pt x="248" y="217"/>
                    </a:cubicBezTo>
                    <a:lnTo>
                      <a:pt x="248" y="217"/>
                    </a:lnTo>
                    <a:lnTo>
                      <a:pt x="248" y="217"/>
                    </a:lnTo>
                    <a:cubicBezTo>
                      <a:pt x="248" y="217"/>
                      <a:pt x="248" y="217"/>
                      <a:pt x="279" y="217"/>
                    </a:cubicBezTo>
                    <a:lnTo>
                      <a:pt x="279" y="217"/>
                    </a:lnTo>
                    <a:lnTo>
                      <a:pt x="279" y="217"/>
                    </a:lnTo>
                    <a:lnTo>
                      <a:pt x="309" y="217"/>
                    </a:lnTo>
                    <a:lnTo>
                      <a:pt x="341" y="248"/>
                    </a:lnTo>
                    <a:lnTo>
                      <a:pt x="341" y="248"/>
                    </a:lnTo>
                    <a:lnTo>
                      <a:pt x="341" y="248"/>
                    </a:lnTo>
                    <a:lnTo>
                      <a:pt x="341" y="278"/>
                    </a:lnTo>
                    <a:cubicBezTo>
                      <a:pt x="372" y="278"/>
                      <a:pt x="372" y="309"/>
                      <a:pt x="372" y="309"/>
                    </a:cubicBezTo>
                    <a:lnTo>
                      <a:pt x="372" y="309"/>
                    </a:lnTo>
                    <a:lnTo>
                      <a:pt x="372" y="309"/>
                    </a:lnTo>
                    <a:lnTo>
                      <a:pt x="372" y="309"/>
                    </a:lnTo>
                    <a:lnTo>
                      <a:pt x="372" y="309"/>
                    </a:lnTo>
                    <a:lnTo>
                      <a:pt x="403" y="309"/>
                    </a:lnTo>
                    <a:cubicBezTo>
                      <a:pt x="403" y="341"/>
                      <a:pt x="433" y="341"/>
                      <a:pt x="433" y="341"/>
                    </a:cubicBezTo>
                    <a:cubicBezTo>
                      <a:pt x="433" y="372"/>
                      <a:pt x="433" y="372"/>
                      <a:pt x="433" y="372"/>
                    </a:cubicBezTo>
                    <a:cubicBezTo>
                      <a:pt x="433" y="372"/>
                      <a:pt x="433" y="372"/>
                      <a:pt x="465" y="372"/>
                    </a:cubicBezTo>
                    <a:lnTo>
                      <a:pt x="465" y="372"/>
                    </a:lnTo>
                    <a:lnTo>
                      <a:pt x="496" y="372"/>
                    </a:lnTo>
                    <a:cubicBezTo>
                      <a:pt x="527" y="402"/>
                      <a:pt x="527" y="402"/>
                      <a:pt x="527" y="402"/>
                    </a:cubicBezTo>
                    <a:lnTo>
                      <a:pt x="589" y="402"/>
                    </a:lnTo>
                    <a:lnTo>
                      <a:pt x="589" y="402"/>
                    </a:lnTo>
                    <a:cubicBezTo>
                      <a:pt x="620" y="433"/>
                      <a:pt x="620" y="433"/>
                      <a:pt x="620" y="433"/>
                    </a:cubicBezTo>
                    <a:cubicBezTo>
                      <a:pt x="589" y="402"/>
                      <a:pt x="589" y="402"/>
                      <a:pt x="589" y="402"/>
                    </a:cubicBezTo>
                    <a:lnTo>
                      <a:pt x="589" y="402"/>
                    </a:lnTo>
                    <a:lnTo>
                      <a:pt x="589" y="402"/>
                    </a:lnTo>
                    <a:lnTo>
                      <a:pt x="589" y="402"/>
                    </a:lnTo>
                    <a:lnTo>
                      <a:pt x="589" y="372"/>
                    </a:lnTo>
                    <a:cubicBezTo>
                      <a:pt x="589" y="372"/>
                      <a:pt x="589" y="372"/>
                      <a:pt x="589" y="341"/>
                    </a:cubicBezTo>
                    <a:lnTo>
                      <a:pt x="589" y="341"/>
                    </a:lnTo>
                    <a:lnTo>
                      <a:pt x="589" y="341"/>
                    </a:lnTo>
                    <a:cubicBezTo>
                      <a:pt x="620" y="309"/>
                      <a:pt x="620" y="309"/>
                      <a:pt x="620" y="309"/>
                    </a:cubicBezTo>
                    <a:lnTo>
                      <a:pt x="620" y="309"/>
                    </a:lnTo>
                    <a:lnTo>
                      <a:pt x="620" y="309"/>
                    </a:lnTo>
                    <a:cubicBezTo>
                      <a:pt x="620" y="309"/>
                      <a:pt x="620" y="309"/>
                      <a:pt x="651" y="309"/>
                    </a:cubicBezTo>
                    <a:lnTo>
                      <a:pt x="651" y="309"/>
                    </a:lnTo>
                    <a:lnTo>
                      <a:pt x="651" y="309"/>
                    </a:lnTo>
                    <a:lnTo>
                      <a:pt x="651" y="309"/>
                    </a:lnTo>
                    <a:cubicBezTo>
                      <a:pt x="651" y="309"/>
                      <a:pt x="651" y="278"/>
                      <a:pt x="620" y="278"/>
                    </a:cubicBezTo>
                    <a:lnTo>
                      <a:pt x="620" y="278"/>
                    </a:lnTo>
                    <a:lnTo>
                      <a:pt x="620" y="278"/>
                    </a:lnTo>
                    <a:lnTo>
                      <a:pt x="620" y="278"/>
                    </a:lnTo>
                    <a:lnTo>
                      <a:pt x="620" y="278"/>
                    </a:lnTo>
                    <a:lnTo>
                      <a:pt x="620" y="278"/>
                    </a:lnTo>
                    <a:lnTo>
                      <a:pt x="620" y="278"/>
                    </a:lnTo>
                    <a:lnTo>
                      <a:pt x="589" y="278"/>
                    </a:lnTo>
                    <a:lnTo>
                      <a:pt x="589" y="278"/>
                    </a:lnTo>
                    <a:cubicBezTo>
                      <a:pt x="589" y="278"/>
                      <a:pt x="557" y="278"/>
                      <a:pt x="557" y="248"/>
                    </a:cubicBezTo>
                    <a:lnTo>
                      <a:pt x="557" y="248"/>
                    </a:lnTo>
                    <a:lnTo>
                      <a:pt x="557" y="248"/>
                    </a:lnTo>
                    <a:lnTo>
                      <a:pt x="557" y="217"/>
                    </a:lnTo>
                    <a:cubicBezTo>
                      <a:pt x="527" y="217"/>
                      <a:pt x="496" y="185"/>
                      <a:pt x="496" y="154"/>
                    </a:cubicBezTo>
                    <a:lnTo>
                      <a:pt x="496" y="154"/>
                    </a:lnTo>
                    <a:lnTo>
                      <a:pt x="496" y="124"/>
                    </a:lnTo>
                    <a:lnTo>
                      <a:pt x="496" y="124"/>
                    </a:lnTo>
                    <a:lnTo>
                      <a:pt x="496" y="124"/>
                    </a:lnTo>
                    <a:lnTo>
                      <a:pt x="465" y="124"/>
                    </a:lnTo>
                    <a:lnTo>
                      <a:pt x="465" y="124"/>
                    </a:lnTo>
                    <a:lnTo>
                      <a:pt x="465" y="124"/>
                    </a:lnTo>
                    <a:cubicBezTo>
                      <a:pt x="433" y="124"/>
                      <a:pt x="433" y="124"/>
                      <a:pt x="433" y="124"/>
                    </a:cubicBezTo>
                    <a:lnTo>
                      <a:pt x="433" y="124"/>
                    </a:lnTo>
                    <a:cubicBezTo>
                      <a:pt x="403" y="124"/>
                      <a:pt x="403" y="124"/>
                      <a:pt x="372" y="124"/>
                    </a:cubicBezTo>
                    <a:lnTo>
                      <a:pt x="372" y="124"/>
                    </a:lnTo>
                    <a:lnTo>
                      <a:pt x="341" y="124"/>
                    </a:lnTo>
                    <a:cubicBezTo>
                      <a:pt x="341" y="124"/>
                      <a:pt x="341" y="124"/>
                      <a:pt x="309" y="124"/>
                    </a:cubicBezTo>
                    <a:lnTo>
                      <a:pt x="309" y="124"/>
                    </a:lnTo>
                    <a:cubicBezTo>
                      <a:pt x="279" y="93"/>
                      <a:pt x="279" y="93"/>
                      <a:pt x="248" y="93"/>
                    </a:cubicBezTo>
                    <a:cubicBezTo>
                      <a:pt x="248" y="61"/>
                      <a:pt x="248" y="61"/>
                      <a:pt x="248" y="61"/>
                    </a:cubicBezTo>
                    <a:lnTo>
                      <a:pt x="248" y="61"/>
                    </a:lnTo>
                    <a:lnTo>
                      <a:pt x="248" y="61"/>
                    </a:lnTo>
                    <a:cubicBezTo>
                      <a:pt x="248" y="93"/>
                      <a:pt x="217" y="93"/>
                      <a:pt x="217" y="93"/>
                    </a:cubicBezTo>
                    <a:cubicBezTo>
                      <a:pt x="185" y="93"/>
                      <a:pt x="185" y="93"/>
                      <a:pt x="185" y="93"/>
                    </a:cubicBezTo>
                    <a:lnTo>
                      <a:pt x="185" y="93"/>
                    </a:lnTo>
                    <a:cubicBezTo>
                      <a:pt x="155" y="61"/>
                      <a:pt x="155" y="61"/>
                      <a:pt x="155" y="61"/>
                    </a:cubicBezTo>
                    <a:cubicBezTo>
                      <a:pt x="155" y="61"/>
                      <a:pt x="124" y="61"/>
                      <a:pt x="124"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21" name="Freeform 70">
                <a:extLst>
                  <a:ext uri="{FF2B5EF4-FFF2-40B4-BE49-F238E27FC236}">
                    <a16:creationId xmlns:a16="http://schemas.microsoft.com/office/drawing/2014/main" id="{333ABC46-3488-7066-BE7E-5F000552C22F}"/>
                  </a:ext>
                </a:extLst>
              </p:cNvPr>
              <p:cNvSpPr>
                <a:spLocks noChangeArrowheads="1"/>
              </p:cNvSpPr>
              <p:nvPr/>
            </p:nvSpPr>
            <p:spPr bwMode="auto">
              <a:xfrm>
                <a:off x="5064125" y="1701800"/>
                <a:ext cx="33338" cy="11113"/>
              </a:xfrm>
              <a:custGeom>
                <a:avLst/>
                <a:gdLst>
                  <a:gd name="T0" fmla="*/ 30 w 94"/>
                  <a:gd name="T1" fmla="*/ 30 h 31"/>
                  <a:gd name="T2" fmla="*/ 30 w 94"/>
                  <a:gd name="T3" fmla="*/ 30 h 31"/>
                  <a:gd name="T4" fmla="*/ 30 w 94"/>
                  <a:gd name="T5" fmla="*/ 30 h 31"/>
                  <a:gd name="T6" fmla="*/ 62 w 94"/>
                  <a:gd name="T7" fmla="*/ 30 h 31"/>
                  <a:gd name="T8" fmla="*/ 62 w 94"/>
                  <a:gd name="T9" fmla="*/ 30 h 31"/>
                  <a:gd name="T10" fmla="*/ 62 w 94"/>
                  <a:gd name="T11" fmla="*/ 30 h 31"/>
                  <a:gd name="T12" fmla="*/ 62 w 94"/>
                  <a:gd name="T13" fmla="*/ 30 h 31"/>
                  <a:gd name="T14" fmla="*/ 93 w 94"/>
                  <a:gd name="T15" fmla="*/ 30 h 31"/>
                  <a:gd name="T16" fmla="*/ 62 w 94"/>
                  <a:gd name="T17" fmla="*/ 0 h 31"/>
                  <a:gd name="T18" fmla="*/ 62 w 94"/>
                  <a:gd name="T19" fmla="*/ 30 h 31"/>
                  <a:gd name="T20" fmla="*/ 30 w 94"/>
                  <a:gd name="T21" fmla="*/ 30 h 31"/>
                  <a:gd name="T22" fmla="*/ 30 w 94"/>
                  <a:gd name="T23" fmla="*/ 30 h 31"/>
                  <a:gd name="T24" fmla="*/ 30 w 94"/>
                  <a:gd name="T25" fmla="*/ 30 h 31"/>
                  <a:gd name="T26" fmla="*/ 30 w 94"/>
                  <a:gd name="T27" fmla="*/ 30 h 31"/>
                  <a:gd name="T28" fmla="*/ 30 w 94"/>
                  <a:gd name="T29" fmla="*/ 30 h 31"/>
                  <a:gd name="T30" fmla="*/ 0 w 94"/>
                  <a:gd name="T31" fmla="*/ 30 h 31"/>
                  <a:gd name="T32" fmla="*/ 30 w 94"/>
                  <a:gd name="T33" fmla="*/ 30 h 31"/>
                  <a:gd name="T34" fmla="*/ 0 w 94"/>
                  <a:gd name="T35" fmla="*/ 30 h 31"/>
                  <a:gd name="T36" fmla="*/ 0 w 94"/>
                  <a:gd name="T37" fmla="*/ 30 h 31"/>
                  <a:gd name="T38" fmla="*/ 30 w 94"/>
                  <a:gd name="T39"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4" h="31">
                    <a:moveTo>
                      <a:pt x="30" y="30"/>
                    </a:moveTo>
                    <a:lnTo>
                      <a:pt x="30" y="30"/>
                    </a:lnTo>
                    <a:lnTo>
                      <a:pt x="30" y="30"/>
                    </a:lnTo>
                    <a:lnTo>
                      <a:pt x="62" y="30"/>
                    </a:lnTo>
                    <a:lnTo>
                      <a:pt x="62" y="30"/>
                    </a:lnTo>
                    <a:lnTo>
                      <a:pt x="62" y="30"/>
                    </a:lnTo>
                    <a:lnTo>
                      <a:pt x="62" y="30"/>
                    </a:lnTo>
                    <a:cubicBezTo>
                      <a:pt x="93" y="30"/>
                      <a:pt x="93" y="30"/>
                      <a:pt x="93" y="30"/>
                    </a:cubicBezTo>
                    <a:cubicBezTo>
                      <a:pt x="93" y="0"/>
                      <a:pt x="93" y="0"/>
                      <a:pt x="62" y="0"/>
                    </a:cubicBezTo>
                    <a:cubicBezTo>
                      <a:pt x="62" y="0"/>
                      <a:pt x="62" y="0"/>
                      <a:pt x="62" y="30"/>
                    </a:cubicBezTo>
                    <a:cubicBezTo>
                      <a:pt x="62" y="30"/>
                      <a:pt x="62" y="30"/>
                      <a:pt x="30" y="30"/>
                    </a:cubicBezTo>
                    <a:lnTo>
                      <a:pt x="30" y="30"/>
                    </a:lnTo>
                    <a:lnTo>
                      <a:pt x="30" y="30"/>
                    </a:lnTo>
                    <a:lnTo>
                      <a:pt x="30" y="30"/>
                    </a:lnTo>
                    <a:lnTo>
                      <a:pt x="30" y="30"/>
                    </a:lnTo>
                    <a:cubicBezTo>
                      <a:pt x="0" y="30"/>
                      <a:pt x="0" y="30"/>
                      <a:pt x="0" y="30"/>
                    </a:cubicBezTo>
                    <a:cubicBezTo>
                      <a:pt x="30" y="30"/>
                      <a:pt x="30" y="30"/>
                      <a:pt x="30" y="30"/>
                    </a:cubicBezTo>
                    <a:cubicBezTo>
                      <a:pt x="0" y="30"/>
                      <a:pt x="0" y="30"/>
                      <a:pt x="0" y="30"/>
                    </a:cubicBezTo>
                    <a:lnTo>
                      <a:pt x="0" y="30"/>
                    </a:lnTo>
                    <a:lnTo>
                      <a:pt x="30" y="3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22" name="Freeform 71">
                <a:extLst>
                  <a:ext uri="{FF2B5EF4-FFF2-40B4-BE49-F238E27FC236}">
                    <a16:creationId xmlns:a16="http://schemas.microsoft.com/office/drawing/2014/main" id="{55E8D75E-523F-33E2-12D3-62820FCF719E}"/>
                  </a:ext>
                </a:extLst>
              </p:cNvPr>
              <p:cNvSpPr>
                <a:spLocks noChangeArrowheads="1"/>
              </p:cNvSpPr>
              <p:nvPr/>
            </p:nvSpPr>
            <p:spPr bwMode="auto">
              <a:xfrm>
                <a:off x="5040313" y="1701800"/>
                <a:ext cx="23812" cy="11113"/>
              </a:xfrm>
              <a:custGeom>
                <a:avLst/>
                <a:gdLst>
                  <a:gd name="T0" fmla="*/ 0 w 64"/>
                  <a:gd name="T1" fmla="*/ 30 h 31"/>
                  <a:gd name="T2" fmla="*/ 0 w 64"/>
                  <a:gd name="T3" fmla="*/ 30 h 31"/>
                  <a:gd name="T4" fmla="*/ 32 w 64"/>
                  <a:gd name="T5" fmla="*/ 30 h 31"/>
                  <a:gd name="T6" fmla="*/ 32 w 64"/>
                  <a:gd name="T7" fmla="*/ 30 h 31"/>
                  <a:gd name="T8" fmla="*/ 32 w 64"/>
                  <a:gd name="T9" fmla="*/ 30 h 31"/>
                  <a:gd name="T10" fmla="*/ 32 w 64"/>
                  <a:gd name="T11" fmla="*/ 30 h 31"/>
                  <a:gd name="T12" fmla="*/ 32 w 64"/>
                  <a:gd name="T13" fmla="*/ 30 h 31"/>
                  <a:gd name="T14" fmla="*/ 32 w 64"/>
                  <a:gd name="T15" fmla="*/ 30 h 31"/>
                  <a:gd name="T16" fmla="*/ 32 w 64"/>
                  <a:gd name="T17" fmla="*/ 30 h 31"/>
                  <a:gd name="T18" fmla="*/ 63 w 64"/>
                  <a:gd name="T19" fmla="*/ 30 h 31"/>
                  <a:gd name="T20" fmla="*/ 63 w 64"/>
                  <a:gd name="T21" fmla="*/ 0 h 31"/>
                  <a:gd name="T22" fmla="*/ 63 w 64"/>
                  <a:gd name="T23" fmla="*/ 0 h 31"/>
                  <a:gd name="T24" fmla="*/ 0 w 64"/>
                  <a:gd name="T25" fmla="*/ 0 h 31"/>
                  <a:gd name="T26" fmla="*/ 0 w 64"/>
                  <a:gd name="T27" fmla="*/ 0 h 31"/>
                  <a:gd name="T28" fmla="*/ 0 w 64"/>
                  <a:gd name="T29" fmla="*/ 0 h 31"/>
                  <a:gd name="T30" fmla="*/ 0 w 64"/>
                  <a:gd name="T31"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31">
                    <a:moveTo>
                      <a:pt x="0" y="30"/>
                    </a:moveTo>
                    <a:lnTo>
                      <a:pt x="0" y="30"/>
                    </a:lnTo>
                    <a:cubicBezTo>
                      <a:pt x="0" y="30"/>
                      <a:pt x="0" y="30"/>
                      <a:pt x="32" y="30"/>
                    </a:cubicBezTo>
                    <a:lnTo>
                      <a:pt x="32" y="30"/>
                    </a:lnTo>
                    <a:lnTo>
                      <a:pt x="32" y="30"/>
                    </a:lnTo>
                    <a:lnTo>
                      <a:pt x="32" y="30"/>
                    </a:lnTo>
                    <a:lnTo>
                      <a:pt x="32" y="30"/>
                    </a:lnTo>
                    <a:lnTo>
                      <a:pt x="32" y="30"/>
                    </a:lnTo>
                    <a:lnTo>
                      <a:pt x="32" y="30"/>
                    </a:lnTo>
                    <a:cubicBezTo>
                      <a:pt x="63" y="30"/>
                      <a:pt x="63" y="30"/>
                      <a:pt x="63" y="30"/>
                    </a:cubicBezTo>
                    <a:cubicBezTo>
                      <a:pt x="63" y="0"/>
                      <a:pt x="63" y="0"/>
                      <a:pt x="63" y="0"/>
                    </a:cubicBezTo>
                    <a:lnTo>
                      <a:pt x="63" y="0"/>
                    </a:lnTo>
                    <a:cubicBezTo>
                      <a:pt x="32" y="0"/>
                      <a:pt x="32" y="0"/>
                      <a:pt x="0" y="0"/>
                    </a:cubicBezTo>
                    <a:lnTo>
                      <a:pt x="0" y="0"/>
                    </a:lnTo>
                    <a:lnTo>
                      <a:pt x="0" y="0"/>
                    </a:lnTo>
                    <a:cubicBezTo>
                      <a:pt x="0" y="30"/>
                      <a:pt x="0" y="30"/>
                      <a:pt x="0" y="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23" name="Freeform 72">
                <a:extLst>
                  <a:ext uri="{FF2B5EF4-FFF2-40B4-BE49-F238E27FC236}">
                    <a16:creationId xmlns:a16="http://schemas.microsoft.com/office/drawing/2014/main" id="{E6EE1D8A-767B-B9EE-6982-127574A4BE69}"/>
                  </a:ext>
                </a:extLst>
              </p:cNvPr>
              <p:cNvSpPr>
                <a:spLocks noChangeArrowheads="1"/>
              </p:cNvSpPr>
              <p:nvPr/>
            </p:nvSpPr>
            <p:spPr bwMode="auto">
              <a:xfrm>
                <a:off x="5097463" y="1747838"/>
                <a:ext cx="55562" cy="44450"/>
              </a:xfrm>
              <a:custGeom>
                <a:avLst/>
                <a:gdLst>
                  <a:gd name="T0" fmla="*/ 0 w 155"/>
                  <a:gd name="T1" fmla="*/ 93 h 125"/>
                  <a:gd name="T2" fmla="*/ 0 w 155"/>
                  <a:gd name="T3" fmla="*/ 93 h 125"/>
                  <a:gd name="T4" fmla="*/ 0 w 155"/>
                  <a:gd name="T5" fmla="*/ 124 h 125"/>
                  <a:gd name="T6" fmla="*/ 0 w 155"/>
                  <a:gd name="T7" fmla="*/ 124 h 125"/>
                  <a:gd name="T8" fmla="*/ 0 w 155"/>
                  <a:gd name="T9" fmla="*/ 124 h 125"/>
                  <a:gd name="T10" fmla="*/ 0 w 155"/>
                  <a:gd name="T11" fmla="*/ 124 h 125"/>
                  <a:gd name="T12" fmla="*/ 0 w 155"/>
                  <a:gd name="T13" fmla="*/ 124 h 125"/>
                  <a:gd name="T14" fmla="*/ 30 w 155"/>
                  <a:gd name="T15" fmla="*/ 124 h 125"/>
                  <a:gd name="T16" fmla="*/ 30 w 155"/>
                  <a:gd name="T17" fmla="*/ 124 h 125"/>
                  <a:gd name="T18" fmla="*/ 30 w 155"/>
                  <a:gd name="T19" fmla="*/ 124 h 125"/>
                  <a:gd name="T20" fmla="*/ 30 w 155"/>
                  <a:gd name="T21" fmla="*/ 124 h 125"/>
                  <a:gd name="T22" fmla="*/ 61 w 155"/>
                  <a:gd name="T23" fmla="*/ 124 h 125"/>
                  <a:gd name="T24" fmla="*/ 61 w 155"/>
                  <a:gd name="T25" fmla="*/ 124 h 125"/>
                  <a:gd name="T26" fmla="*/ 61 w 155"/>
                  <a:gd name="T27" fmla="*/ 124 h 125"/>
                  <a:gd name="T28" fmla="*/ 61 w 155"/>
                  <a:gd name="T29" fmla="*/ 124 h 125"/>
                  <a:gd name="T30" fmla="*/ 61 w 155"/>
                  <a:gd name="T31" fmla="*/ 124 h 125"/>
                  <a:gd name="T32" fmla="*/ 93 w 155"/>
                  <a:gd name="T33" fmla="*/ 124 h 125"/>
                  <a:gd name="T34" fmla="*/ 93 w 155"/>
                  <a:gd name="T35" fmla="*/ 124 h 125"/>
                  <a:gd name="T36" fmla="*/ 124 w 155"/>
                  <a:gd name="T37" fmla="*/ 124 h 125"/>
                  <a:gd name="T38" fmla="*/ 124 w 155"/>
                  <a:gd name="T39" fmla="*/ 124 h 125"/>
                  <a:gd name="T40" fmla="*/ 124 w 155"/>
                  <a:gd name="T41" fmla="*/ 93 h 125"/>
                  <a:gd name="T42" fmla="*/ 124 w 155"/>
                  <a:gd name="T43" fmla="*/ 93 h 125"/>
                  <a:gd name="T44" fmla="*/ 154 w 155"/>
                  <a:gd name="T45" fmla="*/ 93 h 125"/>
                  <a:gd name="T46" fmla="*/ 154 w 155"/>
                  <a:gd name="T47" fmla="*/ 93 h 125"/>
                  <a:gd name="T48" fmla="*/ 154 w 155"/>
                  <a:gd name="T49" fmla="*/ 61 h 125"/>
                  <a:gd name="T50" fmla="*/ 154 w 155"/>
                  <a:gd name="T51" fmla="*/ 61 h 125"/>
                  <a:gd name="T52" fmla="*/ 154 w 155"/>
                  <a:gd name="T53" fmla="*/ 61 h 125"/>
                  <a:gd name="T54" fmla="*/ 154 w 155"/>
                  <a:gd name="T55" fmla="*/ 61 h 125"/>
                  <a:gd name="T56" fmla="*/ 124 w 155"/>
                  <a:gd name="T57" fmla="*/ 61 h 125"/>
                  <a:gd name="T58" fmla="*/ 124 w 155"/>
                  <a:gd name="T59" fmla="*/ 61 h 125"/>
                  <a:gd name="T60" fmla="*/ 124 w 155"/>
                  <a:gd name="T61" fmla="*/ 61 h 125"/>
                  <a:gd name="T62" fmla="*/ 124 w 155"/>
                  <a:gd name="T63" fmla="*/ 61 h 125"/>
                  <a:gd name="T64" fmla="*/ 93 w 155"/>
                  <a:gd name="T65" fmla="*/ 30 h 125"/>
                  <a:gd name="T66" fmla="*/ 93 w 155"/>
                  <a:gd name="T67" fmla="*/ 30 h 125"/>
                  <a:gd name="T68" fmla="*/ 61 w 155"/>
                  <a:gd name="T69" fmla="*/ 30 h 125"/>
                  <a:gd name="T70" fmla="*/ 61 w 155"/>
                  <a:gd name="T71" fmla="*/ 30 h 125"/>
                  <a:gd name="T72" fmla="*/ 61 w 155"/>
                  <a:gd name="T73" fmla="*/ 30 h 125"/>
                  <a:gd name="T74" fmla="*/ 30 w 155"/>
                  <a:gd name="T75" fmla="*/ 0 h 125"/>
                  <a:gd name="T76" fmla="*/ 30 w 155"/>
                  <a:gd name="T77" fmla="*/ 0 h 125"/>
                  <a:gd name="T78" fmla="*/ 30 w 155"/>
                  <a:gd name="T79" fmla="*/ 0 h 125"/>
                  <a:gd name="T80" fmla="*/ 30 w 155"/>
                  <a:gd name="T81" fmla="*/ 0 h 125"/>
                  <a:gd name="T82" fmla="*/ 30 w 155"/>
                  <a:gd name="T83" fmla="*/ 0 h 125"/>
                  <a:gd name="T84" fmla="*/ 0 w 155"/>
                  <a:gd name="T85" fmla="*/ 30 h 125"/>
                  <a:gd name="T86" fmla="*/ 0 w 155"/>
                  <a:gd name="T87" fmla="*/ 61 h 125"/>
                  <a:gd name="T88" fmla="*/ 0 w 155"/>
                  <a:gd name="T89" fmla="*/ 61 h 125"/>
                  <a:gd name="T90" fmla="*/ 0 w 155"/>
                  <a:gd name="T91" fmla="*/ 61 h 125"/>
                  <a:gd name="T92" fmla="*/ 0 w 155"/>
                  <a:gd name="T93" fmla="*/ 61 h 125"/>
                  <a:gd name="T94" fmla="*/ 0 w 155"/>
                  <a:gd name="T95" fmla="*/ 93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5" h="125">
                    <a:moveTo>
                      <a:pt x="0" y="93"/>
                    </a:moveTo>
                    <a:lnTo>
                      <a:pt x="0" y="93"/>
                    </a:lnTo>
                    <a:cubicBezTo>
                      <a:pt x="0" y="124"/>
                      <a:pt x="0" y="124"/>
                      <a:pt x="0" y="124"/>
                    </a:cubicBezTo>
                    <a:lnTo>
                      <a:pt x="0" y="124"/>
                    </a:lnTo>
                    <a:lnTo>
                      <a:pt x="0" y="124"/>
                    </a:lnTo>
                    <a:lnTo>
                      <a:pt x="0" y="124"/>
                    </a:lnTo>
                    <a:lnTo>
                      <a:pt x="0" y="124"/>
                    </a:lnTo>
                    <a:cubicBezTo>
                      <a:pt x="0" y="124"/>
                      <a:pt x="0" y="124"/>
                      <a:pt x="30" y="124"/>
                    </a:cubicBezTo>
                    <a:lnTo>
                      <a:pt x="30" y="124"/>
                    </a:lnTo>
                    <a:lnTo>
                      <a:pt x="30" y="124"/>
                    </a:lnTo>
                    <a:lnTo>
                      <a:pt x="30" y="124"/>
                    </a:lnTo>
                    <a:lnTo>
                      <a:pt x="61" y="124"/>
                    </a:lnTo>
                    <a:lnTo>
                      <a:pt x="61" y="124"/>
                    </a:lnTo>
                    <a:lnTo>
                      <a:pt x="61" y="124"/>
                    </a:lnTo>
                    <a:lnTo>
                      <a:pt x="61" y="124"/>
                    </a:lnTo>
                    <a:lnTo>
                      <a:pt x="61" y="124"/>
                    </a:lnTo>
                    <a:cubicBezTo>
                      <a:pt x="93" y="124"/>
                      <a:pt x="93" y="124"/>
                      <a:pt x="93" y="124"/>
                    </a:cubicBezTo>
                    <a:lnTo>
                      <a:pt x="93" y="124"/>
                    </a:lnTo>
                    <a:lnTo>
                      <a:pt x="124" y="124"/>
                    </a:lnTo>
                    <a:lnTo>
                      <a:pt x="124" y="124"/>
                    </a:lnTo>
                    <a:cubicBezTo>
                      <a:pt x="124" y="93"/>
                      <a:pt x="124" y="93"/>
                      <a:pt x="124" y="93"/>
                    </a:cubicBezTo>
                    <a:lnTo>
                      <a:pt x="124" y="93"/>
                    </a:lnTo>
                    <a:lnTo>
                      <a:pt x="154" y="93"/>
                    </a:lnTo>
                    <a:lnTo>
                      <a:pt x="154" y="93"/>
                    </a:lnTo>
                    <a:lnTo>
                      <a:pt x="154" y="61"/>
                    </a:lnTo>
                    <a:lnTo>
                      <a:pt x="154" y="61"/>
                    </a:lnTo>
                    <a:lnTo>
                      <a:pt x="154" y="61"/>
                    </a:lnTo>
                    <a:lnTo>
                      <a:pt x="154" y="61"/>
                    </a:lnTo>
                    <a:lnTo>
                      <a:pt x="124" y="61"/>
                    </a:lnTo>
                    <a:lnTo>
                      <a:pt x="124" y="61"/>
                    </a:lnTo>
                    <a:lnTo>
                      <a:pt x="124" y="61"/>
                    </a:lnTo>
                    <a:lnTo>
                      <a:pt x="124" y="61"/>
                    </a:lnTo>
                    <a:cubicBezTo>
                      <a:pt x="93" y="61"/>
                      <a:pt x="93" y="61"/>
                      <a:pt x="93" y="30"/>
                    </a:cubicBezTo>
                    <a:lnTo>
                      <a:pt x="93" y="30"/>
                    </a:lnTo>
                    <a:lnTo>
                      <a:pt x="61" y="30"/>
                    </a:lnTo>
                    <a:lnTo>
                      <a:pt x="61" y="30"/>
                    </a:lnTo>
                    <a:lnTo>
                      <a:pt x="61" y="30"/>
                    </a:lnTo>
                    <a:cubicBezTo>
                      <a:pt x="61" y="30"/>
                      <a:pt x="61" y="0"/>
                      <a:pt x="30" y="0"/>
                    </a:cubicBezTo>
                    <a:lnTo>
                      <a:pt x="30" y="0"/>
                    </a:lnTo>
                    <a:lnTo>
                      <a:pt x="30" y="0"/>
                    </a:lnTo>
                    <a:lnTo>
                      <a:pt x="30" y="0"/>
                    </a:lnTo>
                    <a:lnTo>
                      <a:pt x="30" y="0"/>
                    </a:lnTo>
                    <a:cubicBezTo>
                      <a:pt x="30" y="30"/>
                      <a:pt x="0" y="30"/>
                      <a:pt x="0" y="30"/>
                    </a:cubicBezTo>
                    <a:cubicBezTo>
                      <a:pt x="0" y="30"/>
                      <a:pt x="0" y="30"/>
                      <a:pt x="0" y="61"/>
                    </a:cubicBezTo>
                    <a:lnTo>
                      <a:pt x="0" y="61"/>
                    </a:lnTo>
                    <a:lnTo>
                      <a:pt x="0" y="61"/>
                    </a:lnTo>
                    <a:lnTo>
                      <a:pt x="0" y="61"/>
                    </a:lnTo>
                    <a:cubicBezTo>
                      <a:pt x="0" y="61"/>
                      <a:pt x="0" y="61"/>
                      <a:pt x="0" y="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24" name="Freeform 73">
                <a:extLst>
                  <a:ext uri="{FF2B5EF4-FFF2-40B4-BE49-F238E27FC236}">
                    <a16:creationId xmlns:a16="http://schemas.microsoft.com/office/drawing/2014/main" id="{A5D81CB7-FECA-61B6-0F5C-3157BDA6B54E}"/>
                  </a:ext>
                </a:extLst>
              </p:cNvPr>
              <p:cNvSpPr>
                <a:spLocks noChangeArrowheads="1"/>
              </p:cNvSpPr>
              <p:nvPr/>
            </p:nvSpPr>
            <p:spPr bwMode="auto">
              <a:xfrm>
                <a:off x="5029200" y="1735138"/>
                <a:ext cx="44450" cy="44450"/>
              </a:xfrm>
              <a:custGeom>
                <a:avLst/>
                <a:gdLst>
                  <a:gd name="T0" fmla="*/ 94 w 125"/>
                  <a:gd name="T1" fmla="*/ 31 h 125"/>
                  <a:gd name="T2" fmla="*/ 94 w 125"/>
                  <a:gd name="T3" fmla="*/ 31 h 125"/>
                  <a:gd name="T4" fmla="*/ 94 w 125"/>
                  <a:gd name="T5" fmla="*/ 31 h 125"/>
                  <a:gd name="T6" fmla="*/ 63 w 125"/>
                  <a:gd name="T7" fmla="*/ 31 h 125"/>
                  <a:gd name="T8" fmla="*/ 31 w 125"/>
                  <a:gd name="T9" fmla="*/ 31 h 125"/>
                  <a:gd name="T10" fmla="*/ 31 w 125"/>
                  <a:gd name="T11" fmla="*/ 31 h 125"/>
                  <a:gd name="T12" fmla="*/ 31 w 125"/>
                  <a:gd name="T13" fmla="*/ 31 h 125"/>
                  <a:gd name="T14" fmla="*/ 0 w 125"/>
                  <a:gd name="T15" fmla="*/ 0 h 125"/>
                  <a:gd name="T16" fmla="*/ 0 w 125"/>
                  <a:gd name="T17" fmla="*/ 31 h 125"/>
                  <a:gd name="T18" fmla="*/ 0 w 125"/>
                  <a:gd name="T19" fmla="*/ 31 h 125"/>
                  <a:gd name="T20" fmla="*/ 0 w 125"/>
                  <a:gd name="T21" fmla="*/ 31 h 125"/>
                  <a:gd name="T22" fmla="*/ 0 w 125"/>
                  <a:gd name="T23" fmla="*/ 31 h 125"/>
                  <a:gd name="T24" fmla="*/ 0 w 125"/>
                  <a:gd name="T25" fmla="*/ 31 h 125"/>
                  <a:gd name="T26" fmla="*/ 0 w 125"/>
                  <a:gd name="T27" fmla="*/ 31 h 125"/>
                  <a:gd name="T28" fmla="*/ 0 w 125"/>
                  <a:gd name="T29" fmla="*/ 61 h 125"/>
                  <a:gd name="T30" fmla="*/ 0 w 125"/>
                  <a:gd name="T31" fmla="*/ 61 h 125"/>
                  <a:gd name="T32" fmla="*/ 0 w 125"/>
                  <a:gd name="T33" fmla="*/ 61 h 125"/>
                  <a:gd name="T34" fmla="*/ 0 w 125"/>
                  <a:gd name="T35" fmla="*/ 92 h 125"/>
                  <a:gd name="T36" fmla="*/ 0 w 125"/>
                  <a:gd name="T37" fmla="*/ 92 h 125"/>
                  <a:gd name="T38" fmla="*/ 0 w 125"/>
                  <a:gd name="T39" fmla="*/ 92 h 125"/>
                  <a:gd name="T40" fmla="*/ 0 w 125"/>
                  <a:gd name="T41" fmla="*/ 92 h 125"/>
                  <a:gd name="T42" fmla="*/ 0 w 125"/>
                  <a:gd name="T43" fmla="*/ 124 h 125"/>
                  <a:gd name="T44" fmla="*/ 0 w 125"/>
                  <a:gd name="T45" fmla="*/ 124 h 125"/>
                  <a:gd name="T46" fmla="*/ 0 w 125"/>
                  <a:gd name="T47" fmla="*/ 124 h 125"/>
                  <a:gd name="T48" fmla="*/ 31 w 125"/>
                  <a:gd name="T49" fmla="*/ 124 h 125"/>
                  <a:gd name="T50" fmla="*/ 31 w 125"/>
                  <a:gd name="T51" fmla="*/ 124 h 125"/>
                  <a:gd name="T52" fmla="*/ 31 w 125"/>
                  <a:gd name="T53" fmla="*/ 124 h 125"/>
                  <a:gd name="T54" fmla="*/ 31 w 125"/>
                  <a:gd name="T55" fmla="*/ 92 h 125"/>
                  <a:gd name="T56" fmla="*/ 31 w 125"/>
                  <a:gd name="T57" fmla="*/ 92 h 125"/>
                  <a:gd name="T58" fmla="*/ 63 w 125"/>
                  <a:gd name="T59" fmla="*/ 92 h 125"/>
                  <a:gd name="T60" fmla="*/ 63 w 125"/>
                  <a:gd name="T61" fmla="*/ 92 h 125"/>
                  <a:gd name="T62" fmla="*/ 63 w 125"/>
                  <a:gd name="T63" fmla="*/ 92 h 125"/>
                  <a:gd name="T64" fmla="*/ 63 w 125"/>
                  <a:gd name="T65" fmla="*/ 92 h 125"/>
                  <a:gd name="T66" fmla="*/ 94 w 125"/>
                  <a:gd name="T67" fmla="*/ 61 h 125"/>
                  <a:gd name="T68" fmla="*/ 94 w 125"/>
                  <a:gd name="T69" fmla="*/ 61 h 125"/>
                  <a:gd name="T70" fmla="*/ 124 w 125"/>
                  <a:gd name="T71" fmla="*/ 61 h 125"/>
                  <a:gd name="T72" fmla="*/ 94 w 125"/>
                  <a:gd name="T73" fmla="*/ 31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5" h="125">
                    <a:moveTo>
                      <a:pt x="94" y="31"/>
                    </a:moveTo>
                    <a:lnTo>
                      <a:pt x="94" y="31"/>
                    </a:lnTo>
                    <a:lnTo>
                      <a:pt x="94" y="31"/>
                    </a:lnTo>
                    <a:lnTo>
                      <a:pt x="63" y="31"/>
                    </a:lnTo>
                    <a:lnTo>
                      <a:pt x="31" y="31"/>
                    </a:lnTo>
                    <a:lnTo>
                      <a:pt x="31" y="31"/>
                    </a:lnTo>
                    <a:lnTo>
                      <a:pt x="31" y="31"/>
                    </a:lnTo>
                    <a:cubicBezTo>
                      <a:pt x="31" y="31"/>
                      <a:pt x="31" y="31"/>
                      <a:pt x="0" y="0"/>
                    </a:cubicBezTo>
                    <a:cubicBezTo>
                      <a:pt x="0" y="31"/>
                      <a:pt x="0" y="31"/>
                      <a:pt x="0" y="31"/>
                    </a:cubicBezTo>
                    <a:lnTo>
                      <a:pt x="0" y="31"/>
                    </a:lnTo>
                    <a:lnTo>
                      <a:pt x="0" y="31"/>
                    </a:lnTo>
                    <a:lnTo>
                      <a:pt x="0" y="31"/>
                    </a:lnTo>
                    <a:lnTo>
                      <a:pt x="0" y="31"/>
                    </a:lnTo>
                    <a:lnTo>
                      <a:pt x="0" y="31"/>
                    </a:lnTo>
                    <a:lnTo>
                      <a:pt x="0" y="61"/>
                    </a:lnTo>
                    <a:lnTo>
                      <a:pt x="0" y="61"/>
                    </a:lnTo>
                    <a:lnTo>
                      <a:pt x="0" y="61"/>
                    </a:lnTo>
                    <a:cubicBezTo>
                      <a:pt x="0" y="92"/>
                      <a:pt x="0" y="92"/>
                      <a:pt x="0" y="92"/>
                    </a:cubicBezTo>
                    <a:lnTo>
                      <a:pt x="0" y="92"/>
                    </a:lnTo>
                    <a:lnTo>
                      <a:pt x="0" y="92"/>
                    </a:lnTo>
                    <a:lnTo>
                      <a:pt x="0" y="92"/>
                    </a:lnTo>
                    <a:lnTo>
                      <a:pt x="0" y="124"/>
                    </a:lnTo>
                    <a:lnTo>
                      <a:pt x="0" y="124"/>
                    </a:lnTo>
                    <a:lnTo>
                      <a:pt x="0" y="124"/>
                    </a:lnTo>
                    <a:cubicBezTo>
                      <a:pt x="31" y="124"/>
                      <a:pt x="31" y="124"/>
                      <a:pt x="31" y="124"/>
                    </a:cubicBezTo>
                    <a:lnTo>
                      <a:pt x="31" y="124"/>
                    </a:lnTo>
                    <a:lnTo>
                      <a:pt x="31" y="124"/>
                    </a:lnTo>
                    <a:lnTo>
                      <a:pt x="31" y="92"/>
                    </a:lnTo>
                    <a:lnTo>
                      <a:pt x="31" y="92"/>
                    </a:lnTo>
                    <a:cubicBezTo>
                      <a:pt x="63" y="92"/>
                      <a:pt x="63" y="92"/>
                      <a:pt x="63" y="92"/>
                    </a:cubicBezTo>
                    <a:lnTo>
                      <a:pt x="63" y="92"/>
                    </a:lnTo>
                    <a:lnTo>
                      <a:pt x="63" y="92"/>
                    </a:lnTo>
                    <a:lnTo>
                      <a:pt x="63" y="92"/>
                    </a:lnTo>
                    <a:lnTo>
                      <a:pt x="94" y="61"/>
                    </a:lnTo>
                    <a:lnTo>
                      <a:pt x="94" y="61"/>
                    </a:lnTo>
                    <a:cubicBezTo>
                      <a:pt x="94" y="61"/>
                      <a:pt x="94" y="61"/>
                      <a:pt x="124" y="61"/>
                    </a:cubicBezTo>
                    <a:cubicBezTo>
                      <a:pt x="94" y="31"/>
                      <a:pt x="94" y="31"/>
                      <a:pt x="94"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25" name="Freeform 74">
                <a:extLst>
                  <a:ext uri="{FF2B5EF4-FFF2-40B4-BE49-F238E27FC236}">
                    <a16:creationId xmlns:a16="http://schemas.microsoft.com/office/drawing/2014/main" id="{C410AABC-536C-2251-14B0-BD8265FB8921}"/>
                  </a:ext>
                </a:extLst>
              </p:cNvPr>
              <p:cNvSpPr>
                <a:spLocks noChangeArrowheads="1"/>
              </p:cNvSpPr>
              <p:nvPr/>
            </p:nvSpPr>
            <p:spPr bwMode="auto">
              <a:xfrm>
                <a:off x="5073650" y="1668463"/>
                <a:ext cx="168275" cy="68262"/>
              </a:xfrm>
              <a:custGeom>
                <a:avLst/>
                <a:gdLst>
                  <a:gd name="T0" fmla="*/ 187 w 466"/>
                  <a:gd name="T1" fmla="*/ 124 h 188"/>
                  <a:gd name="T2" fmla="*/ 187 w 466"/>
                  <a:gd name="T3" fmla="*/ 94 h 188"/>
                  <a:gd name="T4" fmla="*/ 217 w 466"/>
                  <a:gd name="T5" fmla="*/ 94 h 188"/>
                  <a:gd name="T6" fmla="*/ 217 w 466"/>
                  <a:gd name="T7" fmla="*/ 94 h 188"/>
                  <a:gd name="T8" fmla="*/ 248 w 466"/>
                  <a:gd name="T9" fmla="*/ 94 h 188"/>
                  <a:gd name="T10" fmla="*/ 248 w 466"/>
                  <a:gd name="T11" fmla="*/ 94 h 188"/>
                  <a:gd name="T12" fmla="*/ 280 w 466"/>
                  <a:gd name="T13" fmla="*/ 124 h 188"/>
                  <a:gd name="T14" fmla="*/ 311 w 466"/>
                  <a:gd name="T15" fmla="*/ 94 h 188"/>
                  <a:gd name="T16" fmla="*/ 311 w 466"/>
                  <a:gd name="T17" fmla="*/ 63 h 188"/>
                  <a:gd name="T18" fmla="*/ 341 w 466"/>
                  <a:gd name="T19" fmla="*/ 63 h 188"/>
                  <a:gd name="T20" fmla="*/ 341 w 466"/>
                  <a:gd name="T21" fmla="*/ 63 h 188"/>
                  <a:gd name="T22" fmla="*/ 404 w 466"/>
                  <a:gd name="T23" fmla="*/ 63 h 188"/>
                  <a:gd name="T24" fmla="*/ 465 w 466"/>
                  <a:gd name="T25" fmla="*/ 31 h 188"/>
                  <a:gd name="T26" fmla="*/ 465 w 466"/>
                  <a:gd name="T27" fmla="*/ 31 h 188"/>
                  <a:gd name="T28" fmla="*/ 435 w 466"/>
                  <a:gd name="T29" fmla="*/ 0 h 188"/>
                  <a:gd name="T30" fmla="*/ 435 w 466"/>
                  <a:gd name="T31" fmla="*/ 0 h 188"/>
                  <a:gd name="T32" fmla="*/ 372 w 466"/>
                  <a:gd name="T33" fmla="*/ 0 h 188"/>
                  <a:gd name="T34" fmla="*/ 372 w 466"/>
                  <a:gd name="T35" fmla="*/ 0 h 188"/>
                  <a:gd name="T36" fmla="*/ 341 w 466"/>
                  <a:gd name="T37" fmla="*/ 0 h 188"/>
                  <a:gd name="T38" fmla="*/ 311 w 466"/>
                  <a:gd name="T39" fmla="*/ 0 h 188"/>
                  <a:gd name="T40" fmla="*/ 311 w 466"/>
                  <a:gd name="T41" fmla="*/ 0 h 188"/>
                  <a:gd name="T42" fmla="*/ 248 w 466"/>
                  <a:gd name="T43" fmla="*/ 0 h 188"/>
                  <a:gd name="T44" fmla="*/ 217 w 466"/>
                  <a:gd name="T45" fmla="*/ 0 h 188"/>
                  <a:gd name="T46" fmla="*/ 187 w 466"/>
                  <a:gd name="T47" fmla="*/ 0 h 188"/>
                  <a:gd name="T48" fmla="*/ 187 w 466"/>
                  <a:gd name="T49" fmla="*/ 0 h 188"/>
                  <a:gd name="T50" fmla="*/ 187 w 466"/>
                  <a:gd name="T51" fmla="*/ 0 h 188"/>
                  <a:gd name="T52" fmla="*/ 156 w 466"/>
                  <a:gd name="T53" fmla="*/ 31 h 188"/>
                  <a:gd name="T54" fmla="*/ 93 w 466"/>
                  <a:gd name="T55" fmla="*/ 31 h 188"/>
                  <a:gd name="T56" fmla="*/ 63 w 466"/>
                  <a:gd name="T57" fmla="*/ 0 h 188"/>
                  <a:gd name="T58" fmla="*/ 32 w 466"/>
                  <a:gd name="T59" fmla="*/ 31 h 188"/>
                  <a:gd name="T60" fmla="*/ 0 w 466"/>
                  <a:gd name="T61" fmla="*/ 63 h 188"/>
                  <a:gd name="T62" fmla="*/ 0 w 466"/>
                  <a:gd name="T63" fmla="*/ 63 h 188"/>
                  <a:gd name="T64" fmla="*/ 32 w 466"/>
                  <a:gd name="T65" fmla="*/ 63 h 188"/>
                  <a:gd name="T66" fmla="*/ 93 w 466"/>
                  <a:gd name="T67" fmla="*/ 63 h 188"/>
                  <a:gd name="T68" fmla="*/ 124 w 466"/>
                  <a:gd name="T69" fmla="*/ 124 h 188"/>
                  <a:gd name="T70" fmla="*/ 124 w 466"/>
                  <a:gd name="T71" fmla="*/ 124 h 188"/>
                  <a:gd name="T72" fmla="*/ 93 w 466"/>
                  <a:gd name="T73" fmla="*/ 155 h 188"/>
                  <a:gd name="T74" fmla="*/ 63 w 466"/>
                  <a:gd name="T75" fmla="*/ 187 h 188"/>
                  <a:gd name="T76" fmla="*/ 63 w 466"/>
                  <a:gd name="T77" fmla="*/ 187 h 188"/>
                  <a:gd name="T78" fmla="*/ 63 w 466"/>
                  <a:gd name="T79" fmla="*/ 187 h 188"/>
                  <a:gd name="T80" fmla="*/ 93 w 466"/>
                  <a:gd name="T81" fmla="*/ 187 h 188"/>
                  <a:gd name="T82" fmla="*/ 93 w 466"/>
                  <a:gd name="T83" fmla="*/ 187 h 188"/>
                  <a:gd name="T84" fmla="*/ 93 w 466"/>
                  <a:gd name="T85" fmla="*/ 155 h 188"/>
                  <a:gd name="T86" fmla="*/ 124 w 466"/>
                  <a:gd name="T87" fmla="*/ 187 h 188"/>
                  <a:gd name="T88" fmla="*/ 156 w 466"/>
                  <a:gd name="T89" fmla="*/ 155 h 188"/>
                  <a:gd name="T90" fmla="*/ 187 w 466"/>
                  <a:gd name="T91" fmla="*/ 12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66" h="188">
                    <a:moveTo>
                      <a:pt x="187" y="124"/>
                    </a:moveTo>
                    <a:lnTo>
                      <a:pt x="187" y="124"/>
                    </a:lnTo>
                    <a:lnTo>
                      <a:pt x="187" y="124"/>
                    </a:lnTo>
                    <a:cubicBezTo>
                      <a:pt x="187" y="124"/>
                      <a:pt x="187" y="124"/>
                      <a:pt x="187" y="94"/>
                    </a:cubicBezTo>
                    <a:lnTo>
                      <a:pt x="187" y="94"/>
                    </a:lnTo>
                    <a:cubicBezTo>
                      <a:pt x="217" y="94"/>
                      <a:pt x="217" y="94"/>
                      <a:pt x="217" y="94"/>
                    </a:cubicBezTo>
                    <a:lnTo>
                      <a:pt x="217" y="94"/>
                    </a:lnTo>
                    <a:lnTo>
                      <a:pt x="217" y="94"/>
                    </a:lnTo>
                    <a:lnTo>
                      <a:pt x="217" y="94"/>
                    </a:lnTo>
                    <a:cubicBezTo>
                      <a:pt x="248" y="94"/>
                      <a:pt x="248" y="94"/>
                      <a:pt x="248" y="94"/>
                    </a:cubicBezTo>
                    <a:lnTo>
                      <a:pt x="248" y="94"/>
                    </a:lnTo>
                    <a:lnTo>
                      <a:pt x="248" y="94"/>
                    </a:lnTo>
                    <a:lnTo>
                      <a:pt x="248" y="94"/>
                    </a:lnTo>
                    <a:cubicBezTo>
                      <a:pt x="280" y="94"/>
                      <a:pt x="280" y="94"/>
                      <a:pt x="280" y="124"/>
                    </a:cubicBezTo>
                    <a:cubicBezTo>
                      <a:pt x="280" y="124"/>
                      <a:pt x="280" y="94"/>
                      <a:pt x="311" y="94"/>
                    </a:cubicBezTo>
                    <a:lnTo>
                      <a:pt x="311" y="94"/>
                    </a:lnTo>
                    <a:cubicBezTo>
                      <a:pt x="311" y="94"/>
                      <a:pt x="311" y="94"/>
                      <a:pt x="311" y="63"/>
                    </a:cubicBezTo>
                    <a:lnTo>
                      <a:pt x="311" y="63"/>
                    </a:lnTo>
                    <a:cubicBezTo>
                      <a:pt x="341" y="63"/>
                      <a:pt x="341" y="63"/>
                      <a:pt x="341" y="63"/>
                    </a:cubicBezTo>
                    <a:lnTo>
                      <a:pt x="341" y="63"/>
                    </a:lnTo>
                    <a:lnTo>
                      <a:pt x="341" y="63"/>
                    </a:lnTo>
                    <a:lnTo>
                      <a:pt x="341" y="63"/>
                    </a:lnTo>
                    <a:cubicBezTo>
                      <a:pt x="341" y="63"/>
                      <a:pt x="372" y="63"/>
                      <a:pt x="404" y="63"/>
                    </a:cubicBezTo>
                    <a:lnTo>
                      <a:pt x="404" y="63"/>
                    </a:lnTo>
                    <a:cubicBezTo>
                      <a:pt x="404" y="31"/>
                      <a:pt x="435" y="31"/>
                      <a:pt x="435" y="31"/>
                    </a:cubicBezTo>
                    <a:cubicBezTo>
                      <a:pt x="435" y="31"/>
                      <a:pt x="435" y="31"/>
                      <a:pt x="465" y="31"/>
                    </a:cubicBezTo>
                    <a:lnTo>
                      <a:pt x="465" y="31"/>
                    </a:lnTo>
                    <a:lnTo>
                      <a:pt x="465" y="31"/>
                    </a:lnTo>
                    <a:cubicBezTo>
                      <a:pt x="435" y="31"/>
                      <a:pt x="435" y="0"/>
                      <a:pt x="435" y="0"/>
                    </a:cubicBezTo>
                    <a:lnTo>
                      <a:pt x="435" y="0"/>
                    </a:lnTo>
                    <a:lnTo>
                      <a:pt x="435" y="0"/>
                    </a:lnTo>
                    <a:lnTo>
                      <a:pt x="435" y="0"/>
                    </a:lnTo>
                    <a:cubicBezTo>
                      <a:pt x="404" y="0"/>
                      <a:pt x="404" y="0"/>
                      <a:pt x="404" y="0"/>
                    </a:cubicBezTo>
                    <a:cubicBezTo>
                      <a:pt x="404" y="0"/>
                      <a:pt x="404" y="0"/>
                      <a:pt x="372" y="0"/>
                    </a:cubicBezTo>
                    <a:lnTo>
                      <a:pt x="372" y="0"/>
                    </a:lnTo>
                    <a:lnTo>
                      <a:pt x="372" y="0"/>
                    </a:lnTo>
                    <a:cubicBezTo>
                      <a:pt x="341" y="0"/>
                      <a:pt x="341" y="0"/>
                      <a:pt x="341" y="0"/>
                    </a:cubicBezTo>
                    <a:lnTo>
                      <a:pt x="341" y="0"/>
                    </a:lnTo>
                    <a:cubicBezTo>
                      <a:pt x="311" y="0"/>
                      <a:pt x="311" y="0"/>
                      <a:pt x="311" y="0"/>
                    </a:cubicBezTo>
                    <a:lnTo>
                      <a:pt x="311" y="0"/>
                    </a:lnTo>
                    <a:lnTo>
                      <a:pt x="311" y="0"/>
                    </a:lnTo>
                    <a:lnTo>
                      <a:pt x="311" y="0"/>
                    </a:lnTo>
                    <a:cubicBezTo>
                      <a:pt x="280" y="0"/>
                      <a:pt x="280" y="0"/>
                      <a:pt x="280" y="0"/>
                    </a:cubicBezTo>
                    <a:cubicBezTo>
                      <a:pt x="280" y="0"/>
                      <a:pt x="280" y="0"/>
                      <a:pt x="248" y="0"/>
                    </a:cubicBezTo>
                    <a:lnTo>
                      <a:pt x="248" y="0"/>
                    </a:lnTo>
                    <a:cubicBezTo>
                      <a:pt x="217" y="0"/>
                      <a:pt x="217" y="0"/>
                      <a:pt x="217" y="0"/>
                    </a:cubicBezTo>
                    <a:cubicBezTo>
                      <a:pt x="217" y="0"/>
                      <a:pt x="217" y="0"/>
                      <a:pt x="187" y="0"/>
                    </a:cubicBezTo>
                    <a:lnTo>
                      <a:pt x="187" y="0"/>
                    </a:lnTo>
                    <a:lnTo>
                      <a:pt x="187" y="0"/>
                    </a:lnTo>
                    <a:lnTo>
                      <a:pt x="187" y="0"/>
                    </a:lnTo>
                    <a:lnTo>
                      <a:pt x="187" y="0"/>
                    </a:lnTo>
                    <a:lnTo>
                      <a:pt x="187" y="0"/>
                    </a:lnTo>
                    <a:cubicBezTo>
                      <a:pt x="187" y="31"/>
                      <a:pt x="187" y="31"/>
                      <a:pt x="156" y="31"/>
                    </a:cubicBezTo>
                    <a:lnTo>
                      <a:pt x="156" y="31"/>
                    </a:lnTo>
                    <a:cubicBezTo>
                      <a:pt x="124" y="31"/>
                      <a:pt x="124" y="31"/>
                      <a:pt x="124" y="31"/>
                    </a:cubicBezTo>
                    <a:cubicBezTo>
                      <a:pt x="93" y="31"/>
                      <a:pt x="93" y="31"/>
                      <a:pt x="93" y="31"/>
                    </a:cubicBezTo>
                    <a:cubicBezTo>
                      <a:pt x="63" y="0"/>
                      <a:pt x="63" y="0"/>
                      <a:pt x="63" y="0"/>
                    </a:cubicBezTo>
                    <a:lnTo>
                      <a:pt x="63" y="0"/>
                    </a:lnTo>
                    <a:cubicBezTo>
                      <a:pt x="32" y="0"/>
                      <a:pt x="32" y="31"/>
                      <a:pt x="32" y="31"/>
                    </a:cubicBezTo>
                    <a:lnTo>
                      <a:pt x="32" y="31"/>
                    </a:lnTo>
                    <a:cubicBezTo>
                      <a:pt x="0" y="31"/>
                      <a:pt x="0" y="63"/>
                      <a:pt x="0" y="63"/>
                    </a:cubicBezTo>
                    <a:lnTo>
                      <a:pt x="0" y="63"/>
                    </a:lnTo>
                    <a:lnTo>
                      <a:pt x="0" y="63"/>
                    </a:lnTo>
                    <a:lnTo>
                      <a:pt x="0" y="63"/>
                    </a:lnTo>
                    <a:lnTo>
                      <a:pt x="0" y="63"/>
                    </a:lnTo>
                    <a:cubicBezTo>
                      <a:pt x="32" y="63"/>
                      <a:pt x="32" y="63"/>
                      <a:pt x="32" y="63"/>
                    </a:cubicBezTo>
                    <a:lnTo>
                      <a:pt x="32" y="63"/>
                    </a:lnTo>
                    <a:cubicBezTo>
                      <a:pt x="63" y="63"/>
                      <a:pt x="93" y="63"/>
                      <a:pt x="93" y="63"/>
                    </a:cubicBezTo>
                    <a:lnTo>
                      <a:pt x="93" y="63"/>
                    </a:lnTo>
                    <a:cubicBezTo>
                      <a:pt x="124" y="94"/>
                      <a:pt x="124" y="94"/>
                      <a:pt x="124" y="124"/>
                    </a:cubicBezTo>
                    <a:lnTo>
                      <a:pt x="124" y="124"/>
                    </a:lnTo>
                    <a:lnTo>
                      <a:pt x="124" y="124"/>
                    </a:lnTo>
                    <a:cubicBezTo>
                      <a:pt x="124" y="155"/>
                      <a:pt x="93" y="155"/>
                      <a:pt x="93" y="155"/>
                    </a:cubicBezTo>
                    <a:lnTo>
                      <a:pt x="93" y="155"/>
                    </a:lnTo>
                    <a:lnTo>
                      <a:pt x="93" y="155"/>
                    </a:lnTo>
                    <a:cubicBezTo>
                      <a:pt x="93" y="155"/>
                      <a:pt x="63" y="155"/>
                      <a:pt x="63" y="187"/>
                    </a:cubicBezTo>
                    <a:lnTo>
                      <a:pt x="63" y="187"/>
                    </a:lnTo>
                    <a:lnTo>
                      <a:pt x="63" y="187"/>
                    </a:lnTo>
                    <a:lnTo>
                      <a:pt x="63" y="187"/>
                    </a:lnTo>
                    <a:lnTo>
                      <a:pt x="63" y="187"/>
                    </a:lnTo>
                    <a:cubicBezTo>
                      <a:pt x="63" y="187"/>
                      <a:pt x="63" y="187"/>
                      <a:pt x="93" y="187"/>
                    </a:cubicBezTo>
                    <a:lnTo>
                      <a:pt x="93" y="187"/>
                    </a:lnTo>
                    <a:lnTo>
                      <a:pt x="93" y="187"/>
                    </a:lnTo>
                    <a:lnTo>
                      <a:pt x="93" y="187"/>
                    </a:lnTo>
                    <a:lnTo>
                      <a:pt x="93" y="155"/>
                    </a:lnTo>
                    <a:lnTo>
                      <a:pt x="93" y="155"/>
                    </a:lnTo>
                    <a:cubicBezTo>
                      <a:pt x="124" y="155"/>
                      <a:pt x="124" y="155"/>
                      <a:pt x="124" y="187"/>
                    </a:cubicBezTo>
                    <a:lnTo>
                      <a:pt x="124" y="187"/>
                    </a:lnTo>
                    <a:lnTo>
                      <a:pt x="124" y="187"/>
                    </a:lnTo>
                    <a:cubicBezTo>
                      <a:pt x="156" y="155"/>
                      <a:pt x="156" y="155"/>
                      <a:pt x="156" y="155"/>
                    </a:cubicBezTo>
                    <a:lnTo>
                      <a:pt x="156" y="124"/>
                    </a:lnTo>
                    <a:cubicBezTo>
                      <a:pt x="156" y="124"/>
                      <a:pt x="156" y="124"/>
                      <a:pt x="187" y="1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26" name="Freeform 75">
                <a:extLst>
                  <a:ext uri="{FF2B5EF4-FFF2-40B4-BE49-F238E27FC236}">
                    <a16:creationId xmlns:a16="http://schemas.microsoft.com/office/drawing/2014/main" id="{A08D4FAD-7E56-1F88-404E-CA77D7E24976}"/>
                  </a:ext>
                </a:extLst>
              </p:cNvPr>
              <p:cNvSpPr>
                <a:spLocks noChangeArrowheads="1"/>
              </p:cNvSpPr>
              <p:nvPr/>
            </p:nvSpPr>
            <p:spPr bwMode="auto">
              <a:xfrm>
                <a:off x="5443538" y="2003425"/>
                <a:ext cx="33337" cy="22225"/>
              </a:xfrm>
              <a:custGeom>
                <a:avLst/>
                <a:gdLst>
                  <a:gd name="T0" fmla="*/ 31 w 93"/>
                  <a:gd name="T1" fmla="*/ 31 h 62"/>
                  <a:gd name="T2" fmla="*/ 31 w 93"/>
                  <a:gd name="T3" fmla="*/ 31 h 62"/>
                  <a:gd name="T4" fmla="*/ 31 w 93"/>
                  <a:gd name="T5" fmla="*/ 31 h 62"/>
                  <a:gd name="T6" fmla="*/ 31 w 93"/>
                  <a:gd name="T7" fmla="*/ 31 h 62"/>
                  <a:gd name="T8" fmla="*/ 61 w 93"/>
                  <a:gd name="T9" fmla="*/ 31 h 62"/>
                  <a:gd name="T10" fmla="*/ 61 w 93"/>
                  <a:gd name="T11" fmla="*/ 31 h 62"/>
                  <a:gd name="T12" fmla="*/ 61 w 93"/>
                  <a:gd name="T13" fmla="*/ 61 h 62"/>
                  <a:gd name="T14" fmla="*/ 92 w 93"/>
                  <a:gd name="T15" fmla="*/ 61 h 62"/>
                  <a:gd name="T16" fmla="*/ 92 w 93"/>
                  <a:gd name="T17" fmla="*/ 61 h 62"/>
                  <a:gd name="T18" fmla="*/ 92 w 93"/>
                  <a:gd name="T19" fmla="*/ 61 h 62"/>
                  <a:gd name="T20" fmla="*/ 92 w 93"/>
                  <a:gd name="T21" fmla="*/ 61 h 62"/>
                  <a:gd name="T22" fmla="*/ 92 w 93"/>
                  <a:gd name="T23" fmla="*/ 61 h 62"/>
                  <a:gd name="T24" fmla="*/ 92 w 93"/>
                  <a:gd name="T25" fmla="*/ 61 h 62"/>
                  <a:gd name="T26" fmla="*/ 92 w 93"/>
                  <a:gd name="T27" fmla="*/ 31 h 62"/>
                  <a:gd name="T28" fmla="*/ 61 w 93"/>
                  <a:gd name="T29" fmla="*/ 31 h 62"/>
                  <a:gd name="T30" fmla="*/ 61 w 93"/>
                  <a:gd name="T31" fmla="*/ 31 h 62"/>
                  <a:gd name="T32" fmla="*/ 61 w 93"/>
                  <a:gd name="T33" fmla="*/ 31 h 62"/>
                  <a:gd name="T34" fmla="*/ 31 w 93"/>
                  <a:gd name="T35" fmla="*/ 0 h 62"/>
                  <a:gd name="T36" fmla="*/ 0 w 93"/>
                  <a:gd name="T37" fmla="*/ 31 h 62"/>
                  <a:gd name="T38" fmla="*/ 0 w 93"/>
                  <a:gd name="T39" fmla="*/ 31 h 62"/>
                  <a:gd name="T40" fmla="*/ 0 w 93"/>
                  <a:gd name="T41" fmla="*/ 31 h 62"/>
                  <a:gd name="T42" fmla="*/ 0 w 93"/>
                  <a:gd name="T43" fmla="*/ 31 h 62"/>
                  <a:gd name="T44" fmla="*/ 31 w 93"/>
                  <a:gd name="T45"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3" h="62">
                    <a:moveTo>
                      <a:pt x="31" y="31"/>
                    </a:moveTo>
                    <a:lnTo>
                      <a:pt x="31" y="31"/>
                    </a:lnTo>
                    <a:lnTo>
                      <a:pt x="31" y="31"/>
                    </a:lnTo>
                    <a:lnTo>
                      <a:pt x="31" y="31"/>
                    </a:lnTo>
                    <a:cubicBezTo>
                      <a:pt x="31" y="31"/>
                      <a:pt x="31" y="31"/>
                      <a:pt x="61" y="31"/>
                    </a:cubicBezTo>
                    <a:lnTo>
                      <a:pt x="61" y="31"/>
                    </a:lnTo>
                    <a:lnTo>
                      <a:pt x="61" y="61"/>
                    </a:lnTo>
                    <a:cubicBezTo>
                      <a:pt x="92" y="61"/>
                      <a:pt x="92" y="61"/>
                      <a:pt x="92" y="61"/>
                    </a:cubicBezTo>
                    <a:lnTo>
                      <a:pt x="92" y="61"/>
                    </a:lnTo>
                    <a:lnTo>
                      <a:pt x="92" y="61"/>
                    </a:lnTo>
                    <a:lnTo>
                      <a:pt x="92" y="61"/>
                    </a:lnTo>
                    <a:lnTo>
                      <a:pt x="92" y="61"/>
                    </a:lnTo>
                    <a:lnTo>
                      <a:pt x="92" y="61"/>
                    </a:lnTo>
                    <a:cubicBezTo>
                      <a:pt x="92" y="31"/>
                      <a:pt x="92" y="31"/>
                      <a:pt x="92" y="31"/>
                    </a:cubicBezTo>
                    <a:cubicBezTo>
                      <a:pt x="92" y="31"/>
                      <a:pt x="92" y="31"/>
                      <a:pt x="61" y="31"/>
                    </a:cubicBezTo>
                    <a:lnTo>
                      <a:pt x="61" y="31"/>
                    </a:lnTo>
                    <a:lnTo>
                      <a:pt x="61" y="31"/>
                    </a:lnTo>
                    <a:cubicBezTo>
                      <a:pt x="31" y="31"/>
                      <a:pt x="31" y="31"/>
                      <a:pt x="31" y="0"/>
                    </a:cubicBezTo>
                    <a:cubicBezTo>
                      <a:pt x="31" y="31"/>
                      <a:pt x="31" y="31"/>
                      <a:pt x="0" y="31"/>
                    </a:cubicBezTo>
                    <a:lnTo>
                      <a:pt x="0" y="31"/>
                    </a:lnTo>
                    <a:lnTo>
                      <a:pt x="0" y="31"/>
                    </a:lnTo>
                    <a:lnTo>
                      <a:pt x="0" y="31"/>
                    </a:lnTo>
                    <a:lnTo>
                      <a:pt x="31" y="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27" name="Freeform 76">
                <a:extLst>
                  <a:ext uri="{FF2B5EF4-FFF2-40B4-BE49-F238E27FC236}">
                    <a16:creationId xmlns:a16="http://schemas.microsoft.com/office/drawing/2014/main" id="{AAEB2717-74D2-9804-9C75-86E14A2DE672}"/>
                  </a:ext>
                </a:extLst>
              </p:cNvPr>
              <p:cNvSpPr>
                <a:spLocks noChangeArrowheads="1"/>
              </p:cNvSpPr>
              <p:nvPr/>
            </p:nvSpPr>
            <p:spPr bwMode="auto">
              <a:xfrm>
                <a:off x="6156325" y="1690688"/>
                <a:ext cx="77788" cy="77787"/>
              </a:xfrm>
              <a:custGeom>
                <a:avLst/>
                <a:gdLst>
                  <a:gd name="T0" fmla="*/ 185 w 217"/>
                  <a:gd name="T1" fmla="*/ 0 h 217"/>
                  <a:gd name="T2" fmla="*/ 185 w 217"/>
                  <a:gd name="T3" fmla="*/ 0 h 217"/>
                  <a:gd name="T4" fmla="*/ 185 w 217"/>
                  <a:gd name="T5" fmla="*/ 0 h 217"/>
                  <a:gd name="T6" fmla="*/ 185 w 217"/>
                  <a:gd name="T7" fmla="*/ 0 h 217"/>
                  <a:gd name="T8" fmla="*/ 185 w 217"/>
                  <a:gd name="T9" fmla="*/ 31 h 217"/>
                  <a:gd name="T10" fmla="*/ 154 w 217"/>
                  <a:gd name="T11" fmla="*/ 61 h 217"/>
                  <a:gd name="T12" fmla="*/ 154 w 217"/>
                  <a:gd name="T13" fmla="*/ 61 h 217"/>
                  <a:gd name="T14" fmla="*/ 92 w 217"/>
                  <a:gd name="T15" fmla="*/ 31 h 217"/>
                  <a:gd name="T16" fmla="*/ 92 w 217"/>
                  <a:gd name="T17" fmla="*/ 31 h 217"/>
                  <a:gd name="T18" fmla="*/ 92 w 217"/>
                  <a:gd name="T19" fmla="*/ 31 h 217"/>
                  <a:gd name="T20" fmla="*/ 61 w 217"/>
                  <a:gd name="T21" fmla="*/ 61 h 217"/>
                  <a:gd name="T22" fmla="*/ 61 w 217"/>
                  <a:gd name="T23" fmla="*/ 61 h 217"/>
                  <a:gd name="T24" fmla="*/ 30 w 217"/>
                  <a:gd name="T25" fmla="*/ 92 h 217"/>
                  <a:gd name="T26" fmla="*/ 0 w 217"/>
                  <a:gd name="T27" fmla="*/ 92 h 217"/>
                  <a:gd name="T28" fmla="*/ 0 w 217"/>
                  <a:gd name="T29" fmla="*/ 92 h 217"/>
                  <a:gd name="T30" fmla="*/ 0 w 217"/>
                  <a:gd name="T31" fmla="*/ 92 h 217"/>
                  <a:gd name="T32" fmla="*/ 30 w 217"/>
                  <a:gd name="T33" fmla="*/ 155 h 217"/>
                  <a:gd name="T34" fmla="*/ 30 w 217"/>
                  <a:gd name="T35" fmla="*/ 155 h 217"/>
                  <a:gd name="T36" fmla="*/ 30 w 217"/>
                  <a:gd name="T37" fmla="*/ 185 h 217"/>
                  <a:gd name="T38" fmla="*/ 30 w 217"/>
                  <a:gd name="T39" fmla="*/ 216 h 217"/>
                  <a:gd name="T40" fmla="*/ 30 w 217"/>
                  <a:gd name="T41" fmla="*/ 216 h 217"/>
                  <a:gd name="T42" fmla="*/ 30 w 217"/>
                  <a:gd name="T43" fmla="*/ 216 h 217"/>
                  <a:gd name="T44" fmla="*/ 61 w 217"/>
                  <a:gd name="T45" fmla="*/ 216 h 217"/>
                  <a:gd name="T46" fmla="*/ 61 w 217"/>
                  <a:gd name="T47" fmla="*/ 216 h 217"/>
                  <a:gd name="T48" fmla="*/ 61 w 217"/>
                  <a:gd name="T49" fmla="*/ 216 h 217"/>
                  <a:gd name="T50" fmla="*/ 92 w 217"/>
                  <a:gd name="T51" fmla="*/ 185 h 217"/>
                  <a:gd name="T52" fmla="*/ 92 w 217"/>
                  <a:gd name="T53" fmla="*/ 185 h 217"/>
                  <a:gd name="T54" fmla="*/ 123 w 217"/>
                  <a:gd name="T55" fmla="*/ 185 h 217"/>
                  <a:gd name="T56" fmla="*/ 154 w 217"/>
                  <a:gd name="T57" fmla="*/ 185 h 217"/>
                  <a:gd name="T58" fmla="*/ 154 w 217"/>
                  <a:gd name="T59" fmla="*/ 185 h 217"/>
                  <a:gd name="T60" fmla="*/ 123 w 217"/>
                  <a:gd name="T61" fmla="*/ 155 h 217"/>
                  <a:gd name="T62" fmla="*/ 123 w 217"/>
                  <a:gd name="T63" fmla="*/ 124 h 217"/>
                  <a:gd name="T64" fmla="*/ 154 w 217"/>
                  <a:gd name="T65" fmla="*/ 92 h 217"/>
                  <a:gd name="T66" fmla="*/ 185 w 217"/>
                  <a:gd name="T67" fmla="*/ 61 h 217"/>
                  <a:gd name="T68" fmla="*/ 185 w 217"/>
                  <a:gd name="T69" fmla="*/ 61 h 217"/>
                  <a:gd name="T70" fmla="*/ 216 w 217"/>
                  <a:gd name="T71" fmla="*/ 31 h 217"/>
                  <a:gd name="T72" fmla="*/ 216 w 217"/>
                  <a:gd name="T73" fmla="*/ 31 h 217"/>
                  <a:gd name="T74" fmla="*/ 216 w 217"/>
                  <a:gd name="T75" fmla="*/ 0 h 217"/>
                  <a:gd name="T76" fmla="*/ 216 w 217"/>
                  <a:gd name="T77" fmla="*/ 0 h 217"/>
                  <a:gd name="T78" fmla="*/ 216 w 217"/>
                  <a:gd name="T79" fmla="*/ 0 h 217"/>
                  <a:gd name="T80" fmla="*/ 216 w 217"/>
                  <a:gd name="T81" fmla="*/ 0 h 217"/>
                  <a:gd name="T82" fmla="*/ 185 w 217"/>
                  <a:gd name="T83" fmla="*/ 0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7" h="217">
                    <a:moveTo>
                      <a:pt x="185" y="0"/>
                    </a:moveTo>
                    <a:lnTo>
                      <a:pt x="185" y="0"/>
                    </a:lnTo>
                    <a:lnTo>
                      <a:pt x="185" y="0"/>
                    </a:lnTo>
                    <a:lnTo>
                      <a:pt x="185" y="0"/>
                    </a:lnTo>
                    <a:lnTo>
                      <a:pt x="185" y="31"/>
                    </a:lnTo>
                    <a:cubicBezTo>
                      <a:pt x="185" y="31"/>
                      <a:pt x="154" y="31"/>
                      <a:pt x="154" y="61"/>
                    </a:cubicBezTo>
                    <a:lnTo>
                      <a:pt x="154" y="61"/>
                    </a:lnTo>
                    <a:cubicBezTo>
                      <a:pt x="123" y="61"/>
                      <a:pt x="123" y="31"/>
                      <a:pt x="92" y="31"/>
                    </a:cubicBezTo>
                    <a:lnTo>
                      <a:pt x="92" y="31"/>
                    </a:lnTo>
                    <a:lnTo>
                      <a:pt x="92" y="31"/>
                    </a:lnTo>
                    <a:cubicBezTo>
                      <a:pt x="92" y="61"/>
                      <a:pt x="61" y="61"/>
                      <a:pt x="61" y="61"/>
                    </a:cubicBezTo>
                    <a:lnTo>
                      <a:pt x="61" y="61"/>
                    </a:lnTo>
                    <a:cubicBezTo>
                      <a:pt x="30" y="61"/>
                      <a:pt x="30" y="92"/>
                      <a:pt x="30" y="92"/>
                    </a:cubicBezTo>
                    <a:cubicBezTo>
                      <a:pt x="30" y="92"/>
                      <a:pt x="30" y="92"/>
                      <a:pt x="0" y="92"/>
                    </a:cubicBezTo>
                    <a:lnTo>
                      <a:pt x="0" y="92"/>
                    </a:lnTo>
                    <a:lnTo>
                      <a:pt x="0" y="92"/>
                    </a:lnTo>
                    <a:cubicBezTo>
                      <a:pt x="30" y="92"/>
                      <a:pt x="30" y="124"/>
                      <a:pt x="30" y="155"/>
                    </a:cubicBezTo>
                    <a:lnTo>
                      <a:pt x="30" y="155"/>
                    </a:lnTo>
                    <a:lnTo>
                      <a:pt x="30" y="185"/>
                    </a:lnTo>
                    <a:lnTo>
                      <a:pt x="30" y="216"/>
                    </a:lnTo>
                    <a:lnTo>
                      <a:pt x="30" y="216"/>
                    </a:lnTo>
                    <a:lnTo>
                      <a:pt x="30" y="216"/>
                    </a:lnTo>
                    <a:cubicBezTo>
                      <a:pt x="61" y="216"/>
                      <a:pt x="61" y="216"/>
                      <a:pt x="61" y="216"/>
                    </a:cubicBezTo>
                    <a:lnTo>
                      <a:pt x="61" y="216"/>
                    </a:lnTo>
                    <a:lnTo>
                      <a:pt x="61" y="216"/>
                    </a:lnTo>
                    <a:lnTo>
                      <a:pt x="92" y="185"/>
                    </a:lnTo>
                    <a:lnTo>
                      <a:pt x="92" y="185"/>
                    </a:lnTo>
                    <a:cubicBezTo>
                      <a:pt x="123" y="185"/>
                      <a:pt x="123" y="185"/>
                      <a:pt x="123" y="185"/>
                    </a:cubicBezTo>
                    <a:lnTo>
                      <a:pt x="154" y="185"/>
                    </a:lnTo>
                    <a:lnTo>
                      <a:pt x="154" y="185"/>
                    </a:lnTo>
                    <a:lnTo>
                      <a:pt x="123" y="155"/>
                    </a:lnTo>
                    <a:cubicBezTo>
                      <a:pt x="123" y="155"/>
                      <a:pt x="92" y="124"/>
                      <a:pt x="123" y="124"/>
                    </a:cubicBezTo>
                    <a:cubicBezTo>
                      <a:pt x="123" y="92"/>
                      <a:pt x="123" y="92"/>
                      <a:pt x="154" y="92"/>
                    </a:cubicBezTo>
                    <a:cubicBezTo>
                      <a:pt x="154" y="61"/>
                      <a:pt x="154" y="61"/>
                      <a:pt x="185" y="61"/>
                    </a:cubicBezTo>
                    <a:lnTo>
                      <a:pt x="185" y="61"/>
                    </a:lnTo>
                    <a:cubicBezTo>
                      <a:pt x="185" y="61"/>
                      <a:pt x="185" y="31"/>
                      <a:pt x="216" y="31"/>
                    </a:cubicBezTo>
                    <a:lnTo>
                      <a:pt x="216" y="31"/>
                    </a:lnTo>
                    <a:cubicBezTo>
                      <a:pt x="216" y="31"/>
                      <a:pt x="216" y="31"/>
                      <a:pt x="216" y="0"/>
                    </a:cubicBezTo>
                    <a:lnTo>
                      <a:pt x="216" y="0"/>
                    </a:lnTo>
                    <a:lnTo>
                      <a:pt x="216" y="0"/>
                    </a:lnTo>
                    <a:lnTo>
                      <a:pt x="216" y="0"/>
                    </a:lnTo>
                    <a:lnTo>
                      <a:pt x="18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28" name="Freeform 77">
                <a:extLst>
                  <a:ext uri="{FF2B5EF4-FFF2-40B4-BE49-F238E27FC236}">
                    <a16:creationId xmlns:a16="http://schemas.microsoft.com/office/drawing/2014/main" id="{9D702094-BCFC-195C-66C0-1C4B34F6F0D7}"/>
                  </a:ext>
                </a:extLst>
              </p:cNvPr>
              <p:cNvSpPr>
                <a:spLocks noChangeArrowheads="1"/>
              </p:cNvSpPr>
              <p:nvPr/>
            </p:nvSpPr>
            <p:spPr bwMode="auto">
              <a:xfrm>
                <a:off x="4014788" y="1512888"/>
                <a:ext cx="55562" cy="22225"/>
              </a:xfrm>
              <a:custGeom>
                <a:avLst/>
                <a:gdLst>
                  <a:gd name="T0" fmla="*/ 124 w 156"/>
                  <a:gd name="T1" fmla="*/ 31 h 63"/>
                  <a:gd name="T2" fmla="*/ 124 w 156"/>
                  <a:gd name="T3" fmla="*/ 31 h 63"/>
                  <a:gd name="T4" fmla="*/ 93 w 156"/>
                  <a:gd name="T5" fmla="*/ 31 h 63"/>
                  <a:gd name="T6" fmla="*/ 93 w 156"/>
                  <a:gd name="T7" fmla="*/ 31 h 63"/>
                  <a:gd name="T8" fmla="*/ 93 w 156"/>
                  <a:gd name="T9" fmla="*/ 0 h 63"/>
                  <a:gd name="T10" fmla="*/ 62 w 156"/>
                  <a:gd name="T11" fmla="*/ 0 h 63"/>
                  <a:gd name="T12" fmla="*/ 62 w 156"/>
                  <a:gd name="T13" fmla="*/ 0 h 63"/>
                  <a:gd name="T14" fmla="*/ 62 w 156"/>
                  <a:gd name="T15" fmla="*/ 0 h 63"/>
                  <a:gd name="T16" fmla="*/ 62 w 156"/>
                  <a:gd name="T17" fmla="*/ 31 h 63"/>
                  <a:gd name="T18" fmla="*/ 31 w 156"/>
                  <a:gd name="T19" fmla="*/ 31 h 63"/>
                  <a:gd name="T20" fmla="*/ 0 w 156"/>
                  <a:gd name="T21" fmla="*/ 62 h 63"/>
                  <a:gd name="T22" fmla="*/ 0 w 156"/>
                  <a:gd name="T23" fmla="*/ 62 h 63"/>
                  <a:gd name="T24" fmla="*/ 0 w 156"/>
                  <a:gd name="T25" fmla="*/ 62 h 63"/>
                  <a:gd name="T26" fmla="*/ 0 w 156"/>
                  <a:gd name="T27" fmla="*/ 62 h 63"/>
                  <a:gd name="T28" fmla="*/ 0 w 156"/>
                  <a:gd name="T29" fmla="*/ 62 h 63"/>
                  <a:gd name="T30" fmla="*/ 0 w 156"/>
                  <a:gd name="T31" fmla="*/ 62 h 63"/>
                  <a:gd name="T32" fmla="*/ 0 w 156"/>
                  <a:gd name="T33" fmla="*/ 62 h 63"/>
                  <a:gd name="T34" fmla="*/ 31 w 156"/>
                  <a:gd name="T35" fmla="*/ 62 h 63"/>
                  <a:gd name="T36" fmla="*/ 31 w 156"/>
                  <a:gd name="T37" fmla="*/ 62 h 63"/>
                  <a:gd name="T38" fmla="*/ 31 w 156"/>
                  <a:gd name="T39" fmla="*/ 62 h 63"/>
                  <a:gd name="T40" fmla="*/ 31 w 156"/>
                  <a:gd name="T41" fmla="*/ 62 h 63"/>
                  <a:gd name="T42" fmla="*/ 93 w 156"/>
                  <a:gd name="T43" fmla="*/ 31 h 63"/>
                  <a:gd name="T44" fmla="*/ 93 w 156"/>
                  <a:gd name="T45" fmla="*/ 31 h 63"/>
                  <a:gd name="T46" fmla="*/ 93 w 156"/>
                  <a:gd name="T47" fmla="*/ 31 h 63"/>
                  <a:gd name="T48" fmla="*/ 93 w 156"/>
                  <a:gd name="T49" fmla="*/ 62 h 63"/>
                  <a:gd name="T50" fmla="*/ 93 w 156"/>
                  <a:gd name="T51" fmla="*/ 62 h 63"/>
                  <a:gd name="T52" fmla="*/ 124 w 156"/>
                  <a:gd name="T53" fmla="*/ 31 h 63"/>
                  <a:gd name="T54" fmla="*/ 124 w 156"/>
                  <a:gd name="T55" fmla="*/ 31 h 63"/>
                  <a:gd name="T56" fmla="*/ 155 w 156"/>
                  <a:gd name="T57" fmla="*/ 31 h 63"/>
                  <a:gd name="T58" fmla="*/ 155 w 156"/>
                  <a:gd name="T59" fmla="*/ 31 h 63"/>
                  <a:gd name="T60" fmla="*/ 155 w 156"/>
                  <a:gd name="T61" fmla="*/ 31 h 63"/>
                  <a:gd name="T62" fmla="*/ 124 w 156"/>
                  <a:gd name="T63"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6" h="63">
                    <a:moveTo>
                      <a:pt x="124" y="31"/>
                    </a:moveTo>
                    <a:lnTo>
                      <a:pt x="124" y="31"/>
                    </a:lnTo>
                    <a:cubicBezTo>
                      <a:pt x="124" y="31"/>
                      <a:pt x="124" y="31"/>
                      <a:pt x="93" y="31"/>
                    </a:cubicBezTo>
                    <a:lnTo>
                      <a:pt x="93" y="31"/>
                    </a:lnTo>
                    <a:cubicBezTo>
                      <a:pt x="93" y="0"/>
                      <a:pt x="93" y="0"/>
                      <a:pt x="93" y="0"/>
                    </a:cubicBezTo>
                    <a:lnTo>
                      <a:pt x="62" y="0"/>
                    </a:lnTo>
                    <a:lnTo>
                      <a:pt x="62" y="0"/>
                    </a:lnTo>
                    <a:lnTo>
                      <a:pt x="62" y="0"/>
                    </a:lnTo>
                    <a:cubicBezTo>
                      <a:pt x="62" y="31"/>
                      <a:pt x="62" y="31"/>
                      <a:pt x="62" y="31"/>
                    </a:cubicBezTo>
                    <a:lnTo>
                      <a:pt x="31" y="31"/>
                    </a:lnTo>
                    <a:cubicBezTo>
                      <a:pt x="31" y="62"/>
                      <a:pt x="31" y="62"/>
                      <a:pt x="0" y="62"/>
                    </a:cubicBezTo>
                    <a:lnTo>
                      <a:pt x="0" y="62"/>
                    </a:lnTo>
                    <a:lnTo>
                      <a:pt x="0" y="62"/>
                    </a:lnTo>
                    <a:lnTo>
                      <a:pt x="0" y="62"/>
                    </a:lnTo>
                    <a:lnTo>
                      <a:pt x="0" y="62"/>
                    </a:lnTo>
                    <a:lnTo>
                      <a:pt x="0" y="62"/>
                    </a:lnTo>
                    <a:lnTo>
                      <a:pt x="0" y="62"/>
                    </a:lnTo>
                    <a:lnTo>
                      <a:pt x="31" y="62"/>
                    </a:lnTo>
                    <a:lnTo>
                      <a:pt x="31" y="62"/>
                    </a:lnTo>
                    <a:lnTo>
                      <a:pt x="31" y="62"/>
                    </a:lnTo>
                    <a:lnTo>
                      <a:pt x="31" y="62"/>
                    </a:lnTo>
                    <a:cubicBezTo>
                      <a:pt x="62" y="62"/>
                      <a:pt x="62" y="31"/>
                      <a:pt x="93" y="31"/>
                    </a:cubicBezTo>
                    <a:lnTo>
                      <a:pt x="93" y="31"/>
                    </a:lnTo>
                    <a:lnTo>
                      <a:pt x="93" y="31"/>
                    </a:lnTo>
                    <a:cubicBezTo>
                      <a:pt x="93" y="62"/>
                      <a:pt x="93" y="62"/>
                      <a:pt x="93" y="62"/>
                    </a:cubicBezTo>
                    <a:lnTo>
                      <a:pt x="93" y="62"/>
                    </a:lnTo>
                    <a:cubicBezTo>
                      <a:pt x="124" y="31"/>
                      <a:pt x="124" y="31"/>
                      <a:pt x="124" y="31"/>
                    </a:cubicBezTo>
                    <a:lnTo>
                      <a:pt x="124" y="31"/>
                    </a:lnTo>
                    <a:lnTo>
                      <a:pt x="155" y="31"/>
                    </a:lnTo>
                    <a:lnTo>
                      <a:pt x="155" y="31"/>
                    </a:lnTo>
                    <a:lnTo>
                      <a:pt x="155" y="31"/>
                    </a:lnTo>
                    <a:cubicBezTo>
                      <a:pt x="124" y="31"/>
                      <a:pt x="124" y="31"/>
                      <a:pt x="124"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29" name="Freeform 78">
                <a:extLst>
                  <a:ext uri="{FF2B5EF4-FFF2-40B4-BE49-F238E27FC236}">
                    <a16:creationId xmlns:a16="http://schemas.microsoft.com/office/drawing/2014/main" id="{0214F0B6-2BC1-4914-4258-A56B0B9FD295}"/>
                  </a:ext>
                </a:extLst>
              </p:cNvPr>
              <p:cNvSpPr>
                <a:spLocks noChangeArrowheads="1"/>
              </p:cNvSpPr>
              <p:nvPr/>
            </p:nvSpPr>
            <p:spPr bwMode="auto">
              <a:xfrm>
                <a:off x="4092575" y="1355725"/>
                <a:ext cx="88900" cy="44450"/>
              </a:xfrm>
              <a:custGeom>
                <a:avLst/>
                <a:gdLst>
                  <a:gd name="T0" fmla="*/ 0 w 249"/>
                  <a:gd name="T1" fmla="*/ 30 h 125"/>
                  <a:gd name="T2" fmla="*/ 0 w 249"/>
                  <a:gd name="T3" fmla="*/ 30 h 125"/>
                  <a:gd name="T4" fmla="*/ 31 w 249"/>
                  <a:gd name="T5" fmla="*/ 30 h 125"/>
                  <a:gd name="T6" fmla="*/ 31 w 249"/>
                  <a:gd name="T7" fmla="*/ 30 h 125"/>
                  <a:gd name="T8" fmla="*/ 62 w 249"/>
                  <a:gd name="T9" fmla="*/ 30 h 125"/>
                  <a:gd name="T10" fmla="*/ 62 w 249"/>
                  <a:gd name="T11" fmla="*/ 30 h 125"/>
                  <a:gd name="T12" fmla="*/ 93 w 249"/>
                  <a:gd name="T13" fmla="*/ 61 h 125"/>
                  <a:gd name="T14" fmla="*/ 93 w 249"/>
                  <a:gd name="T15" fmla="*/ 93 h 125"/>
                  <a:gd name="T16" fmla="*/ 93 w 249"/>
                  <a:gd name="T17" fmla="*/ 93 h 125"/>
                  <a:gd name="T18" fmla="*/ 124 w 249"/>
                  <a:gd name="T19" fmla="*/ 93 h 125"/>
                  <a:gd name="T20" fmla="*/ 124 w 249"/>
                  <a:gd name="T21" fmla="*/ 93 h 125"/>
                  <a:gd name="T22" fmla="*/ 124 w 249"/>
                  <a:gd name="T23" fmla="*/ 93 h 125"/>
                  <a:gd name="T24" fmla="*/ 154 w 249"/>
                  <a:gd name="T25" fmla="*/ 124 h 125"/>
                  <a:gd name="T26" fmla="*/ 154 w 249"/>
                  <a:gd name="T27" fmla="*/ 124 h 125"/>
                  <a:gd name="T28" fmla="*/ 154 w 249"/>
                  <a:gd name="T29" fmla="*/ 93 h 125"/>
                  <a:gd name="T30" fmla="*/ 186 w 249"/>
                  <a:gd name="T31" fmla="*/ 93 h 125"/>
                  <a:gd name="T32" fmla="*/ 186 w 249"/>
                  <a:gd name="T33" fmla="*/ 93 h 125"/>
                  <a:gd name="T34" fmla="*/ 186 w 249"/>
                  <a:gd name="T35" fmla="*/ 93 h 125"/>
                  <a:gd name="T36" fmla="*/ 186 w 249"/>
                  <a:gd name="T37" fmla="*/ 93 h 125"/>
                  <a:gd name="T38" fmla="*/ 217 w 249"/>
                  <a:gd name="T39" fmla="*/ 93 h 125"/>
                  <a:gd name="T40" fmla="*/ 248 w 249"/>
                  <a:gd name="T41" fmla="*/ 30 h 125"/>
                  <a:gd name="T42" fmla="*/ 248 w 249"/>
                  <a:gd name="T43" fmla="*/ 30 h 125"/>
                  <a:gd name="T44" fmla="*/ 248 w 249"/>
                  <a:gd name="T45" fmla="*/ 30 h 125"/>
                  <a:gd name="T46" fmla="*/ 248 w 249"/>
                  <a:gd name="T47" fmla="*/ 30 h 125"/>
                  <a:gd name="T48" fmla="*/ 217 w 249"/>
                  <a:gd name="T49" fmla="*/ 30 h 125"/>
                  <a:gd name="T50" fmla="*/ 217 w 249"/>
                  <a:gd name="T51" fmla="*/ 30 h 125"/>
                  <a:gd name="T52" fmla="*/ 217 w 249"/>
                  <a:gd name="T53" fmla="*/ 30 h 125"/>
                  <a:gd name="T54" fmla="*/ 186 w 249"/>
                  <a:gd name="T55" fmla="*/ 0 h 125"/>
                  <a:gd name="T56" fmla="*/ 186 w 249"/>
                  <a:gd name="T57" fmla="*/ 0 h 125"/>
                  <a:gd name="T58" fmla="*/ 186 w 249"/>
                  <a:gd name="T59" fmla="*/ 0 h 125"/>
                  <a:gd name="T60" fmla="*/ 186 w 249"/>
                  <a:gd name="T61" fmla="*/ 0 h 125"/>
                  <a:gd name="T62" fmla="*/ 186 w 249"/>
                  <a:gd name="T63" fmla="*/ 0 h 125"/>
                  <a:gd name="T64" fmla="*/ 154 w 249"/>
                  <a:gd name="T65" fmla="*/ 0 h 125"/>
                  <a:gd name="T66" fmla="*/ 124 w 249"/>
                  <a:gd name="T67" fmla="*/ 0 h 125"/>
                  <a:gd name="T68" fmla="*/ 124 w 249"/>
                  <a:gd name="T69" fmla="*/ 0 h 125"/>
                  <a:gd name="T70" fmla="*/ 124 w 249"/>
                  <a:gd name="T71" fmla="*/ 0 h 125"/>
                  <a:gd name="T72" fmla="*/ 124 w 249"/>
                  <a:gd name="T73" fmla="*/ 0 h 125"/>
                  <a:gd name="T74" fmla="*/ 93 w 249"/>
                  <a:gd name="T75" fmla="*/ 0 h 125"/>
                  <a:gd name="T76" fmla="*/ 62 w 249"/>
                  <a:gd name="T77" fmla="*/ 0 h 125"/>
                  <a:gd name="T78" fmla="*/ 31 w 249"/>
                  <a:gd name="T79" fmla="*/ 0 h 125"/>
                  <a:gd name="T80" fmla="*/ 0 w 249"/>
                  <a:gd name="T81" fmla="*/ 0 h 125"/>
                  <a:gd name="T82" fmla="*/ 0 w 249"/>
                  <a:gd name="T83" fmla="*/ 3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49" h="125">
                    <a:moveTo>
                      <a:pt x="0" y="30"/>
                    </a:moveTo>
                    <a:lnTo>
                      <a:pt x="0" y="30"/>
                    </a:lnTo>
                    <a:lnTo>
                      <a:pt x="31" y="30"/>
                    </a:lnTo>
                    <a:lnTo>
                      <a:pt x="31" y="30"/>
                    </a:lnTo>
                    <a:lnTo>
                      <a:pt x="62" y="30"/>
                    </a:lnTo>
                    <a:lnTo>
                      <a:pt x="62" y="30"/>
                    </a:lnTo>
                    <a:cubicBezTo>
                      <a:pt x="93" y="61"/>
                      <a:pt x="93" y="61"/>
                      <a:pt x="93" y="61"/>
                    </a:cubicBezTo>
                    <a:cubicBezTo>
                      <a:pt x="93" y="93"/>
                      <a:pt x="93" y="93"/>
                      <a:pt x="93" y="93"/>
                    </a:cubicBezTo>
                    <a:lnTo>
                      <a:pt x="93" y="93"/>
                    </a:lnTo>
                    <a:lnTo>
                      <a:pt x="124" y="93"/>
                    </a:lnTo>
                    <a:lnTo>
                      <a:pt x="124" y="93"/>
                    </a:lnTo>
                    <a:lnTo>
                      <a:pt x="124" y="93"/>
                    </a:lnTo>
                    <a:cubicBezTo>
                      <a:pt x="154" y="93"/>
                      <a:pt x="154" y="124"/>
                      <a:pt x="154" y="124"/>
                    </a:cubicBezTo>
                    <a:lnTo>
                      <a:pt x="154" y="124"/>
                    </a:lnTo>
                    <a:cubicBezTo>
                      <a:pt x="154" y="93"/>
                      <a:pt x="154" y="93"/>
                      <a:pt x="154" y="93"/>
                    </a:cubicBezTo>
                    <a:cubicBezTo>
                      <a:pt x="186" y="93"/>
                      <a:pt x="186" y="93"/>
                      <a:pt x="186" y="93"/>
                    </a:cubicBezTo>
                    <a:lnTo>
                      <a:pt x="186" y="93"/>
                    </a:lnTo>
                    <a:lnTo>
                      <a:pt x="186" y="93"/>
                    </a:lnTo>
                    <a:lnTo>
                      <a:pt x="186" y="93"/>
                    </a:lnTo>
                    <a:lnTo>
                      <a:pt x="217" y="93"/>
                    </a:lnTo>
                    <a:cubicBezTo>
                      <a:pt x="217" y="61"/>
                      <a:pt x="217" y="30"/>
                      <a:pt x="248" y="30"/>
                    </a:cubicBezTo>
                    <a:lnTo>
                      <a:pt x="248" y="30"/>
                    </a:lnTo>
                    <a:lnTo>
                      <a:pt x="248" y="30"/>
                    </a:lnTo>
                    <a:lnTo>
                      <a:pt x="248" y="30"/>
                    </a:lnTo>
                    <a:lnTo>
                      <a:pt x="217" y="30"/>
                    </a:lnTo>
                    <a:lnTo>
                      <a:pt x="217" y="30"/>
                    </a:lnTo>
                    <a:lnTo>
                      <a:pt x="217" y="30"/>
                    </a:lnTo>
                    <a:cubicBezTo>
                      <a:pt x="217" y="30"/>
                      <a:pt x="186" y="30"/>
                      <a:pt x="186" y="0"/>
                    </a:cubicBezTo>
                    <a:lnTo>
                      <a:pt x="186" y="0"/>
                    </a:lnTo>
                    <a:lnTo>
                      <a:pt x="186" y="0"/>
                    </a:lnTo>
                    <a:lnTo>
                      <a:pt x="186" y="0"/>
                    </a:lnTo>
                    <a:lnTo>
                      <a:pt x="186" y="0"/>
                    </a:lnTo>
                    <a:cubicBezTo>
                      <a:pt x="154" y="0"/>
                      <a:pt x="154" y="0"/>
                      <a:pt x="154" y="0"/>
                    </a:cubicBezTo>
                    <a:lnTo>
                      <a:pt x="124" y="0"/>
                    </a:lnTo>
                    <a:lnTo>
                      <a:pt x="124" y="0"/>
                    </a:lnTo>
                    <a:lnTo>
                      <a:pt x="124" y="0"/>
                    </a:lnTo>
                    <a:lnTo>
                      <a:pt x="124" y="0"/>
                    </a:lnTo>
                    <a:cubicBezTo>
                      <a:pt x="93" y="0"/>
                      <a:pt x="93" y="0"/>
                      <a:pt x="93" y="0"/>
                    </a:cubicBezTo>
                    <a:cubicBezTo>
                      <a:pt x="62" y="0"/>
                      <a:pt x="62" y="0"/>
                      <a:pt x="62" y="0"/>
                    </a:cubicBezTo>
                    <a:lnTo>
                      <a:pt x="31" y="0"/>
                    </a:lnTo>
                    <a:cubicBezTo>
                      <a:pt x="31" y="0"/>
                      <a:pt x="31" y="0"/>
                      <a:pt x="0" y="0"/>
                    </a:cubicBezTo>
                    <a:cubicBezTo>
                      <a:pt x="0" y="0"/>
                      <a:pt x="0" y="0"/>
                      <a:pt x="0" y="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30" name="Freeform 79">
                <a:extLst>
                  <a:ext uri="{FF2B5EF4-FFF2-40B4-BE49-F238E27FC236}">
                    <a16:creationId xmlns:a16="http://schemas.microsoft.com/office/drawing/2014/main" id="{2B337C5E-8DAF-3B11-2505-E3C24299A645}"/>
                  </a:ext>
                </a:extLst>
              </p:cNvPr>
              <p:cNvSpPr>
                <a:spLocks noChangeArrowheads="1"/>
              </p:cNvSpPr>
              <p:nvPr/>
            </p:nvSpPr>
            <p:spPr bwMode="auto">
              <a:xfrm>
                <a:off x="4003675" y="1535113"/>
                <a:ext cx="100013" cy="44450"/>
              </a:xfrm>
              <a:custGeom>
                <a:avLst/>
                <a:gdLst>
                  <a:gd name="T0" fmla="*/ 248 w 280"/>
                  <a:gd name="T1" fmla="*/ 0 h 125"/>
                  <a:gd name="T2" fmla="*/ 248 w 280"/>
                  <a:gd name="T3" fmla="*/ 0 h 125"/>
                  <a:gd name="T4" fmla="*/ 217 w 280"/>
                  <a:gd name="T5" fmla="*/ 0 h 125"/>
                  <a:gd name="T6" fmla="*/ 217 w 280"/>
                  <a:gd name="T7" fmla="*/ 30 h 125"/>
                  <a:gd name="T8" fmla="*/ 186 w 280"/>
                  <a:gd name="T9" fmla="*/ 30 h 125"/>
                  <a:gd name="T10" fmla="*/ 186 w 280"/>
                  <a:gd name="T11" fmla="*/ 30 h 125"/>
                  <a:gd name="T12" fmla="*/ 186 w 280"/>
                  <a:gd name="T13" fmla="*/ 30 h 125"/>
                  <a:gd name="T14" fmla="*/ 155 w 280"/>
                  <a:gd name="T15" fmla="*/ 30 h 125"/>
                  <a:gd name="T16" fmla="*/ 124 w 280"/>
                  <a:gd name="T17" fmla="*/ 62 h 125"/>
                  <a:gd name="T18" fmla="*/ 124 w 280"/>
                  <a:gd name="T19" fmla="*/ 30 h 125"/>
                  <a:gd name="T20" fmla="*/ 124 w 280"/>
                  <a:gd name="T21" fmla="*/ 30 h 125"/>
                  <a:gd name="T22" fmla="*/ 124 w 280"/>
                  <a:gd name="T23" fmla="*/ 30 h 125"/>
                  <a:gd name="T24" fmla="*/ 93 w 280"/>
                  <a:gd name="T25" fmla="*/ 62 h 125"/>
                  <a:gd name="T26" fmla="*/ 62 w 280"/>
                  <a:gd name="T27" fmla="*/ 62 h 125"/>
                  <a:gd name="T28" fmla="*/ 62 w 280"/>
                  <a:gd name="T29" fmla="*/ 62 h 125"/>
                  <a:gd name="T30" fmla="*/ 62 w 280"/>
                  <a:gd name="T31" fmla="*/ 62 h 125"/>
                  <a:gd name="T32" fmla="*/ 62 w 280"/>
                  <a:gd name="T33" fmla="*/ 62 h 125"/>
                  <a:gd name="T34" fmla="*/ 62 w 280"/>
                  <a:gd name="T35" fmla="*/ 62 h 125"/>
                  <a:gd name="T36" fmla="*/ 62 w 280"/>
                  <a:gd name="T37" fmla="*/ 62 h 125"/>
                  <a:gd name="T38" fmla="*/ 31 w 280"/>
                  <a:gd name="T39" fmla="*/ 62 h 125"/>
                  <a:gd name="T40" fmla="*/ 0 w 280"/>
                  <a:gd name="T41" fmla="*/ 62 h 125"/>
                  <a:gd name="T42" fmla="*/ 0 w 280"/>
                  <a:gd name="T43" fmla="*/ 62 h 125"/>
                  <a:gd name="T44" fmla="*/ 0 w 280"/>
                  <a:gd name="T45" fmla="*/ 62 h 125"/>
                  <a:gd name="T46" fmla="*/ 0 w 280"/>
                  <a:gd name="T47" fmla="*/ 62 h 125"/>
                  <a:gd name="T48" fmla="*/ 0 w 280"/>
                  <a:gd name="T49" fmla="*/ 93 h 125"/>
                  <a:gd name="T50" fmla="*/ 0 w 280"/>
                  <a:gd name="T51" fmla="*/ 93 h 125"/>
                  <a:gd name="T52" fmla="*/ 0 w 280"/>
                  <a:gd name="T53" fmla="*/ 93 h 125"/>
                  <a:gd name="T54" fmla="*/ 0 w 280"/>
                  <a:gd name="T55" fmla="*/ 93 h 125"/>
                  <a:gd name="T56" fmla="*/ 0 w 280"/>
                  <a:gd name="T57" fmla="*/ 124 h 125"/>
                  <a:gd name="T58" fmla="*/ 0 w 280"/>
                  <a:gd name="T59" fmla="*/ 124 h 125"/>
                  <a:gd name="T60" fmla="*/ 31 w 280"/>
                  <a:gd name="T61" fmla="*/ 124 h 125"/>
                  <a:gd name="T62" fmla="*/ 31 w 280"/>
                  <a:gd name="T63" fmla="*/ 124 h 125"/>
                  <a:gd name="T64" fmla="*/ 31 w 280"/>
                  <a:gd name="T65" fmla="*/ 124 h 125"/>
                  <a:gd name="T66" fmla="*/ 31 w 280"/>
                  <a:gd name="T67" fmla="*/ 124 h 125"/>
                  <a:gd name="T68" fmla="*/ 31 w 280"/>
                  <a:gd name="T69" fmla="*/ 124 h 125"/>
                  <a:gd name="T70" fmla="*/ 31 w 280"/>
                  <a:gd name="T71" fmla="*/ 124 h 125"/>
                  <a:gd name="T72" fmla="*/ 62 w 280"/>
                  <a:gd name="T73" fmla="*/ 124 h 125"/>
                  <a:gd name="T74" fmla="*/ 93 w 280"/>
                  <a:gd name="T75" fmla="*/ 124 h 125"/>
                  <a:gd name="T76" fmla="*/ 93 w 280"/>
                  <a:gd name="T77" fmla="*/ 124 h 125"/>
                  <a:gd name="T78" fmla="*/ 124 w 280"/>
                  <a:gd name="T79" fmla="*/ 124 h 125"/>
                  <a:gd name="T80" fmla="*/ 124 w 280"/>
                  <a:gd name="T81" fmla="*/ 124 h 125"/>
                  <a:gd name="T82" fmla="*/ 124 w 280"/>
                  <a:gd name="T83" fmla="*/ 124 h 125"/>
                  <a:gd name="T84" fmla="*/ 124 w 280"/>
                  <a:gd name="T85" fmla="*/ 124 h 125"/>
                  <a:gd name="T86" fmla="*/ 124 w 280"/>
                  <a:gd name="T87" fmla="*/ 124 h 125"/>
                  <a:gd name="T88" fmla="*/ 124 w 280"/>
                  <a:gd name="T89" fmla="*/ 124 h 125"/>
                  <a:gd name="T90" fmla="*/ 155 w 280"/>
                  <a:gd name="T91" fmla="*/ 124 h 125"/>
                  <a:gd name="T92" fmla="*/ 155 w 280"/>
                  <a:gd name="T93" fmla="*/ 124 h 125"/>
                  <a:gd name="T94" fmla="*/ 155 w 280"/>
                  <a:gd name="T95" fmla="*/ 124 h 125"/>
                  <a:gd name="T96" fmla="*/ 155 w 280"/>
                  <a:gd name="T97" fmla="*/ 124 h 125"/>
                  <a:gd name="T98" fmla="*/ 186 w 280"/>
                  <a:gd name="T99" fmla="*/ 124 h 125"/>
                  <a:gd name="T100" fmla="*/ 186 w 280"/>
                  <a:gd name="T101" fmla="*/ 124 h 125"/>
                  <a:gd name="T102" fmla="*/ 186 w 280"/>
                  <a:gd name="T103" fmla="*/ 93 h 125"/>
                  <a:gd name="T104" fmla="*/ 217 w 280"/>
                  <a:gd name="T105" fmla="*/ 93 h 125"/>
                  <a:gd name="T106" fmla="*/ 248 w 280"/>
                  <a:gd name="T107" fmla="*/ 30 h 125"/>
                  <a:gd name="T108" fmla="*/ 279 w 280"/>
                  <a:gd name="T109" fmla="*/ 30 h 125"/>
                  <a:gd name="T110" fmla="*/ 279 w 280"/>
                  <a:gd name="T111" fmla="*/ 30 h 125"/>
                  <a:gd name="T112" fmla="*/ 248 w 280"/>
                  <a:gd name="T113"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80" h="125">
                    <a:moveTo>
                      <a:pt x="248" y="0"/>
                    </a:moveTo>
                    <a:lnTo>
                      <a:pt x="248" y="0"/>
                    </a:lnTo>
                    <a:cubicBezTo>
                      <a:pt x="217" y="0"/>
                      <a:pt x="217" y="0"/>
                      <a:pt x="217" y="0"/>
                    </a:cubicBezTo>
                    <a:cubicBezTo>
                      <a:pt x="217" y="0"/>
                      <a:pt x="217" y="0"/>
                      <a:pt x="217" y="30"/>
                    </a:cubicBezTo>
                    <a:cubicBezTo>
                      <a:pt x="186" y="30"/>
                      <a:pt x="186" y="30"/>
                      <a:pt x="186" y="30"/>
                    </a:cubicBezTo>
                    <a:lnTo>
                      <a:pt x="186" y="30"/>
                    </a:lnTo>
                    <a:lnTo>
                      <a:pt x="186" y="30"/>
                    </a:lnTo>
                    <a:cubicBezTo>
                      <a:pt x="155" y="30"/>
                      <a:pt x="155" y="30"/>
                      <a:pt x="155" y="30"/>
                    </a:cubicBezTo>
                    <a:cubicBezTo>
                      <a:pt x="155" y="30"/>
                      <a:pt x="155" y="62"/>
                      <a:pt x="124" y="62"/>
                    </a:cubicBezTo>
                    <a:lnTo>
                      <a:pt x="124" y="30"/>
                    </a:lnTo>
                    <a:lnTo>
                      <a:pt x="124" y="30"/>
                    </a:lnTo>
                    <a:lnTo>
                      <a:pt x="124" y="30"/>
                    </a:lnTo>
                    <a:cubicBezTo>
                      <a:pt x="93" y="62"/>
                      <a:pt x="93" y="62"/>
                      <a:pt x="93" y="62"/>
                    </a:cubicBezTo>
                    <a:cubicBezTo>
                      <a:pt x="93" y="62"/>
                      <a:pt x="93" y="62"/>
                      <a:pt x="62" y="62"/>
                    </a:cubicBezTo>
                    <a:lnTo>
                      <a:pt x="62" y="62"/>
                    </a:lnTo>
                    <a:lnTo>
                      <a:pt x="62" y="62"/>
                    </a:lnTo>
                    <a:lnTo>
                      <a:pt x="62" y="62"/>
                    </a:lnTo>
                    <a:lnTo>
                      <a:pt x="62" y="62"/>
                    </a:lnTo>
                    <a:lnTo>
                      <a:pt x="62" y="62"/>
                    </a:lnTo>
                    <a:cubicBezTo>
                      <a:pt x="31" y="62"/>
                      <a:pt x="31" y="62"/>
                      <a:pt x="31" y="62"/>
                    </a:cubicBezTo>
                    <a:cubicBezTo>
                      <a:pt x="31" y="62"/>
                      <a:pt x="31" y="62"/>
                      <a:pt x="0" y="62"/>
                    </a:cubicBezTo>
                    <a:lnTo>
                      <a:pt x="0" y="62"/>
                    </a:lnTo>
                    <a:lnTo>
                      <a:pt x="0" y="62"/>
                    </a:lnTo>
                    <a:lnTo>
                      <a:pt x="0" y="62"/>
                    </a:lnTo>
                    <a:cubicBezTo>
                      <a:pt x="0" y="93"/>
                      <a:pt x="0" y="93"/>
                      <a:pt x="0" y="93"/>
                    </a:cubicBezTo>
                    <a:lnTo>
                      <a:pt x="0" y="93"/>
                    </a:lnTo>
                    <a:lnTo>
                      <a:pt x="0" y="93"/>
                    </a:lnTo>
                    <a:lnTo>
                      <a:pt x="0" y="93"/>
                    </a:lnTo>
                    <a:cubicBezTo>
                      <a:pt x="0" y="93"/>
                      <a:pt x="0" y="93"/>
                      <a:pt x="0" y="124"/>
                    </a:cubicBezTo>
                    <a:lnTo>
                      <a:pt x="0" y="124"/>
                    </a:lnTo>
                    <a:cubicBezTo>
                      <a:pt x="31" y="124"/>
                      <a:pt x="31" y="124"/>
                      <a:pt x="31" y="124"/>
                    </a:cubicBezTo>
                    <a:lnTo>
                      <a:pt x="31" y="124"/>
                    </a:lnTo>
                    <a:lnTo>
                      <a:pt x="31" y="124"/>
                    </a:lnTo>
                    <a:lnTo>
                      <a:pt x="31" y="124"/>
                    </a:lnTo>
                    <a:lnTo>
                      <a:pt x="31" y="124"/>
                    </a:lnTo>
                    <a:lnTo>
                      <a:pt x="31" y="124"/>
                    </a:lnTo>
                    <a:cubicBezTo>
                      <a:pt x="62" y="124"/>
                      <a:pt x="62" y="124"/>
                      <a:pt x="62" y="124"/>
                    </a:cubicBezTo>
                    <a:cubicBezTo>
                      <a:pt x="62" y="124"/>
                      <a:pt x="62" y="124"/>
                      <a:pt x="93" y="124"/>
                    </a:cubicBezTo>
                    <a:lnTo>
                      <a:pt x="93" y="124"/>
                    </a:lnTo>
                    <a:lnTo>
                      <a:pt x="124" y="124"/>
                    </a:lnTo>
                    <a:lnTo>
                      <a:pt x="124" y="124"/>
                    </a:lnTo>
                    <a:lnTo>
                      <a:pt x="124" y="124"/>
                    </a:lnTo>
                    <a:lnTo>
                      <a:pt x="124" y="124"/>
                    </a:lnTo>
                    <a:lnTo>
                      <a:pt x="124" y="124"/>
                    </a:lnTo>
                    <a:lnTo>
                      <a:pt x="124" y="124"/>
                    </a:lnTo>
                    <a:cubicBezTo>
                      <a:pt x="155" y="124"/>
                      <a:pt x="155" y="124"/>
                      <a:pt x="155" y="124"/>
                    </a:cubicBezTo>
                    <a:lnTo>
                      <a:pt x="155" y="124"/>
                    </a:lnTo>
                    <a:lnTo>
                      <a:pt x="155" y="124"/>
                    </a:lnTo>
                    <a:lnTo>
                      <a:pt x="155" y="124"/>
                    </a:lnTo>
                    <a:cubicBezTo>
                      <a:pt x="155" y="124"/>
                      <a:pt x="155" y="124"/>
                      <a:pt x="186" y="124"/>
                    </a:cubicBezTo>
                    <a:lnTo>
                      <a:pt x="186" y="124"/>
                    </a:lnTo>
                    <a:lnTo>
                      <a:pt x="186" y="93"/>
                    </a:lnTo>
                    <a:lnTo>
                      <a:pt x="217" y="93"/>
                    </a:lnTo>
                    <a:cubicBezTo>
                      <a:pt x="217" y="62"/>
                      <a:pt x="248" y="62"/>
                      <a:pt x="248" y="30"/>
                    </a:cubicBezTo>
                    <a:lnTo>
                      <a:pt x="279" y="30"/>
                    </a:lnTo>
                    <a:lnTo>
                      <a:pt x="279" y="30"/>
                    </a:lnTo>
                    <a:cubicBezTo>
                      <a:pt x="248" y="30"/>
                      <a:pt x="248" y="0"/>
                      <a:pt x="24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31" name="Freeform 80">
                <a:extLst>
                  <a:ext uri="{FF2B5EF4-FFF2-40B4-BE49-F238E27FC236}">
                    <a16:creationId xmlns:a16="http://schemas.microsoft.com/office/drawing/2014/main" id="{94CB6C0C-ED72-792D-70F1-D3FEA9A54487}"/>
                  </a:ext>
                </a:extLst>
              </p:cNvPr>
              <p:cNvSpPr>
                <a:spLocks noChangeArrowheads="1"/>
              </p:cNvSpPr>
              <p:nvPr/>
            </p:nvSpPr>
            <p:spPr bwMode="auto">
              <a:xfrm>
                <a:off x="3757613" y="1423988"/>
                <a:ext cx="44450" cy="33337"/>
              </a:xfrm>
              <a:custGeom>
                <a:avLst/>
                <a:gdLst>
                  <a:gd name="T0" fmla="*/ 31 w 125"/>
                  <a:gd name="T1" fmla="*/ 92 h 93"/>
                  <a:gd name="T2" fmla="*/ 31 w 125"/>
                  <a:gd name="T3" fmla="*/ 92 h 93"/>
                  <a:gd name="T4" fmla="*/ 62 w 125"/>
                  <a:gd name="T5" fmla="*/ 62 h 93"/>
                  <a:gd name="T6" fmla="*/ 94 w 125"/>
                  <a:gd name="T7" fmla="*/ 62 h 93"/>
                  <a:gd name="T8" fmla="*/ 94 w 125"/>
                  <a:gd name="T9" fmla="*/ 62 h 93"/>
                  <a:gd name="T10" fmla="*/ 94 w 125"/>
                  <a:gd name="T11" fmla="*/ 62 h 93"/>
                  <a:gd name="T12" fmla="*/ 94 w 125"/>
                  <a:gd name="T13" fmla="*/ 31 h 93"/>
                  <a:gd name="T14" fmla="*/ 94 w 125"/>
                  <a:gd name="T15" fmla="*/ 31 h 93"/>
                  <a:gd name="T16" fmla="*/ 94 w 125"/>
                  <a:gd name="T17" fmla="*/ 31 h 93"/>
                  <a:gd name="T18" fmla="*/ 94 w 125"/>
                  <a:gd name="T19" fmla="*/ 0 h 93"/>
                  <a:gd name="T20" fmla="*/ 94 w 125"/>
                  <a:gd name="T21" fmla="*/ 0 h 93"/>
                  <a:gd name="T22" fmla="*/ 94 w 125"/>
                  <a:gd name="T23" fmla="*/ 0 h 93"/>
                  <a:gd name="T24" fmla="*/ 124 w 125"/>
                  <a:gd name="T25" fmla="*/ 0 h 93"/>
                  <a:gd name="T26" fmla="*/ 124 w 125"/>
                  <a:gd name="T27" fmla="*/ 0 h 93"/>
                  <a:gd name="T28" fmla="*/ 124 w 125"/>
                  <a:gd name="T29" fmla="*/ 0 h 93"/>
                  <a:gd name="T30" fmla="*/ 94 w 125"/>
                  <a:gd name="T31" fmla="*/ 0 h 93"/>
                  <a:gd name="T32" fmla="*/ 62 w 125"/>
                  <a:gd name="T33" fmla="*/ 0 h 93"/>
                  <a:gd name="T34" fmla="*/ 31 w 125"/>
                  <a:gd name="T35" fmla="*/ 0 h 93"/>
                  <a:gd name="T36" fmla="*/ 31 w 125"/>
                  <a:gd name="T37" fmla="*/ 0 h 93"/>
                  <a:gd name="T38" fmla="*/ 31 w 125"/>
                  <a:gd name="T39" fmla="*/ 0 h 93"/>
                  <a:gd name="T40" fmla="*/ 31 w 125"/>
                  <a:gd name="T41" fmla="*/ 31 h 93"/>
                  <a:gd name="T42" fmla="*/ 0 w 125"/>
                  <a:gd name="T43" fmla="*/ 31 h 93"/>
                  <a:gd name="T44" fmla="*/ 31 w 125"/>
                  <a:gd name="T45" fmla="*/ 62 h 93"/>
                  <a:gd name="T46" fmla="*/ 31 w 125"/>
                  <a:gd name="T47" fmla="*/ 9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5" h="93">
                    <a:moveTo>
                      <a:pt x="31" y="92"/>
                    </a:moveTo>
                    <a:lnTo>
                      <a:pt x="31" y="92"/>
                    </a:lnTo>
                    <a:lnTo>
                      <a:pt x="62" y="62"/>
                    </a:lnTo>
                    <a:cubicBezTo>
                      <a:pt x="62" y="62"/>
                      <a:pt x="62" y="62"/>
                      <a:pt x="94" y="62"/>
                    </a:cubicBezTo>
                    <a:lnTo>
                      <a:pt x="94" y="62"/>
                    </a:lnTo>
                    <a:lnTo>
                      <a:pt x="94" y="62"/>
                    </a:lnTo>
                    <a:lnTo>
                      <a:pt x="94" y="31"/>
                    </a:lnTo>
                    <a:lnTo>
                      <a:pt x="94" y="31"/>
                    </a:lnTo>
                    <a:lnTo>
                      <a:pt x="94" y="31"/>
                    </a:lnTo>
                    <a:cubicBezTo>
                      <a:pt x="94" y="31"/>
                      <a:pt x="94" y="31"/>
                      <a:pt x="94" y="0"/>
                    </a:cubicBezTo>
                    <a:lnTo>
                      <a:pt x="94" y="0"/>
                    </a:lnTo>
                    <a:lnTo>
                      <a:pt x="94" y="0"/>
                    </a:lnTo>
                    <a:cubicBezTo>
                      <a:pt x="124" y="0"/>
                      <a:pt x="124" y="0"/>
                      <a:pt x="124" y="0"/>
                    </a:cubicBezTo>
                    <a:lnTo>
                      <a:pt x="124" y="0"/>
                    </a:lnTo>
                    <a:lnTo>
                      <a:pt x="124" y="0"/>
                    </a:lnTo>
                    <a:lnTo>
                      <a:pt x="94" y="0"/>
                    </a:lnTo>
                    <a:cubicBezTo>
                      <a:pt x="94" y="0"/>
                      <a:pt x="94" y="0"/>
                      <a:pt x="62" y="0"/>
                    </a:cubicBezTo>
                    <a:cubicBezTo>
                      <a:pt x="62" y="0"/>
                      <a:pt x="62" y="0"/>
                      <a:pt x="31" y="0"/>
                    </a:cubicBezTo>
                    <a:lnTo>
                      <a:pt x="31" y="0"/>
                    </a:lnTo>
                    <a:lnTo>
                      <a:pt x="31" y="0"/>
                    </a:lnTo>
                    <a:cubicBezTo>
                      <a:pt x="31" y="0"/>
                      <a:pt x="31" y="0"/>
                      <a:pt x="31" y="31"/>
                    </a:cubicBezTo>
                    <a:cubicBezTo>
                      <a:pt x="31" y="31"/>
                      <a:pt x="31" y="31"/>
                      <a:pt x="0" y="31"/>
                    </a:cubicBezTo>
                    <a:cubicBezTo>
                      <a:pt x="31" y="62"/>
                      <a:pt x="31" y="62"/>
                      <a:pt x="31" y="62"/>
                    </a:cubicBezTo>
                    <a:lnTo>
                      <a:pt x="31" y="9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32" name="Freeform 81">
                <a:extLst>
                  <a:ext uri="{FF2B5EF4-FFF2-40B4-BE49-F238E27FC236}">
                    <a16:creationId xmlns:a16="http://schemas.microsoft.com/office/drawing/2014/main" id="{D360E831-D3B1-A462-2CE6-A4C0841825A1}"/>
                  </a:ext>
                </a:extLst>
              </p:cNvPr>
              <p:cNvSpPr>
                <a:spLocks noChangeArrowheads="1"/>
              </p:cNvSpPr>
              <p:nvPr/>
            </p:nvSpPr>
            <p:spPr bwMode="auto">
              <a:xfrm>
                <a:off x="3579813" y="1479550"/>
                <a:ext cx="234950" cy="179388"/>
              </a:xfrm>
              <a:custGeom>
                <a:avLst/>
                <a:gdLst>
                  <a:gd name="T0" fmla="*/ 186 w 652"/>
                  <a:gd name="T1" fmla="*/ 465 h 497"/>
                  <a:gd name="T2" fmla="*/ 186 w 652"/>
                  <a:gd name="T3" fmla="*/ 465 h 497"/>
                  <a:gd name="T4" fmla="*/ 218 w 652"/>
                  <a:gd name="T5" fmla="*/ 465 h 497"/>
                  <a:gd name="T6" fmla="*/ 248 w 652"/>
                  <a:gd name="T7" fmla="*/ 496 h 497"/>
                  <a:gd name="T8" fmla="*/ 310 w 652"/>
                  <a:gd name="T9" fmla="*/ 496 h 497"/>
                  <a:gd name="T10" fmla="*/ 342 w 652"/>
                  <a:gd name="T11" fmla="*/ 496 h 497"/>
                  <a:gd name="T12" fmla="*/ 372 w 652"/>
                  <a:gd name="T13" fmla="*/ 496 h 497"/>
                  <a:gd name="T14" fmla="*/ 403 w 652"/>
                  <a:gd name="T15" fmla="*/ 465 h 497"/>
                  <a:gd name="T16" fmla="*/ 466 w 652"/>
                  <a:gd name="T17" fmla="*/ 433 h 497"/>
                  <a:gd name="T18" fmla="*/ 527 w 652"/>
                  <a:gd name="T19" fmla="*/ 465 h 497"/>
                  <a:gd name="T20" fmla="*/ 590 w 652"/>
                  <a:gd name="T21" fmla="*/ 465 h 497"/>
                  <a:gd name="T22" fmla="*/ 620 w 652"/>
                  <a:gd name="T23" fmla="*/ 433 h 497"/>
                  <a:gd name="T24" fmla="*/ 590 w 652"/>
                  <a:gd name="T25" fmla="*/ 403 h 497"/>
                  <a:gd name="T26" fmla="*/ 590 w 652"/>
                  <a:gd name="T27" fmla="*/ 372 h 497"/>
                  <a:gd name="T28" fmla="*/ 590 w 652"/>
                  <a:gd name="T29" fmla="*/ 341 h 497"/>
                  <a:gd name="T30" fmla="*/ 558 w 652"/>
                  <a:gd name="T31" fmla="*/ 309 h 497"/>
                  <a:gd name="T32" fmla="*/ 558 w 652"/>
                  <a:gd name="T33" fmla="*/ 248 h 497"/>
                  <a:gd name="T34" fmla="*/ 558 w 652"/>
                  <a:gd name="T35" fmla="*/ 248 h 497"/>
                  <a:gd name="T36" fmla="*/ 558 w 652"/>
                  <a:gd name="T37" fmla="*/ 248 h 497"/>
                  <a:gd name="T38" fmla="*/ 590 w 652"/>
                  <a:gd name="T39" fmla="*/ 217 h 497"/>
                  <a:gd name="T40" fmla="*/ 620 w 652"/>
                  <a:gd name="T41" fmla="*/ 185 h 497"/>
                  <a:gd name="T42" fmla="*/ 620 w 652"/>
                  <a:gd name="T43" fmla="*/ 185 h 497"/>
                  <a:gd name="T44" fmla="*/ 651 w 652"/>
                  <a:gd name="T45" fmla="*/ 124 h 497"/>
                  <a:gd name="T46" fmla="*/ 620 w 652"/>
                  <a:gd name="T47" fmla="*/ 124 h 497"/>
                  <a:gd name="T48" fmla="*/ 590 w 652"/>
                  <a:gd name="T49" fmla="*/ 124 h 497"/>
                  <a:gd name="T50" fmla="*/ 590 w 652"/>
                  <a:gd name="T51" fmla="*/ 124 h 497"/>
                  <a:gd name="T52" fmla="*/ 558 w 652"/>
                  <a:gd name="T53" fmla="*/ 124 h 497"/>
                  <a:gd name="T54" fmla="*/ 558 w 652"/>
                  <a:gd name="T55" fmla="*/ 124 h 497"/>
                  <a:gd name="T56" fmla="*/ 527 w 652"/>
                  <a:gd name="T57" fmla="*/ 93 h 497"/>
                  <a:gd name="T58" fmla="*/ 496 w 652"/>
                  <a:gd name="T59" fmla="*/ 93 h 497"/>
                  <a:gd name="T60" fmla="*/ 466 w 652"/>
                  <a:gd name="T61" fmla="*/ 93 h 497"/>
                  <a:gd name="T62" fmla="*/ 434 w 652"/>
                  <a:gd name="T63" fmla="*/ 61 h 497"/>
                  <a:gd name="T64" fmla="*/ 403 w 652"/>
                  <a:gd name="T65" fmla="*/ 31 h 497"/>
                  <a:gd name="T66" fmla="*/ 372 w 652"/>
                  <a:gd name="T67" fmla="*/ 0 h 497"/>
                  <a:gd name="T68" fmla="*/ 342 w 652"/>
                  <a:gd name="T69" fmla="*/ 0 h 497"/>
                  <a:gd name="T70" fmla="*/ 403 w 652"/>
                  <a:gd name="T71" fmla="*/ 61 h 497"/>
                  <a:gd name="T72" fmla="*/ 342 w 652"/>
                  <a:gd name="T73" fmla="*/ 61 h 497"/>
                  <a:gd name="T74" fmla="*/ 218 w 652"/>
                  <a:gd name="T75" fmla="*/ 124 h 497"/>
                  <a:gd name="T76" fmla="*/ 155 w 652"/>
                  <a:gd name="T77" fmla="*/ 93 h 497"/>
                  <a:gd name="T78" fmla="*/ 124 w 652"/>
                  <a:gd name="T79" fmla="*/ 155 h 497"/>
                  <a:gd name="T80" fmla="*/ 124 w 652"/>
                  <a:gd name="T81" fmla="*/ 155 h 497"/>
                  <a:gd name="T82" fmla="*/ 124 w 652"/>
                  <a:gd name="T83" fmla="*/ 155 h 497"/>
                  <a:gd name="T84" fmla="*/ 62 w 652"/>
                  <a:gd name="T85" fmla="*/ 124 h 497"/>
                  <a:gd name="T86" fmla="*/ 0 w 652"/>
                  <a:gd name="T87" fmla="*/ 155 h 497"/>
                  <a:gd name="T88" fmla="*/ 0 w 652"/>
                  <a:gd name="T89" fmla="*/ 155 h 497"/>
                  <a:gd name="T90" fmla="*/ 0 w 652"/>
                  <a:gd name="T91" fmla="*/ 155 h 497"/>
                  <a:gd name="T92" fmla="*/ 31 w 652"/>
                  <a:gd name="T93" fmla="*/ 155 h 497"/>
                  <a:gd name="T94" fmla="*/ 62 w 652"/>
                  <a:gd name="T95" fmla="*/ 185 h 497"/>
                  <a:gd name="T96" fmla="*/ 94 w 652"/>
                  <a:gd name="T97" fmla="*/ 185 h 497"/>
                  <a:gd name="T98" fmla="*/ 124 w 652"/>
                  <a:gd name="T99" fmla="*/ 217 h 497"/>
                  <a:gd name="T100" fmla="*/ 155 w 652"/>
                  <a:gd name="T101" fmla="*/ 248 h 497"/>
                  <a:gd name="T102" fmla="*/ 186 w 652"/>
                  <a:gd name="T103" fmla="*/ 403 h 497"/>
                  <a:gd name="T104" fmla="*/ 186 w 652"/>
                  <a:gd name="T105" fmla="*/ 465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52" h="497">
                    <a:moveTo>
                      <a:pt x="186" y="465"/>
                    </a:moveTo>
                    <a:lnTo>
                      <a:pt x="186" y="465"/>
                    </a:lnTo>
                    <a:lnTo>
                      <a:pt x="186" y="465"/>
                    </a:lnTo>
                    <a:lnTo>
                      <a:pt x="186" y="465"/>
                    </a:lnTo>
                    <a:lnTo>
                      <a:pt x="186" y="465"/>
                    </a:lnTo>
                    <a:lnTo>
                      <a:pt x="218" y="465"/>
                    </a:lnTo>
                    <a:cubicBezTo>
                      <a:pt x="218" y="496"/>
                      <a:pt x="218" y="496"/>
                      <a:pt x="248" y="496"/>
                    </a:cubicBezTo>
                    <a:lnTo>
                      <a:pt x="248" y="496"/>
                    </a:lnTo>
                    <a:lnTo>
                      <a:pt x="279" y="496"/>
                    </a:lnTo>
                    <a:lnTo>
                      <a:pt x="310" y="496"/>
                    </a:lnTo>
                    <a:lnTo>
                      <a:pt x="310" y="496"/>
                    </a:lnTo>
                    <a:lnTo>
                      <a:pt x="342" y="496"/>
                    </a:lnTo>
                    <a:cubicBezTo>
                      <a:pt x="342" y="496"/>
                      <a:pt x="342" y="496"/>
                      <a:pt x="372" y="496"/>
                    </a:cubicBezTo>
                    <a:lnTo>
                      <a:pt x="372" y="496"/>
                    </a:lnTo>
                    <a:lnTo>
                      <a:pt x="372" y="496"/>
                    </a:lnTo>
                    <a:cubicBezTo>
                      <a:pt x="403" y="465"/>
                      <a:pt x="403" y="465"/>
                      <a:pt x="403" y="465"/>
                    </a:cubicBezTo>
                    <a:cubicBezTo>
                      <a:pt x="434" y="433"/>
                      <a:pt x="434" y="433"/>
                      <a:pt x="434" y="433"/>
                    </a:cubicBezTo>
                    <a:cubicBezTo>
                      <a:pt x="466" y="433"/>
                      <a:pt x="466" y="433"/>
                      <a:pt x="466" y="433"/>
                    </a:cubicBezTo>
                    <a:cubicBezTo>
                      <a:pt x="466" y="433"/>
                      <a:pt x="496" y="433"/>
                      <a:pt x="527" y="465"/>
                    </a:cubicBezTo>
                    <a:lnTo>
                      <a:pt x="527" y="465"/>
                    </a:lnTo>
                    <a:cubicBezTo>
                      <a:pt x="558" y="465"/>
                      <a:pt x="558" y="465"/>
                      <a:pt x="558" y="465"/>
                    </a:cubicBezTo>
                    <a:cubicBezTo>
                      <a:pt x="558" y="465"/>
                      <a:pt x="558" y="465"/>
                      <a:pt x="590" y="465"/>
                    </a:cubicBezTo>
                    <a:lnTo>
                      <a:pt x="590" y="465"/>
                    </a:lnTo>
                    <a:lnTo>
                      <a:pt x="620" y="433"/>
                    </a:lnTo>
                    <a:cubicBezTo>
                      <a:pt x="590" y="433"/>
                      <a:pt x="590" y="433"/>
                      <a:pt x="590" y="403"/>
                    </a:cubicBezTo>
                    <a:lnTo>
                      <a:pt x="590" y="403"/>
                    </a:lnTo>
                    <a:lnTo>
                      <a:pt x="590" y="403"/>
                    </a:lnTo>
                    <a:lnTo>
                      <a:pt x="590" y="372"/>
                    </a:lnTo>
                    <a:lnTo>
                      <a:pt x="590" y="372"/>
                    </a:lnTo>
                    <a:cubicBezTo>
                      <a:pt x="590" y="341"/>
                      <a:pt x="590" y="341"/>
                      <a:pt x="590" y="341"/>
                    </a:cubicBezTo>
                    <a:lnTo>
                      <a:pt x="558" y="309"/>
                    </a:lnTo>
                    <a:lnTo>
                      <a:pt x="558" y="309"/>
                    </a:lnTo>
                    <a:lnTo>
                      <a:pt x="527" y="279"/>
                    </a:lnTo>
                    <a:cubicBezTo>
                      <a:pt x="527" y="279"/>
                      <a:pt x="527" y="279"/>
                      <a:pt x="558" y="248"/>
                    </a:cubicBezTo>
                    <a:lnTo>
                      <a:pt x="558" y="248"/>
                    </a:lnTo>
                    <a:lnTo>
                      <a:pt x="558" y="248"/>
                    </a:lnTo>
                    <a:lnTo>
                      <a:pt x="558" y="248"/>
                    </a:lnTo>
                    <a:lnTo>
                      <a:pt x="558" y="248"/>
                    </a:lnTo>
                    <a:cubicBezTo>
                      <a:pt x="590" y="217"/>
                      <a:pt x="590" y="217"/>
                      <a:pt x="590" y="217"/>
                    </a:cubicBezTo>
                    <a:lnTo>
                      <a:pt x="590" y="217"/>
                    </a:lnTo>
                    <a:cubicBezTo>
                      <a:pt x="590" y="217"/>
                      <a:pt x="590" y="217"/>
                      <a:pt x="590" y="185"/>
                    </a:cubicBezTo>
                    <a:cubicBezTo>
                      <a:pt x="620" y="185"/>
                      <a:pt x="620" y="185"/>
                      <a:pt x="620" y="185"/>
                    </a:cubicBezTo>
                    <a:lnTo>
                      <a:pt x="620" y="185"/>
                    </a:lnTo>
                    <a:lnTo>
                      <a:pt x="620" y="185"/>
                    </a:lnTo>
                    <a:lnTo>
                      <a:pt x="620" y="185"/>
                    </a:lnTo>
                    <a:cubicBezTo>
                      <a:pt x="620" y="155"/>
                      <a:pt x="620" y="155"/>
                      <a:pt x="651" y="124"/>
                    </a:cubicBezTo>
                    <a:cubicBezTo>
                      <a:pt x="620" y="124"/>
                      <a:pt x="620" y="124"/>
                      <a:pt x="620" y="124"/>
                    </a:cubicBezTo>
                    <a:lnTo>
                      <a:pt x="620" y="124"/>
                    </a:lnTo>
                    <a:lnTo>
                      <a:pt x="620" y="124"/>
                    </a:lnTo>
                    <a:cubicBezTo>
                      <a:pt x="590" y="124"/>
                      <a:pt x="590" y="124"/>
                      <a:pt x="590" y="124"/>
                    </a:cubicBezTo>
                    <a:lnTo>
                      <a:pt x="590" y="124"/>
                    </a:lnTo>
                    <a:lnTo>
                      <a:pt x="590" y="124"/>
                    </a:lnTo>
                    <a:lnTo>
                      <a:pt x="590" y="124"/>
                    </a:lnTo>
                    <a:lnTo>
                      <a:pt x="558" y="124"/>
                    </a:lnTo>
                    <a:lnTo>
                      <a:pt x="558" y="124"/>
                    </a:lnTo>
                    <a:lnTo>
                      <a:pt x="558" y="124"/>
                    </a:lnTo>
                    <a:lnTo>
                      <a:pt x="558" y="124"/>
                    </a:lnTo>
                    <a:cubicBezTo>
                      <a:pt x="527" y="124"/>
                      <a:pt x="527" y="93"/>
                      <a:pt x="527" y="93"/>
                    </a:cubicBezTo>
                    <a:lnTo>
                      <a:pt x="527" y="93"/>
                    </a:lnTo>
                    <a:cubicBezTo>
                      <a:pt x="496" y="93"/>
                      <a:pt x="496" y="93"/>
                      <a:pt x="496" y="93"/>
                    </a:cubicBezTo>
                    <a:lnTo>
                      <a:pt x="496" y="93"/>
                    </a:lnTo>
                    <a:lnTo>
                      <a:pt x="466" y="93"/>
                    </a:lnTo>
                    <a:lnTo>
                      <a:pt x="466" y="93"/>
                    </a:lnTo>
                    <a:lnTo>
                      <a:pt x="434" y="61"/>
                    </a:lnTo>
                    <a:cubicBezTo>
                      <a:pt x="434" y="61"/>
                      <a:pt x="403" y="61"/>
                      <a:pt x="403" y="31"/>
                    </a:cubicBezTo>
                    <a:lnTo>
                      <a:pt x="403" y="31"/>
                    </a:lnTo>
                    <a:lnTo>
                      <a:pt x="403" y="31"/>
                    </a:lnTo>
                    <a:cubicBezTo>
                      <a:pt x="372" y="31"/>
                      <a:pt x="372" y="31"/>
                      <a:pt x="372" y="0"/>
                    </a:cubicBezTo>
                    <a:lnTo>
                      <a:pt x="372" y="0"/>
                    </a:lnTo>
                    <a:cubicBezTo>
                      <a:pt x="342" y="0"/>
                      <a:pt x="342" y="0"/>
                      <a:pt x="342" y="0"/>
                    </a:cubicBezTo>
                    <a:lnTo>
                      <a:pt x="342" y="0"/>
                    </a:lnTo>
                    <a:cubicBezTo>
                      <a:pt x="403" y="61"/>
                      <a:pt x="403" y="61"/>
                      <a:pt x="403" y="61"/>
                    </a:cubicBezTo>
                    <a:cubicBezTo>
                      <a:pt x="342" y="61"/>
                      <a:pt x="342" y="61"/>
                      <a:pt x="342" y="61"/>
                    </a:cubicBezTo>
                    <a:lnTo>
                      <a:pt x="342" y="61"/>
                    </a:lnTo>
                    <a:cubicBezTo>
                      <a:pt x="310" y="61"/>
                      <a:pt x="310" y="61"/>
                      <a:pt x="310" y="61"/>
                    </a:cubicBezTo>
                    <a:cubicBezTo>
                      <a:pt x="279" y="93"/>
                      <a:pt x="218" y="124"/>
                      <a:pt x="218" y="124"/>
                    </a:cubicBezTo>
                    <a:cubicBezTo>
                      <a:pt x="186" y="124"/>
                      <a:pt x="186" y="93"/>
                      <a:pt x="155" y="93"/>
                    </a:cubicBezTo>
                    <a:lnTo>
                      <a:pt x="155" y="93"/>
                    </a:lnTo>
                    <a:cubicBezTo>
                      <a:pt x="186" y="124"/>
                      <a:pt x="186" y="124"/>
                      <a:pt x="155" y="155"/>
                    </a:cubicBezTo>
                    <a:cubicBezTo>
                      <a:pt x="155" y="155"/>
                      <a:pt x="155" y="155"/>
                      <a:pt x="124" y="155"/>
                    </a:cubicBezTo>
                    <a:lnTo>
                      <a:pt x="124" y="155"/>
                    </a:lnTo>
                    <a:lnTo>
                      <a:pt x="124" y="155"/>
                    </a:lnTo>
                    <a:lnTo>
                      <a:pt x="124" y="155"/>
                    </a:lnTo>
                    <a:lnTo>
                      <a:pt x="124" y="155"/>
                    </a:lnTo>
                    <a:lnTo>
                      <a:pt x="94" y="155"/>
                    </a:lnTo>
                    <a:cubicBezTo>
                      <a:pt x="94" y="155"/>
                      <a:pt x="62" y="155"/>
                      <a:pt x="62" y="124"/>
                    </a:cubicBezTo>
                    <a:lnTo>
                      <a:pt x="62" y="124"/>
                    </a:lnTo>
                    <a:cubicBezTo>
                      <a:pt x="31" y="155"/>
                      <a:pt x="31" y="155"/>
                      <a:pt x="0" y="155"/>
                    </a:cubicBezTo>
                    <a:lnTo>
                      <a:pt x="0" y="155"/>
                    </a:lnTo>
                    <a:lnTo>
                      <a:pt x="0" y="155"/>
                    </a:lnTo>
                    <a:lnTo>
                      <a:pt x="0" y="155"/>
                    </a:lnTo>
                    <a:lnTo>
                      <a:pt x="0" y="155"/>
                    </a:lnTo>
                    <a:lnTo>
                      <a:pt x="0" y="155"/>
                    </a:lnTo>
                    <a:cubicBezTo>
                      <a:pt x="31" y="155"/>
                      <a:pt x="31" y="155"/>
                      <a:pt x="31" y="155"/>
                    </a:cubicBezTo>
                    <a:cubicBezTo>
                      <a:pt x="31" y="155"/>
                      <a:pt x="31" y="155"/>
                      <a:pt x="62" y="155"/>
                    </a:cubicBezTo>
                    <a:cubicBezTo>
                      <a:pt x="62" y="155"/>
                      <a:pt x="62" y="155"/>
                      <a:pt x="62" y="185"/>
                    </a:cubicBezTo>
                    <a:lnTo>
                      <a:pt x="62" y="185"/>
                    </a:lnTo>
                    <a:lnTo>
                      <a:pt x="94" y="185"/>
                    </a:lnTo>
                    <a:cubicBezTo>
                      <a:pt x="94" y="185"/>
                      <a:pt x="124" y="185"/>
                      <a:pt x="124" y="217"/>
                    </a:cubicBezTo>
                    <a:lnTo>
                      <a:pt x="124" y="217"/>
                    </a:lnTo>
                    <a:lnTo>
                      <a:pt x="124" y="248"/>
                    </a:lnTo>
                    <a:lnTo>
                      <a:pt x="155" y="248"/>
                    </a:lnTo>
                    <a:lnTo>
                      <a:pt x="186" y="279"/>
                    </a:lnTo>
                    <a:cubicBezTo>
                      <a:pt x="218" y="309"/>
                      <a:pt x="218" y="309"/>
                      <a:pt x="186" y="403"/>
                    </a:cubicBezTo>
                    <a:lnTo>
                      <a:pt x="186" y="433"/>
                    </a:lnTo>
                    <a:cubicBezTo>
                      <a:pt x="186" y="433"/>
                      <a:pt x="186" y="433"/>
                      <a:pt x="186" y="46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33" name="Freeform 82">
                <a:extLst>
                  <a:ext uri="{FF2B5EF4-FFF2-40B4-BE49-F238E27FC236}">
                    <a16:creationId xmlns:a16="http://schemas.microsoft.com/office/drawing/2014/main" id="{9D395796-D84E-4EC1-AB1C-6E783D9CB70D}"/>
                  </a:ext>
                </a:extLst>
              </p:cNvPr>
              <p:cNvSpPr>
                <a:spLocks noChangeArrowheads="1"/>
              </p:cNvSpPr>
              <p:nvPr/>
            </p:nvSpPr>
            <p:spPr bwMode="auto">
              <a:xfrm>
                <a:off x="3802063" y="1557338"/>
                <a:ext cx="44450" cy="22225"/>
              </a:xfrm>
              <a:custGeom>
                <a:avLst/>
                <a:gdLst>
                  <a:gd name="T0" fmla="*/ 124 w 125"/>
                  <a:gd name="T1" fmla="*/ 0 h 63"/>
                  <a:gd name="T2" fmla="*/ 124 w 125"/>
                  <a:gd name="T3" fmla="*/ 0 h 63"/>
                  <a:gd name="T4" fmla="*/ 94 w 125"/>
                  <a:gd name="T5" fmla="*/ 0 h 63"/>
                  <a:gd name="T6" fmla="*/ 94 w 125"/>
                  <a:gd name="T7" fmla="*/ 0 h 63"/>
                  <a:gd name="T8" fmla="*/ 62 w 125"/>
                  <a:gd name="T9" fmla="*/ 31 h 63"/>
                  <a:gd name="T10" fmla="*/ 62 w 125"/>
                  <a:gd name="T11" fmla="*/ 31 h 63"/>
                  <a:gd name="T12" fmla="*/ 62 w 125"/>
                  <a:gd name="T13" fmla="*/ 31 h 63"/>
                  <a:gd name="T14" fmla="*/ 62 w 125"/>
                  <a:gd name="T15" fmla="*/ 31 h 63"/>
                  <a:gd name="T16" fmla="*/ 31 w 125"/>
                  <a:gd name="T17" fmla="*/ 31 h 63"/>
                  <a:gd name="T18" fmla="*/ 31 w 125"/>
                  <a:gd name="T19" fmla="*/ 31 h 63"/>
                  <a:gd name="T20" fmla="*/ 31 w 125"/>
                  <a:gd name="T21" fmla="*/ 31 h 63"/>
                  <a:gd name="T22" fmla="*/ 0 w 125"/>
                  <a:gd name="T23" fmla="*/ 31 h 63"/>
                  <a:gd name="T24" fmla="*/ 0 w 125"/>
                  <a:gd name="T25" fmla="*/ 62 h 63"/>
                  <a:gd name="T26" fmla="*/ 0 w 125"/>
                  <a:gd name="T27" fmla="*/ 62 h 63"/>
                  <a:gd name="T28" fmla="*/ 0 w 125"/>
                  <a:gd name="T29" fmla="*/ 62 h 63"/>
                  <a:gd name="T30" fmla="*/ 31 w 125"/>
                  <a:gd name="T31" fmla="*/ 62 h 63"/>
                  <a:gd name="T32" fmla="*/ 31 w 125"/>
                  <a:gd name="T33" fmla="*/ 62 h 63"/>
                  <a:gd name="T34" fmla="*/ 31 w 125"/>
                  <a:gd name="T35" fmla="*/ 62 h 63"/>
                  <a:gd name="T36" fmla="*/ 31 w 125"/>
                  <a:gd name="T37" fmla="*/ 62 h 63"/>
                  <a:gd name="T38" fmla="*/ 31 w 125"/>
                  <a:gd name="T39" fmla="*/ 62 h 63"/>
                  <a:gd name="T40" fmla="*/ 62 w 125"/>
                  <a:gd name="T41" fmla="*/ 62 h 63"/>
                  <a:gd name="T42" fmla="*/ 62 w 125"/>
                  <a:gd name="T43" fmla="*/ 62 h 63"/>
                  <a:gd name="T44" fmla="*/ 62 w 125"/>
                  <a:gd name="T45" fmla="*/ 31 h 63"/>
                  <a:gd name="T46" fmla="*/ 62 w 125"/>
                  <a:gd name="T47" fmla="*/ 31 h 63"/>
                  <a:gd name="T48" fmla="*/ 94 w 125"/>
                  <a:gd name="T49" fmla="*/ 31 h 63"/>
                  <a:gd name="T50" fmla="*/ 94 w 125"/>
                  <a:gd name="T51" fmla="*/ 62 h 63"/>
                  <a:gd name="T52" fmla="*/ 124 w 125"/>
                  <a:gd name="T53" fmla="*/ 31 h 63"/>
                  <a:gd name="T54" fmla="*/ 124 w 125"/>
                  <a:gd name="T55" fmla="*/ 31 h 63"/>
                  <a:gd name="T56" fmla="*/ 124 w 125"/>
                  <a:gd name="T57" fmla="*/ 31 h 63"/>
                  <a:gd name="T58" fmla="*/ 124 w 125"/>
                  <a:gd name="T59" fmla="*/ 31 h 63"/>
                  <a:gd name="T60" fmla="*/ 124 w 125"/>
                  <a:gd name="T61"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5" h="63">
                    <a:moveTo>
                      <a:pt x="124" y="0"/>
                    </a:moveTo>
                    <a:lnTo>
                      <a:pt x="124" y="0"/>
                    </a:lnTo>
                    <a:cubicBezTo>
                      <a:pt x="94" y="0"/>
                      <a:pt x="94" y="0"/>
                      <a:pt x="94" y="0"/>
                    </a:cubicBezTo>
                    <a:lnTo>
                      <a:pt x="94" y="0"/>
                    </a:lnTo>
                    <a:lnTo>
                      <a:pt x="62" y="31"/>
                    </a:lnTo>
                    <a:lnTo>
                      <a:pt x="62" y="31"/>
                    </a:lnTo>
                    <a:lnTo>
                      <a:pt x="62" y="31"/>
                    </a:lnTo>
                    <a:lnTo>
                      <a:pt x="62" y="31"/>
                    </a:lnTo>
                    <a:cubicBezTo>
                      <a:pt x="31" y="31"/>
                      <a:pt x="31" y="31"/>
                      <a:pt x="31" y="31"/>
                    </a:cubicBezTo>
                    <a:lnTo>
                      <a:pt x="31" y="31"/>
                    </a:lnTo>
                    <a:lnTo>
                      <a:pt x="31" y="31"/>
                    </a:lnTo>
                    <a:lnTo>
                      <a:pt x="0" y="31"/>
                    </a:lnTo>
                    <a:lnTo>
                      <a:pt x="0" y="62"/>
                    </a:lnTo>
                    <a:lnTo>
                      <a:pt x="0" y="62"/>
                    </a:lnTo>
                    <a:lnTo>
                      <a:pt x="0" y="62"/>
                    </a:lnTo>
                    <a:lnTo>
                      <a:pt x="31" y="62"/>
                    </a:lnTo>
                    <a:lnTo>
                      <a:pt x="31" y="62"/>
                    </a:lnTo>
                    <a:lnTo>
                      <a:pt x="31" y="62"/>
                    </a:lnTo>
                    <a:lnTo>
                      <a:pt x="31" y="62"/>
                    </a:lnTo>
                    <a:lnTo>
                      <a:pt x="31" y="62"/>
                    </a:lnTo>
                    <a:cubicBezTo>
                      <a:pt x="31" y="62"/>
                      <a:pt x="31" y="62"/>
                      <a:pt x="62" y="62"/>
                    </a:cubicBezTo>
                    <a:lnTo>
                      <a:pt x="62" y="62"/>
                    </a:lnTo>
                    <a:cubicBezTo>
                      <a:pt x="62" y="31"/>
                      <a:pt x="62" y="31"/>
                      <a:pt x="62" y="31"/>
                    </a:cubicBezTo>
                    <a:lnTo>
                      <a:pt x="62" y="31"/>
                    </a:lnTo>
                    <a:cubicBezTo>
                      <a:pt x="94" y="31"/>
                      <a:pt x="94" y="31"/>
                      <a:pt x="94" y="31"/>
                    </a:cubicBezTo>
                    <a:cubicBezTo>
                      <a:pt x="94" y="31"/>
                      <a:pt x="94" y="31"/>
                      <a:pt x="94" y="62"/>
                    </a:cubicBezTo>
                    <a:cubicBezTo>
                      <a:pt x="124" y="31"/>
                      <a:pt x="124" y="31"/>
                      <a:pt x="124" y="31"/>
                    </a:cubicBezTo>
                    <a:lnTo>
                      <a:pt x="124" y="31"/>
                    </a:lnTo>
                    <a:lnTo>
                      <a:pt x="124" y="31"/>
                    </a:lnTo>
                    <a:lnTo>
                      <a:pt x="124" y="31"/>
                    </a:lnTo>
                    <a:lnTo>
                      <a:pt x="124"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34" name="Freeform 83">
                <a:extLst>
                  <a:ext uri="{FF2B5EF4-FFF2-40B4-BE49-F238E27FC236}">
                    <a16:creationId xmlns:a16="http://schemas.microsoft.com/office/drawing/2014/main" id="{2B513C6B-9204-8CE3-F064-572EDA792EFA}"/>
                  </a:ext>
                </a:extLst>
              </p:cNvPr>
              <p:cNvSpPr>
                <a:spLocks noChangeArrowheads="1"/>
              </p:cNvSpPr>
              <p:nvPr/>
            </p:nvSpPr>
            <p:spPr bwMode="auto">
              <a:xfrm>
                <a:off x="3802063" y="1579563"/>
                <a:ext cx="190500" cy="144462"/>
              </a:xfrm>
              <a:custGeom>
                <a:avLst/>
                <a:gdLst>
                  <a:gd name="T0" fmla="*/ 31 w 527"/>
                  <a:gd name="T1" fmla="*/ 124 h 403"/>
                  <a:gd name="T2" fmla="*/ 62 w 527"/>
                  <a:gd name="T3" fmla="*/ 124 h 403"/>
                  <a:gd name="T4" fmla="*/ 94 w 527"/>
                  <a:gd name="T5" fmla="*/ 93 h 403"/>
                  <a:gd name="T6" fmla="*/ 155 w 527"/>
                  <a:gd name="T7" fmla="*/ 124 h 403"/>
                  <a:gd name="T8" fmla="*/ 218 w 527"/>
                  <a:gd name="T9" fmla="*/ 186 h 403"/>
                  <a:gd name="T10" fmla="*/ 218 w 527"/>
                  <a:gd name="T11" fmla="*/ 217 h 403"/>
                  <a:gd name="T12" fmla="*/ 247 w 527"/>
                  <a:gd name="T13" fmla="*/ 217 h 403"/>
                  <a:gd name="T14" fmla="*/ 247 w 527"/>
                  <a:gd name="T15" fmla="*/ 217 h 403"/>
                  <a:gd name="T16" fmla="*/ 309 w 527"/>
                  <a:gd name="T17" fmla="*/ 278 h 403"/>
                  <a:gd name="T18" fmla="*/ 340 w 527"/>
                  <a:gd name="T19" fmla="*/ 310 h 403"/>
                  <a:gd name="T20" fmla="*/ 340 w 527"/>
                  <a:gd name="T21" fmla="*/ 310 h 403"/>
                  <a:gd name="T22" fmla="*/ 402 w 527"/>
                  <a:gd name="T23" fmla="*/ 341 h 403"/>
                  <a:gd name="T24" fmla="*/ 433 w 527"/>
                  <a:gd name="T25" fmla="*/ 341 h 403"/>
                  <a:gd name="T26" fmla="*/ 464 w 527"/>
                  <a:gd name="T27" fmla="*/ 371 h 403"/>
                  <a:gd name="T28" fmla="*/ 464 w 527"/>
                  <a:gd name="T29" fmla="*/ 371 h 403"/>
                  <a:gd name="T30" fmla="*/ 495 w 527"/>
                  <a:gd name="T31" fmla="*/ 402 h 403"/>
                  <a:gd name="T32" fmla="*/ 526 w 527"/>
                  <a:gd name="T33" fmla="*/ 371 h 403"/>
                  <a:gd name="T34" fmla="*/ 495 w 527"/>
                  <a:gd name="T35" fmla="*/ 341 h 403"/>
                  <a:gd name="T36" fmla="*/ 433 w 527"/>
                  <a:gd name="T37" fmla="*/ 310 h 403"/>
                  <a:gd name="T38" fmla="*/ 402 w 527"/>
                  <a:gd name="T39" fmla="*/ 278 h 403"/>
                  <a:gd name="T40" fmla="*/ 371 w 527"/>
                  <a:gd name="T41" fmla="*/ 217 h 403"/>
                  <a:gd name="T42" fmla="*/ 340 w 527"/>
                  <a:gd name="T43" fmla="*/ 217 h 403"/>
                  <a:gd name="T44" fmla="*/ 278 w 527"/>
                  <a:gd name="T45" fmla="*/ 154 h 403"/>
                  <a:gd name="T46" fmla="*/ 278 w 527"/>
                  <a:gd name="T47" fmla="*/ 124 h 403"/>
                  <a:gd name="T48" fmla="*/ 278 w 527"/>
                  <a:gd name="T49" fmla="*/ 62 h 403"/>
                  <a:gd name="T50" fmla="*/ 309 w 527"/>
                  <a:gd name="T51" fmla="*/ 30 h 403"/>
                  <a:gd name="T52" fmla="*/ 340 w 527"/>
                  <a:gd name="T53" fmla="*/ 0 h 403"/>
                  <a:gd name="T54" fmla="*/ 309 w 527"/>
                  <a:gd name="T55" fmla="*/ 0 h 403"/>
                  <a:gd name="T56" fmla="*/ 278 w 527"/>
                  <a:gd name="T57" fmla="*/ 0 h 403"/>
                  <a:gd name="T58" fmla="*/ 247 w 527"/>
                  <a:gd name="T59" fmla="*/ 0 h 403"/>
                  <a:gd name="T60" fmla="*/ 247 w 527"/>
                  <a:gd name="T61" fmla="*/ 0 h 403"/>
                  <a:gd name="T62" fmla="*/ 218 w 527"/>
                  <a:gd name="T63" fmla="*/ 0 h 403"/>
                  <a:gd name="T64" fmla="*/ 218 w 527"/>
                  <a:gd name="T65" fmla="*/ 0 h 403"/>
                  <a:gd name="T66" fmla="*/ 186 w 527"/>
                  <a:gd name="T67" fmla="*/ 30 h 403"/>
                  <a:gd name="T68" fmla="*/ 186 w 527"/>
                  <a:gd name="T69" fmla="*/ 30 h 403"/>
                  <a:gd name="T70" fmla="*/ 155 w 527"/>
                  <a:gd name="T71" fmla="*/ 30 h 403"/>
                  <a:gd name="T72" fmla="*/ 155 w 527"/>
                  <a:gd name="T73" fmla="*/ 30 h 403"/>
                  <a:gd name="T74" fmla="*/ 155 w 527"/>
                  <a:gd name="T75" fmla="*/ 30 h 403"/>
                  <a:gd name="T76" fmla="*/ 124 w 527"/>
                  <a:gd name="T77" fmla="*/ 62 h 403"/>
                  <a:gd name="T78" fmla="*/ 94 w 527"/>
                  <a:gd name="T79" fmla="*/ 62 h 403"/>
                  <a:gd name="T80" fmla="*/ 62 w 527"/>
                  <a:gd name="T81" fmla="*/ 30 h 403"/>
                  <a:gd name="T82" fmla="*/ 31 w 527"/>
                  <a:gd name="T83" fmla="*/ 62 h 403"/>
                  <a:gd name="T84" fmla="*/ 31 w 527"/>
                  <a:gd name="T85" fmla="*/ 62 h 403"/>
                  <a:gd name="T86" fmla="*/ 31 w 527"/>
                  <a:gd name="T87" fmla="*/ 62 h 403"/>
                  <a:gd name="T88" fmla="*/ 0 w 527"/>
                  <a:gd name="T89" fmla="*/ 9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27" h="403">
                    <a:moveTo>
                      <a:pt x="31" y="124"/>
                    </a:moveTo>
                    <a:lnTo>
                      <a:pt x="31" y="124"/>
                    </a:lnTo>
                    <a:lnTo>
                      <a:pt x="31" y="124"/>
                    </a:lnTo>
                    <a:lnTo>
                      <a:pt x="62" y="124"/>
                    </a:lnTo>
                    <a:lnTo>
                      <a:pt x="62" y="124"/>
                    </a:lnTo>
                    <a:lnTo>
                      <a:pt x="94" y="93"/>
                    </a:lnTo>
                    <a:cubicBezTo>
                      <a:pt x="124" y="93"/>
                      <a:pt x="124" y="93"/>
                      <a:pt x="124" y="93"/>
                    </a:cubicBezTo>
                    <a:lnTo>
                      <a:pt x="155" y="124"/>
                    </a:lnTo>
                    <a:lnTo>
                      <a:pt x="155" y="124"/>
                    </a:lnTo>
                    <a:cubicBezTo>
                      <a:pt x="217" y="124"/>
                      <a:pt x="218" y="186"/>
                      <a:pt x="218" y="186"/>
                    </a:cubicBezTo>
                    <a:lnTo>
                      <a:pt x="218" y="186"/>
                    </a:lnTo>
                    <a:cubicBezTo>
                      <a:pt x="218" y="217"/>
                      <a:pt x="218" y="217"/>
                      <a:pt x="218" y="217"/>
                    </a:cubicBezTo>
                    <a:lnTo>
                      <a:pt x="247" y="217"/>
                    </a:lnTo>
                    <a:lnTo>
                      <a:pt x="247" y="217"/>
                    </a:lnTo>
                    <a:lnTo>
                      <a:pt x="247" y="217"/>
                    </a:lnTo>
                    <a:lnTo>
                      <a:pt x="247" y="217"/>
                    </a:lnTo>
                    <a:cubicBezTo>
                      <a:pt x="278" y="217"/>
                      <a:pt x="278" y="247"/>
                      <a:pt x="278" y="247"/>
                    </a:cubicBezTo>
                    <a:cubicBezTo>
                      <a:pt x="278" y="247"/>
                      <a:pt x="278" y="278"/>
                      <a:pt x="309" y="278"/>
                    </a:cubicBezTo>
                    <a:lnTo>
                      <a:pt x="309" y="278"/>
                    </a:lnTo>
                    <a:lnTo>
                      <a:pt x="340" y="310"/>
                    </a:lnTo>
                    <a:lnTo>
                      <a:pt x="340" y="310"/>
                    </a:lnTo>
                    <a:lnTo>
                      <a:pt x="340" y="310"/>
                    </a:lnTo>
                    <a:cubicBezTo>
                      <a:pt x="371" y="310"/>
                      <a:pt x="371" y="310"/>
                      <a:pt x="402" y="310"/>
                    </a:cubicBezTo>
                    <a:cubicBezTo>
                      <a:pt x="402" y="341"/>
                      <a:pt x="402" y="341"/>
                      <a:pt x="402" y="341"/>
                    </a:cubicBezTo>
                    <a:lnTo>
                      <a:pt x="402" y="341"/>
                    </a:lnTo>
                    <a:cubicBezTo>
                      <a:pt x="433" y="341"/>
                      <a:pt x="433" y="341"/>
                      <a:pt x="433" y="341"/>
                    </a:cubicBezTo>
                    <a:cubicBezTo>
                      <a:pt x="464" y="341"/>
                      <a:pt x="464" y="371"/>
                      <a:pt x="464" y="371"/>
                    </a:cubicBezTo>
                    <a:lnTo>
                      <a:pt x="464" y="371"/>
                    </a:lnTo>
                    <a:lnTo>
                      <a:pt x="464" y="371"/>
                    </a:lnTo>
                    <a:lnTo>
                      <a:pt x="464" y="371"/>
                    </a:lnTo>
                    <a:lnTo>
                      <a:pt x="464" y="371"/>
                    </a:lnTo>
                    <a:cubicBezTo>
                      <a:pt x="495" y="371"/>
                      <a:pt x="495" y="371"/>
                      <a:pt x="495" y="402"/>
                    </a:cubicBezTo>
                    <a:cubicBezTo>
                      <a:pt x="526" y="371"/>
                      <a:pt x="526" y="371"/>
                      <a:pt x="526" y="371"/>
                    </a:cubicBezTo>
                    <a:lnTo>
                      <a:pt x="526" y="371"/>
                    </a:lnTo>
                    <a:cubicBezTo>
                      <a:pt x="526" y="371"/>
                      <a:pt x="526" y="341"/>
                      <a:pt x="495" y="341"/>
                    </a:cubicBezTo>
                    <a:lnTo>
                      <a:pt x="495" y="341"/>
                    </a:lnTo>
                    <a:cubicBezTo>
                      <a:pt x="464" y="310"/>
                      <a:pt x="464" y="310"/>
                      <a:pt x="464" y="310"/>
                    </a:cubicBezTo>
                    <a:lnTo>
                      <a:pt x="433" y="310"/>
                    </a:lnTo>
                    <a:cubicBezTo>
                      <a:pt x="402" y="278"/>
                      <a:pt x="402" y="278"/>
                      <a:pt x="402" y="278"/>
                    </a:cubicBezTo>
                    <a:lnTo>
                      <a:pt x="402" y="278"/>
                    </a:lnTo>
                    <a:cubicBezTo>
                      <a:pt x="371" y="278"/>
                      <a:pt x="371" y="247"/>
                      <a:pt x="371" y="247"/>
                    </a:cubicBezTo>
                    <a:cubicBezTo>
                      <a:pt x="371" y="217"/>
                      <a:pt x="371" y="217"/>
                      <a:pt x="371" y="217"/>
                    </a:cubicBezTo>
                    <a:lnTo>
                      <a:pt x="340" y="217"/>
                    </a:lnTo>
                    <a:lnTo>
                      <a:pt x="340" y="217"/>
                    </a:lnTo>
                    <a:cubicBezTo>
                      <a:pt x="340" y="186"/>
                      <a:pt x="340" y="186"/>
                      <a:pt x="309" y="186"/>
                    </a:cubicBezTo>
                    <a:cubicBezTo>
                      <a:pt x="309" y="186"/>
                      <a:pt x="278" y="186"/>
                      <a:pt x="278" y="154"/>
                    </a:cubicBezTo>
                    <a:lnTo>
                      <a:pt x="278" y="124"/>
                    </a:lnTo>
                    <a:lnTo>
                      <a:pt x="278" y="124"/>
                    </a:lnTo>
                    <a:lnTo>
                      <a:pt x="278" y="93"/>
                    </a:lnTo>
                    <a:cubicBezTo>
                      <a:pt x="278" y="93"/>
                      <a:pt x="278" y="93"/>
                      <a:pt x="278" y="62"/>
                    </a:cubicBezTo>
                    <a:cubicBezTo>
                      <a:pt x="278" y="62"/>
                      <a:pt x="278" y="30"/>
                      <a:pt x="309" y="30"/>
                    </a:cubicBezTo>
                    <a:lnTo>
                      <a:pt x="309" y="30"/>
                    </a:lnTo>
                    <a:lnTo>
                      <a:pt x="340" y="30"/>
                    </a:lnTo>
                    <a:lnTo>
                      <a:pt x="340" y="0"/>
                    </a:lnTo>
                    <a:cubicBezTo>
                      <a:pt x="309" y="0"/>
                      <a:pt x="309" y="0"/>
                      <a:pt x="309" y="0"/>
                    </a:cubicBezTo>
                    <a:lnTo>
                      <a:pt x="309" y="0"/>
                    </a:lnTo>
                    <a:lnTo>
                      <a:pt x="309" y="0"/>
                    </a:lnTo>
                    <a:cubicBezTo>
                      <a:pt x="278" y="0"/>
                      <a:pt x="278" y="0"/>
                      <a:pt x="278" y="0"/>
                    </a:cubicBezTo>
                    <a:lnTo>
                      <a:pt x="278" y="0"/>
                    </a:lnTo>
                    <a:cubicBezTo>
                      <a:pt x="278" y="0"/>
                      <a:pt x="278" y="0"/>
                      <a:pt x="247" y="0"/>
                    </a:cubicBezTo>
                    <a:lnTo>
                      <a:pt x="247" y="0"/>
                    </a:lnTo>
                    <a:lnTo>
                      <a:pt x="247" y="0"/>
                    </a:lnTo>
                    <a:cubicBezTo>
                      <a:pt x="247" y="0"/>
                      <a:pt x="247" y="0"/>
                      <a:pt x="218" y="0"/>
                    </a:cubicBezTo>
                    <a:lnTo>
                      <a:pt x="218" y="0"/>
                    </a:lnTo>
                    <a:lnTo>
                      <a:pt x="218" y="0"/>
                    </a:lnTo>
                    <a:lnTo>
                      <a:pt x="218" y="0"/>
                    </a:lnTo>
                    <a:lnTo>
                      <a:pt x="186" y="0"/>
                    </a:lnTo>
                    <a:cubicBezTo>
                      <a:pt x="186" y="30"/>
                      <a:pt x="186" y="30"/>
                      <a:pt x="186" y="30"/>
                    </a:cubicBezTo>
                    <a:lnTo>
                      <a:pt x="186" y="30"/>
                    </a:lnTo>
                    <a:lnTo>
                      <a:pt x="186" y="30"/>
                    </a:lnTo>
                    <a:cubicBezTo>
                      <a:pt x="186" y="30"/>
                      <a:pt x="186" y="30"/>
                      <a:pt x="155" y="30"/>
                    </a:cubicBezTo>
                    <a:lnTo>
                      <a:pt x="155" y="30"/>
                    </a:lnTo>
                    <a:lnTo>
                      <a:pt x="155" y="30"/>
                    </a:lnTo>
                    <a:lnTo>
                      <a:pt x="155" y="30"/>
                    </a:lnTo>
                    <a:lnTo>
                      <a:pt x="155" y="30"/>
                    </a:lnTo>
                    <a:lnTo>
                      <a:pt x="155" y="30"/>
                    </a:lnTo>
                    <a:cubicBezTo>
                      <a:pt x="155" y="62"/>
                      <a:pt x="124" y="62"/>
                      <a:pt x="124" y="62"/>
                    </a:cubicBezTo>
                    <a:lnTo>
                      <a:pt x="124" y="62"/>
                    </a:lnTo>
                    <a:cubicBezTo>
                      <a:pt x="94" y="62"/>
                      <a:pt x="94" y="62"/>
                      <a:pt x="94" y="62"/>
                    </a:cubicBezTo>
                    <a:lnTo>
                      <a:pt x="94" y="62"/>
                    </a:lnTo>
                    <a:lnTo>
                      <a:pt x="94" y="62"/>
                    </a:lnTo>
                    <a:cubicBezTo>
                      <a:pt x="94" y="30"/>
                      <a:pt x="94" y="30"/>
                      <a:pt x="62" y="30"/>
                    </a:cubicBezTo>
                    <a:lnTo>
                      <a:pt x="62" y="30"/>
                    </a:lnTo>
                    <a:cubicBezTo>
                      <a:pt x="62" y="62"/>
                      <a:pt x="31" y="62"/>
                      <a:pt x="31" y="62"/>
                    </a:cubicBezTo>
                    <a:lnTo>
                      <a:pt x="31" y="62"/>
                    </a:lnTo>
                    <a:lnTo>
                      <a:pt x="31" y="62"/>
                    </a:lnTo>
                    <a:lnTo>
                      <a:pt x="31" y="62"/>
                    </a:lnTo>
                    <a:lnTo>
                      <a:pt x="31" y="62"/>
                    </a:lnTo>
                    <a:cubicBezTo>
                      <a:pt x="31" y="62"/>
                      <a:pt x="31" y="93"/>
                      <a:pt x="0" y="93"/>
                    </a:cubicBezTo>
                    <a:lnTo>
                      <a:pt x="0" y="93"/>
                    </a:lnTo>
                    <a:cubicBezTo>
                      <a:pt x="31" y="93"/>
                      <a:pt x="31" y="93"/>
                      <a:pt x="31" y="1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35" name="Freeform 84">
                <a:extLst>
                  <a:ext uri="{FF2B5EF4-FFF2-40B4-BE49-F238E27FC236}">
                    <a16:creationId xmlns:a16="http://schemas.microsoft.com/office/drawing/2014/main" id="{8C90B163-2C70-0CBA-A482-C3D9F3779CDE}"/>
                  </a:ext>
                </a:extLst>
              </p:cNvPr>
              <p:cNvSpPr>
                <a:spLocks noChangeArrowheads="1"/>
              </p:cNvSpPr>
              <p:nvPr/>
            </p:nvSpPr>
            <p:spPr bwMode="auto">
              <a:xfrm>
                <a:off x="3970338" y="1612900"/>
                <a:ext cx="11112" cy="22225"/>
              </a:xfrm>
              <a:custGeom>
                <a:avLst/>
                <a:gdLst>
                  <a:gd name="T0" fmla="*/ 0 w 32"/>
                  <a:gd name="T1" fmla="*/ 0 h 62"/>
                  <a:gd name="T2" fmla="*/ 0 w 32"/>
                  <a:gd name="T3" fmla="*/ 0 h 62"/>
                  <a:gd name="T4" fmla="*/ 0 w 32"/>
                  <a:gd name="T5" fmla="*/ 0 h 62"/>
                  <a:gd name="T6" fmla="*/ 0 w 32"/>
                  <a:gd name="T7" fmla="*/ 31 h 62"/>
                  <a:gd name="T8" fmla="*/ 0 w 32"/>
                  <a:gd name="T9" fmla="*/ 31 h 62"/>
                  <a:gd name="T10" fmla="*/ 0 w 32"/>
                  <a:gd name="T11" fmla="*/ 31 h 62"/>
                  <a:gd name="T12" fmla="*/ 31 w 32"/>
                  <a:gd name="T13" fmla="*/ 61 h 62"/>
                  <a:gd name="T14" fmla="*/ 31 w 32"/>
                  <a:gd name="T15" fmla="*/ 31 h 62"/>
                  <a:gd name="T16" fmla="*/ 31 w 32"/>
                  <a:gd name="T17" fmla="*/ 31 h 62"/>
                  <a:gd name="T18" fmla="*/ 0 w 32"/>
                  <a:gd name="T19"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62">
                    <a:moveTo>
                      <a:pt x="0" y="0"/>
                    </a:moveTo>
                    <a:lnTo>
                      <a:pt x="0" y="0"/>
                    </a:lnTo>
                    <a:lnTo>
                      <a:pt x="0" y="0"/>
                    </a:lnTo>
                    <a:lnTo>
                      <a:pt x="0" y="31"/>
                    </a:lnTo>
                    <a:lnTo>
                      <a:pt x="0" y="31"/>
                    </a:lnTo>
                    <a:lnTo>
                      <a:pt x="0" y="31"/>
                    </a:lnTo>
                    <a:cubicBezTo>
                      <a:pt x="0" y="61"/>
                      <a:pt x="31" y="61"/>
                      <a:pt x="31" y="61"/>
                    </a:cubicBezTo>
                    <a:cubicBezTo>
                      <a:pt x="31" y="61"/>
                      <a:pt x="31" y="61"/>
                      <a:pt x="31" y="31"/>
                    </a:cubicBezTo>
                    <a:lnTo>
                      <a:pt x="31" y="31"/>
                    </a:lnTo>
                    <a:cubicBezTo>
                      <a:pt x="0" y="31"/>
                      <a:pt x="0" y="31"/>
                      <a:pt x="0"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36" name="Freeform 85">
                <a:extLst>
                  <a:ext uri="{FF2B5EF4-FFF2-40B4-BE49-F238E27FC236}">
                    <a16:creationId xmlns:a16="http://schemas.microsoft.com/office/drawing/2014/main" id="{9E8B3A7D-407E-5B95-0F9D-B5EA1EB1F247}"/>
                  </a:ext>
                </a:extLst>
              </p:cNvPr>
              <p:cNvSpPr>
                <a:spLocks noChangeArrowheads="1"/>
              </p:cNvSpPr>
              <p:nvPr/>
            </p:nvSpPr>
            <p:spPr bwMode="auto">
              <a:xfrm>
                <a:off x="3981450" y="1590675"/>
                <a:ext cx="22225" cy="11113"/>
              </a:xfrm>
              <a:custGeom>
                <a:avLst/>
                <a:gdLst>
                  <a:gd name="T0" fmla="*/ 62 w 63"/>
                  <a:gd name="T1" fmla="*/ 0 h 33"/>
                  <a:gd name="T2" fmla="*/ 62 w 63"/>
                  <a:gd name="T3" fmla="*/ 0 h 33"/>
                  <a:gd name="T4" fmla="*/ 31 w 63"/>
                  <a:gd name="T5" fmla="*/ 0 h 33"/>
                  <a:gd name="T6" fmla="*/ 31 w 63"/>
                  <a:gd name="T7" fmla="*/ 0 h 33"/>
                  <a:gd name="T8" fmla="*/ 0 w 63"/>
                  <a:gd name="T9" fmla="*/ 0 h 33"/>
                  <a:gd name="T10" fmla="*/ 0 w 63"/>
                  <a:gd name="T11" fmla="*/ 32 h 33"/>
                  <a:gd name="T12" fmla="*/ 0 w 63"/>
                  <a:gd name="T13" fmla="*/ 32 h 33"/>
                  <a:gd name="T14" fmla="*/ 0 w 63"/>
                  <a:gd name="T15" fmla="*/ 32 h 33"/>
                  <a:gd name="T16" fmla="*/ 31 w 63"/>
                  <a:gd name="T17" fmla="*/ 32 h 33"/>
                  <a:gd name="T18" fmla="*/ 31 w 63"/>
                  <a:gd name="T19" fmla="*/ 32 h 33"/>
                  <a:gd name="T20" fmla="*/ 31 w 63"/>
                  <a:gd name="T21" fmla="*/ 32 h 33"/>
                  <a:gd name="T22" fmla="*/ 31 w 63"/>
                  <a:gd name="T23" fmla="*/ 32 h 33"/>
                  <a:gd name="T24" fmla="*/ 31 w 63"/>
                  <a:gd name="T25" fmla="*/ 32 h 33"/>
                  <a:gd name="T26" fmla="*/ 62 w 63"/>
                  <a:gd name="T27" fmla="*/ 32 h 33"/>
                  <a:gd name="T28" fmla="*/ 62 w 63"/>
                  <a:gd name="T29" fmla="*/ 32 h 33"/>
                  <a:gd name="T30" fmla="*/ 62 w 63"/>
                  <a:gd name="T31"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 h="33">
                    <a:moveTo>
                      <a:pt x="62" y="0"/>
                    </a:moveTo>
                    <a:lnTo>
                      <a:pt x="62" y="0"/>
                    </a:lnTo>
                    <a:lnTo>
                      <a:pt x="31" y="0"/>
                    </a:lnTo>
                    <a:lnTo>
                      <a:pt x="31" y="0"/>
                    </a:lnTo>
                    <a:cubicBezTo>
                      <a:pt x="31" y="0"/>
                      <a:pt x="31" y="0"/>
                      <a:pt x="0" y="0"/>
                    </a:cubicBezTo>
                    <a:cubicBezTo>
                      <a:pt x="0" y="0"/>
                      <a:pt x="0" y="0"/>
                      <a:pt x="0" y="32"/>
                    </a:cubicBezTo>
                    <a:lnTo>
                      <a:pt x="0" y="32"/>
                    </a:lnTo>
                    <a:lnTo>
                      <a:pt x="0" y="32"/>
                    </a:lnTo>
                    <a:cubicBezTo>
                      <a:pt x="31" y="32"/>
                      <a:pt x="31" y="32"/>
                      <a:pt x="31" y="32"/>
                    </a:cubicBezTo>
                    <a:lnTo>
                      <a:pt x="31" y="32"/>
                    </a:lnTo>
                    <a:lnTo>
                      <a:pt x="31" y="32"/>
                    </a:lnTo>
                    <a:lnTo>
                      <a:pt x="31" y="32"/>
                    </a:lnTo>
                    <a:lnTo>
                      <a:pt x="31" y="32"/>
                    </a:lnTo>
                    <a:cubicBezTo>
                      <a:pt x="62" y="32"/>
                      <a:pt x="62" y="32"/>
                      <a:pt x="62" y="32"/>
                    </a:cubicBezTo>
                    <a:lnTo>
                      <a:pt x="62" y="32"/>
                    </a:lnTo>
                    <a:cubicBezTo>
                      <a:pt x="62" y="0"/>
                      <a:pt x="62" y="0"/>
                      <a:pt x="6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37" name="Freeform 86">
                <a:extLst>
                  <a:ext uri="{FF2B5EF4-FFF2-40B4-BE49-F238E27FC236}">
                    <a16:creationId xmlns:a16="http://schemas.microsoft.com/office/drawing/2014/main" id="{3D87F726-4EEF-016A-DE78-75219F00031A}"/>
                  </a:ext>
                </a:extLst>
              </p:cNvPr>
              <p:cNvSpPr>
                <a:spLocks noChangeArrowheads="1"/>
              </p:cNvSpPr>
              <p:nvPr/>
            </p:nvSpPr>
            <p:spPr bwMode="auto">
              <a:xfrm>
                <a:off x="4371975" y="1914525"/>
                <a:ext cx="33338" cy="55563"/>
              </a:xfrm>
              <a:custGeom>
                <a:avLst/>
                <a:gdLst>
                  <a:gd name="T0" fmla="*/ 93 w 94"/>
                  <a:gd name="T1" fmla="*/ 61 h 156"/>
                  <a:gd name="T2" fmla="*/ 93 w 94"/>
                  <a:gd name="T3" fmla="*/ 61 h 156"/>
                  <a:gd name="T4" fmla="*/ 62 w 94"/>
                  <a:gd name="T5" fmla="*/ 31 h 156"/>
                  <a:gd name="T6" fmla="*/ 62 w 94"/>
                  <a:gd name="T7" fmla="*/ 31 h 156"/>
                  <a:gd name="T8" fmla="*/ 62 w 94"/>
                  <a:gd name="T9" fmla="*/ 0 h 156"/>
                  <a:gd name="T10" fmla="*/ 62 w 94"/>
                  <a:gd name="T11" fmla="*/ 0 h 156"/>
                  <a:gd name="T12" fmla="*/ 62 w 94"/>
                  <a:gd name="T13" fmla="*/ 0 h 156"/>
                  <a:gd name="T14" fmla="*/ 31 w 94"/>
                  <a:gd name="T15" fmla="*/ 0 h 156"/>
                  <a:gd name="T16" fmla="*/ 31 w 94"/>
                  <a:gd name="T17" fmla="*/ 0 h 156"/>
                  <a:gd name="T18" fmla="*/ 31 w 94"/>
                  <a:gd name="T19" fmla="*/ 0 h 156"/>
                  <a:gd name="T20" fmla="*/ 0 w 94"/>
                  <a:gd name="T21" fmla="*/ 31 h 156"/>
                  <a:gd name="T22" fmla="*/ 0 w 94"/>
                  <a:gd name="T23" fmla="*/ 31 h 156"/>
                  <a:gd name="T24" fmla="*/ 0 w 94"/>
                  <a:gd name="T25" fmla="*/ 61 h 156"/>
                  <a:gd name="T26" fmla="*/ 0 w 94"/>
                  <a:gd name="T27" fmla="*/ 61 h 156"/>
                  <a:gd name="T28" fmla="*/ 0 w 94"/>
                  <a:gd name="T29" fmla="*/ 61 h 156"/>
                  <a:gd name="T30" fmla="*/ 0 w 94"/>
                  <a:gd name="T31" fmla="*/ 92 h 156"/>
                  <a:gd name="T32" fmla="*/ 0 w 94"/>
                  <a:gd name="T33" fmla="*/ 124 h 156"/>
                  <a:gd name="T34" fmla="*/ 0 w 94"/>
                  <a:gd name="T35" fmla="*/ 124 h 156"/>
                  <a:gd name="T36" fmla="*/ 0 w 94"/>
                  <a:gd name="T37" fmla="*/ 124 h 156"/>
                  <a:gd name="T38" fmla="*/ 0 w 94"/>
                  <a:gd name="T39" fmla="*/ 155 h 156"/>
                  <a:gd name="T40" fmla="*/ 0 w 94"/>
                  <a:gd name="T41" fmla="*/ 155 h 156"/>
                  <a:gd name="T42" fmla="*/ 31 w 94"/>
                  <a:gd name="T43" fmla="*/ 155 h 156"/>
                  <a:gd name="T44" fmla="*/ 31 w 94"/>
                  <a:gd name="T45" fmla="*/ 124 h 156"/>
                  <a:gd name="T46" fmla="*/ 93 w 94"/>
                  <a:gd name="T47" fmla="*/ 92 h 156"/>
                  <a:gd name="T48" fmla="*/ 93 w 94"/>
                  <a:gd name="T49" fmla="*/ 92 h 156"/>
                  <a:gd name="T50" fmla="*/ 93 w 94"/>
                  <a:gd name="T51" fmla="*/ 92 h 156"/>
                  <a:gd name="T52" fmla="*/ 93 w 94"/>
                  <a:gd name="T53" fmla="*/ 92 h 156"/>
                  <a:gd name="T54" fmla="*/ 93 w 94"/>
                  <a:gd name="T55" fmla="*/ 61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4" h="156">
                    <a:moveTo>
                      <a:pt x="93" y="61"/>
                    </a:moveTo>
                    <a:lnTo>
                      <a:pt x="93" y="61"/>
                    </a:lnTo>
                    <a:cubicBezTo>
                      <a:pt x="62" y="61"/>
                      <a:pt x="62" y="61"/>
                      <a:pt x="62" y="31"/>
                    </a:cubicBezTo>
                    <a:lnTo>
                      <a:pt x="62" y="31"/>
                    </a:lnTo>
                    <a:cubicBezTo>
                      <a:pt x="62" y="31"/>
                      <a:pt x="62" y="31"/>
                      <a:pt x="62" y="0"/>
                    </a:cubicBezTo>
                    <a:lnTo>
                      <a:pt x="62" y="0"/>
                    </a:lnTo>
                    <a:lnTo>
                      <a:pt x="62" y="0"/>
                    </a:lnTo>
                    <a:lnTo>
                      <a:pt x="31" y="0"/>
                    </a:lnTo>
                    <a:lnTo>
                      <a:pt x="31" y="0"/>
                    </a:lnTo>
                    <a:lnTo>
                      <a:pt x="31" y="0"/>
                    </a:lnTo>
                    <a:cubicBezTo>
                      <a:pt x="31" y="31"/>
                      <a:pt x="31" y="31"/>
                      <a:pt x="0" y="31"/>
                    </a:cubicBezTo>
                    <a:lnTo>
                      <a:pt x="0" y="31"/>
                    </a:lnTo>
                    <a:cubicBezTo>
                      <a:pt x="0" y="31"/>
                      <a:pt x="0" y="31"/>
                      <a:pt x="0" y="61"/>
                    </a:cubicBezTo>
                    <a:lnTo>
                      <a:pt x="0" y="61"/>
                    </a:lnTo>
                    <a:lnTo>
                      <a:pt x="0" y="61"/>
                    </a:lnTo>
                    <a:cubicBezTo>
                      <a:pt x="31" y="61"/>
                      <a:pt x="0" y="92"/>
                      <a:pt x="0" y="92"/>
                    </a:cubicBezTo>
                    <a:lnTo>
                      <a:pt x="0" y="124"/>
                    </a:lnTo>
                    <a:lnTo>
                      <a:pt x="0" y="124"/>
                    </a:lnTo>
                    <a:lnTo>
                      <a:pt x="0" y="124"/>
                    </a:lnTo>
                    <a:cubicBezTo>
                      <a:pt x="0" y="124"/>
                      <a:pt x="0" y="124"/>
                      <a:pt x="0" y="155"/>
                    </a:cubicBezTo>
                    <a:lnTo>
                      <a:pt x="0" y="155"/>
                    </a:lnTo>
                    <a:cubicBezTo>
                      <a:pt x="0" y="155"/>
                      <a:pt x="0" y="155"/>
                      <a:pt x="31" y="155"/>
                    </a:cubicBezTo>
                    <a:lnTo>
                      <a:pt x="31" y="124"/>
                    </a:lnTo>
                    <a:cubicBezTo>
                      <a:pt x="31" y="124"/>
                      <a:pt x="62" y="92"/>
                      <a:pt x="93" y="92"/>
                    </a:cubicBezTo>
                    <a:lnTo>
                      <a:pt x="93" y="92"/>
                    </a:lnTo>
                    <a:lnTo>
                      <a:pt x="93" y="92"/>
                    </a:lnTo>
                    <a:lnTo>
                      <a:pt x="93" y="92"/>
                    </a:lnTo>
                    <a:lnTo>
                      <a:pt x="93" y="6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38" name="Freeform 87">
                <a:extLst>
                  <a:ext uri="{FF2B5EF4-FFF2-40B4-BE49-F238E27FC236}">
                    <a16:creationId xmlns:a16="http://schemas.microsoft.com/office/drawing/2014/main" id="{FBA3D8BB-7195-35A7-5C01-524B884F44AE}"/>
                  </a:ext>
                </a:extLst>
              </p:cNvPr>
              <p:cNvSpPr>
                <a:spLocks noChangeArrowheads="1"/>
              </p:cNvSpPr>
              <p:nvPr/>
            </p:nvSpPr>
            <p:spPr bwMode="auto">
              <a:xfrm>
                <a:off x="4383088" y="1801813"/>
                <a:ext cx="100012" cy="88900"/>
              </a:xfrm>
              <a:custGeom>
                <a:avLst/>
                <a:gdLst>
                  <a:gd name="T0" fmla="*/ 31 w 280"/>
                  <a:gd name="T1" fmla="*/ 94 h 249"/>
                  <a:gd name="T2" fmla="*/ 31 w 280"/>
                  <a:gd name="T3" fmla="*/ 94 h 249"/>
                  <a:gd name="T4" fmla="*/ 31 w 280"/>
                  <a:gd name="T5" fmla="*/ 94 h 249"/>
                  <a:gd name="T6" fmla="*/ 31 w 280"/>
                  <a:gd name="T7" fmla="*/ 124 h 249"/>
                  <a:gd name="T8" fmla="*/ 62 w 280"/>
                  <a:gd name="T9" fmla="*/ 155 h 249"/>
                  <a:gd name="T10" fmla="*/ 62 w 280"/>
                  <a:gd name="T11" fmla="*/ 187 h 249"/>
                  <a:gd name="T12" fmla="*/ 62 w 280"/>
                  <a:gd name="T13" fmla="*/ 187 h 249"/>
                  <a:gd name="T14" fmla="*/ 31 w 280"/>
                  <a:gd name="T15" fmla="*/ 187 h 249"/>
                  <a:gd name="T16" fmla="*/ 31 w 280"/>
                  <a:gd name="T17" fmla="*/ 187 h 249"/>
                  <a:gd name="T18" fmla="*/ 31 w 280"/>
                  <a:gd name="T19" fmla="*/ 187 h 249"/>
                  <a:gd name="T20" fmla="*/ 31 w 280"/>
                  <a:gd name="T21" fmla="*/ 218 h 249"/>
                  <a:gd name="T22" fmla="*/ 0 w 280"/>
                  <a:gd name="T23" fmla="*/ 248 h 249"/>
                  <a:gd name="T24" fmla="*/ 31 w 280"/>
                  <a:gd name="T25" fmla="*/ 248 h 249"/>
                  <a:gd name="T26" fmla="*/ 31 w 280"/>
                  <a:gd name="T27" fmla="*/ 248 h 249"/>
                  <a:gd name="T28" fmla="*/ 31 w 280"/>
                  <a:gd name="T29" fmla="*/ 248 h 249"/>
                  <a:gd name="T30" fmla="*/ 62 w 280"/>
                  <a:gd name="T31" fmla="*/ 248 h 249"/>
                  <a:gd name="T32" fmla="*/ 62 w 280"/>
                  <a:gd name="T33" fmla="*/ 248 h 249"/>
                  <a:gd name="T34" fmla="*/ 124 w 280"/>
                  <a:gd name="T35" fmla="*/ 218 h 249"/>
                  <a:gd name="T36" fmla="*/ 124 w 280"/>
                  <a:gd name="T37" fmla="*/ 187 h 249"/>
                  <a:gd name="T38" fmla="*/ 124 w 280"/>
                  <a:gd name="T39" fmla="*/ 187 h 249"/>
                  <a:gd name="T40" fmla="*/ 216 w 280"/>
                  <a:gd name="T41" fmla="*/ 155 h 249"/>
                  <a:gd name="T42" fmla="*/ 248 w 280"/>
                  <a:gd name="T43" fmla="*/ 94 h 249"/>
                  <a:gd name="T44" fmla="*/ 279 w 280"/>
                  <a:gd name="T45" fmla="*/ 94 h 249"/>
                  <a:gd name="T46" fmla="*/ 248 w 280"/>
                  <a:gd name="T47" fmla="*/ 63 h 249"/>
                  <a:gd name="T48" fmla="*/ 248 w 280"/>
                  <a:gd name="T49" fmla="*/ 31 h 249"/>
                  <a:gd name="T50" fmla="*/ 248 w 280"/>
                  <a:gd name="T51" fmla="*/ 31 h 249"/>
                  <a:gd name="T52" fmla="*/ 248 w 280"/>
                  <a:gd name="T53" fmla="*/ 31 h 249"/>
                  <a:gd name="T54" fmla="*/ 248 w 280"/>
                  <a:gd name="T55" fmla="*/ 31 h 249"/>
                  <a:gd name="T56" fmla="*/ 248 w 280"/>
                  <a:gd name="T57" fmla="*/ 0 h 249"/>
                  <a:gd name="T58" fmla="*/ 248 w 280"/>
                  <a:gd name="T59" fmla="*/ 0 h 249"/>
                  <a:gd name="T60" fmla="*/ 248 w 280"/>
                  <a:gd name="T61" fmla="*/ 0 h 249"/>
                  <a:gd name="T62" fmla="*/ 216 w 280"/>
                  <a:gd name="T63" fmla="*/ 31 h 249"/>
                  <a:gd name="T64" fmla="*/ 186 w 280"/>
                  <a:gd name="T65" fmla="*/ 31 h 249"/>
                  <a:gd name="T66" fmla="*/ 186 w 280"/>
                  <a:gd name="T67" fmla="*/ 31 h 249"/>
                  <a:gd name="T68" fmla="*/ 155 w 280"/>
                  <a:gd name="T69" fmla="*/ 31 h 249"/>
                  <a:gd name="T70" fmla="*/ 124 w 280"/>
                  <a:gd name="T71" fmla="*/ 31 h 249"/>
                  <a:gd name="T72" fmla="*/ 124 w 280"/>
                  <a:gd name="T73" fmla="*/ 31 h 249"/>
                  <a:gd name="T74" fmla="*/ 124 w 280"/>
                  <a:gd name="T75" fmla="*/ 31 h 249"/>
                  <a:gd name="T76" fmla="*/ 93 w 280"/>
                  <a:gd name="T77" fmla="*/ 31 h 249"/>
                  <a:gd name="T78" fmla="*/ 93 w 280"/>
                  <a:gd name="T79" fmla="*/ 31 h 249"/>
                  <a:gd name="T80" fmla="*/ 93 w 280"/>
                  <a:gd name="T81" fmla="*/ 31 h 249"/>
                  <a:gd name="T82" fmla="*/ 62 w 280"/>
                  <a:gd name="T83" fmla="*/ 31 h 249"/>
                  <a:gd name="T84" fmla="*/ 62 w 280"/>
                  <a:gd name="T85" fmla="*/ 31 h 249"/>
                  <a:gd name="T86" fmla="*/ 62 w 280"/>
                  <a:gd name="T87" fmla="*/ 31 h 249"/>
                  <a:gd name="T88" fmla="*/ 31 w 280"/>
                  <a:gd name="T89" fmla="*/ 63 h 249"/>
                  <a:gd name="T90" fmla="*/ 31 w 280"/>
                  <a:gd name="T91" fmla="*/ 63 h 249"/>
                  <a:gd name="T92" fmla="*/ 31 w 280"/>
                  <a:gd name="T93" fmla="*/ 63 h 249"/>
                  <a:gd name="T94" fmla="*/ 0 w 280"/>
                  <a:gd name="T95" fmla="*/ 63 h 249"/>
                  <a:gd name="T96" fmla="*/ 0 w 280"/>
                  <a:gd name="T97" fmla="*/ 63 h 249"/>
                  <a:gd name="T98" fmla="*/ 0 w 280"/>
                  <a:gd name="T99" fmla="*/ 94 h 249"/>
                  <a:gd name="T100" fmla="*/ 31 w 280"/>
                  <a:gd name="T101" fmla="*/ 94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80" h="249">
                    <a:moveTo>
                      <a:pt x="31" y="94"/>
                    </a:moveTo>
                    <a:lnTo>
                      <a:pt x="31" y="94"/>
                    </a:lnTo>
                    <a:lnTo>
                      <a:pt x="31" y="94"/>
                    </a:lnTo>
                    <a:cubicBezTo>
                      <a:pt x="31" y="94"/>
                      <a:pt x="31" y="94"/>
                      <a:pt x="31" y="124"/>
                    </a:cubicBezTo>
                    <a:cubicBezTo>
                      <a:pt x="62" y="124"/>
                      <a:pt x="62" y="124"/>
                      <a:pt x="62" y="155"/>
                    </a:cubicBezTo>
                    <a:cubicBezTo>
                      <a:pt x="62" y="155"/>
                      <a:pt x="62" y="155"/>
                      <a:pt x="62" y="187"/>
                    </a:cubicBezTo>
                    <a:lnTo>
                      <a:pt x="62" y="187"/>
                    </a:lnTo>
                    <a:lnTo>
                      <a:pt x="31" y="187"/>
                    </a:lnTo>
                    <a:lnTo>
                      <a:pt x="31" y="187"/>
                    </a:lnTo>
                    <a:lnTo>
                      <a:pt x="31" y="187"/>
                    </a:lnTo>
                    <a:cubicBezTo>
                      <a:pt x="31" y="218"/>
                      <a:pt x="31" y="218"/>
                      <a:pt x="31" y="218"/>
                    </a:cubicBezTo>
                    <a:lnTo>
                      <a:pt x="0" y="248"/>
                    </a:lnTo>
                    <a:cubicBezTo>
                      <a:pt x="0" y="248"/>
                      <a:pt x="0" y="248"/>
                      <a:pt x="31" y="248"/>
                    </a:cubicBezTo>
                    <a:lnTo>
                      <a:pt x="31" y="248"/>
                    </a:lnTo>
                    <a:lnTo>
                      <a:pt x="31" y="248"/>
                    </a:lnTo>
                    <a:lnTo>
                      <a:pt x="62" y="248"/>
                    </a:lnTo>
                    <a:lnTo>
                      <a:pt x="62" y="248"/>
                    </a:lnTo>
                    <a:cubicBezTo>
                      <a:pt x="62" y="218"/>
                      <a:pt x="93" y="218"/>
                      <a:pt x="124" y="218"/>
                    </a:cubicBezTo>
                    <a:lnTo>
                      <a:pt x="124" y="187"/>
                    </a:lnTo>
                    <a:lnTo>
                      <a:pt x="124" y="187"/>
                    </a:lnTo>
                    <a:cubicBezTo>
                      <a:pt x="155" y="187"/>
                      <a:pt x="216" y="155"/>
                      <a:pt x="216" y="155"/>
                    </a:cubicBezTo>
                    <a:cubicBezTo>
                      <a:pt x="248" y="124"/>
                      <a:pt x="248" y="124"/>
                      <a:pt x="248" y="94"/>
                    </a:cubicBezTo>
                    <a:cubicBezTo>
                      <a:pt x="279" y="94"/>
                      <a:pt x="279" y="94"/>
                      <a:pt x="279" y="94"/>
                    </a:cubicBezTo>
                    <a:cubicBezTo>
                      <a:pt x="248" y="94"/>
                      <a:pt x="248" y="63"/>
                      <a:pt x="248" y="63"/>
                    </a:cubicBezTo>
                    <a:lnTo>
                      <a:pt x="248" y="31"/>
                    </a:lnTo>
                    <a:lnTo>
                      <a:pt x="248" y="31"/>
                    </a:lnTo>
                    <a:lnTo>
                      <a:pt x="248" y="31"/>
                    </a:lnTo>
                    <a:lnTo>
                      <a:pt x="248" y="31"/>
                    </a:lnTo>
                    <a:lnTo>
                      <a:pt x="248" y="0"/>
                    </a:lnTo>
                    <a:lnTo>
                      <a:pt x="248" y="0"/>
                    </a:lnTo>
                    <a:lnTo>
                      <a:pt x="248" y="0"/>
                    </a:lnTo>
                    <a:cubicBezTo>
                      <a:pt x="248" y="0"/>
                      <a:pt x="248" y="0"/>
                      <a:pt x="216" y="31"/>
                    </a:cubicBezTo>
                    <a:cubicBezTo>
                      <a:pt x="216" y="31"/>
                      <a:pt x="216" y="31"/>
                      <a:pt x="186" y="31"/>
                    </a:cubicBezTo>
                    <a:lnTo>
                      <a:pt x="186" y="31"/>
                    </a:lnTo>
                    <a:cubicBezTo>
                      <a:pt x="155" y="31"/>
                      <a:pt x="155" y="31"/>
                      <a:pt x="155" y="31"/>
                    </a:cubicBezTo>
                    <a:cubicBezTo>
                      <a:pt x="155" y="31"/>
                      <a:pt x="155" y="31"/>
                      <a:pt x="124" y="31"/>
                    </a:cubicBezTo>
                    <a:lnTo>
                      <a:pt x="124" y="31"/>
                    </a:lnTo>
                    <a:lnTo>
                      <a:pt x="124" y="31"/>
                    </a:lnTo>
                    <a:cubicBezTo>
                      <a:pt x="93" y="31"/>
                      <a:pt x="93" y="31"/>
                      <a:pt x="93" y="31"/>
                    </a:cubicBezTo>
                    <a:lnTo>
                      <a:pt x="93" y="31"/>
                    </a:lnTo>
                    <a:lnTo>
                      <a:pt x="93" y="31"/>
                    </a:lnTo>
                    <a:cubicBezTo>
                      <a:pt x="62" y="31"/>
                      <a:pt x="62" y="31"/>
                      <a:pt x="62" y="31"/>
                    </a:cubicBezTo>
                    <a:lnTo>
                      <a:pt x="62" y="31"/>
                    </a:lnTo>
                    <a:lnTo>
                      <a:pt x="62" y="31"/>
                    </a:lnTo>
                    <a:cubicBezTo>
                      <a:pt x="62" y="63"/>
                      <a:pt x="31" y="63"/>
                      <a:pt x="31" y="63"/>
                    </a:cubicBezTo>
                    <a:lnTo>
                      <a:pt x="31" y="63"/>
                    </a:lnTo>
                    <a:lnTo>
                      <a:pt x="31" y="63"/>
                    </a:lnTo>
                    <a:cubicBezTo>
                      <a:pt x="31" y="63"/>
                      <a:pt x="31" y="63"/>
                      <a:pt x="0" y="63"/>
                    </a:cubicBezTo>
                    <a:lnTo>
                      <a:pt x="0" y="63"/>
                    </a:lnTo>
                    <a:cubicBezTo>
                      <a:pt x="0" y="94"/>
                      <a:pt x="0" y="94"/>
                      <a:pt x="0" y="94"/>
                    </a:cubicBezTo>
                    <a:cubicBezTo>
                      <a:pt x="0" y="94"/>
                      <a:pt x="0" y="94"/>
                      <a:pt x="31" y="9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39" name="Freeform 88">
                <a:extLst>
                  <a:ext uri="{FF2B5EF4-FFF2-40B4-BE49-F238E27FC236}">
                    <a16:creationId xmlns:a16="http://schemas.microsoft.com/office/drawing/2014/main" id="{AC25724B-6440-A744-75FE-9586E75F111D}"/>
                  </a:ext>
                </a:extLst>
              </p:cNvPr>
              <p:cNvSpPr>
                <a:spLocks noChangeArrowheads="1"/>
              </p:cNvSpPr>
              <p:nvPr/>
            </p:nvSpPr>
            <p:spPr bwMode="auto">
              <a:xfrm>
                <a:off x="3924300" y="1490663"/>
                <a:ext cx="100013" cy="22225"/>
              </a:xfrm>
              <a:custGeom>
                <a:avLst/>
                <a:gdLst>
                  <a:gd name="T0" fmla="*/ 0 w 280"/>
                  <a:gd name="T1" fmla="*/ 30 h 63"/>
                  <a:gd name="T2" fmla="*/ 0 w 280"/>
                  <a:gd name="T3" fmla="*/ 30 h 63"/>
                  <a:gd name="T4" fmla="*/ 0 w 280"/>
                  <a:gd name="T5" fmla="*/ 30 h 63"/>
                  <a:gd name="T6" fmla="*/ 31 w 280"/>
                  <a:gd name="T7" fmla="*/ 62 h 63"/>
                  <a:gd name="T8" fmla="*/ 31 w 280"/>
                  <a:gd name="T9" fmla="*/ 62 h 63"/>
                  <a:gd name="T10" fmla="*/ 62 w 280"/>
                  <a:gd name="T11" fmla="*/ 62 h 63"/>
                  <a:gd name="T12" fmla="*/ 62 w 280"/>
                  <a:gd name="T13" fmla="*/ 62 h 63"/>
                  <a:gd name="T14" fmla="*/ 62 w 280"/>
                  <a:gd name="T15" fmla="*/ 62 h 63"/>
                  <a:gd name="T16" fmla="*/ 93 w 280"/>
                  <a:gd name="T17" fmla="*/ 62 h 63"/>
                  <a:gd name="T18" fmla="*/ 93 w 280"/>
                  <a:gd name="T19" fmla="*/ 62 h 63"/>
                  <a:gd name="T20" fmla="*/ 124 w 280"/>
                  <a:gd name="T21" fmla="*/ 62 h 63"/>
                  <a:gd name="T22" fmla="*/ 124 w 280"/>
                  <a:gd name="T23" fmla="*/ 62 h 63"/>
                  <a:gd name="T24" fmla="*/ 186 w 280"/>
                  <a:gd name="T25" fmla="*/ 62 h 63"/>
                  <a:gd name="T26" fmla="*/ 186 w 280"/>
                  <a:gd name="T27" fmla="*/ 62 h 63"/>
                  <a:gd name="T28" fmla="*/ 186 w 280"/>
                  <a:gd name="T29" fmla="*/ 62 h 63"/>
                  <a:gd name="T30" fmla="*/ 186 w 280"/>
                  <a:gd name="T31" fmla="*/ 62 h 63"/>
                  <a:gd name="T32" fmla="*/ 186 w 280"/>
                  <a:gd name="T33" fmla="*/ 62 h 63"/>
                  <a:gd name="T34" fmla="*/ 217 w 280"/>
                  <a:gd name="T35" fmla="*/ 62 h 63"/>
                  <a:gd name="T36" fmla="*/ 248 w 280"/>
                  <a:gd name="T37" fmla="*/ 62 h 63"/>
                  <a:gd name="T38" fmla="*/ 248 w 280"/>
                  <a:gd name="T39" fmla="*/ 62 h 63"/>
                  <a:gd name="T40" fmla="*/ 248 w 280"/>
                  <a:gd name="T41" fmla="*/ 62 h 63"/>
                  <a:gd name="T42" fmla="*/ 279 w 280"/>
                  <a:gd name="T43" fmla="*/ 30 h 63"/>
                  <a:gd name="T44" fmla="*/ 279 w 280"/>
                  <a:gd name="T45" fmla="*/ 30 h 63"/>
                  <a:gd name="T46" fmla="*/ 279 w 280"/>
                  <a:gd name="T47" fmla="*/ 30 h 63"/>
                  <a:gd name="T48" fmla="*/ 248 w 280"/>
                  <a:gd name="T49" fmla="*/ 30 h 63"/>
                  <a:gd name="T50" fmla="*/ 217 w 280"/>
                  <a:gd name="T51" fmla="*/ 30 h 63"/>
                  <a:gd name="T52" fmla="*/ 217 w 280"/>
                  <a:gd name="T53" fmla="*/ 30 h 63"/>
                  <a:gd name="T54" fmla="*/ 217 w 280"/>
                  <a:gd name="T55" fmla="*/ 30 h 63"/>
                  <a:gd name="T56" fmla="*/ 217 w 280"/>
                  <a:gd name="T57" fmla="*/ 30 h 63"/>
                  <a:gd name="T58" fmla="*/ 217 w 280"/>
                  <a:gd name="T59" fmla="*/ 30 h 63"/>
                  <a:gd name="T60" fmla="*/ 217 w 280"/>
                  <a:gd name="T61" fmla="*/ 30 h 63"/>
                  <a:gd name="T62" fmla="*/ 186 w 280"/>
                  <a:gd name="T63" fmla="*/ 30 h 63"/>
                  <a:gd name="T64" fmla="*/ 186 w 280"/>
                  <a:gd name="T65" fmla="*/ 30 h 63"/>
                  <a:gd name="T66" fmla="*/ 186 w 280"/>
                  <a:gd name="T67" fmla="*/ 30 h 63"/>
                  <a:gd name="T68" fmla="*/ 155 w 280"/>
                  <a:gd name="T69" fmla="*/ 0 h 63"/>
                  <a:gd name="T70" fmla="*/ 155 w 280"/>
                  <a:gd name="T71" fmla="*/ 0 h 63"/>
                  <a:gd name="T72" fmla="*/ 124 w 280"/>
                  <a:gd name="T73" fmla="*/ 0 h 63"/>
                  <a:gd name="T74" fmla="*/ 124 w 280"/>
                  <a:gd name="T75" fmla="*/ 0 h 63"/>
                  <a:gd name="T76" fmla="*/ 124 w 280"/>
                  <a:gd name="T77" fmla="*/ 0 h 63"/>
                  <a:gd name="T78" fmla="*/ 93 w 280"/>
                  <a:gd name="T79" fmla="*/ 0 h 63"/>
                  <a:gd name="T80" fmla="*/ 93 w 280"/>
                  <a:gd name="T81" fmla="*/ 0 h 63"/>
                  <a:gd name="T82" fmla="*/ 93 w 280"/>
                  <a:gd name="T83" fmla="*/ 0 h 63"/>
                  <a:gd name="T84" fmla="*/ 62 w 280"/>
                  <a:gd name="T85" fmla="*/ 0 h 63"/>
                  <a:gd name="T86" fmla="*/ 31 w 280"/>
                  <a:gd name="T87" fmla="*/ 0 h 63"/>
                  <a:gd name="T88" fmla="*/ 31 w 280"/>
                  <a:gd name="T89" fmla="*/ 0 h 63"/>
                  <a:gd name="T90" fmla="*/ 0 w 280"/>
                  <a:gd name="T91" fmla="*/ 0 h 63"/>
                  <a:gd name="T92" fmla="*/ 0 w 280"/>
                  <a:gd name="T93" fmla="*/ 3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0" h="63">
                    <a:moveTo>
                      <a:pt x="0" y="30"/>
                    </a:moveTo>
                    <a:lnTo>
                      <a:pt x="0" y="30"/>
                    </a:lnTo>
                    <a:lnTo>
                      <a:pt x="0" y="30"/>
                    </a:lnTo>
                    <a:cubicBezTo>
                      <a:pt x="0" y="30"/>
                      <a:pt x="31" y="30"/>
                      <a:pt x="31" y="62"/>
                    </a:cubicBezTo>
                    <a:lnTo>
                      <a:pt x="31" y="62"/>
                    </a:lnTo>
                    <a:cubicBezTo>
                      <a:pt x="62" y="62"/>
                      <a:pt x="62" y="62"/>
                      <a:pt x="62" y="62"/>
                    </a:cubicBezTo>
                    <a:lnTo>
                      <a:pt x="62" y="62"/>
                    </a:lnTo>
                    <a:lnTo>
                      <a:pt x="62" y="62"/>
                    </a:lnTo>
                    <a:lnTo>
                      <a:pt x="93" y="62"/>
                    </a:lnTo>
                    <a:lnTo>
                      <a:pt x="93" y="62"/>
                    </a:lnTo>
                    <a:lnTo>
                      <a:pt x="124" y="62"/>
                    </a:lnTo>
                    <a:lnTo>
                      <a:pt x="124" y="62"/>
                    </a:lnTo>
                    <a:cubicBezTo>
                      <a:pt x="155" y="62"/>
                      <a:pt x="155" y="62"/>
                      <a:pt x="186" y="62"/>
                    </a:cubicBezTo>
                    <a:lnTo>
                      <a:pt x="186" y="62"/>
                    </a:lnTo>
                    <a:lnTo>
                      <a:pt x="186" y="62"/>
                    </a:lnTo>
                    <a:lnTo>
                      <a:pt x="186" y="62"/>
                    </a:lnTo>
                    <a:lnTo>
                      <a:pt x="186" y="62"/>
                    </a:lnTo>
                    <a:cubicBezTo>
                      <a:pt x="186" y="62"/>
                      <a:pt x="186" y="62"/>
                      <a:pt x="217" y="62"/>
                    </a:cubicBezTo>
                    <a:cubicBezTo>
                      <a:pt x="217" y="62"/>
                      <a:pt x="217" y="62"/>
                      <a:pt x="248" y="62"/>
                    </a:cubicBezTo>
                    <a:lnTo>
                      <a:pt x="248" y="62"/>
                    </a:lnTo>
                    <a:lnTo>
                      <a:pt x="248" y="62"/>
                    </a:lnTo>
                    <a:lnTo>
                      <a:pt x="279" y="30"/>
                    </a:lnTo>
                    <a:lnTo>
                      <a:pt x="279" y="30"/>
                    </a:lnTo>
                    <a:lnTo>
                      <a:pt x="279" y="30"/>
                    </a:lnTo>
                    <a:lnTo>
                      <a:pt x="248" y="30"/>
                    </a:lnTo>
                    <a:cubicBezTo>
                      <a:pt x="248" y="30"/>
                      <a:pt x="248" y="30"/>
                      <a:pt x="217" y="30"/>
                    </a:cubicBezTo>
                    <a:lnTo>
                      <a:pt x="217" y="30"/>
                    </a:lnTo>
                    <a:lnTo>
                      <a:pt x="217" y="30"/>
                    </a:lnTo>
                    <a:lnTo>
                      <a:pt x="217" y="30"/>
                    </a:lnTo>
                    <a:lnTo>
                      <a:pt x="217" y="30"/>
                    </a:lnTo>
                    <a:lnTo>
                      <a:pt x="217" y="30"/>
                    </a:lnTo>
                    <a:cubicBezTo>
                      <a:pt x="217" y="30"/>
                      <a:pt x="217" y="30"/>
                      <a:pt x="186" y="30"/>
                    </a:cubicBezTo>
                    <a:lnTo>
                      <a:pt x="186" y="30"/>
                    </a:lnTo>
                    <a:lnTo>
                      <a:pt x="186" y="30"/>
                    </a:lnTo>
                    <a:cubicBezTo>
                      <a:pt x="155" y="30"/>
                      <a:pt x="155" y="0"/>
                      <a:pt x="155" y="0"/>
                    </a:cubicBezTo>
                    <a:lnTo>
                      <a:pt x="155" y="0"/>
                    </a:lnTo>
                    <a:lnTo>
                      <a:pt x="124" y="0"/>
                    </a:lnTo>
                    <a:lnTo>
                      <a:pt x="124" y="0"/>
                    </a:lnTo>
                    <a:lnTo>
                      <a:pt x="124" y="0"/>
                    </a:lnTo>
                    <a:cubicBezTo>
                      <a:pt x="93" y="0"/>
                      <a:pt x="93" y="0"/>
                      <a:pt x="93" y="0"/>
                    </a:cubicBezTo>
                    <a:lnTo>
                      <a:pt x="93" y="0"/>
                    </a:lnTo>
                    <a:lnTo>
                      <a:pt x="93" y="0"/>
                    </a:lnTo>
                    <a:lnTo>
                      <a:pt x="62" y="0"/>
                    </a:lnTo>
                    <a:lnTo>
                      <a:pt x="31" y="0"/>
                    </a:lnTo>
                    <a:lnTo>
                      <a:pt x="31" y="0"/>
                    </a:lnTo>
                    <a:lnTo>
                      <a:pt x="0" y="0"/>
                    </a:lnTo>
                    <a:lnTo>
                      <a:pt x="0" y="3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40" name="Freeform 89">
                <a:extLst>
                  <a:ext uri="{FF2B5EF4-FFF2-40B4-BE49-F238E27FC236}">
                    <a16:creationId xmlns:a16="http://schemas.microsoft.com/office/drawing/2014/main" id="{975520D3-E318-D6BD-C401-04F7E2CA276B}"/>
                  </a:ext>
                </a:extLst>
              </p:cNvPr>
              <p:cNvSpPr>
                <a:spLocks noChangeArrowheads="1"/>
              </p:cNvSpPr>
              <p:nvPr/>
            </p:nvSpPr>
            <p:spPr bwMode="auto">
              <a:xfrm>
                <a:off x="3913188" y="1535113"/>
                <a:ext cx="77787" cy="33337"/>
              </a:xfrm>
              <a:custGeom>
                <a:avLst/>
                <a:gdLst>
                  <a:gd name="T0" fmla="*/ 62 w 218"/>
                  <a:gd name="T1" fmla="*/ 30 h 94"/>
                  <a:gd name="T2" fmla="*/ 62 w 218"/>
                  <a:gd name="T3" fmla="*/ 30 h 94"/>
                  <a:gd name="T4" fmla="*/ 62 w 218"/>
                  <a:gd name="T5" fmla="*/ 30 h 94"/>
                  <a:gd name="T6" fmla="*/ 31 w 218"/>
                  <a:gd name="T7" fmla="*/ 30 h 94"/>
                  <a:gd name="T8" fmla="*/ 31 w 218"/>
                  <a:gd name="T9" fmla="*/ 62 h 94"/>
                  <a:gd name="T10" fmla="*/ 0 w 218"/>
                  <a:gd name="T11" fmla="*/ 62 h 94"/>
                  <a:gd name="T12" fmla="*/ 0 w 218"/>
                  <a:gd name="T13" fmla="*/ 62 h 94"/>
                  <a:gd name="T14" fmla="*/ 0 w 218"/>
                  <a:gd name="T15" fmla="*/ 62 h 94"/>
                  <a:gd name="T16" fmla="*/ 0 w 218"/>
                  <a:gd name="T17" fmla="*/ 93 h 94"/>
                  <a:gd name="T18" fmla="*/ 0 w 218"/>
                  <a:gd name="T19" fmla="*/ 93 h 94"/>
                  <a:gd name="T20" fmla="*/ 31 w 218"/>
                  <a:gd name="T21" fmla="*/ 93 h 94"/>
                  <a:gd name="T22" fmla="*/ 31 w 218"/>
                  <a:gd name="T23" fmla="*/ 93 h 94"/>
                  <a:gd name="T24" fmla="*/ 62 w 218"/>
                  <a:gd name="T25" fmla="*/ 62 h 94"/>
                  <a:gd name="T26" fmla="*/ 62 w 218"/>
                  <a:gd name="T27" fmla="*/ 93 h 94"/>
                  <a:gd name="T28" fmla="*/ 62 w 218"/>
                  <a:gd name="T29" fmla="*/ 93 h 94"/>
                  <a:gd name="T30" fmla="*/ 62 w 218"/>
                  <a:gd name="T31" fmla="*/ 93 h 94"/>
                  <a:gd name="T32" fmla="*/ 62 w 218"/>
                  <a:gd name="T33" fmla="*/ 93 h 94"/>
                  <a:gd name="T34" fmla="*/ 93 w 218"/>
                  <a:gd name="T35" fmla="*/ 93 h 94"/>
                  <a:gd name="T36" fmla="*/ 93 w 218"/>
                  <a:gd name="T37" fmla="*/ 93 h 94"/>
                  <a:gd name="T38" fmla="*/ 93 w 218"/>
                  <a:gd name="T39" fmla="*/ 93 h 94"/>
                  <a:gd name="T40" fmla="*/ 93 w 218"/>
                  <a:gd name="T41" fmla="*/ 93 h 94"/>
                  <a:gd name="T42" fmla="*/ 93 w 218"/>
                  <a:gd name="T43" fmla="*/ 93 h 94"/>
                  <a:gd name="T44" fmla="*/ 93 w 218"/>
                  <a:gd name="T45" fmla="*/ 93 h 94"/>
                  <a:gd name="T46" fmla="*/ 93 w 218"/>
                  <a:gd name="T47" fmla="*/ 93 h 94"/>
                  <a:gd name="T48" fmla="*/ 93 w 218"/>
                  <a:gd name="T49" fmla="*/ 93 h 94"/>
                  <a:gd name="T50" fmla="*/ 93 w 218"/>
                  <a:gd name="T51" fmla="*/ 93 h 94"/>
                  <a:gd name="T52" fmla="*/ 124 w 218"/>
                  <a:gd name="T53" fmla="*/ 62 h 94"/>
                  <a:gd name="T54" fmla="*/ 124 w 218"/>
                  <a:gd name="T55" fmla="*/ 62 h 94"/>
                  <a:gd name="T56" fmla="*/ 124 w 218"/>
                  <a:gd name="T57" fmla="*/ 93 h 94"/>
                  <a:gd name="T58" fmla="*/ 155 w 218"/>
                  <a:gd name="T59" fmla="*/ 93 h 94"/>
                  <a:gd name="T60" fmla="*/ 155 w 218"/>
                  <a:gd name="T61" fmla="*/ 93 h 94"/>
                  <a:gd name="T62" fmla="*/ 155 w 218"/>
                  <a:gd name="T63" fmla="*/ 62 h 94"/>
                  <a:gd name="T64" fmla="*/ 186 w 218"/>
                  <a:gd name="T65" fmla="*/ 62 h 94"/>
                  <a:gd name="T66" fmla="*/ 186 w 218"/>
                  <a:gd name="T67" fmla="*/ 62 h 94"/>
                  <a:gd name="T68" fmla="*/ 186 w 218"/>
                  <a:gd name="T69" fmla="*/ 62 h 94"/>
                  <a:gd name="T70" fmla="*/ 186 w 218"/>
                  <a:gd name="T71" fmla="*/ 30 h 94"/>
                  <a:gd name="T72" fmla="*/ 186 w 218"/>
                  <a:gd name="T73" fmla="*/ 30 h 94"/>
                  <a:gd name="T74" fmla="*/ 217 w 218"/>
                  <a:gd name="T75" fmla="*/ 30 h 94"/>
                  <a:gd name="T76" fmla="*/ 217 w 218"/>
                  <a:gd name="T77" fmla="*/ 30 h 94"/>
                  <a:gd name="T78" fmla="*/ 217 w 218"/>
                  <a:gd name="T79" fmla="*/ 30 h 94"/>
                  <a:gd name="T80" fmla="*/ 217 w 218"/>
                  <a:gd name="T81" fmla="*/ 30 h 94"/>
                  <a:gd name="T82" fmla="*/ 217 w 218"/>
                  <a:gd name="T83" fmla="*/ 30 h 94"/>
                  <a:gd name="T84" fmla="*/ 217 w 218"/>
                  <a:gd name="T85" fmla="*/ 0 h 94"/>
                  <a:gd name="T86" fmla="*/ 217 w 218"/>
                  <a:gd name="T87" fmla="*/ 0 h 94"/>
                  <a:gd name="T88" fmla="*/ 217 w 218"/>
                  <a:gd name="T89" fmla="*/ 0 h 94"/>
                  <a:gd name="T90" fmla="*/ 217 w 218"/>
                  <a:gd name="T91" fmla="*/ 0 h 94"/>
                  <a:gd name="T92" fmla="*/ 186 w 218"/>
                  <a:gd name="T93" fmla="*/ 0 h 94"/>
                  <a:gd name="T94" fmla="*/ 186 w 218"/>
                  <a:gd name="T95" fmla="*/ 0 h 94"/>
                  <a:gd name="T96" fmla="*/ 186 w 218"/>
                  <a:gd name="T97" fmla="*/ 0 h 94"/>
                  <a:gd name="T98" fmla="*/ 155 w 218"/>
                  <a:gd name="T99" fmla="*/ 0 h 94"/>
                  <a:gd name="T100" fmla="*/ 155 w 218"/>
                  <a:gd name="T101" fmla="*/ 0 h 94"/>
                  <a:gd name="T102" fmla="*/ 155 w 218"/>
                  <a:gd name="T103" fmla="*/ 0 h 94"/>
                  <a:gd name="T104" fmla="*/ 93 w 218"/>
                  <a:gd name="T105" fmla="*/ 0 h 94"/>
                  <a:gd name="T106" fmla="*/ 93 w 218"/>
                  <a:gd name="T107" fmla="*/ 0 h 94"/>
                  <a:gd name="T108" fmla="*/ 93 w 218"/>
                  <a:gd name="T109" fmla="*/ 0 h 94"/>
                  <a:gd name="T110" fmla="*/ 62 w 218"/>
                  <a:gd name="T111" fmla="*/ 0 h 94"/>
                  <a:gd name="T112" fmla="*/ 62 w 218"/>
                  <a:gd name="T113" fmla="*/ 0 h 94"/>
                  <a:gd name="T114" fmla="*/ 62 w 218"/>
                  <a:gd name="T115" fmla="*/ 0 h 94"/>
                  <a:gd name="T116" fmla="*/ 62 w 218"/>
                  <a:gd name="T117" fmla="*/ 3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8" h="94">
                    <a:moveTo>
                      <a:pt x="62" y="30"/>
                    </a:moveTo>
                    <a:lnTo>
                      <a:pt x="62" y="30"/>
                    </a:lnTo>
                    <a:lnTo>
                      <a:pt x="62" y="30"/>
                    </a:lnTo>
                    <a:lnTo>
                      <a:pt x="31" y="30"/>
                    </a:lnTo>
                    <a:cubicBezTo>
                      <a:pt x="31" y="62"/>
                      <a:pt x="31" y="62"/>
                      <a:pt x="31" y="62"/>
                    </a:cubicBezTo>
                    <a:cubicBezTo>
                      <a:pt x="0" y="62"/>
                      <a:pt x="0" y="62"/>
                      <a:pt x="0" y="62"/>
                    </a:cubicBezTo>
                    <a:lnTo>
                      <a:pt x="0" y="62"/>
                    </a:lnTo>
                    <a:lnTo>
                      <a:pt x="0" y="62"/>
                    </a:lnTo>
                    <a:cubicBezTo>
                      <a:pt x="0" y="62"/>
                      <a:pt x="0" y="62"/>
                      <a:pt x="0" y="93"/>
                    </a:cubicBezTo>
                    <a:lnTo>
                      <a:pt x="0" y="93"/>
                    </a:lnTo>
                    <a:cubicBezTo>
                      <a:pt x="31" y="93"/>
                      <a:pt x="31" y="93"/>
                      <a:pt x="31" y="93"/>
                    </a:cubicBezTo>
                    <a:lnTo>
                      <a:pt x="31" y="93"/>
                    </a:lnTo>
                    <a:cubicBezTo>
                      <a:pt x="62" y="62"/>
                      <a:pt x="62" y="62"/>
                      <a:pt x="62" y="62"/>
                    </a:cubicBezTo>
                    <a:cubicBezTo>
                      <a:pt x="62" y="93"/>
                      <a:pt x="62" y="93"/>
                      <a:pt x="62" y="93"/>
                    </a:cubicBezTo>
                    <a:lnTo>
                      <a:pt x="62" y="93"/>
                    </a:lnTo>
                    <a:lnTo>
                      <a:pt x="62" y="93"/>
                    </a:lnTo>
                    <a:lnTo>
                      <a:pt x="62" y="93"/>
                    </a:lnTo>
                    <a:lnTo>
                      <a:pt x="93" y="93"/>
                    </a:lnTo>
                    <a:lnTo>
                      <a:pt x="93" y="93"/>
                    </a:lnTo>
                    <a:lnTo>
                      <a:pt x="93" y="93"/>
                    </a:lnTo>
                    <a:lnTo>
                      <a:pt x="93" y="93"/>
                    </a:lnTo>
                    <a:lnTo>
                      <a:pt x="93" y="93"/>
                    </a:lnTo>
                    <a:lnTo>
                      <a:pt x="93" y="93"/>
                    </a:lnTo>
                    <a:lnTo>
                      <a:pt x="93" y="93"/>
                    </a:lnTo>
                    <a:lnTo>
                      <a:pt x="93" y="93"/>
                    </a:lnTo>
                    <a:lnTo>
                      <a:pt x="93" y="93"/>
                    </a:lnTo>
                    <a:lnTo>
                      <a:pt x="124" y="62"/>
                    </a:lnTo>
                    <a:lnTo>
                      <a:pt x="124" y="62"/>
                    </a:lnTo>
                    <a:lnTo>
                      <a:pt x="124" y="93"/>
                    </a:lnTo>
                    <a:cubicBezTo>
                      <a:pt x="155" y="93"/>
                      <a:pt x="155" y="93"/>
                      <a:pt x="155" y="93"/>
                    </a:cubicBezTo>
                    <a:lnTo>
                      <a:pt x="155" y="93"/>
                    </a:lnTo>
                    <a:cubicBezTo>
                      <a:pt x="155" y="62"/>
                      <a:pt x="155" y="62"/>
                      <a:pt x="155" y="62"/>
                    </a:cubicBezTo>
                    <a:cubicBezTo>
                      <a:pt x="186" y="62"/>
                      <a:pt x="186" y="62"/>
                      <a:pt x="186" y="62"/>
                    </a:cubicBezTo>
                    <a:lnTo>
                      <a:pt x="186" y="62"/>
                    </a:lnTo>
                    <a:lnTo>
                      <a:pt x="186" y="62"/>
                    </a:lnTo>
                    <a:cubicBezTo>
                      <a:pt x="186" y="30"/>
                      <a:pt x="186" y="30"/>
                      <a:pt x="186" y="30"/>
                    </a:cubicBezTo>
                    <a:lnTo>
                      <a:pt x="186" y="30"/>
                    </a:lnTo>
                    <a:cubicBezTo>
                      <a:pt x="186" y="30"/>
                      <a:pt x="186" y="30"/>
                      <a:pt x="217" y="30"/>
                    </a:cubicBezTo>
                    <a:lnTo>
                      <a:pt x="217" y="30"/>
                    </a:lnTo>
                    <a:lnTo>
                      <a:pt x="217" y="30"/>
                    </a:lnTo>
                    <a:lnTo>
                      <a:pt x="217" y="30"/>
                    </a:lnTo>
                    <a:lnTo>
                      <a:pt x="217" y="30"/>
                    </a:lnTo>
                    <a:cubicBezTo>
                      <a:pt x="217" y="0"/>
                      <a:pt x="217" y="0"/>
                      <a:pt x="217" y="0"/>
                    </a:cubicBezTo>
                    <a:lnTo>
                      <a:pt x="217" y="0"/>
                    </a:lnTo>
                    <a:lnTo>
                      <a:pt x="217" y="0"/>
                    </a:lnTo>
                    <a:lnTo>
                      <a:pt x="217" y="0"/>
                    </a:lnTo>
                    <a:cubicBezTo>
                      <a:pt x="217" y="0"/>
                      <a:pt x="217" y="0"/>
                      <a:pt x="186" y="0"/>
                    </a:cubicBezTo>
                    <a:lnTo>
                      <a:pt x="186" y="0"/>
                    </a:lnTo>
                    <a:lnTo>
                      <a:pt x="186" y="0"/>
                    </a:lnTo>
                    <a:lnTo>
                      <a:pt x="155" y="0"/>
                    </a:lnTo>
                    <a:lnTo>
                      <a:pt x="155" y="0"/>
                    </a:lnTo>
                    <a:lnTo>
                      <a:pt x="155" y="0"/>
                    </a:lnTo>
                    <a:cubicBezTo>
                      <a:pt x="124" y="0"/>
                      <a:pt x="124" y="0"/>
                      <a:pt x="93" y="0"/>
                    </a:cubicBezTo>
                    <a:lnTo>
                      <a:pt x="93" y="0"/>
                    </a:lnTo>
                    <a:lnTo>
                      <a:pt x="93" y="0"/>
                    </a:lnTo>
                    <a:cubicBezTo>
                      <a:pt x="62" y="0"/>
                      <a:pt x="62" y="0"/>
                      <a:pt x="62" y="0"/>
                    </a:cubicBezTo>
                    <a:lnTo>
                      <a:pt x="62" y="0"/>
                    </a:lnTo>
                    <a:lnTo>
                      <a:pt x="62" y="0"/>
                    </a:lnTo>
                    <a:lnTo>
                      <a:pt x="62" y="3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41" name="Freeform 90">
                <a:extLst>
                  <a:ext uri="{FF2B5EF4-FFF2-40B4-BE49-F238E27FC236}">
                    <a16:creationId xmlns:a16="http://schemas.microsoft.com/office/drawing/2014/main" id="{3F3D5E1C-1693-C23B-F36B-9C6AED73824C}"/>
                  </a:ext>
                </a:extLst>
              </p:cNvPr>
              <p:cNvSpPr>
                <a:spLocks noChangeArrowheads="1"/>
              </p:cNvSpPr>
              <p:nvPr/>
            </p:nvSpPr>
            <p:spPr bwMode="auto">
              <a:xfrm>
                <a:off x="3948113" y="1579563"/>
                <a:ext cx="22225" cy="22225"/>
              </a:xfrm>
              <a:custGeom>
                <a:avLst/>
                <a:gdLst>
                  <a:gd name="T0" fmla="*/ 31 w 63"/>
                  <a:gd name="T1" fmla="*/ 30 h 63"/>
                  <a:gd name="T2" fmla="*/ 31 w 63"/>
                  <a:gd name="T3" fmla="*/ 30 h 63"/>
                  <a:gd name="T4" fmla="*/ 31 w 63"/>
                  <a:gd name="T5" fmla="*/ 30 h 63"/>
                  <a:gd name="T6" fmla="*/ 31 w 63"/>
                  <a:gd name="T7" fmla="*/ 30 h 63"/>
                  <a:gd name="T8" fmla="*/ 62 w 63"/>
                  <a:gd name="T9" fmla="*/ 30 h 63"/>
                  <a:gd name="T10" fmla="*/ 62 w 63"/>
                  <a:gd name="T11" fmla="*/ 30 h 63"/>
                  <a:gd name="T12" fmla="*/ 62 w 63"/>
                  <a:gd name="T13" fmla="*/ 30 h 63"/>
                  <a:gd name="T14" fmla="*/ 62 w 63"/>
                  <a:gd name="T15" fmla="*/ 0 h 63"/>
                  <a:gd name="T16" fmla="*/ 31 w 63"/>
                  <a:gd name="T17" fmla="*/ 0 h 63"/>
                  <a:gd name="T18" fmla="*/ 31 w 63"/>
                  <a:gd name="T19" fmla="*/ 0 h 63"/>
                  <a:gd name="T20" fmla="*/ 31 w 63"/>
                  <a:gd name="T21" fmla="*/ 30 h 63"/>
                  <a:gd name="T22" fmla="*/ 31 w 63"/>
                  <a:gd name="T23" fmla="*/ 30 h 63"/>
                  <a:gd name="T24" fmla="*/ 0 w 63"/>
                  <a:gd name="T25" fmla="*/ 30 h 63"/>
                  <a:gd name="T26" fmla="*/ 0 w 63"/>
                  <a:gd name="T27" fmla="*/ 30 h 63"/>
                  <a:gd name="T28" fmla="*/ 0 w 63"/>
                  <a:gd name="T29" fmla="*/ 30 h 63"/>
                  <a:gd name="T30" fmla="*/ 0 w 63"/>
                  <a:gd name="T31" fmla="*/ 30 h 63"/>
                  <a:gd name="T32" fmla="*/ 0 w 63"/>
                  <a:gd name="T33" fmla="*/ 30 h 63"/>
                  <a:gd name="T34" fmla="*/ 0 w 63"/>
                  <a:gd name="T35" fmla="*/ 30 h 63"/>
                  <a:gd name="T36" fmla="*/ 0 w 63"/>
                  <a:gd name="T37" fmla="*/ 30 h 63"/>
                  <a:gd name="T38" fmla="*/ 0 w 63"/>
                  <a:gd name="T39" fmla="*/ 62 h 63"/>
                  <a:gd name="T40" fmla="*/ 31 w 63"/>
                  <a:gd name="T41" fmla="*/ 3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3" h="63">
                    <a:moveTo>
                      <a:pt x="31" y="30"/>
                    </a:moveTo>
                    <a:lnTo>
                      <a:pt x="31" y="30"/>
                    </a:lnTo>
                    <a:lnTo>
                      <a:pt x="31" y="30"/>
                    </a:lnTo>
                    <a:lnTo>
                      <a:pt x="31" y="30"/>
                    </a:lnTo>
                    <a:cubicBezTo>
                      <a:pt x="31" y="30"/>
                      <a:pt x="31" y="30"/>
                      <a:pt x="62" y="30"/>
                    </a:cubicBezTo>
                    <a:lnTo>
                      <a:pt x="62" y="30"/>
                    </a:lnTo>
                    <a:lnTo>
                      <a:pt x="62" y="30"/>
                    </a:lnTo>
                    <a:lnTo>
                      <a:pt x="62" y="0"/>
                    </a:lnTo>
                    <a:cubicBezTo>
                      <a:pt x="62" y="0"/>
                      <a:pt x="62" y="0"/>
                      <a:pt x="31" y="0"/>
                    </a:cubicBezTo>
                    <a:lnTo>
                      <a:pt x="31" y="0"/>
                    </a:lnTo>
                    <a:cubicBezTo>
                      <a:pt x="31" y="30"/>
                      <a:pt x="31" y="30"/>
                      <a:pt x="31" y="30"/>
                    </a:cubicBezTo>
                    <a:lnTo>
                      <a:pt x="31" y="30"/>
                    </a:lnTo>
                    <a:cubicBezTo>
                      <a:pt x="0" y="30"/>
                      <a:pt x="0" y="30"/>
                      <a:pt x="0" y="30"/>
                    </a:cubicBezTo>
                    <a:lnTo>
                      <a:pt x="0" y="30"/>
                    </a:lnTo>
                    <a:lnTo>
                      <a:pt x="0" y="30"/>
                    </a:lnTo>
                    <a:lnTo>
                      <a:pt x="0" y="30"/>
                    </a:lnTo>
                    <a:lnTo>
                      <a:pt x="0" y="30"/>
                    </a:lnTo>
                    <a:lnTo>
                      <a:pt x="0" y="30"/>
                    </a:lnTo>
                    <a:lnTo>
                      <a:pt x="0" y="30"/>
                    </a:lnTo>
                    <a:cubicBezTo>
                      <a:pt x="0" y="62"/>
                      <a:pt x="0" y="62"/>
                      <a:pt x="0" y="62"/>
                    </a:cubicBezTo>
                    <a:cubicBezTo>
                      <a:pt x="0" y="62"/>
                      <a:pt x="0" y="30"/>
                      <a:pt x="31" y="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42" name="Freeform 91">
                <a:extLst>
                  <a:ext uri="{FF2B5EF4-FFF2-40B4-BE49-F238E27FC236}">
                    <a16:creationId xmlns:a16="http://schemas.microsoft.com/office/drawing/2014/main" id="{6E3CB08D-DC24-A4D8-B07B-7AB7035961D8}"/>
                  </a:ext>
                </a:extLst>
              </p:cNvPr>
              <p:cNvSpPr>
                <a:spLocks noChangeArrowheads="1"/>
              </p:cNvSpPr>
              <p:nvPr/>
            </p:nvSpPr>
            <p:spPr bwMode="auto">
              <a:xfrm>
                <a:off x="4037013" y="1590675"/>
                <a:ext cx="66675" cy="77788"/>
              </a:xfrm>
              <a:custGeom>
                <a:avLst/>
                <a:gdLst>
                  <a:gd name="T0" fmla="*/ 186 w 187"/>
                  <a:gd name="T1" fmla="*/ 156 h 218"/>
                  <a:gd name="T2" fmla="*/ 186 w 187"/>
                  <a:gd name="T3" fmla="*/ 156 h 218"/>
                  <a:gd name="T4" fmla="*/ 186 w 187"/>
                  <a:gd name="T5" fmla="*/ 124 h 218"/>
                  <a:gd name="T6" fmla="*/ 186 w 187"/>
                  <a:gd name="T7" fmla="*/ 124 h 218"/>
                  <a:gd name="T8" fmla="*/ 186 w 187"/>
                  <a:gd name="T9" fmla="*/ 124 h 218"/>
                  <a:gd name="T10" fmla="*/ 155 w 187"/>
                  <a:gd name="T11" fmla="*/ 124 h 218"/>
                  <a:gd name="T12" fmla="*/ 155 w 187"/>
                  <a:gd name="T13" fmla="*/ 124 h 218"/>
                  <a:gd name="T14" fmla="*/ 124 w 187"/>
                  <a:gd name="T15" fmla="*/ 63 h 218"/>
                  <a:gd name="T16" fmla="*/ 93 w 187"/>
                  <a:gd name="T17" fmla="*/ 32 h 218"/>
                  <a:gd name="T18" fmla="*/ 62 w 187"/>
                  <a:gd name="T19" fmla="*/ 0 h 218"/>
                  <a:gd name="T20" fmla="*/ 62 w 187"/>
                  <a:gd name="T21" fmla="*/ 0 h 218"/>
                  <a:gd name="T22" fmla="*/ 62 w 187"/>
                  <a:gd name="T23" fmla="*/ 32 h 218"/>
                  <a:gd name="T24" fmla="*/ 62 w 187"/>
                  <a:gd name="T25" fmla="*/ 32 h 218"/>
                  <a:gd name="T26" fmla="*/ 62 w 187"/>
                  <a:gd name="T27" fmla="*/ 63 h 218"/>
                  <a:gd name="T28" fmla="*/ 62 w 187"/>
                  <a:gd name="T29" fmla="*/ 63 h 218"/>
                  <a:gd name="T30" fmla="*/ 62 w 187"/>
                  <a:gd name="T31" fmla="*/ 94 h 218"/>
                  <a:gd name="T32" fmla="*/ 62 w 187"/>
                  <a:gd name="T33" fmla="*/ 94 h 218"/>
                  <a:gd name="T34" fmla="*/ 62 w 187"/>
                  <a:gd name="T35" fmla="*/ 94 h 218"/>
                  <a:gd name="T36" fmla="*/ 62 w 187"/>
                  <a:gd name="T37" fmla="*/ 94 h 218"/>
                  <a:gd name="T38" fmla="*/ 62 w 187"/>
                  <a:gd name="T39" fmla="*/ 124 h 218"/>
                  <a:gd name="T40" fmla="*/ 62 w 187"/>
                  <a:gd name="T41" fmla="*/ 124 h 218"/>
                  <a:gd name="T42" fmla="*/ 62 w 187"/>
                  <a:gd name="T43" fmla="*/ 124 h 218"/>
                  <a:gd name="T44" fmla="*/ 62 w 187"/>
                  <a:gd name="T45" fmla="*/ 124 h 218"/>
                  <a:gd name="T46" fmla="*/ 31 w 187"/>
                  <a:gd name="T47" fmla="*/ 187 h 218"/>
                  <a:gd name="T48" fmla="*/ 0 w 187"/>
                  <a:gd name="T49" fmla="*/ 187 h 218"/>
                  <a:gd name="T50" fmla="*/ 0 w 187"/>
                  <a:gd name="T51" fmla="*/ 187 h 218"/>
                  <a:gd name="T52" fmla="*/ 31 w 187"/>
                  <a:gd name="T53" fmla="*/ 217 h 218"/>
                  <a:gd name="T54" fmla="*/ 0 w 187"/>
                  <a:gd name="T55" fmla="*/ 217 h 218"/>
                  <a:gd name="T56" fmla="*/ 31 w 187"/>
                  <a:gd name="T57" fmla="*/ 217 h 218"/>
                  <a:gd name="T58" fmla="*/ 31 w 187"/>
                  <a:gd name="T59" fmla="*/ 187 h 218"/>
                  <a:gd name="T60" fmla="*/ 62 w 187"/>
                  <a:gd name="T61" fmla="*/ 187 h 218"/>
                  <a:gd name="T62" fmla="*/ 62 w 187"/>
                  <a:gd name="T63" fmla="*/ 187 h 218"/>
                  <a:gd name="T64" fmla="*/ 93 w 187"/>
                  <a:gd name="T65" fmla="*/ 217 h 218"/>
                  <a:gd name="T66" fmla="*/ 93 w 187"/>
                  <a:gd name="T67" fmla="*/ 217 h 218"/>
                  <a:gd name="T68" fmla="*/ 93 w 187"/>
                  <a:gd name="T69" fmla="*/ 217 h 218"/>
                  <a:gd name="T70" fmla="*/ 93 w 187"/>
                  <a:gd name="T71" fmla="*/ 217 h 218"/>
                  <a:gd name="T72" fmla="*/ 93 w 187"/>
                  <a:gd name="T73" fmla="*/ 217 h 218"/>
                  <a:gd name="T74" fmla="*/ 93 w 187"/>
                  <a:gd name="T75" fmla="*/ 217 h 218"/>
                  <a:gd name="T76" fmla="*/ 124 w 187"/>
                  <a:gd name="T77" fmla="*/ 217 h 218"/>
                  <a:gd name="T78" fmla="*/ 124 w 187"/>
                  <a:gd name="T79" fmla="*/ 217 h 218"/>
                  <a:gd name="T80" fmla="*/ 155 w 187"/>
                  <a:gd name="T81" fmla="*/ 217 h 218"/>
                  <a:gd name="T82" fmla="*/ 186 w 187"/>
                  <a:gd name="T83" fmla="*/ 187 h 218"/>
                  <a:gd name="T84" fmla="*/ 186 w 187"/>
                  <a:gd name="T85" fmla="*/ 217 h 218"/>
                  <a:gd name="T86" fmla="*/ 186 w 187"/>
                  <a:gd name="T87" fmla="*/ 187 h 218"/>
                  <a:gd name="T88" fmla="*/ 186 w 187"/>
                  <a:gd name="T89" fmla="*/ 187 h 218"/>
                  <a:gd name="T90" fmla="*/ 186 w 187"/>
                  <a:gd name="T91" fmla="*/ 187 h 218"/>
                  <a:gd name="T92" fmla="*/ 186 w 187"/>
                  <a:gd name="T93" fmla="*/ 187 h 218"/>
                  <a:gd name="T94" fmla="*/ 186 w 187"/>
                  <a:gd name="T95" fmla="*/ 156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7" h="218">
                    <a:moveTo>
                      <a:pt x="186" y="156"/>
                    </a:moveTo>
                    <a:lnTo>
                      <a:pt x="186" y="156"/>
                    </a:lnTo>
                    <a:lnTo>
                      <a:pt x="186" y="124"/>
                    </a:lnTo>
                    <a:lnTo>
                      <a:pt x="186" y="124"/>
                    </a:lnTo>
                    <a:lnTo>
                      <a:pt x="186" y="124"/>
                    </a:lnTo>
                    <a:cubicBezTo>
                      <a:pt x="155" y="124"/>
                      <a:pt x="155" y="124"/>
                      <a:pt x="155" y="124"/>
                    </a:cubicBezTo>
                    <a:lnTo>
                      <a:pt x="155" y="124"/>
                    </a:lnTo>
                    <a:cubicBezTo>
                      <a:pt x="155" y="94"/>
                      <a:pt x="124" y="94"/>
                      <a:pt x="124" y="63"/>
                    </a:cubicBezTo>
                    <a:cubicBezTo>
                      <a:pt x="93" y="63"/>
                      <a:pt x="93" y="32"/>
                      <a:pt x="93" y="32"/>
                    </a:cubicBezTo>
                    <a:cubicBezTo>
                      <a:pt x="93" y="32"/>
                      <a:pt x="62" y="32"/>
                      <a:pt x="62" y="0"/>
                    </a:cubicBezTo>
                    <a:lnTo>
                      <a:pt x="62" y="0"/>
                    </a:lnTo>
                    <a:cubicBezTo>
                      <a:pt x="62" y="32"/>
                      <a:pt x="62" y="32"/>
                      <a:pt x="62" y="32"/>
                    </a:cubicBezTo>
                    <a:lnTo>
                      <a:pt x="62" y="32"/>
                    </a:lnTo>
                    <a:cubicBezTo>
                      <a:pt x="62" y="63"/>
                      <a:pt x="62" y="63"/>
                      <a:pt x="62" y="63"/>
                    </a:cubicBezTo>
                    <a:lnTo>
                      <a:pt x="62" y="63"/>
                    </a:lnTo>
                    <a:lnTo>
                      <a:pt x="62" y="94"/>
                    </a:lnTo>
                    <a:lnTo>
                      <a:pt x="62" y="94"/>
                    </a:lnTo>
                    <a:lnTo>
                      <a:pt x="62" y="94"/>
                    </a:lnTo>
                    <a:lnTo>
                      <a:pt x="62" y="94"/>
                    </a:lnTo>
                    <a:lnTo>
                      <a:pt x="62" y="124"/>
                    </a:lnTo>
                    <a:lnTo>
                      <a:pt x="62" y="124"/>
                    </a:lnTo>
                    <a:lnTo>
                      <a:pt x="62" y="124"/>
                    </a:lnTo>
                    <a:lnTo>
                      <a:pt x="62" y="124"/>
                    </a:lnTo>
                    <a:cubicBezTo>
                      <a:pt x="62" y="156"/>
                      <a:pt x="31" y="187"/>
                      <a:pt x="31" y="187"/>
                    </a:cubicBezTo>
                    <a:cubicBezTo>
                      <a:pt x="0" y="187"/>
                      <a:pt x="0" y="187"/>
                      <a:pt x="0" y="187"/>
                    </a:cubicBezTo>
                    <a:lnTo>
                      <a:pt x="0" y="187"/>
                    </a:lnTo>
                    <a:cubicBezTo>
                      <a:pt x="31" y="217"/>
                      <a:pt x="31" y="217"/>
                      <a:pt x="31" y="217"/>
                    </a:cubicBezTo>
                    <a:cubicBezTo>
                      <a:pt x="0" y="217"/>
                      <a:pt x="0" y="217"/>
                      <a:pt x="0" y="217"/>
                    </a:cubicBezTo>
                    <a:cubicBezTo>
                      <a:pt x="31" y="217"/>
                      <a:pt x="31" y="217"/>
                      <a:pt x="31" y="217"/>
                    </a:cubicBezTo>
                    <a:cubicBezTo>
                      <a:pt x="31" y="217"/>
                      <a:pt x="31" y="217"/>
                      <a:pt x="31" y="187"/>
                    </a:cubicBezTo>
                    <a:cubicBezTo>
                      <a:pt x="31" y="187"/>
                      <a:pt x="31" y="187"/>
                      <a:pt x="62" y="187"/>
                    </a:cubicBezTo>
                    <a:lnTo>
                      <a:pt x="62" y="187"/>
                    </a:lnTo>
                    <a:lnTo>
                      <a:pt x="93" y="217"/>
                    </a:lnTo>
                    <a:lnTo>
                      <a:pt x="93" y="217"/>
                    </a:lnTo>
                    <a:lnTo>
                      <a:pt x="93" y="217"/>
                    </a:lnTo>
                    <a:lnTo>
                      <a:pt x="93" y="217"/>
                    </a:lnTo>
                    <a:lnTo>
                      <a:pt x="93" y="217"/>
                    </a:lnTo>
                    <a:lnTo>
                      <a:pt x="93" y="217"/>
                    </a:lnTo>
                    <a:cubicBezTo>
                      <a:pt x="93" y="217"/>
                      <a:pt x="93" y="217"/>
                      <a:pt x="124" y="217"/>
                    </a:cubicBezTo>
                    <a:lnTo>
                      <a:pt x="124" y="217"/>
                    </a:lnTo>
                    <a:cubicBezTo>
                      <a:pt x="124" y="217"/>
                      <a:pt x="124" y="217"/>
                      <a:pt x="155" y="217"/>
                    </a:cubicBezTo>
                    <a:cubicBezTo>
                      <a:pt x="155" y="217"/>
                      <a:pt x="155" y="187"/>
                      <a:pt x="186" y="187"/>
                    </a:cubicBezTo>
                    <a:cubicBezTo>
                      <a:pt x="186" y="187"/>
                      <a:pt x="186" y="187"/>
                      <a:pt x="186" y="217"/>
                    </a:cubicBezTo>
                    <a:cubicBezTo>
                      <a:pt x="186" y="187"/>
                      <a:pt x="186" y="187"/>
                      <a:pt x="186" y="187"/>
                    </a:cubicBezTo>
                    <a:lnTo>
                      <a:pt x="186" y="187"/>
                    </a:lnTo>
                    <a:lnTo>
                      <a:pt x="186" y="187"/>
                    </a:lnTo>
                    <a:lnTo>
                      <a:pt x="186" y="187"/>
                    </a:lnTo>
                    <a:cubicBezTo>
                      <a:pt x="186" y="156"/>
                      <a:pt x="186" y="156"/>
                      <a:pt x="186" y="1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43" name="Freeform 92">
                <a:extLst>
                  <a:ext uri="{FF2B5EF4-FFF2-40B4-BE49-F238E27FC236}">
                    <a16:creationId xmlns:a16="http://schemas.microsoft.com/office/drawing/2014/main" id="{FD8875A8-AA85-F42A-3717-52ABDD1B4871}"/>
                  </a:ext>
                </a:extLst>
              </p:cNvPr>
              <p:cNvSpPr>
                <a:spLocks noChangeArrowheads="1"/>
              </p:cNvSpPr>
              <p:nvPr/>
            </p:nvSpPr>
            <p:spPr bwMode="auto">
              <a:xfrm>
                <a:off x="3992563" y="1612900"/>
                <a:ext cx="44450" cy="44450"/>
              </a:xfrm>
              <a:custGeom>
                <a:avLst/>
                <a:gdLst>
                  <a:gd name="T0" fmla="*/ 124 w 125"/>
                  <a:gd name="T1" fmla="*/ 31 h 125"/>
                  <a:gd name="T2" fmla="*/ 124 w 125"/>
                  <a:gd name="T3" fmla="*/ 31 h 125"/>
                  <a:gd name="T4" fmla="*/ 124 w 125"/>
                  <a:gd name="T5" fmla="*/ 31 h 125"/>
                  <a:gd name="T6" fmla="*/ 124 w 125"/>
                  <a:gd name="T7" fmla="*/ 31 h 125"/>
                  <a:gd name="T8" fmla="*/ 124 w 125"/>
                  <a:gd name="T9" fmla="*/ 31 h 125"/>
                  <a:gd name="T10" fmla="*/ 124 w 125"/>
                  <a:gd name="T11" fmla="*/ 31 h 125"/>
                  <a:gd name="T12" fmla="*/ 93 w 125"/>
                  <a:gd name="T13" fmla="*/ 31 h 125"/>
                  <a:gd name="T14" fmla="*/ 93 w 125"/>
                  <a:gd name="T15" fmla="*/ 31 h 125"/>
                  <a:gd name="T16" fmla="*/ 93 w 125"/>
                  <a:gd name="T17" fmla="*/ 31 h 125"/>
                  <a:gd name="T18" fmla="*/ 93 w 125"/>
                  <a:gd name="T19" fmla="*/ 31 h 125"/>
                  <a:gd name="T20" fmla="*/ 0 w 125"/>
                  <a:gd name="T21" fmla="*/ 0 h 125"/>
                  <a:gd name="T22" fmla="*/ 0 w 125"/>
                  <a:gd name="T23" fmla="*/ 0 h 125"/>
                  <a:gd name="T24" fmla="*/ 0 w 125"/>
                  <a:gd name="T25" fmla="*/ 31 h 125"/>
                  <a:gd name="T26" fmla="*/ 0 w 125"/>
                  <a:gd name="T27" fmla="*/ 31 h 125"/>
                  <a:gd name="T28" fmla="*/ 31 w 125"/>
                  <a:gd name="T29" fmla="*/ 31 h 125"/>
                  <a:gd name="T30" fmla="*/ 62 w 125"/>
                  <a:gd name="T31" fmla="*/ 61 h 125"/>
                  <a:gd name="T32" fmla="*/ 62 w 125"/>
                  <a:gd name="T33" fmla="*/ 93 h 125"/>
                  <a:gd name="T34" fmla="*/ 62 w 125"/>
                  <a:gd name="T35" fmla="*/ 93 h 125"/>
                  <a:gd name="T36" fmla="*/ 62 w 125"/>
                  <a:gd name="T37" fmla="*/ 93 h 125"/>
                  <a:gd name="T38" fmla="*/ 93 w 125"/>
                  <a:gd name="T39" fmla="*/ 124 h 125"/>
                  <a:gd name="T40" fmla="*/ 124 w 125"/>
                  <a:gd name="T41" fmla="*/ 93 h 125"/>
                  <a:gd name="T42" fmla="*/ 124 w 125"/>
                  <a:gd name="T43" fmla="*/ 61 h 125"/>
                  <a:gd name="T44" fmla="*/ 124 w 125"/>
                  <a:gd name="T45" fmla="*/ 31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5" h="125">
                    <a:moveTo>
                      <a:pt x="124" y="31"/>
                    </a:moveTo>
                    <a:lnTo>
                      <a:pt x="124" y="31"/>
                    </a:lnTo>
                    <a:lnTo>
                      <a:pt x="124" y="31"/>
                    </a:lnTo>
                    <a:lnTo>
                      <a:pt x="124" y="31"/>
                    </a:lnTo>
                    <a:lnTo>
                      <a:pt x="124" y="31"/>
                    </a:lnTo>
                    <a:lnTo>
                      <a:pt x="124" y="31"/>
                    </a:lnTo>
                    <a:cubicBezTo>
                      <a:pt x="93" y="31"/>
                      <a:pt x="93" y="31"/>
                      <a:pt x="93" y="31"/>
                    </a:cubicBezTo>
                    <a:lnTo>
                      <a:pt x="93" y="31"/>
                    </a:lnTo>
                    <a:lnTo>
                      <a:pt x="93" y="31"/>
                    </a:lnTo>
                    <a:lnTo>
                      <a:pt x="93" y="31"/>
                    </a:lnTo>
                    <a:cubicBezTo>
                      <a:pt x="62" y="31"/>
                      <a:pt x="31" y="0"/>
                      <a:pt x="0" y="0"/>
                    </a:cubicBezTo>
                    <a:lnTo>
                      <a:pt x="0" y="0"/>
                    </a:lnTo>
                    <a:cubicBezTo>
                      <a:pt x="0" y="0"/>
                      <a:pt x="0" y="0"/>
                      <a:pt x="0" y="31"/>
                    </a:cubicBezTo>
                    <a:lnTo>
                      <a:pt x="0" y="31"/>
                    </a:lnTo>
                    <a:cubicBezTo>
                      <a:pt x="0" y="31"/>
                      <a:pt x="0" y="31"/>
                      <a:pt x="31" y="31"/>
                    </a:cubicBezTo>
                    <a:cubicBezTo>
                      <a:pt x="31" y="61"/>
                      <a:pt x="31" y="61"/>
                      <a:pt x="62" y="61"/>
                    </a:cubicBezTo>
                    <a:cubicBezTo>
                      <a:pt x="62" y="93"/>
                      <a:pt x="62" y="93"/>
                      <a:pt x="62" y="93"/>
                    </a:cubicBezTo>
                    <a:lnTo>
                      <a:pt x="62" y="93"/>
                    </a:lnTo>
                    <a:lnTo>
                      <a:pt x="62" y="93"/>
                    </a:lnTo>
                    <a:cubicBezTo>
                      <a:pt x="93" y="93"/>
                      <a:pt x="93" y="124"/>
                      <a:pt x="93" y="124"/>
                    </a:cubicBezTo>
                    <a:cubicBezTo>
                      <a:pt x="93" y="93"/>
                      <a:pt x="93" y="93"/>
                      <a:pt x="124" y="93"/>
                    </a:cubicBezTo>
                    <a:cubicBezTo>
                      <a:pt x="124" y="61"/>
                      <a:pt x="124" y="61"/>
                      <a:pt x="124" y="61"/>
                    </a:cubicBezTo>
                    <a:cubicBezTo>
                      <a:pt x="124" y="61"/>
                      <a:pt x="124" y="61"/>
                      <a:pt x="124"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44" name="Freeform 93">
                <a:extLst>
                  <a:ext uri="{FF2B5EF4-FFF2-40B4-BE49-F238E27FC236}">
                    <a16:creationId xmlns:a16="http://schemas.microsoft.com/office/drawing/2014/main" id="{AE5D1D86-15D7-63F4-27E7-1AAB8A33A10D}"/>
                  </a:ext>
                </a:extLst>
              </p:cNvPr>
              <p:cNvSpPr>
                <a:spLocks noChangeArrowheads="1"/>
              </p:cNvSpPr>
              <p:nvPr/>
            </p:nvSpPr>
            <p:spPr bwMode="auto">
              <a:xfrm>
                <a:off x="4081463" y="1712913"/>
                <a:ext cx="33337" cy="44450"/>
              </a:xfrm>
              <a:custGeom>
                <a:avLst/>
                <a:gdLst>
                  <a:gd name="T0" fmla="*/ 62 w 94"/>
                  <a:gd name="T1" fmla="*/ 0 h 125"/>
                  <a:gd name="T2" fmla="*/ 62 w 94"/>
                  <a:gd name="T3" fmla="*/ 0 h 125"/>
                  <a:gd name="T4" fmla="*/ 31 w 94"/>
                  <a:gd name="T5" fmla="*/ 0 h 125"/>
                  <a:gd name="T6" fmla="*/ 31 w 94"/>
                  <a:gd name="T7" fmla="*/ 0 h 125"/>
                  <a:gd name="T8" fmla="*/ 31 w 94"/>
                  <a:gd name="T9" fmla="*/ 0 h 125"/>
                  <a:gd name="T10" fmla="*/ 31 w 94"/>
                  <a:gd name="T11" fmla="*/ 0 h 125"/>
                  <a:gd name="T12" fmla="*/ 31 w 94"/>
                  <a:gd name="T13" fmla="*/ 0 h 125"/>
                  <a:gd name="T14" fmla="*/ 0 w 94"/>
                  <a:gd name="T15" fmla="*/ 31 h 125"/>
                  <a:gd name="T16" fmla="*/ 0 w 94"/>
                  <a:gd name="T17" fmla="*/ 31 h 125"/>
                  <a:gd name="T18" fmla="*/ 0 w 94"/>
                  <a:gd name="T19" fmla="*/ 63 h 125"/>
                  <a:gd name="T20" fmla="*/ 0 w 94"/>
                  <a:gd name="T21" fmla="*/ 63 h 125"/>
                  <a:gd name="T22" fmla="*/ 0 w 94"/>
                  <a:gd name="T23" fmla="*/ 63 h 125"/>
                  <a:gd name="T24" fmla="*/ 0 w 94"/>
                  <a:gd name="T25" fmla="*/ 124 h 125"/>
                  <a:gd name="T26" fmla="*/ 0 w 94"/>
                  <a:gd name="T27" fmla="*/ 124 h 125"/>
                  <a:gd name="T28" fmla="*/ 31 w 94"/>
                  <a:gd name="T29" fmla="*/ 124 h 125"/>
                  <a:gd name="T30" fmla="*/ 31 w 94"/>
                  <a:gd name="T31" fmla="*/ 124 h 125"/>
                  <a:gd name="T32" fmla="*/ 62 w 94"/>
                  <a:gd name="T33" fmla="*/ 124 h 125"/>
                  <a:gd name="T34" fmla="*/ 62 w 94"/>
                  <a:gd name="T35" fmla="*/ 124 h 125"/>
                  <a:gd name="T36" fmla="*/ 62 w 94"/>
                  <a:gd name="T37" fmla="*/ 124 h 125"/>
                  <a:gd name="T38" fmla="*/ 62 w 94"/>
                  <a:gd name="T39" fmla="*/ 94 h 125"/>
                  <a:gd name="T40" fmla="*/ 93 w 94"/>
                  <a:gd name="T41" fmla="*/ 63 h 125"/>
                  <a:gd name="T42" fmla="*/ 62 w 94"/>
                  <a:gd name="T43" fmla="*/ 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4" h="125">
                    <a:moveTo>
                      <a:pt x="62" y="0"/>
                    </a:moveTo>
                    <a:lnTo>
                      <a:pt x="62" y="0"/>
                    </a:lnTo>
                    <a:cubicBezTo>
                      <a:pt x="62" y="0"/>
                      <a:pt x="62" y="0"/>
                      <a:pt x="31" y="0"/>
                    </a:cubicBezTo>
                    <a:lnTo>
                      <a:pt x="31" y="0"/>
                    </a:lnTo>
                    <a:lnTo>
                      <a:pt x="31" y="0"/>
                    </a:lnTo>
                    <a:lnTo>
                      <a:pt x="31" y="0"/>
                    </a:lnTo>
                    <a:lnTo>
                      <a:pt x="31" y="0"/>
                    </a:lnTo>
                    <a:cubicBezTo>
                      <a:pt x="31" y="31"/>
                      <a:pt x="31" y="31"/>
                      <a:pt x="0" y="31"/>
                    </a:cubicBezTo>
                    <a:lnTo>
                      <a:pt x="0" y="31"/>
                    </a:lnTo>
                    <a:lnTo>
                      <a:pt x="0" y="63"/>
                    </a:lnTo>
                    <a:lnTo>
                      <a:pt x="0" y="63"/>
                    </a:lnTo>
                    <a:lnTo>
                      <a:pt x="0" y="63"/>
                    </a:lnTo>
                    <a:cubicBezTo>
                      <a:pt x="0" y="94"/>
                      <a:pt x="0" y="94"/>
                      <a:pt x="0" y="124"/>
                    </a:cubicBezTo>
                    <a:lnTo>
                      <a:pt x="0" y="124"/>
                    </a:lnTo>
                    <a:lnTo>
                      <a:pt x="31" y="124"/>
                    </a:lnTo>
                    <a:lnTo>
                      <a:pt x="31" y="124"/>
                    </a:lnTo>
                    <a:cubicBezTo>
                      <a:pt x="31" y="124"/>
                      <a:pt x="31" y="124"/>
                      <a:pt x="62" y="124"/>
                    </a:cubicBezTo>
                    <a:lnTo>
                      <a:pt x="62" y="124"/>
                    </a:lnTo>
                    <a:lnTo>
                      <a:pt x="62" y="124"/>
                    </a:lnTo>
                    <a:cubicBezTo>
                      <a:pt x="62" y="94"/>
                      <a:pt x="62" y="94"/>
                      <a:pt x="62" y="94"/>
                    </a:cubicBezTo>
                    <a:cubicBezTo>
                      <a:pt x="62" y="94"/>
                      <a:pt x="62" y="63"/>
                      <a:pt x="93" y="63"/>
                    </a:cubicBezTo>
                    <a:cubicBezTo>
                      <a:pt x="62" y="63"/>
                      <a:pt x="62" y="31"/>
                      <a:pt x="6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45" name="Freeform 94">
                <a:extLst>
                  <a:ext uri="{FF2B5EF4-FFF2-40B4-BE49-F238E27FC236}">
                    <a16:creationId xmlns:a16="http://schemas.microsoft.com/office/drawing/2014/main" id="{5DC1E59D-D78B-42B9-C9B7-04BE7650580C}"/>
                  </a:ext>
                </a:extLst>
              </p:cNvPr>
              <p:cNvSpPr>
                <a:spLocks noChangeArrowheads="1"/>
              </p:cNvSpPr>
              <p:nvPr/>
            </p:nvSpPr>
            <p:spPr bwMode="auto">
              <a:xfrm>
                <a:off x="4148138" y="1322388"/>
                <a:ext cx="68262" cy="34925"/>
              </a:xfrm>
              <a:custGeom>
                <a:avLst/>
                <a:gdLst>
                  <a:gd name="T0" fmla="*/ 187 w 188"/>
                  <a:gd name="T1" fmla="*/ 63 h 95"/>
                  <a:gd name="T2" fmla="*/ 187 w 188"/>
                  <a:gd name="T3" fmla="*/ 63 h 95"/>
                  <a:gd name="T4" fmla="*/ 187 w 188"/>
                  <a:gd name="T5" fmla="*/ 63 h 95"/>
                  <a:gd name="T6" fmla="*/ 187 w 188"/>
                  <a:gd name="T7" fmla="*/ 63 h 95"/>
                  <a:gd name="T8" fmla="*/ 156 w 188"/>
                  <a:gd name="T9" fmla="*/ 32 h 95"/>
                  <a:gd name="T10" fmla="*/ 156 w 188"/>
                  <a:gd name="T11" fmla="*/ 32 h 95"/>
                  <a:gd name="T12" fmla="*/ 156 w 188"/>
                  <a:gd name="T13" fmla="*/ 32 h 95"/>
                  <a:gd name="T14" fmla="*/ 156 w 188"/>
                  <a:gd name="T15" fmla="*/ 32 h 95"/>
                  <a:gd name="T16" fmla="*/ 156 w 188"/>
                  <a:gd name="T17" fmla="*/ 32 h 95"/>
                  <a:gd name="T18" fmla="*/ 156 w 188"/>
                  <a:gd name="T19" fmla="*/ 32 h 95"/>
                  <a:gd name="T20" fmla="*/ 125 w 188"/>
                  <a:gd name="T21" fmla="*/ 32 h 95"/>
                  <a:gd name="T22" fmla="*/ 125 w 188"/>
                  <a:gd name="T23" fmla="*/ 32 h 95"/>
                  <a:gd name="T24" fmla="*/ 63 w 188"/>
                  <a:gd name="T25" fmla="*/ 0 h 95"/>
                  <a:gd name="T26" fmla="*/ 63 w 188"/>
                  <a:gd name="T27" fmla="*/ 0 h 95"/>
                  <a:gd name="T28" fmla="*/ 32 w 188"/>
                  <a:gd name="T29" fmla="*/ 0 h 95"/>
                  <a:gd name="T30" fmla="*/ 32 w 188"/>
                  <a:gd name="T31" fmla="*/ 0 h 95"/>
                  <a:gd name="T32" fmla="*/ 32 w 188"/>
                  <a:gd name="T33" fmla="*/ 0 h 95"/>
                  <a:gd name="T34" fmla="*/ 32 w 188"/>
                  <a:gd name="T35" fmla="*/ 0 h 95"/>
                  <a:gd name="T36" fmla="*/ 0 w 188"/>
                  <a:gd name="T37" fmla="*/ 32 h 95"/>
                  <a:gd name="T38" fmla="*/ 32 w 188"/>
                  <a:gd name="T39" fmla="*/ 32 h 95"/>
                  <a:gd name="T40" fmla="*/ 32 w 188"/>
                  <a:gd name="T41" fmla="*/ 32 h 95"/>
                  <a:gd name="T42" fmla="*/ 32 w 188"/>
                  <a:gd name="T43" fmla="*/ 32 h 95"/>
                  <a:gd name="T44" fmla="*/ 63 w 188"/>
                  <a:gd name="T45" fmla="*/ 63 h 95"/>
                  <a:gd name="T46" fmla="*/ 63 w 188"/>
                  <a:gd name="T47" fmla="*/ 63 h 95"/>
                  <a:gd name="T48" fmla="*/ 63 w 188"/>
                  <a:gd name="T49" fmla="*/ 63 h 95"/>
                  <a:gd name="T50" fmla="*/ 125 w 188"/>
                  <a:gd name="T51" fmla="*/ 94 h 95"/>
                  <a:gd name="T52" fmla="*/ 125 w 188"/>
                  <a:gd name="T53" fmla="*/ 94 h 95"/>
                  <a:gd name="T54" fmla="*/ 125 w 188"/>
                  <a:gd name="T55" fmla="*/ 94 h 95"/>
                  <a:gd name="T56" fmla="*/ 125 w 188"/>
                  <a:gd name="T57" fmla="*/ 94 h 95"/>
                  <a:gd name="T58" fmla="*/ 125 w 188"/>
                  <a:gd name="T59" fmla="*/ 94 h 95"/>
                  <a:gd name="T60" fmla="*/ 125 w 188"/>
                  <a:gd name="T61" fmla="*/ 94 h 95"/>
                  <a:gd name="T62" fmla="*/ 156 w 188"/>
                  <a:gd name="T63" fmla="*/ 94 h 95"/>
                  <a:gd name="T64" fmla="*/ 187 w 188"/>
                  <a:gd name="T65" fmla="*/ 6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8" h="95">
                    <a:moveTo>
                      <a:pt x="187" y="63"/>
                    </a:moveTo>
                    <a:lnTo>
                      <a:pt x="187" y="63"/>
                    </a:lnTo>
                    <a:lnTo>
                      <a:pt x="187" y="63"/>
                    </a:lnTo>
                    <a:lnTo>
                      <a:pt x="187" y="63"/>
                    </a:lnTo>
                    <a:cubicBezTo>
                      <a:pt x="156" y="63"/>
                      <a:pt x="156" y="63"/>
                      <a:pt x="156" y="32"/>
                    </a:cubicBezTo>
                    <a:lnTo>
                      <a:pt x="156" y="32"/>
                    </a:lnTo>
                    <a:lnTo>
                      <a:pt x="156" y="32"/>
                    </a:lnTo>
                    <a:lnTo>
                      <a:pt x="156" y="32"/>
                    </a:lnTo>
                    <a:lnTo>
                      <a:pt x="156" y="32"/>
                    </a:lnTo>
                    <a:lnTo>
                      <a:pt x="156" y="32"/>
                    </a:lnTo>
                    <a:cubicBezTo>
                      <a:pt x="125" y="32"/>
                      <a:pt x="125" y="32"/>
                      <a:pt x="125" y="32"/>
                    </a:cubicBezTo>
                    <a:lnTo>
                      <a:pt x="125" y="32"/>
                    </a:lnTo>
                    <a:cubicBezTo>
                      <a:pt x="94" y="32"/>
                      <a:pt x="94" y="0"/>
                      <a:pt x="63" y="0"/>
                    </a:cubicBezTo>
                    <a:lnTo>
                      <a:pt x="63" y="0"/>
                    </a:lnTo>
                    <a:cubicBezTo>
                      <a:pt x="63" y="0"/>
                      <a:pt x="63" y="0"/>
                      <a:pt x="32" y="0"/>
                    </a:cubicBezTo>
                    <a:lnTo>
                      <a:pt x="32" y="0"/>
                    </a:lnTo>
                    <a:lnTo>
                      <a:pt x="32" y="0"/>
                    </a:lnTo>
                    <a:lnTo>
                      <a:pt x="32" y="0"/>
                    </a:lnTo>
                    <a:cubicBezTo>
                      <a:pt x="32" y="32"/>
                      <a:pt x="32" y="32"/>
                      <a:pt x="0" y="32"/>
                    </a:cubicBezTo>
                    <a:cubicBezTo>
                      <a:pt x="0" y="32"/>
                      <a:pt x="0" y="32"/>
                      <a:pt x="32" y="32"/>
                    </a:cubicBezTo>
                    <a:lnTo>
                      <a:pt x="32" y="32"/>
                    </a:lnTo>
                    <a:lnTo>
                      <a:pt x="32" y="32"/>
                    </a:lnTo>
                    <a:lnTo>
                      <a:pt x="63" y="63"/>
                    </a:lnTo>
                    <a:lnTo>
                      <a:pt x="63" y="63"/>
                    </a:lnTo>
                    <a:lnTo>
                      <a:pt x="63" y="63"/>
                    </a:lnTo>
                    <a:cubicBezTo>
                      <a:pt x="94" y="63"/>
                      <a:pt x="125" y="63"/>
                      <a:pt x="125" y="94"/>
                    </a:cubicBezTo>
                    <a:lnTo>
                      <a:pt x="125" y="94"/>
                    </a:lnTo>
                    <a:lnTo>
                      <a:pt x="125" y="94"/>
                    </a:lnTo>
                    <a:lnTo>
                      <a:pt x="125" y="94"/>
                    </a:lnTo>
                    <a:lnTo>
                      <a:pt x="125" y="94"/>
                    </a:lnTo>
                    <a:lnTo>
                      <a:pt x="125" y="94"/>
                    </a:lnTo>
                    <a:cubicBezTo>
                      <a:pt x="156" y="94"/>
                      <a:pt x="156" y="94"/>
                      <a:pt x="156" y="94"/>
                    </a:cubicBezTo>
                    <a:cubicBezTo>
                      <a:pt x="156" y="63"/>
                      <a:pt x="187" y="63"/>
                      <a:pt x="187" y="6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46" name="Freeform 95">
                <a:extLst>
                  <a:ext uri="{FF2B5EF4-FFF2-40B4-BE49-F238E27FC236}">
                    <a16:creationId xmlns:a16="http://schemas.microsoft.com/office/drawing/2014/main" id="{40E45A92-89AA-294C-608D-CDF8A6D698C3}"/>
                  </a:ext>
                </a:extLst>
              </p:cNvPr>
              <p:cNvSpPr>
                <a:spLocks noChangeArrowheads="1"/>
              </p:cNvSpPr>
              <p:nvPr/>
            </p:nvSpPr>
            <p:spPr bwMode="auto">
              <a:xfrm>
                <a:off x="4148138" y="1277938"/>
                <a:ext cx="57150" cy="34925"/>
              </a:xfrm>
              <a:custGeom>
                <a:avLst/>
                <a:gdLst>
                  <a:gd name="T0" fmla="*/ 125 w 157"/>
                  <a:gd name="T1" fmla="*/ 32 h 95"/>
                  <a:gd name="T2" fmla="*/ 125 w 157"/>
                  <a:gd name="T3" fmla="*/ 32 h 95"/>
                  <a:gd name="T4" fmla="*/ 63 w 157"/>
                  <a:gd name="T5" fmla="*/ 0 h 95"/>
                  <a:gd name="T6" fmla="*/ 63 w 157"/>
                  <a:gd name="T7" fmla="*/ 0 h 95"/>
                  <a:gd name="T8" fmla="*/ 32 w 157"/>
                  <a:gd name="T9" fmla="*/ 0 h 95"/>
                  <a:gd name="T10" fmla="*/ 0 w 157"/>
                  <a:gd name="T11" fmla="*/ 32 h 95"/>
                  <a:gd name="T12" fmla="*/ 0 w 157"/>
                  <a:gd name="T13" fmla="*/ 32 h 95"/>
                  <a:gd name="T14" fmla="*/ 0 w 157"/>
                  <a:gd name="T15" fmla="*/ 32 h 95"/>
                  <a:gd name="T16" fmla="*/ 0 w 157"/>
                  <a:gd name="T17" fmla="*/ 32 h 95"/>
                  <a:gd name="T18" fmla="*/ 32 w 157"/>
                  <a:gd name="T19" fmla="*/ 63 h 95"/>
                  <a:gd name="T20" fmla="*/ 32 w 157"/>
                  <a:gd name="T21" fmla="*/ 63 h 95"/>
                  <a:gd name="T22" fmla="*/ 94 w 157"/>
                  <a:gd name="T23" fmla="*/ 94 h 95"/>
                  <a:gd name="T24" fmla="*/ 125 w 157"/>
                  <a:gd name="T25" fmla="*/ 94 h 95"/>
                  <a:gd name="T26" fmla="*/ 125 w 157"/>
                  <a:gd name="T27" fmla="*/ 94 h 95"/>
                  <a:gd name="T28" fmla="*/ 156 w 157"/>
                  <a:gd name="T29" fmla="*/ 94 h 95"/>
                  <a:gd name="T30" fmla="*/ 156 w 157"/>
                  <a:gd name="T31" fmla="*/ 63 h 95"/>
                  <a:gd name="T32" fmla="*/ 156 w 157"/>
                  <a:gd name="T33" fmla="*/ 63 h 95"/>
                  <a:gd name="T34" fmla="*/ 156 w 157"/>
                  <a:gd name="T35" fmla="*/ 32 h 95"/>
                  <a:gd name="T36" fmla="*/ 156 w 157"/>
                  <a:gd name="T37" fmla="*/ 32 h 95"/>
                  <a:gd name="T38" fmla="*/ 125 w 157"/>
                  <a:gd name="T39" fmla="*/ 3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7" h="95">
                    <a:moveTo>
                      <a:pt x="125" y="32"/>
                    </a:moveTo>
                    <a:lnTo>
                      <a:pt x="125" y="32"/>
                    </a:lnTo>
                    <a:cubicBezTo>
                      <a:pt x="94" y="32"/>
                      <a:pt x="94" y="32"/>
                      <a:pt x="63" y="0"/>
                    </a:cubicBezTo>
                    <a:lnTo>
                      <a:pt x="63" y="0"/>
                    </a:lnTo>
                    <a:lnTo>
                      <a:pt x="32" y="0"/>
                    </a:lnTo>
                    <a:cubicBezTo>
                      <a:pt x="32" y="0"/>
                      <a:pt x="32" y="0"/>
                      <a:pt x="0" y="32"/>
                    </a:cubicBezTo>
                    <a:lnTo>
                      <a:pt x="0" y="32"/>
                    </a:lnTo>
                    <a:lnTo>
                      <a:pt x="0" y="32"/>
                    </a:lnTo>
                    <a:lnTo>
                      <a:pt x="0" y="32"/>
                    </a:lnTo>
                    <a:cubicBezTo>
                      <a:pt x="0" y="32"/>
                      <a:pt x="0" y="63"/>
                      <a:pt x="32" y="63"/>
                    </a:cubicBezTo>
                    <a:lnTo>
                      <a:pt x="32" y="63"/>
                    </a:lnTo>
                    <a:cubicBezTo>
                      <a:pt x="63" y="63"/>
                      <a:pt x="94" y="63"/>
                      <a:pt x="94" y="94"/>
                    </a:cubicBezTo>
                    <a:lnTo>
                      <a:pt x="125" y="94"/>
                    </a:lnTo>
                    <a:lnTo>
                      <a:pt x="125" y="94"/>
                    </a:lnTo>
                    <a:lnTo>
                      <a:pt x="156" y="94"/>
                    </a:lnTo>
                    <a:lnTo>
                      <a:pt x="156" y="63"/>
                    </a:lnTo>
                    <a:lnTo>
                      <a:pt x="156" y="63"/>
                    </a:lnTo>
                    <a:lnTo>
                      <a:pt x="156" y="32"/>
                    </a:lnTo>
                    <a:lnTo>
                      <a:pt x="156" y="32"/>
                    </a:lnTo>
                    <a:lnTo>
                      <a:pt x="125" y="3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47" name="Freeform 96">
                <a:extLst>
                  <a:ext uri="{FF2B5EF4-FFF2-40B4-BE49-F238E27FC236}">
                    <a16:creationId xmlns:a16="http://schemas.microsoft.com/office/drawing/2014/main" id="{F8EA75DD-5BFD-7163-500A-0379B2D9468B}"/>
                  </a:ext>
                </a:extLst>
              </p:cNvPr>
              <p:cNvSpPr>
                <a:spLocks noChangeArrowheads="1"/>
              </p:cNvSpPr>
              <p:nvPr/>
            </p:nvSpPr>
            <p:spPr bwMode="auto">
              <a:xfrm>
                <a:off x="4092575" y="1044575"/>
                <a:ext cx="190500" cy="212725"/>
              </a:xfrm>
              <a:custGeom>
                <a:avLst/>
                <a:gdLst>
                  <a:gd name="T0" fmla="*/ 372 w 528"/>
                  <a:gd name="T1" fmla="*/ 93 h 590"/>
                  <a:gd name="T2" fmla="*/ 372 w 528"/>
                  <a:gd name="T3" fmla="*/ 62 h 590"/>
                  <a:gd name="T4" fmla="*/ 372 w 528"/>
                  <a:gd name="T5" fmla="*/ 31 h 590"/>
                  <a:gd name="T6" fmla="*/ 372 w 528"/>
                  <a:gd name="T7" fmla="*/ 0 h 590"/>
                  <a:gd name="T8" fmla="*/ 372 w 528"/>
                  <a:gd name="T9" fmla="*/ 0 h 590"/>
                  <a:gd name="T10" fmla="*/ 310 w 528"/>
                  <a:gd name="T11" fmla="*/ 0 h 590"/>
                  <a:gd name="T12" fmla="*/ 310 w 528"/>
                  <a:gd name="T13" fmla="*/ 0 h 590"/>
                  <a:gd name="T14" fmla="*/ 279 w 528"/>
                  <a:gd name="T15" fmla="*/ 0 h 590"/>
                  <a:gd name="T16" fmla="*/ 248 w 528"/>
                  <a:gd name="T17" fmla="*/ 62 h 590"/>
                  <a:gd name="T18" fmla="*/ 217 w 528"/>
                  <a:gd name="T19" fmla="*/ 93 h 590"/>
                  <a:gd name="T20" fmla="*/ 154 w 528"/>
                  <a:gd name="T21" fmla="*/ 93 h 590"/>
                  <a:gd name="T22" fmla="*/ 124 w 528"/>
                  <a:gd name="T23" fmla="*/ 93 h 590"/>
                  <a:gd name="T24" fmla="*/ 154 w 528"/>
                  <a:gd name="T25" fmla="*/ 124 h 590"/>
                  <a:gd name="T26" fmla="*/ 154 w 528"/>
                  <a:gd name="T27" fmla="*/ 124 h 590"/>
                  <a:gd name="T28" fmla="*/ 154 w 528"/>
                  <a:gd name="T29" fmla="*/ 155 h 590"/>
                  <a:gd name="T30" fmla="*/ 186 w 528"/>
                  <a:gd name="T31" fmla="*/ 186 h 590"/>
                  <a:gd name="T32" fmla="*/ 186 w 528"/>
                  <a:gd name="T33" fmla="*/ 186 h 590"/>
                  <a:gd name="T34" fmla="*/ 154 w 528"/>
                  <a:gd name="T35" fmla="*/ 217 h 590"/>
                  <a:gd name="T36" fmla="*/ 248 w 528"/>
                  <a:gd name="T37" fmla="*/ 279 h 590"/>
                  <a:gd name="T38" fmla="*/ 217 w 528"/>
                  <a:gd name="T39" fmla="*/ 341 h 590"/>
                  <a:gd name="T40" fmla="*/ 186 w 528"/>
                  <a:gd name="T41" fmla="*/ 310 h 590"/>
                  <a:gd name="T42" fmla="*/ 124 w 528"/>
                  <a:gd name="T43" fmla="*/ 372 h 590"/>
                  <a:gd name="T44" fmla="*/ 93 w 528"/>
                  <a:gd name="T45" fmla="*/ 402 h 590"/>
                  <a:gd name="T46" fmla="*/ 62 w 528"/>
                  <a:gd name="T47" fmla="*/ 402 h 590"/>
                  <a:gd name="T48" fmla="*/ 31 w 528"/>
                  <a:gd name="T49" fmla="*/ 496 h 590"/>
                  <a:gd name="T50" fmla="*/ 31 w 528"/>
                  <a:gd name="T51" fmla="*/ 558 h 590"/>
                  <a:gd name="T52" fmla="*/ 31 w 528"/>
                  <a:gd name="T53" fmla="*/ 558 h 590"/>
                  <a:gd name="T54" fmla="*/ 62 w 528"/>
                  <a:gd name="T55" fmla="*/ 589 h 590"/>
                  <a:gd name="T56" fmla="*/ 93 w 528"/>
                  <a:gd name="T57" fmla="*/ 589 h 590"/>
                  <a:gd name="T58" fmla="*/ 154 w 528"/>
                  <a:gd name="T59" fmla="*/ 589 h 590"/>
                  <a:gd name="T60" fmla="*/ 186 w 528"/>
                  <a:gd name="T61" fmla="*/ 589 h 590"/>
                  <a:gd name="T62" fmla="*/ 217 w 528"/>
                  <a:gd name="T63" fmla="*/ 558 h 590"/>
                  <a:gd name="T64" fmla="*/ 279 w 528"/>
                  <a:gd name="T65" fmla="*/ 558 h 590"/>
                  <a:gd name="T66" fmla="*/ 279 w 528"/>
                  <a:gd name="T67" fmla="*/ 558 h 590"/>
                  <a:gd name="T68" fmla="*/ 310 w 528"/>
                  <a:gd name="T69" fmla="*/ 558 h 590"/>
                  <a:gd name="T70" fmla="*/ 341 w 528"/>
                  <a:gd name="T71" fmla="*/ 558 h 590"/>
                  <a:gd name="T72" fmla="*/ 372 w 528"/>
                  <a:gd name="T73" fmla="*/ 526 h 590"/>
                  <a:gd name="T74" fmla="*/ 403 w 528"/>
                  <a:gd name="T75" fmla="*/ 526 h 590"/>
                  <a:gd name="T76" fmla="*/ 434 w 528"/>
                  <a:gd name="T77" fmla="*/ 496 h 590"/>
                  <a:gd name="T78" fmla="*/ 527 w 528"/>
                  <a:gd name="T79" fmla="*/ 434 h 590"/>
                  <a:gd name="T80" fmla="*/ 527 w 528"/>
                  <a:gd name="T81" fmla="*/ 434 h 590"/>
                  <a:gd name="T82" fmla="*/ 527 w 528"/>
                  <a:gd name="T83" fmla="*/ 434 h 590"/>
                  <a:gd name="T84" fmla="*/ 496 w 528"/>
                  <a:gd name="T85" fmla="*/ 434 h 590"/>
                  <a:gd name="T86" fmla="*/ 465 w 528"/>
                  <a:gd name="T87" fmla="*/ 402 h 590"/>
                  <a:gd name="T88" fmla="*/ 434 w 528"/>
                  <a:gd name="T89" fmla="*/ 372 h 590"/>
                  <a:gd name="T90" fmla="*/ 465 w 528"/>
                  <a:gd name="T91" fmla="*/ 341 h 590"/>
                  <a:gd name="T92" fmla="*/ 434 w 528"/>
                  <a:gd name="T93" fmla="*/ 310 h 590"/>
                  <a:gd name="T94" fmla="*/ 434 w 528"/>
                  <a:gd name="T95" fmla="*/ 248 h 590"/>
                  <a:gd name="T96" fmla="*/ 434 w 528"/>
                  <a:gd name="T97" fmla="*/ 217 h 590"/>
                  <a:gd name="T98" fmla="*/ 434 w 528"/>
                  <a:gd name="T99" fmla="*/ 217 h 590"/>
                  <a:gd name="T100" fmla="*/ 403 w 528"/>
                  <a:gd name="T101" fmla="*/ 186 h 590"/>
                  <a:gd name="T102" fmla="*/ 403 w 528"/>
                  <a:gd name="T103" fmla="*/ 155 h 590"/>
                  <a:gd name="T104" fmla="*/ 403 w 528"/>
                  <a:gd name="T105" fmla="*/ 124 h 590"/>
                  <a:gd name="T106" fmla="*/ 403 w 528"/>
                  <a:gd name="T107" fmla="*/ 124 h 590"/>
                  <a:gd name="T108" fmla="*/ 403 w 528"/>
                  <a:gd name="T109" fmla="*/ 124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8" h="590">
                    <a:moveTo>
                      <a:pt x="372" y="93"/>
                    </a:moveTo>
                    <a:lnTo>
                      <a:pt x="372" y="93"/>
                    </a:lnTo>
                    <a:lnTo>
                      <a:pt x="372" y="93"/>
                    </a:lnTo>
                    <a:lnTo>
                      <a:pt x="372" y="62"/>
                    </a:lnTo>
                    <a:lnTo>
                      <a:pt x="372" y="62"/>
                    </a:lnTo>
                    <a:cubicBezTo>
                      <a:pt x="372" y="31"/>
                      <a:pt x="372" y="31"/>
                      <a:pt x="372" y="31"/>
                    </a:cubicBezTo>
                    <a:lnTo>
                      <a:pt x="372" y="31"/>
                    </a:lnTo>
                    <a:cubicBezTo>
                      <a:pt x="372" y="31"/>
                      <a:pt x="372" y="31"/>
                      <a:pt x="372" y="0"/>
                    </a:cubicBezTo>
                    <a:lnTo>
                      <a:pt x="372" y="0"/>
                    </a:lnTo>
                    <a:lnTo>
                      <a:pt x="372" y="0"/>
                    </a:lnTo>
                    <a:cubicBezTo>
                      <a:pt x="341" y="0"/>
                      <a:pt x="341" y="0"/>
                      <a:pt x="341" y="0"/>
                    </a:cubicBezTo>
                    <a:cubicBezTo>
                      <a:pt x="341" y="0"/>
                      <a:pt x="341" y="0"/>
                      <a:pt x="310" y="0"/>
                    </a:cubicBezTo>
                    <a:lnTo>
                      <a:pt x="310" y="0"/>
                    </a:lnTo>
                    <a:lnTo>
                      <a:pt x="310" y="0"/>
                    </a:lnTo>
                    <a:cubicBezTo>
                      <a:pt x="279" y="0"/>
                      <a:pt x="279" y="0"/>
                      <a:pt x="279" y="0"/>
                    </a:cubicBezTo>
                    <a:lnTo>
                      <a:pt x="279" y="0"/>
                    </a:lnTo>
                    <a:cubicBezTo>
                      <a:pt x="279" y="31"/>
                      <a:pt x="248" y="62"/>
                      <a:pt x="248" y="62"/>
                    </a:cubicBezTo>
                    <a:lnTo>
                      <a:pt x="248" y="62"/>
                    </a:lnTo>
                    <a:cubicBezTo>
                      <a:pt x="248" y="62"/>
                      <a:pt x="248" y="62"/>
                      <a:pt x="217" y="62"/>
                    </a:cubicBezTo>
                    <a:lnTo>
                      <a:pt x="217" y="93"/>
                    </a:lnTo>
                    <a:lnTo>
                      <a:pt x="186" y="93"/>
                    </a:lnTo>
                    <a:lnTo>
                      <a:pt x="154" y="93"/>
                    </a:lnTo>
                    <a:lnTo>
                      <a:pt x="154" y="93"/>
                    </a:lnTo>
                    <a:lnTo>
                      <a:pt x="124" y="93"/>
                    </a:lnTo>
                    <a:lnTo>
                      <a:pt x="124" y="93"/>
                    </a:lnTo>
                    <a:cubicBezTo>
                      <a:pt x="124" y="93"/>
                      <a:pt x="154" y="93"/>
                      <a:pt x="154" y="124"/>
                    </a:cubicBezTo>
                    <a:lnTo>
                      <a:pt x="154" y="124"/>
                    </a:lnTo>
                    <a:lnTo>
                      <a:pt x="154" y="124"/>
                    </a:lnTo>
                    <a:cubicBezTo>
                      <a:pt x="154" y="155"/>
                      <a:pt x="154" y="155"/>
                      <a:pt x="154" y="155"/>
                    </a:cubicBezTo>
                    <a:lnTo>
                      <a:pt x="154" y="155"/>
                    </a:lnTo>
                    <a:lnTo>
                      <a:pt x="154" y="155"/>
                    </a:lnTo>
                    <a:cubicBezTo>
                      <a:pt x="154" y="155"/>
                      <a:pt x="154" y="155"/>
                      <a:pt x="186" y="186"/>
                    </a:cubicBezTo>
                    <a:lnTo>
                      <a:pt x="186" y="186"/>
                    </a:lnTo>
                    <a:lnTo>
                      <a:pt x="186" y="186"/>
                    </a:lnTo>
                    <a:cubicBezTo>
                      <a:pt x="154" y="186"/>
                      <a:pt x="154" y="217"/>
                      <a:pt x="154" y="217"/>
                    </a:cubicBezTo>
                    <a:lnTo>
                      <a:pt x="154" y="217"/>
                    </a:lnTo>
                    <a:lnTo>
                      <a:pt x="186" y="217"/>
                    </a:lnTo>
                    <a:cubicBezTo>
                      <a:pt x="217" y="217"/>
                      <a:pt x="248" y="248"/>
                      <a:pt x="248" y="279"/>
                    </a:cubicBezTo>
                    <a:lnTo>
                      <a:pt x="248" y="310"/>
                    </a:lnTo>
                    <a:lnTo>
                      <a:pt x="217" y="341"/>
                    </a:lnTo>
                    <a:lnTo>
                      <a:pt x="186" y="310"/>
                    </a:lnTo>
                    <a:lnTo>
                      <a:pt x="186" y="310"/>
                    </a:lnTo>
                    <a:cubicBezTo>
                      <a:pt x="186" y="341"/>
                      <a:pt x="154" y="341"/>
                      <a:pt x="154" y="341"/>
                    </a:cubicBezTo>
                    <a:cubicBezTo>
                      <a:pt x="154" y="341"/>
                      <a:pt x="154" y="372"/>
                      <a:pt x="124" y="372"/>
                    </a:cubicBezTo>
                    <a:lnTo>
                      <a:pt x="124" y="372"/>
                    </a:lnTo>
                    <a:cubicBezTo>
                      <a:pt x="93" y="402"/>
                      <a:pt x="93" y="402"/>
                      <a:pt x="93" y="402"/>
                    </a:cubicBezTo>
                    <a:cubicBezTo>
                      <a:pt x="62" y="402"/>
                      <a:pt x="62" y="402"/>
                      <a:pt x="62" y="402"/>
                    </a:cubicBezTo>
                    <a:lnTo>
                      <a:pt x="62" y="402"/>
                    </a:lnTo>
                    <a:cubicBezTo>
                      <a:pt x="62" y="434"/>
                      <a:pt x="0" y="465"/>
                      <a:pt x="0" y="465"/>
                    </a:cubicBezTo>
                    <a:cubicBezTo>
                      <a:pt x="0" y="465"/>
                      <a:pt x="0" y="465"/>
                      <a:pt x="31" y="496"/>
                    </a:cubicBezTo>
                    <a:lnTo>
                      <a:pt x="31" y="496"/>
                    </a:lnTo>
                    <a:cubicBezTo>
                      <a:pt x="31" y="526"/>
                      <a:pt x="31" y="526"/>
                      <a:pt x="31" y="558"/>
                    </a:cubicBezTo>
                    <a:lnTo>
                      <a:pt x="31" y="558"/>
                    </a:lnTo>
                    <a:lnTo>
                      <a:pt x="31" y="558"/>
                    </a:lnTo>
                    <a:cubicBezTo>
                      <a:pt x="62" y="558"/>
                      <a:pt x="62" y="589"/>
                      <a:pt x="62" y="589"/>
                    </a:cubicBezTo>
                    <a:lnTo>
                      <a:pt x="62" y="589"/>
                    </a:lnTo>
                    <a:lnTo>
                      <a:pt x="62" y="589"/>
                    </a:lnTo>
                    <a:lnTo>
                      <a:pt x="93" y="589"/>
                    </a:lnTo>
                    <a:cubicBezTo>
                      <a:pt x="93" y="589"/>
                      <a:pt x="93" y="589"/>
                      <a:pt x="124" y="589"/>
                    </a:cubicBezTo>
                    <a:cubicBezTo>
                      <a:pt x="124" y="589"/>
                      <a:pt x="124" y="589"/>
                      <a:pt x="154" y="589"/>
                    </a:cubicBezTo>
                    <a:lnTo>
                      <a:pt x="154" y="589"/>
                    </a:lnTo>
                    <a:cubicBezTo>
                      <a:pt x="186" y="589"/>
                      <a:pt x="186" y="589"/>
                      <a:pt x="186" y="589"/>
                    </a:cubicBezTo>
                    <a:cubicBezTo>
                      <a:pt x="186" y="589"/>
                      <a:pt x="217" y="589"/>
                      <a:pt x="217" y="558"/>
                    </a:cubicBezTo>
                    <a:lnTo>
                      <a:pt x="217" y="558"/>
                    </a:lnTo>
                    <a:cubicBezTo>
                      <a:pt x="248" y="558"/>
                      <a:pt x="248" y="558"/>
                      <a:pt x="248" y="558"/>
                    </a:cubicBezTo>
                    <a:lnTo>
                      <a:pt x="279" y="558"/>
                    </a:lnTo>
                    <a:lnTo>
                      <a:pt x="279" y="558"/>
                    </a:lnTo>
                    <a:lnTo>
                      <a:pt x="279" y="558"/>
                    </a:lnTo>
                    <a:cubicBezTo>
                      <a:pt x="310" y="558"/>
                      <a:pt x="310" y="558"/>
                      <a:pt x="310" y="558"/>
                    </a:cubicBezTo>
                    <a:lnTo>
                      <a:pt x="310" y="558"/>
                    </a:lnTo>
                    <a:cubicBezTo>
                      <a:pt x="341" y="558"/>
                      <a:pt x="341" y="558"/>
                      <a:pt x="341" y="558"/>
                    </a:cubicBezTo>
                    <a:lnTo>
                      <a:pt x="341" y="558"/>
                    </a:lnTo>
                    <a:lnTo>
                      <a:pt x="341" y="558"/>
                    </a:lnTo>
                    <a:lnTo>
                      <a:pt x="372" y="526"/>
                    </a:lnTo>
                    <a:lnTo>
                      <a:pt x="372" y="526"/>
                    </a:lnTo>
                    <a:cubicBezTo>
                      <a:pt x="372" y="526"/>
                      <a:pt x="372" y="526"/>
                      <a:pt x="403" y="526"/>
                    </a:cubicBezTo>
                    <a:cubicBezTo>
                      <a:pt x="403" y="526"/>
                      <a:pt x="403" y="526"/>
                      <a:pt x="434" y="496"/>
                    </a:cubicBezTo>
                    <a:lnTo>
                      <a:pt x="434" y="496"/>
                    </a:lnTo>
                    <a:cubicBezTo>
                      <a:pt x="434" y="496"/>
                      <a:pt x="434" y="496"/>
                      <a:pt x="465" y="465"/>
                    </a:cubicBezTo>
                    <a:cubicBezTo>
                      <a:pt x="465" y="465"/>
                      <a:pt x="496" y="434"/>
                      <a:pt x="527" y="434"/>
                    </a:cubicBezTo>
                    <a:lnTo>
                      <a:pt x="527" y="434"/>
                    </a:lnTo>
                    <a:lnTo>
                      <a:pt x="527" y="434"/>
                    </a:lnTo>
                    <a:lnTo>
                      <a:pt x="527" y="434"/>
                    </a:lnTo>
                    <a:lnTo>
                      <a:pt x="527" y="434"/>
                    </a:lnTo>
                    <a:lnTo>
                      <a:pt x="527" y="434"/>
                    </a:lnTo>
                    <a:lnTo>
                      <a:pt x="496" y="434"/>
                    </a:lnTo>
                    <a:lnTo>
                      <a:pt x="496" y="402"/>
                    </a:lnTo>
                    <a:cubicBezTo>
                      <a:pt x="465" y="402"/>
                      <a:pt x="465" y="402"/>
                      <a:pt x="465" y="402"/>
                    </a:cubicBezTo>
                    <a:cubicBezTo>
                      <a:pt x="434" y="372"/>
                      <a:pt x="434" y="372"/>
                      <a:pt x="434" y="372"/>
                    </a:cubicBezTo>
                    <a:lnTo>
                      <a:pt x="434" y="372"/>
                    </a:lnTo>
                    <a:cubicBezTo>
                      <a:pt x="434" y="372"/>
                      <a:pt x="434" y="341"/>
                      <a:pt x="465" y="341"/>
                    </a:cubicBezTo>
                    <a:lnTo>
                      <a:pt x="465" y="341"/>
                    </a:lnTo>
                    <a:cubicBezTo>
                      <a:pt x="434" y="341"/>
                      <a:pt x="434" y="310"/>
                      <a:pt x="434" y="310"/>
                    </a:cubicBezTo>
                    <a:lnTo>
                      <a:pt x="434" y="310"/>
                    </a:lnTo>
                    <a:lnTo>
                      <a:pt x="434" y="279"/>
                    </a:lnTo>
                    <a:lnTo>
                      <a:pt x="434" y="248"/>
                    </a:lnTo>
                    <a:lnTo>
                      <a:pt x="434" y="248"/>
                    </a:lnTo>
                    <a:lnTo>
                      <a:pt x="434" y="217"/>
                    </a:lnTo>
                    <a:lnTo>
                      <a:pt x="434" y="217"/>
                    </a:lnTo>
                    <a:lnTo>
                      <a:pt x="434" y="217"/>
                    </a:lnTo>
                    <a:cubicBezTo>
                      <a:pt x="434" y="217"/>
                      <a:pt x="403" y="217"/>
                      <a:pt x="403" y="186"/>
                    </a:cubicBezTo>
                    <a:lnTo>
                      <a:pt x="403" y="186"/>
                    </a:lnTo>
                    <a:lnTo>
                      <a:pt x="403" y="186"/>
                    </a:lnTo>
                    <a:cubicBezTo>
                      <a:pt x="403" y="186"/>
                      <a:pt x="403" y="186"/>
                      <a:pt x="403" y="155"/>
                    </a:cubicBezTo>
                    <a:cubicBezTo>
                      <a:pt x="403" y="155"/>
                      <a:pt x="403" y="155"/>
                      <a:pt x="403" y="124"/>
                    </a:cubicBezTo>
                    <a:lnTo>
                      <a:pt x="403" y="124"/>
                    </a:lnTo>
                    <a:lnTo>
                      <a:pt x="403" y="124"/>
                    </a:lnTo>
                    <a:lnTo>
                      <a:pt x="403" y="124"/>
                    </a:lnTo>
                    <a:lnTo>
                      <a:pt x="403" y="124"/>
                    </a:lnTo>
                    <a:lnTo>
                      <a:pt x="403" y="124"/>
                    </a:lnTo>
                    <a:lnTo>
                      <a:pt x="372" y="9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48" name="Freeform 97">
                <a:extLst>
                  <a:ext uri="{FF2B5EF4-FFF2-40B4-BE49-F238E27FC236}">
                    <a16:creationId xmlns:a16="http://schemas.microsoft.com/office/drawing/2014/main" id="{B7D182D1-6571-9059-6833-87D5D29881C8}"/>
                  </a:ext>
                </a:extLst>
              </p:cNvPr>
              <p:cNvSpPr>
                <a:spLocks noChangeArrowheads="1"/>
              </p:cNvSpPr>
              <p:nvPr/>
            </p:nvSpPr>
            <p:spPr bwMode="auto">
              <a:xfrm>
                <a:off x="4114800" y="1457325"/>
                <a:ext cx="334963" cy="157163"/>
              </a:xfrm>
              <a:custGeom>
                <a:avLst/>
                <a:gdLst>
                  <a:gd name="T0" fmla="*/ 682 w 931"/>
                  <a:gd name="T1" fmla="*/ 63 h 436"/>
                  <a:gd name="T2" fmla="*/ 682 w 931"/>
                  <a:gd name="T3" fmla="*/ 63 h 436"/>
                  <a:gd name="T4" fmla="*/ 620 w 931"/>
                  <a:gd name="T5" fmla="*/ 63 h 436"/>
                  <a:gd name="T6" fmla="*/ 589 w 931"/>
                  <a:gd name="T7" fmla="*/ 0 h 436"/>
                  <a:gd name="T8" fmla="*/ 527 w 931"/>
                  <a:gd name="T9" fmla="*/ 0 h 436"/>
                  <a:gd name="T10" fmla="*/ 496 w 931"/>
                  <a:gd name="T11" fmla="*/ 0 h 436"/>
                  <a:gd name="T12" fmla="*/ 465 w 931"/>
                  <a:gd name="T13" fmla="*/ 32 h 436"/>
                  <a:gd name="T14" fmla="*/ 434 w 931"/>
                  <a:gd name="T15" fmla="*/ 63 h 436"/>
                  <a:gd name="T16" fmla="*/ 372 w 931"/>
                  <a:gd name="T17" fmla="*/ 63 h 436"/>
                  <a:gd name="T18" fmla="*/ 341 w 931"/>
                  <a:gd name="T19" fmla="*/ 32 h 436"/>
                  <a:gd name="T20" fmla="*/ 310 w 931"/>
                  <a:gd name="T21" fmla="*/ 32 h 436"/>
                  <a:gd name="T22" fmla="*/ 279 w 931"/>
                  <a:gd name="T23" fmla="*/ 32 h 436"/>
                  <a:gd name="T24" fmla="*/ 248 w 931"/>
                  <a:gd name="T25" fmla="*/ 32 h 436"/>
                  <a:gd name="T26" fmla="*/ 186 w 931"/>
                  <a:gd name="T27" fmla="*/ 0 h 436"/>
                  <a:gd name="T28" fmla="*/ 92 w 931"/>
                  <a:gd name="T29" fmla="*/ 32 h 436"/>
                  <a:gd name="T30" fmla="*/ 92 w 931"/>
                  <a:gd name="T31" fmla="*/ 32 h 436"/>
                  <a:gd name="T32" fmla="*/ 92 w 931"/>
                  <a:gd name="T33" fmla="*/ 63 h 436"/>
                  <a:gd name="T34" fmla="*/ 62 w 931"/>
                  <a:gd name="T35" fmla="*/ 124 h 436"/>
                  <a:gd name="T36" fmla="*/ 31 w 931"/>
                  <a:gd name="T37" fmla="*/ 124 h 436"/>
                  <a:gd name="T38" fmla="*/ 31 w 931"/>
                  <a:gd name="T39" fmla="*/ 156 h 436"/>
                  <a:gd name="T40" fmla="*/ 0 w 931"/>
                  <a:gd name="T41" fmla="*/ 187 h 436"/>
                  <a:gd name="T42" fmla="*/ 0 w 931"/>
                  <a:gd name="T43" fmla="*/ 218 h 436"/>
                  <a:gd name="T44" fmla="*/ 0 w 931"/>
                  <a:gd name="T45" fmla="*/ 218 h 436"/>
                  <a:gd name="T46" fmla="*/ 92 w 931"/>
                  <a:gd name="T47" fmla="*/ 218 h 436"/>
                  <a:gd name="T48" fmla="*/ 155 w 931"/>
                  <a:gd name="T49" fmla="*/ 218 h 436"/>
                  <a:gd name="T50" fmla="*/ 217 w 931"/>
                  <a:gd name="T51" fmla="*/ 218 h 436"/>
                  <a:gd name="T52" fmla="*/ 217 w 931"/>
                  <a:gd name="T53" fmla="*/ 187 h 436"/>
                  <a:gd name="T54" fmla="*/ 248 w 931"/>
                  <a:gd name="T55" fmla="*/ 187 h 436"/>
                  <a:gd name="T56" fmla="*/ 248 w 931"/>
                  <a:gd name="T57" fmla="*/ 187 h 436"/>
                  <a:gd name="T58" fmla="*/ 310 w 931"/>
                  <a:gd name="T59" fmla="*/ 187 h 436"/>
                  <a:gd name="T60" fmla="*/ 341 w 931"/>
                  <a:gd name="T61" fmla="*/ 218 h 436"/>
                  <a:gd name="T62" fmla="*/ 403 w 931"/>
                  <a:gd name="T63" fmla="*/ 248 h 436"/>
                  <a:gd name="T64" fmla="*/ 434 w 931"/>
                  <a:gd name="T65" fmla="*/ 311 h 436"/>
                  <a:gd name="T66" fmla="*/ 496 w 931"/>
                  <a:gd name="T67" fmla="*/ 280 h 436"/>
                  <a:gd name="T68" fmla="*/ 527 w 931"/>
                  <a:gd name="T69" fmla="*/ 342 h 436"/>
                  <a:gd name="T70" fmla="*/ 589 w 931"/>
                  <a:gd name="T71" fmla="*/ 311 h 436"/>
                  <a:gd name="T72" fmla="*/ 651 w 931"/>
                  <a:gd name="T73" fmla="*/ 342 h 436"/>
                  <a:gd name="T74" fmla="*/ 620 w 931"/>
                  <a:gd name="T75" fmla="*/ 404 h 436"/>
                  <a:gd name="T76" fmla="*/ 651 w 931"/>
                  <a:gd name="T77" fmla="*/ 435 h 436"/>
                  <a:gd name="T78" fmla="*/ 682 w 931"/>
                  <a:gd name="T79" fmla="*/ 435 h 436"/>
                  <a:gd name="T80" fmla="*/ 682 w 931"/>
                  <a:gd name="T81" fmla="*/ 404 h 436"/>
                  <a:gd name="T82" fmla="*/ 651 w 931"/>
                  <a:gd name="T83" fmla="*/ 311 h 436"/>
                  <a:gd name="T84" fmla="*/ 713 w 931"/>
                  <a:gd name="T85" fmla="*/ 311 h 436"/>
                  <a:gd name="T86" fmla="*/ 775 w 931"/>
                  <a:gd name="T87" fmla="*/ 311 h 436"/>
                  <a:gd name="T88" fmla="*/ 837 w 931"/>
                  <a:gd name="T89" fmla="*/ 280 h 436"/>
                  <a:gd name="T90" fmla="*/ 868 w 931"/>
                  <a:gd name="T91" fmla="*/ 218 h 436"/>
                  <a:gd name="T92" fmla="*/ 930 w 931"/>
                  <a:gd name="T93" fmla="*/ 218 h 436"/>
                  <a:gd name="T94" fmla="*/ 930 w 931"/>
                  <a:gd name="T95" fmla="*/ 218 h 436"/>
                  <a:gd name="T96" fmla="*/ 930 w 931"/>
                  <a:gd name="T97" fmla="*/ 156 h 436"/>
                  <a:gd name="T98" fmla="*/ 930 w 931"/>
                  <a:gd name="T99" fmla="*/ 156 h 436"/>
                  <a:gd name="T100" fmla="*/ 868 w 931"/>
                  <a:gd name="T101" fmla="*/ 124 h 436"/>
                  <a:gd name="T102" fmla="*/ 837 w 931"/>
                  <a:gd name="T103" fmla="*/ 124 h 436"/>
                  <a:gd name="T104" fmla="*/ 806 w 931"/>
                  <a:gd name="T105" fmla="*/ 124 h 436"/>
                  <a:gd name="T106" fmla="*/ 775 w 931"/>
                  <a:gd name="T107" fmla="*/ 124 h 436"/>
                  <a:gd name="T108" fmla="*/ 744 w 931"/>
                  <a:gd name="T109" fmla="*/ 124 h 436"/>
                  <a:gd name="T110" fmla="*/ 713 w 931"/>
                  <a:gd name="T111" fmla="*/ 124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31" h="436">
                    <a:moveTo>
                      <a:pt x="682" y="94"/>
                    </a:moveTo>
                    <a:lnTo>
                      <a:pt x="682" y="94"/>
                    </a:lnTo>
                    <a:lnTo>
                      <a:pt x="682" y="63"/>
                    </a:lnTo>
                    <a:lnTo>
                      <a:pt x="682" y="63"/>
                    </a:lnTo>
                    <a:lnTo>
                      <a:pt x="682" y="63"/>
                    </a:lnTo>
                    <a:lnTo>
                      <a:pt x="682" y="63"/>
                    </a:lnTo>
                    <a:cubicBezTo>
                      <a:pt x="651" y="63"/>
                      <a:pt x="651" y="63"/>
                      <a:pt x="651" y="63"/>
                    </a:cubicBezTo>
                    <a:lnTo>
                      <a:pt x="620" y="63"/>
                    </a:lnTo>
                    <a:lnTo>
                      <a:pt x="620" y="63"/>
                    </a:lnTo>
                    <a:cubicBezTo>
                      <a:pt x="620" y="32"/>
                      <a:pt x="620" y="32"/>
                      <a:pt x="620" y="32"/>
                    </a:cubicBezTo>
                    <a:cubicBezTo>
                      <a:pt x="620" y="0"/>
                      <a:pt x="620" y="0"/>
                      <a:pt x="620" y="0"/>
                    </a:cubicBezTo>
                    <a:cubicBezTo>
                      <a:pt x="620" y="0"/>
                      <a:pt x="620" y="0"/>
                      <a:pt x="589" y="0"/>
                    </a:cubicBezTo>
                    <a:lnTo>
                      <a:pt x="589" y="0"/>
                    </a:lnTo>
                    <a:cubicBezTo>
                      <a:pt x="558" y="0"/>
                      <a:pt x="558" y="0"/>
                      <a:pt x="558" y="0"/>
                    </a:cubicBezTo>
                    <a:lnTo>
                      <a:pt x="527" y="0"/>
                    </a:lnTo>
                    <a:lnTo>
                      <a:pt x="527" y="0"/>
                    </a:lnTo>
                    <a:lnTo>
                      <a:pt x="527" y="0"/>
                    </a:lnTo>
                    <a:cubicBezTo>
                      <a:pt x="496" y="0"/>
                      <a:pt x="496" y="0"/>
                      <a:pt x="496" y="0"/>
                    </a:cubicBezTo>
                    <a:cubicBezTo>
                      <a:pt x="496" y="0"/>
                      <a:pt x="496" y="0"/>
                      <a:pt x="465" y="0"/>
                    </a:cubicBezTo>
                    <a:lnTo>
                      <a:pt x="465" y="0"/>
                    </a:lnTo>
                    <a:cubicBezTo>
                      <a:pt x="465" y="32"/>
                      <a:pt x="465" y="32"/>
                      <a:pt x="465" y="32"/>
                    </a:cubicBezTo>
                    <a:lnTo>
                      <a:pt x="465" y="32"/>
                    </a:lnTo>
                    <a:cubicBezTo>
                      <a:pt x="465" y="63"/>
                      <a:pt x="434" y="63"/>
                      <a:pt x="434" y="63"/>
                    </a:cubicBezTo>
                    <a:lnTo>
                      <a:pt x="434" y="63"/>
                    </a:lnTo>
                    <a:lnTo>
                      <a:pt x="434" y="63"/>
                    </a:lnTo>
                    <a:cubicBezTo>
                      <a:pt x="403" y="63"/>
                      <a:pt x="403" y="63"/>
                      <a:pt x="403" y="32"/>
                    </a:cubicBezTo>
                    <a:cubicBezTo>
                      <a:pt x="403" y="63"/>
                      <a:pt x="403" y="63"/>
                      <a:pt x="372" y="63"/>
                    </a:cubicBezTo>
                    <a:lnTo>
                      <a:pt x="372" y="63"/>
                    </a:lnTo>
                    <a:lnTo>
                      <a:pt x="372" y="32"/>
                    </a:lnTo>
                    <a:lnTo>
                      <a:pt x="341" y="32"/>
                    </a:lnTo>
                    <a:lnTo>
                      <a:pt x="341" y="32"/>
                    </a:lnTo>
                    <a:cubicBezTo>
                      <a:pt x="310" y="32"/>
                      <a:pt x="310" y="32"/>
                      <a:pt x="310" y="32"/>
                    </a:cubicBezTo>
                    <a:lnTo>
                      <a:pt x="310" y="32"/>
                    </a:lnTo>
                    <a:lnTo>
                      <a:pt x="310" y="32"/>
                    </a:lnTo>
                    <a:lnTo>
                      <a:pt x="279" y="32"/>
                    </a:lnTo>
                    <a:lnTo>
                      <a:pt x="279" y="32"/>
                    </a:lnTo>
                    <a:lnTo>
                      <a:pt x="279" y="32"/>
                    </a:lnTo>
                    <a:lnTo>
                      <a:pt x="248" y="32"/>
                    </a:lnTo>
                    <a:lnTo>
                      <a:pt x="248" y="32"/>
                    </a:lnTo>
                    <a:cubicBezTo>
                      <a:pt x="248" y="32"/>
                      <a:pt x="217" y="0"/>
                      <a:pt x="186" y="0"/>
                    </a:cubicBezTo>
                    <a:lnTo>
                      <a:pt x="186" y="0"/>
                    </a:lnTo>
                    <a:lnTo>
                      <a:pt x="186" y="0"/>
                    </a:lnTo>
                    <a:cubicBezTo>
                      <a:pt x="186" y="0"/>
                      <a:pt x="186" y="0"/>
                      <a:pt x="155" y="0"/>
                    </a:cubicBezTo>
                    <a:cubicBezTo>
                      <a:pt x="155" y="0"/>
                      <a:pt x="124" y="0"/>
                      <a:pt x="124" y="32"/>
                    </a:cubicBezTo>
                    <a:lnTo>
                      <a:pt x="92" y="32"/>
                    </a:lnTo>
                    <a:lnTo>
                      <a:pt x="92" y="32"/>
                    </a:lnTo>
                    <a:lnTo>
                      <a:pt x="92" y="32"/>
                    </a:lnTo>
                    <a:lnTo>
                      <a:pt x="92" y="32"/>
                    </a:lnTo>
                    <a:lnTo>
                      <a:pt x="92" y="63"/>
                    </a:lnTo>
                    <a:lnTo>
                      <a:pt x="92" y="63"/>
                    </a:lnTo>
                    <a:lnTo>
                      <a:pt x="92" y="63"/>
                    </a:lnTo>
                    <a:cubicBezTo>
                      <a:pt x="92" y="94"/>
                      <a:pt x="92" y="124"/>
                      <a:pt x="62" y="124"/>
                    </a:cubicBezTo>
                    <a:lnTo>
                      <a:pt x="62" y="124"/>
                    </a:lnTo>
                    <a:lnTo>
                      <a:pt x="62" y="124"/>
                    </a:lnTo>
                    <a:lnTo>
                      <a:pt x="62" y="124"/>
                    </a:lnTo>
                    <a:lnTo>
                      <a:pt x="31" y="124"/>
                    </a:lnTo>
                    <a:lnTo>
                      <a:pt x="31" y="124"/>
                    </a:lnTo>
                    <a:lnTo>
                      <a:pt x="31" y="124"/>
                    </a:lnTo>
                    <a:lnTo>
                      <a:pt x="31" y="156"/>
                    </a:lnTo>
                    <a:lnTo>
                      <a:pt x="31" y="156"/>
                    </a:lnTo>
                    <a:lnTo>
                      <a:pt x="31" y="156"/>
                    </a:lnTo>
                    <a:lnTo>
                      <a:pt x="31" y="187"/>
                    </a:lnTo>
                    <a:lnTo>
                      <a:pt x="0" y="187"/>
                    </a:lnTo>
                    <a:lnTo>
                      <a:pt x="0" y="187"/>
                    </a:lnTo>
                    <a:cubicBezTo>
                      <a:pt x="0" y="187"/>
                      <a:pt x="0" y="187"/>
                      <a:pt x="0" y="218"/>
                    </a:cubicBezTo>
                    <a:lnTo>
                      <a:pt x="0" y="218"/>
                    </a:lnTo>
                    <a:lnTo>
                      <a:pt x="0" y="218"/>
                    </a:lnTo>
                    <a:lnTo>
                      <a:pt x="0" y="218"/>
                    </a:lnTo>
                    <a:lnTo>
                      <a:pt x="0" y="218"/>
                    </a:lnTo>
                    <a:cubicBezTo>
                      <a:pt x="31" y="218"/>
                      <a:pt x="31" y="218"/>
                      <a:pt x="31" y="218"/>
                    </a:cubicBezTo>
                    <a:cubicBezTo>
                      <a:pt x="31" y="218"/>
                      <a:pt x="31" y="218"/>
                      <a:pt x="62" y="218"/>
                    </a:cubicBezTo>
                    <a:lnTo>
                      <a:pt x="92" y="218"/>
                    </a:lnTo>
                    <a:lnTo>
                      <a:pt x="92" y="218"/>
                    </a:lnTo>
                    <a:lnTo>
                      <a:pt x="124" y="218"/>
                    </a:lnTo>
                    <a:cubicBezTo>
                      <a:pt x="124" y="218"/>
                      <a:pt x="124" y="218"/>
                      <a:pt x="155" y="218"/>
                    </a:cubicBezTo>
                    <a:lnTo>
                      <a:pt x="155" y="218"/>
                    </a:lnTo>
                    <a:cubicBezTo>
                      <a:pt x="155" y="218"/>
                      <a:pt x="155" y="218"/>
                      <a:pt x="186" y="218"/>
                    </a:cubicBezTo>
                    <a:lnTo>
                      <a:pt x="217" y="218"/>
                    </a:lnTo>
                    <a:lnTo>
                      <a:pt x="217" y="218"/>
                    </a:lnTo>
                    <a:lnTo>
                      <a:pt x="217" y="218"/>
                    </a:lnTo>
                    <a:cubicBezTo>
                      <a:pt x="217" y="218"/>
                      <a:pt x="217" y="218"/>
                      <a:pt x="217" y="187"/>
                    </a:cubicBezTo>
                    <a:lnTo>
                      <a:pt x="217" y="187"/>
                    </a:lnTo>
                    <a:lnTo>
                      <a:pt x="217" y="187"/>
                    </a:lnTo>
                    <a:lnTo>
                      <a:pt x="248" y="187"/>
                    </a:lnTo>
                    <a:lnTo>
                      <a:pt x="248" y="187"/>
                    </a:lnTo>
                    <a:lnTo>
                      <a:pt x="248" y="187"/>
                    </a:lnTo>
                    <a:lnTo>
                      <a:pt x="248" y="187"/>
                    </a:lnTo>
                    <a:lnTo>
                      <a:pt x="248" y="187"/>
                    </a:lnTo>
                    <a:lnTo>
                      <a:pt x="279" y="187"/>
                    </a:lnTo>
                    <a:lnTo>
                      <a:pt x="310" y="187"/>
                    </a:lnTo>
                    <a:cubicBezTo>
                      <a:pt x="310" y="187"/>
                      <a:pt x="341" y="187"/>
                      <a:pt x="341" y="218"/>
                    </a:cubicBezTo>
                    <a:lnTo>
                      <a:pt x="341" y="218"/>
                    </a:lnTo>
                    <a:lnTo>
                      <a:pt x="341" y="218"/>
                    </a:lnTo>
                    <a:cubicBezTo>
                      <a:pt x="372" y="218"/>
                      <a:pt x="403" y="218"/>
                      <a:pt x="403" y="248"/>
                    </a:cubicBezTo>
                    <a:lnTo>
                      <a:pt x="403" y="248"/>
                    </a:lnTo>
                    <a:lnTo>
                      <a:pt x="403" y="248"/>
                    </a:lnTo>
                    <a:cubicBezTo>
                      <a:pt x="403" y="248"/>
                      <a:pt x="403" y="248"/>
                      <a:pt x="403" y="280"/>
                    </a:cubicBezTo>
                    <a:lnTo>
                      <a:pt x="403" y="280"/>
                    </a:lnTo>
                    <a:cubicBezTo>
                      <a:pt x="434" y="280"/>
                      <a:pt x="434" y="311"/>
                      <a:pt x="434" y="311"/>
                    </a:cubicBezTo>
                    <a:lnTo>
                      <a:pt x="434" y="311"/>
                    </a:lnTo>
                    <a:lnTo>
                      <a:pt x="434" y="311"/>
                    </a:lnTo>
                    <a:cubicBezTo>
                      <a:pt x="465" y="311"/>
                      <a:pt x="465" y="280"/>
                      <a:pt x="496" y="280"/>
                    </a:cubicBezTo>
                    <a:lnTo>
                      <a:pt x="496" y="280"/>
                    </a:lnTo>
                    <a:cubicBezTo>
                      <a:pt x="527" y="280"/>
                      <a:pt x="527" y="311"/>
                      <a:pt x="527" y="311"/>
                    </a:cubicBezTo>
                    <a:cubicBezTo>
                      <a:pt x="527" y="311"/>
                      <a:pt x="527" y="311"/>
                      <a:pt x="527" y="342"/>
                    </a:cubicBezTo>
                    <a:lnTo>
                      <a:pt x="527" y="342"/>
                    </a:lnTo>
                    <a:cubicBezTo>
                      <a:pt x="527" y="342"/>
                      <a:pt x="558" y="342"/>
                      <a:pt x="558" y="311"/>
                    </a:cubicBezTo>
                    <a:lnTo>
                      <a:pt x="589" y="311"/>
                    </a:lnTo>
                    <a:lnTo>
                      <a:pt x="589" y="311"/>
                    </a:lnTo>
                    <a:lnTo>
                      <a:pt x="620" y="342"/>
                    </a:lnTo>
                    <a:cubicBezTo>
                      <a:pt x="651" y="342"/>
                      <a:pt x="651" y="342"/>
                      <a:pt x="651" y="342"/>
                    </a:cubicBezTo>
                    <a:cubicBezTo>
                      <a:pt x="620" y="404"/>
                      <a:pt x="620" y="404"/>
                      <a:pt x="620" y="404"/>
                    </a:cubicBezTo>
                    <a:lnTo>
                      <a:pt x="620" y="404"/>
                    </a:lnTo>
                    <a:lnTo>
                      <a:pt x="620" y="404"/>
                    </a:lnTo>
                    <a:lnTo>
                      <a:pt x="620" y="404"/>
                    </a:lnTo>
                    <a:lnTo>
                      <a:pt x="620" y="435"/>
                    </a:lnTo>
                    <a:lnTo>
                      <a:pt x="651" y="435"/>
                    </a:lnTo>
                    <a:lnTo>
                      <a:pt x="651" y="435"/>
                    </a:lnTo>
                    <a:lnTo>
                      <a:pt x="651" y="435"/>
                    </a:lnTo>
                    <a:lnTo>
                      <a:pt x="682" y="435"/>
                    </a:lnTo>
                    <a:lnTo>
                      <a:pt x="682" y="435"/>
                    </a:lnTo>
                    <a:cubicBezTo>
                      <a:pt x="682" y="404"/>
                      <a:pt x="682" y="404"/>
                      <a:pt x="682" y="404"/>
                    </a:cubicBezTo>
                    <a:lnTo>
                      <a:pt x="682" y="404"/>
                    </a:lnTo>
                    <a:cubicBezTo>
                      <a:pt x="651" y="404"/>
                      <a:pt x="651" y="372"/>
                      <a:pt x="651" y="372"/>
                    </a:cubicBezTo>
                    <a:cubicBezTo>
                      <a:pt x="651" y="342"/>
                      <a:pt x="651" y="342"/>
                      <a:pt x="651" y="342"/>
                    </a:cubicBezTo>
                    <a:cubicBezTo>
                      <a:pt x="651" y="311"/>
                      <a:pt x="651" y="311"/>
                      <a:pt x="651" y="311"/>
                    </a:cubicBezTo>
                    <a:lnTo>
                      <a:pt x="651" y="311"/>
                    </a:lnTo>
                    <a:cubicBezTo>
                      <a:pt x="682" y="311"/>
                      <a:pt x="682" y="311"/>
                      <a:pt x="713" y="311"/>
                    </a:cubicBezTo>
                    <a:lnTo>
                      <a:pt x="713" y="311"/>
                    </a:lnTo>
                    <a:lnTo>
                      <a:pt x="744" y="311"/>
                    </a:lnTo>
                    <a:cubicBezTo>
                      <a:pt x="744" y="311"/>
                      <a:pt x="744" y="311"/>
                      <a:pt x="775" y="311"/>
                    </a:cubicBezTo>
                    <a:lnTo>
                      <a:pt x="775" y="311"/>
                    </a:lnTo>
                    <a:cubicBezTo>
                      <a:pt x="775" y="311"/>
                      <a:pt x="775" y="311"/>
                      <a:pt x="775" y="280"/>
                    </a:cubicBezTo>
                    <a:cubicBezTo>
                      <a:pt x="806" y="280"/>
                      <a:pt x="806" y="280"/>
                      <a:pt x="806" y="280"/>
                    </a:cubicBezTo>
                    <a:cubicBezTo>
                      <a:pt x="837" y="280"/>
                      <a:pt x="837" y="280"/>
                      <a:pt x="837" y="280"/>
                    </a:cubicBezTo>
                    <a:lnTo>
                      <a:pt x="837" y="280"/>
                    </a:lnTo>
                    <a:cubicBezTo>
                      <a:pt x="837" y="248"/>
                      <a:pt x="868" y="218"/>
                      <a:pt x="868" y="218"/>
                    </a:cubicBezTo>
                    <a:lnTo>
                      <a:pt x="868" y="218"/>
                    </a:lnTo>
                    <a:cubicBezTo>
                      <a:pt x="899" y="218"/>
                      <a:pt x="899" y="218"/>
                      <a:pt x="899" y="218"/>
                    </a:cubicBezTo>
                    <a:lnTo>
                      <a:pt x="930" y="218"/>
                    </a:lnTo>
                    <a:lnTo>
                      <a:pt x="930" y="218"/>
                    </a:lnTo>
                    <a:lnTo>
                      <a:pt x="930" y="218"/>
                    </a:lnTo>
                    <a:lnTo>
                      <a:pt x="930" y="218"/>
                    </a:lnTo>
                    <a:lnTo>
                      <a:pt x="930" y="218"/>
                    </a:lnTo>
                    <a:lnTo>
                      <a:pt x="930" y="187"/>
                    </a:lnTo>
                    <a:lnTo>
                      <a:pt x="930" y="187"/>
                    </a:lnTo>
                    <a:lnTo>
                      <a:pt x="930" y="156"/>
                    </a:lnTo>
                    <a:lnTo>
                      <a:pt x="930" y="156"/>
                    </a:lnTo>
                    <a:lnTo>
                      <a:pt x="930" y="156"/>
                    </a:lnTo>
                    <a:lnTo>
                      <a:pt x="930" y="156"/>
                    </a:lnTo>
                    <a:lnTo>
                      <a:pt x="930" y="156"/>
                    </a:lnTo>
                    <a:cubicBezTo>
                      <a:pt x="899" y="156"/>
                      <a:pt x="899" y="156"/>
                      <a:pt x="899" y="124"/>
                    </a:cubicBezTo>
                    <a:lnTo>
                      <a:pt x="868" y="124"/>
                    </a:lnTo>
                    <a:lnTo>
                      <a:pt x="868" y="124"/>
                    </a:lnTo>
                    <a:cubicBezTo>
                      <a:pt x="837" y="124"/>
                      <a:pt x="837" y="124"/>
                      <a:pt x="837" y="124"/>
                    </a:cubicBezTo>
                    <a:lnTo>
                      <a:pt x="837" y="124"/>
                    </a:lnTo>
                    <a:cubicBezTo>
                      <a:pt x="806" y="124"/>
                      <a:pt x="806" y="124"/>
                      <a:pt x="806" y="124"/>
                    </a:cubicBezTo>
                    <a:lnTo>
                      <a:pt x="806" y="124"/>
                    </a:lnTo>
                    <a:lnTo>
                      <a:pt x="806" y="124"/>
                    </a:lnTo>
                    <a:lnTo>
                      <a:pt x="806" y="124"/>
                    </a:lnTo>
                    <a:cubicBezTo>
                      <a:pt x="806" y="124"/>
                      <a:pt x="806" y="124"/>
                      <a:pt x="775" y="124"/>
                    </a:cubicBezTo>
                    <a:lnTo>
                      <a:pt x="775" y="124"/>
                    </a:lnTo>
                    <a:lnTo>
                      <a:pt x="775" y="124"/>
                    </a:lnTo>
                    <a:cubicBezTo>
                      <a:pt x="775" y="124"/>
                      <a:pt x="775" y="124"/>
                      <a:pt x="744" y="124"/>
                    </a:cubicBezTo>
                    <a:lnTo>
                      <a:pt x="744" y="124"/>
                    </a:lnTo>
                    <a:lnTo>
                      <a:pt x="744" y="124"/>
                    </a:lnTo>
                    <a:lnTo>
                      <a:pt x="744" y="124"/>
                    </a:lnTo>
                    <a:cubicBezTo>
                      <a:pt x="713" y="124"/>
                      <a:pt x="713" y="124"/>
                      <a:pt x="713" y="124"/>
                    </a:cubicBezTo>
                    <a:lnTo>
                      <a:pt x="713" y="124"/>
                    </a:lnTo>
                    <a:cubicBezTo>
                      <a:pt x="682" y="124"/>
                      <a:pt x="682" y="94"/>
                      <a:pt x="682" y="9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49" name="Freeform 98">
                <a:extLst>
                  <a:ext uri="{FF2B5EF4-FFF2-40B4-BE49-F238E27FC236}">
                    <a16:creationId xmlns:a16="http://schemas.microsoft.com/office/drawing/2014/main" id="{303F0C50-E147-CCDA-C9E4-5D5B1731EE92}"/>
                  </a:ext>
                </a:extLst>
              </p:cNvPr>
              <p:cNvSpPr>
                <a:spLocks noChangeArrowheads="1"/>
              </p:cNvSpPr>
              <p:nvPr/>
            </p:nvSpPr>
            <p:spPr bwMode="auto">
              <a:xfrm>
                <a:off x="4148138" y="1366838"/>
                <a:ext cx="146050" cy="88900"/>
              </a:xfrm>
              <a:custGeom>
                <a:avLst/>
                <a:gdLst>
                  <a:gd name="T0" fmla="*/ 373 w 405"/>
                  <a:gd name="T1" fmla="*/ 94 h 249"/>
                  <a:gd name="T2" fmla="*/ 342 w 405"/>
                  <a:gd name="T3" fmla="*/ 63 h 249"/>
                  <a:gd name="T4" fmla="*/ 342 w 405"/>
                  <a:gd name="T5" fmla="*/ 63 h 249"/>
                  <a:gd name="T6" fmla="*/ 342 w 405"/>
                  <a:gd name="T7" fmla="*/ 31 h 249"/>
                  <a:gd name="T8" fmla="*/ 311 w 405"/>
                  <a:gd name="T9" fmla="*/ 0 h 249"/>
                  <a:gd name="T10" fmla="*/ 280 w 405"/>
                  <a:gd name="T11" fmla="*/ 31 h 249"/>
                  <a:gd name="T12" fmla="*/ 249 w 405"/>
                  <a:gd name="T13" fmla="*/ 0 h 249"/>
                  <a:gd name="T14" fmla="*/ 218 w 405"/>
                  <a:gd name="T15" fmla="*/ 0 h 249"/>
                  <a:gd name="T16" fmla="*/ 218 w 405"/>
                  <a:gd name="T17" fmla="*/ 0 h 249"/>
                  <a:gd name="T18" fmla="*/ 156 w 405"/>
                  <a:gd name="T19" fmla="*/ 31 h 249"/>
                  <a:gd name="T20" fmla="*/ 156 w 405"/>
                  <a:gd name="T21" fmla="*/ 63 h 249"/>
                  <a:gd name="T22" fmla="*/ 94 w 405"/>
                  <a:gd name="T23" fmla="*/ 63 h 249"/>
                  <a:gd name="T24" fmla="*/ 94 w 405"/>
                  <a:gd name="T25" fmla="*/ 63 h 249"/>
                  <a:gd name="T26" fmla="*/ 94 w 405"/>
                  <a:gd name="T27" fmla="*/ 94 h 249"/>
                  <a:gd name="T28" fmla="*/ 63 w 405"/>
                  <a:gd name="T29" fmla="*/ 124 h 249"/>
                  <a:gd name="T30" fmla="*/ 32 w 405"/>
                  <a:gd name="T31" fmla="*/ 124 h 249"/>
                  <a:gd name="T32" fmla="*/ 0 w 405"/>
                  <a:gd name="T33" fmla="*/ 156 h 249"/>
                  <a:gd name="T34" fmla="*/ 0 w 405"/>
                  <a:gd name="T35" fmla="*/ 156 h 249"/>
                  <a:gd name="T36" fmla="*/ 0 w 405"/>
                  <a:gd name="T37" fmla="*/ 187 h 249"/>
                  <a:gd name="T38" fmla="*/ 0 w 405"/>
                  <a:gd name="T39" fmla="*/ 218 h 249"/>
                  <a:gd name="T40" fmla="*/ 0 w 405"/>
                  <a:gd name="T41" fmla="*/ 218 h 249"/>
                  <a:gd name="T42" fmla="*/ 0 w 405"/>
                  <a:gd name="T43" fmla="*/ 218 h 249"/>
                  <a:gd name="T44" fmla="*/ 94 w 405"/>
                  <a:gd name="T45" fmla="*/ 218 h 249"/>
                  <a:gd name="T46" fmla="*/ 187 w 405"/>
                  <a:gd name="T47" fmla="*/ 218 h 249"/>
                  <a:gd name="T48" fmla="*/ 187 w 405"/>
                  <a:gd name="T49" fmla="*/ 218 h 249"/>
                  <a:gd name="T50" fmla="*/ 218 w 405"/>
                  <a:gd name="T51" fmla="*/ 218 h 249"/>
                  <a:gd name="T52" fmla="*/ 249 w 405"/>
                  <a:gd name="T53" fmla="*/ 218 h 249"/>
                  <a:gd name="T54" fmla="*/ 249 w 405"/>
                  <a:gd name="T55" fmla="*/ 218 h 249"/>
                  <a:gd name="T56" fmla="*/ 280 w 405"/>
                  <a:gd name="T57" fmla="*/ 248 h 249"/>
                  <a:gd name="T58" fmla="*/ 280 w 405"/>
                  <a:gd name="T59" fmla="*/ 248 h 249"/>
                  <a:gd name="T60" fmla="*/ 311 w 405"/>
                  <a:gd name="T61" fmla="*/ 248 h 249"/>
                  <a:gd name="T62" fmla="*/ 311 w 405"/>
                  <a:gd name="T63" fmla="*/ 248 h 249"/>
                  <a:gd name="T64" fmla="*/ 342 w 405"/>
                  <a:gd name="T65" fmla="*/ 248 h 249"/>
                  <a:gd name="T66" fmla="*/ 342 w 405"/>
                  <a:gd name="T67" fmla="*/ 187 h 249"/>
                  <a:gd name="T68" fmla="*/ 373 w 405"/>
                  <a:gd name="T69" fmla="*/ 187 h 249"/>
                  <a:gd name="T70" fmla="*/ 373 w 405"/>
                  <a:gd name="T71" fmla="*/ 156 h 249"/>
                  <a:gd name="T72" fmla="*/ 373 w 405"/>
                  <a:gd name="T73" fmla="*/ 156 h 249"/>
                  <a:gd name="T74" fmla="*/ 373 w 405"/>
                  <a:gd name="T75" fmla="*/ 124 h 249"/>
                  <a:gd name="T76" fmla="*/ 404 w 405"/>
                  <a:gd name="T77" fmla="*/ 124 h 249"/>
                  <a:gd name="T78" fmla="*/ 373 w 405"/>
                  <a:gd name="T79" fmla="*/ 94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05" h="249">
                    <a:moveTo>
                      <a:pt x="373" y="94"/>
                    </a:moveTo>
                    <a:lnTo>
                      <a:pt x="373" y="94"/>
                    </a:lnTo>
                    <a:lnTo>
                      <a:pt x="373" y="94"/>
                    </a:lnTo>
                    <a:cubicBezTo>
                      <a:pt x="373" y="94"/>
                      <a:pt x="342" y="94"/>
                      <a:pt x="342" y="63"/>
                    </a:cubicBezTo>
                    <a:lnTo>
                      <a:pt x="342" y="63"/>
                    </a:lnTo>
                    <a:lnTo>
                      <a:pt x="342" y="63"/>
                    </a:lnTo>
                    <a:cubicBezTo>
                      <a:pt x="342" y="31"/>
                      <a:pt x="342" y="31"/>
                      <a:pt x="342" y="31"/>
                    </a:cubicBezTo>
                    <a:lnTo>
                      <a:pt x="342" y="31"/>
                    </a:lnTo>
                    <a:cubicBezTo>
                      <a:pt x="342" y="31"/>
                      <a:pt x="342" y="31"/>
                      <a:pt x="342" y="0"/>
                    </a:cubicBezTo>
                    <a:cubicBezTo>
                      <a:pt x="342" y="0"/>
                      <a:pt x="342" y="0"/>
                      <a:pt x="311" y="0"/>
                    </a:cubicBezTo>
                    <a:cubicBezTo>
                      <a:pt x="311" y="31"/>
                      <a:pt x="311" y="31"/>
                      <a:pt x="311" y="31"/>
                    </a:cubicBezTo>
                    <a:cubicBezTo>
                      <a:pt x="311" y="31"/>
                      <a:pt x="311" y="31"/>
                      <a:pt x="280" y="31"/>
                    </a:cubicBezTo>
                    <a:cubicBezTo>
                      <a:pt x="280" y="31"/>
                      <a:pt x="280" y="0"/>
                      <a:pt x="249" y="0"/>
                    </a:cubicBezTo>
                    <a:lnTo>
                      <a:pt x="249" y="0"/>
                    </a:lnTo>
                    <a:cubicBezTo>
                      <a:pt x="218" y="0"/>
                      <a:pt x="218" y="0"/>
                      <a:pt x="218" y="0"/>
                    </a:cubicBezTo>
                    <a:lnTo>
                      <a:pt x="218" y="0"/>
                    </a:lnTo>
                    <a:lnTo>
                      <a:pt x="218" y="0"/>
                    </a:lnTo>
                    <a:lnTo>
                      <a:pt x="218" y="0"/>
                    </a:lnTo>
                    <a:cubicBezTo>
                      <a:pt x="187" y="0"/>
                      <a:pt x="187" y="0"/>
                      <a:pt x="187" y="0"/>
                    </a:cubicBezTo>
                    <a:cubicBezTo>
                      <a:pt x="187" y="0"/>
                      <a:pt x="156" y="0"/>
                      <a:pt x="156" y="31"/>
                    </a:cubicBezTo>
                    <a:lnTo>
                      <a:pt x="156" y="31"/>
                    </a:lnTo>
                    <a:cubicBezTo>
                      <a:pt x="156" y="31"/>
                      <a:pt x="156" y="31"/>
                      <a:pt x="156" y="63"/>
                    </a:cubicBezTo>
                    <a:cubicBezTo>
                      <a:pt x="125" y="63"/>
                      <a:pt x="125" y="63"/>
                      <a:pt x="125" y="63"/>
                    </a:cubicBezTo>
                    <a:lnTo>
                      <a:pt x="94" y="63"/>
                    </a:lnTo>
                    <a:lnTo>
                      <a:pt x="94" y="63"/>
                    </a:lnTo>
                    <a:lnTo>
                      <a:pt x="94" y="63"/>
                    </a:lnTo>
                    <a:lnTo>
                      <a:pt x="94" y="94"/>
                    </a:lnTo>
                    <a:lnTo>
                      <a:pt x="94" y="94"/>
                    </a:lnTo>
                    <a:cubicBezTo>
                      <a:pt x="94" y="124"/>
                      <a:pt x="63" y="124"/>
                      <a:pt x="63" y="124"/>
                    </a:cubicBezTo>
                    <a:lnTo>
                      <a:pt x="63" y="124"/>
                    </a:lnTo>
                    <a:cubicBezTo>
                      <a:pt x="63" y="124"/>
                      <a:pt x="63" y="124"/>
                      <a:pt x="32" y="124"/>
                    </a:cubicBezTo>
                    <a:lnTo>
                      <a:pt x="32" y="124"/>
                    </a:lnTo>
                    <a:lnTo>
                      <a:pt x="32" y="124"/>
                    </a:lnTo>
                    <a:lnTo>
                      <a:pt x="0" y="156"/>
                    </a:lnTo>
                    <a:lnTo>
                      <a:pt x="0" y="156"/>
                    </a:lnTo>
                    <a:lnTo>
                      <a:pt x="0" y="156"/>
                    </a:lnTo>
                    <a:lnTo>
                      <a:pt x="0" y="156"/>
                    </a:lnTo>
                    <a:lnTo>
                      <a:pt x="0" y="187"/>
                    </a:lnTo>
                    <a:lnTo>
                      <a:pt x="0" y="218"/>
                    </a:lnTo>
                    <a:lnTo>
                      <a:pt x="0" y="218"/>
                    </a:lnTo>
                    <a:lnTo>
                      <a:pt x="0" y="218"/>
                    </a:lnTo>
                    <a:lnTo>
                      <a:pt x="0" y="218"/>
                    </a:lnTo>
                    <a:lnTo>
                      <a:pt x="0" y="218"/>
                    </a:lnTo>
                    <a:lnTo>
                      <a:pt x="0" y="218"/>
                    </a:lnTo>
                    <a:cubicBezTo>
                      <a:pt x="32" y="218"/>
                      <a:pt x="32" y="218"/>
                      <a:pt x="63" y="218"/>
                    </a:cubicBezTo>
                    <a:cubicBezTo>
                      <a:pt x="94" y="218"/>
                      <a:pt x="94" y="218"/>
                      <a:pt x="94" y="218"/>
                    </a:cubicBezTo>
                    <a:lnTo>
                      <a:pt x="94" y="218"/>
                    </a:lnTo>
                    <a:cubicBezTo>
                      <a:pt x="125" y="218"/>
                      <a:pt x="156" y="218"/>
                      <a:pt x="187" y="218"/>
                    </a:cubicBezTo>
                    <a:lnTo>
                      <a:pt x="187" y="218"/>
                    </a:lnTo>
                    <a:lnTo>
                      <a:pt x="187" y="218"/>
                    </a:lnTo>
                    <a:lnTo>
                      <a:pt x="187" y="218"/>
                    </a:lnTo>
                    <a:lnTo>
                      <a:pt x="218" y="218"/>
                    </a:lnTo>
                    <a:cubicBezTo>
                      <a:pt x="218" y="218"/>
                      <a:pt x="218" y="218"/>
                      <a:pt x="249" y="218"/>
                    </a:cubicBezTo>
                    <a:lnTo>
                      <a:pt x="249" y="218"/>
                    </a:lnTo>
                    <a:lnTo>
                      <a:pt x="249" y="218"/>
                    </a:lnTo>
                    <a:lnTo>
                      <a:pt x="249" y="218"/>
                    </a:lnTo>
                    <a:lnTo>
                      <a:pt x="249" y="218"/>
                    </a:lnTo>
                    <a:cubicBezTo>
                      <a:pt x="280" y="218"/>
                      <a:pt x="280" y="218"/>
                      <a:pt x="280" y="248"/>
                    </a:cubicBezTo>
                    <a:lnTo>
                      <a:pt x="280" y="248"/>
                    </a:lnTo>
                    <a:lnTo>
                      <a:pt x="280" y="248"/>
                    </a:lnTo>
                    <a:cubicBezTo>
                      <a:pt x="280" y="248"/>
                      <a:pt x="280" y="248"/>
                      <a:pt x="311" y="248"/>
                    </a:cubicBezTo>
                    <a:lnTo>
                      <a:pt x="311" y="248"/>
                    </a:lnTo>
                    <a:lnTo>
                      <a:pt x="311" y="248"/>
                    </a:lnTo>
                    <a:lnTo>
                      <a:pt x="311" y="248"/>
                    </a:lnTo>
                    <a:lnTo>
                      <a:pt x="311" y="248"/>
                    </a:lnTo>
                    <a:cubicBezTo>
                      <a:pt x="311" y="248"/>
                      <a:pt x="311" y="248"/>
                      <a:pt x="342" y="248"/>
                    </a:cubicBezTo>
                    <a:cubicBezTo>
                      <a:pt x="342" y="218"/>
                      <a:pt x="342" y="218"/>
                      <a:pt x="342" y="218"/>
                    </a:cubicBezTo>
                    <a:lnTo>
                      <a:pt x="342" y="187"/>
                    </a:lnTo>
                    <a:lnTo>
                      <a:pt x="373" y="187"/>
                    </a:lnTo>
                    <a:lnTo>
                      <a:pt x="373" y="187"/>
                    </a:lnTo>
                    <a:lnTo>
                      <a:pt x="373" y="187"/>
                    </a:lnTo>
                    <a:cubicBezTo>
                      <a:pt x="373" y="187"/>
                      <a:pt x="373" y="187"/>
                      <a:pt x="373" y="156"/>
                    </a:cubicBezTo>
                    <a:lnTo>
                      <a:pt x="373" y="156"/>
                    </a:lnTo>
                    <a:lnTo>
                      <a:pt x="373" y="156"/>
                    </a:lnTo>
                    <a:lnTo>
                      <a:pt x="373" y="156"/>
                    </a:lnTo>
                    <a:lnTo>
                      <a:pt x="373" y="124"/>
                    </a:lnTo>
                    <a:lnTo>
                      <a:pt x="373" y="124"/>
                    </a:lnTo>
                    <a:cubicBezTo>
                      <a:pt x="404" y="124"/>
                      <a:pt x="404" y="124"/>
                      <a:pt x="404" y="124"/>
                    </a:cubicBezTo>
                    <a:lnTo>
                      <a:pt x="404" y="124"/>
                    </a:lnTo>
                    <a:cubicBezTo>
                      <a:pt x="404" y="124"/>
                      <a:pt x="373" y="124"/>
                      <a:pt x="373" y="9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50" name="Freeform 99">
                <a:extLst>
                  <a:ext uri="{FF2B5EF4-FFF2-40B4-BE49-F238E27FC236}">
                    <a16:creationId xmlns:a16="http://schemas.microsoft.com/office/drawing/2014/main" id="{C0BCC211-C745-1DFD-23A4-3DE51B7441DA}"/>
                  </a:ext>
                </a:extLst>
              </p:cNvPr>
              <p:cNvSpPr>
                <a:spLocks noChangeArrowheads="1"/>
              </p:cNvSpPr>
              <p:nvPr/>
            </p:nvSpPr>
            <p:spPr bwMode="auto">
              <a:xfrm>
                <a:off x="3948113" y="809625"/>
                <a:ext cx="100012" cy="66675"/>
              </a:xfrm>
              <a:custGeom>
                <a:avLst/>
                <a:gdLst>
                  <a:gd name="T0" fmla="*/ 155 w 280"/>
                  <a:gd name="T1" fmla="*/ 31 h 187"/>
                  <a:gd name="T2" fmla="*/ 155 w 280"/>
                  <a:gd name="T3" fmla="*/ 31 h 187"/>
                  <a:gd name="T4" fmla="*/ 155 w 280"/>
                  <a:gd name="T5" fmla="*/ 62 h 187"/>
                  <a:gd name="T6" fmla="*/ 155 w 280"/>
                  <a:gd name="T7" fmla="*/ 93 h 187"/>
                  <a:gd name="T8" fmla="*/ 155 w 280"/>
                  <a:gd name="T9" fmla="*/ 124 h 187"/>
                  <a:gd name="T10" fmla="*/ 124 w 280"/>
                  <a:gd name="T11" fmla="*/ 124 h 187"/>
                  <a:gd name="T12" fmla="*/ 93 w 280"/>
                  <a:gd name="T13" fmla="*/ 124 h 187"/>
                  <a:gd name="T14" fmla="*/ 93 w 280"/>
                  <a:gd name="T15" fmla="*/ 124 h 187"/>
                  <a:gd name="T16" fmla="*/ 62 w 280"/>
                  <a:gd name="T17" fmla="*/ 124 h 187"/>
                  <a:gd name="T18" fmla="*/ 62 w 280"/>
                  <a:gd name="T19" fmla="*/ 124 h 187"/>
                  <a:gd name="T20" fmla="*/ 31 w 280"/>
                  <a:gd name="T21" fmla="*/ 155 h 187"/>
                  <a:gd name="T22" fmla="*/ 0 w 280"/>
                  <a:gd name="T23" fmla="*/ 155 h 187"/>
                  <a:gd name="T24" fmla="*/ 0 w 280"/>
                  <a:gd name="T25" fmla="*/ 155 h 187"/>
                  <a:gd name="T26" fmla="*/ 31 w 280"/>
                  <a:gd name="T27" fmla="*/ 155 h 187"/>
                  <a:gd name="T28" fmla="*/ 93 w 280"/>
                  <a:gd name="T29" fmla="*/ 186 h 187"/>
                  <a:gd name="T30" fmla="*/ 124 w 280"/>
                  <a:gd name="T31" fmla="*/ 186 h 187"/>
                  <a:gd name="T32" fmla="*/ 155 w 280"/>
                  <a:gd name="T33" fmla="*/ 155 h 187"/>
                  <a:gd name="T34" fmla="*/ 155 w 280"/>
                  <a:gd name="T35" fmla="*/ 155 h 187"/>
                  <a:gd name="T36" fmla="*/ 217 w 280"/>
                  <a:gd name="T37" fmla="*/ 124 h 187"/>
                  <a:gd name="T38" fmla="*/ 217 w 280"/>
                  <a:gd name="T39" fmla="*/ 124 h 187"/>
                  <a:gd name="T40" fmla="*/ 217 w 280"/>
                  <a:gd name="T41" fmla="*/ 93 h 187"/>
                  <a:gd name="T42" fmla="*/ 248 w 280"/>
                  <a:gd name="T43" fmla="*/ 93 h 187"/>
                  <a:gd name="T44" fmla="*/ 248 w 280"/>
                  <a:gd name="T45" fmla="*/ 93 h 187"/>
                  <a:gd name="T46" fmla="*/ 279 w 280"/>
                  <a:gd name="T47" fmla="*/ 62 h 187"/>
                  <a:gd name="T48" fmla="*/ 279 w 280"/>
                  <a:gd name="T49" fmla="*/ 62 h 187"/>
                  <a:gd name="T50" fmla="*/ 279 w 280"/>
                  <a:gd name="T51" fmla="*/ 62 h 187"/>
                  <a:gd name="T52" fmla="*/ 217 w 280"/>
                  <a:gd name="T53" fmla="*/ 31 h 187"/>
                  <a:gd name="T54" fmla="*/ 217 w 280"/>
                  <a:gd name="T55" fmla="*/ 31 h 187"/>
                  <a:gd name="T56" fmla="*/ 217 w 280"/>
                  <a:gd name="T57" fmla="*/ 31 h 187"/>
                  <a:gd name="T58" fmla="*/ 217 w 280"/>
                  <a:gd name="T59" fmla="*/ 31 h 187"/>
                  <a:gd name="T60" fmla="*/ 186 w 280"/>
                  <a:gd name="T61" fmla="*/ 0 h 187"/>
                  <a:gd name="T62" fmla="*/ 186 w 280"/>
                  <a:gd name="T63" fmla="*/ 0 h 187"/>
                  <a:gd name="T64" fmla="*/ 124 w 280"/>
                  <a:gd name="T65" fmla="*/ 0 h 187"/>
                  <a:gd name="T66" fmla="*/ 155 w 280"/>
                  <a:gd name="T67" fmla="*/ 31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0" h="187">
                    <a:moveTo>
                      <a:pt x="155" y="31"/>
                    </a:moveTo>
                    <a:lnTo>
                      <a:pt x="155" y="31"/>
                    </a:lnTo>
                    <a:lnTo>
                      <a:pt x="155" y="62"/>
                    </a:lnTo>
                    <a:cubicBezTo>
                      <a:pt x="155" y="62"/>
                      <a:pt x="155" y="62"/>
                      <a:pt x="155" y="93"/>
                    </a:cubicBezTo>
                    <a:lnTo>
                      <a:pt x="155" y="124"/>
                    </a:lnTo>
                    <a:cubicBezTo>
                      <a:pt x="124" y="124"/>
                      <a:pt x="124" y="124"/>
                      <a:pt x="124" y="124"/>
                    </a:cubicBezTo>
                    <a:cubicBezTo>
                      <a:pt x="93" y="124"/>
                      <a:pt x="93" y="124"/>
                      <a:pt x="93" y="124"/>
                    </a:cubicBezTo>
                    <a:lnTo>
                      <a:pt x="93" y="124"/>
                    </a:lnTo>
                    <a:cubicBezTo>
                      <a:pt x="62" y="124"/>
                      <a:pt x="62" y="124"/>
                      <a:pt x="62" y="124"/>
                    </a:cubicBezTo>
                    <a:lnTo>
                      <a:pt x="62" y="124"/>
                    </a:lnTo>
                    <a:cubicBezTo>
                      <a:pt x="62" y="155"/>
                      <a:pt x="31" y="155"/>
                      <a:pt x="31" y="155"/>
                    </a:cubicBezTo>
                    <a:lnTo>
                      <a:pt x="0" y="155"/>
                    </a:lnTo>
                    <a:lnTo>
                      <a:pt x="0" y="155"/>
                    </a:lnTo>
                    <a:lnTo>
                      <a:pt x="31" y="155"/>
                    </a:lnTo>
                    <a:cubicBezTo>
                      <a:pt x="62" y="155"/>
                      <a:pt x="93" y="155"/>
                      <a:pt x="93" y="186"/>
                    </a:cubicBezTo>
                    <a:lnTo>
                      <a:pt x="124" y="186"/>
                    </a:lnTo>
                    <a:cubicBezTo>
                      <a:pt x="124" y="186"/>
                      <a:pt x="124" y="186"/>
                      <a:pt x="155" y="155"/>
                    </a:cubicBezTo>
                    <a:lnTo>
                      <a:pt x="155" y="155"/>
                    </a:lnTo>
                    <a:cubicBezTo>
                      <a:pt x="155" y="155"/>
                      <a:pt x="186" y="124"/>
                      <a:pt x="217" y="124"/>
                    </a:cubicBezTo>
                    <a:lnTo>
                      <a:pt x="217" y="124"/>
                    </a:lnTo>
                    <a:lnTo>
                      <a:pt x="217" y="93"/>
                    </a:lnTo>
                    <a:lnTo>
                      <a:pt x="248" y="93"/>
                    </a:lnTo>
                    <a:lnTo>
                      <a:pt x="248" y="93"/>
                    </a:lnTo>
                    <a:lnTo>
                      <a:pt x="279" y="62"/>
                    </a:lnTo>
                    <a:lnTo>
                      <a:pt x="279" y="62"/>
                    </a:lnTo>
                    <a:lnTo>
                      <a:pt x="279" y="62"/>
                    </a:lnTo>
                    <a:cubicBezTo>
                      <a:pt x="248" y="62"/>
                      <a:pt x="248" y="62"/>
                      <a:pt x="217" y="31"/>
                    </a:cubicBezTo>
                    <a:lnTo>
                      <a:pt x="217" y="31"/>
                    </a:lnTo>
                    <a:lnTo>
                      <a:pt x="217" y="31"/>
                    </a:lnTo>
                    <a:lnTo>
                      <a:pt x="217" y="31"/>
                    </a:lnTo>
                    <a:cubicBezTo>
                      <a:pt x="186" y="31"/>
                      <a:pt x="186" y="31"/>
                      <a:pt x="186" y="0"/>
                    </a:cubicBezTo>
                    <a:lnTo>
                      <a:pt x="186" y="0"/>
                    </a:lnTo>
                    <a:cubicBezTo>
                      <a:pt x="155" y="0"/>
                      <a:pt x="155" y="0"/>
                      <a:pt x="124" y="0"/>
                    </a:cubicBezTo>
                    <a:cubicBezTo>
                      <a:pt x="124" y="31"/>
                      <a:pt x="155" y="31"/>
                      <a:pt x="155"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51" name="Freeform 100">
                <a:extLst>
                  <a:ext uri="{FF2B5EF4-FFF2-40B4-BE49-F238E27FC236}">
                    <a16:creationId xmlns:a16="http://schemas.microsoft.com/office/drawing/2014/main" id="{41A15842-324A-2BEB-B337-99DACC7925DE}"/>
                  </a:ext>
                </a:extLst>
              </p:cNvPr>
              <p:cNvSpPr>
                <a:spLocks noChangeArrowheads="1"/>
              </p:cNvSpPr>
              <p:nvPr/>
            </p:nvSpPr>
            <p:spPr bwMode="auto">
              <a:xfrm>
                <a:off x="3890963" y="820738"/>
                <a:ext cx="77787" cy="11112"/>
              </a:xfrm>
              <a:custGeom>
                <a:avLst/>
                <a:gdLst>
                  <a:gd name="T0" fmla="*/ 31 w 218"/>
                  <a:gd name="T1" fmla="*/ 0 h 32"/>
                  <a:gd name="T2" fmla="*/ 31 w 218"/>
                  <a:gd name="T3" fmla="*/ 0 h 32"/>
                  <a:gd name="T4" fmla="*/ 62 w 218"/>
                  <a:gd name="T5" fmla="*/ 31 h 32"/>
                  <a:gd name="T6" fmla="*/ 93 w 218"/>
                  <a:gd name="T7" fmla="*/ 31 h 32"/>
                  <a:gd name="T8" fmla="*/ 93 w 218"/>
                  <a:gd name="T9" fmla="*/ 31 h 32"/>
                  <a:gd name="T10" fmla="*/ 93 w 218"/>
                  <a:gd name="T11" fmla="*/ 31 h 32"/>
                  <a:gd name="T12" fmla="*/ 124 w 218"/>
                  <a:gd name="T13" fmla="*/ 31 h 32"/>
                  <a:gd name="T14" fmla="*/ 124 w 218"/>
                  <a:gd name="T15" fmla="*/ 31 h 32"/>
                  <a:gd name="T16" fmla="*/ 186 w 218"/>
                  <a:gd name="T17" fmla="*/ 31 h 32"/>
                  <a:gd name="T18" fmla="*/ 186 w 218"/>
                  <a:gd name="T19" fmla="*/ 31 h 32"/>
                  <a:gd name="T20" fmla="*/ 217 w 218"/>
                  <a:gd name="T21" fmla="*/ 0 h 32"/>
                  <a:gd name="T22" fmla="*/ 217 w 218"/>
                  <a:gd name="T23" fmla="*/ 0 h 32"/>
                  <a:gd name="T24" fmla="*/ 186 w 218"/>
                  <a:gd name="T25" fmla="*/ 0 h 32"/>
                  <a:gd name="T26" fmla="*/ 186 w 218"/>
                  <a:gd name="T27" fmla="*/ 0 h 32"/>
                  <a:gd name="T28" fmla="*/ 124 w 218"/>
                  <a:gd name="T29" fmla="*/ 31 h 32"/>
                  <a:gd name="T30" fmla="*/ 93 w 218"/>
                  <a:gd name="T31" fmla="*/ 0 h 32"/>
                  <a:gd name="T32" fmla="*/ 93 w 218"/>
                  <a:gd name="T33" fmla="*/ 0 h 32"/>
                  <a:gd name="T34" fmla="*/ 93 w 218"/>
                  <a:gd name="T35" fmla="*/ 0 h 32"/>
                  <a:gd name="T36" fmla="*/ 62 w 218"/>
                  <a:gd name="T37" fmla="*/ 0 h 32"/>
                  <a:gd name="T38" fmla="*/ 31 w 218"/>
                  <a:gd name="T39" fmla="*/ 0 h 32"/>
                  <a:gd name="T40" fmla="*/ 0 w 218"/>
                  <a:gd name="T41" fmla="*/ 0 h 32"/>
                  <a:gd name="T42" fmla="*/ 0 w 218"/>
                  <a:gd name="T43" fmla="*/ 0 h 32"/>
                  <a:gd name="T44" fmla="*/ 31 w 218"/>
                  <a:gd name="T45"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8" h="32">
                    <a:moveTo>
                      <a:pt x="31" y="0"/>
                    </a:moveTo>
                    <a:lnTo>
                      <a:pt x="31" y="0"/>
                    </a:lnTo>
                    <a:lnTo>
                      <a:pt x="62" y="31"/>
                    </a:lnTo>
                    <a:cubicBezTo>
                      <a:pt x="93" y="31"/>
                      <a:pt x="93" y="31"/>
                      <a:pt x="93" y="31"/>
                    </a:cubicBezTo>
                    <a:lnTo>
                      <a:pt x="93" y="31"/>
                    </a:lnTo>
                    <a:lnTo>
                      <a:pt x="93" y="31"/>
                    </a:lnTo>
                    <a:lnTo>
                      <a:pt x="124" y="31"/>
                    </a:lnTo>
                    <a:lnTo>
                      <a:pt x="124" y="31"/>
                    </a:lnTo>
                    <a:cubicBezTo>
                      <a:pt x="124" y="31"/>
                      <a:pt x="155" y="31"/>
                      <a:pt x="186" y="31"/>
                    </a:cubicBezTo>
                    <a:lnTo>
                      <a:pt x="186" y="31"/>
                    </a:lnTo>
                    <a:cubicBezTo>
                      <a:pt x="186" y="31"/>
                      <a:pt x="186" y="0"/>
                      <a:pt x="217" y="0"/>
                    </a:cubicBezTo>
                    <a:lnTo>
                      <a:pt x="217" y="0"/>
                    </a:lnTo>
                    <a:cubicBezTo>
                      <a:pt x="186" y="0"/>
                      <a:pt x="186" y="0"/>
                      <a:pt x="186" y="0"/>
                    </a:cubicBezTo>
                    <a:lnTo>
                      <a:pt x="186" y="0"/>
                    </a:lnTo>
                    <a:cubicBezTo>
                      <a:pt x="155" y="0"/>
                      <a:pt x="155" y="31"/>
                      <a:pt x="124" y="31"/>
                    </a:cubicBezTo>
                    <a:cubicBezTo>
                      <a:pt x="124" y="31"/>
                      <a:pt x="124" y="31"/>
                      <a:pt x="93" y="0"/>
                    </a:cubicBezTo>
                    <a:lnTo>
                      <a:pt x="93" y="0"/>
                    </a:lnTo>
                    <a:lnTo>
                      <a:pt x="93" y="0"/>
                    </a:lnTo>
                    <a:lnTo>
                      <a:pt x="62" y="0"/>
                    </a:lnTo>
                    <a:cubicBezTo>
                      <a:pt x="62" y="0"/>
                      <a:pt x="62" y="0"/>
                      <a:pt x="31" y="0"/>
                    </a:cubicBezTo>
                    <a:cubicBezTo>
                      <a:pt x="0" y="0"/>
                      <a:pt x="0" y="0"/>
                      <a:pt x="0" y="0"/>
                    </a:cubicBezTo>
                    <a:lnTo>
                      <a:pt x="0" y="0"/>
                    </a:lnTo>
                    <a:cubicBezTo>
                      <a:pt x="0" y="0"/>
                      <a:pt x="0" y="0"/>
                      <a:pt x="3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52" name="Freeform 101">
                <a:extLst>
                  <a:ext uri="{FF2B5EF4-FFF2-40B4-BE49-F238E27FC236}">
                    <a16:creationId xmlns:a16="http://schemas.microsoft.com/office/drawing/2014/main" id="{2467EAFF-E575-976E-B766-F334AC11D76B}"/>
                  </a:ext>
                </a:extLst>
              </p:cNvPr>
              <p:cNvSpPr>
                <a:spLocks noChangeArrowheads="1"/>
              </p:cNvSpPr>
              <p:nvPr/>
            </p:nvSpPr>
            <p:spPr bwMode="auto">
              <a:xfrm>
                <a:off x="6469063" y="2728913"/>
                <a:ext cx="168275" cy="157162"/>
              </a:xfrm>
              <a:custGeom>
                <a:avLst/>
                <a:gdLst>
                  <a:gd name="T0" fmla="*/ 0 w 466"/>
                  <a:gd name="T1" fmla="*/ 217 h 435"/>
                  <a:gd name="T2" fmla="*/ 0 w 466"/>
                  <a:gd name="T3" fmla="*/ 248 h 435"/>
                  <a:gd name="T4" fmla="*/ 0 w 466"/>
                  <a:gd name="T5" fmla="*/ 372 h 435"/>
                  <a:gd name="T6" fmla="*/ 31 w 466"/>
                  <a:gd name="T7" fmla="*/ 372 h 435"/>
                  <a:gd name="T8" fmla="*/ 31 w 466"/>
                  <a:gd name="T9" fmla="*/ 372 h 435"/>
                  <a:gd name="T10" fmla="*/ 93 w 466"/>
                  <a:gd name="T11" fmla="*/ 372 h 435"/>
                  <a:gd name="T12" fmla="*/ 93 w 466"/>
                  <a:gd name="T13" fmla="*/ 372 h 435"/>
                  <a:gd name="T14" fmla="*/ 124 w 466"/>
                  <a:gd name="T15" fmla="*/ 341 h 435"/>
                  <a:gd name="T16" fmla="*/ 186 w 466"/>
                  <a:gd name="T17" fmla="*/ 279 h 435"/>
                  <a:gd name="T18" fmla="*/ 217 w 466"/>
                  <a:gd name="T19" fmla="*/ 279 h 435"/>
                  <a:gd name="T20" fmla="*/ 279 w 466"/>
                  <a:gd name="T21" fmla="*/ 279 h 435"/>
                  <a:gd name="T22" fmla="*/ 310 w 466"/>
                  <a:gd name="T23" fmla="*/ 341 h 435"/>
                  <a:gd name="T24" fmla="*/ 341 w 466"/>
                  <a:gd name="T25" fmla="*/ 372 h 435"/>
                  <a:gd name="T26" fmla="*/ 341 w 466"/>
                  <a:gd name="T27" fmla="*/ 372 h 435"/>
                  <a:gd name="T28" fmla="*/ 372 w 466"/>
                  <a:gd name="T29" fmla="*/ 403 h 435"/>
                  <a:gd name="T30" fmla="*/ 403 w 466"/>
                  <a:gd name="T31" fmla="*/ 403 h 435"/>
                  <a:gd name="T32" fmla="*/ 434 w 466"/>
                  <a:gd name="T33" fmla="*/ 434 h 435"/>
                  <a:gd name="T34" fmla="*/ 434 w 466"/>
                  <a:gd name="T35" fmla="*/ 403 h 435"/>
                  <a:gd name="T36" fmla="*/ 403 w 466"/>
                  <a:gd name="T37" fmla="*/ 372 h 435"/>
                  <a:gd name="T38" fmla="*/ 372 w 466"/>
                  <a:gd name="T39" fmla="*/ 341 h 435"/>
                  <a:gd name="T40" fmla="*/ 341 w 466"/>
                  <a:gd name="T41" fmla="*/ 279 h 435"/>
                  <a:gd name="T42" fmla="*/ 310 w 466"/>
                  <a:gd name="T43" fmla="*/ 217 h 435"/>
                  <a:gd name="T44" fmla="*/ 310 w 466"/>
                  <a:gd name="T45" fmla="*/ 186 h 435"/>
                  <a:gd name="T46" fmla="*/ 248 w 466"/>
                  <a:gd name="T47" fmla="*/ 155 h 435"/>
                  <a:gd name="T48" fmla="*/ 248 w 466"/>
                  <a:gd name="T49" fmla="*/ 93 h 435"/>
                  <a:gd name="T50" fmla="*/ 217 w 466"/>
                  <a:gd name="T51" fmla="*/ 62 h 435"/>
                  <a:gd name="T52" fmla="*/ 186 w 466"/>
                  <a:gd name="T53" fmla="*/ 62 h 435"/>
                  <a:gd name="T54" fmla="*/ 186 w 466"/>
                  <a:gd name="T55" fmla="*/ 62 h 435"/>
                  <a:gd name="T56" fmla="*/ 124 w 466"/>
                  <a:gd name="T57" fmla="*/ 31 h 435"/>
                  <a:gd name="T58" fmla="*/ 124 w 466"/>
                  <a:gd name="T59" fmla="*/ 31 h 435"/>
                  <a:gd name="T60" fmla="*/ 62 w 466"/>
                  <a:gd name="T61" fmla="*/ 0 h 435"/>
                  <a:gd name="T62" fmla="*/ 0 w 466"/>
                  <a:gd name="T63" fmla="*/ 186 h 435"/>
                  <a:gd name="T64" fmla="*/ 0 w 466"/>
                  <a:gd name="T65" fmla="*/ 186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66" h="435">
                    <a:moveTo>
                      <a:pt x="0" y="217"/>
                    </a:moveTo>
                    <a:lnTo>
                      <a:pt x="0" y="217"/>
                    </a:lnTo>
                    <a:cubicBezTo>
                      <a:pt x="0" y="217"/>
                      <a:pt x="0" y="217"/>
                      <a:pt x="0" y="248"/>
                    </a:cubicBezTo>
                    <a:lnTo>
                      <a:pt x="0" y="248"/>
                    </a:lnTo>
                    <a:cubicBezTo>
                      <a:pt x="0" y="248"/>
                      <a:pt x="0" y="248"/>
                      <a:pt x="0" y="310"/>
                    </a:cubicBezTo>
                    <a:cubicBezTo>
                      <a:pt x="0" y="310"/>
                      <a:pt x="0" y="341"/>
                      <a:pt x="0" y="372"/>
                    </a:cubicBezTo>
                    <a:lnTo>
                      <a:pt x="31" y="372"/>
                    </a:lnTo>
                    <a:lnTo>
                      <a:pt x="31" y="372"/>
                    </a:lnTo>
                    <a:lnTo>
                      <a:pt x="31" y="372"/>
                    </a:lnTo>
                    <a:lnTo>
                      <a:pt x="31" y="372"/>
                    </a:lnTo>
                    <a:cubicBezTo>
                      <a:pt x="62" y="372"/>
                      <a:pt x="62" y="372"/>
                      <a:pt x="62" y="372"/>
                    </a:cubicBezTo>
                    <a:lnTo>
                      <a:pt x="93" y="372"/>
                    </a:lnTo>
                    <a:lnTo>
                      <a:pt x="93" y="372"/>
                    </a:lnTo>
                    <a:lnTo>
                      <a:pt x="93" y="372"/>
                    </a:lnTo>
                    <a:lnTo>
                      <a:pt x="93" y="372"/>
                    </a:lnTo>
                    <a:cubicBezTo>
                      <a:pt x="93" y="341"/>
                      <a:pt x="124" y="341"/>
                      <a:pt x="124" y="341"/>
                    </a:cubicBezTo>
                    <a:cubicBezTo>
                      <a:pt x="124" y="341"/>
                      <a:pt x="124" y="341"/>
                      <a:pt x="124" y="310"/>
                    </a:cubicBezTo>
                    <a:cubicBezTo>
                      <a:pt x="155" y="279"/>
                      <a:pt x="186" y="279"/>
                      <a:pt x="186" y="279"/>
                    </a:cubicBezTo>
                    <a:cubicBezTo>
                      <a:pt x="186" y="279"/>
                      <a:pt x="186" y="279"/>
                      <a:pt x="217" y="279"/>
                    </a:cubicBezTo>
                    <a:lnTo>
                      <a:pt x="217" y="279"/>
                    </a:lnTo>
                    <a:cubicBezTo>
                      <a:pt x="248" y="279"/>
                      <a:pt x="248" y="279"/>
                      <a:pt x="248" y="279"/>
                    </a:cubicBezTo>
                    <a:lnTo>
                      <a:pt x="279" y="279"/>
                    </a:lnTo>
                    <a:cubicBezTo>
                      <a:pt x="310" y="310"/>
                      <a:pt x="310" y="310"/>
                      <a:pt x="310" y="310"/>
                    </a:cubicBezTo>
                    <a:lnTo>
                      <a:pt x="310" y="341"/>
                    </a:lnTo>
                    <a:lnTo>
                      <a:pt x="310" y="341"/>
                    </a:lnTo>
                    <a:cubicBezTo>
                      <a:pt x="341" y="341"/>
                      <a:pt x="341" y="341"/>
                      <a:pt x="341" y="372"/>
                    </a:cubicBezTo>
                    <a:lnTo>
                      <a:pt x="341" y="372"/>
                    </a:lnTo>
                    <a:lnTo>
                      <a:pt x="341" y="372"/>
                    </a:lnTo>
                    <a:cubicBezTo>
                      <a:pt x="372" y="372"/>
                      <a:pt x="372" y="403"/>
                      <a:pt x="372" y="403"/>
                    </a:cubicBezTo>
                    <a:lnTo>
                      <a:pt x="372" y="403"/>
                    </a:lnTo>
                    <a:lnTo>
                      <a:pt x="403" y="403"/>
                    </a:lnTo>
                    <a:lnTo>
                      <a:pt x="403" y="403"/>
                    </a:lnTo>
                    <a:lnTo>
                      <a:pt x="403" y="403"/>
                    </a:lnTo>
                    <a:lnTo>
                      <a:pt x="434" y="434"/>
                    </a:lnTo>
                    <a:cubicBezTo>
                      <a:pt x="465" y="434"/>
                      <a:pt x="465" y="434"/>
                      <a:pt x="465" y="434"/>
                    </a:cubicBezTo>
                    <a:cubicBezTo>
                      <a:pt x="434" y="434"/>
                      <a:pt x="434" y="403"/>
                      <a:pt x="434" y="403"/>
                    </a:cubicBezTo>
                    <a:lnTo>
                      <a:pt x="434" y="403"/>
                    </a:lnTo>
                    <a:cubicBezTo>
                      <a:pt x="434" y="403"/>
                      <a:pt x="403" y="403"/>
                      <a:pt x="403" y="372"/>
                    </a:cubicBezTo>
                    <a:lnTo>
                      <a:pt x="372" y="372"/>
                    </a:lnTo>
                    <a:cubicBezTo>
                      <a:pt x="372" y="341"/>
                      <a:pt x="372" y="341"/>
                      <a:pt x="372" y="341"/>
                    </a:cubicBezTo>
                    <a:cubicBezTo>
                      <a:pt x="372" y="310"/>
                      <a:pt x="341" y="310"/>
                      <a:pt x="341" y="310"/>
                    </a:cubicBezTo>
                    <a:lnTo>
                      <a:pt x="341" y="279"/>
                    </a:lnTo>
                    <a:cubicBezTo>
                      <a:pt x="310" y="279"/>
                      <a:pt x="310" y="248"/>
                      <a:pt x="310" y="248"/>
                    </a:cubicBezTo>
                    <a:cubicBezTo>
                      <a:pt x="310" y="217"/>
                      <a:pt x="310" y="217"/>
                      <a:pt x="310" y="217"/>
                    </a:cubicBezTo>
                    <a:cubicBezTo>
                      <a:pt x="310" y="186"/>
                      <a:pt x="310" y="186"/>
                      <a:pt x="341" y="186"/>
                    </a:cubicBezTo>
                    <a:cubicBezTo>
                      <a:pt x="310" y="186"/>
                      <a:pt x="310" y="186"/>
                      <a:pt x="310" y="186"/>
                    </a:cubicBezTo>
                    <a:cubicBezTo>
                      <a:pt x="310" y="186"/>
                      <a:pt x="310" y="186"/>
                      <a:pt x="279" y="186"/>
                    </a:cubicBezTo>
                    <a:cubicBezTo>
                      <a:pt x="279" y="186"/>
                      <a:pt x="248" y="186"/>
                      <a:pt x="248" y="155"/>
                    </a:cubicBezTo>
                    <a:lnTo>
                      <a:pt x="248" y="124"/>
                    </a:lnTo>
                    <a:cubicBezTo>
                      <a:pt x="248" y="124"/>
                      <a:pt x="248" y="124"/>
                      <a:pt x="248" y="93"/>
                    </a:cubicBezTo>
                    <a:lnTo>
                      <a:pt x="248" y="93"/>
                    </a:lnTo>
                    <a:cubicBezTo>
                      <a:pt x="217" y="93"/>
                      <a:pt x="217" y="93"/>
                      <a:pt x="217" y="62"/>
                    </a:cubicBezTo>
                    <a:cubicBezTo>
                      <a:pt x="186" y="62"/>
                      <a:pt x="186" y="62"/>
                      <a:pt x="186" y="62"/>
                    </a:cubicBezTo>
                    <a:lnTo>
                      <a:pt x="186" y="62"/>
                    </a:lnTo>
                    <a:lnTo>
                      <a:pt x="186" y="62"/>
                    </a:lnTo>
                    <a:lnTo>
                      <a:pt x="186" y="62"/>
                    </a:lnTo>
                    <a:lnTo>
                      <a:pt x="186" y="62"/>
                    </a:lnTo>
                    <a:cubicBezTo>
                      <a:pt x="155" y="62"/>
                      <a:pt x="155" y="62"/>
                      <a:pt x="124" y="31"/>
                    </a:cubicBezTo>
                    <a:lnTo>
                      <a:pt x="124" y="31"/>
                    </a:lnTo>
                    <a:lnTo>
                      <a:pt x="124" y="31"/>
                    </a:lnTo>
                    <a:cubicBezTo>
                      <a:pt x="93" y="31"/>
                      <a:pt x="93" y="31"/>
                      <a:pt x="93" y="31"/>
                    </a:cubicBezTo>
                    <a:lnTo>
                      <a:pt x="62" y="0"/>
                    </a:lnTo>
                    <a:cubicBezTo>
                      <a:pt x="62" y="0"/>
                      <a:pt x="31" y="0"/>
                      <a:pt x="0" y="0"/>
                    </a:cubicBezTo>
                    <a:cubicBezTo>
                      <a:pt x="0" y="186"/>
                      <a:pt x="0" y="186"/>
                      <a:pt x="0" y="186"/>
                    </a:cubicBezTo>
                    <a:cubicBezTo>
                      <a:pt x="31" y="186"/>
                      <a:pt x="31" y="186"/>
                      <a:pt x="31" y="186"/>
                    </a:cubicBezTo>
                    <a:cubicBezTo>
                      <a:pt x="0" y="186"/>
                      <a:pt x="0" y="186"/>
                      <a:pt x="0" y="186"/>
                    </a:cubicBezTo>
                    <a:lnTo>
                      <a:pt x="0" y="217"/>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53" name="Freeform 102">
                <a:extLst>
                  <a:ext uri="{FF2B5EF4-FFF2-40B4-BE49-F238E27FC236}">
                    <a16:creationId xmlns:a16="http://schemas.microsoft.com/office/drawing/2014/main" id="{0964B1BD-E63F-A7CB-AC2E-32DAAC1784FA}"/>
                  </a:ext>
                </a:extLst>
              </p:cNvPr>
              <p:cNvSpPr>
                <a:spLocks noChangeArrowheads="1"/>
              </p:cNvSpPr>
              <p:nvPr/>
            </p:nvSpPr>
            <p:spPr bwMode="auto">
              <a:xfrm>
                <a:off x="4605338" y="1377950"/>
                <a:ext cx="781050" cy="323850"/>
              </a:xfrm>
              <a:custGeom>
                <a:avLst/>
                <a:gdLst>
                  <a:gd name="T0" fmla="*/ 61 w 2170"/>
                  <a:gd name="T1" fmla="*/ 497 h 901"/>
                  <a:gd name="T2" fmla="*/ 185 w 2170"/>
                  <a:gd name="T3" fmla="*/ 497 h 901"/>
                  <a:gd name="T4" fmla="*/ 309 w 2170"/>
                  <a:gd name="T5" fmla="*/ 497 h 901"/>
                  <a:gd name="T6" fmla="*/ 309 w 2170"/>
                  <a:gd name="T7" fmla="*/ 652 h 901"/>
                  <a:gd name="T8" fmla="*/ 248 w 2170"/>
                  <a:gd name="T9" fmla="*/ 745 h 901"/>
                  <a:gd name="T10" fmla="*/ 341 w 2170"/>
                  <a:gd name="T11" fmla="*/ 806 h 901"/>
                  <a:gd name="T12" fmla="*/ 620 w 2170"/>
                  <a:gd name="T13" fmla="*/ 589 h 901"/>
                  <a:gd name="T14" fmla="*/ 775 w 2170"/>
                  <a:gd name="T15" fmla="*/ 589 h 901"/>
                  <a:gd name="T16" fmla="*/ 805 w 2170"/>
                  <a:gd name="T17" fmla="*/ 713 h 901"/>
                  <a:gd name="T18" fmla="*/ 929 w 2170"/>
                  <a:gd name="T19" fmla="*/ 713 h 901"/>
                  <a:gd name="T20" fmla="*/ 1023 w 2170"/>
                  <a:gd name="T21" fmla="*/ 745 h 901"/>
                  <a:gd name="T22" fmla="*/ 1116 w 2170"/>
                  <a:gd name="T23" fmla="*/ 869 h 901"/>
                  <a:gd name="T24" fmla="*/ 1177 w 2170"/>
                  <a:gd name="T25" fmla="*/ 900 h 901"/>
                  <a:gd name="T26" fmla="*/ 1177 w 2170"/>
                  <a:gd name="T27" fmla="*/ 869 h 901"/>
                  <a:gd name="T28" fmla="*/ 1271 w 2170"/>
                  <a:gd name="T29" fmla="*/ 806 h 901"/>
                  <a:gd name="T30" fmla="*/ 1425 w 2170"/>
                  <a:gd name="T31" fmla="*/ 745 h 901"/>
                  <a:gd name="T32" fmla="*/ 1581 w 2170"/>
                  <a:gd name="T33" fmla="*/ 745 h 901"/>
                  <a:gd name="T34" fmla="*/ 1673 w 2170"/>
                  <a:gd name="T35" fmla="*/ 745 h 901"/>
                  <a:gd name="T36" fmla="*/ 1797 w 2170"/>
                  <a:gd name="T37" fmla="*/ 776 h 901"/>
                  <a:gd name="T38" fmla="*/ 1829 w 2170"/>
                  <a:gd name="T39" fmla="*/ 745 h 901"/>
                  <a:gd name="T40" fmla="*/ 1766 w 2170"/>
                  <a:gd name="T41" fmla="*/ 652 h 901"/>
                  <a:gd name="T42" fmla="*/ 1860 w 2170"/>
                  <a:gd name="T43" fmla="*/ 621 h 901"/>
                  <a:gd name="T44" fmla="*/ 1921 w 2170"/>
                  <a:gd name="T45" fmla="*/ 559 h 901"/>
                  <a:gd name="T46" fmla="*/ 2014 w 2170"/>
                  <a:gd name="T47" fmla="*/ 497 h 901"/>
                  <a:gd name="T48" fmla="*/ 2108 w 2170"/>
                  <a:gd name="T49" fmla="*/ 497 h 901"/>
                  <a:gd name="T50" fmla="*/ 2169 w 2170"/>
                  <a:gd name="T51" fmla="*/ 373 h 901"/>
                  <a:gd name="T52" fmla="*/ 2077 w 2170"/>
                  <a:gd name="T53" fmla="*/ 373 h 901"/>
                  <a:gd name="T54" fmla="*/ 2014 w 2170"/>
                  <a:gd name="T55" fmla="*/ 311 h 901"/>
                  <a:gd name="T56" fmla="*/ 1921 w 2170"/>
                  <a:gd name="T57" fmla="*/ 311 h 901"/>
                  <a:gd name="T58" fmla="*/ 1860 w 2170"/>
                  <a:gd name="T59" fmla="*/ 280 h 901"/>
                  <a:gd name="T60" fmla="*/ 1766 w 2170"/>
                  <a:gd name="T61" fmla="*/ 280 h 901"/>
                  <a:gd name="T62" fmla="*/ 1642 w 2170"/>
                  <a:gd name="T63" fmla="*/ 125 h 901"/>
                  <a:gd name="T64" fmla="*/ 1549 w 2170"/>
                  <a:gd name="T65" fmla="*/ 93 h 901"/>
                  <a:gd name="T66" fmla="*/ 1457 w 2170"/>
                  <a:gd name="T67" fmla="*/ 125 h 901"/>
                  <a:gd name="T68" fmla="*/ 1394 w 2170"/>
                  <a:gd name="T69" fmla="*/ 93 h 901"/>
                  <a:gd name="T70" fmla="*/ 1364 w 2170"/>
                  <a:gd name="T71" fmla="*/ 93 h 901"/>
                  <a:gd name="T72" fmla="*/ 1271 w 2170"/>
                  <a:gd name="T73" fmla="*/ 32 h 901"/>
                  <a:gd name="T74" fmla="*/ 1208 w 2170"/>
                  <a:gd name="T75" fmla="*/ 0 h 901"/>
                  <a:gd name="T76" fmla="*/ 1053 w 2170"/>
                  <a:gd name="T77" fmla="*/ 63 h 901"/>
                  <a:gd name="T78" fmla="*/ 992 w 2170"/>
                  <a:gd name="T79" fmla="*/ 93 h 901"/>
                  <a:gd name="T80" fmla="*/ 837 w 2170"/>
                  <a:gd name="T81" fmla="*/ 93 h 901"/>
                  <a:gd name="T82" fmla="*/ 805 w 2170"/>
                  <a:gd name="T83" fmla="*/ 125 h 901"/>
                  <a:gd name="T84" fmla="*/ 775 w 2170"/>
                  <a:gd name="T85" fmla="*/ 187 h 901"/>
                  <a:gd name="T86" fmla="*/ 775 w 2170"/>
                  <a:gd name="T87" fmla="*/ 311 h 901"/>
                  <a:gd name="T88" fmla="*/ 713 w 2170"/>
                  <a:gd name="T89" fmla="*/ 311 h 901"/>
                  <a:gd name="T90" fmla="*/ 620 w 2170"/>
                  <a:gd name="T91" fmla="*/ 280 h 901"/>
                  <a:gd name="T92" fmla="*/ 557 w 2170"/>
                  <a:gd name="T93" fmla="*/ 311 h 901"/>
                  <a:gd name="T94" fmla="*/ 465 w 2170"/>
                  <a:gd name="T95" fmla="*/ 311 h 901"/>
                  <a:gd name="T96" fmla="*/ 403 w 2170"/>
                  <a:gd name="T97" fmla="*/ 311 h 901"/>
                  <a:gd name="T98" fmla="*/ 341 w 2170"/>
                  <a:gd name="T99" fmla="*/ 249 h 901"/>
                  <a:gd name="T100" fmla="*/ 279 w 2170"/>
                  <a:gd name="T101" fmla="*/ 249 h 901"/>
                  <a:gd name="T102" fmla="*/ 217 w 2170"/>
                  <a:gd name="T103" fmla="*/ 249 h 901"/>
                  <a:gd name="T104" fmla="*/ 185 w 2170"/>
                  <a:gd name="T105" fmla="*/ 249 h 901"/>
                  <a:gd name="T106" fmla="*/ 124 w 2170"/>
                  <a:gd name="T107" fmla="*/ 280 h 901"/>
                  <a:gd name="T108" fmla="*/ 93 w 2170"/>
                  <a:gd name="T109" fmla="*/ 341 h 901"/>
                  <a:gd name="T110" fmla="*/ 31 w 2170"/>
                  <a:gd name="T111" fmla="*/ 341 h 901"/>
                  <a:gd name="T112" fmla="*/ 0 w 2170"/>
                  <a:gd name="T113" fmla="*/ 373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70" h="901">
                    <a:moveTo>
                      <a:pt x="0" y="404"/>
                    </a:moveTo>
                    <a:lnTo>
                      <a:pt x="0" y="404"/>
                    </a:lnTo>
                    <a:cubicBezTo>
                      <a:pt x="0" y="435"/>
                      <a:pt x="0" y="435"/>
                      <a:pt x="0" y="435"/>
                    </a:cubicBezTo>
                    <a:lnTo>
                      <a:pt x="0" y="435"/>
                    </a:lnTo>
                    <a:cubicBezTo>
                      <a:pt x="31" y="435"/>
                      <a:pt x="31" y="435"/>
                      <a:pt x="31" y="435"/>
                    </a:cubicBezTo>
                    <a:lnTo>
                      <a:pt x="61" y="465"/>
                    </a:lnTo>
                    <a:cubicBezTo>
                      <a:pt x="61" y="465"/>
                      <a:pt x="61" y="465"/>
                      <a:pt x="61" y="497"/>
                    </a:cubicBezTo>
                    <a:lnTo>
                      <a:pt x="93" y="497"/>
                    </a:lnTo>
                    <a:cubicBezTo>
                      <a:pt x="124" y="497"/>
                      <a:pt x="124" y="528"/>
                      <a:pt x="124" y="528"/>
                    </a:cubicBezTo>
                    <a:lnTo>
                      <a:pt x="124" y="528"/>
                    </a:lnTo>
                    <a:lnTo>
                      <a:pt x="124" y="528"/>
                    </a:lnTo>
                    <a:lnTo>
                      <a:pt x="155" y="528"/>
                    </a:lnTo>
                    <a:lnTo>
                      <a:pt x="155" y="528"/>
                    </a:lnTo>
                    <a:cubicBezTo>
                      <a:pt x="155" y="497"/>
                      <a:pt x="185" y="497"/>
                      <a:pt x="185" y="497"/>
                    </a:cubicBezTo>
                    <a:lnTo>
                      <a:pt x="217" y="497"/>
                    </a:lnTo>
                    <a:lnTo>
                      <a:pt x="217" y="497"/>
                    </a:lnTo>
                    <a:cubicBezTo>
                      <a:pt x="217" y="497"/>
                      <a:pt x="217" y="497"/>
                      <a:pt x="248" y="497"/>
                    </a:cubicBezTo>
                    <a:lnTo>
                      <a:pt x="248" y="497"/>
                    </a:lnTo>
                    <a:lnTo>
                      <a:pt x="248" y="497"/>
                    </a:lnTo>
                    <a:lnTo>
                      <a:pt x="279" y="497"/>
                    </a:lnTo>
                    <a:lnTo>
                      <a:pt x="309" y="497"/>
                    </a:lnTo>
                    <a:lnTo>
                      <a:pt x="341" y="497"/>
                    </a:lnTo>
                    <a:cubicBezTo>
                      <a:pt x="341" y="528"/>
                      <a:pt x="341" y="528"/>
                      <a:pt x="341" y="528"/>
                    </a:cubicBezTo>
                    <a:lnTo>
                      <a:pt x="341" y="528"/>
                    </a:lnTo>
                    <a:cubicBezTo>
                      <a:pt x="341" y="528"/>
                      <a:pt x="341" y="528"/>
                      <a:pt x="341" y="559"/>
                    </a:cubicBezTo>
                    <a:lnTo>
                      <a:pt x="341" y="589"/>
                    </a:lnTo>
                    <a:cubicBezTo>
                      <a:pt x="341" y="621"/>
                      <a:pt x="341" y="652"/>
                      <a:pt x="309" y="652"/>
                    </a:cubicBezTo>
                    <a:lnTo>
                      <a:pt x="309" y="652"/>
                    </a:lnTo>
                    <a:cubicBezTo>
                      <a:pt x="309" y="652"/>
                      <a:pt x="309" y="652"/>
                      <a:pt x="279" y="652"/>
                    </a:cubicBezTo>
                    <a:lnTo>
                      <a:pt x="248" y="652"/>
                    </a:lnTo>
                    <a:lnTo>
                      <a:pt x="248" y="652"/>
                    </a:lnTo>
                    <a:lnTo>
                      <a:pt x="248" y="652"/>
                    </a:lnTo>
                    <a:lnTo>
                      <a:pt x="248" y="683"/>
                    </a:lnTo>
                    <a:cubicBezTo>
                      <a:pt x="248" y="683"/>
                      <a:pt x="248" y="713"/>
                      <a:pt x="217" y="713"/>
                    </a:cubicBezTo>
                    <a:cubicBezTo>
                      <a:pt x="248" y="713"/>
                      <a:pt x="248" y="745"/>
                      <a:pt x="248" y="745"/>
                    </a:cubicBezTo>
                    <a:lnTo>
                      <a:pt x="248" y="745"/>
                    </a:lnTo>
                    <a:cubicBezTo>
                      <a:pt x="248" y="745"/>
                      <a:pt x="248" y="745"/>
                      <a:pt x="279" y="745"/>
                    </a:cubicBezTo>
                    <a:lnTo>
                      <a:pt x="279" y="745"/>
                    </a:lnTo>
                    <a:cubicBezTo>
                      <a:pt x="279" y="776"/>
                      <a:pt x="309" y="776"/>
                      <a:pt x="309" y="776"/>
                    </a:cubicBezTo>
                    <a:cubicBezTo>
                      <a:pt x="309" y="806"/>
                      <a:pt x="309" y="806"/>
                      <a:pt x="309" y="806"/>
                    </a:cubicBezTo>
                    <a:lnTo>
                      <a:pt x="341" y="806"/>
                    </a:lnTo>
                    <a:lnTo>
                      <a:pt x="341" y="806"/>
                    </a:lnTo>
                    <a:cubicBezTo>
                      <a:pt x="372" y="806"/>
                      <a:pt x="372" y="776"/>
                      <a:pt x="372" y="776"/>
                    </a:cubicBezTo>
                    <a:lnTo>
                      <a:pt x="372" y="776"/>
                    </a:lnTo>
                    <a:lnTo>
                      <a:pt x="403" y="806"/>
                    </a:lnTo>
                    <a:cubicBezTo>
                      <a:pt x="433" y="806"/>
                      <a:pt x="433" y="837"/>
                      <a:pt x="465" y="837"/>
                    </a:cubicBezTo>
                    <a:cubicBezTo>
                      <a:pt x="465" y="869"/>
                      <a:pt x="465" y="869"/>
                      <a:pt x="465" y="869"/>
                    </a:cubicBezTo>
                    <a:cubicBezTo>
                      <a:pt x="465" y="621"/>
                      <a:pt x="465" y="621"/>
                      <a:pt x="465" y="621"/>
                    </a:cubicBezTo>
                    <a:cubicBezTo>
                      <a:pt x="620" y="589"/>
                      <a:pt x="620" y="589"/>
                      <a:pt x="620" y="589"/>
                    </a:cubicBezTo>
                    <a:cubicBezTo>
                      <a:pt x="651" y="589"/>
                      <a:pt x="651" y="589"/>
                      <a:pt x="651" y="589"/>
                    </a:cubicBezTo>
                    <a:lnTo>
                      <a:pt x="681" y="559"/>
                    </a:lnTo>
                    <a:lnTo>
                      <a:pt x="681" y="559"/>
                    </a:lnTo>
                    <a:cubicBezTo>
                      <a:pt x="713" y="559"/>
                      <a:pt x="713" y="559"/>
                      <a:pt x="713" y="559"/>
                    </a:cubicBezTo>
                    <a:cubicBezTo>
                      <a:pt x="713" y="559"/>
                      <a:pt x="713" y="559"/>
                      <a:pt x="744" y="559"/>
                    </a:cubicBezTo>
                    <a:lnTo>
                      <a:pt x="744" y="559"/>
                    </a:lnTo>
                    <a:cubicBezTo>
                      <a:pt x="744" y="559"/>
                      <a:pt x="744" y="559"/>
                      <a:pt x="775" y="589"/>
                    </a:cubicBezTo>
                    <a:lnTo>
                      <a:pt x="775" y="589"/>
                    </a:lnTo>
                    <a:lnTo>
                      <a:pt x="775" y="621"/>
                    </a:lnTo>
                    <a:cubicBezTo>
                      <a:pt x="775" y="652"/>
                      <a:pt x="775" y="652"/>
                      <a:pt x="775" y="683"/>
                    </a:cubicBezTo>
                    <a:lnTo>
                      <a:pt x="775" y="683"/>
                    </a:lnTo>
                    <a:lnTo>
                      <a:pt x="775" y="683"/>
                    </a:lnTo>
                    <a:cubicBezTo>
                      <a:pt x="775" y="683"/>
                      <a:pt x="805" y="683"/>
                      <a:pt x="805" y="713"/>
                    </a:cubicBezTo>
                    <a:lnTo>
                      <a:pt x="805" y="713"/>
                    </a:lnTo>
                    <a:lnTo>
                      <a:pt x="837" y="713"/>
                    </a:lnTo>
                    <a:lnTo>
                      <a:pt x="837" y="713"/>
                    </a:lnTo>
                    <a:lnTo>
                      <a:pt x="837" y="713"/>
                    </a:lnTo>
                    <a:cubicBezTo>
                      <a:pt x="868" y="713"/>
                      <a:pt x="868" y="713"/>
                      <a:pt x="868" y="713"/>
                    </a:cubicBezTo>
                    <a:cubicBezTo>
                      <a:pt x="899" y="713"/>
                      <a:pt x="899" y="713"/>
                      <a:pt x="929" y="713"/>
                    </a:cubicBezTo>
                    <a:lnTo>
                      <a:pt x="929" y="713"/>
                    </a:lnTo>
                    <a:lnTo>
                      <a:pt x="929" y="713"/>
                    </a:lnTo>
                    <a:lnTo>
                      <a:pt x="961" y="713"/>
                    </a:lnTo>
                    <a:lnTo>
                      <a:pt x="961" y="713"/>
                    </a:lnTo>
                    <a:lnTo>
                      <a:pt x="961" y="713"/>
                    </a:lnTo>
                    <a:cubicBezTo>
                      <a:pt x="992" y="713"/>
                      <a:pt x="992" y="713"/>
                      <a:pt x="992" y="713"/>
                    </a:cubicBezTo>
                    <a:lnTo>
                      <a:pt x="992" y="713"/>
                    </a:lnTo>
                    <a:cubicBezTo>
                      <a:pt x="1023" y="713"/>
                      <a:pt x="1023" y="713"/>
                      <a:pt x="1023" y="713"/>
                    </a:cubicBezTo>
                    <a:cubicBezTo>
                      <a:pt x="1023" y="745"/>
                      <a:pt x="1023" y="745"/>
                      <a:pt x="1023" y="745"/>
                    </a:cubicBezTo>
                    <a:cubicBezTo>
                      <a:pt x="1053" y="745"/>
                      <a:pt x="1053" y="745"/>
                      <a:pt x="1053" y="776"/>
                    </a:cubicBezTo>
                    <a:cubicBezTo>
                      <a:pt x="1053" y="776"/>
                      <a:pt x="1053" y="776"/>
                      <a:pt x="1053" y="806"/>
                    </a:cubicBezTo>
                    <a:lnTo>
                      <a:pt x="1053" y="806"/>
                    </a:lnTo>
                    <a:cubicBezTo>
                      <a:pt x="1053" y="806"/>
                      <a:pt x="1053" y="806"/>
                      <a:pt x="1085" y="806"/>
                    </a:cubicBezTo>
                    <a:cubicBezTo>
                      <a:pt x="1085" y="837"/>
                      <a:pt x="1085" y="837"/>
                      <a:pt x="1085" y="869"/>
                    </a:cubicBezTo>
                    <a:lnTo>
                      <a:pt x="1116" y="869"/>
                    </a:lnTo>
                    <a:lnTo>
                      <a:pt x="1116" y="869"/>
                    </a:lnTo>
                    <a:lnTo>
                      <a:pt x="1116" y="869"/>
                    </a:lnTo>
                    <a:lnTo>
                      <a:pt x="1116" y="869"/>
                    </a:lnTo>
                    <a:lnTo>
                      <a:pt x="1116" y="869"/>
                    </a:lnTo>
                    <a:lnTo>
                      <a:pt x="1116" y="869"/>
                    </a:lnTo>
                    <a:cubicBezTo>
                      <a:pt x="1116" y="869"/>
                      <a:pt x="1116" y="869"/>
                      <a:pt x="1147" y="869"/>
                    </a:cubicBezTo>
                    <a:lnTo>
                      <a:pt x="1147" y="869"/>
                    </a:lnTo>
                    <a:cubicBezTo>
                      <a:pt x="1147" y="869"/>
                      <a:pt x="1177" y="869"/>
                      <a:pt x="1177" y="900"/>
                    </a:cubicBezTo>
                    <a:lnTo>
                      <a:pt x="1177" y="900"/>
                    </a:lnTo>
                    <a:lnTo>
                      <a:pt x="1177" y="900"/>
                    </a:lnTo>
                    <a:lnTo>
                      <a:pt x="1177" y="900"/>
                    </a:lnTo>
                    <a:lnTo>
                      <a:pt x="1177" y="869"/>
                    </a:lnTo>
                    <a:lnTo>
                      <a:pt x="1177" y="869"/>
                    </a:lnTo>
                    <a:lnTo>
                      <a:pt x="1177" y="869"/>
                    </a:lnTo>
                    <a:lnTo>
                      <a:pt x="1177" y="869"/>
                    </a:lnTo>
                    <a:cubicBezTo>
                      <a:pt x="1177" y="837"/>
                      <a:pt x="1177" y="837"/>
                      <a:pt x="1177" y="837"/>
                    </a:cubicBezTo>
                    <a:cubicBezTo>
                      <a:pt x="1177" y="869"/>
                      <a:pt x="1177" y="869"/>
                      <a:pt x="1177" y="869"/>
                    </a:cubicBezTo>
                    <a:cubicBezTo>
                      <a:pt x="1177" y="869"/>
                      <a:pt x="1177" y="837"/>
                      <a:pt x="1208" y="837"/>
                    </a:cubicBezTo>
                    <a:lnTo>
                      <a:pt x="1208" y="837"/>
                    </a:lnTo>
                    <a:cubicBezTo>
                      <a:pt x="1240" y="837"/>
                      <a:pt x="1240" y="837"/>
                      <a:pt x="1271" y="837"/>
                    </a:cubicBezTo>
                    <a:cubicBezTo>
                      <a:pt x="1271" y="806"/>
                      <a:pt x="1271" y="806"/>
                      <a:pt x="1271" y="806"/>
                    </a:cubicBezTo>
                    <a:lnTo>
                      <a:pt x="1271" y="806"/>
                    </a:lnTo>
                    <a:lnTo>
                      <a:pt x="1271" y="806"/>
                    </a:lnTo>
                    <a:cubicBezTo>
                      <a:pt x="1301" y="806"/>
                      <a:pt x="1301" y="806"/>
                      <a:pt x="1301" y="806"/>
                    </a:cubicBezTo>
                    <a:cubicBezTo>
                      <a:pt x="1301" y="776"/>
                      <a:pt x="1301" y="776"/>
                      <a:pt x="1333" y="745"/>
                    </a:cubicBezTo>
                    <a:lnTo>
                      <a:pt x="1364" y="745"/>
                    </a:lnTo>
                    <a:lnTo>
                      <a:pt x="1394" y="776"/>
                    </a:lnTo>
                    <a:cubicBezTo>
                      <a:pt x="1425" y="776"/>
                      <a:pt x="1425" y="776"/>
                      <a:pt x="1425" y="776"/>
                    </a:cubicBezTo>
                    <a:cubicBezTo>
                      <a:pt x="1425" y="776"/>
                      <a:pt x="1425" y="776"/>
                      <a:pt x="1425" y="745"/>
                    </a:cubicBezTo>
                    <a:lnTo>
                      <a:pt x="1457" y="745"/>
                    </a:lnTo>
                    <a:cubicBezTo>
                      <a:pt x="1488" y="745"/>
                      <a:pt x="1488" y="745"/>
                      <a:pt x="1488" y="745"/>
                    </a:cubicBezTo>
                    <a:cubicBezTo>
                      <a:pt x="1488" y="745"/>
                      <a:pt x="1488" y="745"/>
                      <a:pt x="1518" y="745"/>
                    </a:cubicBezTo>
                    <a:lnTo>
                      <a:pt x="1518" y="745"/>
                    </a:lnTo>
                    <a:cubicBezTo>
                      <a:pt x="1549" y="745"/>
                      <a:pt x="1549" y="745"/>
                      <a:pt x="1549" y="745"/>
                    </a:cubicBezTo>
                    <a:lnTo>
                      <a:pt x="1549" y="745"/>
                    </a:lnTo>
                    <a:lnTo>
                      <a:pt x="1581" y="745"/>
                    </a:lnTo>
                    <a:lnTo>
                      <a:pt x="1581" y="745"/>
                    </a:lnTo>
                    <a:lnTo>
                      <a:pt x="1612" y="745"/>
                    </a:lnTo>
                    <a:lnTo>
                      <a:pt x="1612" y="745"/>
                    </a:lnTo>
                    <a:lnTo>
                      <a:pt x="1642" y="745"/>
                    </a:lnTo>
                    <a:lnTo>
                      <a:pt x="1642" y="745"/>
                    </a:lnTo>
                    <a:cubicBezTo>
                      <a:pt x="1642" y="745"/>
                      <a:pt x="1642" y="745"/>
                      <a:pt x="1673" y="745"/>
                    </a:cubicBezTo>
                    <a:lnTo>
                      <a:pt x="1673" y="745"/>
                    </a:lnTo>
                    <a:cubicBezTo>
                      <a:pt x="1673" y="745"/>
                      <a:pt x="1673" y="745"/>
                      <a:pt x="1705" y="745"/>
                    </a:cubicBezTo>
                    <a:lnTo>
                      <a:pt x="1705" y="745"/>
                    </a:lnTo>
                    <a:lnTo>
                      <a:pt x="1705" y="745"/>
                    </a:lnTo>
                    <a:cubicBezTo>
                      <a:pt x="1736" y="745"/>
                      <a:pt x="1736" y="745"/>
                      <a:pt x="1736" y="745"/>
                    </a:cubicBezTo>
                    <a:lnTo>
                      <a:pt x="1736" y="745"/>
                    </a:lnTo>
                    <a:cubicBezTo>
                      <a:pt x="1766" y="745"/>
                      <a:pt x="1766" y="776"/>
                      <a:pt x="1766" y="776"/>
                    </a:cubicBezTo>
                    <a:cubicBezTo>
                      <a:pt x="1797" y="776"/>
                      <a:pt x="1797" y="776"/>
                      <a:pt x="1797" y="776"/>
                    </a:cubicBezTo>
                    <a:lnTo>
                      <a:pt x="1797" y="776"/>
                    </a:lnTo>
                    <a:lnTo>
                      <a:pt x="1797" y="776"/>
                    </a:lnTo>
                    <a:cubicBezTo>
                      <a:pt x="1797" y="776"/>
                      <a:pt x="1797" y="776"/>
                      <a:pt x="1829" y="745"/>
                    </a:cubicBezTo>
                    <a:lnTo>
                      <a:pt x="1829" y="745"/>
                    </a:lnTo>
                    <a:lnTo>
                      <a:pt x="1829" y="745"/>
                    </a:lnTo>
                    <a:lnTo>
                      <a:pt x="1829" y="745"/>
                    </a:lnTo>
                    <a:lnTo>
                      <a:pt x="1829" y="745"/>
                    </a:lnTo>
                    <a:cubicBezTo>
                      <a:pt x="1797" y="713"/>
                      <a:pt x="1797" y="713"/>
                      <a:pt x="1797" y="683"/>
                    </a:cubicBezTo>
                    <a:cubicBezTo>
                      <a:pt x="1797" y="683"/>
                      <a:pt x="1766" y="683"/>
                      <a:pt x="1766" y="652"/>
                    </a:cubicBezTo>
                    <a:lnTo>
                      <a:pt x="1766" y="652"/>
                    </a:lnTo>
                    <a:lnTo>
                      <a:pt x="1766" y="652"/>
                    </a:lnTo>
                    <a:lnTo>
                      <a:pt x="1766" y="652"/>
                    </a:lnTo>
                    <a:lnTo>
                      <a:pt x="1766" y="652"/>
                    </a:lnTo>
                    <a:lnTo>
                      <a:pt x="1766" y="652"/>
                    </a:lnTo>
                    <a:cubicBezTo>
                      <a:pt x="1766" y="652"/>
                      <a:pt x="1797" y="652"/>
                      <a:pt x="1797" y="621"/>
                    </a:cubicBezTo>
                    <a:lnTo>
                      <a:pt x="1797" y="621"/>
                    </a:lnTo>
                    <a:lnTo>
                      <a:pt x="1797" y="621"/>
                    </a:lnTo>
                    <a:lnTo>
                      <a:pt x="1797" y="621"/>
                    </a:lnTo>
                    <a:lnTo>
                      <a:pt x="1829" y="621"/>
                    </a:lnTo>
                    <a:lnTo>
                      <a:pt x="1860" y="621"/>
                    </a:lnTo>
                    <a:lnTo>
                      <a:pt x="1860" y="621"/>
                    </a:lnTo>
                    <a:lnTo>
                      <a:pt x="1860" y="621"/>
                    </a:lnTo>
                    <a:cubicBezTo>
                      <a:pt x="1860" y="589"/>
                      <a:pt x="1890" y="589"/>
                      <a:pt x="1890" y="589"/>
                    </a:cubicBezTo>
                    <a:lnTo>
                      <a:pt x="1890" y="589"/>
                    </a:lnTo>
                    <a:lnTo>
                      <a:pt x="1921" y="589"/>
                    </a:lnTo>
                    <a:lnTo>
                      <a:pt x="1921" y="589"/>
                    </a:lnTo>
                    <a:cubicBezTo>
                      <a:pt x="1921" y="589"/>
                      <a:pt x="1921" y="589"/>
                      <a:pt x="1921" y="559"/>
                    </a:cubicBezTo>
                    <a:lnTo>
                      <a:pt x="1921" y="559"/>
                    </a:lnTo>
                    <a:lnTo>
                      <a:pt x="1921" y="559"/>
                    </a:lnTo>
                    <a:cubicBezTo>
                      <a:pt x="1921" y="528"/>
                      <a:pt x="1921" y="528"/>
                      <a:pt x="1921" y="528"/>
                    </a:cubicBezTo>
                    <a:cubicBezTo>
                      <a:pt x="1921" y="528"/>
                      <a:pt x="1921" y="497"/>
                      <a:pt x="1953" y="497"/>
                    </a:cubicBezTo>
                    <a:lnTo>
                      <a:pt x="1953" y="497"/>
                    </a:lnTo>
                    <a:lnTo>
                      <a:pt x="1984" y="497"/>
                    </a:lnTo>
                    <a:cubicBezTo>
                      <a:pt x="1984" y="497"/>
                      <a:pt x="1984" y="497"/>
                      <a:pt x="2014" y="497"/>
                    </a:cubicBezTo>
                    <a:lnTo>
                      <a:pt x="2014" y="497"/>
                    </a:lnTo>
                    <a:lnTo>
                      <a:pt x="2014" y="497"/>
                    </a:lnTo>
                    <a:lnTo>
                      <a:pt x="2045" y="497"/>
                    </a:lnTo>
                    <a:lnTo>
                      <a:pt x="2045" y="497"/>
                    </a:lnTo>
                    <a:lnTo>
                      <a:pt x="2045" y="497"/>
                    </a:lnTo>
                    <a:cubicBezTo>
                      <a:pt x="2077" y="497"/>
                      <a:pt x="2077" y="497"/>
                      <a:pt x="2077" y="497"/>
                    </a:cubicBezTo>
                    <a:cubicBezTo>
                      <a:pt x="2077" y="497"/>
                      <a:pt x="2077" y="497"/>
                      <a:pt x="2108" y="497"/>
                    </a:cubicBezTo>
                    <a:lnTo>
                      <a:pt x="2108" y="497"/>
                    </a:lnTo>
                    <a:cubicBezTo>
                      <a:pt x="2077" y="465"/>
                      <a:pt x="2077" y="465"/>
                      <a:pt x="2077" y="465"/>
                    </a:cubicBezTo>
                    <a:lnTo>
                      <a:pt x="2077" y="465"/>
                    </a:lnTo>
                    <a:cubicBezTo>
                      <a:pt x="2077" y="435"/>
                      <a:pt x="2108" y="435"/>
                      <a:pt x="2108" y="404"/>
                    </a:cubicBezTo>
                    <a:cubicBezTo>
                      <a:pt x="2108" y="404"/>
                      <a:pt x="2108" y="404"/>
                      <a:pt x="2138" y="404"/>
                    </a:cubicBezTo>
                    <a:lnTo>
                      <a:pt x="2138" y="404"/>
                    </a:lnTo>
                    <a:cubicBezTo>
                      <a:pt x="2138" y="404"/>
                      <a:pt x="2138" y="404"/>
                      <a:pt x="2169" y="404"/>
                    </a:cubicBezTo>
                    <a:lnTo>
                      <a:pt x="2169" y="373"/>
                    </a:lnTo>
                    <a:lnTo>
                      <a:pt x="2169" y="373"/>
                    </a:lnTo>
                    <a:lnTo>
                      <a:pt x="2169" y="373"/>
                    </a:lnTo>
                    <a:lnTo>
                      <a:pt x="2169" y="373"/>
                    </a:lnTo>
                    <a:cubicBezTo>
                      <a:pt x="2169" y="373"/>
                      <a:pt x="2169" y="373"/>
                      <a:pt x="2138" y="373"/>
                    </a:cubicBezTo>
                    <a:lnTo>
                      <a:pt x="2138" y="373"/>
                    </a:lnTo>
                    <a:cubicBezTo>
                      <a:pt x="2108" y="373"/>
                      <a:pt x="2108" y="373"/>
                      <a:pt x="2077" y="373"/>
                    </a:cubicBezTo>
                    <a:lnTo>
                      <a:pt x="2077" y="373"/>
                    </a:lnTo>
                    <a:lnTo>
                      <a:pt x="2045" y="341"/>
                    </a:lnTo>
                    <a:lnTo>
                      <a:pt x="2045" y="341"/>
                    </a:lnTo>
                    <a:lnTo>
                      <a:pt x="2045" y="341"/>
                    </a:lnTo>
                    <a:lnTo>
                      <a:pt x="2045" y="341"/>
                    </a:lnTo>
                    <a:cubicBezTo>
                      <a:pt x="2014" y="341"/>
                      <a:pt x="2014" y="311"/>
                      <a:pt x="2014" y="311"/>
                    </a:cubicBezTo>
                    <a:lnTo>
                      <a:pt x="2014" y="311"/>
                    </a:lnTo>
                    <a:lnTo>
                      <a:pt x="2014" y="311"/>
                    </a:lnTo>
                    <a:cubicBezTo>
                      <a:pt x="1984" y="311"/>
                      <a:pt x="1984" y="280"/>
                      <a:pt x="1984" y="280"/>
                    </a:cubicBezTo>
                    <a:cubicBezTo>
                      <a:pt x="1984" y="311"/>
                      <a:pt x="1953" y="311"/>
                      <a:pt x="1953" y="311"/>
                    </a:cubicBezTo>
                    <a:lnTo>
                      <a:pt x="1953" y="311"/>
                    </a:lnTo>
                    <a:lnTo>
                      <a:pt x="1953" y="311"/>
                    </a:lnTo>
                    <a:lnTo>
                      <a:pt x="1953" y="311"/>
                    </a:lnTo>
                    <a:lnTo>
                      <a:pt x="1953" y="311"/>
                    </a:lnTo>
                    <a:cubicBezTo>
                      <a:pt x="1921" y="311"/>
                      <a:pt x="1921" y="311"/>
                      <a:pt x="1921" y="311"/>
                    </a:cubicBezTo>
                    <a:cubicBezTo>
                      <a:pt x="1921" y="311"/>
                      <a:pt x="1921" y="311"/>
                      <a:pt x="1890" y="311"/>
                    </a:cubicBezTo>
                    <a:lnTo>
                      <a:pt x="1890" y="311"/>
                    </a:lnTo>
                    <a:lnTo>
                      <a:pt x="1890" y="311"/>
                    </a:lnTo>
                    <a:lnTo>
                      <a:pt x="1890" y="311"/>
                    </a:lnTo>
                    <a:lnTo>
                      <a:pt x="1890" y="311"/>
                    </a:lnTo>
                    <a:cubicBezTo>
                      <a:pt x="1860" y="311"/>
                      <a:pt x="1860" y="280"/>
                      <a:pt x="1860" y="280"/>
                    </a:cubicBezTo>
                    <a:lnTo>
                      <a:pt x="1860" y="280"/>
                    </a:lnTo>
                    <a:cubicBezTo>
                      <a:pt x="1829" y="280"/>
                      <a:pt x="1829" y="311"/>
                      <a:pt x="1829" y="311"/>
                    </a:cubicBezTo>
                    <a:lnTo>
                      <a:pt x="1829" y="311"/>
                    </a:lnTo>
                    <a:lnTo>
                      <a:pt x="1829" y="311"/>
                    </a:lnTo>
                    <a:lnTo>
                      <a:pt x="1797" y="311"/>
                    </a:lnTo>
                    <a:lnTo>
                      <a:pt x="1797" y="311"/>
                    </a:lnTo>
                    <a:cubicBezTo>
                      <a:pt x="1797" y="311"/>
                      <a:pt x="1766" y="311"/>
                      <a:pt x="1766" y="280"/>
                    </a:cubicBezTo>
                    <a:lnTo>
                      <a:pt x="1766" y="280"/>
                    </a:lnTo>
                    <a:cubicBezTo>
                      <a:pt x="1766" y="249"/>
                      <a:pt x="1736" y="249"/>
                      <a:pt x="1736" y="217"/>
                    </a:cubicBezTo>
                    <a:lnTo>
                      <a:pt x="1736" y="217"/>
                    </a:lnTo>
                    <a:cubicBezTo>
                      <a:pt x="1736" y="217"/>
                      <a:pt x="1736" y="217"/>
                      <a:pt x="1705" y="187"/>
                    </a:cubicBezTo>
                    <a:lnTo>
                      <a:pt x="1673" y="156"/>
                    </a:lnTo>
                    <a:lnTo>
                      <a:pt x="1642" y="125"/>
                    </a:lnTo>
                    <a:lnTo>
                      <a:pt x="1642" y="125"/>
                    </a:lnTo>
                    <a:lnTo>
                      <a:pt x="1642" y="125"/>
                    </a:lnTo>
                    <a:lnTo>
                      <a:pt x="1612" y="125"/>
                    </a:lnTo>
                    <a:cubicBezTo>
                      <a:pt x="1612" y="93"/>
                      <a:pt x="1612" y="93"/>
                      <a:pt x="1612" y="93"/>
                    </a:cubicBezTo>
                    <a:lnTo>
                      <a:pt x="1612" y="93"/>
                    </a:lnTo>
                    <a:cubicBezTo>
                      <a:pt x="1581" y="93"/>
                      <a:pt x="1581" y="93"/>
                      <a:pt x="1581" y="93"/>
                    </a:cubicBezTo>
                    <a:lnTo>
                      <a:pt x="1581" y="93"/>
                    </a:lnTo>
                    <a:lnTo>
                      <a:pt x="1549" y="93"/>
                    </a:lnTo>
                    <a:lnTo>
                      <a:pt x="1549" y="93"/>
                    </a:lnTo>
                    <a:cubicBezTo>
                      <a:pt x="1549" y="93"/>
                      <a:pt x="1549" y="125"/>
                      <a:pt x="1518" y="125"/>
                    </a:cubicBezTo>
                    <a:lnTo>
                      <a:pt x="1518" y="125"/>
                    </a:lnTo>
                    <a:cubicBezTo>
                      <a:pt x="1518" y="125"/>
                      <a:pt x="1518" y="156"/>
                      <a:pt x="1488" y="156"/>
                    </a:cubicBezTo>
                    <a:lnTo>
                      <a:pt x="1488" y="156"/>
                    </a:lnTo>
                    <a:lnTo>
                      <a:pt x="1488" y="156"/>
                    </a:lnTo>
                    <a:cubicBezTo>
                      <a:pt x="1488" y="156"/>
                      <a:pt x="1488" y="125"/>
                      <a:pt x="1457" y="125"/>
                    </a:cubicBezTo>
                    <a:lnTo>
                      <a:pt x="1457" y="125"/>
                    </a:lnTo>
                    <a:lnTo>
                      <a:pt x="1457" y="125"/>
                    </a:lnTo>
                    <a:cubicBezTo>
                      <a:pt x="1425" y="125"/>
                      <a:pt x="1425" y="125"/>
                      <a:pt x="1425" y="125"/>
                    </a:cubicBezTo>
                    <a:lnTo>
                      <a:pt x="1425" y="125"/>
                    </a:lnTo>
                    <a:cubicBezTo>
                      <a:pt x="1425" y="125"/>
                      <a:pt x="1425" y="93"/>
                      <a:pt x="1394" y="93"/>
                    </a:cubicBezTo>
                    <a:lnTo>
                      <a:pt x="1394" y="93"/>
                    </a:lnTo>
                    <a:lnTo>
                      <a:pt x="1394" y="93"/>
                    </a:lnTo>
                    <a:lnTo>
                      <a:pt x="1394" y="93"/>
                    </a:lnTo>
                    <a:lnTo>
                      <a:pt x="1394" y="93"/>
                    </a:lnTo>
                    <a:lnTo>
                      <a:pt x="1364" y="93"/>
                    </a:lnTo>
                    <a:lnTo>
                      <a:pt x="1364" y="93"/>
                    </a:lnTo>
                    <a:lnTo>
                      <a:pt x="1364" y="93"/>
                    </a:lnTo>
                    <a:lnTo>
                      <a:pt x="1364" y="93"/>
                    </a:lnTo>
                    <a:lnTo>
                      <a:pt x="1364" y="93"/>
                    </a:lnTo>
                    <a:lnTo>
                      <a:pt x="1364" y="93"/>
                    </a:lnTo>
                    <a:lnTo>
                      <a:pt x="1333" y="93"/>
                    </a:lnTo>
                    <a:lnTo>
                      <a:pt x="1333" y="93"/>
                    </a:lnTo>
                    <a:cubicBezTo>
                      <a:pt x="1301" y="93"/>
                      <a:pt x="1301" y="93"/>
                      <a:pt x="1301" y="63"/>
                    </a:cubicBezTo>
                    <a:lnTo>
                      <a:pt x="1301" y="63"/>
                    </a:lnTo>
                    <a:lnTo>
                      <a:pt x="1301" y="63"/>
                    </a:lnTo>
                    <a:lnTo>
                      <a:pt x="1271" y="32"/>
                    </a:lnTo>
                    <a:lnTo>
                      <a:pt x="1271" y="32"/>
                    </a:lnTo>
                    <a:lnTo>
                      <a:pt x="1271" y="32"/>
                    </a:lnTo>
                    <a:cubicBezTo>
                      <a:pt x="1271" y="32"/>
                      <a:pt x="1271" y="32"/>
                      <a:pt x="1271" y="0"/>
                    </a:cubicBezTo>
                    <a:cubicBezTo>
                      <a:pt x="1271" y="32"/>
                      <a:pt x="1271" y="32"/>
                      <a:pt x="1271" y="32"/>
                    </a:cubicBezTo>
                    <a:lnTo>
                      <a:pt x="1271" y="32"/>
                    </a:lnTo>
                    <a:cubicBezTo>
                      <a:pt x="1240" y="32"/>
                      <a:pt x="1240" y="0"/>
                      <a:pt x="1240" y="0"/>
                    </a:cubicBezTo>
                    <a:lnTo>
                      <a:pt x="1208" y="0"/>
                    </a:lnTo>
                    <a:lnTo>
                      <a:pt x="1208" y="0"/>
                    </a:lnTo>
                    <a:cubicBezTo>
                      <a:pt x="1177" y="0"/>
                      <a:pt x="1177" y="32"/>
                      <a:pt x="1177" y="32"/>
                    </a:cubicBezTo>
                    <a:lnTo>
                      <a:pt x="1177" y="32"/>
                    </a:lnTo>
                    <a:cubicBezTo>
                      <a:pt x="1147" y="63"/>
                      <a:pt x="1147" y="63"/>
                      <a:pt x="1147" y="63"/>
                    </a:cubicBezTo>
                    <a:cubicBezTo>
                      <a:pt x="1116" y="63"/>
                      <a:pt x="1116" y="32"/>
                      <a:pt x="1116" y="32"/>
                    </a:cubicBezTo>
                    <a:lnTo>
                      <a:pt x="1116" y="32"/>
                    </a:lnTo>
                    <a:cubicBezTo>
                      <a:pt x="1085" y="32"/>
                      <a:pt x="1085" y="63"/>
                      <a:pt x="1085" y="63"/>
                    </a:cubicBezTo>
                    <a:lnTo>
                      <a:pt x="1053" y="63"/>
                    </a:lnTo>
                    <a:lnTo>
                      <a:pt x="1053" y="63"/>
                    </a:lnTo>
                    <a:cubicBezTo>
                      <a:pt x="1023" y="63"/>
                      <a:pt x="1023" y="63"/>
                      <a:pt x="1023" y="63"/>
                    </a:cubicBezTo>
                    <a:lnTo>
                      <a:pt x="1023" y="63"/>
                    </a:lnTo>
                    <a:lnTo>
                      <a:pt x="1023" y="63"/>
                    </a:lnTo>
                    <a:lnTo>
                      <a:pt x="1023" y="63"/>
                    </a:lnTo>
                    <a:lnTo>
                      <a:pt x="1023" y="63"/>
                    </a:lnTo>
                    <a:cubicBezTo>
                      <a:pt x="992" y="63"/>
                      <a:pt x="992" y="93"/>
                      <a:pt x="992" y="93"/>
                    </a:cubicBezTo>
                    <a:lnTo>
                      <a:pt x="992" y="93"/>
                    </a:lnTo>
                    <a:cubicBezTo>
                      <a:pt x="961" y="93"/>
                      <a:pt x="961" y="93"/>
                      <a:pt x="961" y="93"/>
                    </a:cubicBezTo>
                    <a:lnTo>
                      <a:pt x="961" y="93"/>
                    </a:lnTo>
                    <a:cubicBezTo>
                      <a:pt x="929" y="93"/>
                      <a:pt x="929" y="93"/>
                      <a:pt x="899" y="93"/>
                    </a:cubicBezTo>
                    <a:cubicBezTo>
                      <a:pt x="868" y="93"/>
                      <a:pt x="868" y="93"/>
                      <a:pt x="868" y="93"/>
                    </a:cubicBezTo>
                    <a:cubicBezTo>
                      <a:pt x="837" y="93"/>
                      <a:pt x="837" y="93"/>
                      <a:pt x="837" y="93"/>
                    </a:cubicBezTo>
                    <a:lnTo>
                      <a:pt x="837" y="93"/>
                    </a:lnTo>
                    <a:cubicBezTo>
                      <a:pt x="805" y="93"/>
                      <a:pt x="805" y="93"/>
                      <a:pt x="805" y="93"/>
                    </a:cubicBezTo>
                    <a:lnTo>
                      <a:pt x="805" y="93"/>
                    </a:lnTo>
                    <a:lnTo>
                      <a:pt x="805" y="125"/>
                    </a:lnTo>
                    <a:lnTo>
                      <a:pt x="805" y="125"/>
                    </a:lnTo>
                    <a:lnTo>
                      <a:pt x="805" y="125"/>
                    </a:lnTo>
                    <a:lnTo>
                      <a:pt x="805" y="125"/>
                    </a:lnTo>
                    <a:lnTo>
                      <a:pt x="805" y="125"/>
                    </a:lnTo>
                    <a:lnTo>
                      <a:pt x="805" y="125"/>
                    </a:lnTo>
                    <a:cubicBezTo>
                      <a:pt x="805" y="156"/>
                      <a:pt x="805" y="156"/>
                      <a:pt x="805" y="156"/>
                    </a:cubicBezTo>
                    <a:lnTo>
                      <a:pt x="805" y="156"/>
                    </a:lnTo>
                    <a:lnTo>
                      <a:pt x="805" y="156"/>
                    </a:lnTo>
                    <a:cubicBezTo>
                      <a:pt x="805" y="156"/>
                      <a:pt x="805" y="156"/>
                      <a:pt x="775" y="156"/>
                    </a:cubicBezTo>
                    <a:lnTo>
                      <a:pt x="775" y="187"/>
                    </a:lnTo>
                    <a:lnTo>
                      <a:pt x="775" y="187"/>
                    </a:lnTo>
                    <a:lnTo>
                      <a:pt x="775" y="187"/>
                    </a:lnTo>
                    <a:lnTo>
                      <a:pt x="775" y="187"/>
                    </a:lnTo>
                    <a:lnTo>
                      <a:pt x="775" y="217"/>
                    </a:lnTo>
                    <a:lnTo>
                      <a:pt x="805" y="217"/>
                    </a:lnTo>
                    <a:cubicBezTo>
                      <a:pt x="805" y="249"/>
                      <a:pt x="805" y="249"/>
                      <a:pt x="805" y="249"/>
                    </a:cubicBezTo>
                    <a:lnTo>
                      <a:pt x="805" y="249"/>
                    </a:lnTo>
                    <a:cubicBezTo>
                      <a:pt x="805" y="280"/>
                      <a:pt x="805" y="311"/>
                      <a:pt x="775" y="311"/>
                    </a:cubicBezTo>
                    <a:lnTo>
                      <a:pt x="775" y="311"/>
                    </a:lnTo>
                    <a:lnTo>
                      <a:pt x="775" y="311"/>
                    </a:lnTo>
                    <a:lnTo>
                      <a:pt x="775" y="311"/>
                    </a:lnTo>
                    <a:lnTo>
                      <a:pt x="775" y="311"/>
                    </a:lnTo>
                    <a:lnTo>
                      <a:pt x="744" y="311"/>
                    </a:lnTo>
                    <a:cubicBezTo>
                      <a:pt x="744" y="311"/>
                      <a:pt x="744" y="311"/>
                      <a:pt x="713" y="311"/>
                    </a:cubicBezTo>
                    <a:lnTo>
                      <a:pt x="713" y="311"/>
                    </a:lnTo>
                    <a:lnTo>
                      <a:pt x="713" y="311"/>
                    </a:lnTo>
                    <a:lnTo>
                      <a:pt x="713" y="311"/>
                    </a:lnTo>
                    <a:lnTo>
                      <a:pt x="681" y="311"/>
                    </a:lnTo>
                    <a:lnTo>
                      <a:pt x="681" y="311"/>
                    </a:lnTo>
                    <a:lnTo>
                      <a:pt x="651" y="311"/>
                    </a:lnTo>
                    <a:lnTo>
                      <a:pt x="651" y="311"/>
                    </a:lnTo>
                    <a:cubicBezTo>
                      <a:pt x="620" y="311"/>
                      <a:pt x="620" y="311"/>
                      <a:pt x="620" y="280"/>
                    </a:cubicBezTo>
                    <a:lnTo>
                      <a:pt x="620" y="280"/>
                    </a:lnTo>
                    <a:lnTo>
                      <a:pt x="620" y="280"/>
                    </a:lnTo>
                    <a:cubicBezTo>
                      <a:pt x="589" y="280"/>
                      <a:pt x="589" y="280"/>
                      <a:pt x="589" y="280"/>
                    </a:cubicBezTo>
                    <a:cubicBezTo>
                      <a:pt x="589" y="280"/>
                      <a:pt x="589" y="311"/>
                      <a:pt x="557" y="311"/>
                    </a:cubicBezTo>
                    <a:lnTo>
                      <a:pt x="557" y="311"/>
                    </a:lnTo>
                    <a:lnTo>
                      <a:pt x="557" y="311"/>
                    </a:lnTo>
                    <a:lnTo>
                      <a:pt x="557" y="311"/>
                    </a:lnTo>
                    <a:cubicBezTo>
                      <a:pt x="527" y="311"/>
                      <a:pt x="527" y="280"/>
                      <a:pt x="527" y="280"/>
                    </a:cubicBezTo>
                    <a:lnTo>
                      <a:pt x="527" y="280"/>
                    </a:lnTo>
                    <a:cubicBezTo>
                      <a:pt x="527" y="280"/>
                      <a:pt x="496" y="280"/>
                      <a:pt x="496" y="311"/>
                    </a:cubicBezTo>
                    <a:lnTo>
                      <a:pt x="496" y="311"/>
                    </a:lnTo>
                    <a:lnTo>
                      <a:pt x="465" y="311"/>
                    </a:lnTo>
                    <a:lnTo>
                      <a:pt x="465" y="311"/>
                    </a:lnTo>
                    <a:lnTo>
                      <a:pt x="465" y="311"/>
                    </a:lnTo>
                    <a:lnTo>
                      <a:pt x="465" y="311"/>
                    </a:lnTo>
                    <a:cubicBezTo>
                      <a:pt x="433" y="311"/>
                      <a:pt x="433" y="311"/>
                      <a:pt x="433" y="280"/>
                    </a:cubicBezTo>
                    <a:lnTo>
                      <a:pt x="433" y="280"/>
                    </a:lnTo>
                    <a:lnTo>
                      <a:pt x="433" y="280"/>
                    </a:lnTo>
                    <a:cubicBezTo>
                      <a:pt x="433" y="311"/>
                      <a:pt x="403" y="311"/>
                      <a:pt x="403" y="311"/>
                    </a:cubicBezTo>
                    <a:lnTo>
                      <a:pt x="403" y="311"/>
                    </a:lnTo>
                    <a:lnTo>
                      <a:pt x="403" y="311"/>
                    </a:lnTo>
                    <a:lnTo>
                      <a:pt x="403" y="311"/>
                    </a:lnTo>
                    <a:cubicBezTo>
                      <a:pt x="372" y="311"/>
                      <a:pt x="372" y="311"/>
                      <a:pt x="372" y="280"/>
                    </a:cubicBezTo>
                    <a:lnTo>
                      <a:pt x="372" y="280"/>
                    </a:lnTo>
                    <a:lnTo>
                      <a:pt x="372" y="280"/>
                    </a:lnTo>
                    <a:lnTo>
                      <a:pt x="341" y="280"/>
                    </a:lnTo>
                    <a:lnTo>
                      <a:pt x="341" y="280"/>
                    </a:lnTo>
                    <a:cubicBezTo>
                      <a:pt x="341" y="249"/>
                      <a:pt x="341" y="249"/>
                      <a:pt x="341" y="249"/>
                    </a:cubicBezTo>
                    <a:lnTo>
                      <a:pt x="309" y="249"/>
                    </a:lnTo>
                    <a:cubicBezTo>
                      <a:pt x="309" y="249"/>
                      <a:pt x="309" y="249"/>
                      <a:pt x="309" y="280"/>
                    </a:cubicBezTo>
                    <a:lnTo>
                      <a:pt x="309" y="280"/>
                    </a:lnTo>
                    <a:lnTo>
                      <a:pt x="309" y="280"/>
                    </a:lnTo>
                    <a:lnTo>
                      <a:pt x="309" y="280"/>
                    </a:lnTo>
                    <a:cubicBezTo>
                      <a:pt x="279" y="280"/>
                      <a:pt x="279" y="249"/>
                      <a:pt x="279" y="249"/>
                    </a:cubicBezTo>
                    <a:lnTo>
                      <a:pt x="279" y="249"/>
                    </a:lnTo>
                    <a:lnTo>
                      <a:pt x="279" y="249"/>
                    </a:lnTo>
                    <a:lnTo>
                      <a:pt x="279" y="249"/>
                    </a:lnTo>
                    <a:cubicBezTo>
                      <a:pt x="248" y="249"/>
                      <a:pt x="248" y="249"/>
                      <a:pt x="248" y="249"/>
                    </a:cubicBezTo>
                    <a:lnTo>
                      <a:pt x="248" y="249"/>
                    </a:lnTo>
                    <a:lnTo>
                      <a:pt x="248" y="249"/>
                    </a:lnTo>
                    <a:lnTo>
                      <a:pt x="217" y="249"/>
                    </a:lnTo>
                    <a:lnTo>
                      <a:pt x="217" y="249"/>
                    </a:lnTo>
                    <a:lnTo>
                      <a:pt x="217" y="249"/>
                    </a:lnTo>
                    <a:lnTo>
                      <a:pt x="217" y="249"/>
                    </a:lnTo>
                    <a:lnTo>
                      <a:pt x="217" y="249"/>
                    </a:lnTo>
                    <a:lnTo>
                      <a:pt x="185" y="249"/>
                    </a:lnTo>
                    <a:lnTo>
                      <a:pt x="185" y="249"/>
                    </a:lnTo>
                    <a:lnTo>
                      <a:pt x="185" y="249"/>
                    </a:lnTo>
                    <a:lnTo>
                      <a:pt x="185" y="249"/>
                    </a:lnTo>
                    <a:lnTo>
                      <a:pt x="185" y="249"/>
                    </a:lnTo>
                    <a:lnTo>
                      <a:pt x="185" y="249"/>
                    </a:lnTo>
                    <a:lnTo>
                      <a:pt x="185" y="249"/>
                    </a:lnTo>
                    <a:cubicBezTo>
                      <a:pt x="185" y="249"/>
                      <a:pt x="185" y="280"/>
                      <a:pt x="155" y="280"/>
                    </a:cubicBezTo>
                    <a:lnTo>
                      <a:pt x="155" y="280"/>
                    </a:lnTo>
                    <a:lnTo>
                      <a:pt x="155" y="280"/>
                    </a:lnTo>
                    <a:cubicBezTo>
                      <a:pt x="124" y="280"/>
                      <a:pt x="124" y="280"/>
                      <a:pt x="124" y="280"/>
                    </a:cubicBezTo>
                    <a:lnTo>
                      <a:pt x="124" y="280"/>
                    </a:lnTo>
                    <a:lnTo>
                      <a:pt x="124" y="280"/>
                    </a:lnTo>
                    <a:cubicBezTo>
                      <a:pt x="93" y="311"/>
                      <a:pt x="93" y="311"/>
                      <a:pt x="93" y="311"/>
                    </a:cubicBezTo>
                    <a:lnTo>
                      <a:pt x="93" y="311"/>
                    </a:lnTo>
                    <a:cubicBezTo>
                      <a:pt x="93" y="311"/>
                      <a:pt x="93" y="311"/>
                      <a:pt x="93" y="341"/>
                    </a:cubicBezTo>
                    <a:lnTo>
                      <a:pt x="93" y="341"/>
                    </a:lnTo>
                    <a:lnTo>
                      <a:pt x="93" y="341"/>
                    </a:lnTo>
                    <a:cubicBezTo>
                      <a:pt x="93" y="341"/>
                      <a:pt x="93" y="341"/>
                      <a:pt x="93" y="373"/>
                    </a:cubicBezTo>
                    <a:cubicBezTo>
                      <a:pt x="61" y="373"/>
                      <a:pt x="61" y="373"/>
                      <a:pt x="61" y="373"/>
                    </a:cubicBezTo>
                    <a:lnTo>
                      <a:pt x="61" y="373"/>
                    </a:lnTo>
                    <a:lnTo>
                      <a:pt x="61" y="373"/>
                    </a:lnTo>
                    <a:lnTo>
                      <a:pt x="61" y="373"/>
                    </a:lnTo>
                    <a:lnTo>
                      <a:pt x="61" y="373"/>
                    </a:lnTo>
                    <a:cubicBezTo>
                      <a:pt x="31" y="373"/>
                      <a:pt x="31" y="373"/>
                      <a:pt x="31" y="341"/>
                    </a:cubicBezTo>
                    <a:lnTo>
                      <a:pt x="31" y="341"/>
                    </a:lnTo>
                    <a:lnTo>
                      <a:pt x="31" y="341"/>
                    </a:lnTo>
                    <a:cubicBezTo>
                      <a:pt x="31" y="341"/>
                      <a:pt x="31" y="341"/>
                      <a:pt x="0" y="341"/>
                    </a:cubicBezTo>
                    <a:cubicBezTo>
                      <a:pt x="0" y="341"/>
                      <a:pt x="0" y="341"/>
                      <a:pt x="0" y="311"/>
                    </a:cubicBezTo>
                    <a:lnTo>
                      <a:pt x="0" y="311"/>
                    </a:lnTo>
                    <a:lnTo>
                      <a:pt x="0" y="311"/>
                    </a:lnTo>
                    <a:cubicBezTo>
                      <a:pt x="0" y="341"/>
                      <a:pt x="0" y="341"/>
                      <a:pt x="0" y="373"/>
                    </a:cubicBezTo>
                    <a:lnTo>
                      <a:pt x="0" y="373"/>
                    </a:lnTo>
                    <a:lnTo>
                      <a:pt x="0" y="373"/>
                    </a:lnTo>
                    <a:lnTo>
                      <a:pt x="0" y="373"/>
                    </a:lnTo>
                    <a:lnTo>
                      <a:pt x="0" y="373"/>
                    </a:lnTo>
                    <a:cubicBezTo>
                      <a:pt x="0" y="373"/>
                      <a:pt x="0" y="373"/>
                      <a:pt x="0" y="40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54" name="Freeform 103">
                <a:extLst>
                  <a:ext uri="{FF2B5EF4-FFF2-40B4-BE49-F238E27FC236}">
                    <a16:creationId xmlns:a16="http://schemas.microsoft.com/office/drawing/2014/main" id="{9D7C0EF4-BDE5-31E8-BB76-301CDB6E9072}"/>
                  </a:ext>
                </a:extLst>
              </p:cNvPr>
              <p:cNvSpPr>
                <a:spLocks noChangeArrowheads="1"/>
              </p:cNvSpPr>
              <p:nvPr/>
            </p:nvSpPr>
            <p:spPr bwMode="auto">
              <a:xfrm>
                <a:off x="6469063" y="1624013"/>
                <a:ext cx="77787" cy="44450"/>
              </a:xfrm>
              <a:custGeom>
                <a:avLst/>
                <a:gdLst>
                  <a:gd name="T0" fmla="*/ 62 w 218"/>
                  <a:gd name="T1" fmla="*/ 0 h 124"/>
                  <a:gd name="T2" fmla="*/ 62 w 218"/>
                  <a:gd name="T3" fmla="*/ 0 h 124"/>
                  <a:gd name="T4" fmla="*/ 62 w 218"/>
                  <a:gd name="T5" fmla="*/ 0 h 124"/>
                  <a:gd name="T6" fmla="*/ 62 w 218"/>
                  <a:gd name="T7" fmla="*/ 0 h 124"/>
                  <a:gd name="T8" fmla="*/ 62 w 218"/>
                  <a:gd name="T9" fmla="*/ 30 h 124"/>
                  <a:gd name="T10" fmla="*/ 62 w 218"/>
                  <a:gd name="T11" fmla="*/ 62 h 124"/>
                  <a:gd name="T12" fmla="*/ 62 w 218"/>
                  <a:gd name="T13" fmla="*/ 62 h 124"/>
                  <a:gd name="T14" fmla="*/ 31 w 218"/>
                  <a:gd name="T15" fmla="*/ 93 h 124"/>
                  <a:gd name="T16" fmla="*/ 31 w 218"/>
                  <a:gd name="T17" fmla="*/ 93 h 124"/>
                  <a:gd name="T18" fmla="*/ 0 w 218"/>
                  <a:gd name="T19" fmla="*/ 93 h 124"/>
                  <a:gd name="T20" fmla="*/ 0 w 218"/>
                  <a:gd name="T21" fmla="*/ 93 h 124"/>
                  <a:gd name="T22" fmla="*/ 0 w 218"/>
                  <a:gd name="T23" fmla="*/ 93 h 124"/>
                  <a:gd name="T24" fmla="*/ 31 w 218"/>
                  <a:gd name="T25" fmla="*/ 93 h 124"/>
                  <a:gd name="T26" fmla="*/ 31 w 218"/>
                  <a:gd name="T27" fmla="*/ 93 h 124"/>
                  <a:gd name="T28" fmla="*/ 62 w 218"/>
                  <a:gd name="T29" fmla="*/ 93 h 124"/>
                  <a:gd name="T30" fmla="*/ 62 w 218"/>
                  <a:gd name="T31" fmla="*/ 93 h 124"/>
                  <a:gd name="T32" fmla="*/ 93 w 218"/>
                  <a:gd name="T33" fmla="*/ 123 h 124"/>
                  <a:gd name="T34" fmla="*/ 124 w 218"/>
                  <a:gd name="T35" fmla="*/ 123 h 124"/>
                  <a:gd name="T36" fmla="*/ 124 w 218"/>
                  <a:gd name="T37" fmla="*/ 123 h 124"/>
                  <a:gd name="T38" fmla="*/ 155 w 218"/>
                  <a:gd name="T39" fmla="*/ 93 h 124"/>
                  <a:gd name="T40" fmla="*/ 186 w 218"/>
                  <a:gd name="T41" fmla="*/ 62 h 124"/>
                  <a:gd name="T42" fmla="*/ 186 w 218"/>
                  <a:gd name="T43" fmla="*/ 62 h 124"/>
                  <a:gd name="T44" fmla="*/ 186 w 218"/>
                  <a:gd name="T45" fmla="*/ 62 h 124"/>
                  <a:gd name="T46" fmla="*/ 186 w 218"/>
                  <a:gd name="T47" fmla="*/ 62 h 124"/>
                  <a:gd name="T48" fmla="*/ 217 w 218"/>
                  <a:gd name="T49" fmla="*/ 62 h 124"/>
                  <a:gd name="T50" fmla="*/ 217 w 218"/>
                  <a:gd name="T51" fmla="*/ 62 h 124"/>
                  <a:gd name="T52" fmla="*/ 217 w 218"/>
                  <a:gd name="T53" fmla="*/ 62 h 124"/>
                  <a:gd name="T54" fmla="*/ 217 w 218"/>
                  <a:gd name="T55" fmla="*/ 62 h 124"/>
                  <a:gd name="T56" fmla="*/ 186 w 218"/>
                  <a:gd name="T57" fmla="*/ 30 h 124"/>
                  <a:gd name="T58" fmla="*/ 155 w 218"/>
                  <a:gd name="T59" fmla="*/ 30 h 124"/>
                  <a:gd name="T60" fmla="*/ 93 w 218"/>
                  <a:gd name="T61" fmla="*/ 0 h 124"/>
                  <a:gd name="T62" fmla="*/ 93 w 218"/>
                  <a:gd name="T63" fmla="*/ 0 h 124"/>
                  <a:gd name="T64" fmla="*/ 62 w 218"/>
                  <a:gd name="T65"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8" h="124">
                    <a:moveTo>
                      <a:pt x="62" y="0"/>
                    </a:moveTo>
                    <a:lnTo>
                      <a:pt x="62" y="0"/>
                    </a:lnTo>
                    <a:lnTo>
                      <a:pt x="62" y="0"/>
                    </a:lnTo>
                    <a:lnTo>
                      <a:pt x="62" y="0"/>
                    </a:lnTo>
                    <a:lnTo>
                      <a:pt x="62" y="30"/>
                    </a:lnTo>
                    <a:cubicBezTo>
                      <a:pt x="62" y="30"/>
                      <a:pt x="62" y="30"/>
                      <a:pt x="62" y="62"/>
                    </a:cubicBezTo>
                    <a:lnTo>
                      <a:pt x="62" y="62"/>
                    </a:lnTo>
                    <a:lnTo>
                      <a:pt x="31" y="93"/>
                    </a:lnTo>
                    <a:lnTo>
                      <a:pt x="31" y="93"/>
                    </a:lnTo>
                    <a:cubicBezTo>
                      <a:pt x="0" y="93"/>
                      <a:pt x="0" y="93"/>
                      <a:pt x="0" y="93"/>
                    </a:cubicBezTo>
                    <a:lnTo>
                      <a:pt x="0" y="93"/>
                    </a:lnTo>
                    <a:lnTo>
                      <a:pt x="0" y="93"/>
                    </a:lnTo>
                    <a:cubicBezTo>
                      <a:pt x="31" y="93"/>
                      <a:pt x="31" y="93"/>
                      <a:pt x="31" y="93"/>
                    </a:cubicBezTo>
                    <a:lnTo>
                      <a:pt x="31" y="93"/>
                    </a:lnTo>
                    <a:cubicBezTo>
                      <a:pt x="62" y="93"/>
                      <a:pt x="62" y="93"/>
                      <a:pt x="62" y="93"/>
                    </a:cubicBezTo>
                    <a:lnTo>
                      <a:pt x="62" y="93"/>
                    </a:lnTo>
                    <a:lnTo>
                      <a:pt x="93" y="123"/>
                    </a:lnTo>
                    <a:cubicBezTo>
                      <a:pt x="124" y="123"/>
                      <a:pt x="124" y="123"/>
                      <a:pt x="124" y="123"/>
                    </a:cubicBezTo>
                    <a:lnTo>
                      <a:pt x="124" y="123"/>
                    </a:lnTo>
                    <a:cubicBezTo>
                      <a:pt x="124" y="93"/>
                      <a:pt x="124" y="93"/>
                      <a:pt x="155" y="93"/>
                    </a:cubicBezTo>
                    <a:cubicBezTo>
                      <a:pt x="155" y="62"/>
                      <a:pt x="155" y="62"/>
                      <a:pt x="186" y="62"/>
                    </a:cubicBezTo>
                    <a:lnTo>
                      <a:pt x="186" y="62"/>
                    </a:lnTo>
                    <a:lnTo>
                      <a:pt x="186" y="62"/>
                    </a:lnTo>
                    <a:lnTo>
                      <a:pt x="186" y="62"/>
                    </a:lnTo>
                    <a:cubicBezTo>
                      <a:pt x="217" y="62"/>
                      <a:pt x="217" y="62"/>
                      <a:pt x="217" y="62"/>
                    </a:cubicBezTo>
                    <a:lnTo>
                      <a:pt x="217" y="62"/>
                    </a:lnTo>
                    <a:lnTo>
                      <a:pt x="217" y="62"/>
                    </a:lnTo>
                    <a:lnTo>
                      <a:pt x="217" y="62"/>
                    </a:lnTo>
                    <a:cubicBezTo>
                      <a:pt x="186" y="62"/>
                      <a:pt x="186" y="62"/>
                      <a:pt x="186" y="30"/>
                    </a:cubicBezTo>
                    <a:lnTo>
                      <a:pt x="155" y="30"/>
                    </a:lnTo>
                    <a:cubicBezTo>
                      <a:pt x="124" y="30"/>
                      <a:pt x="124" y="30"/>
                      <a:pt x="93" y="0"/>
                    </a:cubicBezTo>
                    <a:lnTo>
                      <a:pt x="93" y="0"/>
                    </a:lnTo>
                    <a:cubicBezTo>
                      <a:pt x="93" y="0"/>
                      <a:pt x="93" y="0"/>
                      <a:pt x="6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55" name="Freeform 104">
                <a:extLst>
                  <a:ext uri="{FF2B5EF4-FFF2-40B4-BE49-F238E27FC236}">
                    <a16:creationId xmlns:a16="http://schemas.microsoft.com/office/drawing/2014/main" id="{2C1C4EF9-ECE6-B095-7C21-C632C4114DAF}"/>
                  </a:ext>
                </a:extLst>
              </p:cNvPr>
              <p:cNvSpPr>
                <a:spLocks noChangeArrowheads="1"/>
              </p:cNvSpPr>
              <p:nvPr/>
            </p:nvSpPr>
            <p:spPr bwMode="auto">
              <a:xfrm>
                <a:off x="6491288" y="1423988"/>
                <a:ext cx="33337" cy="100012"/>
              </a:xfrm>
              <a:custGeom>
                <a:avLst/>
                <a:gdLst>
                  <a:gd name="T0" fmla="*/ 0 w 94"/>
                  <a:gd name="T1" fmla="*/ 62 h 280"/>
                  <a:gd name="T2" fmla="*/ 0 w 94"/>
                  <a:gd name="T3" fmla="*/ 62 h 280"/>
                  <a:gd name="T4" fmla="*/ 0 w 94"/>
                  <a:gd name="T5" fmla="*/ 92 h 280"/>
                  <a:gd name="T6" fmla="*/ 31 w 94"/>
                  <a:gd name="T7" fmla="*/ 92 h 280"/>
                  <a:gd name="T8" fmla="*/ 31 w 94"/>
                  <a:gd name="T9" fmla="*/ 92 h 280"/>
                  <a:gd name="T10" fmla="*/ 31 w 94"/>
                  <a:gd name="T11" fmla="*/ 124 h 280"/>
                  <a:gd name="T12" fmla="*/ 31 w 94"/>
                  <a:gd name="T13" fmla="*/ 155 h 280"/>
                  <a:gd name="T14" fmla="*/ 31 w 94"/>
                  <a:gd name="T15" fmla="*/ 155 h 280"/>
                  <a:gd name="T16" fmla="*/ 31 w 94"/>
                  <a:gd name="T17" fmla="*/ 155 h 280"/>
                  <a:gd name="T18" fmla="*/ 31 w 94"/>
                  <a:gd name="T19" fmla="*/ 216 h 280"/>
                  <a:gd name="T20" fmla="*/ 31 w 94"/>
                  <a:gd name="T21" fmla="*/ 248 h 280"/>
                  <a:gd name="T22" fmla="*/ 31 w 94"/>
                  <a:gd name="T23" fmla="*/ 279 h 280"/>
                  <a:gd name="T24" fmla="*/ 31 w 94"/>
                  <a:gd name="T25" fmla="*/ 279 h 280"/>
                  <a:gd name="T26" fmla="*/ 31 w 94"/>
                  <a:gd name="T27" fmla="*/ 279 h 280"/>
                  <a:gd name="T28" fmla="*/ 31 w 94"/>
                  <a:gd name="T29" fmla="*/ 279 h 280"/>
                  <a:gd name="T30" fmla="*/ 31 w 94"/>
                  <a:gd name="T31" fmla="*/ 279 h 280"/>
                  <a:gd name="T32" fmla="*/ 31 w 94"/>
                  <a:gd name="T33" fmla="*/ 248 h 280"/>
                  <a:gd name="T34" fmla="*/ 31 w 94"/>
                  <a:gd name="T35" fmla="*/ 216 h 280"/>
                  <a:gd name="T36" fmla="*/ 62 w 94"/>
                  <a:gd name="T37" fmla="*/ 216 h 280"/>
                  <a:gd name="T38" fmla="*/ 62 w 94"/>
                  <a:gd name="T39" fmla="*/ 216 h 280"/>
                  <a:gd name="T40" fmla="*/ 93 w 94"/>
                  <a:gd name="T41" fmla="*/ 216 h 280"/>
                  <a:gd name="T42" fmla="*/ 93 w 94"/>
                  <a:gd name="T43" fmla="*/ 216 h 280"/>
                  <a:gd name="T44" fmla="*/ 93 w 94"/>
                  <a:gd name="T45" fmla="*/ 216 h 280"/>
                  <a:gd name="T46" fmla="*/ 93 w 94"/>
                  <a:gd name="T47" fmla="*/ 186 h 280"/>
                  <a:gd name="T48" fmla="*/ 93 w 94"/>
                  <a:gd name="T49" fmla="*/ 186 h 280"/>
                  <a:gd name="T50" fmla="*/ 62 w 94"/>
                  <a:gd name="T51" fmla="*/ 155 h 280"/>
                  <a:gd name="T52" fmla="*/ 62 w 94"/>
                  <a:gd name="T53" fmla="*/ 155 h 280"/>
                  <a:gd name="T54" fmla="*/ 62 w 94"/>
                  <a:gd name="T55" fmla="*/ 124 h 280"/>
                  <a:gd name="T56" fmla="*/ 31 w 94"/>
                  <a:gd name="T57" fmla="*/ 92 h 280"/>
                  <a:gd name="T58" fmla="*/ 62 w 94"/>
                  <a:gd name="T59" fmla="*/ 31 h 280"/>
                  <a:gd name="T60" fmla="*/ 62 w 94"/>
                  <a:gd name="T61" fmla="*/ 31 h 280"/>
                  <a:gd name="T62" fmla="*/ 62 w 94"/>
                  <a:gd name="T63" fmla="*/ 31 h 280"/>
                  <a:gd name="T64" fmla="*/ 62 w 94"/>
                  <a:gd name="T65" fmla="*/ 0 h 280"/>
                  <a:gd name="T66" fmla="*/ 62 w 94"/>
                  <a:gd name="T67" fmla="*/ 0 h 280"/>
                  <a:gd name="T68" fmla="*/ 62 w 94"/>
                  <a:gd name="T69" fmla="*/ 0 h 280"/>
                  <a:gd name="T70" fmla="*/ 31 w 94"/>
                  <a:gd name="T71" fmla="*/ 0 h 280"/>
                  <a:gd name="T72" fmla="*/ 31 w 94"/>
                  <a:gd name="T73" fmla="*/ 0 h 280"/>
                  <a:gd name="T74" fmla="*/ 31 w 94"/>
                  <a:gd name="T75" fmla="*/ 0 h 280"/>
                  <a:gd name="T76" fmla="*/ 0 w 94"/>
                  <a:gd name="T77" fmla="*/ 62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4" h="280">
                    <a:moveTo>
                      <a:pt x="0" y="62"/>
                    </a:moveTo>
                    <a:lnTo>
                      <a:pt x="0" y="62"/>
                    </a:lnTo>
                    <a:cubicBezTo>
                      <a:pt x="0" y="92"/>
                      <a:pt x="0" y="92"/>
                      <a:pt x="0" y="92"/>
                    </a:cubicBezTo>
                    <a:cubicBezTo>
                      <a:pt x="0" y="92"/>
                      <a:pt x="0" y="92"/>
                      <a:pt x="31" y="92"/>
                    </a:cubicBezTo>
                    <a:lnTo>
                      <a:pt x="31" y="92"/>
                    </a:lnTo>
                    <a:lnTo>
                      <a:pt x="31" y="124"/>
                    </a:lnTo>
                    <a:cubicBezTo>
                      <a:pt x="31" y="155"/>
                      <a:pt x="31" y="155"/>
                      <a:pt x="31" y="155"/>
                    </a:cubicBezTo>
                    <a:lnTo>
                      <a:pt x="31" y="155"/>
                    </a:lnTo>
                    <a:lnTo>
                      <a:pt x="31" y="155"/>
                    </a:lnTo>
                    <a:cubicBezTo>
                      <a:pt x="31" y="186"/>
                      <a:pt x="31" y="216"/>
                      <a:pt x="31" y="216"/>
                    </a:cubicBezTo>
                    <a:cubicBezTo>
                      <a:pt x="31" y="248"/>
                      <a:pt x="31" y="248"/>
                      <a:pt x="31" y="248"/>
                    </a:cubicBezTo>
                    <a:lnTo>
                      <a:pt x="31" y="279"/>
                    </a:lnTo>
                    <a:lnTo>
                      <a:pt x="31" y="279"/>
                    </a:lnTo>
                    <a:lnTo>
                      <a:pt x="31" y="279"/>
                    </a:lnTo>
                    <a:lnTo>
                      <a:pt x="31" y="279"/>
                    </a:lnTo>
                    <a:lnTo>
                      <a:pt x="31" y="279"/>
                    </a:lnTo>
                    <a:cubicBezTo>
                      <a:pt x="31" y="279"/>
                      <a:pt x="31" y="279"/>
                      <a:pt x="31" y="248"/>
                    </a:cubicBezTo>
                    <a:cubicBezTo>
                      <a:pt x="31" y="248"/>
                      <a:pt x="31" y="248"/>
                      <a:pt x="31" y="216"/>
                    </a:cubicBezTo>
                    <a:lnTo>
                      <a:pt x="62" y="216"/>
                    </a:lnTo>
                    <a:lnTo>
                      <a:pt x="62" y="216"/>
                    </a:lnTo>
                    <a:cubicBezTo>
                      <a:pt x="93" y="216"/>
                      <a:pt x="93" y="216"/>
                      <a:pt x="93" y="216"/>
                    </a:cubicBezTo>
                    <a:lnTo>
                      <a:pt x="93" y="216"/>
                    </a:lnTo>
                    <a:lnTo>
                      <a:pt x="93" y="216"/>
                    </a:lnTo>
                    <a:cubicBezTo>
                      <a:pt x="93" y="186"/>
                      <a:pt x="62" y="186"/>
                      <a:pt x="93" y="186"/>
                    </a:cubicBezTo>
                    <a:lnTo>
                      <a:pt x="93" y="186"/>
                    </a:lnTo>
                    <a:cubicBezTo>
                      <a:pt x="93" y="186"/>
                      <a:pt x="93" y="186"/>
                      <a:pt x="62" y="155"/>
                    </a:cubicBezTo>
                    <a:lnTo>
                      <a:pt x="62" y="155"/>
                    </a:lnTo>
                    <a:lnTo>
                      <a:pt x="62" y="124"/>
                    </a:lnTo>
                    <a:cubicBezTo>
                      <a:pt x="62" y="124"/>
                      <a:pt x="62" y="92"/>
                      <a:pt x="31" y="92"/>
                    </a:cubicBezTo>
                    <a:cubicBezTo>
                      <a:pt x="31" y="62"/>
                      <a:pt x="31" y="31"/>
                      <a:pt x="62" y="31"/>
                    </a:cubicBezTo>
                    <a:lnTo>
                      <a:pt x="62" y="31"/>
                    </a:lnTo>
                    <a:lnTo>
                      <a:pt x="62" y="31"/>
                    </a:lnTo>
                    <a:lnTo>
                      <a:pt x="62" y="0"/>
                    </a:lnTo>
                    <a:lnTo>
                      <a:pt x="62" y="0"/>
                    </a:lnTo>
                    <a:lnTo>
                      <a:pt x="62" y="0"/>
                    </a:lnTo>
                    <a:cubicBezTo>
                      <a:pt x="62" y="0"/>
                      <a:pt x="62" y="0"/>
                      <a:pt x="31" y="0"/>
                    </a:cubicBezTo>
                    <a:lnTo>
                      <a:pt x="31" y="0"/>
                    </a:lnTo>
                    <a:lnTo>
                      <a:pt x="31" y="0"/>
                    </a:lnTo>
                    <a:cubicBezTo>
                      <a:pt x="31" y="31"/>
                      <a:pt x="0" y="31"/>
                      <a:pt x="0"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56" name="Freeform 105">
                <a:extLst>
                  <a:ext uri="{FF2B5EF4-FFF2-40B4-BE49-F238E27FC236}">
                    <a16:creationId xmlns:a16="http://schemas.microsoft.com/office/drawing/2014/main" id="{B72BB2FE-D612-B285-ACEF-35367065ADF3}"/>
                  </a:ext>
                </a:extLst>
              </p:cNvPr>
              <p:cNvSpPr>
                <a:spLocks noChangeArrowheads="1"/>
              </p:cNvSpPr>
              <p:nvPr/>
            </p:nvSpPr>
            <p:spPr bwMode="auto">
              <a:xfrm>
                <a:off x="5141913" y="1423988"/>
                <a:ext cx="1193800" cy="736600"/>
              </a:xfrm>
              <a:custGeom>
                <a:avLst/>
                <a:gdLst>
                  <a:gd name="T0" fmla="*/ 2913 w 3317"/>
                  <a:gd name="T1" fmla="*/ 712 h 2046"/>
                  <a:gd name="T2" fmla="*/ 3130 w 3317"/>
                  <a:gd name="T3" fmla="*/ 620 h 2046"/>
                  <a:gd name="T4" fmla="*/ 3161 w 3317"/>
                  <a:gd name="T5" fmla="*/ 496 h 2046"/>
                  <a:gd name="T6" fmla="*/ 3254 w 3317"/>
                  <a:gd name="T7" fmla="*/ 464 h 2046"/>
                  <a:gd name="T8" fmla="*/ 3254 w 3317"/>
                  <a:gd name="T9" fmla="*/ 340 h 2046"/>
                  <a:gd name="T10" fmla="*/ 3069 w 3317"/>
                  <a:gd name="T11" fmla="*/ 279 h 2046"/>
                  <a:gd name="T12" fmla="*/ 2851 w 3317"/>
                  <a:gd name="T13" fmla="*/ 62 h 2046"/>
                  <a:gd name="T14" fmla="*/ 2665 w 3317"/>
                  <a:gd name="T15" fmla="*/ 0 h 2046"/>
                  <a:gd name="T16" fmla="*/ 2603 w 3317"/>
                  <a:gd name="T17" fmla="*/ 62 h 2046"/>
                  <a:gd name="T18" fmla="*/ 2479 w 3317"/>
                  <a:gd name="T19" fmla="*/ 216 h 2046"/>
                  <a:gd name="T20" fmla="*/ 2325 w 3317"/>
                  <a:gd name="T21" fmla="*/ 310 h 2046"/>
                  <a:gd name="T22" fmla="*/ 2541 w 3317"/>
                  <a:gd name="T23" fmla="*/ 403 h 2046"/>
                  <a:gd name="T24" fmla="*/ 2479 w 3317"/>
                  <a:gd name="T25" fmla="*/ 434 h 2046"/>
                  <a:gd name="T26" fmla="*/ 2355 w 3317"/>
                  <a:gd name="T27" fmla="*/ 464 h 2046"/>
                  <a:gd name="T28" fmla="*/ 2201 w 3317"/>
                  <a:gd name="T29" fmla="*/ 558 h 2046"/>
                  <a:gd name="T30" fmla="*/ 2107 w 3317"/>
                  <a:gd name="T31" fmla="*/ 588 h 2046"/>
                  <a:gd name="T32" fmla="*/ 1983 w 3317"/>
                  <a:gd name="T33" fmla="*/ 712 h 2046"/>
                  <a:gd name="T34" fmla="*/ 1673 w 3317"/>
                  <a:gd name="T35" fmla="*/ 744 h 2046"/>
                  <a:gd name="T36" fmla="*/ 1549 w 3317"/>
                  <a:gd name="T37" fmla="*/ 744 h 2046"/>
                  <a:gd name="T38" fmla="*/ 1240 w 3317"/>
                  <a:gd name="T39" fmla="*/ 681 h 2046"/>
                  <a:gd name="T40" fmla="*/ 1085 w 3317"/>
                  <a:gd name="T41" fmla="*/ 558 h 2046"/>
                  <a:gd name="T42" fmla="*/ 898 w 3317"/>
                  <a:gd name="T43" fmla="*/ 434 h 2046"/>
                  <a:gd name="T44" fmla="*/ 713 w 3317"/>
                  <a:gd name="T45" fmla="*/ 279 h 2046"/>
                  <a:gd name="T46" fmla="*/ 620 w 3317"/>
                  <a:gd name="T47" fmla="*/ 434 h 2046"/>
                  <a:gd name="T48" fmla="*/ 496 w 3317"/>
                  <a:gd name="T49" fmla="*/ 434 h 2046"/>
                  <a:gd name="T50" fmla="*/ 433 w 3317"/>
                  <a:gd name="T51" fmla="*/ 558 h 2046"/>
                  <a:gd name="T52" fmla="*/ 372 w 3317"/>
                  <a:gd name="T53" fmla="*/ 651 h 2046"/>
                  <a:gd name="T54" fmla="*/ 341 w 3317"/>
                  <a:gd name="T55" fmla="*/ 744 h 2046"/>
                  <a:gd name="T56" fmla="*/ 61 w 3317"/>
                  <a:gd name="T57" fmla="*/ 836 h 2046"/>
                  <a:gd name="T58" fmla="*/ 0 w 3317"/>
                  <a:gd name="T59" fmla="*/ 899 h 2046"/>
                  <a:gd name="T60" fmla="*/ 124 w 3317"/>
                  <a:gd name="T61" fmla="*/ 1053 h 2046"/>
                  <a:gd name="T62" fmla="*/ 248 w 3317"/>
                  <a:gd name="T63" fmla="*/ 1084 h 2046"/>
                  <a:gd name="T64" fmla="*/ 341 w 3317"/>
                  <a:gd name="T65" fmla="*/ 1084 h 2046"/>
                  <a:gd name="T66" fmla="*/ 341 w 3317"/>
                  <a:gd name="T67" fmla="*/ 1208 h 2046"/>
                  <a:gd name="T68" fmla="*/ 278 w 3317"/>
                  <a:gd name="T69" fmla="*/ 1364 h 2046"/>
                  <a:gd name="T70" fmla="*/ 372 w 3317"/>
                  <a:gd name="T71" fmla="*/ 1456 h 2046"/>
                  <a:gd name="T72" fmla="*/ 526 w 3317"/>
                  <a:gd name="T73" fmla="*/ 1488 h 2046"/>
                  <a:gd name="T74" fmla="*/ 650 w 3317"/>
                  <a:gd name="T75" fmla="*/ 1549 h 2046"/>
                  <a:gd name="T76" fmla="*/ 774 w 3317"/>
                  <a:gd name="T77" fmla="*/ 1580 h 2046"/>
                  <a:gd name="T78" fmla="*/ 868 w 3317"/>
                  <a:gd name="T79" fmla="*/ 1549 h 2046"/>
                  <a:gd name="T80" fmla="*/ 961 w 3317"/>
                  <a:gd name="T81" fmla="*/ 1580 h 2046"/>
                  <a:gd name="T82" fmla="*/ 1085 w 3317"/>
                  <a:gd name="T83" fmla="*/ 1519 h 2046"/>
                  <a:gd name="T84" fmla="*/ 1240 w 3317"/>
                  <a:gd name="T85" fmla="*/ 1488 h 2046"/>
                  <a:gd name="T86" fmla="*/ 1394 w 3317"/>
                  <a:gd name="T87" fmla="*/ 1704 h 2046"/>
                  <a:gd name="T88" fmla="*/ 1332 w 3317"/>
                  <a:gd name="T89" fmla="*/ 1828 h 2046"/>
                  <a:gd name="T90" fmla="*/ 1394 w 3317"/>
                  <a:gd name="T91" fmla="*/ 1890 h 2046"/>
                  <a:gd name="T92" fmla="*/ 1457 w 3317"/>
                  <a:gd name="T93" fmla="*/ 1984 h 2046"/>
                  <a:gd name="T94" fmla="*/ 1549 w 3317"/>
                  <a:gd name="T95" fmla="*/ 1952 h 2046"/>
                  <a:gd name="T96" fmla="*/ 1673 w 3317"/>
                  <a:gd name="T97" fmla="*/ 1921 h 2046"/>
                  <a:gd name="T98" fmla="*/ 1766 w 3317"/>
                  <a:gd name="T99" fmla="*/ 1921 h 2046"/>
                  <a:gd name="T100" fmla="*/ 1890 w 3317"/>
                  <a:gd name="T101" fmla="*/ 2014 h 2046"/>
                  <a:gd name="T102" fmla="*/ 2169 w 3317"/>
                  <a:gd name="T103" fmla="*/ 1952 h 2046"/>
                  <a:gd name="T104" fmla="*/ 2386 w 3317"/>
                  <a:gd name="T105" fmla="*/ 1828 h 2046"/>
                  <a:gd name="T106" fmla="*/ 2573 w 3317"/>
                  <a:gd name="T107" fmla="*/ 1612 h 2046"/>
                  <a:gd name="T108" fmla="*/ 2573 w 3317"/>
                  <a:gd name="T109" fmla="*/ 1519 h 2046"/>
                  <a:gd name="T110" fmla="*/ 2573 w 3317"/>
                  <a:gd name="T111" fmla="*/ 1271 h 2046"/>
                  <a:gd name="T112" fmla="*/ 2541 w 3317"/>
                  <a:gd name="T113" fmla="*/ 1053 h 2046"/>
                  <a:gd name="T114" fmla="*/ 2386 w 3317"/>
                  <a:gd name="T115" fmla="*/ 960 h 2046"/>
                  <a:gd name="T116" fmla="*/ 2603 w 3317"/>
                  <a:gd name="T117" fmla="*/ 744 h 2046"/>
                  <a:gd name="T118" fmla="*/ 2821 w 3317"/>
                  <a:gd name="T119" fmla="*/ 775 h 20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317" h="2046">
                    <a:moveTo>
                      <a:pt x="2821" y="775"/>
                    </a:moveTo>
                    <a:lnTo>
                      <a:pt x="2821" y="775"/>
                    </a:lnTo>
                    <a:lnTo>
                      <a:pt x="2821" y="775"/>
                    </a:lnTo>
                    <a:lnTo>
                      <a:pt x="2821" y="775"/>
                    </a:lnTo>
                    <a:lnTo>
                      <a:pt x="2821" y="775"/>
                    </a:lnTo>
                    <a:lnTo>
                      <a:pt x="2851" y="744"/>
                    </a:lnTo>
                    <a:lnTo>
                      <a:pt x="2851" y="744"/>
                    </a:lnTo>
                    <a:lnTo>
                      <a:pt x="2851" y="744"/>
                    </a:lnTo>
                    <a:lnTo>
                      <a:pt x="2882" y="744"/>
                    </a:lnTo>
                    <a:cubicBezTo>
                      <a:pt x="2882" y="712"/>
                      <a:pt x="2882" y="712"/>
                      <a:pt x="2913" y="712"/>
                    </a:cubicBezTo>
                    <a:lnTo>
                      <a:pt x="2913" y="712"/>
                    </a:lnTo>
                    <a:cubicBezTo>
                      <a:pt x="2944" y="712"/>
                      <a:pt x="2944" y="712"/>
                      <a:pt x="2944" y="712"/>
                    </a:cubicBezTo>
                    <a:cubicBezTo>
                      <a:pt x="2944" y="712"/>
                      <a:pt x="2975" y="712"/>
                      <a:pt x="2975" y="681"/>
                    </a:cubicBezTo>
                    <a:lnTo>
                      <a:pt x="2975" y="681"/>
                    </a:lnTo>
                    <a:lnTo>
                      <a:pt x="3006" y="681"/>
                    </a:lnTo>
                    <a:lnTo>
                      <a:pt x="3006" y="681"/>
                    </a:lnTo>
                    <a:cubicBezTo>
                      <a:pt x="3037" y="681"/>
                      <a:pt x="3037" y="651"/>
                      <a:pt x="3037" y="651"/>
                    </a:cubicBezTo>
                    <a:cubicBezTo>
                      <a:pt x="3037" y="651"/>
                      <a:pt x="3037" y="651"/>
                      <a:pt x="3069" y="620"/>
                    </a:cubicBezTo>
                    <a:lnTo>
                      <a:pt x="3069" y="620"/>
                    </a:lnTo>
                    <a:lnTo>
                      <a:pt x="3069" y="620"/>
                    </a:lnTo>
                    <a:cubicBezTo>
                      <a:pt x="3099" y="620"/>
                      <a:pt x="3099" y="620"/>
                      <a:pt x="3099" y="620"/>
                    </a:cubicBezTo>
                    <a:lnTo>
                      <a:pt x="3130" y="620"/>
                    </a:lnTo>
                    <a:lnTo>
                      <a:pt x="3130" y="620"/>
                    </a:lnTo>
                    <a:lnTo>
                      <a:pt x="3130" y="620"/>
                    </a:lnTo>
                    <a:cubicBezTo>
                      <a:pt x="3130" y="620"/>
                      <a:pt x="3130" y="620"/>
                      <a:pt x="3130" y="588"/>
                    </a:cubicBezTo>
                    <a:lnTo>
                      <a:pt x="3130" y="588"/>
                    </a:lnTo>
                    <a:lnTo>
                      <a:pt x="3130" y="558"/>
                    </a:lnTo>
                    <a:lnTo>
                      <a:pt x="3130" y="558"/>
                    </a:lnTo>
                    <a:lnTo>
                      <a:pt x="3099" y="558"/>
                    </a:lnTo>
                    <a:cubicBezTo>
                      <a:pt x="3099" y="527"/>
                      <a:pt x="3099" y="527"/>
                      <a:pt x="3099" y="527"/>
                    </a:cubicBezTo>
                    <a:cubicBezTo>
                      <a:pt x="3099" y="527"/>
                      <a:pt x="3099" y="496"/>
                      <a:pt x="3130" y="496"/>
                    </a:cubicBezTo>
                    <a:lnTo>
                      <a:pt x="3130" y="496"/>
                    </a:lnTo>
                    <a:lnTo>
                      <a:pt x="3161" y="496"/>
                    </a:lnTo>
                    <a:cubicBezTo>
                      <a:pt x="3161" y="496"/>
                      <a:pt x="3161" y="496"/>
                      <a:pt x="3161" y="464"/>
                    </a:cubicBezTo>
                    <a:lnTo>
                      <a:pt x="3161" y="464"/>
                    </a:lnTo>
                    <a:cubicBezTo>
                      <a:pt x="3161" y="464"/>
                      <a:pt x="3161" y="464"/>
                      <a:pt x="3192" y="464"/>
                    </a:cubicBezTo>
                    <a:lnTo>
                      <a:pt x="3192" y="464"/>
                    </a:lnTo>
                    <a:lnTo>
                      <a:pt x="3192" y="464"/>
                    </a:lnTo>
                    <a:cubicBezTo>
                      <a:pt x="3192" y="464"/>
                      <a:pt x="3192" y="464"/>
                      <a:pt x="3223" y="496"/>
                    </a:cubicBezTo>
                    <a:lnTo>
                      <a:pt x="3223" y="496"/>
                    </a:lnTo>
                    <a:cubicBezTo>
                      <a:pt x="3223" y="464"/>
                      <a:pt x="3254" y="464"/>
                      <a:pt x="3254" y="464"/>
                    </a:cubicBezTo>
                    <a:lnTo>
                      <a:pt x="3254" y="464"/>
                    </a:lnTo>
                    <a:lnTo>
                      <a:pt x="3254" y="464"/>
                    </a:lnTo>
                    <a:lnTo>
                      <a:pt x="3254" y="464"/>
                    </a:lnTo>
                    <a:lnTo>
                      <a:pt x="3254" y="464"/>
                    </a:lnTo>
                    <a:cubicBezTo>
                      <a:pt x="3254" y="434"/>
                      <a:pt x="3285" y="434"/>
                      <a:pt x="3285" y="403"/>
                    </a:cubicBezTo>
                    <a:lnTo>
                      <a:pt x="3285" y="403"/>
                    </a:lnTo>
                    <a:lnTo>
                      <a:pt x="3285" y="403"/>
                    </a:lnTo>
                    <a:cubicBezTo>
                      <a:pt x="3285" y="372"/>
                      <a:pt x="3285" y="372"/>
                      <a:pt x="3285" y="372"/>
                    </a:cubicBezTo>
                    <a:cubicBezTo>
                      <a:pt x="3285" y="372"/>
                      <a:pt x="3285" y="340"/>
                      <a:pt x="3316" y="340"/>
                    </a:cubicBezTo>
                    <a:lnTo>
                      <a:pt x="3316" y="340"/>
                    </a:lnTo>
                    <a:lnTo>
                      <a:pt x="3316" y="340"/>
                    </a:lnTo>
                    <a:lnTo>
                      <a:pt x="3285" y="340"/>
                    </a:lnTo>
                    <a:lnTo>
                      <a:pt x="3285" y="340"/>
                    </a:lnTo>
                    <a:cubicBezTo>
                      <a:pt x="3254" y="340"/>
                      <a:pt x="3254" y="340"/>
                      <a:pt x="3254" y="340"/>
                    </a:cubicBezTo>
                    <a:lnTo>
                      <a:pt x="3254" y="340"/>
                    </a:lnTo>
                    <a:lnTo>
                      <a:pt x="3254" y="340"/>
                    </a:lnTo>
                    <a:cubicBezTo>
                      <a:pt x="3254" y="372"/>
                      <a:pt x="3223" y="372"/>
                      <a:pt x="3192" y="372"/>
                    </a:cubicBezTo>
                    <a:lnTo>
                      <a:pt x="3192" y="372"/>
                    </a:lnTo>
                    <a:cubicBezTo>
                      <a:pt x="3161" y="372"/>
                      <a:pt x="3161" y="372"/>
                      <a:pt x="3130" y="372"/>
                    </a:cubicBezTo>
                    <a:lnTo>
                      <a:pt x="3130" y="372"/>
                    </a:lnTo>
                    <a:cubicBezTo>
                      <a:pt x="3099" y="372"/>
                      <a:pt x="3099" y="340"/>
                      <a:pt x="3099" y="340"/>
                    </a:cubicBezTo>
                    <a:cubicBezTo>
                      <a:pt x="3099" y="340"/>
                      <a:pt x="3099" y="340"/>
                      <a:pt x="3099" y="310"/>
                    </a:cubicBezTo>
                    <a:lnTo>
                      <a:pt x="3099" y="310"/>
                    </a:lnTo>
                    <a:lnTo>
                      <a:pt x="3099" y="310"/>
                    </a:lnTo>
                    <a:cubicBezTo>
                      <a:pt x="3069" y="310"/>
                      <a:pt x="3069" y="310"/>
                      <a:pt x="3069" y="279"/>
                    </a:cubicBezTo>
                    <a:cubicBezTo>
                      <a:pt x="3069" y="279"/>
                      <a:pt x="3069" y="279"/>
                      <a:pt x="3037" y="279"/>
                    </a:cubicBezTo>
                    <a:lnTo>
                      <a:pt x="3037" y="279"/>
                    </a:lnTo>
                    <a:lnTo>
                      <a:pt x="3037" y="279"/>
                    </a:lnTo>
                    <a:lnTo>
                      <a:pt x="3037" y="279"/>
                    </a:lnTo>
                    <a:cubicBezTo>
                      <a:pt x="3006" y="279"/>
                      <a:pt x="2975" y="279"/>
                      <a:pt x="2975" y="279"/>
                    </a:cubicBezTo>
                    <a:cubicBezTo>
                      <a:pt x="2944" y="248"/>
                      <a:pt x="2944" y="248"/>
                      <a:pt x="2913" y="216"/>
                    </a:cubicBezTo>
                    <a:lnTo>
                      <a:pt x="2913" y="186"/>
                    </a:lnTo>
                    <a:cubicBezTo>
                      <a:pt x="2913" y="155"/>
                      <a:pt x="2913" y="155"/>
                      <a:pt x="2882" y="155"/>
                    </a:cubicBezTo>
                    <a:cubicBezTo>
                      <a:pt x="2882" y="124"/>
                      <a:pt x="2882" y="124"/>
                      <a:pt x="2882" y="124"/>
                    </a:cubicBezTo>
                    <a:cubicBezTo>
                      <a:pt x="2882" y="124"/>
                      <a:pt x="2882" y="92"/>
                      <a:pt x="2851" y="92"/>
                    </a:cubicBezTo>
                    <a:lnTo>
                      <a:pt x="2851" y="62"/>
                    </a:lnTo>
                    <a:cubicBezTo>
                      <a:pt x="2851" y="62"/>
                      <a:pt x="2851" y="31"/>
                      <a:pt x="2821" y="31"/>
                    </a:cubicBezTo>
                    <a:lnTo>
                      <a:pt x="2821" y="31"/>
                    </a:lnTo>
                    <a:lnTo>
                      <a:pt x="2821" y="31"/>
                    </a:lnTo>
                    <a:lnTo>
                      <a:pt x="2821" y="31"/>
                    </a:lnTo>
                    <a:lnTo>
                      <a:pt x="2821" y="31"/>
                    </a:lnTo>
                    <a:lnTo>
                      <a:pt x="2789" y="31"/>
                    </a:lnTo>
                    <a:lnTo>
                      <a:pt x="2789" y="31"/>
                    </a:lnTo>
                    <a:lnTo>
                      <a:pt x="2758" y="31"/>
                    </a:lnTo>
                    <a:cubicBezTo>
                      <a:pt x="2758" y="31"/>
                      <a:pt x="2758" y="0"/>
                      <a:pt x="2727" y="0"/>
                    </a:cubicBezTo>
                    <a:lnTo>
                      <a:pt x="2665" y="0"/>
                    </a:lnTo>
                    <a:lnTo>
                      <a:pt x="2665" y="0"/>
                    </a:lnTo>
                    <a:cubicBezTo>
                      <a:pt x="2634" y="0"/>
                      <a:pt x="2634" y="0"/>
                      <a:pt x="2634" y="0"/>
                    </a:cubicBezTo>
                    <a:cubicBezTo>
                      <a:pt x="2634" y="31"/>
                      <a:pt x="2634" y="31"/>
                      <a:pt x="2603" y="31"/>
                    </a:cubicBezTo>
                    <a:lnTo>
                      <a:pt x="2603" y="31"/>
                    </a:lnTo>
                    <a:lnTo>
                      <a:pt x="2603" y="31"/>
                    </a:lnTo>
                    <a:cubicBezTo>
                      <a:pt x="2603" y="0"/>
                      <a:pt x="2603" y="0"/>
                      <a:pt x="2603" y="0"/>
                    </a:cubicBezTo>
                    <a:lnTo>
                      <a:pt x="2573" y="31"/>
                    </a:lnTo>
                    <a:lnTo>
                      <a:pt x="2573" y="31"/>
                    </a:lnTo>
                    <a:lnTo>
                      <a:pt x="2603" y="31"/>
                    </a:lnTo>
                    <a:cubicBezTo>
                      <a:pt x="2603" y="62"/>
                      <a:pt x="2603" y="62"/>
                      <a:pt x="2603" y="62"/>
                    </a:cubicBezTo>
                    <a:lnTo>
                      <a:pt x="2603" y="62"/>
                    </a:lnTo>
                    <a:lnTo>
                      <a:pt x="2603" y="62"/>
                    </a:lnTo>
                    <a:cubicBezTo>
                      <a:pt x="2603" y="92"/>
                      <a:pt x="2573" y="92"/>
                      <a:pt x="2573" y="124"/>
                    </a:cubicBezTo>
                    <a:lnTo>
                      <a:pt x="2541" y="124"/>
                    </a:lnTo>
                    <a:lnTo>
                      <a:pt x="2541" y="155"/>
                    </a:lnTo>
                    <a:lnTo>
                      <a:pt x="2541" y="155"/>
                    </a:lnTo>
                    <a:lnTo>
                      <a:pt x="2541" y="155"/>
                    </a:lnTo>
                    <a:lnTo>
                      <a:pt x="2510" y="186"/>
                    </a:lnTo>
                    <a:lnTo>
                      <a:pt x="2510" y="186"/>
                    </a:lnTo>
                    <a:lnTo>
                      <a:pt x="2510" y="186"/>
                    </a:lnTo>
                    <a:lnTo>
                      <a:pt x="2510" y="186"/>
                    </a:lnTo>
                    <a:cubicBezTo>
                      <a:pt x="2510" y="216"/>
                      <a:pt x="2510" y="216"/>
                      <a:pt x="2479" y="216"/>
                    </a:cubicBezTo>
                    <a:lnTo>
                      <a:pt x="2479" y="216"/>
                    </a:lnTo>
                    <a:lnTo>
                      <a:pt x="2479" y="216"/>
                    </a:lnTo>
                    <a:cubicBezTo>
                      <a:pt x="2479" y="248"/>
                      <a:pt x="2479" y="248"/>
                      <a:pt x="2449" y="248"/>
                    </a:cubicBezTo>
                    <a:cubicBezTo>
                      <a:pt x="2449" y="248"/>
                      <a:pt x="2417" y="248"/>
                      <a:pt x="2386" y="248"/>
                    </a:cubicBezTo>
                    <a:lnTo>
                      <a:pt x="2386" y="248"/>
                    </a:lnTo>
                    <a:lnTo>
                      <a:pt x="2355" y="248"/>
                    </a:lnTo>
                    <a:cubicBezTo>
                      <a:pt x="2355" y="248"/>
                      <a:pt x="2355" y="279"/>
                      <a:pt x="2325" y="279"/>
                    </a:cubicBezTo>
                    <a:lnTo>
                      <a:pt x="2325" y="310"/>
                    </a:lnTo>
                    <a:lnTo>
                      <a:pt x="2325" y="310"/>
                    </a:lnTo>
                    <a:lnTo>
                      <a:pt x="2325" y="310"/>
                    </a:lnTo>
                    <a:lnTo>
                      <a:pt x="2325" y="310"/>
                    </a:lnTo>
                    <a:lnTo>
                      <a:pt x="2325" y="310"/>
                    </a:lnTo>
                    <a:lnTo>
                      <a:pt x="2325" y="310"/>
                    </a:lnTo>
                    <a:cubicBezTo>
                      <a:pt x="2355" y="310"/>
                      <a:pt x="2355" y="310"/>
                      <a:pt x="2355" y="310"/>
                    </a:cubicBezTo>
                    <a:lnTo>
                      <a:pt x="2355" y="310"/>
                    </a:lnTo>
                    <a:lnTo>
                      <a:pt x="2386" y="310"/>
                    </a:lnTo>
                    <a:lnTo>
                      <a:pt x="2386" y="310"/>
                    </a:lnTo>
                    <a:cubicBezTo>
                      <a:pt x="2417" y="310"/>
                      <a:pt x="2417" y="310"/>
                      <a:pt x="2417" y="310"/>
                    </a:cubicBezTo>
                    <a:lnTo>
                      <a:pt x="2417" y="310"/>
                    </a:lnTo>
                    <a:cubicBezTo>
                      <a:pt x="2449" y="310"/>
                      <a:pt x="2449" y="310"/>
                      <a:pt x="2449" y="310"/>
                    </a:cubicBezTo>
                    <a:cubicBezTo>
                      <a:pt x="2449" y="310"/>
                      <a:pt x="2449" y="310"/>
                      <a:pt x="2479" y="310"/>
                    </a:cubicBezTo>
                    <a:cubicBezTo>
                      <a:pt x="2479" y="340"/>
                      <a:pt x="2541" y="372"/>
                      <a:pt x="2541" y="372"/>
                    </a:cubicBezTo>
                    <a:lnTo>
                      <a:pt x="2541" y="403"/>
                    </a:lnTo>
                    <a:cubicBezTo>
                      <a:pt x="2541" y="403"/>
                      <a:pt x="2541" y="403"/>
                      <a:pt x="2541" y="434"/>
                    </a:cubicBezTo>
                    <a:lnTo>
                      <a:pt x="2541" y="434"/>
                    </a:lnTo>
                    <a:cubicBezTo>
                      <a:pt x="2541" y="434"/>
                      <a:pt x="2541" y="464"/>
                      <a:pt x="2510" y="464"/>
                    </a:cubicBezTo>
                    <a:lnTo>
                      <a:pt x="2510" y="464"/>
                    </a:lnTo>
                    <a:lnTo>
                      <a:pt x="2510" y="434"/>
                    </a:lnTo>
                    <a:lnTo>
                      <a:pt x="2510" y="434"/>
                    </a:lnTo>
                    <a:cubicBezTo>
                      <a:pt x="2479" y="434"/>
                      <a:pt x="2479" y="434"/>
                      <a:pt x="2479" y="434"/>
                    </a:cubicBezTo>
                    <a:lnTo>
                      <a:pt x="2479" y="434"/>
                    </a:lnTo>
                    <a:lnTo>
                      <a:pt x="2479" y="434"/>
                    </a:lnTo>
                    <a:lnTo>
                      <a:pt x="2479" y="434"/>
                    </a:lnTo>
                    <a:lnTo>
                      <a:pt x="2479" y="434"/>
                    </a:lnTo>
                    <a:cubicBezTo>
                      <a:pt x="2449" y="434"/>
                      <a:pt x="2449" y="434"/>
                      <a:pt x="2449" y="434"/>
                    </a:cubicBezTo>
                    <a:lnTo>
                      <a:pt x="2449" y="434"/>
                    </a:lnTo>
                    <a:lnTo>
                      <a:pt x="2449" y="434"/>
                    </a:lnTo>
                    <a:cubicBezTo>
                      <a:pt x="2449" y="434"/>
                      <a:pt x="2449" y="434"/>
                      <a:pt x="2417" y="434"/>
                    </a:cubicBezTo>
                    <a:cubicBezTo>
                      <a:pt x="2417" y="464"/>
                      <a:pt x="2417" y="464"/>
                      <a:pt x="2417" y="464"/>
                    </a:cubicBezTo>
                    <a:lnTo>
                      <a:pt x="2417" y="464"/>
                    </a:lnTo>
                    <a:lnTo>
                      <a:pt x="2417" y="464"/>
                    </a:lnTo>
                    <a:cubicBezTo>
                      <a:pt x="2386" y="464"/>
                      <a:pt x="2386" y="464"/>
                      <a:pt x="2386" y="464"/>
                    </a:cubicBezTo>
                    <a:lnTo>
                      <a:pt x="2386" y="464"/>
                    </a:lnTo>
                    <a:lnTo>
                      <a:pt x="2386" y="464"/>
                    </a:lnTo>
                    <a:lnTo>
                      <a:pt x="2355" y="464"/>
                    </a:lnTo>
                    <a:lnTo>
                      <a:pt x="2355" y="464"/>
                    </a:lnTo>
                    <a:lnTo>
                      <a:pt x="2355" y="464"/>
                    </a:lnTo>
                    <a:cubicBezTo>
                      <a:pt x="2355" y="496"/>
                      <a:pt x="2355" y="496"/>
                      <a:pt x="2325" y="496"/>
                    </a:cubicBezTo>
                    <a:cubicBezTo>
                      <a:pt x="2325" y="527"/>
                      <a:pt x="2325" y="527"/>
                      <a:pt x="2325" y="527"/>
                    </a:cubicBezTo>
                    <a:cubicBezTo>
                      <a:pt x="2293" y="527"/>
                      <a:pt x="2293" y="527"/>
                      <a:pt x="2293" y="527"/>
                    </a:cubicBezTo>
                    <a:lnTo>
                      <a:pt x="2293" y="527"/>
                    </a:lnTo>
                    <a:lnTo>
                      <a:pt x="2262" y="527"/>
                    </a:lnTo>
                    <a:lnTo>
                      <a:pt x="2262" y="527"/>
                    </a:lnTo>
                    <a:lnTo>
                      <a:pt x="2262" y="527"/>
                    </a:lnTo>
                    <a:cubicBezTo>
                      <a:pt x="2262" y="527"/>
                      <a:pt x="2231" y="527"/>
                      <a:pt x="2231" y="558"/>
                    </a:cubicBezTo>
                    <a:cubicBezTo>
                      <a:pt x="2201" y="558"/>
                      <a:pt x="2201" y="558"/>
                      <a:pt x="2201" y="558"/>
                    </a:cubicBezTo>
                    <a:lnTo>
                      <a:pt x="2201" y="558"/>
                    </a:lnTo>
                    <a:lnTo>
                      <a:pt x="2201" y="558"/>
                    </a:lnTo>
                    <a:cubicBezTo>
                      <a:pt x="2169" y="558"/>
                      <a:pt x="2169" y="558"/>
                      <a:pt x="2169" y="558"/>
                    </a:cubicBezTo>
                    <a:lnTo>
                      <a:pt x="2169" y="558"/>
                    </a:lnTo>
                    <a:cubicBezTo>
                      <a:pt x="2138" y="558"/>
                      <a:pt x="2138" y="558"/>
                      <a:pt x="2138" y="558"/>
                    </a:cubicBezTo>
                    <a:cubicBezTo>
                      <a:pt x="2107" y="558"/>
                      <a:pt x="2107" y="558"/>
                      <a:pt x="2077" y="558"/>
                    </a:cubicBezTo>
                    <a:lnTo>
                      <a:pt x="2077" y="558"/>
                    </a:lnTo>
                    <a:lnTo>
                      <a:pt x="2077" y="558"/>
                    </a:lnTo>
                    <a:lnTo>
                      <a:pt x="2077" y="558"/>
                    </a:lnTo>
                    <a:lnTo>
                      <a:pt x="2077" y="558"/>
                    </a:lnTo>
                    <a:cubicBezTo>
                      <a:pt x="2107" y="558"/>
                      <a:pt x="2107" y="588"/>
                      <a:pt x="2107" y="588"/>
                    </a:cubicBezTo>
                    <a:cubicBezTo>
                      <a:pt x="2107" y="620"/>
                      <a:pt x="2107" y="620"/>
                      <a:pt x="2107" y="620"/>
                    </a:cubicBezTo>
                    <a:lnTo>
                      <a:pt x="2107" y="620"/>
                    </a:lnTo>
                    <a:cubicBezTo>
                      <a:pt x="2107" y="651"/>
                      <a:pt x="2077" y="651"/>
                      <a:pt x="2077" y="651"/>
                    </a:cubicBezTo>
                    <a:lnTo>
                      <a:pt x="2077" y="651"/>
                    </a:lnTo>
                    <a:cubicBezTo>
                      <a:pt x="2077" y="651"/>
                      <a:pt x="2077" y="651"/>
                      <a:pt x="2045" y="651"/>
                    </a:cubicBezTo>
                    <a:lnTo>
                      <a:pt x="2045" y="651"/>
                    </a:lnTo>
                    <a:lnTo>
                      <a:pt x="2045" y="651"/>
                    </a:lnTo>
                    <a:lnTo>
                      <a:pt x="2045" y="651"/>
                    </a:lnTo>
                    <a:lnTo>
                      <a:pt x="2045" y="651"/>
                    </a:lnTo>
                    <a:cubicBezTo>
                      <a:pt x="2045" y="681"/>
                      <a:pt x="2045" y="681"/>
                      <a:pt x="2014" y="681"/>
                    </a:cubicBezTo>
                    <a:cubicBezTo>
                      <a:pt x="2014" y="712"/>
                      <a:pt x="1983" y="712"/>
                      <a:pt x="1983" y="712"/>
                    </a:cubicBezTo>
                    <a:lnTo>
                      <a:pt x="1983" y="712"/>
                    </a:lnTo>
                    <a:cubicBezTo>
                      <a:pt x="1953" y="712"/>
                      <a:pt x="1953" y="712"/>
                      <a:pt x="1953" y="712"/>
                    </a:cubicBezTo>
                    <a:lnTo>
                      <a:pt x="1921" y="712"/>
                    </a:lnTo>
                    <a:cubicBezTo>
                      <a:pt x="1890" y="712"/>
                      <a:pt x="1890" y="712"/>
                      <a:pt x="1859" y="712"/>
                    </a:cubicBezTo>
                    <a:lnTo>
                      <a:pt x="1829" y="712"/>
                    </a:lnTo>
                    <a:lnTo>
                      <a:pt x="1829" y="712"/>
                    </a:lnTo>
                    <a:cubicBezTo>
                      <a:pt x="1829" y="712"/>
                      <a:pt x="1797" y="744"/>
                      <a:pt x="1766" y="744"/>
                    </a:cubicBezTo>
                    <a:cubicBezTo>
                      <a:pt x="1766" y="744"/>
                      <a:pt x="1735" y="775"/>
                      <a:pt x="1705" y="775"/>
                    </a:cubicBezTo>
                    <a:lnTo>
                      <a:pt x="1705" y="775"/>
                    </a:lnTo>
                    <a:cubicBezTo>
                      <a:pt x="1673" y="775"/>
                      <a:pt x="1673" y="775"/>
                      <a:pt x="1673" y="744"/>
                    </a:cubicBezTo>
                    <a:lnTo>
                      <a:pt x="1673" y="744"/>
                    </a:lnTo>
                    <a:cubicBezTo>
                      <a:pt x="1642" y="744"/>
                      <a:pt x="1642" y="775"/>
                      <a:pt x="1642" y="775"/>
                    </a:cubicBezTo>
                    <a:lnTo>
                      <a:pt x="1642" y="775"/>
                    </a:lnTo>
                    <a:lnTo>
                      <a:pt x="1642" y="775"/>
                    </a:lnTo>
                    <a:cubicBezTo>
                      <a:pt x="1642" y="775"/>
                      <a:pt x="1642" y="775"/>
                      <a:pt x="1611" y="775"/>
                    </a:cubicBezTo>
                    <a:lnTo>
                      <a:pt x="1611" y="775"/>
                    </a:lnTo>
                    <a:cubicBezTo>
                      <a:pt x="1611" y="775"/>
                      <a:pt x="1611" y="775"/>
                      <a:pt x="1581" y="744"/>
                    </a:cubicBezTo>
                    <a:lnTo>
                      <a:pt x="1581" y="744"/>
                    </a:lnTo>
                    <a:lnTo>
                      <a:pt x="1581" y="744"/>
                    </a:lnTo>
                    <a:lnTo>
                      <a:pt x="1581" y="744"/>
                    </a:lnTo>
                    <a:lnTo>
                      <a:pt x="1581" y="744"/>
                    </a:lnTo>
                    <a:cubicBezTo>
                      <a:pt x="1581" y="744"/>
                      <a:pt x="1581" y="744"/>
                      <a:pt x="1549" y="744"/>
                    </a:cubicBezTo>
                    <a:lnTo>
                      <a:pt x="1549" y="744"/>
                    </a:lnTo>
                    <a:cubicBezTo>
                      <a:pt x="1518" y="744"/>
                      <a:pt x="1518" y="712"/>
                      <a:pt x="1487" y="712"/>
                    </a:cubicBezTo>
                    <a:lnTo>
                      <a:pt x="1487" y="712"/>
                    </a:lnTo>
                    <a:lnTo>
                      <a:pt x="1487" y="712"/>
                    </a:lnTo>
                    <a:cubicBezTo>
                      <a:pt x="1457" y="712"/>
                      <a:pt x="1457" y="712"/>
                      <a:pt x="1457" y="712"/>
                    </a:cubicBezTo>
                    <a:lnTo>
                      <a:pt x="1425" y="712"/>
                    </a:lnTo>
                    <a:lnTo>
                      <a:pt x="1425" y="712"/>
                    </a:lnTo>
                    <a:cubicBezTo>
                      <a:pt x="1394" y="712"/>
                      <a:pt x="1394" y="712"/>
                      <a:pt x="1394" y="712"/>
                    </a:cubicBezTo>
                    <a:cubicBezTo>
                      <a:pt x="1364" y="712"/>
                      <a:pt x="1332" y="712"/>
                      <a:pt x="1332" y="712"/>
                    </a:cubicBezTo>
                    <a:cubicBezTo>
                      <a:pt x="1332" y="712"/>
                      <a:pt x="1270" y="712"/>
                      <a:pt x="1240" y="681"/>
                    </a:cubicBezTo>
                    <a:lnTo>
                      <a:pt x="1240" y="681"/>
                    </a:lnTo>
                    <a:cubicBezTo>
                      <a:pt x="1209" y="681"/>
                      <a:pt x="1209" y="681"/>
                      <a:pt x="1209" y="681"/>
                    </a:cubicBezTo>
                    <a:lnTo>
                      <a:pt x="1209" y="681"/>
                    </a:lnTo>
                    <a:cubicBezTo>
                      <a:pt x="1177" y="681"/>
                      <a:pt x="1177" y="651"/>
                      <a:pt x="1177" y="651"/>
                    </a:cubicBezTo>
                    <a:lnTo>
                      <a:pt x="1146" y="620"/>
                    </a:lnTo>
                    <a:lnTo>
                      <a:pt x="1146" y="620"/>
                    </a:lnTo>
                    <a:cubicBezTo>
                      <a:pt x="1146" y="620"/>
                      <a:pt x="1146" y="620"/>
                      <a:pt x="1146" y="588"/>
                    </a:cubicBezTo>
                    <a:lnTo>
                      <a:pt x="1146" y="588"/>
                    </a:lnTo>
                    <a:lnTo>
                      <a:pt x="1146" y="588"/>
                    </a:lnTo>
                    <a:lnTo>
                      <a:pt x="1146" y="588"/>
                    </a:lnTo>
                    <a:cubicBezTo>
                      <a:pt x="1116" y="588"/>
                      <a:pt x="1116" y="588"/>
                      <a:pt x="1116" y="588"/>
                    </a:cubicBezTo>
                    <a:cubicBezTo>
                      <a:pt x="1085" y="588"/>
                      <a:pt x="1085" y="558"/>
                      <a:pt x="1085" y="558"/>
                    </a:cubicBezTo>
                    <a:lnTo>
                      <a:pt x="1053" y="558"/>
                    </a:lnTo>
                    <a:lnTo>
                      <a:pt x="1053" y="558"/>
                    </a:lnTo>
                    <a:cubicBezTo>
                      <a:pt x="1053" y="558"/>
                      <a:pt x="1053" y="558"/>
                      <a:pt x="1022" y="558"/>
                    </a:cubicBezTo>
                    <a:cubicBezTo>
                      <a:pt x="1022" y="558"/>
                      <a:pt x="1022" y="558"/>
                      <a:pt x="992" y="558"/>
                    </a:cubicBezTo>
                    <a:lnTo>
                      <a:pt x="992" y="558"/>
                    </a:lnTo>
                    <a:lnTo>
                      <a:pt x="992" y="558"/>
                    </a:lnTo>
                    <a:cubicBezTo>
                      <a:pt x="961" y="558"/>
                      <a:pt x="961" y="558"/>
                      <a:pt x="929" y="558"/>
                    </a:cubicBezTo>
                    <a:cubicBezTo>
                      <a:pt x="898" y="558"/>
                      <a:pt x="898" y="527"/>
                      <a:pt x="898" y="527"/>
                    </a:cubicBezTo>
                    <a:cubicBezTo>
                      <a:pt x="898" y="496"/>
                      <a:pt x="898" y="496"/>
                      <a:pt x="898" y="496"/>
                    </a:cubicBezTo>
                    <a:lnTo>
                      <a:pt x="898" y="464"/>
                    </a:lnTo>
                    <a:cubicBezTo>
                      <a:pt x="898" y="434"/>
                      <a:pt x="898" y="434"/>
                      <a:pt x="898" y="434"/>
                    </a:cubicBezTo>
                    <a:cubicBezTo>
                      <a:pt x="898" y="434"/>
                      <a:pt x="898" y="434"/>
                      <a:pt x="898" y="403"/>
                    </a:cubicBezTo>
                    <a:cubicBezTo>
                      <a:pt x="898" y="403"/>
                      <a:pt x="868" y="403"/>
                      <a:pt x="868" y="372"/>
                    </a:cubicBezTo>
                    <a:lnTo>
                      <a:pt x="868" y="372"/>
                    </a:lnTo>
                    <a:lnTo>
                      <a:pt x="868" y="372"/>
                    </a:lnTo>
                    <a:cubicBezTo>
                      <a:pt x="868" y="372"/>
                      <a:pt x="868" y="372"/>
                      <a:pt x="837" y="372"/>
                    </a:cubicBezTo>
                    <a:lnTo>
                      <a:pt x="837" y="372"/>
                    </a:lnTo>
                    <a:cubicBezTo>
                      <a:pt x="837" y="372"/>
                      <a:pt x="837" y="372"/>
                      <a:pt x="805" y="372"/>
                    </a:cubicBezTo>
                    <a:cubicBezTo>
                      <a:pt x="805" y="340"/>
                      <a:pt x="774" y="340"/>
                      <a:pt x="774" y="340"/>
                    </a:cubicBezTo>
                    <a:lnTo>
                      <a:pt x="774" y="340"/>
                    </a:lnTo>
                    <a:cubicBezTo>
                      <a:pt x="744" y="340"/>
                      <a:pt x="744" y="310"/>
                      <a:pt x="744" y="310"/>
                    </a:cubicBezTo>
                    <a:cubicBezTo>
                      <a:pt x="744" y="310"/>
                      <a:pt x="713" y="310"/>
                      <a:pt x="713" y="279"/>
                    </a:cubicBezTo>
                    <a:cubicBezTo>
                      <a:pt x="713" y="310"/>
                      <a:pt x="713" y="310"/>
                      <a:pt x="713" y="310"/>
                    </a:cubicBezTo>
                    <a:cubicBezTo>
                      <a:pt x="713" y="340"/>
                      <a:pt x="681" y="340"/>
                      <a:pt x="681" y="340"/>
                    </a:cubicBezTo>
                    <a:cubicBezTo>
                      <a:pt x="681" y="340"/>
                      <a:pt x="681" y="340"/>
                      <a:pt x="650" y="340"/>
                    </a:cubicBezTo>
                    <a:lnTo>
                      <a:pt x="650" y="340"/>
                    </a:lnTo>
                    <a:lnTo>
                      <a:pt x="650" y="340"/>
                    </a:lnTo>
                    <a:lnTo>
                      <a:pt x="650" y="340"/>
                    </a:lnTo>
                    <a:cubicBezTo>
                      <a:pt x="650" y="372"/>
                      <a:pt x="650" y="372"/>
                      <a:pt x="650" y="372"/>
                    </a:cubicBezTo>
                    <a:lnTo>
                      <a:pt x="650" y="372"/>
                    </a:lnTo>
                    <a:lnTo>
                      <a:pt x="650" y="372"/>
                    </a:lnTo>
                    <a:cubicBezTo>
                      <a:pt x="650" y="403"/>
                      <a:pt x="650" y="403"/>
                      <a:pt x="650" y="403"/>
                    </a:cubicBezTo>
                    <a:cubicBezTo>
                      <a:pt x="620" y="434"/>
                      <a:pt x="620" y="434"/>
                      <a:pt x="620" y="434"/>
                    </a:cubicBezTo>
                    <a:cubicBezTo>
                      <a:pt x="589" y="434"/>
                      <a:pt x="589" y="434"/>
                      <a:pt x="589" y="434"/>
                    </a:cubicBezTo>
                    <a:lnTo>
                      <a:pt x="557" y="434"/>
                    </a:lnTo>
                    <a:lnTo>
                      <a:pt x="557" y="434"/>
                    </a:lnTo>
                    <a:lnTo>
                      <a:pt x="557" y="434"/>
                    </a:lnTo>
                    <a:cubicBezTo>
                      <a:pt x="557" y="434"/>
                      <a:pt x="557" y="434"/>
                      <a:pt x="526" y="434"/>
                    </a:cubicBezTo>
                    <a:lnTo>
                      <a:pt x="526" y="434"/>
                    </a:lnTo>
                    <a:cubicBezTo>
                      <a:pt x="496" y="434"/>
                      <a:pt x="496" y="434"/>
                      <a:pt x="496" y="434"/>
                    </a:cubicBezTo>
                    <a:cubicBezTo>
                      <a:pt x="496" y="403"/>
                      <a:pt x="496" y="403"/>
                      <a:pt x="496" y="403"/>
                    </a:cubicBezTo>
                    <a:lnTo>
                      <a:pt x="496" y="403"/>
                    </a:lnTo>
                    <a:cubicBezTo>
                      <a:pt x="496" y="434"/>
                      <a:pt x="496" y="434"/>
                      <a:pt x="496" y="434"/>
                    </a:cubicBezTo>
                    <a:lnTo>
                      <a:pt x="496" y="434"/>
                    </a:lnTo>
                    <a:lnTo>
                      <a:pt x="496" y="434"/>
                    </a:lnTo>
                    <a:cubicBezTo>
                      <a:pt x="496" y="464"/>
                      <a:pt x="496" y="464"/>
                      <a:pt x="496" y="464"/>
                    </a:cubicBezTo>
                    <a:cubicBezTo>
                      <a:pt x="496" y="464"/>
                      <a:pt x="465" y="464"/>
                      <a:pt x="465" y="496"/>
                    </a:cubicBezTo>
                    <a:cubicBezTo>
                      <a:pt x="496" y="496"/>
                      <a:pt x="496" y="496"/>
                      <a:pt x="496" y="496"/>
                    </a:cubicBezTo>
                    <a:lnTo>
                      <a:pt x="496" y="496"/>
                    </a:lnTo>
                    <a:cubicBezTo>
                      <a:pt x="496" y="527"/>
                      <a:pt x="496" y="527"/>
                      <a:pt x="496" y="527"/>
                    </a:cubicBezTo>
                    <a:lnTo>
                      <a:pt x="496" y="527"/>
                    </a:lnTo>
                    <a:cubicBezTo>
                      <a:pt x="496" y="527"/>
                      <a:pt x="465" y="558"/>
                      <a:pt x="433" y="558"/>
                    </a:cubicBezTo>
                    <a:lnTo>
                      <a:pt x="433" y="558"/>
                    </a:lnTo>
                    <a:lnTo>
                      <a:pt x="433" y="558"/>
                    </a:lnTo>
                    <a:lnTo>
                      <a:pt x="433" y="558"/>
                    </a:lnTo>
                    <a:lnTo>
                      <a:pt x="433" y="558"/>
                    </a:lnTo>
                    <a:cubicBezTo>
                      <a:pt x="402" y="527"/>
                      <a:pt x="402" y="527"/>
                      <a:pt x="402" y="527"/>
                    </a:cubicBezTo>
                    <a:cubicBezTo>
                      <a:pt x="402" y="527"/>
                      <a:pt x="402" y="527"/>
                      <a:pt x="372" y="558"/>
                    </a:cubicBezTo>
                    <a:lnTo>
                      <a:pt x="372" y="558"/>
                    </a:lnTo>
                    <a:lnTo>
                      <a:pt x="372" y="558"/>
                    </a:lnTo>
                    <a:lnTo>
                      <a:pt x="372" y="558"/>
                    </a:lnTo>
                    <a:lnTo>
                      <a:pt x="372" y="558"/>
                    </a:lnTo>
                    <a:lnTo>
                      <a:pt x="372" y="558"/>
                    </a:lnTo>
                    <a:lnTo>
                      <a:pt x="372" y="588"/>
                    </a:lnTo>
                    <a:lnTo>
                      <a:pt x="372" y="588"/>
                    </a:lnTo>
                    <a:cubicBezTo>
                      <a:pt x="372" y="620"/>
                      <a:pt x="372" y="620"/>
                      <a:pt x="372" y="651"/>
                    </a:cubicBezTo>
                    <a:lnTo>
                      <a:pt x="372" y="651"/>
                    </a:lnTo>
                    <a:lnTo>
                      <a:pt x="372" y="651"/>
                    </a:lnTo>
                    <a:cubicBezTo>
                      <a:pt x="372" y="681"/>
                      <a:pt x="372" y="681"/>
                      <a:pt x="372" y="681"/>
                    </a:cubicBezTo>
                    <a:lnTo>
                      <a:pt x="372" y="681"/>
                    </a:lnTo>
                    <a:lnTo>
                      <a:pt x="372" y="681"/>
                    </a:lnTo>
                    <a:cubicBezTo>
                      <a:pt x="341" y="681"/>
                      <a:pt x="341" y="681"/>
                      <a:pt x="341" y="681"/>
                    </a:cubicBezTo>
                    <a:lnTo>
                      <a:pt x="341" y="681"/>
                    </a:lnTo>
                    <a:lnTo>
                      <a:pt x="341" y="681"/>
                    </a:lnTo>
                    <a:cubicBezTo>
                      <a:pt x="341" y="712"/>
                      <a:pt x="341" y="712"/>
                      <a:pt x="341" y="712"/>
                    </a:cubicBezTo>
                    <a:cubicBezTo>
                      <a:pt x="341" y="744"/>
                      <a:pt x="341" y="744"/>
                      <a:pt x="341" y="744"/>
                    </a:cubicBezTo>
                    <a:lnTo>
                      <a:pt x="341" y="744"/>
                    </a:lnTo>
                    <a:lnTo>
                      <a:pt x="309" y="744"/>
                    </a:lnTo>
                    <a:cubicBezTo>
                      <a:pt x="278" y="744"/>
                      <a:pt x="278" y="744"/>
                      <a:pt x="278" y="744"/>
                    </a:cubicBezTo>
                    <a:lnTo>
                      <a:pt x="278" y="775"/>
                    </a:lnTo>
                    <a:lnTo>
                      <a:pt x="248" y="775"/>
                    </a:lnTo>
                    <a:cubicBezTo>
                      <a:pt x="248" y="805"/>
                      <a:pt x="217" y="805"/>
                      <a:pt x="217" y="805"/>
                    </a:cubicBezTo>
                    <a:cubicBezTo>
                      <a:pt x="185" y="805"/>
                      <a:pt x="185" y="805"/>
                      <a:pt x="154" y="805"/>
                    </a:cubicBezTo>
                    <a:cubicBezTo>
                      <a:pt x="154" y="836"/>
                      <a:pt x="154" y="836"/>
                      <a:pt x="124" y="836"/>
                    </a:cubicBezTo>
                    <a:lnTo>
                      <a:pt x="124" y="836"/>
                    </a:lnTo>
                    <a:lnTo>
                      <a:pt x="93" y="836"/>
                    </a:lnTo>
                    <a:lnTo>
                      <a:pt x="93" y="836"/>
                    </a:lnTo>
                    <a:lnTo>
                      <a:pt x="61" y="836"/>
                    </a:lnTo>
                    <a:cubicBezTo>
                      <a:pt x="61" y="836"/>
                      <a:pt x="61" y="836"/>
                      <a:pt x="30" y="836"/>
                    </a:cubicBezTo>
                    <a:lnTo>
                      <a:pt x="30" y="836"/>
                    </a:lnTo>
                    <a:lnTo>
                      <a:pt x="30" y="836"/>
                    </a:lnTo>
                    <a:lnTo>
                      <a:pt x="30" y="868"/>
                    </a:lnTo>
                    <a:lnTo>
                      <a:pt x="30" y="868"/>
                    </a:lnTo>
                    <a:lnTo>
                      <a:pt x="0" y="868"/>
                    </a:lnTo>
                    <a:lnTo>
                      <a:pt x="0" y="868"/>
                    </a:lnTo>
                    <a:lnTo>
                      <a:pt x="0" y="868"/>
                    </a:lnTo>
                    <a:lnTo>
                      <a:pt x="0" y="868"/>
                    </a:lnTo>
                    <a:cubicBezTo>
                      <a:pt x="0" y="899"/>
                      <a:pt x="0" y="899"/>
                      <a:pt x="0" y="899"/>
                    </a:cubicBezTo>
                    <a:lnTo>
                      <a:pt x="0" y="899"/>
                    </a:lnTo>
                    <a:lnTo>
                      <a:pt x="0" y="899"/>
                    </a:lnTo>
                    <a:cubicBezTo>
                      <a:pt x="0" y="899"/>
                      <a:pt x="0" y="899"/>
                      <a:pt x="30" y="899"/>
                    </a:cubicBezTo>
                    <a:lnTo>
                      <a:pt x="30" y="899"/>
                    </a:lnTo>
                    <a:lnTo>
                      <a:pt x="30" y="899"/>
                    </a:lnTo>
                    <a:cubicBezTo>
                      <a:pt x="61" y="929"/>
                      <a:pt x="61" y="960"/>
                      <a:pt x="61" y="960"/>
                    </a:cubicBezTo>
                    <a:cubicBezTo>
                      <a:pt x="61" y="992"/>
                      <a:pt x="61" y="992"/>
                      <a:pt x="61" y="992"/>
                    </a:cubicBezTo>
                    <a:lnTo>
                      <a:pt x="61" y="1023"/>
                    </a:lnTo>
                    <a:lnTo>
                      <a:pt x="93" y="1023"/>
                    </a:lnTo>
                    <a:lnTo>
                      <a:pt x="93" y="1023"/>
                    </a:lnTo>
                    <a:cubicBezTo>
                      <a:pt x="124" y="1053"/>
                      <a:pt x="124" y="1053"/>
                      <a:pt x="124" y="1053"/>
                    </a:cubicBezTo>
                    <a:lnTo>
                      <a:pt x="124" y="1053"/>
                    </a:lnTo>
                    <a:lnTo>
                      <a:pt x="124" y="1053"/>
                    </a:lnTo>
                    <a:lnTo>
                      <a:pt x="124" y="1084"/>
                    </a:lnTo>
                    <a:lnTo>
                      <a:pt x="124" y="1084"/>
                    </a:lnTo>
                    <a:cubicBezTo>
                      <a:pt x="124" y="1084"/>
                      <a:pt x="124" y="1084"/>
                      <a:pt x="154" y="1084"/>
                    </a:cubicBezTo>
                    <a:lnTo>
                      <a:pt x="154" y="1084"/>
                    </a:lnTo>
                    <a:cubicBezTo>
                      <a:pt x="185" y="1116"/>
                      <a:pt x="185" y="1116"/>
                      <a:pt x="185" y="1116"/>
                    </a:cubicBezTo>
                    <a:cubicBezTo>
                      <a:pt x="185" y="1116"/>
                      <a:pt x="185" y="1116"/>
                      <a:pt x="217" y="1084"/>
                    </a:cubicBezTo>
                    <a:lnTo>
                      <a:pt x="217" y="1084"/>
                    </a:lnTo>
                    <a:lnTo>
                      <a:pt x="217" y="1084"/>
                    </a:lnTo>
                    <a:cubicBezTo>
                      <a:pt x="217" y="1084"/>
                      <a:pt x="217" y="1084"/>
                      <a:pt x="248" y="1084"/>
                    </a:cubicBezTo>
                    <a:lnTo>
                      <a:pt x="248" y="1084"/>
                    </a:lnTo>
                    <a:lnTo>
                      <a:pt x="248" y="1084"/>
                    </a:lnTo>
                    <a:lnTo>
                      <a:pt x="278" y="1084"/>
                    </a:lnTo>
                    <a:cubicBezTo>
                      <a:pt x="278" y="1084"/>
                      <a:pt x="278" y="1084"/>
                      <a:pt x="309" y="1084"/>
                    </a:cubicBezTo>
                    <a:lnTo>
                      <a:pt x="309" y="1084"/>
                    </a:lnTo>
                    <a:lnTo>
                      <a:pt x="309" y="1084"/>
                    </a:lnTo>
                    <a:lnTo>
                      <a:pt x="309" y="1084"/>
                    </a:lnTo>
                    <a:cubicBezTo>
                      <a:pt x="341" y="1084"/>
                      <a:pt x="341" y="1084"/>
                      <a:pt x="341" y="1084"/>
                    </a:cubicBezTo>
                    <a:lnTo>
                      <a:pt x="341" y="1084"/>
                    </a:lnTo>
                    <a:lnTo>
                      <a:pt x="341" y="1084"/>
                    </a:lnTo>
                    <a:lnTo>
                      <a:pt x="341" y="1084"/>
                    </a:lnTo>
                    <a:lnTo>
                      <a:pt x="341" y="1084"/>
                    </a:lnTo>
                    <a:lnTo>
                      <a:pt x="341" y="1084"/>
                    </a:lnTo>
                    <a:lnTo>
                      <a:pt x="341" y="1084"/>
                    </a:lnTo>
                    <a:lnTo>
                      <a:pt x="341" y="1084"/>
                    </a:lnTo>
                    <a:lnTo>
                      <a:pt x="341" y="1116"/>
                    </a:lnTo>
                    <a:cubicBezTo>
                      <a:pt x="341" y="1116"/>
                      <a:pt x="372" y="1116"/>
                      <a:pt x="372" y="1147"/>
                    </a:cubicBezTo>
                    <a:lnTo>
                      <a:pt x="372" y="1177"/>
                    </a:lnTo>
                    <a:lnTo>
                      <a:pt x="372" y="1177"/>
                    </a:lnTo>
                    <a:lnTo>
                      <a:pt x="341" y="1177"/>
                    </a:lnTo>
                    <a:lnTo>
                      <a:pt x="341" y="1177"/>
                    </a:lnTo>
                    <a:lnTo>
                      <a:pt x="341" y="1208"/>
                    </a:lnTo>
                    <a:lnTo>
                      <a:pt x="341" y="1208"/>
                    </a:lnTo>
                    <a:cubicBezTo>
                      <a:pt x="341" y="1208"/>
                      <a:pt x="341" y="1240"/>
                      <a:pt x="309" y="1240"/>
                    </a:cubicBezTo>
                    <a:lnTo>
                      <a:pt x="309" y="1240"/>
                    </a:lnTo>
                    <a:lnTo>
                      <a:pt x="309" y="1240"/>
                    </a:lnTo>
                    <a:lnTo>
                      <a:pt x="309" y="1271"/>
                    </a:lnTo>
                    <a:lnTo>
                      <a:pt x="309" y="1271"/>
                    </a:lnTo>
                    <a:lnTo>
                      <a:pt x="309" y="1301"/>
                    </a:lnTo>
                    <a:lnTo>
                      <a:pt x="309" y="1301"/>
                    </a:lnTo>
                    <a:cubicBezTo>
                      <a:pt x="309" y="1332"/>
                      <a:pt x="309" y="1332"/>
                      <a:pt x="278" y="1364"/>
                    </a:cubicBezTo>
                    <a:lnTo>
                      <a:pt x="278" y="1364"/>
                    </a:lnTo>
                    <a:lnTo>
                      <a:pt x="278" y="1364"/>
                    </a:lnTo>
                    <a:lnTo>
                      <a:pt x="278" y="1364"/>
                    </a:lnTo>
                    <a:lnTo>
                      <a:pt x="278" y="1364"/>
                    </a:lnTo>
                    <a:lnTo>
                      <a:pt x="278" y="1364"/>
                    </a:lnTo>
                    <a:lnTo>
                      <a:pt x="278" y="1364"/>
                    </a:lnTo>
                    <a:cubicBezTo>
                      <a:pt x="278" y="1364"/>
                      <a:pt x="309" y="1364"/>
                      <a:pt x="309" y="1395"/>
                    </a:cubicBezTo>
                    <a:lnTo>
                      <a:pt x="309" y="1395"/>
                    </a:lnTo>
                    <a:lnTo>
                      <a:pt x="309" y="1395"/>
                    </a:lnTo>
                    <a:cubicBezTo>
                      <a:pt x="309" y="1395"/>
                      <a:pt x="309" y="1395"/>
                      <a:pt x="341" y="1395"/>
                    </a:cubicBezTo>
                    <a:cubicBezTo>
                      <a:pt x="341" y="1425"/>
                      <a:pt x="372" y="1425"/>
                      <a:pt x="372" y="1456"/>
                    </a:cubicBezTo>
                    <a:lnTo>
                      <a:pt x="372" y="1456"/>
                    </a:lnTo>
                    <a:lnTo>
                      <a:pt x="372" y="1456"/>
                    </a:lnTo>
                    <a:lnTo>
                      <a:pt x="372" y="1456"/>
                    </a:lnTo>
                    <a:lnTo>
                      <a:pt x="372" y="1456"/>
                    </a:lnTo>
                    <a:lnTo>
                      <a:pt x="402" y="1425"/>
                    </a:lnTo>
                    <a:lnTo>
                      <a:pt x="402" y="1425"/>
                    </a:lnTo>
                    <a:lnTo>
                      <a:pt x="402" y="1425"/>
                    </a:lnTo>
                    <a:cubicBezTo>
                      <a:pt x="433" y="1425"/>
                      <a:pt x="465" y="1425"/>
                      <a:pt x="465" y="1456"/>
                    </a:cubicBezTo>
                    <a:cubicBezTo>
                      <a:pt x="465" y="1456"/>
                      <a:pt x="465" y="1456"/>
                      <a:pt x="465" y="1488"/>
                    </a:cubicBezTo>
                    <a:cubicBezTo>
                      <a:pt x="496" y="1488"/>
                      <a:pt x="496" y="1488"/>
                      <a:pt x="496" y="1488"/>
                    </a:cubicBezTo>
                    <a:lnTo>
                      <a:pt x="496" y="1488"/>
                    </a:lnTo>
                    <a:cubicBezTo>
                      <a:pt x="526" y="1488"/>
                      <a:pt x="526" y="1488"/>
                      <a:pt x="526" y="1488"/>
                    </a:cubicBezTo>
                    <a:lnTo>
                      <a:pt x="526" y="1488"/>
                    </a:lnTo>
                    <a:lnTo>
                      <a:pt x="526" y="1488"/>
                    </a:lnTo>
                    <a:cubicBezTo>
                      <a:pt x="557" y="1488"/>
                      <a:pt x="557" y="1488"/>
                      <a:pt x="557" y="1488"/>
                    </a:cubicBezTo>
                    <a:lnTo>
                      <a:pt x="557" y="1488"/>
                    </a:lnTo>
                    <a:cubicBezTo>
                      <a:pt x="557" y="1488"/>
                      <a:pt x="557" y="1488"/>
                      <a:pt x="557" y="1519"/>
                    </a:cubicBezTo>
                    <a:cubicBezTo>
                      <a:pt x="589" y="1519"/>
                      <a:pt x="589" y="1519"/>
                      <a:pt x="589" y="1549"/>
                    </a:cubicBezTo>
                    <a:lnTo>
                      <a:pt x="589" y="1549"/>
                    </a:lnTo>
                    <a:lnTo>
                      <a:pt x="589" y="1549"/>
                    </a:lnTo>
                    <a:lnTo>
                      <a:pt x="589" y="1549"/>
                    </a:lnTo>
                    <a:lnTo>
                      <a:pt x="620" y="1549"/>
                    </a:lnTo>
                    <a:lnTo>
                      <a:pt x="620" y="1549"/>
                    </a:lnTo>
                    <a:lnTo>
                      <a:pt x="650" y="1549"/>
                    </a:lnTo>
                    <a:lnTo>
                      <a:pt x="650" y="1549"/>
                    </a:lnTo>
                    <a:cubicBezTo>
                      <a:pt x="650" y="1549"/>
                      <a:pt x="650" y="1549"/>
                      <a:pt x="650" y="1580"/>
                    </a:cubicBezTo>
                    <a:lnTo>
                      <a:pt x="681" y="1580"/>
                    </a:lnTo>
                    <a:lnTo>
                      <a:pt x="681" y="1580"/>
                    </a:lnTo>
                    <a:lnTo>
                      <a:pt x="681" y="1580"/>
                    </a:lnTo>
                    <a:lnTo>
                      <a:pt x="713" y="1580"/>
                    </a:lnTo>
                    <a:lnTo>
                      <a:pt x="713" y="1580"/>
                    </a:lnTo>
                    <a:lnTo>
                      <a:pt x="744" y="1580"/>
                    </a:lnTo>
                    <a:lnTo>
                      <a:pt x="744" y="1580"/>
                    </a:lnTo>
                    <a:lnTo>
                      <a:pt x="744" y="1580"/>
                    </a:lnTo>
                    <a:lnTo>
                      <a:pt x="744" y="1580"/>
                    </a:lnTo>
                    <a:cubicBezTo>
                      <a:pt x="774" y="1580"/>
                      <a:pt x="774" y="1580"/>
                      <a:pt x="774" y="1580"/>
                    </a:cubicBezTo>
                    <a:lnTo>
                      <a:pt x="774" y="1580"/>
                    </a:lnTo>
                    <a:cubicBezTo>
                      <a:pt x="805" y="1580"/>
                      <a:pt x="805" y="1580"/>
                      <a:pt x="805" y="1580"/>
                    </a:cubicBezTo>
                    <a:lnTo>
                      <a:pt x="805" y="1580"/>
                    </a:lnTo>
                    <a:lnTo>
                      <a:pt x="805" y="1580"/>
                    </a:lnTo>
                    <a:lnTo>
                      <a:pt x="805" y="1580"/>
                    </a:lnTo>
                    <a:cubicBezTo>
                      <a:pt x="805" y="1580"/>
                      <a:pt x="805" y="1580"/>
                      <a:pt x="837" y="1580"/>
                    </a:cubicBezTo>
                    <a:lnTo>
                      <a:pt x="837" y="1580"/>
                    </a:lnTo>
                    <a:lnTo>
                      <a:pt x="837" y="1580"/>
                    </a:lnTo>
                    <a:lnTo>
                      <a:pt x="837" y="1580"/>
                    </a:lnTo>
                    <a:cubicBezTo>
                      <a:pt x="837" y="1580"/>
                      <a:pt x="837" y="1549"/>
                      <a:pt x="868" y="1549"/>
                    </a:cubicBezTo>
                    <a:lnTo>
                      <a:pt x="868" y="1549"/>
                    </a:lnTo>
                    <a:cubicBezTo>
                      <a:pt x="898" y="1549"/>
                      <a:pt x="898" y="1580"/>
                      <a:pt x="898" y="1580"/>
                    </a:cubicBezTo>
                    <a:lnTo>
                      <a:pt x="898" y="1580"/>
                    </a:lnTo>
                    <a:lnTo>
                      <a:pt x="898" y="1580"/>
                    </a:lnTo>
                    <a:cubicBezTo>
                      <a:pt x="929" y="1580"/>
                      <a:pt x="929" y="1580"/>
                      <a:pt x="929" y="1580"/>
                    </a:cubicBezTo>
                    <a:lnTo>
                      <a:pt x="929" y="1580"/>
                    </a:lnTo>
                    <a:lnTo>
                      <a:pt x="929" y="1580"/>
                    </a:lnTo>
                    <a:lnTo>
                      <a:pt x="929" y="1580"/>
                    </a:lnTo>
                    <a:cubicBezTo>
                      <a:pt x="961" y="1580"/>
                      <a:pt x="961" y="1580"/>
                      <a:pt x="961" y="1580"/>
                    </a:cubicBezTo>
                    <a:lnTo>
                      <a:pt x="961" y="1580"/>
                    </a:lnTo>
                    <a:lnTo>
                      <a:pt x="961" y="1580"/>
                    </a:lnTo>
                    <a:lnTo>
                      <a:pt x="961" y="1580"/>
                    </a:lnTo>
                    <a:lnTo>
                      <a:pt x="961" y="1612"/>
                    </a:lnTo>
                    <a:cubicBezTo>
                      <a:pt x="992" y="1612"/>
                      <a:pt x="992" y="1612"/>
                      <a:pt x="992" y="1612"/>
                    </a:cubicBezTo>
                    <a:lnTo>
                      <a:pt x="992" y="1612"/>
                    </a:lnTo>
                    <a:cubicBezTo>
                      <a:pt x="992" y="1612"/>
                      <a:pt x="992" y="1612"/>
                      <a:pt x="992" y="1580"/>
                    </a:cubicBezTo>
                    <a:cubicBezTo>
                      <a:pt x="1022" y="1580"/>
                      <a:pt x="1022" y="1580"/>
                      <a:pt x="1022" y="1580"/>
                    </a:cubicBezTo>
                    <a:lnTo>
                      <a:pt x="1022" y="1580"/>
                    </a:lnTo>
                    <a:lnTo>
                      <a:pt x="1022" y="1580"/>
                    </a:lnTo>
                    <a:lnTo>
                      <a:pt x="1022" y="1580"/>
                    </a:lnTo>
                    <a:cubicBezTo>
                      <a:pt x="1022" y="1549"/>
                      <a:pt x="1053" y="1549"/>
                      <a:pt x="1053" y="1549"/>
                    </a:cubicBezTo>
                    <a:cubicBezTo>
                      <a:pt x="1053" y="1519"/>
                      <a:pt x="1085" y="1519"/>
                      <a:pt x="1085" y="1519"/>
                    </a:cubicBezTo>
                    <a:lnTo>
                      <a:pt x="1085" y="1519"/>
                    </a:lnTo>
                    <a:cubicBezTo>
                      <a:pt x="1085" y="1519"/>
                      <a:pt x="1085" y="1519"/>
                      <a:pt x="1116" y="1519"/>
                    </a:cubicBezTo>
                    <a:lnTo>
                      <a:pt x="1116" y="1519"/>
                    </a:lnTo>
                    <a:lnTo>
                      <a:pt x="1116" y="1488"/>
                    </a:lnTo>
                    <a:lnTo>
                      <a:pt x="1116" y="1488"/>
                    </a:lnTo>
                    <a:cubicBezTo>
                      <a:pt x="1146" y="1488"/>
                      <a:pt x="1146" y="1488"/>
                      <a:pt x="1146" y="1519"/>
                    </a:cubicBezTo>
                    <a:lnTo>
                      <a:pt x="1146" y="1519"/>
                    </a:lnTo>
                    <a:lnTo>
                      <a:pt x="1146" y="1519"/>
                    </a:lnTo>
                    <a:cubicBezTo>
                      <a:pt x="1177" y="1488"/>
                      <a:pt x="1177" y="1488"/>
                      <a:pt x="1209" y="1488"/>
                    </a:cubicBezTo>
                    <a:lnTo>
                      <a:pt x="1209" y="1488"/>
                    </a:lnTo>
                    <a:lnTo>
                      <a:pt x="1209" y="1488"/>
                    </a:lnTo>
                    <a:cubicBezTo>
                      <a:pt x="1209" y="1488"/>
                      <a:pt x="1209" y="1488"/>
                      <a:pt x="1240" y="1488"/>
                    </a:cubicBezTo>
                    <a:cubicBezTo>
                      <a:pt x="1240" y="1519"/>
                      <a:pt x="1270" y="1519"/>
                      <a:pt x="1270" y="1549"/>
                    </a:cubicBezTo>
                    <a:lnTo>
                      <a:pt x="1270" y="1549"/>
                    </a:lnTo>
                    <a:cubicBezTo>
                      <a:pt x="1270" y="1549"/>
                      <a:pt x="1270" y="1549"/>
                      <a:pt x="1240" y="1549"/>
                    </a:cubicBezTo>
                    <a:cubicBezTo>
                      <a:pt x="1270" y="1549"/>
                      <a:pt x="1270" y="1549"/>
                      <a:pt x="1270" y="1549"/>
                    </a:cubicBezTo>
                    <a:cubicBezTo>
                      <a:pt x="1270" y="1549"/>
                      <a:pt x="1270" y="1549"/>
                      <a:pt x="1301" y="1549"/>
                    </a:cubicBezTo>
                    <a:lnTo>
                      <a:pt x="1301" y="1549"/>
                    </a:lnTo>
                    <a:lnTo>
                      <a:pt x="1301" y="1549"/>
                    </a:lnTo>
                    <a:cubicBezTo>
                      <a:pt x="1332" y="1580"/>
                      <a:pt x="1332" y="1580"/>
                      <a:pt x="1332" y="1612"/>
                    </a:cubicBezTo>
                    <a:lnTo>
                      <a:pt x="1332" y="1612"/>
                    </a:lnTo>
                    <a:cubicBezTo>
                      <a:pt x="1364" y="1612"/>
                      <a:pt x="1364" y="1643"/>
                      <a:pt x="1364" y="1643"/>
                    </a:cubicBezTo>
                    <a:cubicBezTo>
                      <a:pt x="1394" y="1643"/>
                      <a:pt x="1394" y="1704"/>
                      <a:pt x="1394" y="1704"/>
                    </a:cubicBezTo>
                    <a:lnTo>
                      <a:pt x="1394" y="1704"/>
                    </a:lnTo>
                    <a:cubicBezTo>
                      <a:pt x="1394" y="1704"/>
                      <a:pt x="1394" y="1736"/>
                      <a:pt x="1364" y="1767"/>
                    </a:cubicBezTo>
                    <a:lnTo>
                      <a:pt x="1364" y="1767"/>
                    </a:lnTo>
                    <a:lnTo>
                      <a:pt x="1364" y="1767"/>
                    </a:lnTo>
                    <a:lnTo>
                      <a:pt x="1364" y="1797"/>
                    </a:lnTo>
                    <a:lnTo>
                      <a:pt x="1364" y="1797"/>
                    </a:lnTo>
                    <a:lnTo>
                      <a:pt x="1332" y="1797"/>
                    </a:lnTo>
                    <a:lnTo>
                      <a:pt x="1332" y="1797"/>
                    </a:lnTo>
                    <a:lnTo>
                      <a:pt x="1332" y="1828"/>
                    </a:lnTo>
                    <a:lnTo>
                      <a:pt x="1332" y="1828"/>
                    </a:lnTo>
                    <a:lnTo>
                      <a:pt x="1332" y="1828"/>
                    </a:lnTo>
                    <a:lnTo>
                      <a:pt x="1332" y="1828"/>
                    </a:lnTo>
                    <a:lnTo>
                      <a:pt x="1332" y="1828"/>
                    </a:lnTo>
                    <a:lnTo>
                      <a:pt x="1332" y="1828"/>
                    </a:lnTo>
                    <a:lnTo>
                      <a:pt x="1332" y="1828"/>
                    </a:lnTo>
                    <a:lnTo>
                      <a:pt x="1332" y="1828"/>
                    </a:lnTo>
                    <a:cubicBezTo>
                      <a:pt x="1332" y="1828"/>
                      <a:pt x="1332" y="1828"/>
                      <a:pt x="1364" y="1828"/>
                    </a:cubicBezTo>
                    <a:lnTo>
                      <a:pt x="1364" y="1828"/>
                    </a:lnTo>
                    <a:cubicBezTo>
                      <a:pt x="1364" y="1828"/>
                      <a:pt x="1394" y="1828"/>
                      <a:pt x="1394" y="1860"/>
                    </a:cubicBezTo>
                    <a:lnTo>
                      <a:pt x="1394" y="1890"/>
                    </a:lnTo>
                    <a:lnTo>
                      <a:pt x="1394" y="1890"/>
                    </a:lnTo>
                    <a:lnTo>
                      <a:pt x="1394" y="1890"/>
                    </a:lnTo>
                    <a:cubicBezTo>
                      <a:pt x="1394" y="1890"/>
                      <a:pt x="1394" y="1890"/>
                      <a:pt x="1425" y="1921"/>
                    </a:cubicBezTo>
                    <a:lnTo>
                      <a:pt x="1425" y="1921"/>
                    </a:lnTo>
                    <a:lnTo>
                      <a:pt x="1425" y="1921"/>
                    </a:lnTo>
                    <a:cubicBezTo>
                      <a:pt x="1425" y="1952"/>
                      <a:pt x="1425" y="1952"/>
                      <a:pt x="1425" y="1952"/>
                    </a:cubicBezTo>
                    <a:lnTo>
                      <a:pt x="1425" y="1952"/>
                    </a:lnTo>
                    <a:lnTo>
                      <a:pt x="1425" y="1952"/>
                    </a:lnTo>
                    <a:cubicBezTo>
                      <a:pt x="1425" y="1952"/>
                      <a:pt x="1425" y="1952"/>
                      <a:pt x="1394" y="1952"/>
                    </a:cubicBezTo>
                    <a:cubicBezTo>
                      <a:pt x="1425" y="1952"/>
                      <a:pt x="1425" y="1952"/>
                      <a:pt x="1425" y="1952"/>
                    </a:cubicBezTo>
                    <a:cubicBezTo>
                      <a:pt x="1425" y="1984"/>
                      <a:pt x="1425" y="1984"/>
                      <a:pt x="1425" y="1984"/>
                    </a:cubicBezTo>
                    <a:lnTo>
                      <a:pt x="1425" y="1984"/>
                    </a:lnTo>
                    <a:lnTo>
                      <a:pt x="1457" y="1984"/>
                    </a:lnTo>
                    <a:lnTo>
                      <a:pt x="1457" y="1984"/>
                    </a:lnTo>
                    <a:cubicBezTo>
                      <a:pt x="1457" y="1984"/>
                      <a:pt x="1457" y="1984"/>
                      <a:pt x="1457" y="2014"/>
                    </a:cubicBezTo>
                    <a:cubicBezTo>
                      <a:pt x="1457" y="1984"/>
                      <a:pt x="1457" y="1984"/>
                      <a:pt x="1457" y="1984"/>
                    </a:cubicBezTo>
                    <a:cubicBezTo>
                      <a:pt x="1457" y="1984"/>
                      <a:pt x="1457" y="1984"/>
                      <a:pt x="1487" y="1984"/>
                    </a:cubicBezTo>
                    <a:lnTo>
                      <a:pt x="1487" y="1984"/>
                    </a:lnTo>
                    <a:lnTo>
                      <a:pt x="1487" y="1984"/>
                    </a:lnTo>
                    <a:lnTo>
                      <a:pt x="1487" y="1984"/>
                    </a:lnTo>
                    <a:lnTo>
                      <a:pt x="1487" y="1984"/>
                    </a:lnTo>
                    <a:cubicBezTo>
                      <a:pt x="1487" y="1952"/>
                      <a:pt x="1487" y="1952"/>
                      <a:pt x="1518" y="1952"/>
                    </a:cubicBezTo>
                    <a:lnTo>
                      <a:pt x="1518" y="1952"/>
                    </a:lnTo>
                    <a:cubicBezTo>
                      <a:pt x="1518" y="1952"/>
                      <a:pt x="1518" y="1952"/>
                      <a:pt x="1549" y="1952"/>
                    </a:cubicBezTo>
                    <a:lnTo>
                      <a:pt x="1549" y="1952"/>
                    </a:lnTo>
                    <a:cubicBezTo>
                      <a:pt x="1549" y="1921"/>
                      <a:pt x="1549" y="1921"/>
                      <a:pt x="1581" y="1921"/>
                    </a:cubicBezTo>
                    <a:lnTo>
                      <a:pt x="1581" y="1921"/>
                    </a:lnTo>
                    <a:lnTo>
                      <a:pt x="1581" y="1921"/>
                    </a:lnTo>
                    <a:cubicBezTo>
                      <a:pt x="1611" y="1921"/>
                      <a:pt x="1611" y="1921"/>
                      <a:pt x="1611" y="1921"/>
                    </a:cubicBezTo>
                    <a:lnTo>
                      <a:pt x="1611" y="1921"/>
                    </a:lnTo>
                    <a:lnTo>
                      <a:pt x="1611" y="1921"/>
                    </a:lnTo>
                    <a:cubicBezTo>
                      <a:pt x="1642" y="1921"/>
                      <a:pt x="1642" y="1921"/>
                      <a:pt x="1642" y="1921"/>
                    </a:cubicBezTo>
                    <a:lnTo>
                      <a:pt x="1642" y="1921"/>
                    </a:lnTo>
                    <a:cubicBezTo>
                      <a:pt x="1673" y="1921"/>
                      <a:pt x="1673" y="1921"/>
                      <a:pt x="1673" y="1921"/>
                    </a:cubicBezTo>
                    <a:lnTo>
                      <a:pt x="1673" y="1921"/>
                    </a:lnTo>
                    <a:lnTo>
                      <a:pt x="1673" y="1921"/>
                    </a:lnTo>
                    <a:cubicBezTo>
                      <a:pt x="1673" y="1921"/>
                      <a:pt x="1673" y="1890"/>
                      <a:pt x="1705" y="1890"/>
                    </a:cubicBezTo>
                    <a:lnTo>
                      <a:pt x="1705" y="1890"/>
                    </a:lnTo>
                    <a:lnTo>
                      <a:pt x="1705" y="1890"/>
                    </a:lnTo>
                    <a:lnTo>
                      <a:pt x="1705" y="1890"/>
                    </a:lnTo>
                    <a:lnTo>
                      <a:pt x="1735" y="1890"/>
                    </a:lnTo>
                    <a:lnTo>
                      <a:pt x="1735" y="1890"/>
                    </a:lnTo>
                    <a:lnTo>
                      <a:pt x="1735" y="1890"/>
                    </a:lnTo>
                    <a:lnTo>
                      <a:pt x="1735" y="1890"/>
                    </a:lnTo>
                    <a:cubicBezTo>
                      <a:pt x="1735" y="1890"/>
                      <a:pt x="1766" y="1890"/>
                      <a:pt x="1766" y="1921"/>
                    </a:cubicBezTo>
                    <a:lnTo>
                      <a:pt x="1766" y="1921"/>
                    </a:lnTo>
                    <a:cubicBezTo>
                      <a:pt x="1766" y="1921"/>
                      <a:pt x="1766" y="1921"/>
                      <a:pt x="1797" y="1921"/>
                    </a:cubicBezTo>
                    <a:lnTo>
                      <a:pt x="1797" y="1921"/>
                    </a:lnTo>
                    <a:lnTo>
                      <a:pt x="1797" y="1921"/>
                    </a:lnTo>
                    <a:cubicBezTo>
                      <a:pt x="1829" y="1921"/>
                      <a:pt x="1829" y="1952"/>
                      <a:pt x="1829" y="1952"/>
                    </a:cubicBezTo>
                    <a:lnTo>
                      <a:pt x="1829" y="1952"/>
                    </a:lnTo>
                    <a:lnTo>
                      <a:pt x="1829" y="1952"/>
                    </a:lnTo>
                    <a:lnTo>
                      <a:pt x="1829" y="1952"/>
                    </a:lnTo>
                    <a:cubicBezTo>
                      <a:pt x="1829" y="1984"/>
                      <a:pt x="1829" y="1984"/>
                      <a:pt x="1829" y="1984"/>
                    </a:cubicBezTo>
                    <a:lnTo>
                      <a:pt x="1829" y="1984"/>
                    </a:lnTo>
                    <a:cubicBezTo>
                      <a:pt x="1829" y="1984"/>
                      <a:pt x="1859" y="1984"/>
                      <a:pt x="1859" y="2014"/>
                    </a:cubicBezTo>
                    <a:cubicBezTo>
                      <a:pt x="1890" y="2014"/>
                      <a:pt x="1890" y="2014"/>
                      <a:pt x="1890" y="2014"/>
                    </a:cubicBezTo>
                    <a:lnTo>
                      <a:pt x="1890" y="2014"/>
                    </a:lnTo>
                    <a:cubicBezTo>
                      <a:pt x="1890" y="1984"/>
                      <a:pt x="1921" y="1984"/>
                      <a:pt x="1921" y="1984"/>
                    </a:cubicBezTo>
                    <a:cubicBezTo>
                      <a:pt x="1921" y="1984"/>
                      <a:pt x="1921" y="2014"/>
                      <a:pt x="1953" y="2014"/>
                    </a:cubicBezTo>
                    <a:lnTo>
                      <a:pt x="1953" y="2014"/>
                    </a:lnTo>
                    <a:lnTo>
                      <a:pt x="1953" y="2014"/>
                    </a:lnTo>
                    <a:lnTo>
                      <a:pt x="1953" y="2014"/>
                    </a:lnTo>
                    <a:cubicBezTo>
                      <a:pt x="1983" y="2014"/>
                      <a:pt x="1983" y="2014"/>
                      <a:pt x="1983" y="2014"/>
                    </a:cubicBezTo>
                    <a:lnTo>
                      <a:pt x="1983" y="2045"/>
                    </a:lnTo>
                    <a:cubicBezTo>
                      <a:pt x="2014" y="2014"/>
                      <a:pt x="2014" y="2014"/>
                      <a:pt x="2045" y="2014"/>
                    </a:cubicBezTo>
                    <a:lnTo>
                      <a:pt x="2138" y="1984"/>
                    </a:lnTo>
                    <a:cubicBezTo>
                      <a:pt x="2138" y="1984"/>
                      <a:pt x="2169" y="1984"/>
                      <a:pt x="2169" y="1952"/>
                    </a:cubicBezTo>
                    <a:cubicBezTo>
                      <a:pt x="2169" y="1952"/>
                      <a:pt x="2169" y="1921"/>
                      <a:pt x="2201" y="1921"/>
                    </a:cubicBezTo>
                    <a:cubicBezTo>
                      <a:pt x="2201" y="1921"/>
                      <a:pt x="2201" y="1921"/>
                      <a:pt x="2231" y="1952"/>
                    </a:cubicBezTo>
                    <a:cubicBezTo>
                      <a:pt x="2231" y="1921"/>
                      <a:pt x="2262" y="1921"/>
                      <a:pt x="2262" y="1921"/>
                    </a:cubicBezTo>
                    <a:lnTo>
                      <a:pt x="2262" y="1921"/>
                    </a:lnTo>
                    <a:cubicBezTo>
                      <a:pt x="2293" y="1921"/>
                      <a:pt x="2293" y="1921"/>
                      <a:pt x="2293" y="1921"/>
                    </a:cubicBezTo>
                    <a:lnTo>
                      <a:pt x="2293" y="1921"/>
                    </a:lnTo>
                    <a:cubicBezTo>
                      <a:pt x="2325" y="1921"/>
                      <a:pt x="2325" y="1921"/>
                      <a:pt x="2325" y="1921"/>
                    </a:cubicBezTo>
                    <a:cubicBezTo>
                      <a:pt x="2325" y="1890"/>
                      <a:pt x="2325" y="1890"/>
                      <a:pt x="2355" y="1890"/>
                    </a:cubicBezTo>
                    <a:cubicBezTo>
                      <a:pt x="2355" y="1890"/>
                      <a:pt x="2355" y="1890"/>
                      <a:pt x="2355" y="1860"/>
                    </a:cubicBezTo>
                    <a:lnTo>
                      <a:pt x="2355" y="1860"/>
                    </a:lnTo>
                    <a:cubicBezTo>
                      <a:pt x="2386" y="1860"/>
                      <a:pt x="2386" y="1828"/>
                      <a:pt x="2386" y="1828"/>
                    </a:cubicBezTo>
                    <a:cubicBezTo>
                      <a:pt x="2417" y="1828"/>
                      <a:pt x="2417" y="1797"/>
                      <a:pt x="2417" y="1797"/>
                    </a:cubicBezTo>
                    <a:lnTo>
                      <a:pt x="2417" y="1797"/>
                    </a:lnTo>
                    <a:cubicBezTo>
                      <a:pt x="2449" y="1797"/>
                      <a:pt x="2449" y="1797"/>
                      <a:pt x="2449" y="1797"/>
                    </a:cubicBezTo>
                    <a:lnTo>
                      <a:pt x="2449" y="1797"/>
                    </a:lnTo>
                    <a:lnTo>
                      <a:pt x="2449" y="1797"/>
                    </a:lnTo>
                    <a:cubicBezTo>
                      <a:pt x="2449" y="1797"/>
                      <a:pt x="2479" y="1797"/>
                      <a:pt x="2479" y="1767"/>
                    </a:cubicBezTo>
                    <a:lnTo>
                      <a:pt x="2510" y="1736"/>
                    </a:lnTo>
                    <a:cubicBezTo>
                      <a:pt x="2510" y="1704"/>
                      <a:pt x="2510" y="1704"/>
                      <a:pt x="2510" y="1704"/>
                    </a:cubicBezTo>
                    <a:cubicBezTo>
                      <a:pt x="2510" y="1704"/>
                      <a:pt x="2510" y="1704"/>
                      <a:pt x="2510" y="1673"/>
                    </a:cubicBezTo>
                    <a:cubicBezTo>
                      <a:pt x="2541" y="1673"/>
                      <a:pt x="2541" y="1643"/>
                      <a:pt x="2541" y="1643"/>
                    </a:cubicBezTo>
                    <a:cubicBezTo>
                      <a:pt x="2541" y="1643"/>
                      <a:pt x="2541" y="1612"/>
                      <a:pt x="2573" y="1612"/>
                    </a:cubicBezTo>
                    <a:lnTo>
                      <a:pt x="2573" y="1612"/>
                    </a:lnTo>
                    <a:cubicBezTo>
                      <a:pt x="2573" y="1580"/>
                      <a:pt x="2603" y="1580"/>
                      <a:pt x="2603" y="1580"/>
                    </a:cubicBezTo>
                    <a:lnTo>
                      <a:pt x="2603" y="1580"/>
                    </a:lnTo>
                    <a:lnTo>
                      <a:pt x="2603" y="1580"/>
                    </a:lnTo>
                    <a:lnTo>
                      <a:pt x="2603" y="1549"/>
                    </a:lnTo>
                    <a:lnTo>
                      <a:pt x="2603" y="1549"/>
                    </a:lnTo>
                    <a:lnTo>
                      <a:pt x="2603" y="1549"/>
                    </a:lnTo>
                    <a:cubicBezTo>
                      <a:pt x="2603" y="1519"/>
                      <a:pt x="2603" y="1519"/>
                      <a:pt x="2603" y="1519"/>
                    </a:cubicBezTo>
                    <a:lnTo>
                      <a:pt x="2603" y="1519"/>
                    </a:lnTo>
                    <a:lnTo>
                      <a:pt x="2603" y="1519"/>
                    </a:lnTo>
                    <a:cubicBezTo>
                      <a:pt x="2573" y="1519"/>
                      <a:pt x="2573" y="1519"/>
                      <a:pt x="2573" y="1519"/>
                    </a:cubicBezTo>
                    <a:cubicBezTo>
                      <a:pt x="2479" y="1488"/>
                      <a:pt x="2479" y="1488"/>
                      <a:pt x="2479" y="1488"/>
                    </a:cubicBezTo>
                    <a:cubicBezTo>
                      <a:pt x="2541" y="1456"/>
                      <a:pt x="2541" y="1456"/>
                      <a:pt x="2541" y="1456"/>
                    </a:cubicBezTo>
                    <a:cubicBezTo>
                      <a:pt x="2541" y="1456"/>
                      <a:pt x="2573" y="1425"/>
                      <a:pt x="2603" y="1425"/>
                    </a:cubicBezTo>
                    <a:cubicBezTo>
                      <a:pt x="2573" y="1425"/>
                      <a:pt x="2573" y="1395"/>
                      <a:pt x="2573" y="1395"/>
                    </a:cubicBezTo>
                    <a:cubicBezTo>
                      <a:pt x="2541" y="1332"/>
                      <a:pt x="2541" y="1332"/>
                      <a:pt x="2541" y="1332"/>
                    </a:cubicBezTo>
                    <a:cubicBezTo>
                      <a:pt x="2573" y="1332"/>
                      <a:pt x="2573" y="1332"/>
                      <a:pt x="2573" y="1332"/>
                    </a:cubicBezTo>
                    <a:lnTo>
                      <a:pt x="2573" y="1332"/>
                    </a:lnTo>
                    <a:lnTo>
                      <a:pt x="2573" y="1332"/>
                    </a:lnTo>
                    <a:cubicBezTo>
                      <a:pt x="2541" y="1332"/>
                      <a:pt x="2573" y="1301"/>
                      <a:pt x="2573" y="1301"/>
                    </a:cubicBezTo>
                    <a:cubicBezTo>
                      <a:pt x="2573" y="1301"/>
                      <a:pt x="2573" y="1301"/>
                      <a:pt x="2573" y="1271"/>
                    </a:cubicBezTo>
                    <a:lnTo>
                      <a:pt x="2573" y="1271"/>
                    </a:lnTo>
                    <a:cubicBezTo>
                      <a:pt x="2573" y="1271"/>
                      <a:pt x="2541" y="1271"/>
                      <a:pt x="2541" y="1240"/>
                    </a:cubicBezTo>
                    <a:lnTo>
                      <a:pt x="2541" y="1240"/>
                    </a:lnTo>
                    <a:lnTo>
                      <a:pt x="2541" y="1240"/>
                    </a:lnTo>
                    <a:lnTo>
                      <a:pt x="2541" y="1240"/>
                    </a:lnTo>
                    <a:cubicBezTo>
                      <a:pt x="2510" y="1240"/>
                      <a:pt x="2510" y="1208"/>
                      <a:pt x="2479" y="1208"/>
                    </a:cubicBezTo>
                    <a:cubicBezTo>
                      <a:pt x="2479" y="1208"/>
                      <a:pt x="2479" y="1208"/>
                      <a:pt x="2449" y="1208"/>
                    </a:cubicBezTo>
                    <a:cubicBezTo>
                      <a:pt x="2449" y="1177"/>
                      <a:pt x="2479" y="1177"/>
                      <a:pt x="2479" y="1147"/>
                    </a:cubicBezTo>
                    <a:lnTo>
                      <a:pt x="2479" y="1147"/>
                    </a:lnTo>
                    <a:cubicBezTo>
                      <a:pt x="2479" y="1147"/>
                      <a:pt x="2479" y="1116"/>
                      <a:pt x="2510" y="1116"/>
                    </a:cubicBezTo>
                    <a:cubicBezTo>
                      <a:pt x="2510" y="1116"/>
                      <a:pt x="2510" y="1116"/>
                      <a:pt x="2510" y="1084"/>
                    </a:cubicBezTo>
                    <a:cubicBezTo>
                      <a:pt x="2541" y="1084"/>
                      <a:pt x="2541" y="1053"/>
                      <a:pt x="2541" y="1053"/>
                    </a:cubicBezTo>
                    <a:lnTo>
                      <a:pt x="2541" y="1053"/>
                    </a:lnTo>
                    <a:cubicBezTo>
                      <a:pt x="2541" y="1053"/>
                      <a:pt x="2541" y="1053"/>
                      <a:pt x="2510" y="1053"/>
                    </a:cubicBezTo>
                    <a:cubicBezTo>
                      <a:pt x="2510" y="1053"/>
                      <a:pt x="2510" y="1053"/>
                      <a:pt x="2479" y="1053"/>
                    </a:cubicBezTo>
                    <a:lnTo>
                      <a:pt x="2479" y="1053"/>
                    </a:lnTo>
                    <a:cubicBezTo>
                      <a:pt x="2479" y="1053"/>
                      <a:pt x="2449" y="1053"/>
                      <a:pt x="2449" y="1023"/>
                    </a:cubicBezTo>
                    <a:cubicBezTo>
                      <a:pt x="2449" y="1023"/>
                      <a:pt x="2449" y="992"/>
                      <a:pt x="2479" y="992"/>
                    </a:cubicBezTo>
                    <a:lnTo>
                      <a:pt x="2479" y="992"/>
                    </a:lnTo>
                    <a:lnTo>
                      <a:pt x="2479" y="992"/>
                    </a:lnTo>
                    <a:cubicBezTo>
                      <a:pt x="2479" y="992"/>
                      <a:pt x="2479" y="992"/>
                      <a:pt x="2449" y="992"/>
                    </a:cubicBezTo>
                    <a:lnTo>
                      <a:pt x="2449" y="992"/>
                    </a:lnTo>
                    <a:cubicBezTo>
                      <a:pt x="2417" y="992"/>
                      <a:pt x="2386" y="960"/>
                      <a:pt x="2386" y="960"/>
                    </a:cubicBezTo>
                    <a:cubicBezTo>
                      <a:pt x="2386" y="929"/>
                      <a:pt x="2386" y="929"/>
                      <a:pt x="2386" y="899"/>
                    </a:cubicBezTo>
                    <a:cubicBezTo>
                      <a:pt x="2386" y="899"/>
                      <a:pt x="2386" y="899"/>
                      <a:pt x="2417" y="899"/>
                    </a:cubicBezTo>
                    <a:lnTo>
                      <a:pt x="2417" y="899"/>
                    </a:lnTo>
                    <a:cubicBezTo>
                      <a:pt x="2417" y="868"/>
                      <a:pt x="2417" y="868"/>
                      <a:pt x="2417" y="868"/>
                    </a:cubicBezTo>
                    <a:lnTo>
                      <a:pt x="2449" y="868"/>
                    </a:lnTo>
                    <a:lnTo>
                      <a:pt x="2449" y="868"/>
                    </a:lnTo>
                    <a:cubicBezTo>
                      <a:pt x="2449" y="868"/>
                      <a:pt x="2449" y="868"/>
                      <a:pt x="2479" y="868"/>
                    </a:cubicBezTo>
                    <a:cubicBezTo>
                      <a:pt x="2479" y="836"/>
                      <a:pt x="2479" y="836"/>
                      <a:pt x="2510" y="836"/>
                    </a:cubicBezTo>
                    <a:cubicBezTo>
                      <a:pt x="2510" y="805"/>
                      <a:pt x="2541" y="805"/>
                      <a:pt x="2541" y="775"/>
                    </a:cubicBezTo>
                    <a:cubicBezTo>
                      <a:pt x="2573" y="744"/>
                      <a:pt x="2603" y="744"/>
                      <a:pt x="2603" y="744"/>
                    </a:cubicBezTo>
                    <a:lnTo>
                      <a:pt x="2603" y="744"/>
                    </a:lnTo>
                    <a:cubicBezTo>
                      <a:pt x="2634" y="744"/>
                      <a:pt x="2665" y="744"/>
                      <a:pt x="2665" y="775"/>
                    </a:cubicBezTo>
                    <a:cubicBezTo>
                      <a:pt x="2697" y="805"/>
                      <a:pt x="2697" y="805"/>
                      <a:pt x="2665" y="836"/>
                    </a:cubicBezTo>
                    <a:cubicBezTo>
                      <a:pt x="2665" y="836"/>
                      <a:pt x="2665" y="836"/>
                      <a:pt x="2665" y="868"/>
                    </a:cubicBezTo>
                    <a:cubicBezTo>
                      <a:pt x="2665" y="868"/>
                      <a:pt x="2665" y="868"/>
                      <a:pt x="2634" y="868"/>
                    </a:cubicBezTo>
                    <a:lnTo>
                      <a:pt x="2634" y="868"/>
                    </a:lnTo>
                    <a:lnTo>
                      <a:pt x="2665" y="868"/>
                    </a:lnTo>
                    <a:cubicBezTo>
                      <a:pt x="2665" y="868"/>
                      <a:pt x="2697" y="836"/>
                      <a:pt x="2727" y="836"/>
                    </a:cubicBezTo>
                    <a:cubicBezTo>
                      <a:pt x="2727" y="836"/>
                      <a:pt x="2727" y="836"/>
                      <a:pt x="2758" y="805"/>
                    </a:cubicBezTo>
                    <a:cubicBezTo>
                      <a:pt x="2758" y="805"/>
                      <a:pt x="2758" y="805"/>
                      <a:pt x="2789" y="805"/>
                    </a:cubicBezTo>
                    <a:lnTo>
                      <a:pt x="2789" y="805"/>
                    </a:lnTo>
                    <a:cubicBezTo>
                      <a:pt x="2789" y="775"/>
                      <a:pt x="2789" y="775"/>
                      <a:pt x="2821" y="775"/>
                    </a:cubicBezTo>
                  </a:path>
                </a:pathLst>
              </a:custGeom>
              <a:solidFill>
                <a:schemeClr val="accent6"/>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57" name="Freeform 106">
                <a:extLst>
                  <a:ext uri="{FF2B5EF4-FFF2-40B4-BE49-F238E27FC236}">
                    <a16:creationId xmlns:a16="http://schemas.microsoft.com/office/drawing/2014/main" id="{BF0FDEEC-5A14-EEC8-5002-5B828078DDD7}"/>
                  </a:ext>
                </a:extLst>
              </p:cNvPr>
              <p:cNvSpPr>
                <a:spLocks noChangeArrowheads="1"/>
              </p:cNvSpPr>
              <p:nvPr/>
            </p:nvSpPr>
            <p:spPr bwMode="auto">
              <a:xfrm>
                <a:off x="6291263" y="1712913"/>
                <a:ext cx="190500" cy="157162"/>
              </a:xfrm>
              <a:custGeom>
                <a:avLst/>
                <a:gdLst>
                  <a:gd name="T0" fmla="*/ 527 w 528"/>
                  <a:gd name="T1" fmla="*/ 31 h 436"/>
                  <a:gd name="T2" fmla="*/ 496 w 528"/>
                  <a:gd name="T3" fmla="*/ 0 h 436"/>
                  <a:gd name="T4" fmla="*/ 496 w 528"/>
                  <a:gd name="T5" fmla="*/ 0 h 436"/>
                  <a:gd name="T6" fmla="*/ 465 w 528"/>
                  <a:gd name="T7" fmla="*/ 0 h 436"/>
                  <a:gd name="T8" fmla="*/ 465 w 528"/>
                  <a:gd name="T9" fmla="*/ 31 h 436"/>
                  <a:gd name="T10" fmla="*/ 465 w 528"/>
                  <a:gd name="T11" fmla="*/ 31 h 436"/>
                  <a:gd name="T12" fmla="*/ 465 w 528"/>
                  <a:gd name="T13" fmla="*/ 94 h 436"/>
                  <a:gd name="T14" fmla="*/ 465 w 528"/>
                  <a:gd name="T15" fmla="*/ 94 h 436"/>
                  <a:gd name="T16" fmla="*/ 465 w 528"/>
                  <a:gd name="T17" fmla="*/ 124 h 436"/>
                  <a:gd name="T18" fmla="*/ 434 w 528"/>
                  <a:gd name="T19" fmla="*/ 187 h 436"/>
                  <a:gd name="T20" fmla="*/ 403 w 528"/>
                  <a:gd name="T21" fmla="*/ 187 h 436"/>
                  <a:gd name="T22" fmla="*/ 372 w 528"/>
                  <a:gd name="T23" fmla="*/ 218 h 436"/>
                  <a:gd name="T24" fmla="*/ 279 w 528"/>
                  <a:gd name="T25" fmla="*/ 279 h 436"/>
                  <a:gd name="T26" fmla="*/ 279 w 528"/>
                  <a:gd name="T27" fmla="*/ 248 h 436"/>
                  <a:gd name="T28" fmla="*/ 248 w 528"/>
                  <a:gd name="T29" fmla="*/ 279 h 436"/>
                  <a:gd name="T30" fmla="*/ 217 w 528"/>
                  <a:gd name="T31" fmla="*/ 342 h 436"/>
                  <a:gd name="T32" fmla="*/ 186 w 528"/>
                  <a:gd name="T33" fmla="*/ 342 h 436"/>
                  <a:gd name="T34" fmla="*/ 155 w 528"/>
                  <a:gd name="T35" fmla="*/ 342 h 436"/>
                  <a:gd name="T36" fmla="*/ 93 w 528"/>
                  <a:gd name="T37" fmla="*/ 342 h 436"/>
                  <a:gd name="T38" fmla="*/ 62 w 528"/>
                  <a:gd name="T39" fmla="*/ 342 h 436"/>
                  <a:gd name="T40" fmla="*/ 0 w 528"/>
                  <a:gd name="T41" fmla="*/ 403 h 436"/>
                  <a:gd name="T42" fmla="*/ 0 w 528"/>
                  <a:gd name="T43" fmla="*/ 403 h 436"/>
                  <a:gd name="T44" fmla="*/ 31 w 528"/>
                  <a:gd name="T45" fmla="*/ 403 h 436"/>
                  <a:gd name="T46" fmla="*/ 62 w 528"/>
                  <a:gd name="T47" fmla="*/ 403 h 436"/>
                  <a:gd name="T48" fmla="*/ 93 w 528"/>
                  <a:gd name="T49" fmla="*/ 372 h 436"/>
                  <a:gd name="T50" fmla="*/ 155 w 528"/>
                  <a:gd name="T51" fmla="*/ 342 h 436"/>
                  <a:gd name="T52" fmla="*/ 155 w 528"/>
                  <a:gd name="T53" fmla="*/ 342 h 436"/>
                  <a:gd name="T54" fmla="*/ 186 w 528"/>
                  <a:gd name="T55" fmla="*/ 342 h 436"/>
                  <a:gd name="T56" fmla="*/ 186 w 528"/>
                  <a:gd name="T57" fmla="*/ 403 h 436"/>
                  <a:gd name="T58" fmla="*/ 217 w 528"/>
                  <a:gd name="T59" fmla="*/ 435 h 436"/>
                  <a:gd name="T60" fmla="*/ 217 w 528"/>
                  <a:gd name="T61" fmla="*/ 403 h 436"/>
                  <a:gd name="T62" fmla="*/ 248 w 528"/>
                  <a:gd name="T63" fmla="*/ 372 h 436"/>
                  <a:gd name="T64" fmla="*/ 248 w 528"/>
                  <a:gd name="T65" fmla="*/ 342 h 436"/>
                  <a:gd name="T66" fmla="*/ 310 w 528"/>
                  <a:gd name="T67" fmla="*/ 372 h 436"/>
                  <a:gd name="T68" fmla="*/ 310 w 528"/>
                  <a:gd name="T69" fmla="*/ 372 h 436"/>
                  <a:gd name="T70" fmla="*/ 372 w 528"/>
                  <a:gd name="T71" fmla="*/ 342 h 436"/>
                  <a:gd name="T72" fmla="*/ 372 w 528"/>
                  <a:gd name="T73" fmla="*/ 342 h 436"/>
                  <a:gd name="T74" fmla="*/ 403 w 528"/>
                  <a:gd name="T75" fmla="*/ 311 h 436"/>
                  <a:gd name="T76" fmla="*/ 434 w 528"/>
                  <a:gd name="T77" fmla="*/ 311 h 436"/>
                  <a:gd name="T78" fmla="*/ 465 w 528"/>
                  <a:gd name="T79" fmla="*/ 311 h 436"/>
                  <a:gd name="T80" fmla="*/ 465 w 528"/>
                  <a:gd name="T81" fmla="*/ 248 h 436"/>
                  <a:gd name="T82" fmla="*/ 496 w 528"/>
                  <a:gd name="T83" fmla="*/ 218 h 436"/>
                  <a:gd name="T84" fmla="*/ 465 w 528"/>
                  <a:gd name="T85" fmla="*/ 187 h 436"/>
                  <a:gd name="T86" fmla="*/ 496 w 528"/>
                  <a:gd name="T87" fmla="*/ 124 h 436"/>
                  <a:gd name="T88" fmla="*/ 527 w 528"/>
                  <a:gd name="T89" fmla="*/ 94 h 436"/>
                  <a:gd name="T90" fmla="*/ 527 w 528"/>
                  <a:gd name="T91" fmla="*/ 94 h 436"/>
                  <a:gd name="T92" fmla="*/ 527 w 528"/>
                  <a:gd name="T93" fmla="*/ 63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8" h="436">
                    <a:moveTo>
                      <a:pt x="527" y="31"/>
                    </a:moveTo>
                    <a:lnTo>
                      <a:pt x="527" y="31"/>
                    </a:lnTo>
                    <a:lnTo>
                      <a:pt x="527" y="0"/>
                    </a:lnTo>
                    <a:lnTo>
                      <a:pt x="496" y="0"/>
                    </a:lnTo>
                    <a:lnTo>
                      <a:pt x="496" y="0"/>
                    </a:lnTo>
                    <a:lnTo>
                      <a:pt x="496" y="0"/>
                    </a:lnTo>
                    <a:cubicBezTo>
                      <a:pt x="496" y="0"/>
                      <a:pt x="496" y="0"/>
                      <a:pt x="465" y="0"/>
                    </a:cubicBezTo>
                    <a:lnTo>
                      <a:pt x="465" y="0"/>
                    </a:lnTo>
                    <a:lnTo>
                      <a:pt x="465" y="0"/>
                    </a:lnTo>
                    <a:lnTo>
                      <a:pt x="465" y="31"/>
                    </a:lnTo>
                    <a:lnTo>
                      <a:pt x="465" y="31"/>
                    </a:lnTo>
                    <a:lnTo>
                      <a:pt x="465" y="31"/>
                    </a:lnTo>
                    <a:cubicBezTo>
                      <a:pt x="465" y="31"/>
                      <a:pt x="465" y="31"/>
                      <a:pt x="465" y="63"/>
                    </a:cubicBezTo>
                    <a:cubicBezTo>
                      <a:pt x="465" y="63"/>
                      <a:pt x="465" y="63"/>
                      <a:pt x="465" y="94"/>
                    </a:cubicBezTo>
                    <a:lnTo>
                      <a:pt x="465" y="94"/>
                    </a:lnTo>
                    <a:lnTo>
                      <a:pt x="465" y="94"/>
                    </a:lnTo>
                    <a:cubicBezTo>
                      <a:pt x="465" y="94"/>
                      <a:pt x="465" y="94"/>
                      <a:pt x="465" y="124"/>
                    </a:cubicBezTo>
                    <a:lnTo>
                      <a:pt x="465" y="124"/>
                    </a:lnTo>
                    <a:lnTo>
                      <a:pt x="465" y="124"/>
                    </a:lnTo>
                    <a:cubicBezTo>
                      <a:pt x="465" y="124"/>
                      <a:pt x="434" y="155"/>
                      <a:pt x="434" y="187"/>
                    </a:cubicBezTo>
                    <a:lnTo>
                      <a:pt x="434" y="187"/>
                    </a:lnTo>
                    <a:cubicBezTo>
                      <a:pt x="403" y="187"/>
                      <a:pt x="403" y="187"/>
                      <a:pt x="403" y="187"/>
                    </a:cubicBezTo>
                    <a:lnTo>
                      <a:pt x="403" y="187"/>
                    </a:lnTo>
                    <a:cubicBezTo>
                      <a:pt x="403" y="187"/>
                      <a:pt x="403" y="218"/>
                      <a:pt x="372" y="218"/>
                    </a:cubicBezTo>
                    <a:lnTo>
                      <a:pt x="341" y="248"/>
                    </a:lnTo>
                    <a:cubicBezTo>
                      <a:pt x="341" y="248"/>
                      <a:pt x="310" y="279"/>
                      <a:pt x="279" y="279"/>
                    </a:cubicBezTo>
                    <a:lnTo>
                      <a:pt x="279" y="248"/>
                    </a:lnTo>
                    <a:lnTo>
                      <a:pt x="279" y="248"/>
                    </a:lnTo>
                    <a:cubicBezTo>
                      <a:pt x="279" y="279"/>
                      <a:pt x="279" y="279"/>
                      <a:pt x="248" y="279"/>
                    </a:cubicBezTo>
                    <a:lnTo>
                      <a:pt x="248" y="279"/>
                    </a:lnTo>
                    <a:lnTo>
                      <a:pt x="248" y="279"/>
                    </a:lnTo>
                    <a:cubicBezTo>
                      <a:pt x="248" y="311"/>
                      <a:pt x="248" y="342"/>
                      <a:pt x="217" y="342"/>
                    </a:cubicBezTo>
                    <a:lnTo>
                      <a:pt x="217" y="342"/>
                    </a:lnTo>
                    <a:cubicBezTo>
                      <a:pt x="217" y="342"/>
                      <a:pt x="217" y="342"/>
                      <a:pt x="186" y="342"/>
                    </a:cubicBezTo>
                    <a:lnTo>
                      <a:pt x="186" y="342"/>
                    </a:lnTo>
                    <a:lnTo>
                      <a:pt x="155" y="342"/>
                    </a:lnTo>
                    <a:lnTo>
                      <a:pt x="124" y="342"/>
                    </a:lnTo>
                    <a:cubicBezTo>
                      <a:pt x="93" y="342"/>
                      <a:pt x="93" y="342"/>
                      <a:pt x="93" y="342"/>
                    </a:cubicBezTo>
                    <a:cubicBezTo>
                      <a:pt x="62" y="342"/>
                      <a:pt x="62" y="342"/>
                      <a:pt x="62" y="342"/>
                    </a:cubicBezTo>
                    <a:lnTo>
                      <a:pt x="62" y="342"/>
                    </a:lnTo>
                    <a:cubicBezTo>
                      <a:pt x="31" y="372"/>
                      <a:pt x="31" y="372"/>
                      <a:pt x="0" y="372"/>
                    </a:cubicBezTo>
                    <a:lnTo>
                      <a:pt x="0" y="403"/>
                    </a:lnTo>
                    <a:lnTo>
                      <a:pt x="0" y="403"/>
                    </a:lnTo>
                    <a:lnTo>
                      <a:pt x="0" y="403"/>
                    </a:lnTo>
                    <a:lnTo>
                      <a:pt x="0" y="403"/>
                    </a:lnTo>
                    <a:lnTo>
                      <a:pt x="31" y="403"/>
                    </a:lnTo>
                    <a:lnTo>
                      <a:pt x="31" y="403"/>
                    </a:lnTo>
                    <a:lnTo>
                      <a:pt x="62" y="403"/>
                    </a:lnTo>
                    <a:cubicBezTo>
                      <a:pt x="62" y="372"/>
                      <a:pt x="62" y="372"/>
                      <a:pt x="93" y="372"/>
                    </a:cubicBezTo>
                    <a:lnTo>
                      <a:pt x="93" y="372"/>
                    </a:lnTo>
                    <a:lnTo>
                      <a:pt x="124" y="342"/>
                    </a:lnTo>
                    <a:lnTo>
                      <a:pt x="155" y="342"/>
                    </a:lnTo>
                    <a:lnTo>
                      <a:pt x="155" y="342"/>
                    </a:lnTo>
                    <a:lnTo>
                      <a:pt x="155" y="342"/>
                    </a:lnTo>
                    <a:lnTo>
                      <a:pt x="155" y="342"/>
                    </a:lnTo>
                    <a:lnTo>
                      <a:pt x="186" y="342"/>
                    </a:lnTo>
                    <a:cubicBezTo>
                      <a:pt x="186" y="342"/>
                      <a:pt x="186" y="342"/>
                      <a:pt x="217" y="372"/>
                    </a:cubicBezTo>
                    <a:cubicBezTo>
                      <a:pt x="217" y="372"/>
                      <a:pt x="217" y="403"/>
                      <a:pt x="186" y="403"/>
                    </a:cubicBezTo>
                    <a:lnTo>
                      <a:pt x="186" y="403"/>
                    </a:lnTo>
                    <a:cubicBezTo>
                      <a:pt x="186" y="435"/>
                      <a:pt x="186" y="435"/>
                      <a:pt x="217" y="435"/>
                    </a:cubicBezTo>
                    <a:lnTo>
                      <a:pt x="217" y="435"/>
                    </a:lnTo>
                    <a:cubicBezTo>
                      <a:pt x="217" y="435"/>
                      <a:pt x="217" y="435"/>
                      <a:pt x="217" y="403"/>
                    </a:cubicBezTo>
                    <a:cubicBezTo>
                      <a:pt x="217" y="403"/>
                      <a:pt x="217" y="403"/>
                      <a:pt x="248" y="403"/>
                    </a:cubicBezTo>
                    <a:cubicBezTo>
                      <a:pt x="248" y="372"/>
                      <a:pt x="248" y="372"/>
                      <a:pt x="248" y="372"/>
                    </a:cubicBezTo>
                    <a:cubicBezTo>
                      <a:pt x="248" y="342"/>
                      <a:pt x="248" y="342"/>
                      <a:pt x="248" y="342"/>
                    </a:cubicBezTo>
                    <a:lnTo>
                      <a:pt x="248" y="342"/>
                    </a:lnTo>
                    <a:cubicBezTo>
                      <a:pt x="279" y="342"/>
                      <a:pt x="279" y="342"/>
                      <a:pt x="310" y="372"/>
                    </a:cubicBezTo>
                    <a:lnTo>
                      <a:pt x="310" y="372"/>
                    </a:lnTo>
                    <a:lnTo>
                      <a:pt x="310" y="372"/>
                    </a:lnTo>
                    <a:lnTo>
                      <a:pt x="310" y="372"/>
                    </a:lnTo>
                    <a:cubicBezTo>
                      <a:pt x="341" y="342"/>
                      <a:pt x="341" y="342"/>
                      <a:pt x="341" y="342"/>
                    </a:cubicBezTo>
                    <a:lnTo>
                      <a:pt x="372" y="342"/>
                    </a:lnTo>
                    <a:lnTo>
                      <a:pt x="372" y="342"/>
                    </a:lnTo>
                    <a:lnTo>
                      <a:pt x="372" y="342"/>
                    </a:lnTo>
                    <a:lnTo>
                      <a:pt x="403" y="311"/>
                    </a:lnTo>
                    <a:lnTo>
                      <a:pt x="403" y="311"/>
                    </a:lnTo>
                    <a:cubicBezTo>
                      <a:pt x="403" y="311"/>
                      <a:pt x="403" y="311"/>
                      <a:pt x="434" y="311"/>
                    </a:cubicBezTo>
                    <a:lnTo>
                      <a:pt x="434" y="311"/>
                    </a:lnTo>
                    <a:lnTo>
                      <a:pt x="434" y="311"/>
                    </a:lnTo>
                    <a:cubicBezTo>
                      <a:pt x="465" y="311"/>
                      <a:pt x="465" y="311"/>
                      <a:pt x="465" y="311"/>
                    </a:cubicBezTo>
                    <a:lnTo>
                      <a:pt x="465" y="311"/>
                    </a:lnTo>
                    <a:cubicBezTo>
                      <a:pt x="465" y="311"/>
                      <a:pt x="465" y="279"/>
                      <a:pt x="465" y="248"/>
                    </a:cubicBezTo>
                    <a:cubicBezTo>
                      <a:pt x="465" y="248"/>
                      <a:pt x="465" y="248"/>
                      <a:pt x="465" y="218"/>
                    </a:cubicBezTo>
                    <a:lnTo>
                      <a:pt x="496" y="218"/>
                    </a:lnTo>
                    <a:lnTo>
                      <a:pt x="465" y="187"/>
                    </a:lnTo>
                    <a:lnTo>
                      <a:pt x="465" y="187"/>
                    </a:lnTo>
                    <a:lnTo>
                      <a:pt x="465" y="155"/>
                    </a:lnTo>
                    <a:lnTo>
                      <a:pt x="496" y="124"/>
                    </a:lnTo>
                    <a:lnTo>
                      <a:pt x="496" y="124"/>
                    </a:lnTo>
                    <a:cubicBezTo>
                      <a:pt x="527" y="94"/>
                      <a:pt x="527" y="94"/>
                      <a:pt x="527" y="94"/>
                    </a:cubicBezTo>
                    <a:lnTo>
                      <a:pt x="527" y="94"/>
                    </a:lnTo>
                    <a:lnTo>
                      <a:pt x="527" y="94"/>
                    </a:lnTo>
                    <a:lnTo>
                      <a:pt x="527" y="94"/>
                    </a:lnTo>
                    <a:cubicBezTo>
                      <a:pt x="527" y="63"/>
                      <a:pt x="527" y="63"/>
                      <a:pt x="527" y="63"/>
                    </a:cubicBezTo>
                    <a:cubicBezTo>
                      <a:pt x="527" y="31"/>
                      <a:pt x="527" y="31"/>
                      <a:pt x="527"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58" name="Freeform 107">
                <a:extLst>
                  <a:ext uri="{FF2B5EF4-FFF2-40B4-BE49-F238E27FC236}">
                    <a16:creationId xmlns:a16="http://schemas.microsoft.com/office/drawing/2014/main" id="{A4879ADC-5EB4-7A99-92A4-54562C73572A}"/>
                  </a:ext>
                </a:extLst>
              </p:cNvPr>
              <p:cNvSpPr>
                <a:spLocks noChangeArrowheads="1"/>
              </p:cNvSpPr>
              <p:nvPr/>
            </p:nvSpPr>
            <p:spPr bwMode="auto">
              <a:xfrm>
                <a:off x="6246813" y="1870075"/>
                <a:ext cx="33337" cy="55563"/>
              </a:xfrm>
              <a:custGeom>
                <a:avLst/>
                <a:gdLst>
                  <a:gd name="T0" fmla="*/ 61 w 93"/>
                  <a:gd name="T1" fmla="*/ 31 h 156"/>
                  <a:gd name="T2" fmla="*/ 61 w 93"/>
                  <a:gd name="T3" fmla="*/ 31 h 156"/>
                  <a:gd name="T4" fmla="*/ 61 w 93"/>
                  <a:gd name="T5" fmla="*/ 31 h 156"/>
                  <a:gd name="T6" fmla="*/ 61 w 93"/>
                  <a:gd name="T7" fmla="*/ 0 h 156"/>
                  <a:gd name="T8" fmla="*/ 61 w 93"/>
                  <a:gd name="T9" fmla="*/ 0 h 156"/>
                  <a:gd name="T10" fmla="*/ 61 w 93"/>
                  <a:gd name="T11" fmla="*/ 31 h 156"/>
                  <a:gd name="T12" fmla="*/ 30 w 93"/>
                  <a:gd name="T13" fmla="*/ 31 h 156"/>
                  <a:gd name="T14" fmla="*/ 0 w 93"/>
                  <a:gd name="T15" fmla="*/ 31 h 156"/>
                  <a:gd name="T16" fmla="*/ 0 w 93"/>
                  <a:gd name="T17" fmla="*/ 31 h 156"/>
                  <a:gd name="T18" fmla="*/ 0 w 93"/>
                  <a:gd name="T19" fmla="*/ 61 h 156"/>
                  <a:gd name="T20" fmla="*/ 30 w 93"/>
                  <a:gd name="T21" fmla="*/ 92 h 156"/>
                  <a:gd name="T22" fmla="*/ 30 w 93"/>
                  <a:gd name="T23" fmla="*/ 124 h 156"/>
                  <a:gd name="T24" fmla="*/ 61 w 93"/>
                  <a:gd name="T25" fmla="*/ 124 h 156"/>
                  <a:gd name="T26" fmla="*/ 61 w 93"/>
                  <a:gd name="T27" fmla="*/ 155 h 156"/>
                  <a:gd name="T28" fmla="*/ 61 w 93"/>
                  <a:gd name="T29" fmla="*/ 124 h 156"/>
                  <a:gd name="T30" fmla="*/ 92 w 93"/>
                  <a:gd name="T31" fmla="*/ 124 h 156"/>
                  <a:gd name="T32" fmla="*/ 92 w 93"/>
                  <a:gd name="T33" fmla="*/ 92 h 156"/>
                  <a:gd name="T34" fmla="*/ 92 w 93"/>
                  <a:gd name="T35" fmla="*/ 61 h 156"/>
                  <a:gd name="T36" fmla="*/ 92 w 93"/>
                  <a:gd name="T37" fmla="*/ 61 h 156"/>
                  <a:gd name="T38" fmla="*/ 92 w 93"/>
                  <a:gd name="T39" fmla="*/ 31 h 156"/>
                  <a:gd name="T40" fmla="*/ 61 w 93"/>
                  <a:gd name="T41" fmla="*/ 31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3" h="156">
                    <a:moveTo>
                      <a:pt x="61" y="31"/>
                    </a:moveTo>
                    <a:lnTo>
                      <a:pt x="61" y="31"/>
                    </a:lnTo>
                    <a:lnTo>
                      <a:pt x="61" y="31"/>
                    </a:lnTo>
                    <a:lnTo>
                      <a:pt x="61" y="0"/>
                    </a:lnTo>
                    <a:lnTo>
                      <a:pt x="61" y="0"/>
                    </a:lnTo>
                    <a:lnTo>
                      <a:pt x="61" y="31"/>
                    </a:lnTo>
                    <a:cubicBezTo>
                      <a:pt x="30" y="31"/>
                      <a:pt x="30" y="31"/>
                      <a:pt x="30" y="31"/>
                    </a:cubicBezTo>
                    <a:cubicBezTo>
                      <a:pt x="30" y="31"/>
                      <a:pt x="30" y="31"/>
                      <a:pt x="0" y="31"/>
                    </a:cubicBezTo>
                    <a:lnTo>
                      <a:pt x="0" y="31"/>
                    </a:lnTo>
                    <a:cubicBezTo>
                      <a:pt x="0" y="61"/>
                      <a:pt x="0" y="61"/>
                      <a:pt x="0" y="61"/>
                    </a:cubicBezTo>
                    <a:cubicBezTo>
                      <a:pt x="30" y="61"/>
                      <a:pt x="30" y="61"/>
                      <a:pt x="30" y="92"/>
                    </a:cubicBezTo>
                    <a:cubicBezTo>
                      <a:pt x="30" y="92"/>
                      <a:pt x="30" y="92"/>
                      <a:pt x="30" y="124"/>
                    </a:cubicBezTo>
                    <a:lnTo>
                      <a:pt x="61" y="124"/>
                    </a:lnTo>
                    <a:cubicBezTo>
                      <a:pt x="61" y="124"/>
                      <a:pt x="61" y="124"/>
                      <a:pt x="61" y="155"/>
                    </a:cubicBezTo>
                    <a:cubicBezTo>
                      <a:pt x="61" y="124"/>
                      <a:pt x="61" y="124"/>
                      <a:pt x="61" y="124"/>
                    </a:cubicBezTo>
                    <a:lnTo>
                      <a:pt x="92" y="124"/>
                    </a:lnTo>
                    <a:lnTo>
                      <a:pt x="92" y="92"/>
                    </a:lnTo>
                    <a:lnTo>
                      <a:pt x="92" y="61"/>
                    </a:lnTo>
                    <a:lnTo>
                      <a:pt x="92" y="61"/>
                    </a:lnTo>
                    <a:lnTo>
                      <a:pt x="92" y="31"/>
                    </a:lnTo>
                    <a:cubicBezTo>
                      <a:pt x="61" y="31"/>
                      <a:pt x="61" y="31"/>
                      <a:pt x="61"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59" name="Freeform 108">
                <a:extLst>
                  <a:ext uri="{FF2B5EF4-FFF2-40B4-BE49-F238E27FC236}">
                    <a16:creationId xmlns:a16="http://schemas.microsoft.com/office/drawing/2014/main" id="{542770E8-5D38-D903-E193-782E89C4B7CF}"/>
                  </a:ext>
                </a:extLst>
              </p:cNvPr>
              <p:cNvSpPr>
                <a:spLocks noChangeArrowheads="1"/>
              </p:cNvSpPr>
              <p:nvPr/>
            </p:nvSpPr>
            <p:spPr bwMode="auto">
              <a:xfrm>
                <a:off x="5419725" y="1457325"/>
                <a:ext cx="614363" cy="223838"/>
              </a:xfrm>
              <a:custGeom>
                <a:avLst/>
                <a:gdLst>
                  <a:gd name="T0" fmla="*/ 558 w 1706"/>
                  <a:gd name="T1" fmla="*/ 124 h 621"/>
                  <a:gd name="T2" fmla="*/ 496 w 1706"/>
                  <a:gd name="T3" fmla="*/ 156 h 621"/>
                  <a:gd name="T4" fmla="*/ 435 w 1706"/>
                  <a:gd name="T5" fmla="*/ 156 h 621"/>
                  <a:gd name="T6" fmla="*/ 372 w 1706"/>
                  <a:gd name="T7" fmla="*/ 156 h 621"/>
                  <a:gd name="T8" fmla="*/ 311 w 1706"/>
                  <a:gd name="T9" fmla="*/ 94 h 621"/>
                  <a:gd name="T10" fmla="*/ 248 w 1706"/>
                  <a:gd name="T11" fmla="*/ 94 h 621"/>
                  <a:gd name="T12" fmla="*/ 187 w 1706"/>
                  <a:gd name="T13" fmla="*/ 94 h 621"/>
                  <a:gd name="T14" fmla="*/ 94 w 1706"/>
                  <a:gd name="T15" fmla="*/ 124 h 621"/>
                  <a:gd name="T16" fmla="*/ 63 w 1706"/>
                  <a:gd name="T17" fmla="*/ 187 h 621"/>
                  <a:gd name="T18" fmla="*/ 0 w 1706"/>
                  <a:gd name="T19" fmla="*/ 187 h 621"/>
                  <a:gd name="T20" fmla="*/ 63 w 1706"/>
                  <a:gd name="T21" fmla="*/ 218 h 621"/>
                  <a:gd name="T22" fmla="*/ 124 w 1706"/>
                  <a:gd name="T23" fmla="*/ 248 h 621"/>
                  <a:gd name="T24" fmla="*/ 187 w 1706"/>
                  <a:gd name="T25" fmla="*/ 311 h 621"/>
                  <a:gd name="T26" fmla="*/ 155 w 1706"/>
                  <a:gd name="T27" fmla="*/ 404 h 621"/>
                  <a:gd name="T28" fmla="*/ 218 w 1706"/>
                  <a:gd name="T29" fmla="*/ 404 h 621"/>
                  <a:gd name="T30" fmla="*/ 279 w 1706"/>
                  <a:gd name="T31" fmla="*/ 404 h 621"/>
                  <a:gd name="T32" fmla="*/ 342 w 1706"/>
                  <a:gd name="T33" fmla="*/ 404 h 621"/>
                  <a:gd name="T34" fmla="*/ 403 w 1706"/>
                  <a:gd name="T35" fmla="*/ 435 h 621"/>
                  <a:gd name="T36" fmla="*/ 435 w 1706"/>
                  <a:gd name="T37" fmla="*/ 496 h 621"/>
                  <a:gd name="T38" fmla="*/ 466 w 1706"/>
                  <a:gd name="T39" fmla="*/ 559 h 621"/>
                  <a:gd name="T40" fmla="*/ 620 w 1706"/>
                  <a:gd name="T41" fmla="*/ 559 h 621"/>
                  <a:gd name="T42" fmla="*/ 713 w 1706"/>
                  <a:gd name="T43" fmla="*/ 559 h 621"/>
                  <a:gd name="T44" fmla="*/ 807 w 1706"/>
                  <a:gd name="T45" fmla="*/ 589 h 621"/>
                  <a:gd name="T46" fmla="*/ 837 w 1706"/>
                  <a:gd name="T47" fmla="*/ 620 h 621"/>
                  <a:gd name="T48" fmla="*/ 899 w 1706"/>
                  <a:gd name="T49" fmla="*/ 589 h 621"/>
                  <a:gd name="T50" fmla="*/ 992 w 1706"/>
                  <a:gd name="T51" fmla="*/ 589 h 621"/>
                  <a:gd name="T52" fmla="*/ 1147 w 1706"/>
                  <a:gd name="T53" fmla="*/ 559 h 621"/>
                  <a:gd name="T54" fmla="*/ 1209 w 1706"/>
                  <a:gd name="T55" fmla="*/ 559 h 621"/>
                  <a:gd name="T56" fmla="*/ 1271 w 1706"/>
                  <a:gd name="T57" fmla="*/ 496 h 621"/>
                  <a:gd name="T58" fmla="*/ 1271 w 1706"/>
                  <a:gd name="T59" fmla="*/ 466 h 621"/>
                  <a:gd name="T60" fmla="*/ 1364 w 1706"/>
                  <a:gd name="T61" fmla="*/ 404 h 621"/>
                  <a:gd name="T62" fmla="*/ 1427 w 1706"/>
                  <a:gd name="T63" fmla="*/ 404 h 621"/>
                  <a:gd name="T64" fmla="*/ 1488 w 1706"/>
                  <a:gd name="T65" fmla="*/ 372 h 621"/>
                  <a:gd name="T66" fmla="*/ 1519 w 1706"/>
                  <a:gd name="T67" fmla="*/ 372 h 621"/>
                  <a:gd name="T68" fmla="*/ 1551 w 1706"/>
                  <a:gd name="T69" fmla="*/ 342 h 621"/>
                  <a:gd name="T70" fmla="*/ 1612 w 1706"/>
                  <a:gd name="T71" fmla="*/ 311 h 621"/>
                  <a:gd name="T72" fmla="*/ 1675 w 1706"/>
                  <a:gd name="T73" fmla="*/ 280 h 621"/>
                  <a:gd name="T74" fmla="*/ 1705 w 1706"/>
                  <a:gd name="T75" fmla="*/ 280 h 621"/>
                  <a:gd name="T76" fmla="*/ 1643 w 1706"/>
                  <a:gd name="T77" fmla="*/ 280 h 621"/>
                  <a:gd name="T78" fmla="*/ 1581 w 1706"/>
                  <a:gd name="T79" fmla="*/ 280 h 621"/>
                  <a:gd name="T80" fmla="*/ 1551 w 1706"/>
                  <a:gd name="T81" fmla="*/ 280 h 621"/>
                  <a:gd name="T82" fmla="*/ 1551 w 1706"/>
                  <a:gd name="T83" fmla="*/ 280 h 621"/>
                  <a:gd name="T84" fmla="*/ 1488 w 1706"/>
                  <a:gd name="T85" fmla="*/ 218 h 621"/>
                  <a:gd name="T86" fmla="*/ 1519 w 1706"/>
                  <a:gd name="T87" fmla="*/ 156 h 621"/>
                  <a:gd name="T88" fmla="*/ 1457 w 1706"/>
                  <a:gd name="T89" fmla="*/ 124 h 621"/>
                  <a:gd name="T90" fmla="*/ 1364 w 1706"/>
                  <a:gd name="T91" fmla="*/ 156 h 621"/>
                  <a:gd name="T92" fmla="*/ 1271 w 1706"/>
                  <a:gd name="T93" fmla="*/ 187 h 621"/>
                  <a:gd name="T94" fmla="*/ 1209 w 1706"/>
                  <a:gd name="T95" fmla="*/ 187 h 621"/>
                  <a:gd name="T96" fmla="*/ 1085 w 1706"/>
                  <a:gd name="T97" fmla="*/ 156 h 621"/>
                  <a:gd name="T98" fmla="*/ 961 w 1706"/>
                  <a:gd name="T99" fmla="*/ 124 h 621"/>
                  <a:gd name="T100" fmla="*/ 868 w 1706"/>
                  <a:gd name="T101" fmla="*/ 124 h 621"/>
                  <a:gd name="T102" fmla="*/ 775 w 1706"/>
                  <a:gd name="T103" fmla="*/ 124 h 621"/>
                  <a:gd name="T104" fmla="*/ 744 w 1706"/>
                  <a:gd name="T105" fmla="*/ 63 h 621"/>
                  <a:gd name="T106" fmla="*/ 651 w 1706"/>
                  <a:gd name="T107" fmla="*/ 32 h 621"/>
                  <a:gd name="T108" fmla="*/ 558 w 1706"/>
                  <a:gd name="T109" fmla="*/ 63 h 621"/>
                  <a:gd name="T110" fmla="*/ 590 w 1706"/>
                  <a:gd name="T111" fmla="*/ 94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706" h="621">
                    <a:moveTo>
                      <a:pt x="558" y="124"/>
                    </a:moveTo>
                    <a:lnTo>
                      <a:pt x="558" y="124"/>
                    </a:lnTo>
                    <a:lnTo>
                      <a:pt x="558" y="124"/>
                    </a:lnTo>
                    <a:lnTo>
                      <a:pt x="558" y="124"/>
                    </a:lnTo>
                    <a:lnTo>
                      <a:pt x="558" y="124"/>
                    </a:lnTo>
                    <a:cubicBezTo>
                      <a:pt x="527" y="156"/>
                      <a:pt x="527" y="156"/>
                      <a:pt x="496" y="156"/>
                    </a:cubicBezTo>
                    <a:lnTo>
                      <a:pt x="496" y="156"/>
                    </a:lnTo>
                    <a:lnTo>
                      <a:pt x="496" y="156"/>
                    </a:lnTo>
                    <a:lnTo>
                      <a:pt x="466" y="156"/>
                    </a:lnTo>
                    <a:lnTo>
                      <a:pt x="466" y="156"/>
                    </a:lnTo>
                    <a:cubicBezTo>
                      <a:pt x="466" y="156"/>
                      <a:pt x="466" y="156"/>
                      <a:pt x="435" y="156"/>
                    </a:cubicBezTo>
                    <a:lnTo>
                      <a:pt x="435" y="156"/>
                    </a:lnTo>
                    <a:lnTo>
                      <a:pt x="403" y="156"/>
                    </a:lnTo>
                    <a:lnTo>
                      <a:pt x="403" y="156"/>
                    </a:lnTo>
                    <a:lnTo>
                      <a:pt x="372" y="156"/>
                    </a:lnTo>
                    <a:lnTo>
                      <a:pt x="372" y="156"/>
                    </a:lnTo>
                    <a:lnTo>
                      <a:pt x="372" y="156"/>
                    </a:lnTo>
                    <a:cubicBezTo>
                      <a:pt x="342" y="156"/>
                      <a:pt x="342" y="124"/>
                      <a:pt x="342" y="124"/>
                    </a:cubicBezTo>
                    <a:lnTo>
                      <a:pt x="342" y="124"/>
                    </a:lnTo>
                    <a:cubicBezTo>
                      <a:pt x="311" y="124"/>
                      <a:pt x="311" y="124"/>
                      <a:pt x="311" y="94"/>
                    </a:cubicBezTo>
                    <a:lnTo>
                      <a:pt x="311" y="94"/>
                    </a:lnTo>
                    <a:lnTo>
                      <a:pt x="311" y="94"/>
                    </a:lnTo>
                    <a:lnTo>
                      <a:pt x="311" y="94"/>
                    </a:lnTo>
                    <a:cubicBezTo>
                      <a:pt x="279" y="94"/>
                      <a:pt x="279" y="94"/>
                      <a:pt x="248" y="94"/>
                    </a:cubicBezTo>
                    <a:lnTo>
                      <a:pt x="248" y="94"/>
                    </a:lnTo>
                    <a:lnTo>
                      <a:pt x="248" y="94"/>
                    </a:lnTo>
                    <a:lnTo>
                      <a:pt x="218" y="94"/>
                    </a:lnTo>
                    <a:cubicBezTo>
                      <a:pt x="218" y="94"/>
                      <a:pt x="218" y="94"/>
                      <a:pt x="187" y="94"/>
                    </a:cubicBezTo>
                    <a:lnTo>
                      <a:pt x="187" y="94"/>
                    </a:lnTo>
                    <a:cubicBezTo>
                      <a:pt x="187" y="94"/>
                      <a:pt x="187" y="94"/>
                      <a:pt x="155" y="94"/>
                    </a:cubicBezTo>
                    <a:lnTo>
                      <a:pt x="155" y="124"/>
                    </a:lnTo>
                    <a:cubicBezTo>
                      <a:pt x="124" y="124"/>
                      <a:pt x="124" y="124"/>
                      <a:pt x="94" y="124"/>
                    </a:cubicBezTo>
                    <a:lnTo>
                      <a:pt x="94" y="156"/>
                    </a:lnTo>
                    <a:lnTo>
                      <a:pt x="94" y="156"/>
                    </a:lnTo>
                    <a:cubicBezTo>
                      <a:pt x="63" y="187"/>
                      <a:pt x="63" y="187"/>
                      <a:pt x="63" y="187"/>
                    </a:cubicBezTo>
                    <a:lnTo>
                      <a:pt x="63" y="187"/>
                    </a:lnTo>
                    <a:lnTo>
                      <a:pt x="63" y="187"/>
                    </a:lnTo>
                    <a:cubicBezTo>
                      <a:pt x="31" y="187"/>
                      <a:pt x="31" y="187"/>
                      <a:pt x="31" y="187"/>
                    </a:cubicBezTo>
                    <a:lnTo>
                      <a:pt x="0" y="187"/>
                    </a:lnTo>
                    <a:lnTo>
                      <a:pt x="0" y="187"/>
                    </a:lnTo>
                    <a:lnTo>
                      <a:pt x="0" y="187"/>
                    </a:lnTo>
                    <a:lnTo>
                      <a:pt x="0" y="187"/>
                    </a:lnTo>
                    <a:cubicBezTo>
                      <a:pt x="31" y="187"/>
                      <a:pt x="31" y="218"/>
                      <a:pt x="31" y="218"/>
                    </a:cubicBezTo>
                    <a:cubicBezTo>
                      <a:pt x="63" y="218"/>
                      <a:pt x="63" y="218"/>
                      <a:pt x="63" y="218"/>
                    </a:cubicBezTo>
                    <a:cubicBezTo>
                      <a:pt x="94" y="218"/>
                      <a:pt x="94" y="218"/>
                      <a:pt x="94" y="218"/>
                    </a:cubicBezTo>
                    <a:cubicBezTo>
                      <a:pt x="94" y="218"/>
                      <a:pt x="94" y="218"/>
                      <a:pt x="124" y="248"/>
                    </a:cubicBezTo>
                    <a:lnTo>
                      <a:pt x="124" y="248"/>
                    </a:lnTo>
                    <a:lnTo>
                      <a:pt x="124" y="248"/>
                    </a:lnTo>
                    <a:cubicBezTo>
                      <a:pt x="124" y="248"/>
                      <a:pt x="124" y="248"/>
                      <a:pt x="124" y="280"/>
                    </a:cubicBezTo>
                    <a:cubicBezTo>
                      <a:pt x="124" y="280"/>
                      <a:pt x="124" y="280"/>
                      <a:pt x="155" y="280"/>
                    </a:cubicBezTo>
                    <a:lnTo>
                      <a:pt x="155" y="280"/>
                    </a:lnTo>
                    <a:lnTo>
                      <a:pt x="187" y="311"/>
                    </a:lnTo>
                    <a:lnTo>
                      <a:pt x="187" y="342"/>
                    </a:lnTo>
                    <a:lnTo>
                      <a:pt x="187" y="342"/>
                    </a:lnTo>
                    <a:cubicBezTo>
                      <a:pt x="187" y="372"/>
                      <a:pt x="155" y="372"/>
                      <a:pt x="155" y="372"/>
                    </a:cubicBezTo>
                    <a:cubicBezTo>
                      <a:pt x="155" y="404"/>
                      <a:pt x="155" y="404"/>
                      <a:pt x="155" y="404"/>
                    </a:cubicBezTo>
                    <a:lnTo>
                      <a:pt x="155" y="404"/>
                    </a:lnTo>
                    <a:cubicBezTo>
                      <a:pt x="187" y="404"/>
                      <a:pt x="187" y="404"/>
                      <a:pt x="218" y="404"/>
                    </a:cubicBezTo>
                    <a:lnTo>
                      <a:pt x="218" y="404"/>
                    </a:lnTo>
                    <a:lnTo>
                      <a:pt x="218" y="404"/>
                    </a:lnTo>
                    <a:cubicBezTo>
                      <a:pt x="248" y="404"/>
                      <a:pt x="248" y="404"/>
                      <a:pt x="279" y="404"/>
                    </a:cubicBezTo>
                    <a:lnTo>
                      <a:pt x="279" y="404"/>
                    </a:lnTo>
                    <a:lnTo>
                      <a:pt x="279" y="404"/>
                    </a:lnTo>
                    <a:lnTo>
                      <a:pt x="279" y="404"/>
                    </a:lnTo>
                    <a:cubicBezTo>
                      <a:pt x="311" y="404"/>
                      <a:pt x="311" y="404"/>
                      <a:pt x="311" y="404"/>
                    </a:cubicBezTo>
                    <a:lnTo>
                      <a:pt x="311" y="404"/>
                    </a:lnTo>
                    <a:cubicBezTo>
                      <a:pt x="311" y="404"/>
                      <a:pt x="311" y="404"/>
                      <a:pt x="342" y="404"/>
                    </a:cubicBezTo>
                    <a:lnTo>
                      <a:pt x="342" y="404"/>
                    </a:lnTo>
                    <a:lnTo>
                      <a:pt x="342" y="435"/>
                    </a:lnTo>
                    <a:lnTo>
                      <a:pt x="342" y="435"/>
                    </a:lnTo>
                    <a:lnTo>
                      <a:pt x="372" y="435"/>
                    </a:lnTo>
                    <a:lnTo>
                      <a:pt x="403" y="435"/>
                    </a:lnTo>
                    <a:cubicBezTo>
                      <a:pt x="403" y="466"/>
                      <a:pt x="435" y="466"/>
                      <a:pt x="435" y="466"/>
                    </a:cubicBezTo>
                    <a:lnTo>
                      <a:pt x="435" y="466"/>
                    </a:lnTo>
                    <a:lnTo>
                      <a:pt x="435" y="496"/>
                    </a:lnTo>
                    <a:lnTo>
                      <a:pt x="435" y="496"/>
                    </a:lnTo>
                    <a:lnTo>
                      <a:pt x="435" y="496"/>
                    </a:lnTo>
                    <a:lnTo>
                      <a:pt x="435" y="528"/>
                    </a:lnTo>
                    <a:cubicBezTo>
                      <a:pt x="466" y="528"/>
                      <a:pt x="466" y="528"/>
                      <a:pt x="466" y="559"/>
                    </a:cubicBezTo>
                    <a:lnTo>
                      <a:pt x="466" y="559"/>
                    </a:lnTo>
                    <a:lnTo>
                      <a:pt x="466" y="559"/>
                    </a:lnTo>
                    <a:cubicBezTo>
                      <a:pt x="496" y="559"/>
                      <a:pt x="558" y="559"/>
                      <a:pt x="558" y="559"/>
                    </a:cubicBezTo>
                    <a:cubicBezTo>
                      <a:pt x="590" y="559"/>
                      <a:pt x="590" y="559"/>
                      <a:pt x="620" y="559"/>
                    </a:cubicBezTo>
                    <a:lnTo>
                      <a:pt x="620" y="559"/>
                    </a:lnTo>
                    <a:cubicBezTo>
                      <a:pt x="651" y="559"/>
                      <a:pt x="651" y="559"/>
                      <a:pt x="651" y="559"/>
                    </a:cubicBezTo>
                    <a:lnTo>
                      <a:pt x="683" y="559"/>
                    </a:lnTo>
                    <a:cubicBezTo>
                      <a:pt x="683" y="559"/>
                      <a:pt x="683" y="559"/>
                      <a:pt x="713" y="559"/>
                    </a:cubicBezTo>
                    <a:lnTo>
                      <a:pt x="713" y="559"/>
                    </a:lnTo>
                    <a:lnTo>
                      <a:pt x="744" y="559"/>
                    </a:lnTo>
                    <a:cubicBezTo>
                      <a:pt x="775" y="589"/>
                      <a:pt x="775" y="589"/>
                      <a:pt x="775" y="589"/>
                    </a:cubicBezTo>
                    <a:lnTo>
                      <a:pt x="775" y="589"/>
                    </a:lnTo>
                    <a:cubicBezTo>
                      <a:pt x="807" y="589"/>
                      <a:pt x="807" y="589"/>
                      <a:pt x="807" y="589"/>
                    </a:cubicBezTo>
                    <a:lnTo>
                      <a:pt x="807" y="589"/>
                    </a:lnTo>
                    <a:cubicBezTo>
                      <a:pt x="807" y="589"/>
                      <a:pt x="807" y="589"/>
                      <a:pt x="837" y="589"/>
                    </a:cubicBezTo>
                    <a:lnTo>
                      <a:pt x="837" y="620"/>
                    </a:lnTo>
                    <a:lnTo>
                      <a:pt x="837" y="620"/>
                    </a:lnTo>
                    <a:cubicBezTo>
                      <a:pt x="868" y="620"/>
                      <a:pt x="868" y="589"/>
                      <a:pt x="868" y="589"/>
                    </a:cubicBezTo>
                    <a:lnTo>
                      <a:pt x="868" y="589"/>
                    </a:lnTo>
                    <a:lnTo>
                      <a:pt x="868" y="589"/>
                    </a:lnTo>
                    <a:lnTo>
                      <a:pt x="899" y="589"/>
                    </a:lnTo>
                    <a:lnTo>
                      <a:pt x="899" y="589"/>
                    </a:lnTo>
                    <a:cubicBezTo>
                      <a:pt x="899" y="589"/>
                      <a:pt x="899" y="589"/>
                      <a:pt x="899" y="620"/>
                    </a:cubicBezTo>
                    <a:cubicBezTo>
                      <a:pt x="931" y="620"/>
                      <a:pt x="931" y="620"/>
                      <a:pt x="931" y="620"/>
                    </a:cubicBezTo>
                    <a:cubicBezTo>
                      <a:pt x="931" y="620"/>
                      <a:pt x="961" y="589"/>
                      <a:pt x="992" y="589"/>
                    </a:cubicBezTo>
                    <a:cubicBezTo>
                      <a:pt x="992" y="589"/>
                      <a:pt x="1023" y="559"/>
                      <a:pt x="1055" y="559"/>
                    </a:cubicBezTo>
                    <a:lnTo>
                      <a:pt x="1055" y="559"/>
                    </a:lnTo>
                    <a:lnTo>
                      <a:pt x="1085" y="559"/>
                    </a:lnTo>
                    <a:cubicBezTo>
                      <a:pt x="1116" y="559"/>
                      <a:pt x="1116" y="559"/>
                      <a:pt x="1147" y="559"/>
                    </a:cubicBezTo>
                    <a:lnTo>
                      <a:pt x="1147" y="559"/>
                    </a:lnTo>
                    <a:cubicBezTo>
                      <a:pt x="1179" y="559"/>
                      <a:pt x="1179" y="559"/>
                      <a:pt x="1209" y="559"/>
                    </a:cubicBezTo>
                    <a:lnTo>
                      <a:pt x="1209" y="559"/>
                    </a:lnTo>
                    <a:lnTo>
                      <a:pt x="1209" y="559"/>
                    </a:lnTo>
                    <a:cubicBezTo>
                      <a:pt x="1209" y="559"/>
                      <a:pt x="1209" y="528"/>
                      <a:pt x="1240" y="528"/>
                    </a:cubicBezTo>
                    <a:lnTo>
                      <a:pt x="1240" y="528"/>
                    </a:lnTo>
                    <a:cubicBezTo>
                      <a:pt x="1240" y="528"/>
                      <a:pt x="1240" y="528"/>
                      <a:pt x="1240" y="496"/>
                    </a:cubicBezTo>
                    <a:cubicBezTo>
                      <a:pt x="1271" y="496"/>
                      <a:pt x="1271" y="496"/>
                      <a:pt x="1271" y="496"/>
                    </a:cubicBezTo>
                    <a:lnTo>
                      <a:pt x="1271" y="496"/>
                    </a:lnTo>
                    <a:lnTo>
                      <a:pt x="1271" y="466"/>
                    </a:lnTo>
                    <a:lnTo>
                      <a:pt x="1271" y="466"/>
                    </a:lnTo>
                    <a:lnTo>
                      <a:pt x="1271" y="466"/>
                    </a:lnTo>
                    <a:cubicBezTo>
                      <a:pt x="1271" y="435"/>
                      <a:pt x="1271" y="435"/>
                      <a:pt x="1271" y="435"/>
                    </a:cubicBezTo>
                    <a:cubicBezTo>
                      <a:pt x="1271" y="404"/>
                      <a:pt x="1271" y="404"/>
                      <a:pt x="1303" y="404"/>
                    </a:cubicBezTo>
                    <a:lnTo>
                      <a:pt x="1303" y="404"/>
                    </a:lnTo>
                    <a:cubicBezTo>
                      <a:pt x="1333" y="404"/>
                      <a:pt x="1364" y="404"/>
                      <a:pt x="1364" y="404"/>
                    </a:cubicBezTo>
                    <a:cubicBezTo>
                      <a:pt x="1364" y="404"/>
                      <a:pt x="1364" y="404"/>
                      <a:pt x="1395" y="404"/>
                    </a:cubicBezTo>
                    <a:lnTo>
                      <a:pt x="1395" y="404"/>
                    </a:lnTo>
                    <a:lnTo>
                      <a:pt x="1395" y="404"/>
                    </a:lnTo>
                    <a:lnTo>
                      <a:pt x="1427" y="404"/>
                    </a:lnTo>
                    <a:lnTo>
                      <a:pt x="1427" y="404"/>
                    </a:lnTo>
                    <a:lnTo>
                      <a:pt x="1427" y="404"/>
                    </a:lnTo>
                    <a:lnTo>
                      <a:pt x="1427" y="404"/>
                    </a:lnTo>
                    <a:cubicBezTo>
                      <a:pt x="1427" y="404"/>
                      <a:pt x="1457" y="372"/>
                      <a:pt x="1488" y="372"/>
                    </a:cubicBezTo>
                    <a:lnTo>
                      <a:pt x="1488" y="372"/>
                    </a:lnTo>
                    <a:lnTo>
                      <a:pt x="1488" y="372"/>
                    </a:lnTo>
                    <a:cubicBezTo>
                      <a:pt x="1519" y="372"/>
                      <a:pt x="1519" y="372"/>
                      <a:pt x="1519" y="372"/>
                    </a:cubicBezTo>
                    <a:lnTo>
                      <a:pt x="1519" y="372"/>
                    </a:lnTo>
                    <a:lnTo>
                      <a:pt x="1519" y="372"/>
                    </a:lnTo>
                    <a:lnTo>
                      <a:pt x="1519" y="372"/>
                    </a:lnTo>
                    <a:lnTo>
                      <a:pt x="1551" y="372"/>
                    </a:lnTo>
                    <a:cubicBezTo>
                      <a:pt x="1551" y="342"/>
                      <a:pt x="1551" y="342"/>
                      <a:pt x="1551" y="342"/>
                    </a:cubicBezTo>
                    <a:cubicBezTo>
                      <a:pt x="1551" y="342"/>
                      <a:pt x="1551" y="311"/>
                      <a:pt x="1581" y="311"/>
                    </a:cubicBezTo>
                    <a:lnTo>
                      <a:pt x="1581" y="311"/>
                    </a:lnTo>
                    <a:cubicBezTo>
                      <a:pt x="1581" y="311"/>
                      <a:pt x="1581" y="311"/>
                      <a:pt x="1612" y="311"/>
                    </a:cubicBezTo>
                    <a:lnTo>
                      <a:pt x="1612" y="311"/>
                    </a:lnTo>
                    <a:lnTo>
                      <a:pt x="1612" y="311"/>
                    </a:lnTo>
                    <a:cubicBezTo>
                      <a:pt x="1643" y="280"/>
                      <a:pt x="1643" y="280"/>
                      <a:pt x="1643" y="280"/>
                    </a:cubicBezTo>
                    <a:lnTo>
                      <a:pt x="1675" y="280"/>
                    </a:lnTo>
                    <a:lnTo>
                      <a:pt x="1675" y="280"/>
                    </a:lnTo>
                    <a:lnTo>
                      <a:pt x="1675" y="280"/>
                    </a:lnTo>
                    <a:lnTo>
                      <a:pt x="1675" y="280"/>
                    </a:lnTo>
                    <a:lnTo>
                      <a:pt x="1705" y="280"/>
                    </a:lnTo>
                    <a:lnTo>
                      <a:pt x="1705" y="280"/>
                    </a:lnTo>
                    <a:lnTo>
                      <a:pt x="1675" y="280"/>
                    </a:lnTo>
                    <a:lnTo>
                      <a:pt x="1675" y="280"/>
                    </a:lnTo>
                    <a:lnTo>
                      <a:pt x="1675" y="280"/>
                    </a:lnTo>
                    <a:cubicBezTo>
                      <a:pt x="1643" y="280"/>
                      <a:pt x="1643" y="280"/>
                      <a:pt x="1643" y="280"/>
                    </a:cubicBezTo>
                    <a:lnTo>
                      <a:pt x="1643" y="280"/>
                    </a:lnTo>
                    <a:lnTo>
                      <a:pt x="1612" y="280"/>
                    </a:lnTo>
                    <a:lnTo>
                      <a:pt x="1612" y="280"/>
                    </a:lnTo>
                    <a:cubicBezTo>
                      <a:pt x="1612" y="280"/>
                      <a:pt x="1612" y="280"/>
                      <a:pt x="1581" y="280"/>
                    </a:cubicBezTo>
                    <a:lnTo>
                      <a:pt x="1581" y="280"/>
                    </a:lnTo>
                    <a:lnTo>
                      <a:pt x="1581" y="280"/>
                    </a:lnTo>
                    <a:cubicBezTo>
                      <a:pt x="1581" y="280"/>
                      <a:pt x="1581" y="280"/>
                      <a:pt x="1551" y="280"/>
                    </a:cubicBezTo>
                    <a:lnTo>
                      <a:pt x="1551" y="280"/>
                    </a:lnTo>
                    <a:lnTo>
                      <a:pt x="1551" y="280"/>
                    </a:lnTo>
                    <a:lnTo>
                      <a:pt x="1551" y="280"/>
                    </a:lnTo>
                    <a:lnTo>
                      <a:pt x="1551" y="280"/>
                    </a:lnTo>
                    <a:lnTo>
                      <a:pt x="1551" y="280"/>
                    </a:lnTo>
                    <a:cubicBezTo>
                      <a:pt x="1519" y="280"/>
                      <a:pt x="1488" y="280"/>
                      <a:pt x="1488" y="248"/>
                    </a:cubicBezTo>
                    <a:lnTo>
                      <a:pt x="1488" y="248"/>
                    </a:lnTo>
                    <a:lnTo>
                      <a:pt x="1488" y="248"/>
                    </a:lnTo>
                    <a:cubicBezTo>
                      <a:pt x="1488" y="218"/>
                      <a:pt x="1488" y="218"/>
                      <a:pt x="1488" y="218"/>
                    </a:cubicBezTo>
                    <a:lnTo>
                      <a:pt x="1488" y="218"/>
                    </a:lnTo>
                    <a:cubicBezTo>
                      <a:pt x="1488" y="187"/>
                      <a:pt x="1488" y="187"/>
                      <a:pt x="1488" y="187"/>
                    </a:cubicBezTo>
                    <a:lnTo>
                      <a:pt x="1519" y="187"/>
                    </a:lnTo>
                    <a:lnTo>
                      <a:pt x="1519" y="156"/>
                    </a:lnTo>
                    <a:lnTo>
                      <a:pt x="1519" y="156"/>
                    </a:lnTo>
                    <a:lnTo>
                      <a:pt x="1519" y="156"/>
                    </a:lnTo>
                    <a:cubicBezTo>
                      <a:pt x="1488" y="156"/>
                      <a:pt x="1488" y="124"/>
                      <a:pt x="1488" y="124"/>
                    </a:cubicBezTo>
                    <a:cubicBezTo>
                      <a:pt x="1488" y="124"/>
                      <a:pt x="1488" y="124"/>
                      <a:pt x="1457" y="124"/>
                    </a:cubicBezTo>
                    <a:lnTo>
                      <a:pt x="1457" y="124"/>
                    </a:lnTo>
                    <a:lnTo>
                      <a:pt x="1427" y="124"/>
                    </a:lnTo>
                    <a:lnTo>
                      <a:pt x="1395" y="124"/>
                    </a:lnTo>
                    <a:cubicBezTo>
                      <a:pt x="1395" y="156"/>
                      <a:pt x="1395" y="156"/>
                      <a:pt x="1364" y="156"/>
                    </a:cubicBezTo>
                    <a:cubicBezTo>
                      <a:pt x="1364" y="187"/>
                      <a:pt x="1364" y="187"/>
                      <a:pt x="1333" y="187"/>
                    </a:cubicBezTo>
                    <a:cubicBezTo>
                      <a:pt x="1333" y="187"/>
                      <a:pt x="1333" y="187"/>
                      <a:pt x="1303" y="187"/>
                    </a:cubicBezTo>
                    <a:lnTo>
                      <a:pt x="1303" y="187"/>
                    </a:lnTo>
                    <a:lnTo>
                      <a:pt x="1271" y="187"/>
                    </a:lnTo>
                    <a:lnTo>
                      <a:pt x="1240" y="187"/>
                    </a:lnTo>
                    <a:lnTo>
                      <a:pt x="1240" y="187"/>
                    </a:lnTo>
                    <a:lnTo>
                      <a:pt x="1209" y="187"/>
                    </a:lnTo>
                    <a:lnTo>
                      <a:pt x="1209" y="187"/>
                    </a:lnTo>
                    <a:cubicBezTo>
                      <a:pt x="1179" y="187"/>
                      <a:pt x="1179" y="187"/>
                      <a:pt x="1179" y="187"/>
                    </a:cubicBezTo>
                    <a:cubicBezTo>
                      <a:pt x="1147" y="187"/>
                      <a:pt x="1147" y="187"/>
                      <a:pt x="1147" y="187"/>
                    </a:cubicBezTo>
                    <a:cubicBezTo>
                      <a:pt x="1116" y="187"/>
                      <a:pt x="1085" y="156"/>
                      <a:pt x="1085" y="156"/>
                    </a:cubicBezTo>
                    <a:lnTo>
                      <a:pt x="1085" y="156"/>
                    </a:lnTo>
                    <a:cubicBezTo>
                      <a:pt x="1055" y="156"/>
                      <a:pt x="1055" y="156"/>
                      <a:pt x="1055" y="124"/>
                    </a:cubicBezTo>
                    <a:cubicBezTo>
                      <a:pt x="1023" y="124"/>
                      <a:pt x="992" y="124"/>
                      <a:pt x="961" y="124"/>
                    </a:cubicBezTo>
                    <a:lnTo>
                      <a:pt x="961" y="124"/>
                    </a:lnTo>
                    <a:lnTo>
                      <a:pt x="961" y="124"/>
                    </a:lnTo>
                    <a:lnTo>
                      <a:pt x="931" y="124"/>
                    </a:lnTo>
                    <a:lnTo>
                      <a:pt x="899" y="124"/>
                    </a:lnTo>
                    <a:lnTo>
                      <a:pt x="868" y="124"/>
                    </a:lnTo>
                    <a:lnTo>
                      <a:pt x="868" y="124"/>
                    </a:lnTo>
                    <a:lnTo>
                      <a:pt x="837" y="124"/>
                    </a:lnTo>
                    <a:lnTo>
                      <a:pt x="837" y="124"/>
                    </a:lnTo>
                    <a:cubicBezTo>
                      <a:pt x="807" y="124"/>
                      <a:pt x="807" y="124"/>
                      <a:pt x="807" y="124"/>
                    </a:cubicBezTo>
                    <a:cubicBezTo>
                      <a:pt x="775" y="124"/>
                      <a:pt x="775" y="124"/>
                      <a:pt x="775" y="124"/>
                    </a:cubicBezTo>
                    <a:lnTo>
                      <a:pt x="775" y="94"/>
                    </a:lnTo>
                    <a:lnTo>
                      <a:pt x="744" y="94"/>
                    </a:lnTo>
                    <a:lnTo>
                      <a:pt x="744" y="94"/>
                    </a:lnTo>
                    <a:lnTo>
                      <a:pt x="744" y="63"/>
                    </a:lnTo>
                    <a:lnTo>
                      <a:pt x="744" y="63"/>
                    </a:lnTo>
                    <a:lnTo>
                      <a:pt x="713" y="32"/>
                    </a:lnTo>
                    <a:cubicBezTo>
                      <a:pt x="683" y="32"/>
                      <a:pt x="683" y="32"/>
                      <a:pt x="651" y="32"/>
                    </a:cubicBezTo>
                    <a:lnTo>
                      <a:pt x="651" y="32"/>
                    </a:lnTo>
                    <a:cubicBezTo>
                      <a:pt x="620" y="32"/>
                      <a:pt x="620" y="32"/>
                      <a:pt x="590" y="0"/>
                    </a:cubicBezTo>
                    <a:cubicBezTo>
                      <a:pt x="590" y="32"/>
                      <a:pt x="590" y="32"/>
                      <a:pt x="558" y="32"/>
                    </a:cubicBezTo>
                    <a:cubicBezTo>
                      <a:pt x="558" y="32"/>
                      <a:pt x="558" y="32"/>
                      <a:pt x="558" y="63"/>
                    </a:cubicBezTo>
                    <a:lnTo>
                      <a:pt x="558" y="63"/>
                    </a:lnTo>
                    <a:lnTo>
                      <a:pt x="558" y="63"/>
                    </a:lnTo>
                    <a:lnTo>
                      <a:pt x="558" y="63"/>
                    </a:lnTo>
                    <a:lnTo>
                      <a:pt x="558" y="63"/>
                    </a:lnTo>
                    <a:cubicBezTo>
                      <a:pt x="558" y="63"/>
                      <a:pt x="590" y="63"/>
                      <a:pt x="590" y="94"/>
                    </a:cubicBezTo>
                    <a:lnTo>
                      <a:pt x="590" y="94"/>
                    </a:lnTo>
                    <a:lnTo>
                      <a:pt x="590" y="94"/>
                    </a:lnTo>
                    <a:cubicBezTo>
                      <a:pt x="590" y="94"/>
                      <a:pt x="590" y="94"/>
                      <a:pt x="558" y="1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60" name="Freeform 109">
                <a:extLst>
                  <a:ext uri="{FF2B5EF4-FFF2-40B4-BE49-F238E27FC236}">
                    <a16:creationId xmlns:a16="http://schemas.microsoft.com/office/drawing/2014/main" id="{A59561C5-1A8C-32F5-DB8A-008EF648BF81}"/>
                  </a:ext>
                </a:extLst>
              </p:cNvPr>
              <p:cNvSpPr>
                <a:spLocks noChangeArrowheads="1"/>
              </p:cNvSpPr>
              <p:nvPr/>
            </p:nvSpPr>
            <p:spPr bwMode="auto">
              <a:xfrm>
                <a:off x="4114800" y="798513"/>
                <a:ext cx="33338" cy="11112"/>
              </a:xfrm>
              <a:custGeom>
                <a:avLst/>
                <a:gdLst>
                  <a:gd name="T0" fmla="*/ 31 w 93"/>
                  <a:gd name="T1" fmla="*/ 31 h 32"/>
                  <a:gd name="T2" fmla="*/ 31 w 93"/>
                  <a:gd name="T3" fmla="*/ 31 h 32"/>
                  <a:gd name="T4" fmla="*/ 62 w 93"/>
                  <a:gd name="T5" fmla="*/ 31 h 32"/>
                  <a:gd name="T6" fmla="*/ 92 w 93"/>
                  <a:gd name="T7" fmla="*/ 0 h 32"/>
                  <a:gd name="T8" fmla="*/ 92 w 93"/>
                  <a:gd name="T9" fmla="*/ 0 h 32"/>
                  <a:gd name="T10" fmla="*/ 62 w 93"/>
                  <a:gd name="T11" fmla="*/ 31 h 32"/>
                  <a:gd name="T12" fmla="*/ 31 w 93"/>
                  <a:gd name="T13" fmla="*/ 31 h 32"/>
                  <a:gd name="T14" fmla="*/ 31 w 93"/>
                  <a:gd name="T15" fmla="*/ 31 h 32"/>
                  <a:gd name="T16" fmla="*/ 0 w 93"/>
                  <a:gd name="T17" fmla="*/ 31 h 32"/>
                  <a:gd name="T18" fmla="*/ 0 w 93"/>
                  <a:gd name="T19" fmla="*/ 31 h 32"/>
                  <a:gd name="T20" fmla="*/ 0 w 93"/>
                  <a:gd name="T21" fmla="*/ 31 h 32"/>
                  <a:gd name="T22" fmla="*/ 31 w 93"/>
                  <a:gd name="T23" fmla="*/ 3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 h="32">
                    <a:moveTo>
                      <a:pt x="31" y="31"/>
                    </a:moveTo>
                    <a:lnTo>
                      <a:pt x="31" y="31"/>
                    </a:lnTo>
                    <a:lnTo>
                      <a:pt x="62" y="31"/>
                    </a:lnTo>
                    <a:cubicBezTo>
                      <a:pt x="62" y="31"/>
                      <a:pt x="92" y="31"/>
                      <a:pt x="92" y="0"/>
                    </a:cubicBezTo>
                    <a:lnTo>
                      <a:pt x="92" y="0"/>
                    </a:lnTo>
                    <a:cubicBezTo>
                      <a:pt x="62" y="31"/>
                      <a:pt x="62" y="31"/>
                      <a:pt x="62" y="31"/>
                    </a:cubicBezTo>
                    <a:lnTo>
                      <a:pt x="31" y="31"/>
                    </a:lnTo>
                    <a:lnTo>
                      <a:pt x="31" y="31"/>
                    </a:lnTo>
                    <a:lnTo>
                      <a:pt x="0" y="31"/>
                    </a:lnTo>
                    <a:lnTo>
                      <a:pt x="0" y="31"/>
                    </a:lnTo>
                    <a:lnTo>
                      <a:pt x="0" y="31"/>
                    </a:lnTo>
                    <a:cubicBezTo>
                      <a:pt x="31" y="31"/>
                      <a:pt x="31" y="31"/>
                      <a:pt x="31"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61" name="Freeform 110">
                <a:extLst>
                  <a:ext uri="{FF2B5EF4-FFF2-40B4-BE49-F238E27FC236}">
                    <a16:creationId xmlns:a16="http://schemas.microsoft.com/office/drawing/2014/main" id="{34D82AA2-4CB1-98EA-BB5B-E2C95EDAF2CF}"/>
                  </a:ext>
                </a:extLst>
              </p:cNvPr>
              <p:cNvSpPr>
                <a:spLocks noChangeArrowheads="1"/>
              </p:cNvSpPr>
              <p:nvPr/>
            </p:nvSpPr>
            <p:spPr bwMode="auto">
              <a:xfrm>
                <a:off x="3779838" y="1189038"/>
                <a:ext cx="122237" cy="112712"/>
              </a:xfrm>
              <a:custGeom>
                <a:avLst/>
                <a:gdLst>
                  <a:gd name="T0" fmla="*/ 340 w 341"/>
                  <a:gd name="T1" fmla="*/ 187 h 312"/>
                  <a:gd name="T2" fmla="*/ 340 w 341"/>
                  <a:gd name="T3" fmla="*/ 187 h 312"/>
                  <a:gd name="T4" fmla="*/ 340 w 341"/>
                  <a:gd name="T5" fmla="*/ 187 h 312"/>
                  <a:gd name="T6" fmla="*/ 309 w 341"/>
                  <a:gd name="T7" fmla="*/ 156 h 312"/>
                  <a:gd name="T8" fmla="*/ 309 w 341"/>
                  <a:gd name="T9" fmla="*/ 156 h 312"/>
                  <a:gd name="T10" fmla="*/ 340 w 341"/>
                  <a:gd name="T11" fmla="*/ 94 h 312"/>
                  <a:gd name="T12" fmla="*/ 340 w 341"/>
                  <a:gd name="T13" fmla="*/ 94 h 312"/>
                  <a:gd name="T14" fmla="*/ 309 w 341"/>
                  <a:gd name="T15" fmla="*/ 63 h 312"/>
                  <a:gd name="T16" fmla="*/ 309 w 341"/>
                  <a:gd name="T17" fmla="*/ 32 h 312"/>
                  <a:gd name="T18" fmla="*/ 309 w 341"/>
                  <a:gd name="T19" fmla="*/ 0 h 312"/>
                  <a:gd name="T20" fmla="*/ 309 w 341"/>
                  <a:gd name="T21" fmla="*/ 0 h 312"/>
                  <a:gd name="T22" fmla="*/ 248 w 341"/>
                  <a:gd name="T23" fmla="*/ 32 h 312"/>
                  <a:gd name="T24" fmla="*/ 217 w 341"/>
                  <a:gd name="T25" fmla="*/ 0 h 312"/>
                  <a:gd name="T26" fmla="*/ 156 w 341"/>
                  <a:gd name="T27" fmla="*/ 32 h 312"/>
                  <a:gd name="T28" fmla="*/ 124 w 341"/>
                  <a:gd name="T29" fmla="*/ 32 h 312"/>
                  <a:gd name="T30" fmla="*/ 93 w 341"/>
                  <a:gd name="T31" fmla="*/ 63 h 312"/>
                  <a:gd name="T32" fmla="*/ 62 w 341"/>
                  <a:gd name="T33" fmla="*/ 63 h 312"/>
                  <a:gd name="T34" fmla="*/ 32 w 341"/>
                  <a:gd name="T35" fmla="*/ 94 h 312"/>
                  <a:gd name="T36" fmla="*/ 62 w 341"/>
                  <a:gd name="T37" fmla="*/ 94 h 312"/>
                  <a:gd name="T38" fmla="*/ 93 w 341"/>
                  <a:gd name="T39" fmla="*/ 94 h 312"/>
                  <a:gd name="T40" fmla="*/ 93 w 341"/>
                  <a:gd name="T41" fmla="*/ 156 h 312"/>
                  <a:gd name="T42" fmla="*/ 124 w 341"/>
                  <a:gd name="T43" fmla="*/ 156 h 312"/>
                  <a:gd name="T44" fmla="*/ 32 w 341"/>
                  <a:gd name="T45" fmla="*/ 248 h 312"/>
                  <a:gd name="T46" fmla="*/ 0 w 341"/>
                  <a:gd name="T47" fmla="*/ 248 h 312"/>
                  <a:gd name="T48" fmla="*/ 0 w 341"/>
                  <a:gd name="T49" fmla="*/ 280 h 312"/>
                  <a:gd name="T50" fmla="*/ 62 w 341"/>
                  <a:gd name="T51" fmla="*/ 311 h 312"/>
                  <a:gd name="T52" fmla="*/ 93 w 341"/>
                  <a:gd name="T53" fmla="*/ 311 h 312"/>
                  <a:gd name="T54" fmla="*/ 156 w 341"/>
                  <a:gd name="T55" fmla="*/ 280 h 312"/>
                  <a:gd name="T56" fmla="*/ 217 w 341"/>
                  <a:gd name="T57" fmla="*/ 248 h 312"/>
                  <a:gd name="T58" fmla="*/ 248 w 341"/>
                  <a:gd name="T59" fmla="*/ 218 h 312"/>
                  <a:gd name="T60" fmla="*/ 280 w 341"/>
                  <a:gd name="T61" fmla="*/ 218 h 312"/>
                  <a:gd name="T62" fmla="*/ 309 w 341"/>
                  <a:gd name="T63" fmla="*/ 218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1" h="312">
                    <a:moveTo>
                      <a:pt x="340" y="187"/>
                    </a:moveTo>
                    <a:lnTo>
                      <a:pt x="340" y="187"/>
                    </a:lnTo>
                    <a:lnTo>
                      <a:pt x="340" y="187"/>
                    </a:lnTo>
                    <a:lnTo>
                      <a:pt x="340" y="187"/>
                    </a:lnTo>
                    <a:lnTo>
                      <a:pt x="340" y="187"/>
                    </a:lnTo>
                    <a:lnTo>
                      <a:pt x="340" y="187"/>
                    </a:lnTo>
                    <a:cubicBezTo>
                      <a:pt x="340" y="187"/>
                      <a:pt x="309" y="187"/>
                      <a:pt x="309" y="156"/>
                    </a:cubicBezTo>
                    <a:lnTo>
                      <a:pt x="309" y="156"/>
                    </a:lnTo>
                    <a:lnTo>
                      <a:pt x="309" y="156"/>
                    </a:lnTo>
                    <a:lnTo>
                      <a:pt x="309" y="156"/>
                    </a:lnTo>
                    <a:cubicBezTo>
                      <a:pt x="340" y="124"/>
                      <a:pt x="340" y="124"/>
                      <a:pt x="340" y="124"/>
                    </a:cubicBezTo>
                    <a:cubicBezTo>
                      <a:pt x="340" y="124"/>
                      <a:pt x="309" y="124"/>
                      <a:pt x="340" y="94"/>
                    </a:cubicBezTo>
                    <a:lnTo>
                      <a:pt x="340" y="94"/>
                    </a:lnTo>
                    <a:lnTo>
                      <a:pt x="340" y="94"/>
                    </a:lnTo>
                    <a:cubicBezTo>
                      <a:pt x="309" y="63"/>
                      <a:pt x="309" y="63"/>
                      <a:pt x="309" y="63"/>
                    </a:cubicBezTo>
                    <a:lnTo>
                      <a:pt x="309" y="63"/>
                    </a:lnTo>
                    <a:lnTo>
                      <a:pt x="309" y="63"/>
                    </a:lnTo>
                    <a:cubicBezTo>
                      <a:pt x="309" y="32"/>
                      <a:pt x="309" y="32"/>
                      <a:pt x="309" y="32"/>
                    </a:cubicBezTo>
                    <a:lnTo>
                      <a:pt x="309" y="32"/>
                    </a:lnTo>
                    <a:lnTo>
                      <a:pt x="309" y="0"/>
                    </a:lnTo>
                    <a:lnTo>
                      <a:pt x="309" y="0"/>
                    </a:lnTo>
                    <a:lnTo>
                      <a:pt x="309" y="0"/>
                    </a:lnTo>
                    <a:cubicBezTo>
                      <a:pt x="309" y="0"/>
                      <a:pt x="309" y="0"/>
                      <a:pt x="280" y="32"/>
                    </a:cubicBezTo>
                    <a:lnTo>
                      <a:pt x="248" y="32"/>
                    </a:lnTo>
                    <a:cubicBezTo>
                      <a:pt x="248" y="32"/>
                      <a:pt x="217" y="32"/>
                      <a:pt x="217" y="0"/>
                    </a:cubicBezTo>
                    <a:lnTo>
                      <a:pt x="217" y="0"/>
                    </a:lnTo>
                    <a:cubicBezTo>
                      <a:pt x="186" y="0"/>
                      <a:pt x="186" y="0"/>
                      <a:pt x="186" y="0"/>
                    </a:cubicBezTo>
                    <a:cubicBezTo>
                      <a:pt x="186" y="0"/>
                      <a:pt x="186" y="32"/>
                      <a:pt x="156" y="32"/>
                    </a:cubicBezTo>
                    <a:lnTo>
                      <a:pt x="156" y="32"/>
                    </a:lnTo>
                    <a:lnTo>
                      <a:pt x="124" y="32"/>
                    </a:lnTo>
                    <a:lnTo>
                      <a:pt x="124" y="32"/>
                    </a:lnTo>
                    <a:cubicBezTo>
                      <a:pt x="124" y="32"/>
                      <a:pt x="124" y="63"/>
                      <a:pt x="93" y="63"/>
                    </a:cubicBezTo>
                    <a:lnTo>
                      <a:pt x="62" y="63"/>
                    </a:lnTo>
                    <a:lnTo>
                      <a:pt x="62" y="63"/>
                    </a:lnTo>
                    <a:cubicBezTo>
                      <a:pt x="62" y="94"/>
                      <a:pt x="32" y="94"/>
                      <a:pt x="32" y="94"/>
                    </a:cubicBezTo>
                    <a:lnTo>
                      <a:pt x="32" y="94"/>
                    </a:lnTo>
                    <a:cubicBezTo>
                      <a:pt x="62" y="94"/>
                      <a:pt x="62" y="94"/>
                      <a:pt x="62" y="94"/>
                    </a:cubicBezTo>
                    <a:lnTo>
                      <a:pt x="62" y="94"/>
                    </a:lnTo>
                    <a:lnTo>
                      <a:pt x="62" y="94"/>
                    </a:lnTo>
                    <a:lnTo>
                      <a:pt x="93" y="94"/>
                    </a:lnTo>
                    <a:cubicBezTo>
                      <a:pt x="93" y="94"/>
                      <a:pt x="93" y="94"/>
                      <a:pt x="93" y="124"/>
                    </a:cubicBezTo>
                    <a:cubicBezTo>
                      <a:pt x="124" y="124"/>
                      <a:pt x="93" y="156"/>
                      <a:pt x="93" y="156"/>
                    </a:cubicBezTo>
                    <a:cubicBezTo>
                      <a:pt x="93" y="156"/>
                      <a:pt x="93" y="156"/>
                      <a:pt x="62" y="156"/>
                    </a:cubicBezTo>
                    <a:cubicBezTo>
                      <a:pt x="124" y="156"/>
                      <a:pt x="124" y="156"/>
                      <a:pt x="124" y="156"/>
                    </a:cubicBezTo>
                    <a:cubicBezTo>
                      <a:pt x="62" y="218"/>
                      <a:pt x="62" y="218"/>
                      <a:pt x="62" y="218"/>
                    </a:cubicBezTo>
                    <a:cubicBezTo>
                      <a:pt x="62" y="218"/>
                      <a:pt x="62" y="218"/>
                      <a:pt x="32" y="248"/>
                    </a:cubicBezTo>
                    <a:lnTo>
                      <a:pt x="0" y="248"/>
                    </a:lnTo>
                    <a:lnTo>
                      <a:pt x="0" y="248"/>
                    </a:lnTo>
                    <a:lnTo>
                      <a:pt x="0" y="280"/>
                    </a:lnTo>
                    <a:lnTo>
                      <a:pt x="0" y="280"/>
                    </a:lnTo>
                    <a:cubicBezTo>
                      <a:pt x="0" y="280"/>
                      <a:pt x="32" y="280"/>
                      <a:pt x="32" y="311"/>
                    </a:cubicBezTo>
                    <a:cubicBezTo>
                      <a:pt x="32" y="311"/>
                      <a:pt x="32" y="311"/>
                      <a:pt x="62" y="311"/>
                    </a:cubicBezTo>
                    <a:lnTo>
                      <a:pt x="62" y="311"/>
                    </a:lnTo>
                    <a:lnTo>
                      <a:pt x="93" y="311"/>
                    </a:lnTo>
                    <a:cubicBezTo>
                      <a:pt x="124" y="311"/>
                      <a:pt x="124" y="311"/>
                      <a:pt x="156" y="280"/>
                    </a:cubicBezTo>
                    <a:lnTo>
                      <a:pt x="156" y="280"/>
                    </a:lnTo>
                    <a:cubicBezTo>
                      <a:pt x="186" y="248"/>
                      <a:pt x="186" y="248"/>
                      <a:pt x="217" y="248"/>
                    </a:cubicBezTo>
                    <a:lnTo>
                      <a:pt x="217" y="248"/>
                    </a:lnTo>
                    <a:lnTo>
                      <a:pt x="217" y="248"/>
                    </a:lnTo>
                    <a:cubicBezTo>
                      <a:pt x="217" y="248"/>
                      <a:pt x="217" y="218"/>
                      <a:pt x="248" y="218"/>
                    </a:cubicBezTo>
                    <a:cubicBezTo>
                      <a:pt x="248" y="187"/>
                      <a:pt x="248" y="187"/>
                      <a:pt x="248" y="187"/>
                    </a:cubicBezTo>
                    <a:cubicBezTo>
                      <a:pt x="280" y="187"/>
                      <a:pt x="280" y="187"/>
                      <a:pt x="280" y="218"/>
                    </a:cubicBezTo>
                    <a:cubicBezTo>
                      <a:pt x="309" y="218"/>
                      <a:pt x="309" y="218"/>
                      <a:pt x="309" y="218"/>
                    </a:cubicBezTo>
                    <a:lnTo>
                      <a:pt x="309" y="218"/>
                    </a:lnTo>
                    <a:cubicBezTo>
                      <a:pt x="309" y="187"/>
                      <a:pt x="309" y="187"/>
                      <a:pt x="340" y="18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62" name="Freeform 111">
                <a:extLst>
                  <a:ext uri="{FF2B5EF4-FFF2-40B4-BE49-F238E27FC236}">
                    <a16:creationId xmlns:a16="http://schemas.microsoft.com/office/drawing/2014/main" id="{22685688-E192-FC60-E906-A41F5099ABF9}"/>
                  </a:ext>
                </a:extLst>
              </p:cNvPr>
              <p:cNvSpPr>
                <a:spLocks noChangeArrowheads="1"/>
              </p:cNvSpPr>
              <p:nvPr/>
            </p:nvSpPr>
            <p:spPr bwMode="auto">
              <a:xfrm>
                <a:off x="4092575" y="1033463"/>
                <a:ext cx="77788" cy="22225"/>
              </a:xfrm>
              <a:custGeom>
                <a:avLst/>
                <a:gdLst>
                  <a:gd name="T0" fmla="*/ 31 w 218"/>
                  <a:gd name="T1" fmla="*/ 31 h 63"/>
                  <a:gd name="T2" fmla="*/ 31 w 218"/>
                  <a:gd name="T3" fmla="*/ 31 h 63"/>
                  <a:gd name="T4" fmla="*/ 62 w 218"/>
                  <a:gd name="T5" fmla="*/ 62 h 63"/>
                  <a:gd name="T6" fmla="*/ 93 w 218"/>
                  <a:gd name="T7" fmla="*/ 62 h 63"/>
                  <a:gd name="T8" fmla="*/ 124 w 218"/>
                  <a:gd name="T9" fmla="*/ 62 h 63"/>
                  <a:gd name="T10" fmla="*/ 124 w 218"/>
                  <a:gd name="T11" fmla="*/ 62 h 63"/>
                  <a:gd name="T12" fmla="*/ 186 w 218"/>
                  <a:gd name="T13" fmla="*/ 62 h 63"/>
                  <a:gd name="T14" fmla="*/ 186 w 218"/>
                  <a:gd name="T15" fmla="*/ 62 h 63"/>
                  <a:gd name="T16" fmla="*/ 186 w 218"/>
                  <a:gd name="T17" fmla="*/ 62 h 63"/>
                  <a:gd name="T18" fmla="*/ 186 w 218"/>
                  <a:gd name="T19" fmla="*/ 62 h 63"/>
                  <a:gd name="T20" fmla="*/ 217 w 218"/>
                  <a:gd name="T21" fmla="*/ 62 h 63"/>
                  <a:gd name="T22" fmla="*/ 217 w 218"/>
                  <a:gd name="T23" fmla="*/ 62 h 63"/>
                  <a:gd name="T24" fmla="*/ 217 w 218"/>
                  <a:gd name="T25" fmla="*/ 31 h 63"/>
                  <a:gd name="T26" fmla="*/ 217 w 218"/>
                  <a:gd name="T27" fmla="*/ 0 h 63"/>
                  <a:gd name="T28" fmla="*/ 217 w 218"/>
                  <a:gd name="T29" fmla="*/ 0 h 63"/>
                  <a:gd name="T30" fmla="*/ 217 w 218"/>
                  <a:gd name="T31" fmla="*/ 31 h 63"/>
                  <a:gd name="T32" fmla="*/ 186 w 218"/>
                  <a:gd name="T33" fmla="*/ 0 h 63"/>
                  <a:gd name="T34" fmla="*/ 186 w 218"/>
                  <a:gd name="T35" fmla="*/ 0 h 63"/>
                  <a:gd name="T36" fmla="*/ 124 w 218"/>
                  <a:gd name="T37" fmla="*/ 0 h 63"/>
                  <a:gd name="T38" fmla="*/ 124 w 218"/>
                  <a:gd name="T39" fmla="*/ 0 h 63"/>
                  <a:gd name="T40" fmla="*/ 93 w 218"/>
                  <a:gd name="T41" fmla="*/ 0 h 63"/>
                  <a:gd name="T42" fmla="*/ 93 w 218"/>
                  <a:gd name="T43" fmla="*/ 0 h 63"/>
                  <a:gd name="T44" fmla="*/ 62 w 218"/>
                  <a:gd name="T45" fmla="*/ 0 h 63"/>
                  <a:gd name="T46" fmla="*/ 31 w 218"/>
                  <a:gd name="T47" fmla="*/ 0 h 63"/>
                  <a:gd name="T48" fmla="*/ 0 w 218"/>
                  <a:gd name="T49" fmla="*/ 0 h 63"/>
                  <a:gd name="T50" fmla="*/ 0 w 218"/>
                  <a:gd name="T51" fmla="*/ 31 h 63"/>
                  <a:gd name="T52" fmla="*/ 0 w 218"/>
                  <a:gd name="T53" fmla="*/ 31 h 63"/>
                  <a:gd name="T54" fmla="*/ 0 w 218"/>
                  <a:gd name="T55" fmla="*/ 31 h 63"/>
                  <a:gd name="T56" fmla="*/ 31 w 218"/>
                  <a:gd name="T57"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8" h="63">
                    <a:moveTo>
                      <a:pt x="31" y="31"/>
                    </a:moveTo>
                    <a:lnTo>
                      <a:pt x="31" y="31"/>
                    </a:lnTo>
                    <a:lnTo>
                      <a:pt x="62" y="62"/>
                    </a:lnTo>
                    <a:lnTo>
                      <a:pt x="93" y="62"/>
                    </a:lnTo>
                    <a:cubicBezTo>
                      <a:pt x="93" y="62"/>
                      <a:pt x="93" y="62"/>
                      <a:pt x="124" y="62"/>
                    </a:cubicBezTo>
                    <a:lnTo>
                      <a:pt x="124" y="62"/>
                    </a:lnTo>
                    <a:cubicBezTo>
                      <a:pt x="154" y="62"/>
                      <a:pt x="154" y="62"/>
                      <a:pt x="186" y="62"/>
                    </a:cubicBezTo>
                    <a:lnTo>
                      <a:pt x="186" y="62"/>
                    </a:lnTo>
                    <a:lnTo>
                      <a:pt x="186" y="62"/>
                    </a:lnTo>
                    <a:lnTo>
                      <a:pt x="186" y="62"/>
                    </a:lnTo>
                    <a:cubicBezTo>
                      <a:pt x="186" y="62"/>
                      <a:pt x="186" y="62"/>
                      <a:pt x="217" y="62"/>
                    </a:cubicBezTo>
                    <a:lnTo>
                      <a:pt x="217" y="62"/>
                    </a:lnTo>
                    <a:cubicBezTo>
                      <a:pt x="217" y="31"/>
                      <a:pt x="217" y="31"/>
                      <a:pt x="217" y="31"/>
                    </a:cubicBezTo>
                    <a:lnTo>
                      <a:pt x="217" y="0"/>
                    </a:lnTo>
                    <a:lnTo>
                      <a:pt x="217" y="0"/>
                    </a:lnTo>
                    <a:lnTo>
                      <a:pt x="217" y="31"/>
                    </a:lnTo>
                    <a:cubicBezTo>
                      <a:pt x="186" y="31"/>
                      <a:pt x="186" y="0"/>
                      <a:pt x="186" y="0"/>
                    </a:cubicBezTo>
                    <a:lnTo>
                      <a:pt x="186" y="0"/>
                    </a:lnTo>
                    <a:cubicBezTo>
                      <a:pt x="154" y="0"/>
                      <a:pt x="154" y="0"/>
                      <a:pt x="124" y="0"/>
                    </a:cubicBezTo>
                    <a:lnTo>
                      <a:pt x="124" y="0"/>
                    </a:lnTo>
                    <a:lnTo>
                      <a:pt x="93" y="0"/>
                    </a:lnTo>
                    <a:lnTo>
                      <a:pt x="93" y="0"/>
                    </a:lnTo>
                    <a:lnTo>
                      <a:pt x="62" y="0"/>
                    </a:lnTo>
                    <a:cubicBezTo>
                      <a:pt x="31" y="0"/>
                      <a:pt x="31" y="0"/>
                      <a:pt x="31" y="0"/>
                    </a:cubicBezTo>
                    <a:lnTo>
                      <a:pt x="0" y="0"/>
                    </a:lnTo>
                    <a:cubicBezTo>
                      <a:pt x="0" y="0"/>
                      <a:pt x="0" y="0"/>
                      <a:pt x="0" y="31"/>
                    </a:cubicBezTo>
                    <a:lnTo>
                      <a:pt x="0" y="31"/>
                    </a:lnTo>
                    <a:lnTo>
                      <a:pt x="0" y="31"/>
                    </a:lnTo>
                    <a:lnTo>
                      <a:pt x="31" y="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63" name="Freeform 112">
                <a:extLst>
                  <a:ext uri="{FF2B5EF4-FFF2-40B4-BE49-F238E27FC236}">
                    <a16:creationId xmlns:a16="http://schemas.microsoft.com/office/drawing/2014/main" id="{B8AAE3A5-AB07-E7E3-8162-E1D0CF2C958D}"/>
                  </a:ext>
                </a:extLst>
              </p:cNvPr>
              <p:cNvSpPr>
                <a:spLocks noChangeArrowheads="1"/>
              </p:cNvSpPr>
              <p:nvPr/>
            </p:nvSpPr>
            <p:spPr bwMode="auto">
              <a:xfrm>
                <a:off x="4192588" y="1022350"/>
                <a:ext cx="77787" cy="22225"/>
              </a:xfrm>
              <a:custGeom>
                <a:avLst/>
                <a:gdLst>
                  <a:gd name="T0" fmla="*/ 31 w 218"/>
                  <a:gd name="T1" fmla="*/ 31 h 63"/>
                  <a:gd name="T2" fmla="*/ 31 w 218"/>
                  <a:gd name="T3" fmla="*/ 31 h 63"/>
                  <a:gd name="T4" fmla="*/ 31 w 218"/>
                  <a:gd name="T5" fmla="*/ 31 h 63"/>
                  <a:gd name="T6" fmla="*/ 62 w 218"/>
                  <a:gd name="T7" fmla="*/ 0 h 63"/>
                  <a:gd name="T8" fmla="*/ 62 w 218"/>
                  <a:gd name="T9" fmla="*/ 0 h 63"/>
                  <a:gd name="T10" fmla="*/ 93 w 218"/>
                  <a:gd name="T11" fmla="*/ 0 h 63"/>
                  <a:gd name="T12" fmla="*/ 124 w 218"/>
                  <a:gd name="T13" fmla="*/ 31 h 63"/>
                  <a:gd name="T14" fmla="*/ 155 w 218"/>
                  <a:gd name="T15" fmla="*/ 31 h 63"/>
                  <a:gd name="T16" fmla="*/ 155 w 218"/>
                  <a:gd name="T17" fmla="*/ 31 h 63"/>
                  <a:gd name="T18" fmla="*/ 155 w 218"/>
                  <a:gd name="T19" fmla="*/ 62 h 63"/>
                  <a:gd name="T20" fmla="*/ 186 w 218"/>
                  <a:gd name="T21" fmla="*/ 31 h 63"/>
                  <a:gd name="T22" fmla="*/ 186 w 218"/>
                  <a:gd name="T23" fmla="*/ 31 h 63"/>
                  <a:gd name="T24" fmla="*/ 217 w 218"/>
                  <a:gd name="T25" fmla="*/ 31 h 63"/>
                  <a:gd name="T26" fmla="*/ 217 w 218"/>
                  <a:gd name="T27" fmla="*/ 31 h 63"/>
                  <a:gd name="T28" fmla="*/ 217 w 218"/>
                  <a:gd name="T29" fmla="*/ 31 h 63"/>
                  <a:gd name="T30" fmla="*/ 217 w 218"/>
                  <a:gd name="T31" fmla="*/ 31 h 63"/>
                  <a:gd name="T32" fmla="*/ 186 w 218"/>
                  <a:gd name="T33" fmla="*/ 31 h 63"/>
                  <a:gd name="T34" fmla="*/ 155 w 218"/>
                  <a:gd name="T35" fmla="*/ 0 h 63"/>
                  <a:gd name="T36" fmla="*/ 62 w 218"/>
                  <a:gd name="T37" fmla="*/ 0 h 63"/>
                  <a:gd name="T38" fmla="*/ 62 w 218"/>
                  <a:gd name="T39" fmla="*/ 0 h 63"/>
                  <a:gd name="T40" fmla="*/ 31 w 218"/>
                  <a:gd name="T41" fmla="*/ 0 h 63"/>
                  <a:gd name="T42" fmla="*/ 0 w 218"/>
                  <a:gd name="T43" fmla="*/ 0 h 63"/>
                  <a:gd name="T44" fmla="*/ 31 w 218"/>
                  <a:gd name="T45" fmla="*/ 0 h 63"/>
                  <a:gd name="T46" fmla="*/ 31 w 218"/>
                  <a:gd name="T47"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18" h="63">
                    <a:moveTo>
                      <a:pt x="31" y="31"/>
                    </a:moveTo>
                    <a:lnTo>
                      <a:pt x="31" y="31"/>
                    </a:lnTo>
                    <a:lnTo>
                      <a:pt x="31" y="31"/>
                    </a:lnTo>
                    <a:lnTo>
                      <a:pt x="62" y="0"/>
                    </a:lnTo>
                    <a:lnTo>
                      <a:pt x="62" y="0"/>
                    </a:lnTo>
                    <a:cubicBezTo>
                      <a:pt x="62" y="0"/>
                      <a:pt x="62" y="0"/>
                      <a:pt x="93" y="0"/>
                    </a:cubicBezTo>
                    <a:cubicBezTo>
                      <a:pt x="93" y="0"/>
                      <a:pt x="124" y="0"/>
                      <a:pt x="124" y="31"/>
                    </a:cubicBezTo>
                    <a:cubicBezTo>
                      <a:pt x="124" y="31"/>
                      <a:pt x="124" y="31"/>
                      <a:pt x="155" y="31"/>
                    </a:cubicBezTo>
                    <a:lnTo>
                      <a:pt x="155" y="31"/>
                    </a:lnTo>
                    <a:cubicBezTo>
                      <a:pt x="155" y="31"/>
                      <a:pt x="155" y="31"/>
                      <a:pt x="155" y="62"/>
                    </a:cubicBezTo>
                    <a:cubicBezTo>
                      <a:pt x="155" y="31"/>
                      <a:pt x="186" y="31"/>
                      <a:pt x="186" y="31"/>
                    </a:cubicBezTo>
                    <a:lnTo>
                      <a:pt x="186" y="31"/>
                    </a:lnTo>
                    <a:cubicBezTo>
                      <a:pt x="217" y="31"/>
                      <a:pt x="217" y="31"/>
                      <a:pt x="217" y="31"/>
                    </a:cubicBezTo>
                    <a:lnTo>
                      <a:pt x="217" y="31"/>
                    </a:lnTo>
                    <a:lnTo>
                      <a:pt x="217" y="31"/>
                    </a:lnTo>
                    <a:lnTo>
                      <a:pt x="217" y="31"/>
                    </a:lnTo>
                    <a:cubicBezTo>
                      <a:pt x="217" y="31"/>
                      <a:pt x="217" y="31"/>
                      <a:pt x="186" y="31"/>
                    </a:cubicBezTo>
                    <a:lnTo>
                      <a:pt x="155" y="0"/>
                    </a:lnTo>
                    <a:cubicBezTo>
                      <a:pt x="124" y="0"/>
                      <a:pt x="93" y="0"/>
                      <a:pt x="62" y="0"/>
                    </a:cubicBezTo>
                    <a:lnTo>
                      <a:pt x="62" y="0"/>
                    </a:lnTo>
                    <a:cubicBezTo>
                      <a:pt x="31" y="0"/>
                      <a:pt x="31" y="0"/>
                      <a:pt x="31" y="0"/>
                    </a:cubicBezTo>
                    <a:lnTo>
                      <a:pt x="0" y="0"/>
                    </a:lnTo>
                    <a:lnTo>
                      <a:pt x="31" y="0"/>
                    </a:lnTo>
                    <a:cubicBezTo>
                      <a:pt x="31" y="0"/>
                      <a:pt x="31" y="0"/>
                      <a:pt x="31"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64" name="Freeform 113">
                <a:extLst>
                  <a:ext uri="{FF2B5EF4-FFF2-40B4-BE49-F238E27FC236}">
                    <a16:creationId xmlns:a16="http://schemas.microsoft.com/office/drawing/2014/main" id="{5A970572-9630-89E7-DC5A-16CF146B120B}"/>
                  </a:ext>
                </a:extLst>
              </p:cNvPr>
              <p:cNvSpPr>
                <a:spLocks noChangeArrowheads="1"/>
              </p:cNvSpPr>
              <p:nvPr/>
            </p:nvSpPr>
            <p:spPr bwMode="auto">
              <a:xfrm>
                <a:off x="3890963" y="1111250"/>
                <a:ext cx="77787" cy="66675"/>
              </a:xfrm>
              <a:custGeom>
                <a:avLst/>
                <a:gdLst>
                  <a:gd name="T0" fmla="*/ 31 w 218"/>
                  <a:gd name="T1" fmla="*/ 186 h 187"/>
                  <a:gd name="T2" fmla="*/ 31 w 218"/>
                  <a:gd name="T3" fmla="*/ 186 h 187"/>
                  <a:gd name="T4" fmla="*/ 62 w 218"/>
                  <a:gd name="T5" fmla="*/ 155 h 187"/>
                  <a:gd name="T6" fmla="*/ 62 w 218"/>
                  <a:gd name="T7" fmla="*/ 155 h 187"/>
                  <a:gd name="T8" fmla="*/ 62 w 218"/>
                  <a:gd name="T9" fmla="*/ 155 h 187"/>
                  <a:gd name="T10" fmla="*/ 93 w 218"/>
                  <a:gd name="T11" fmla="*/ 155 h 187"/>
                  <a:gd name="T12" fmla="*/ 93 w 218"/>
                  <a:gd name="T13" fmla="*/ 155 h 187"/>
                  <a:gd name="T14" fmla="*/ 93 w 218"/>
                  <a:gd name="T15" fmla="*/ 155 h 187"/>
                  <a:gd name="T16" fmla="*/ 93 w 218"/>
                  <a:gd name="T17" fmla="*/ 124 h 187"/>
                  <a:gd name="T18" fmla="*/ 93 w 218"/>
                  <a:gd name="T19" fmla="*/ 124 h 187"/>
                  <a:gd name="T20" fmla="*/ 124 w 218"/>
                  <a:gd name="T21" fmla="*/ 93 h 187"/>
                  <a:gd name="T22" fmla="*/ 124 w 218"/>
                  <a:gd name="T23" fmla="*/ 93 h 187"/>
                  <a:gd name="T24" fmla="*/ 124 w 218"/>
                  <a:gd name="T25" fmla="*/ 93 h 187"/>
                  <a:gd name="T26" fmla="*/ 124 w 218"/>
                  <a:gd name="T27" fmla="*/ 93 h 187"/>
                  <a:gd name="T28" fmla="*/ 124 w 218"/>
                  <a:gd name="T29" fmla="*/ 93 h 187"/>
                  <a:gd name="T30" fmla="*/ 155 w 218"/>
                  <a:gd name="T31" fmla="*/ 62 h 187"/>
                  <a:gd name="T32" fmla="*/ 155 w 218"/>
                  <a:gd name="T33" fmla="*/ 62 h 187"/>
                  <a:gd name="T34" fmla="*/ 155 w 218"/>
                  <a:gd name="T35" fmla="*/ 31 h 187"/>
                  <a:gd name="T36" fmla="*/ 186 w 218"/>
                  <a:gd name="T37" fmla="*/ 0 h 187"/>
                  <a:gd name="T38" fmla="*/ 186 w 218"/>
                  <a:gd name="T39" fmla="*/ 0 h 187"/>
                  <a:gd name="T40" fmla="*/ 186 w 218"/>
                  <a:gd name="T41" fmla="*/ 0 h 187"/>
                  <a:gd name="T42" fmla="*/ 186 w 218"/>
                  <a:gd name="T43" fmla="*/ 0 h 187"/>
                  <a:gd name="T44" fmla="*/ 186 w 218"/>
                  <a:gd name="T45" fmla="*/ 0 h 187"/>
                  <a:gd name="T46" fmla="*/ 217 w 218"/>
                  <a:gd name="T47" fmla="*/ 0 h 187"/>
                  <a:gd name="T48" fmla="*/ 217 w 218"/>
                  <a:gd name="T49" fmla="*/ 0 h 187"/>
                  <a:gd name="T50" fmla="*/ 217 w 218"/>
                  <a:gd name="T51" fmla="*/ 0 h 187"/>
                  <a:gd name="T52" fmla="*/ 186 w 218"/>
                  <a:gd name="T53" fmla="*/ 0 h 187"/>
                  <a:gd name="T54" fmla="*/ 186 w 218"/>
                  <a:gd name="T55" fmla="*/ 0 h 187"/>
                  <a:gd name="T56" fmla="*/ 186 w 218"/>
                  <a:gd name="T57" fmla="*/ 0 h 187"/>
                  <a:gd name="T58" fmla="*/ 155 w 218"/>
                  <a:gd name="T59" fmla="*/ 0 h 187"/>
                  <a:gd name="T60" fmla="*/ 155 w 218"/>
                  <a:gd name="T61" fmla="*/ 0 h 187"/>
                  <a:gd name="T62" fmla="*/ 155 w 218"/>
                  <a:gd name="T63" fmla="*/ 0 h 187"/>
                  <a:gd name="T64" fmla="*/ 124 w 218"/>
                  <a:gd name="T65" fmla="*/ 0 h 187"/>
                  <a:gd name="T66" fmla="*/ 124 w 218"/>
                  <a:gd name="T67" fmla="*/ 31 h 187"/>
                  <a:gd name="T68" fmla="*/ 93 w 218"/>
                  <a:gd name="T69" fmla="*/ 93 h 187"/>
                  <a:gd name="T70" fmla="*/ 62 w 218"/>
                  <a:gd name="T71" fmla="*/ 93 h 187"/>
                  <a:gd name="T72" fmla="*/ 62 w 218"/>
                  <a:gd name="T73" fmla="*/ 93 h 187"/>
                  <a:gd name="T74" fmla="*/ 62 w 218"/>
                  <a:gd name="T75" fmla="*/ 93 h 187"/>
                  <a:gd name="T76" fmla="*/ 31 w 218"/>
                  <a:gd name="T77" fmla="*/ 124 h 187"/>
                  <a:gd name="T78" fmla="*/ 0 w 218"/>
                  <a:gd name="T79" fmla="*/ 155 h 187"/>
                  <a:gd name="T80" fmla="*/ 31 w 218"/>
                  <a:gd name="T81"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8" h="187">
                    <a:moveTo>
                      <a:pt x="31" y="186"/>
                    </a:moveTo>
                    <a:lnTo>
                      <a:pt x="31" y="186"/>
                    </a:lnTo>
                    <a:cubicBezTo>
                      <a:pt x="31" y="155"/>
                      <a:pt x="62" y="155"/>
                      <a:pt x="62" y="155"/>
                    </a:cubicBezTo>
                    <a:lnTo>
                      <a:pt x="62" y="155"/>
                    </a:lnTo>
                    <a:lnTo>
                      <a:pt x="62" y="155"/>
                    </a:lnTo>
                    <a:cubicBezTo>
                      <a:pt x="93" y="155"/>
                      <a:pt x="93" y="155"/>
                      <a:pt x="93" y="155"/>
                    </a:cubicBezTo>
                    <a:lnTo>
                      <a:pt x="93" y="155"/>
                    </a:lnTo>
                    <a:lnTo>
                      <a:pt x="93" y="155"/>
                    </a:lnTo>
                    <a:cubicBezTo>
                      <a:pt x="93" y="124"/>
                      <a:pt x="93" y="124"/>
                      <a:pt x="93" y="124"/>
                    </a:cubicBezTo>
                    <a:lnTo>
                      <a:pt x="93" y="124"/>
                    </a:lnTo>
                    <a:lnTo>
                      <a:pt x="124" y="93"/>
                    </a:lnTo>
                    <a:lnTo>
                      <a:pt x="124" y="93"/>
                    </a:lnTo>
                    <a:lnTo>
                      <a:pt x="124" y="93"/>
                    </a:lnTo>
                    <a:lnTo>
                      <a:pt x="124" y="93"/>
                    </a:lnTo>
                    <a:lnTo>
                      <a:pt x="124" y="93"/>
                    </a:lnTo>
                    <a:lnTo>
                      <a:pt x="155" y="62"/>
                    </a:lnTo>
                    <a:lnTo>
                      <a:pt x="155" y="62"/>
                    </a:lnTo>
                    <a:lnTo>
                      <a:pt x="155" y="31"/>
                    </a:lnTo>
                    <a:cubicBezTo>
                      <a:pt x="155" y="31"/>
                      <a:pt x="155" y="0"/>
                      <a:pt x="186" y="0"/>
                    </a:cubicBezTo>
                    <a:lnTo>
                      <a:pt x="186" y="0"/>
                    </a:lnTo>
                    <a:lnTo>
                      <a:pt x="186" y="0"/>
                    </a:lnTo>
                    <a:lnTo>
                      <a:pt x="186" y="0"/>
                    </a:lnTo>
                    <a:lnTo>
                      <a:pt x="186" y="0"/>
                    </a:lnTo>
                    <a:lnTo>
                      <a:pt x="217" y="0"/>
                    </a:lnTo>
                    <a:lnTo>
                      <a:pt x="217" y="0"/>
                    </a:lnTo>
                    <a:lnTo>
                      <a:pt x="217" y="0"/>
                    </a:lnTo>
                    <a:lnTo>
                      <a:pt x="186" y="0"/>
                    </a:lnTo>
                    <a:lnTo>
                      <a:pt x="186" y="0"/>
                    </a:lnTo>
                    <a:lnTo>
                      <a:pt x="186" y="0"/>
                    </a:lnTo>
                    <a:cubicBezTo>
                      <a:pt x="155" y="0"/>
                      <a:pt x="155" y="0"/>
                      <a:pt x="155" y="0"/>
                    </a:cubicBezTo>
                    <a:lnTo>
                      <a:pt x="155" y="0"/>
                    </a:lnTo>
                    <a:lnTo>
                      <a:pt x="155" y="0"/>
                    </a:lnTo>
                    <a:cubicBezTo>
                      <a:pt x="124" y="0"/>
                      <a:pt x="124" y="0"/>
                      <a:pt x="124" y="0"/>
                    </a:cubicBezTo>
                    <a:lnTo>
                      <a:pt x="124" y="31"/>
                    </a:lnTo>
                    <a:cubicBezTo>
                      <a:pt x="124" y="62"/>
                      <a:pt x="93" y="93"/>
                      <a:pt x="93" y="93"/>
                    </a:cubicBezTo>
                    <a:cubicBezTo>
                      <a:pt x="93" y="93"/>
                      <a:pt x="93" y="93"/>
                      <a:pt x="62" y="93"/>
                    </a:cubicBezTo>
                    <a:lnTo>
                      <a:pt x="62" y="93"/>
                    </a:lnTo>
                    <a:lnTo>
                      <a:pt x="62" y="93"/>
                    </a:lnTo>
                    <a:cubicBezTo>
                      <a:pt x="62" y="124"/>
                      <a:pt x="62" y="124"/>
                      <a:pt x="31" y="124"/>
                    </a:cubicBezTo>
                    <a:cubicBezTo>
                      <a:pt x="31" y="155"/>
                      <a:pt x="31" y="155"/>
                      <a:pt x="0" y="155"/>
                    </a:cubicBezTo>
                    <a:cubicBezTo>
                      <a:pt x="0" y="155"/>
                      <a:pt x="31" y="155"/>
                      <a:pt x="31" y="18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65" name="Freeform 114">
                <a:extLst>
                  <a:ext uri="{FF2B5EF4-FFF2-40B4-BE49-F238E27FC236}">
                    <a16:creationId xmlns:a16="http://schemas.microsoft.com/office/drawing/2014/main" id="{F13FA37A-E378-1589-5C60-DB90BC6F0AF4}"/>
                  </a:ext>
                </a:extLst>
              </p:cNvPr>
              <p:cNvSpPr>
                <a:spLocks noChangeArrowheads="1"/>
              </p:cNvSpPr>
              <p:nvPr/>
            </p:nvSpPr>
            <p:spPr bwMode="auto">
              <a:xfrm>
                <a:off x="4025900" y="1033463"/>
                <a:ext cx="44450" cy="33337"/>
              </a:xfrm>
              <a:custGeom>
                <a:avLst/>
                <a:gdLst>
                  <a:gd name="T0" fmla="*/ 31 w 125"/>
                  <a:gd name="T1" fmla="*/ 62 h 94"/>
                  <a:gd name="T2" fmla="*/ 31 w 125"/>
                  <a:gd name="T3" fmla="*/ 62 h 94"/>
                  <a:gd name="T4" fmla="*/ 62 w 125"/>
                  <a:gd name="T5" fmla="*/ 62 h 94"/>
                  <a:gd name="T6" fmla="*/ 93 w 125"/>
                  <a:gd name="T7" fmla="*/ 93 h 94"/>
                  <a:gd name="T8" fmla="*/ 93 w 125"/>
                  <a:gd name="T9" fmla="*/ 93 h 94"/>
                  <a:gd name="T10" fmla="*/ 93 w 125"/>
                  <a:gd name="T11" fmla="*/ 93 h 94"/>
                  <a:gd name="T12" fmla="*/ 93 w 125"/>
                  <a:gd name="T13" fmla="*/ 93 h 94"/>
                  <a:gd name="T14" fmla="*/ 124 w 125"/>
                  <a:gd name="T15" fmla="*/ 62 h 94"/>
                  <a:gd name="T16" fmla="*/ 124 w 125"/>
                  <a:gd name="T17" fmla="*/ 62 h 94"/>
                  <a:gd name="T18" fmla="*/ 93 w 125"/>
                  <a:gd name="T19" fmla="*/ 31 h 94"/>
                  <a:gd name="T20" fmla="*/ 93 w 125"/>
                  <a:gd name="T21" fmla="*/ 31 h 94"/>
                  <a:gd name="T22" fmla="*/ 93 w 125"/>
                  <a:gd name="T23" fmla="*/ 31 h 94"/>
                  <a:gd name="T24" fmla="*/ 93 w 125"/>
                  <a:gd name="T25" fmla="*/ 0 h 94"/>
                  <a:gd name="T26" fmla="*/ 93 w 125"/>
                  <a:gd name="T27" fmla="*/ 0 h 94"/>
                  <a:gd name="T28" fmla="*/ 62 w 125"/>
                  <a:gd name="T29" fmla="*/ 31 h 94"/>
                  <a:gd name="T30" fmla="*/ 62 w 125"/>
                  <a:gd name="T31" fmla="*/ 31 h 94"/>
                  <a:gd name="T32" fmla="*/ 31 w 125"/>
                  <a:gd name="T33" fmla="*/ 62 h 94"/>
                  <a:gd name="T34" fmla="*/ 0 w 125"/>
                  <a:gd name="T35" fmla="*/ 62 h 94"/>
                  <a:gd name="T36" fmla="*/ 0 w 125"/>
                  <a:gd name="T37" fmla="*/ 62 h 94"/>
                  <a:gd name="T38" fmla="*/ 0 w 125"/>
                  <a:gd name="T39" fmla="*/ 62 h 94"/>
                  <a:gd name="T40" fmla="*/ 0 w 125"/>
                  <a:gd name="T41" fmla="*/ 62 h 94"/>
                  <a:gd name="T42" fmla="*/ 31 w 125"/>
                  <a:gd name="T43" fmla="*/ 6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5" h="94">
                    <a:moveTo>
                      <a:pt x="31" y="62"/>
                    </a:moveTo>
                    <a:lnTo>
                      <a:pt x="31" y="62"/>
                    </a:lnTo>
                    <a:cubicBezTo>
                      <a:pt x="31" y="62"/>
                      <a:pt x="31" y="62"/>
                      <a:pt x="62" y="62"/>
                    </a:cubicBezTo>
                    <a:cubicBezTo>
                      <a:pt x="62" y="62"/>
                      <a:pt x="62" y="93"/>
                      <a:pt x="93" y="93"/>
                    </a:cubicBezTo>
                    <a:lnTo>
                      <a:pt x="93" y="93"/>
                    </a:lnTo>
                    <a:lnTo>
                      <a:pt x="93" y="93"/>
                    </a:lnTo>
                    <a:lnTo>
                      <a:pt x="93" y="93"/>
                    </a:lnTo>
                    <a:cubicBezTo>
                      <a:pt x="124" y="62"/>
                      <a:pt x="124" y="62"/>
                      <a:pt x="124" y="62"/>
                    </a:cubicBezTo>
                    <a:lnTo>
                      <a:pt x="124" y="62"/>
                    </a:lnTo>
                    <a:cubicBezTo>
                      <a:pt x="93" y="62"/>
                      <a:pt x="93" y="62"/>
                      <a:pt x="93" y="31"/>
                    </a:cubicBezTo>
                    <a:lnTo>
                      <a:pt x="93" y="31"/>
                    </a:lnTo>
                    <a:lnTo>
                      <a:pt x="93" y="31"/>
                    </a:lnTo>
                    <a:cubicBezTo>
                      <a:pt x="93" y="0"/>
                      <a:pt x="93" y="0"/>
                      <a:pt x="93" y="0"/>
                    </a:cubicBezTo>
                    <a:lnTo>
                      <a:pt x="93" y="0"/>
                    </a:lnTo>
                    <a:cubicBezTo>
                      <a:pt x="62" y="31"/>
                      <a:pt x="62" y="31"/>
                      <a:pt x="62" y="31"/>
                    </a:cubicBezTo>
                    <a:lnTo>
                      <a:pt x="62" y="31"/>
                    </a:lnTo>
                    <a:cubicBezTo>
                      <a:pt x="62" y="31"/>
                      <a:pt x="62" y="31"/>
                      <a:pt x="31" y="62"/>
                    </a:cubicBezTo>
                    <a:cubicBezTo>
                      <a:pt x="31" y="62"/>
                      <a:pt x="31" y="62"/>
                      <a:pt x="0" y="62"/>
                    </a:cubicBezTo>
                    <a:lnTo>
                      <a:pt x="0" y="62"/>
                    </a:lnTo>
                    <a:lnTo>
                      <a:pt x="0" y="62"/>
                    </a:lnTo>
                    <a:lnTo>
                      <a:pt x="0" y="62"/>
                    </a:lnTo>
                    <a:lnTo>
                      <a:pt x="31" y="6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66" name="Freeform 115">
                <a:extLst>
                  <a:ext uri="{FF2B5EF4-FFF2-40B4-BE49-F238E27FC236}">
                    <a16:creationId xmlns:a16="http://schemas.microsoft.com/office/drawing/2014/main" id="{00787ADD-85EC-8BCE-D05E-BC64314028C2}"/>
                  </a:ext>
                </a:extLst>
              </p:cNvPr>
              <p:cNvSpPr>
                <a:spLocks noChangeArrowheads="1"/>
              </p:cNvSpPr>
              <p:nvPr/>
            </p:nvSpPr>
            <p:spPr bwMode="auto">
              <a:xfrm>
                <a:off x="5521325" y="787400"/>
                <a:ext cx="112713" cy="44450"/>
              </a:xfrm>
              <a:custGeom>
                <a:avLst/>
                <a:gdLst>
                  <a:gd name="T0" fmla="*/ 279 w 312"/>
                  <a:gd name="T1" fmla="*/ 62 h 125"/>
                  <a:gd name="T2" fmla="*/ 279 w 312"/>
                  <a:gd name="T3" fmla="*/ 62 h 125"/>
                  <a:gd name="T4" fmla="*/ 279 w 312"/>
                  <a:gd name="T5" fmla="*/ 62 h 125"/>
                  <a:gd name="T6" fmla="*/ 279 w 312"/>
                  <a:gd name="T7" fmla="*/ 93 h 125"/>
                  <a:gd name="T8" fmla="*/ 248 w 312"/>
                  <a:gd name="T9" fmla="*/ 93 h 125"/>
                  <a:gd name="T10" fmla="*/ 217 w 312"/>
                  <a:gd name="T11" fmla="*/ 62 h 125"/>
                  <a:gd name="T12" fmla="*/ 217 w 312"/>
                  <a:gd name="T13" fmla="*/ 31 h 125"/>
                  <a:gd name="T14" fmla="*/ 217 w 312"/>
                  <a:gd name="T15" fmla="*/ 0 h 125"/>
                  <a:gd name="T16" fmla="*/ 217 w 312"/>
                  <a:gd name="T17" fmla="*/ 0 h 125"/>
                  <a:gd name="T18" fmla="*/ 156 w 312"/>
                  <a:gd name="T19" fmla="*/ 0 h 125"/>
                  <a:gd name="T20" fmla="*/ 124 w 312"/>
                  <a:gd name="T21" fmla="*/ 0 h 125"/>
                  <a:gd name="T22" fmla="*/ 124 w 312"/>
                  <a:gd name="T23" fmla="*/ 0 h 125"/>
                  <a:gd name="T24" fmla="*/ 93 w 312"/>
                  <a:gd name="T25" fmla="*/ 0 h 125"/>
                  <a:gd name="T26" fmla="*/ 93 w 312"/>
                  <a:gd name="T27" fmla="*/ 0 h 125"/>
                  <a:gd name="T28" fmla="*/ 32 w 312"/>
                  <a:gd name="T29" fmla="*/ 0 h 125"/>
                  <a:gd name="T30" fmla="*/ 32 w 312"/>
                  <a:gd name="T31" fmla="*/ 0 h 125"/>
                  <a:gd name="T32" fmla="*/ 0 w 312"/>
                  <a:gd name="T33" fmla="*/ 0 h 125"/>
                  <a:gd name="T34" fmla="*/ 0 w 312"/>
                  <a:gd name="T35" fmla="*/ 0 h 125"/>
                  <a:gd name="T36" fmla="*/ 0 w 312"/>
                  <a:gd name="T37" fmla="*/ 31 h 125"/>
                  <a:gd name="T38" fmla="*/ 0 w 312"/>
                  <a:gd name="T39" fmla="*/ 31 h 125"/>
                  <a:gd name="T40" fmla="*/ 32 w 312"/>
                  <a:gd name="T41" fmla="*/ 31 h 125"/>
                  <a:gd name="T42" fmla="*/ 32 w 312"/>
                  <a:gd name="T43" fmla="*/ 31 h 125"/>
                  <a:gd name="T44" fmla="*/ 32 w 312"/>
                  <a:gd name="T45" fmla="*/ 31 h 125"/>
                  <a:gd name="T46" fmla="*/ 63 w 312"/>
                  <a:gd name="T47" fmla="*/ 31 h 125"/>
                  <a:gd name="T48" fmla="*/ 93 w 312"/>
                  <a:gd name="T49" fmla="*/ 0 h 125"/>
                  <a:gd name="T50" fmla="*/ 93 w 312"/>
                  <a:gd name="T51" fmla="*/ 0 h 125"/>
                  <a:gd name="T52" fmla="*/ 124 w 312"/>
                  <a:gd name="T53" fmla="*/ 31 h 125"/>
                  <a:gd name="T54" fmla="*/ 93 w 312"/>
                  <a:gd name="T55" fmla="*/ 93 h 125"/>
                  <a:gd name="T56" fmla="*/ 156 w 312"/>
                  <a:gd name="T57" fmla="*/ 93 h 125"/>
                  <a:gd name="T58" fmla="*/ 156 w 312"/>
                  <a:gd name="T59" fmla="*/ 93 h 125"/>
                  <a:gd name="T60" fmla="*/ 156 w 312"/>
                  <a:gd name="T61" fmla="*/ 93 h 125"/>
                  <a:gd name="T62" fmla="*/ 217 w 312"/>
                  <a:gd name="T63" fmla="*/ 93 h 125"/>
                  <a:gd name="T64" fmla="*/ 248 w 312"/>
                  <a:gd name="T65" fmla="*/ 93 h 125"/>
                  <a:gd name="T66" fmla="*/ 248 w 312"/>
                  <a:gd name="T67" fmla="*/ 93 h 125"/>
                  <a:gd name="T68" fmla="*/ 248 w 312"/>
                  <a:gd name="T69" fmla="*/ 93 h 125"/>
                  <a:gd name="T70" fmla="*/ 279 w 312"/>
                  <a:gd name="T71" fmla="*/ 93 h 125"/>
                  <a:gd name="T72" fmla="*/ 279 w 312"/>
                  <a:gd name="T73" fmla="*/ 93 h 125"/>
                  <a:gd name="T74" fmla="*/ 279 w 312"/>
                  <a:gd name="T75" fmla="*/ 124 h 125"/>
                  <a:gd name="T76" fmla="*/ 311 w 312"/>
                  <a:gd name="T77" fmla="*/ 93 h 125"/>
                  <a:gd name="T78" fmla="*/ 311 w 312"/>
                  <a:gd name="T79" fmla="*/ 93 h 125"/>
                  <a:gd name="T80" fmla="*/ 279 w 312"/>
                  <a:gd name="T81" fmla="*/ 6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2" h="125">
                    <a:moveTo>
                      <a:pt x="279" y="62"/>
                    </a:moveTo>
                    <a:lnTo>
                      <a:pt x="279" y="62"/>
                    </a:lnTo>
                    <a:lnTo>
                      <a:pt x="279" y="62"/>
                    </a:lnTo>
                    <a:cubicBezTo>
                      <a:pt x="279" y="62"/>
                      <a:pt x="279" y="62"/>
                      <a:pt x="279" y="93"/>
                    </a:cubicBezTo>
                    <a:cubicBezTo>
                      <a:pt x="248" y="93"/>
                      <a:pt x="248" y="93"/>
                      <a:pt x="248" y="93"/>
                    </a:cubicBezTo>
                    <a:lnTo>
                      <a:pt x="217" y="62"/>
                    </a:lnTo>
                    <a:lnTo>
                      <a:pt x="217" y="31"/>
                    </a:lnTo>
                    <a:lnTo>
                      <a:pt x="217" y="0"/>
                    </a:lnTo>
                    <a:lnTo>
                      <a:pt x="217" y="0"/>
                    </a:lnTo>
                    <a:cubicBezTo>
                      <a:pt x="187" y="0"/>
                      <a:pt x="187" y="0"/>
                      <a:pt x="156" y="0"/>
                    </a:cubicBezTo>
                    <a:cubicBezTo>
                      <a:pt x="156" y="0"/>
                      <a:pt x="156" y="0"/>
                      <a:pt x="124" y="0"/>
                    </a:cubicBezTo>
                    <a:lnTo>
                      <a:pt x="124" y="0"/>
                    </a:lnTo>
                    <a:cubicBezTo>
                      <a:pt x="124" y="0"/>
                      <a:pt x="124" y="0"/>
                      <a:pt x="93" y="0"/>
                    </a:cubicBezTo>
                    <a:lnTo>
                      <a:pt x="93" y="0"/>
                    </a:lnTo>
                    <a:cubicBezTo>
                      <a:pt x="93" y="0"/>
                      <a:pt x="63" y="0"/>
                      <a:pt x="32" y="0"/>
                    </a:cubicBezTo>
                    <a:lnTo>
                      <a:pt x="32" y="0"/>
                    </a:lnTo>
                    <a:lnTo>
                      <a:pt x="0" y="0"/>
                    </a:lnTo>
                    <a:lnTo>
                      <a:pt x="0" y="0"/>
                    </a:lnTo>
                    <a:lnTo>
                      <a:pt x="0" y="31"/>
                    </a:lnTo>
                    <a:lnTo>
                      <a:pt x="0" y="31"/>
                    </a:lnTo>
                    <a:cubicBezTo>
                      <a:pt x="32" y="31"/>
                      <a:pt x="32" y="31"/>
                      <a:pt x="32" y="31"/>
                    </a:cubicBezTo>
                    <a:lnTo>
                      <a:pt x="32" y="31"/>
                    </a:lnTo>
                    <a:lnTo>
                      <a:pt x="32" y="31"/>
                    </a:lnTo>
                    <a:lnTo>
                      <a:pt x="63" y="31"/>
                    </a:lnTo>
                    <a:cubicBezTo>
                      <a:pt x="63" y="0"/>
                      <a:pt x="63" y="0"/>
                      <a:pt x="93" y="0"/>
                    </a:cubicBezTo>
                    <a:lnTo>
                      <a:pt x="93" y="0"/>
                    </a:lnTo>
                    <a:lnTo>
                      <a:pt x="124" y="31"/>
                    </a:lnTo>
                    <a:cubicBezTo>
                      <a:pt x="124" y="62"/>
                      <a:pt x="93" y="62"/>
                      <a:pt x="93" y="93"/>
                    </a:cubicBezTo>
                    <a:cubicBezTo>
                      <a:pt x="93" y="93"/>
                      <a:pt x="124" y="93"/>
                      <a:pt x="156" y="93"/>
                    </a:cubicBezTo>
                    <a:lnTo>
                      <a:pt x="156" y="93"/>
                    </a:lnTo>
                    <a:lnTo>
                      <a:pt x="156" y="93"/>
                    </a:lnTo>
                    <a:cubicBezTo>
                      <a:pt x="187" y="93"/>
                      <a:pt x="217" y="93"/>
                      <a:pt x="217" y="93"/>
                    </a:cubicBezTo>
                    <a:lnTo>
                      <a:pt x="248" y="93"/>
                    </a:lnTo>
                    <a:lnTo>
                      <a:pt x="248" y="93"/>
                    </a:lnTo>
                    <a:lnTo>
                      <a:pt x="248" y="93"/>
                    </a:lnTo>
                    <a:cubicBezTo>
                      <a:pt x="279" y="93"/>
                      <a:pt x="279" y="93"/>
                      <a:pt x="279" y="93"/>
                    </a:cubicBezTo>
                    <a:lnTo>
                      <a:pt x="279" y="93"/>
                    </a:lnTo>
                    <a:lnTo>
                      <a:pt x="279" y="124"/>
                    </a:lnTo>
                    <a:cubicBezTo>
                      <a:pt x="279" y="93"/>
                      <a:pt x="279" y="93"/>
                      <a:pt x="311" y="93"/>
                    </a:cubicBezTo>
                    <a:lnTo>
                      <a:pt x="311" y="93"/>
                    </a:lnTo>
                    <a:lnTo>
                      <a:pt x="279" y="6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67" name="Freeform 116">
                <a:extLst>
                  <a:ext uri="{FF2B5EF4-FFF2-40B4-BE49-F238E27FC236}">
                    <a16:creationId xmlns:a16="http://schemas.microsoft.com/office/drawing/2014/main" id="{8FC70204-9F4A-39EA-8300-0CBFD52FEC03}"/>
                  </a:ext>
                </a:extLst>
              </p:cNvPr>
              <p:cNvSpPr>
                <a:spLocks noChangeArrowheads="1"/>
              </p:cNvSpPr>
              <p:nvPr/>
            </p:nvSpPr>
            <p:spPr bwMode="auto">
              <a:xfrm>
                <a:off x="6402388" y="898525"/>
                <a:ext cx="134937" cy="22225"/>
              </a:xfrm>
              <a:custGeom>
                <a:avLst/>
                <a:gdLst>
                  <a:gd name="T0" fmla="*/ 217 w 373"/>
                  <a:gd name="T1" fmla="*/ 31 h 63"/>
                  <a:gd name="T2" fmla="*/ 217 w 373"/>
                  <a:gd name="T3" fmla="*/ 31 h 63"/>
                  <a:gd name="T4" fmla="*/ 217 w 373"/>
                  <a:gd name="T5" fmla="*/ 31 h 63"/>
                  <a:gd name="T6" fmla="*/ 248 w 373"/>
                  <a:gd name="T7" fmla="*/ 31 h 63"/>
                  <a:gd name="T8" fmla="*/ 248 w 373"/>
                  <a:gd name="T9" fmla="*/ 31 h 63"/>
                  <a:gd name="T10" fmla="*/ 279 w 373"/>
                  <a:gd name="T11" fmla="*/ 31 h 63"/>
                  <a:gd name="T12" fmla="*/ 279 w 373"/>
                  <a:gd name="T13" fmla="*/ 31 h 63"/>
                  <a:gd name="T14" fmla="*/ 310 w 373"/>
                  <a:gd name="T15" fmla="*/ 31 h 63"/>
                  <a:gd name="T16" fmla="*/ 372 w 373"/>
                  <a:gd name="T17" fmla="*/ 31 h 63"/>
                  <a:gd name="T18" fmla="*/ 372 w 373"/>
                  <a:gd name="T19" fmla="*/ 31 h 63"/>
                  <a:gd name="T20" fmla="*/ 341 w 373"/>
                  <a:gd name="T21" fmla="*/ 31 h 63"/>
                  <a:gd name="T22" fmla="*/ 310 w 373"/>
                  <a:gd name="T23" fmla="*/ 31 h 63"/>
                  <a:gd name="T24" fmla="*/ 310 w 373"/>
                  <a:gd name="T25" fmla="*/ 31 h 63"/>
                  <a:gd name="T26" fmla="*/ 279 w 373"/>
                  <a:gd name="T27" fmla="*/ 31 h 63"/>
                  <a:gd name="T28" fmla="*/ 248 w 373"/>
                  <a:gd name="T29" fmla="*/ 31 h 63"/>
                  <a:gd name="T30" fmla="*/ 217 w 373"/>
                  <a:gd name="T31" fmla="*/ 0 h 63"/>
                  <a:gd name="T32" fmla="*/ 217 w 373"/>
                  <a:gd name="T33" fmla="*/ 0 h 63"/>
                  <a:gd name="T34" fmla="*/ 217 w 373"/>
                  <a:gd name="T35" fmla="*/ 31 h 63"/>
                  <a:gd name="T36" fmla="*/ 155 w 373"/>
                  <a:gd name="T37" fmla="*/ 31 h 63"/>
                  <a:gd name="T38" fmla="*/ 124 w 373"/>
                  <a:gd name="T39" fmla="*/ 31 h 63"/>
                  <a:gd name="T40" fmla="*/ 93 w 373"/>
                  <a:gd name="T41" fmla="*/ 31 h 63"/>
                  <a:gd name="T42" fmla="*/ 93 w 373"/>
                  <a:gd name="T43" fmla="*/ 0 h 63"/>
                  <a:gd name="T44" fmla="*/ 62 w 373"/>
                  <a:gd name="T45" fmla="*/ 0 h 63"/>
                  <a:gd name="T46" fmla="*/ 31 w 373"/>
                  <a:gd name="T47" fmla="*/ 0 h 63"/>
                  <a:gd name="T48" fmla="*/ 0 w 373"/>
                  <a:gd name="T49" fmla="*/ 31 h 63"/>
                  <a:gd name="T50" fmla="*/ 0 w 373"/>
                  <a:gd name="T51" fmla="*/ 31 h 63"/>
                  <a:gd name="T52" fmla="*/ 0 w 373"/>
                  <a:gd name="T53" fmla="*/ 31 h 63"/>
                  <a:gd name="T54" fmla="*/ 31 w 373"/>
                  <a:gd name="T55" fmla="*/ 62 h 63"/>
                  <a:gd name="T56" fmla="*/ 31 w 373"/>
                  <a:gd name="T57" fmla="*/ 31 h 63"/>
                  <a:gd name="T58" fmla="*/ 62 w 373"/>
                  <a:gd name="T59" fmla="*/ 31 h 63"/>
                  <a:gd name="T60" fmla="*/ 62 w 373"/>
                  <a:gd name="T61" fmla="*/ 31 h 63"/>
                  <a:gd name="T62" fmla="*/ 62 w 373"/>
                  <a:gd name="T63" fmla="*/ 31 h 63"/>
                  <a:gd name="T64" fmla="*/ 62 w 373"/>
                  <a:gd name="T65" fmla="*/ 31 h 63"/>
                  <a:gd name="T66" fmla="*/ 93 w 373"/>
                  <a:gd name="T67" fmla="*/ 31 h 63"/>
                  <a:gd name="T68" fmla="*/ 124 w 373"/>
                  <a:gd name="T69" fmla="*/ 31 h 63"/>
                  <a:gd name="T70" fmla="*/ 124 w 373"/>
                  <a:gd name="T71" fmla="*/ 31 h 63"/>
                  <a:gd name="T72" fmla="*/ 186 w 373"/>
                  <a:gd name="T73" fmla="*/ 31 h 63"/>
                  <a:gd name="T74" fmla="*/ 217 w 373"/>
                  <a:gd name="T75"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3" h="63">
                    <a:moveTo>
                      <a:pt x="217" y="31"/>
                    </a:moveTo>
                    <a:lnTo>
                      <a:pt x="217" y="31"/>
                    </a:lnTo>
                    <a:lnTo>
                      <a:pt x="217" y="31"/>
                    </a:lnTo>
                    <a:cubicBezTo>
                      <a:pt x="248" y="31"/>
                      <a:pt x="248" y="31"/>
                      <a:pt x="248" y="31"/>
                    </a:cubicBezTo>
                    <a:lnTo>
                      <a:pt x="248" y="31"/>
                    </a:lnTo>
                    <a:lnTo>
                      <a:pt x="279" y="31"/>
                    </a:lnTo>
                    <a:lnTo>
                      <a:pt x="279" y="31"/>
                    </a:lnTo>
                    <a:cubicBezTo>
                      <a:pt x="310" y="31"/>
                      <a:pt x="310" y="31"/>
                      <a:pt x="310" y="31"/>
                    </a:cubicBezTo>
                    <a:cubicBezTo>
                      <a:pt x="341" y="31"/>
                      <a:pt x="341" y="31"/>
                      <a:pt x="372" y="31"/>
                    </a:cubicBezTo>
                    <a:lnTo>
                      <a:pt x="372" y="31"/>
                    </a:lnTo>
                    <a:cubicBezTo>
                      <a:pt x="341" y="31"/>
                      <a:pt x="341" y="31"/>
                      <a:pt x="341" y="31"/>
                    </a:cubicBezTo>
                    <a:lnTo>
                      <a:pt x="310" y="31"/>
                    </a:lnTo>
                    <a:lnTo>
                      <a:pt x="310" y="31"/>
                    </a:lnTo>
                    <a:lnTo>
                      <a:pt x="279" y="31"/>
                    </a:lnTo>
                    <a:lnTo>
                      <a:pt x="248" y="31"/>
                    </a:lnTo>
                    <a:lnTo>
                      <a:pt x="217" y="0"/>
                    </a:lnTo>
                    <a:lnTo>
                      <a:pt x="217" y="0"/>
                    </a:lnTo>
                    <a:lnTo>
                      <a:pt x="217" y="31"/>
                    </a:lnTo>
                    <a:cubicBezTo>
                      <a:pt x="186" y="31"/>
                      <a:pt x="186" y="31"/>
                      <a:pt x="155" y="31"/>
                    </a:cubicBezTo>
                    <a:cubicBezTo>
                      <a:pt x="155" y="31"/>
                      <a:pt x="155" y="31"/>
                      <a:pt x="124" y="31"/>
                    </a:cubicBezTo>
                    <a:cubicBezTo>
                      <a:pt x="124" y="31"/>
                      <a:pt x="124" y="31"/>
                      <a:pt x="93" y="31"/>
                    </a:cubicBezTo>
                    <a:cubicBezTo>
                      <a:pt x="93" y="0"/>
                      <a:pt x="93" y="0"/>
                      <a:pt x="93" y="0"/>
                    </a:cubicBezTo>
                    <a:lnTo>
                      <a:pt x="62" y="0"/>
                    </a:lnTo>
                    <a:cubicBezTo>
                      <a:pt x="62" y="0"/>
                      <a:pt x="62" y="0"/>
                      <a:pt x="31" y="0"/>
                    </a:cubicBezTo>
                    <a:cubicBezTo>
                      <a:pt x="31" y="0"/>
                      <a:pt x="31" y="0"/>
                      <a:pt x="0" y="31"/>
                    </a:cubicBezTo>
                    <a:lnTo>
                      <a:pt x="0" y="31"/>
                    </a:lnTo>
                    <a:lnTo>
                      <a:pt x="0" y="31"/>
                    </a:lnTo>
                    <a:cubicBezTo>
                      <a:pt x="0" y="31"/>
                      <a:pt x="31" y="31"/>
                      <a:pt x="31" y="62"/>
                    </a:cubicBezTo>
                    <a:lnTo>
                      <a:pt x="31" y="31"/>
                    </a:lnTo>
                    <a:cubicBezTo>
                      <a:pt x="31" y="31"/>
                      <a:pt x="31" y="31"/>
                      <a:pt x="62" y="31"/>
                    </a:cubicBezTo>
                    <a:lnTo>
                      <a:pt x="62" y="31"/>
                    </a:lnTo>
                    <a:lnTo>
                      <a:pt x="62" y="31"/>
                    </a:lnTo>
                    <a:lnTo>
                      <a:pt x="62" y="31"/>
                    </a:lnTo>
                    <a:cubicBezTo>
                      <a:pt x="93" y="31"/>
                      <a:pt x="93" y="31"/>
                      <a:pt x="93" y="31"/>
                    </a:cubicBezTo>
                    <a:lnTo>
                      <a:pt x="124" y="31"/>
                    </a:lnTo>
                    <a:lnTo>
                      <a:pt x="124" y="31"/>
                    </a:lnTo>
                    <a:cubicBezTo>
                      <a:pt x="155" y="31"/>
                      <a:pt x="186" y="31"/>
                      <a:pt x="186" y="31"/>
                    </a:cubicBezTo>
                    <a:cubicBezTo>
                      <a:pt x="186" y="31"/>
                      <a:pt x="186" y="31"/>
                      <a:pt x="217"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68" name="Freeform 117">
                <a:extLst>
                  <a:ext uri="{FF2B5EF4-FFF2-40B4-BE49-F238E27FC236}">
                    <a16:creationId xmlns:a16="http://schemas.microsoft.com/office/drawing/2014/main" id="{4C999D28-588E-70DF-4F2E-A2F9FD0FBEA0}"/>
                  </a:ext>
                </a:extLst>
              </p:cNvPr>
              <p:cNvSpPr>
                <a:spLocks noChangeArrowheads="1"/>
              </p:cNvSpPr>
              <p:nvPr/>
            </p:nvSpPr>
            <p:spPr bwMode="auto">
              <a:xfrm>
                <a:off x="4795838" y="909638"/>
                <a:ext cx="66675" cy="33337"/>
              </a:xfrm>
              <a:custGeom>
                <a:avLst/>
                <a:gdLst>
                  <a:gd name="T0" fmla="*/ 30 w 187"/>
                  <a:gd name="T1" fmla="*/ 93 h 94"/>
                  <a:gd name="T2" fmla="*/ 30 w 187"/>
                  <a:gd name="T3" fmla="*/ 93 h 94"/>
                  <a:gd name="T4" fmla="*/ 30 w 187"/>
                  <a:gd name="T5" fmla="*/ 93 h 94"/>
                  <a:gd name="T6" fmla="*/ 62 w 187"/>
                  <a:gd name="T7" fmla="*/ 62 h 94"/>
                  <a:gd name="T8" fmla="*/ 62 w 187"/>
                  <a:gd name="T9" fmla="*/ 62 h 94"/>
                  <a:gd name="T10" fmla="*/ 93 w 187"/>
                  <a:gd name="T11" fmla="*/ 31 h 94"/>
                  <a:gd name="T12" fmla="*/ 93 w 187"/>
                  <a:gd name="T13" fmla="*/ 31 h 94"/>
                  <a:gd name="T14" fmla="*/ 93 w 187"/>
                  <a:gd name="T15" fmla="*/ 31 h 94"/>
                  <a:gd name="T16" fmla="*/ 124 w 187"/>
                  <a:gd name="T17" fmla="*/ 31 h 94"/>
                  <a:gd name="T18" fmla="*/ 154 w 187"/>
                  <a:gd name="T19" fmla="*/ 31 h 94"/>
                  <a:gd name="T20" fmla="*/ 154 w 187"/>
                  <a:gd name="T21" fmla="*/ 31 h 94"/>
                  <a:gd name="T22" fmla="*/ 186 w 187"/>
                  <a:gd name="T23" fmla="*/ 0 h 94"/>
                  <a:gd name="T24" fmla="*/ 186 w 187"/>
                  <a:gd name="T25" fmla="*/ 0 h 94"/>
                  <a:gd name="T26" fmla="*/ 154 w 187"/>
                  <a:gd name="T27" fmla="*/ 0 h 94"/>
                  <a:gd name="T28" fmla="*/ 154 w 187"/>
                  <a:gd name="T29" fmla="*/ 0 h 94"/>
                  <a:gd name="T30" fmla="*/ 154 w 187"/>
                  <a:gd name="T31" fmla="*/ 0 h 94"/>
                  <a:gd name="T32" fmla="*/ 124 w 187"/>
                  <a:gd name="T33" fmla="*/ 0 h 94"/>
                  <a:gd name="T34" fmla="*/ 124 w 187"/>
                  <a:gd name="T35" fmla="*/ 0 h 94"/>
                  <a:gd name="T36" fmla="*/ 93 w 187"/>
                  <a:gd name="T37" fmla="*/ 0 h 94"/>
                  <a:gd name="T38" fmla="*/ 93 w 187"/>
                  <a:gd name="T39" fmla="*/ 0 h 94"/>
                  <a:gd name="T40" fmla="*/ 62 w 187"/>
                  <a:gd name="T41" fmla="*/ 0 h 94"/>
                  <a:gd name="T42" fmla="*/ 62 w 187"/>
                  <a:gd name="T43" fmla="*/ 0 h 94"/>
                  <a:gd name="T44" fmla="*/ 30 w 187"/>
                  <a:gd name="T45" fmla="*/ 31 h 94"/>
                  <a:gd name="T46" fmla="*/ 30 w 187"/>
                  <a:gd name="T47" fmla="*/ 31 h 94"/>
                  <a:gd name="T48" fmla="*/ 0 w 187"/>
                  <a:gd name="T49" fmla="*/ 62 h 94"/>
                  <a:gd name="T50" fmla="*/ 0 w 187"/>
                  <a:gd name="T51" fmla="*/ 62 h 94"/>
                  <a:gd name="T52" fmla="*/ 0 w 187"/>
                  <a:gd name="T53" fmla="*/ 62 h 94"/>
                  <a:gd name="T54" fmla="*/ 0 w 187"/>
                  <a:gd name="T55" fmla="*/ 62 h 94"/>
                  <a:gd name="T56" fmla="*/ 30 w 187"/>
                  <a:gd name="T57" fmla="*/ 9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7" h="94">
                    <a:moveTo>
                      <a:pt x="30" y="93"/>
                    </a:moveTo>
                    <a:lnTo>
                      <a:pt x="30" y="93"/>
                    </a:lnTo>
                    <a:lnTo>
                      <a:pt x="30" y="93"/>
                    </a:lnTo>
                    <a:cubicBezTo>
                      <a:pt x="30" y="62"/>
                      <a:pt x="30" y="62"/>
                      <a:pt x="62" y="62"/>
                    </a:cubicBezTo>
                    <a:lnTo>
                      <a:pt x="62" y="62"/>
                    </a:lnTo>
                    <a:cubicBezTo>
                      <a:pt x="62" y="62"/>
                      <a:pt x="62" y="31"/>
                      <a:pt x="93" y="31"/>
                    </a:cubicBezTo>
                    <a:lnTo>
                      <a:pt x="93" y="31"/>
                    </a:lnTo>
                    <a:lnTo>
                      <a:pt x="93" y="31"/>
                    </a:lnTo>
                    <a:cubicBezTo>
                      <a:pt x="93" y="31"/>
                      <a:pt x="93" y="31"/>
                      <a:pt x="124" y="31"/>
                    </a:cubicBezTo>
                    <a:cubicBezTo>
                      <a:pt x="124" y="0"/>
                      <a:pt x="154" y="31"/>
                      <a:pt x="154" y="31"/>
                    </a:cubicBezTo>
                    <a:lnTo>
                      <a:pt x="154" y="31"/>
                    </a:lnTo>
                    <a:cubicBezTo>
                      <a:pt x="154" y="31"/>
                      <a:pt x="154" y="0"/>
                      <a:pt x="186" y="0"/>
                    </a:cubicBezTo>
                    <a:lnTo>
                      <a:pt x="186" y="0"/>
                    </a:lnTo>
                    <a:cubicBezTo>
                      <a:pt x="154" y="0"/>
                      <a:pt x="154" y="0"/>
                      <a:pt x="154" y="0"/>
                    </a:cubicBezTo>
                    <a:lnTo>
                      <a:pt x="154" y="0"/>
                    </a:lnTo>
                    <a:lnTo>
                      <a:pt x="154" y="0"/>
                    </a:lnTo>
                    <a:lnTo>
                      <a:pt x="124" y="0"/>
                    </a:lnTo>
                    <a:lnTo>
                      <a:pt x="124" y="0"/>
                    </a:lnTo>
                    <a:cubicBezTo>
                      <a:pt x="124" y="0"/>
                      <a:pt x="124" y="0"/>
                      <a:pt x="93" y="0"/>
                    </a:cubicBezTo>
                    <a:lnTo>
                      <a:pt x="93" y="0"/>
                    </a:lnTo>
                    <a:lnTo>
                      <a:pt x="62" y="0"/>
                    </a:lnTo>
                    <a:lnTo>
                      <a:pt x="62" y="0"/>
                    </a:lnTo>
                    <a:cubicBezTo>
                      <a:pt x="62" y="31"/>
                      <a:pt x="62" y="31"/>
                      <a:pt x="30" y="31"/>
                    </a:cubicBezTo>
                    <a:lnTo>
                      <a:pt x="30" y="31"/>
                    </a:lnTo>
                    <a:lnTo>
                      <a:pt x="0" y="62"/>
                    </a:lnTo>
                    <a:lnTo>
                      <a:pt x="0" y="62"/>
                    </a:lnTo>
                    <a:lnTo>
                      <a:pt x="0" y="62"/>
                    </a:lnTo>
                    <a:lnTo>
                      <a:pt x="0" y="62"/>
                    </a:lnTo>
                    <a:lnTo>
                      <a:pt x="30" y="9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69" name="Freeform 118">
                <a:extLst>
                  <a:ext uri="{FF2B5EF4-FFF2-40B4-BE49-F238E27FC236}">
                    <a16:creationId xmlns:a16="http://schemas.microsoft.com/office/drawing/2014/main" id="{88785C69-5BD7-7334-3103-4476C183536B}"/>
                  </a:ext>
                </a:extLst>
              </p:cNvPr>
              <p:cNvSpPr>
                <a:spLocks noChangeArrowheads="1"/>
              </p:cNvSpPr>
              <p:nvPr/>
            </p:nvSpPr>
            <p:spPr bwMode="auto">
              <a:xfrm>
                <a:off x="4716463" y="965200"/>
                <a:ext cx="57150" cy="44450"/>
              </a:xfrm>
              <a:custGeom>
                <a:avLst/>
                <a:gdLst>
                  <a:gd name="T0" fmla="*/ 63 w 157"/>
                  <a:gd name="T1" fmla="*/ 93 h 125"/>
                  <a:gd name="T2" fmla="*/ 63 w 157"/>
                  <a:gd name="T3" fmla="*/ 93 h 125"/>
                  <a:gd name="T4" fmla="*/ 63 w 157"/>
                  <a:gd name="T5" fmla="*/ 124 h 125"/>
                  <a:gd name="T6" fmla="*/ 63 w 157"/>
                  <a:gd name="T7" fmla="*/ 124 h 125"/>
                  <a:gd name="T8" fmla="*/ 63 w 157"/>
                  <a:gd name="T9" fmla="*/ 124 h 125"/>
                  <a:gd name="T10" fmla="*/ 63 w 157"/>
                  <a:gd name="T11" fmla="*/ 124 h 125"/>
                  <a:gd name="T12" fmla="*/ 94 w 157"/>
                  <a:gd name="T13" fmla="*/ 124 h 125"/>
                  <a:gd name="T14" fmla="*/ 156 w 157"/>
                  <a:gd name="T15" fmla="*/ 124 h 125"/>
                  <a:gd name="T16" fmla="*/ 156 w 157"/>
                  <a:gd name="T17" fmla="*/ 124 h 125"/>
                  <a:gd name="T18" fmla="*/ 156 w 157"/>
                  <a:gd name="T19" fmla="*/ 124 h 125"/>
                  <a:gd name="T20" fmla="*/ 156 w 157"/>
                  <a:gd name="T21" fmla="*/ 124 h 125"/>
                  <a:gd name="T22" fmla="*/ 94 w 157"/>
                  <a:gd name="T23" fmla="*/ 62 h 125"/>
                  <a:gd name="T24" fmla="*/ 94 w 157"/>
                  <a:gd name="T25" fmla="*/ 31 h 125"/>
                  <a:gd name="T26" fmla="*/ 94 w 157"/>
                  <a:gd name="T27" fmla="*/ 31 h 125"/>
                  <a:gd name="T28" fmla="*/ 94 w 157"/>
                  <a:gd name="T29" fmla="*/ 0 h 125"/>
                  <a:gd name="T30" fmla="*/ 94 w 157"/>
                  <a:gd name="T31" fmla="*/ 0 h 125"/>
                  <a:gd name="T32" fmla="*/ 63 w 157"/>
                  <a:gd name="T33" fmla="*/ 0 h 125"/>
                  <a:gd name="T34" fmla="*/ 63 w 157"/>
                  <a:gd name="T35" fmla="*/ 0 h 125"/>
                  <a:gd name="T36" fmla="*/ 63 w 157"/>
                  <a:gd name="T37" fmla="*/ 0 h 125"/>
                  <a:gd name="T38" fmla="*/ 32 w 157"/>
                  <a:gd name="T39" fmla="*/ 31 h 125"/>
                  <a:gd name="T40" fmla="*/ 0 w 157"/>
                  <a:gd name="T41" fmla="*/ 62 h 125"/>
                  <a:gd name="T42" fmla="*/ 0 w 157"/>
                  <a:gd name="T43" fmla="*/ 62 h 125"/>
                  <a:gd name="T44" fmla="*/ 63 w 157"/>
                  <a:gd name="T45" fmla="*/ 93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7" h="125">
                    <a:moveTo>
                      <a:pt x="63" y="93"/>
                    </a:moveTo>
                    <a:lnTo>
                      <a:pt x="63" y="93"/>
                    </a:lnTo>
                    <a:lnTo>
                      <a:pt x="63" y="124"/>
                    </a:lnTo>
                    <a:lnTo>
                      <a:pt x="63" y="124"/>
                    </a:lnTo>
                    <a:lnTo>
                      <a:pt x="63" y="124"/>
                    </a:lnTo>
                    <a:lnTo>
                      <a:pt x="63" y="124"/>
                    </a:lnTo>
                    <a:cubicBezTo>
                      <a:pt x="94" y="124"/>
                      <a:pt x="94" y="124"/>
                      <a:pt x="94" y="124"/>
                    </a:cubicBezTo>
                    <a:cubicBezTo>
                      <a:pt x="124" y="124"/>
                      <a:pt x="124" y="124"/>
                      <a:pt x="156" y="124"/>
                    </a:cubicBezTo>
                    <a:lnTo>
                      <a:pt x="156" y="124"/>
                    </a:lnTo>
                    <a:lnTo>
                      <a:pt x="156" y="124"/>
                    </a:lnTo>
                    <a:lnTo>
                      <a:pt x="156" y="124"/>
                    </a:lnTo>
                    <a:cubicBezTo>
                      <a:pt x="124" y="124"/>
                      <a:pt x="124" y="93"/>
                      <a:pt x="94" y="62"/>
                    </a:cubicBezTo>
                    <a:lnTo>
                      <a:pt x="94" y="31"/>
                    </a:lnTo>
                    <a:lnTo>
                      <a:pt x="94" y="31"/>
                    </a:lnTo>
                    <a:lnTo>
                      <a:pt x="94" y="0"/>
                    </a:lnTo>
                    <a:lnTo>
                      <a:pt x="94" y="0"/>
                    </a:lnTo>
                    <a:cubicBezTo>
                      <a:pt x="94" y="0"/>
                      <a:pt x="94" y="0"/>
                      <a:pt x="63" y="0"/>
                    </a:cubicBezTo>
                    <a:lnTo>
                      <a:pt x="63" y="0"/>
                    </a:lnTo>
                    <a:lnTo>
                      <a:pt x="63" y="0"/>
                    </a:lnTo>
                    <a:lnTo>
                      <a:pt x="32" y="31"/>
                    </a:lnTo>
                    <a:cubicBezTo>
                      <a:pt x="32" y="31"/>
                      <a:pt x="32" y="62"/>
                      <a:pt x="0" y="62"/>
                    </a:cubicBezTo>
                    <a:lnTo>
                      <a:pt x="0" y="62"/>
                    </a:lnTo>
                    <a:cubicBezTo>
                      <a:pt x="32" y="62"/>
                      <a:pt x="32" y="62"/>
                      <a:pt x="63" y="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70" name="Freeform 119">
                <a:extLst>
                  <a:ext uri="{FF2B5EF4-FFF2-40B4-BE49-F238E27FC236}">
                    <a16:creationId xmlns:a16="http://schemas.microsoft.com/office/drawing/2014/main" id="{558E73A5-FBAC-5FCB-AF36-0996E7EDE072}"/>
                  </a:ext>
                </a:extLst>
              </p:cNvPr>
              <p:cNvSpPr>
                <a:spLocks noChangeArrowheads="1"/>
              </p:cNvSpPr>
              <p:nvPr/>
            </p:nvSpPr>
            <p:spPr bwMode="auto">
              <a:xfrm>
                <a:off x="6178550" y="1781175"/>
                <a:ext cx="55563" cy="66675"/>
              </a:xfrm>
              <a:custGeom>
                <a:avLst/>
                <a:gdLst>
                  <a:gd name="T0" fmla="*/ 93 w 156"/>
                  <a:gd name="T1" fmla="*/ 0 h 186"/>
                  <a:gd name="T2" fmla="*/ 93 w 156"/>
                  <a:gd name="T3" fmla="*/ 0 h 186"/>
                  <a:gd name="T4" fmla="*/ 93 w 156"/>
                  <a:gd name="T5" fmla="*/ 0 h 186"/>
                  <a:gd name="T6" fmla="*/ 93 w 156"/>
                  <a:gd name="T7" fmla="*/ 0 h 186"/>
                  <a:gd name="T8" fmla="*/ 62 w 156"/>
                  <a:gd name="T9" fmla="*/ 0 h 186"/>
                  <a:gd name="T10" fmla="*/ 62 w 156"/>
                  <a:gd name="T11" fmla="*/ 0 h 186"/>
                  <a:gd name="T12" fmla="*/ 62 w 156"/>
                  <a:gd name="T13" fmla="*/ 0 h 186"/>
                  <a:gd name="T14" fmla="*/ 62 w 156"/>
                  <a:gd name="T15" fmla="*/ 0 h 186"/>
                  <a:gd name="T16" fmla="*/ 31 w 156"/>
                  <a:gd name="T17" fmla="*/ 0 h 186"/>
                  <a:gd name="T18" fmla="*/ 62 w 156"/>
                  <a:gd name="T19" fmla="*/ 31 h 186"/>
                  <a:gd name="T20" fmla="*/ 62 w 156"/>
                  <a:gd name="T21" fmla="*/ 92 h 186"/>
                  <a:gd name="T22" fmla="*/ 31 w 156"/>
                  <a:gd name="T23" fmla="*/ 92 h 186"/>
                  <a:gd name="T24" fmla="*/ 31 w 156"/>
                  <a:gd name="T25" fmla="*/ 155 h 186"/>
                  <a:gd name="T26" fmla="*/ 0 w 156"/>
                  <a:gd name="T27" fmla="*/ 185 h 186"/>
                  <a:gd name="T28" fmla="*/ 31 w 156"/>
                  <a:gd name="T29" fmla="*/ 185 h 186"/>
                  <a:gd name="T30" fmla="*/ 62 w 156"/>
                  <a:gd name="T31" fmla="*/ 155 h 186"/>
                  <a:gd name="T32" fmla="*/ 62 w 156"/>
                  <a:gd name="T33" fmla="*/ 155 h 186"/>
                  <a:gd name="T34" fmla="*/ 93 w 156"/>
                  <a:gd name="T35" fmla="*/ 124 h 186"/>
                  <a:gd name="T36" fmla="*/ 93 w 156"/>
                  <a:gd name="T37" fmla="*/ 124 h 186"/>
                  <a:gd name="T38" fmla="*/ 124 w 156"/>
                  <a:gd name="T39" fmla="*/ 124 h 186"/>
                  <a:gd name="T40" fmla="*/ 155 w 156"/>
                  <a:gd name="T41" fmla="*/ 124 h 186"/>
                  <a:gd name="T42" fmla="*/ 155 w 156"/>
                  <a:gd name="T43" fmla="*/ 124 h 186"/>
                  <a:gd name="T44" fmla="*/ 155 w 156"/>
                  <a:gd name="T45" fmla="*/ 61 h 186"/>
                  <a:gd name="T46" fmla="*/ 124 w 156"/>
                  <a:gd name="T47" fmla="*/ 0 h 186"/>
                  <a:gd name="T48" fmla="*/ 93 w 156"/>
                  <a:gd name="T4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86">
                    <a:moveTo>
                      <a:pt x="93" y="0"/>
                    </a:moveTo>
                    <a:lnTo>
                      <a:pt x="93" y="0"/>
                    </a:lnTo>
                    <a:lnTo>
                      <a:pt x="93" y="0"/>
                    </a:lnTo>
                    <a:lnTo>
                      <a:pt x="93" y="0"/>
                    </a:lnTo>
                    <a:cubicBezTo>
                      <a:pt x="93" y="0"/>
                      <a:pt x="93" y="0"/>
                      <a:pt x="62" y="0"/>
                    </a:cubicBezTo>
                    <a:lnTo>
                      <a:pt x="62" y="0"/>
                    </a:lnTo>
                    <a:lnTo>
                      <a:pt x="62" y="0"/>
                    </a:lnTo>
                    <a:lnTo>
                      <a:pt x="62" y="0"/>
                    </a:lnTo>
                    <a:lnTo>
                      <a:pt x="31" y="0"/>
                    </a:lnTo>
                    <a:cubicBezTo>
                      <a:pt x="62" y="0"/>
                      <a:pt x="62" y="31"/>
                      <a:pt x="62" y="31"/>
                    </a:cubicBezTo>
                    <a:cubicBezTo>
                      <a:pt x="62" y="61"/>
                      <a:pt x="62" y="61"/>
                      <a:pt x="62" y="92"/>
                    </a:cubicBezTo>
                    <a:cubicBezTo>
                      <a:pt x="31" y="92"/>
                      <a:pt x="31" y="92"/>
                      <a:pt x="31" y="92"/>
                    </a:cubicBezTo>
                    <a:cubicBezTo>
                      <a:pt x="31" y="124"/>
                      <a:pt x="31" y="124"/>
                      <a:pt x="31" y="155"/>
                    </a:cubicBezTo>
                    <a:cubicBezTo>
                      <a:pt x="31" y="155"/>
                      <a:pt x="31" y="185"/>
                      <a:pt x="0" y="185"/>
                    </a:cubicBezTo>
                    <a:cubicBezTo>
                      <a:pt x="31" y="185"/>
                      <a:pt x="31" y="185"/>
                      <a:pt x="31" y="185"/>
                    </a:cubicBezTo>
                    <a:cubicBezTo>
                      <a:pt x="62" y="155"/>
                      <a:pt x="62" y="155"/>
                      <a:pt x="62" y="155"/>
                    </a:cubicBezTo>
                    <a:lnTo>
                      <a:pt x="62" y="155"/>
                    </a:lnTo>
                    <a:lnTo>
                      <a:pt x="93" y="124"/>
                    </a:lnTo>
                    <a:lnTo>
                      <a:pt x="93" y="124"/>
                    </a:lnTo>
                    <a:cubicBezTo>
                      <a:pt x="124" y="124"/>
                      <a:pt x="124" y="124"/>
                      <a:pt x="124" y="124"/>
                    </a:cubicBezTo>
                    <a:cubicBezTo>
                      <a:pt x="124" y="124"/>
                      <a:pt x="124" y="124"/>
                      <a:pt x="155" y="124"/>
                    </a:cubicBezTo>
                    <a:lnTo>
                      <a:pt x="155" y="124"/>
                    </a:lnTo>
                    <a:cubicBezTo>
                      <a:pt x="155" y="124"/>
                      <a:pt x="155" y="92"/>
                      <a:pt x="155" y="61"/>
                    </a:cubicBezTo>
                    <a:cubicBezTo>
                      <a:pt x="155" y="31"/>
                      <a:pt x="124" y="31"/>
                      <a:pt x="124" y="0"/>
                    </a:cubicBezTo>
                    <a:cubicBezTo>
                      <a:pt x="124" y="0"/>
                      <a:pt x="124" y="0"/>
                      <a:pt x="93"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71" name="Freeform 120">
                <a:extLst>
                  <a:ext uri="{FF2B5EF4-FFF2-40B4-BE49-F238E27FC236}">
                    <a16:creationId xmlns:a16="http://schemas.microsoft.com/office/drawing/2014/main" id="{3E5C9E9A-F756-758A-A2F6-6D4A399776F8}"/>
                  </a:ext>
                </a:extLst>
              </p:cNvPr>
              <p:cNvSpPr>
                <a:spLocks noChangeArrowheads="1"/>
              </p:cNvSpPr>
              <p:nvPr/>
            </p:nvSpPr>
            <p:spPr bwMode="auto">
              <a:xfrm>
                <a:off x="6134100" y="2438400"/>
                <a:ext cx="33338" cy="66675"/>
              </a:xfrm>
              <a:custGeom>
                <a:avLst/>
                <a:gdLst>
                  <a:gd name="T0" fmla="*/ 93 w 94"/>
                  <a:gd name="T1" fmla="*/ 32 h 187"/>
                  <a:gd name="T2" fmla="*/ 93 w 94"/>
                  <a:gd name="T3" fmla="*/ 32 h 187"/>
                  <a:gd name="T4" fmla="*/ 63 w 94"/>
                  <a:gd name="T5" fmla="*/ 32 h 187"/>
                  <a:gd name="T6" fmla="*/ 31 w 94"/>
                  <a:gd name="T7" fmla="*/ 62 h 187"/>
                  <a:gd name="T8" fmla="*/ 31 w 94"/>
                  <a:gd name="T9" fmla="*/ 62 h 187"/>
                  <a:gd name="T10" fmla="*/ 0 w 94"/>
                  <a:gd name="T11" fmla="*/ 93 h 187"/>
                  <a:gd name="T12" fmla="*/ 0 w 94"/>
                  <a:gd name="T13" fmla="*/ 93 h 187"/>
                  <a:gd name="T14" fmla="*/ 0 w 94"/>
                  <a:gd name="T15" fmla="*/ 93 h 187"/>
                  <a:gd name="T16" fmla="*/ 0 w 94"/>
                  <a:gd name="T17" fmla="*/ 156 h 187"/>
                  <a:gd name="T18" fmla="*/ 0 w 94"/>
                  <a:gd name="T19" fmla="*/ 156 h 187"/>
                  <a:gd name="T20" fmla="*/ 0 w 94"/>
                  <a:gd name="T21" fmla="*/ 156 h 187"/>
                  <a:gd name="T22" fmla="*/ 0 w 94"/>
                  <a:gd name="T23" fmla="*/ 186 h 187"/>
                  <a:gd name="T24" fmla="*/ 0 w 94"/>
                  <a:gd name="T25" fmla="*/ 186 h 187"/>
                  <a:gd name="T26" fmla="*/ 0 w 94"/>
                  <a:gd name="T27" fmla="*/ 186 h 187"/>
                  <a:gd name="T28" fmla="*/ 31 w 94"/>
                  <a:gd name="T29" fmla="*/ 186 h 187"/>
                  <a:gd name="T30" fmla="*/ 63 w 94"/>
                  <a:gd name="T31" fmla="*/ 186 h 187"/>
                  <a:gd name="T32" fmla="*/ 63 w 94"/>
                  <a:gd name="T33" fmla="*/ 186 h 187"/>
                  <a:gd name="T34" fmla="*/ 31 w 94"/>
                  <a:gd name="T35" fmla="*/ 156 h 187"/>
                  <a:gd name="T36" fmla="*/ 63 w 94"/>
                  <a:gd name="T37" fmla="*/ 124 h 187"/>
                  <a:gd name="T38" fmla="*/ 93 w 94"/>
                  <a:gd name="T39" fmla="*/ 124 h 187"/>
                  <a:gd name="T40" fmla="*/ 93 w 94"/>
                  <a:gd name="T41" fmla="*/ 124 h 187"/>
                  <a:gd name="T42" fmla="*/ 93 w 94"/>
                  <a:gd name="T43" fmla="*/ 124 h 187"/>
                  <a:gd name="T44" fmla="*/ 93 w 94"/>
                  <a:gd name="T45" fmla="*/ 124 h 187"/>
                  <a:gd name="T46" fmla="*/ 93 w 94"/>
                  <a:gd name="T47" fmla="*/ 124 h 187"/>
                  <a:gd name="T48" fmla="*/ 93 w 94"/>
                  <a:gd name="T49" fmla="*/ 93 h 187"/>
                  <a:gd name="T50" fmla="*/ 93 w 94"/>
                  <a:gd name="T51" fmla="*/ 62 h 187"/>
                  <a:gd name="T52" fmla="*/ 93 w 94"/>
                  <a:gd name="T53" fmla="*/ 32 h 187"/>
                  <a:gd name="T54" fmla="*/ 93 w 94"/>
                  <a:gd name="T55" fmla="*/ 32 h 187"/>
                  <a:gd name="T56" fmla="*/ 93 w 94"/>
                  <a:gd name="T57" fmla="*/ 32 h 187"/>
                  <a:gd name="T58" fmla="*/ 93 w 94"/>
                  <a:gd name="T59" fmla="*/ 32 h 187"/>
                  <a:gd name="T60" fmla="*/ 93 w 94"/>
                  <a:gd name="T61" fmla="*/ 32 h 187"/>
                  <a:gd name="T62" fmla="*/ 93 w 94"/>
                  <a:gd name="T63" fmla="*/ 0 h 187"/>
                  <a:gd name="T64" fmla="*/ 93 w 94"/>
                  <a:gd name="T65" fmla="*/ 3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4" h="187">
                    <a:moveTo>
                      <a:pt x="93" y="32"/>
                    </a:moveTo>
                    <a:lnTo>
                      <a:pt x="93" y="32"/>
                    </a:lnTo>
                    <a:cubicBezTo>
                      <a:pt x="63" y="32"/>
                      <a:pt x="63" y="32"/>
                      <a:pt x="63" y="32"/>
                    </a:cubicBezTo>
                    <a:cubicBezTo>
                      <a:pt x="63" y="32"/>
                      <a:pt x="63" y="32"/>
                      <a:pt x="31" y="62"/>
                    </a:cubicBezTo>
                    <a:lnTo>
                      <a:pt x="31" y="62"/>
                    </a:lnTo>
                    <a:cubicBezTo>
                      <a:pt x="31" y="93"/>
                      <a:pt x="0" y="93"/>
                      <a:pt x="0" y="93"/>
                    </a:cubicBezTo>
                    <a:lnTo>
                      <a:pt x="0" y="93"/>
                    </a:lnTo>
                    <a:lnTo>
                      <a:pt x="0" y="93"/>
                    </a:lnTo>
                    <a:cubicBezTo>
                      <a:pt x="31" y="124"/>
                      <a:pt x="31" y="124"/>
                      <a:pt x="0" y="156"/>
                    </a:cubicBezTo>
                    <a:lnTo>
                      <a:pt x="0" y="156"/>
                    </a:lnTo>
                    <a:lnTo>
                      <a:pt x="0" y="156"/>
                    </a:lnTo>
                    <a:lnTo>
                      <a:pt x="0" y="186"/>
                    </a:lnTo>
                    <a:lnTo>
                      <a:pt x="0" y="186"/>
                    </a:lnTo>
                    <a:lnTo>
                      <a:pt x="0" y="186"/>
                    </a:lnTo>
                    <a:lnTo>
                      <a:pt x="31" y="186"/>
                    </a:lnTo>
                    <a:lnTo>
                      <a:pt x="63" y="186"/>
                    </a:lnTo>
                    <a:lnTo>
                      <a:pt x="63" y="186"/>
                    </a:lnTo>
                    <a:cubicBezTo>
                      <a:pt x="31" y="186"/>
                      <a:pt x="31" y="156"/>
                      <a:pt x="31" y="156"/>
                    </a:cubicBezTo>
                    <a:cubicBezTo>
                      <a:pt x="63" y="124"/>
                      <a:pt x="63" y="124"/>
                      <a:pt x="63" y="124"/>
                    </a:cubicBezTo>
                    <a:cubicBezTo>
                      <a:pt x="63" y="124"/>
                      <a:pt x="63" y="124"/>
                      <a:pt x="93" y="124"/>
                    </a:cubicBezTo>
                    <a:lnTo>
                      <a:pt x="93" y="124"/>
                    </a:lnTo>
                    <a:lnTo>
                      <a:pt x="93" y="124"/>
                    </a:lnTo>
                    <a:lnTo>
                      <a:pt x="93" y="124"/>
                    </a:lnTo>
                    <a:lnTo>
                      <a:pt x="93" y="124"/>
                    </a:lnTo>
                    <a:cubicBezTo>
                      <a:pt x="93" y="93"/>
                      <a:pt x="93" y="93"/>
                      <a:pt x="93" y="93"/>
                    </a:cubicBezTo>
                    <a:lnTo>
                      <a:pt x="93" y="62"/>
                    </a:lnTo>
                    <a:cubicBezTo>
                      <a:pt x="93" y="62"/>
                      <a:pt x="93" y="62"/>
                      <a:pt x="93" y="32"/>
                    </a:cubicBezTo>
                    <a:lnTo>
                      <a:pt x="93" y="32"/>
                    </a:lnTo>
                    <a:lnTo>
                      <a:pt x="93" y="32"/>
                    </a:lnTo>
                    <a:lnTo>
                      <a:pt x="93" y="32"/>
                    </a:lnTo>
                    <a:lnTo>
                      <a:pt x="93" y="32"/>
                    </a:lnTo>
                    <a:lnTo>
                      <a:pt x="93" y="0"/>
                    </a:lnTo>
                    <a:lnTo>
                      <a:pt x="93" y="3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72" name="Freeform 121">
                <a:extLst>
                  <a:ext uri="{FF2B5EF4-FFF2-40B4-BE49-F238E27FC236}">
                    <a16:creationId xmlns:a16="http://schemas.microsoft.com/office/drawing/2014/main" id="{949EBB2C-ABEC-3EFA-4A04-D86FF23C971F}"/>
                  </a:ext>
                </a:extLst>
              </p:cNvPr>
              <p:cNvSpPr>
                <a:spLocks noChangeArrowheads="1"/>
              </p:cNvSpPr>
              <p:nvPr/>
            </p:nvSpPr>
            <p:spPr bwMode="auto">
              <a:xfrm>
                <a:off x="6034088" y="2684463"/>
                <a:ext cx="34925" cy="55562"/>
              </a:xfrm>
              <a:custGeom>
                <a:avLst/>
                <a:gdLst>
                  <a:gd name="T0" fmla="*/ 62 w 95"/>
                  <a:gd name="T1" fmla="*/ 0 h 156"/>
                  <a:gd name="T2" fmla="*/ 62 w 95"/>
                  <a:gd name="T3" fmla="*/ 0 h 156"/>
                  <a:gd name="T4" fmla="*/ 31 w 95"/>
                  <a:gd name="T5" fmla="*/ 0 h 156"/>
                  <a:gd name="T6" fmla="*/ 31 w 95"/>
                  <a:gd name="T7" fmla="*/ 0 h 156"/>
                  <a:gd name="T8" fmla="*/ 31 w 95"/>
                  <a:gd name="T9" fmla="*/ 0 h 156"/>
                  <a:gd name="T10" fmla="*/ 31 w 95"/>
                  <a:gd name="T11" fmla="*/ 31 h 156"/>
                  <a:gd name="T12" fmla="*/ 31 w 95"/>
                  <a:gd name="T13" fmla="*/ 31 h 156"/>
                  <a:gd name="T14" fmla="*/ 31 w 95"/>
                  <a:gd name="T15" fmla="*/ 62 h 156"/>
                  <a:gd name="T16" fmla="*/ 31 w 95"/>
                  <a:gd name="T17" fmla="*/ 93 h 156"/>
                  <a:gd name="T18" fmla="*/ 0 w 95"/>
                  <a:gd name="T19" fmla="*/ 93 h 156"/>
                  <a:gd name="T20" fmla="*/ 0 w 95"/>
                  <a:gd name="T21" fmla="*/ 93 h 156"/>
                  <a:gd name="T22" fmla="*/ 0 w 95"/>
                  <a:gd name="T23" fmla="*/ 93 h 156"/>
                  <a:gd name="T24" fmla="*/ 31 w 95"/>
                  <a:gd name="T25" fmla="*/ 124 h 156"/>
                  <a:gd name="T26" fmla="*/ 31 w 95"/>
                  <a:gd name="T27" fmla="*/ 155 h 156"/>
                  <a:gd name="T28" fmla="*/ 31 w 95"/>
                  <a:gd name="T29" fmla="*/ 155 h 156"/>
                  <a:gd name="T30" fmla="*/ 31 w 95"/>
                  <a:gd name="T31" fmla="*/ 155 h 156"/>
                  <a:gd name="T32" fmla="*/ 31 w 95"/>
                  <a:gd name="T33" fmla="*/ 155 h 156"/>
                  <a:gd name="T34" fmla="*/ 31 w 95"/>
                  <a:gd name="T35" fmla="*/ 124 h 156"/>
                  <a:gd name="T36" fmla="*/ 31 w 95"/>
                  <a:gd name="T37" fmla="*/ 124 h 156"/>
                  <a:gd name="T38" fmla="*/ 31 w 95"/>
                  <a:gd name="T39" fmla="*/ 93 h 156"/>
                  <a:gd name="T40" fmla="*/ 62 w 95"/>
                  <a:gd name="T41" fmla="*/ 62 h 156"/>
                  <a:gd name="T42" fmla="*/ 62 w 95"/>
                  <a:gd name="T43" fmla="*/ 62 h 156"/>
                  <a:gd name="T44" fmla="*/ 94 w 95"/>
                  <a:gd name="T45" fmla="*/ 62 h 156"/>
                  <a:gd name="T46" fmla="*/ 94 w 95"/>
                  <a:gd name="T47" fmla="*/ 62 h 156"/>
                  <a:gd name="T48" fmla="*/ 94 w 95"/>
                  <a:gd name="T49" fmla="*/ 31 h 156"/>
                  <a:gd name="T50" fmla="*/ 94 w 95"/>
                  <a:gd name="T51" fmla="*/ 31 h 156"/>
                  <a:gd name="T52" fmla="*/ 94 w 95"/>
                  <a:gd name="T53" fmla="*/ 31 h 156"/>
                  <a:gd name="T54" fmla="*/ 62 w 95"/>
                  <a:gd name="T55"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5" h="156">
                    <a:moveTo>
                      <a:pt x="62" y="0"/>
                    </a:moveTo>
                    <a:lnTo>
                      <a:pt x="62" y="0"/>
                    </a:lnTo>
                    <a:cubicBezTo>
                      <a:pt x="31" y="0"/>
                      <a:pt x="31" y="0"/>
                      <a:pt x="31" y="0"/>
                    </a:cubicBezTo>
                    <a:lnTo>
                      <a:pt x="31" y="0"/>
                    </a:lnTo>
                    <a:lnTo>
                      <a:pt x="31" y="0"/>
                    </a:lnTo>
                    <a:lnTo>
                      <a:pt x="31" y="31"/>
                    </a:lnTo>
                    <a:lnTo>
                      <a:pt x="31" y="31"/>
                    </a:lnTo>
                    <a:cubicBezTo>
                      <a:pt x="31" y="62"/>
                      <a:pt x="31" y="62"/>
                      <a:pt x="31" y="62"/>
                    </a:cubicBezTo>
                    <a:cubicBezTo>
                      <a:pt x="31" y="62"/>
                      <a:pt x="31" y="62"/>
                      <a:pt x="31" y="93"/>
                    </a:cubicBezTo>
                    <a:lnTo>
                      <a:pt x="0" y="93"/>
                    </a:lnTo>
                    <a:lnTo>
                      <a:pt x="0" y="93"/>
                    </a:lnTo>
                    <a:lnTo>
                      <a:pt x="0" y="93"/>
                    </a:lnTo>
                    <a:cubicBezTo>
                      <a:pt x="31" y="93"/>
                      <a:pt x="31" y="124"/>
                      <a:pt x="31" y="124"/>
                    </a:cubicBezTo>
                    <a:cubicBezTo>
                      <a:pt x="31" y="124"/>
                      <a:pt x="31" y="124"/>
                      <a:pt x="31" y="155"/>
                    </a:cubicBezTo>
                    <a:lnTo>
                      <a:pt x="31" y="155"/>
                    </a:lnTo>
                    <a:lnTo>
                      <a:pt x="31" y="155"/>
                    </a:lnTo>
                    <a:lnTo>
                      <a:pt x="31" y="155"/>
                    </a:lnTo>
                    <a:cubicBezTo>
                      <a:pt x="31" y="155"/>
                      <a:pt x="31" y="155"/>
                      <a:pt x="31" y="124"/>
                    </a:cubicBezTo>
                    <a:lnTo>
                      <a:pt x="31" y="124"/>
                    </a:lnTo>
                    <a:cubicBezTo>
                      <a:pt x="31" y="124"/>
                      <a:pt x="31" y="124"/>
                      <a:pt x="31" y="93"/>
                    </a:cubicBezTo>
                    <a:lnTo>
                      <a:pt x="62" y="62"/>
                    </a:lnTo>
                    <a:lnTo>
                      <a:pt x="62" y="62"/>
                    </a:lnTo>
                    <a:lnTo>
                      <a:pt x="94" y="62"/>
                    </a:lnTo>
                    <a:lnTo>
                      <a:pt x="94" y="62"/>
                    </a:lnTo>
                    <a:cubicBezTo>
                      <a:pt x="94" y="31"/>
                      <a:pt x="94" y="31"/>
                      <a:pt x="94" y="31"/>
                    </a:cubicBezTo>
                    <a:lnTo>
                      <a:pt x="94" y="31"/>
                    </a:lnTo>
                    <a:lnTo>
                      <a:pt x="94" y="31"/>
                    </a:lnTo>
                    <a:cubicBezTo>
                      <a:pt x="62" y="31"/>
                      <a:pt x="62" y="31"/>
                      <a:pt x="6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73" name="Freeform 122">
                <a:extLst>
                  <a:ext uri="{FF2B5EF4-FFF2-40B4-BE49-F238E27FC236}">
                    <a16:creationId xmlns:a16="http://schemas.microsoft.com/office/drawing/2014/main" id="{500DBF03-7F24-CD45-AE55-46AACFC0FA48}"/>
                  </a:ext>
                </a:extLst>
              </p:cNvPr>
              <p:cNvSpPr>
                <a:spLocks noChangeArrowheads="1"/>
              </p:cNvSpPr>
              <p:nvPr/>
            </p:nvSpPr>
            <p:spPr bwMode="auto">
              <a:xfrm>
                <a:off x="6280150" y="2673350"/>
                <a:ext cx="44450" cy="22225"/>
              </a:xfrm>
              <a:custGeom>
                <a:avLst/>
                <a:gdLst>
                  <a:gd name="T0" fmla="*/ 31 w 125"/>
                  <a:gd name="T1" fmla="*/ 62 h 63"/>
                  <a:gd name="T2" fmla="*/ 31 w 125"/>
                  <a:gd name="T3" fmla="*/ 62 h 63"/>
                  <a:gd name="T4" fmla="*/ 31 w 125"/>
                  <a:gd name="T5" fmla="*/ 62 h 63"/>
                  <a:gd name="T6" fmla="*/ 31 w 125"/>
                  <a:gd name="T7" fmla="*/ 62 h 63"/>
                  <a:gd name="T8" fmla="*/ 62 w 125"/>
                  <a:gd name="T9" fmla="*/ 62 h 63"/>
                  <a:gd name="T10" fmla="*/ 62 w 125"/>
                  <a:gd name="T11" fmla="*/ 62 h 63"/>
                  <a:gd name="T12" fmla="*/ 62 w 125"/>
                  <a:gd name="T13" fmla="*/ 62 h 63"/>
                  <a:gd name="T14" fmla="*/ 124 w 125"/>
                  <a:gd name="T15" fmla="*/ 62 h 63"/>
                  <a:gd name="T16" fmla="*/ 124 w 125"/>
                  <a:gd name="T17" fmla="*/ 62 h 63"/>
                  <a:gd name="T18" fmla="*/ 124 w 125"/>
                  <a:gd name="T19" fmla="*/ 31 h 63"/>
                  <a:gd name="T20" fmla="*/ 124 w 125"/>
                  <a:gd name="T21" fmla="*/ 31 h 63"/>
                  <a:gd name="T22" fmla="*/ 124 w 125"/>
                  <a:gd name="T23" fmla="*/ 31 h 63"/>
                  <a:gd name="T24" fmla="*/ 124 w 125"/>
                  <a:gd name="T25" fmla="*/ 0 h 63"/>
                  <a:gd name="T26" fmla="*/ 124 w 125"/>
                  <a:gd name="T27" fmla="*/ 0 h 63"/>
                  <a:gd name="T28" fmla="*/ 124 w 125"/>
                  <a:gd name="T29" fmla="*/ 0 h 63"/>
                  <a:gd name="T30" fmla="*/ 62 w 125"/>
                  <a:gd name="T31" fmla="*/ 0 h 63"/>
                  <a:gd name="T32" fmla="*/ 62 w 125"/>
                  <a:gd name="T33" fmla="*/ 0 h 63"/>
                  <a:gd name="T34" fmla="*/ 62 w 125"/>
                  <a:gd name="T35" fmla="*/ 0 h 63"/>
                  <a:gd name="T36" fmla="*/ 62 w 125"/>
                  <a:gd name="T37" fmla="*/ 0 h 63"/>
                  <a:gd name="T38" fmla="*/ 31 w 125"/>
                  <a:gd name="T39" fmla="*/ 0 h 63"/>
                  <a:gd name="T40" fmla="*/ 0 w 125"/>
                  <a:gd name="T41" fmla="*/ 0 h 63"/>
                  <a:gd name="T42" fmla="*/ 0 w 125"/>
                  <a:gd name="T43" fmla="*/ 0 h 63"/>
                  <a:gd name="T44" fmla="*/ 31 w 125"/>
                  <a:gd name="T45" fmla="*/ 6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5" h="63">
                    <a:moveTo>
                      <a:pt x="31" y="62"/>
                    </a:moveTo>
                    <a:lnTo>
                      <a:pt x="31" y="62"/>
                    </a:lnTo>
                    <a:lnTo>
                      <a:pt x="31" y="62"/>
                    </a:lnTo>
                    <a:lnTo>
                      <a:pt x="31" y="62"/>
                    </a:lnTo>
                    <a:lnTo>
                      <a:pt x="62" y="62"/>
                    </a:lnTo>
                    <a:lnTo>
                      <a:pt x="62" y="62"/>
                    </a:lnTo>
                    <a:lnTo>
                      <a:pt x="62" y="62"/>
                    </a:lnTo>
                    <a:cubicBezTo>
                      <a:pt x="93" y="62"/>
                      <a:pt x="93" y="62"/>
                      <a:pt x="124" y="62"/>
                    </a:cubicBezTo>
                    <a:lnTo>
                      <a:pt x="124" y="62"/>
                    </a:lnTo>
                    <a:cubicBezTo>
                      <a:pt x="124" y="62"/>
                      <a:pt x="124" y="62"/>
                      <a:pt x="124" y="31"/>
                    </a:cubicBezTo>
                    <a:lnTo>
                      <a:pt x="124" y="31"/>
                    </a:lnTo>
                    <a:lnTo>
                      <a:pt x="124" y="31"/>
                    </a:lnTo>
                    <a:lnTo>
                      <a:pt x="124" y="0"/>
                    </a:lnTo>
                    <a:lnTo>
                      <a:pt x="124" y="0"/>
                    </a:lnTo>
                    <a:lnTo>
                      <a:pt x="124" y="0"/>
                    </a:lnTo>
                    <a:cubicBezTo>
                      <a:pt x="93" y="0"/>
                      <a:pt x="93" y="0"/>
                      <a:pt x="62" y="0"/>
                    </a:cubicBezTo>
                    <a:lnTo>
                      <a:pt x="62" y="0"/>
                    </a:lnTo>
                    <a:lnTo>
                      <a:pt x="62" y="0"/>
                    </a:lnTo>
                    <a:lnTo>
                      <a:pt x="62" y="0"/>
                    </a:lnTo>
                    <a:cubicBezTo>
                      <a:pt x="31" y="0"/>
                      <a:pt x="31" y="0"/>
                      <a:pt x="31" y="0"/>
                    </a:cubicBezTo>
                    <a:lnTo>
                      <a:pt x="0" y="0"/>
                    </a:lnTo>
                    <a:lnTo>
                      <a:pt x="0" y="0"/>
                    </a:lnTo>
                    <a:cubicBezTo>
                      <a:pt x="31" y="31"/>
                      <a:pt x="31" y="31"/>
                      <a:pt x="31"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74" name="Freeform 123">
                <a:extLst>
                  <a:ext uri="{FF2B5EF4-FFF2-40B4-BE49-F238E27FC236}">
                    <a16:creationId xmlns:a16="http://schemas.microsoft.com/office/drawing/2014/main" id="{3A0A7967-789B-E81D-59AF-C97D7B877C3C}"/>
                  </a:ext>
                </a:extLst>
              </p:cNvPr>
              <p:cNvSpPr>
                <a:spLocks noChangeArrowheads="1"/>
              </p:cNvSpPr>
              <p:nvPr/>
            </p:nvSpPr>
            <p:spPr bwMode="auto">
              <a:xfrm>
                <a:off x="6313488" y="2695575"/>
                <a:ext cx="146050" cy="146050"/>
              </a:xfrm>
              <a:custGeom>
                <a:avLst/>
                <a:gdLst>
                  <a:gd name="T0" fmla="*/ 31 w 404"/>
                  <a:gd name="T1" fmla="*/ 62 h 404"/>
                  <a:gd name="T2" fmla="*/ 0 w 404"/>
                  <a:gd name="T3" fmla="*/ 62 h 404"/>
                  <a:gd name="T4" fmla="*/ 0 w 404"/>
                  <a:gd name="T5" fmla="*/ 124 h 404"/>
                  <a:gd name="T6" fmla="*/ 31 w 404"/>
                  <a:gd name="T7" fmla="*/ 93 h 404"/>
                  <a:gd name="T8" fmla="*/ 62 w 404"/>
                  <a:gd name="T9" fmla="*/ 124 h 404"/>
                  <a:gd name="T10" fmla="*/ 62 w 404"/>
                  <a:gd name="T11" fmla="*/ 124 h 404"/>
                  <a:gd name="T12" fmla="*/ 93 w 404"/>
                  <a:gd name="T13" fmla="*/ 124 h 404"/>
                  <a:gd name="T14" fmla="*/ 124 w 404"/>
                  <a:gd name="T15" fmla="*/ 155 h 404"/>
                  <a:gd name="T16" fmla="*/ 155 w 404"/>
                  <a:gd name="T17" fmla="*/ 155 h 404"/>
                  <a:gd name="T18" fmla="*/ 186 w 404"/>
                  <a:gd name="T19" fmla="*/ 155 h 404"/>
                  <a:gd name="T20" fmla="*/ 248 w 404"/>
                  <a:gd name="T21" fmla="*/ 186 h 404"/>
                  <a:gd name="T22" fmla="*/ 279 w 404"/>
                  <a:gd name="T23" fmla="*/ 217 h 404"/>
                  <a:gd name="T24" fmla="*/ 279 w 404"/>
                  <a:gd name="T25" fmla="*/ 248 h 404"/>
                  <a:gd name="T26" fmla="*/ 310 w 404"/>
                  <a:gd name="T27" fmla="*/ 310 h 404"/>
                  <a:gd name="T28" fmla="*/ 310 w 404"/>
                  <a:gd name="T29" fmla="*/ 341 h 404"/>
                  <a:gd name="T30" fmla="*/ 279 w 404"/>
                  <a:gd name="T31" fmla="*/ 372 h 404"/>
                  <a:gd name="T32" fmla="*/ 279 w 404"/>
                  <a:gd name="T33" fmla="*/ 403 h 404"/>
                  <a:gd name="T34" fmla="*/ 310 w 404"/>
                  <a:gd name="T35" fmla="*/ 403 h 404"/>
                  <a:gd name="T36" fmla="*/ 310 w 404"/>
                  <a:gd name="T37" fmla="*/ 403 h 404"/>
                  <a:gd name="T38" fmla="*/ 341 w 404"/>
                  <a:gd name="T39" fmla="*/ 372 h 404"/>
                  <a:gd name="T40" fmla="*/ 403 w 404"/>
                  <a:gd name="T41" fmla="*/ 403 h 404"/>
                  <a:gd name="T42" fmla="*/ 403 w 404"/>
                  <a:gd name="T43" fmla="*/ 341 h 404"/>
                  <a:gd name="T44" fmla="*/ 403 w 404"/>
                  <a:gd name="T45" fmla="*/ 310 h 404"/>
                  <a:gd name="T46" fmla="*/ 403 w 404"/>
                  <a:gd name="T47" fmla="*/ 310 h 404"/>
                  <a:gd name="T48" fmla="*/ 403 w 404"/>
                  <a:gd name="T49" fmla="*/ 279 h 404"/>
                  <a:gd name="T50" fmla="*/ 403 w 404"/>
                  <a:gd name="T51" fmla="*/ 279 h 404"/>
                  <a:gd name="T52" fmla="*/ 372 w 404"/>
                  <a:gd name="T53" fmla="*/ 62 h 404"/>
                  <a:gd name="T54" fmla="*/ 372 w 404"/>
                  <a:gd name="T55" fmla="*/ 62 h 404"/>
                  <a:gd name="T56" fmla="*/ 341 w 404"/>
                  <a:gd name="T57" fmla="*/ 62 h 404"/>
                  <a:gd name="T58" fmla="*/ 310 w 404"/>
                  <a:gd name="T59" fmla="*/ 31 h 404"/>
                  <a:gd name="T60" fmla="*/ 248 w 404"/>
                  <a:gd name="T61" fmla="*/ 0 h 404"/>
                  <a:gd name="T62" fmla="*/ 217 w 404"/>
                  <a:gd name="T63" fmla="*/ 62 h 404"/>
                  <a:gd name="T64" fmla="*/ 186 w 404"/>
                  <a:gd name="T65" fmla="*/ 62 h 404"/>
                  <a:gd name="T66" fmla="*/ 186 w 404"/>
                  <a:gd name="T67" fmla="*/ 93 h 404"/>
                  <a:gd name="T68" fmla="*/ 93 w 404"/>
                  <a:gd name="T69" fmla="*/ 124 h 404"/>
                  <a:gd name="T70" fmla="*/ 62 w 404"/>
                  <a:gd name="T71" fmla="*/ 93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04" h="404">
                    <a:moveTo>
                      <a:pt x="31" y="62"/>
                    </a:moveTo>
                    <a:lnTo>
                      <a:pt x="31" y="62"/>
                    </a:lnTo>
                    <a:cubicBezTo>
                      <a:pt x="0" y="62"/>
                      <a:pt x="0" y="62"/>
                      <a:pt x="0" y="62"/>
                    </a:cubicBezTo>
                    <a:lnTo>
                      <a:pt x="0" y="62"/>
                    </a:lnTo>
                    <a:cubicBezTo>
                      <a:pt x="0" y="62"/>
                      <a:pt x="0" y="62"/>
                      <a:pt x="0" y="93"/>
                    </a:cubicBezTo>
                    <a:cubicBezTo>
                      <a:pt x="0" y="93"/>
                      <a:pt x="0" y="93"/>
                      <a:pt x="0" y="124"/>
                    </a:cubicBezTo>
                    <a:lnTo>
                      <a:pt x="0" y="124"/>
                    </a:lnTo>
                    <a:cubicBezTo>
                      <a:pt x="0" y="93"/>
                      <a:pt x="31" y="93"/>
                      <a:pt x="31" y="93"/>
                    </a:cubicBezTo>
                    <a:lnTo>
                      <a:pt x="31" y="93"/>
                    </a:lnTo>
                    <a:cubicBezTo>
                      <a:pt x="31" y="93"/>
                      <a:pt x="62" y="93"/>
                      <a:pt x="62" y="124"/>
                    </a:cubicBezTo>
                    <a:lnTo>
                      <a:pt x="62" y="124"/>
                    </a:lnTo>
                    <a:lnTo>
                      <a:pt x="62" y="124"/>
                    </a:lnTo>
                    <a:lnTo>
                      <a:pt x="62" y="124"/>
                    </a:lnTo>
                    <a:cubicBezTo>
                      <a:pt x="93" y="124"/>
                      <a:pt x="93" y="124"/>
                      <a:pt x="93" y="124"/>
                    </a:cubicBezTo>
                    <a:lnTo>
                      <a:pt x="124" y="124"/>
                    </a:lnTo>
                    <a:cubicBezTo>
                      <a:pt x="124" y="155"/>
                      <a:pt x="124" y="155"/>
                      <a:pt x="124" y="155"/>
                    </a:cubicBezTo>
                    <a:lnTo>
                      <a:pt x="124" y="155"/>
                    </a:lnTo>
                    <a:cubicBezTo>
                      <a:pt x="124" y="155"/>
                      <a:pt x="124" y="155"/>
                      <a:pt x="155" y="155"/>
                    </a:cubicBezTo>
                    <a:lnTo>
                      <a:pt x="186" y="155"/>
                    </a:lnTo>
                    <a:lnTo>
                      <a:pt x="186" y="155"/>
                    </a:lnTo>
                    <a:cubicBezTo>
                      <a:pt x="186" y="155"/>
                      <a:pt x="186" y="155"/>
                      <a:pt x="217" y="155"/>
                    </a:cubicBezTo>
                    <a:cubicBezTo>
                      <a:pt x="217" y="155"/>
                      <a:pt x="217" y="155"/>
                      <a:pt x="248" y="186"/>
                    </a:cubicBezTo>
                    <a:cubicBezTo>
                      <a:pt x="248" y="217"/>
                      <a:pt x="248" y="217"/>
                      <a:pt x="248" y="217"/>
                    </a:cubicBezTo>
                    <a:cubicBezTo>
                      <a:pt x="279" y="217"/>
                      <a:pt x="279" y="217"/>
                      <a:pt x="279" y="217"/>
                    </a:cubicBezTo>
                    <a:cubicBezTo>
                      <a:pt x="279" y="248"/>
                      <a:pt x="279" y="248"/>
                      <a:pt x="279" y="248"/>
                    </a:cubicBezTo>
                    <a:lnTo>
                      <a:pt x="279" y="248"/>
                    </a:lnTo>
                    <a:cubicBezTo>
                      <a:pt x="310" y="248"/>
                      <a:pt x="310" y="248"/>
                      <a:pt x="310" y="279"/>
                    </a:cubicBezTo>
                    <a:cubicBezTo>
                      <a:pt x="310" y="279"/>
                      <a:pt x="310" y="279"/>
                      <a:pt x="310" y="310"/>
                    </a:cubicBezTo>
                    <a:lnTo>
                      <a:pt x="310" y="310"/>
                    </a:lnTo>
                    <a:cubicBezTo>
                      <a:pt x="341" y="341"/>
                      <a:pt x="341" y="341"/>
                      <a:pt x="310" y="341"/>
                    </a:cubicBezTo>
                    <a:cubicBezTo>
                      <a:pt x="310" y="372"/>
                      <a:pt x="310" y="372"/>
                      <a:pt x="279" y="372"/>
                    </a:cubicBezTo>
                    <a:lnTo>
                      <a:pt x="279" y="372"/>
                    </a:lnTo>
                    <a:cubicBezTo>
                      <a:pt x="279" y="403"/>
                      <a:pt x="279" y="403"/>
                      <a:pt x="279" y="403"/>
                    </a:cubicBezTo>
                    <a:lnTo>
                      <a:pt x="279" y="403"/>
                    </a:lnTo>
                    <a:cubicBezTo>
                      <a:pt x="279" y="403"/>
                      <a:pt x="279" y="403"/>
                      <a:pt x="310" y="403"/>
                    </a:cubicBezTo>
                    <a:lnTo>
                      <a:pt x="310" y="403"/>
                    </a:lnTo>
                    <a:lnTo>
                      <a:pt x="310" y="403"/>
                    </a:lnTo>
                    <a:lnTo>
                      <a:pt x="310" y="403"/>
                    </a:lnTo>
                    <a:cubicBezTo>
                      <a:pt x="310" y="372"/>
                      <a:pt x="310" y="372"/>
                      <a:pt x="341" y="372"/>
                    </a:cubicBezTo>
                    <a:lnTo>
                      <a:pt x="341" y="372"/>
                    </a:lnTo>
                    <a:lnTo>
                      <a:pt x="372" y="372"/>
                    </a:lnTo>
                    <a:cubicBezTo>
                      <a:pt x="372" y="372"/>
                      <a:pt x="403" y="372"/>
                      <a:pt x="403" y="403"/>
                    </a:cubicBezTo>
                    <a:lnTo>
                      <a:pt x="403" y="403"/>
                    </a:lnTo>
                    <a:cubicBezTo>
                      <a:pt x="403" y="341"/>
                      <a:pt x="403" y="341"/>
                      <a:pt x="403" y="341"/>
                    </a:cubicBezTo>
                    <a:lnTo>
                      <a:pt x="403" y="341"/>
                    </a:lnTo>
                    <a:cubicBezTo>
                      <a:pt x="403" y="341"/>
                      <a:pt x="403" y="341"/>
                      <a:pt x="403" y="310"/>
                    </a:cubicBezTo>
                    <a:lnTo>
                      <a:pt x="403" y="310"/>
                    </a:lnTo>
                    <a:lnTo>
                      <a:pt x="403" y="310"/>
                    </a:lnTo>
                    <a:lnTo>
                      <a:pt x="403" y="279"/>
                    </a:lnTo>
                    <a:lnTo>
                      <a:pt x="403" y="279"/>
                    </a:lnTo>
                    <a:lnTo>
                      <a:pt x="403" y="279"/>
                    </a:lnTo>
                    <a:lnTo>
                      <a:pt x="403" y="279"/>
                    </a:lnTo>
                    <a:cubicBezTo>
                      <a:pt x="403" y="62"/>
                      <a:pt x="403" y="62"/>
                      <a:pt x="403" y="62"/>
                    </a:cubicBezTo>
                    <a:cubicBezTo>
                      <a:pt x="403" y="62"/>
                      <a:pt x="403" y="62"/>
                      <a:pt x="372" y="62"/>
                    </a:cubicBezTo>
                    <a:lnTo>
                      <a:pt x="372" y="62"/>
                    </a:lnTo>
                    <a:lnTo>
                      <a:pt x="372" y="62"/>
                    </a:lnTo>
                    <a:cubicBezTo>
                      <a:pt x="341" y="62"/>
                      <a:pt x="341" y="62"/>
                      <a:pt x="341" y="62"/>
                    </a:cubicBezTo>
                    <a:lnTo>
                      <a:pt x="341" y="62"/>
                    </a:lnTo>
                    <a:cubicBezTo>
                      <a:pt x="310" y="62"/>
                      <a:pt x="310" y="31"/>
                      <a:pt x="310" y="31"/>
                    </a:cubicBezTo>
                    <a:lnTo>
                      <a:pt x="310" y="31"/>
                    </a:lnTo>
                    <a:cubicBezTo>
                      <a:pt x="279" y="0"/>
                      <a:pt x="279" y="0"/>
                      <a:pt x="279" y="0"/>
                    </a:cubicBezTo>
                    <a:lnTo>
                      <a:pt x="248" y="0"/>
                    </a:lnTo>
                    <a:lnTo>
                      <a:pt x="248" y="0"/>
                    </a:lnTo>
                    <a:cubicBezTo>
                      <a:pt x="248" y="31"/>
                      <a:pt x="217" y="62"/>
                      <a:pt x="217" y="62"/>
                    </a:cubicBezTo>
                    <a:lnTo>
                      <a:pt x="186" y="62"/>
                    </a:lnTo>
                    <a:lnTo>
                      <a:pt x="186" y="62"/>
                    </a:lnTo>
                    <a:lnTo>
                      <a:pt x="186" y="62"/>
                    </a:lnTo>
                    <a:cubicBezTo>
                      <a:pt x="186" y="62"/>
                      <a:pt x="186" y="62"/>
                      <a:pt x="186" y="93"/>
                    </a:cubicBezTo>
                    <a:cubicBezTo>
                      <a:pt x="155" y="93"/>
                      <a:pt x="124" y="124"/>
                      <a:pt x="124" y="124"/>
                    </a:cubicBezTo>
                    <a:lnTo>
                      <a:pt x="93" y="124"/>
                    </a:lnTo>
                    <a:lnTo>
                      <a:pt x="62" y="93"/>
                    </a:lnTo>
                    <a:lnTo>
                      <a:pt x="62" y="93"/>
                    </a:lnTo>
                    <a:lnTo>
                      <a:pt x="31" y="6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75" name="Freeform 124">
                <a:extLst>
                  <a:ext uri="{FF2B5EF4-FFF2-40B4-BE49-F238E27FC236}">
                    <a16:creationId xmlns:a16="http://schemas.microsoft.com/office/drawing/2014/main" id="{7E459EE6-022F-304B-D05B-53188EDF0E05}"/>
                  </a:ext>
                </a:extLst>
              </p:cNvPr>
              <p:cNvSpPr>
                <a:spLocks noChangeArrowheads="1"/>
              </p:cNvSpPr>
              <p:nvPr/>
            </p:nvSpPr>
            <p:spPr bwMode="auto">
              <a:xfrm>
                <a:off x="5610225" y="2192338"/>
                <a:ext cx="146050" cy="168275"/>
              </a:xfrm>
              <a:custGeom>
                <a:avLst/>
                <a:gdLst>
                  <a:gd name="T0" fmla="*/ 310 w 405"/>
                  <a:gd name="T1" fmla="*/ 309 h 466"/>
                  <a:gd name="T2" fmla="*/ 341 w 405"/>
                  <a:gd name="T3" fmla="*/ 341 h 466"/>
                  <a:gd name="T4" fmla="*/ 404 w 405"/>
                  <a:gd name="T5" fmla="*/ 341 h 466"/>
                  <a:gd name="T6" fmla="*/ 404 w 405"/>
                  <a:gd name="T7" fmla="*/ 309 h 466"/>
                  <a:gd name="T8" fmla="*/ 404 w 405"/>
                  <a:gd name="T9" fmla="*/ 279 h 466"/>
                  <a:gd name="T10" fmla="*/ 404 w 405"/>
                  <a:gd name="T11" fmla="*/ 248 h 466"/>
                  <a:gd name="T12" fmla="*/ 372 w 405"/>
                  <a:gd name="T13" fmla="*/ 218 h 466"/>
                  <a:gd name="T14" fmla="*/ 372 w 405"/>
                  <a:gd name="T15" fmla="*/ 186 h 466"/>
                  <a:gd name="T16" fmla="*/ 341 w 405"/>
                  <a:gd name="T17" fmla="*/ 155 h 466"/>
                  <a:gd name="T18" fmla="*/ 310 w 405"/>
                  <a:gd name="T19" fmla="*/ 124 h 466"/>
                  <a:gd name="T20" fmla="*/ 310 w 405"/>
                  <a:gd name="T21" fmla="*/ 124 h 466"/>
                  <a:gd name="T22" fmla="*/ 280 w 405"/>
                  <a:gd name="T23" fmla="*/ 155 h 466"/>
                  <a:gd name="T24" fmla="*/ 280 w 405"/>
                  <a:gd name="T25" fmla="*/ 155 h 466"/>
                  <a:gd name="T26" fmla="*/ 248 w 405"/>
                  <a:gd name="T27" fmla="*/ 124 h 466"/>
                  <a:gd name="T28" fmla="*/ 217 w 405"/>
                  <a:gd name="T29" fmla="*/ 155 h 466"/>
                  <a:gd name="T30" fmla="*/ 186 w 405"/>
                  <a:gd name="T31" fmla="*/ 186 h 466"/>
                  <a:gd name="T32" fmla="*/ 186 w 405"/>
                  <a:gd name="T33" fmla="*/ 186 h 466"/>
                  <a:gd name="T34" fmla="*/ 156 w 405"/>
                  <a:gd name="T35" fmla="*/ 155 h 466"/>
                  <a:gd name="T36" fmla="*/ 156 w 405"/>
                  <a:gd name="T37" fmla="*/ 94 h 466"/>
                  <a:gd name="T38" fmla="*/ 156 w 405"/>
                  <a:gd name="T39" fmla="*/ 94 h 466"/>
                  <a:gd name="T40" fmla="*/ 156 w 405"/>
                  <a:gd name="T41" fmla="*/ 62 h 466"/>
                  <a:gd name="T42" fmla="*/ 156 w 405"/>
                  <a:gd name="T43" fmla="*/ 62 h 466"/>
                  <a:gd name="T44" fmla="*/ 156 w 405"/>
                  <a:gd name="T45" fmla="*/ 31 h 466"/>
                  <a:gd name="T46" fmla="*/ 124 w 405"/>
                  <a:gd name="T47" fmla="*/ 0 h 466"/>
                  <a:gd name="T48" fmla="*/ 124 w 405"/>
                  <a:gd name="T49" fmla="*/ 0 h 466"/>
                  <a:gd name="T50" fmla="*/ 124 w 405"/>
                  <a:gd name="T51" fmla="*/ 0 h 466"/>
                  <a:gd name="T52" fmla="*/ 93 w 405"/>
                  <a:gd name="T53" fmla="*/ 0 h 466"/>
                  <a:gd name="T54" fmla="*/ 31 w 405"/>
                  <a:gd name="T55" fmla="*/ 31 h 466"/>
                  <a:gd name="T56" fmla="*/ 31 w 405"/>
                  <a:gd name="T57" fmla="*/ 31 h 466"/>
                  <a:gd name="T58" fmla="*/ 31 w 405"/>
                  <a:gd name="T59" fmla="*/ 31 h 466"/>
                  <a:gd name="T60" fmla="*/ 31 w 405"/>
                  <a:gd name="T61" fmla="*/ 62 h 466"/>
                  <a:gd name="T62" fmla="*/ 0 w 405"/>
                  <a:gd name="T63" fmla="*/ 124 h 466"/>
                  <a:gd name="T64" fmla="*/ 31 w 405"/>
                  <a:gd name="T65" fmla="*/ 124 h 466"/>
                  <a:gd name="T66" fmla="*/ 31 w 405"/>
                  <a:gd name="T67" fmla="*/ 155 h 466"/>
                  <a:gd name="T68" fmla="*/ 63 w 405"/>
                  <a:gd name="T69" fmla="*/ 186 h 466"/>
                  <a:gd name="T70" fmla="*/ 93 w 405"/>
                  <a:gd name="T71" fmla="*/ 248 h 466"/>
                  <a:gd name="T72" fmla="*/ 63 w 405"/>
                  <a:gd name="T73" fmla="*/ 248 h 466"/>
                  <a:gd name="T74" fmla="*/ 63 w 405"/>
                  <a:gd name="T75" fmla="*/ 309 h 466"/>
                  <a:gd name="T76" fmla="*/ 63 w 405"/>
                  <a:gd name="T77" fmla="*/ 341 h 466"/>
                  <a:gd name="T78" fmla="*/ 93 w 405"/>
                  <a:gd name="T79" fmla="*/ 433 h 466"/>
                  <a:gd name="T80" fmla="*/ 93 w 405"/>
                  <a:gd name="T81" fmla="*/ 433 h 466"/>
                  <a:gd name="T82" fmla="*/ 124 w 405"/>
                  <a:gd name="T83" fmla="*/ 465 h 466"/>
                  <a:gd name="T84" fmla="*/ 93 w 405"/>
                  <a:gd name="T85" fmla="*/ 433 h 466"/>
                  <a:gd name="T86" fmla="*/ 186 w 405"/>
                  <a:gd name="T87" fmla="*/ 402 h 466"/>
                  <a:gd name="T88" fmla="*/ 186 w 405"/>
                  <a:gd name="T89" fmla="*/ 433 h 466"/>
                  <a:gd name="T90" fmla="*/ 248 w 405"/>
                  <a:gd name="T91" fmla="*/ 433 h 466"/>
                  <a:gd name="T92" fmla="*/ 248 w 405"/>
                  <a:gd name="T93" fmla="*/ 402 h 466"/>
                  <a:gd name="T94" fmla="*/ 310 w 405"/>
                  <a:gd name="T95" fmla="*/ 309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05" h="466">
                    <a:moveTo>
                      <a:pt x="310" y="309"/>
                    </a:moveTo>
                    <a:lnTo>
                      <a:pt x="310" y="309"/>
                    </a:lnTo>
                    <a:lnTo>
                      <a:pt x="341" y="309"/>
                    </a:lnTo>
                    <a:cubicBezTo>
                      <a:pt x="341" y="341"/>
                      <a:pt x="341" y="341"/>
                      <a:pt x="341" y="341"/>
                    </a:cubicBezTo>
                    <a:cubicBezTo>
                      <a:pt x="372" y="309"/>
                      <a:pt x="372" y="309"/>
                      <a:pt x="372" y="309"/>
                    </a:cubicBezTo>
                    <a:cubicBezTo>
                      <a:pt x="372" y="309"/>
                      <a:pt x="404" y="309"/>
                      <a:pt x="404" y="341"/>
                    </a:cubicBezTo>
                    <a:cubicBezTo>
                      <a:pt x="404" y="309"/>
                      <a:pt x="404" y="309"/>
                      <a:pt x="404" y="309"/>
                    </a:cubicBezTo>
                    <a:lnTo>
                      <a:pt x="404" y="309"/>
                    </a:lnTo>
                    <a:lnTo>
                      <a:pt x="404" y="279"/>
                    </a:lnTo>
                    <a:lnTo>
                      <a:pt x="404" y="279"/>
                    </a:lnTo>
                    <a:cubicBezTo>
                      <a:pt x="404" y="279"/>
                      <a:pt x="404" y="279"/>
                      <a:pt x="404" y="248"/>
                    </a:cubicBezTo>
                    <a:lnTo>
                      <a:pt x="404" y="248"/>
                    </a:lnTo>
                    <a:lnTo>
                      <a:pt x="404" y="248"/>
                    </a:lnTo>
                    <a:cubicBezTo>
                      <a:pt x="372" y="248"/>
                      <a:pt x="372" y="218"/>
                      <a:pt x="372" y="218"/>
                    </a:cubicBezTo>
                    <a:lnTo>
                      <a:pt x="372" y="186"/>
                    </a:lnTo>
                    <a:lnTo>
                      <a:pt x="372" y="186"/>
                    </a:lnTo>
                    <a:lnTo>
                      <a:pt x="372" y="155"/>
                    </a:lnTo>
                    <a:lnTo>
                      <a:pt x="341" y="155"/>
                    </a:lnTo>
                    <a:lnTo>
                      <a:pt x="341" y="124"/>
                    </a:lnTo>
                    <a:cubicBezTo>
                      <a:pt x="341" y="124"/>
                      <a:pt x="341" y="124"/>
                      <a:pt x="310" y="124"/>
                    </a:cubicBezTo>
                    <a:lnTo>
                      <a:pt x="310" y="124"/>
                    </a:lnTo>
                    <a:lnTo>
                      <a:pt x="310" y="124"/>
                    </a:lnTo>
                    <a:lnTo>
                      <a:pt x="310" y="124"/>
                    </a:lnTo>
                    <a:lnTo>
                      <a:pt x="280" y="155"/>
                    </a:lnTo>
                    <a:lnTo>
                      <a:pt x="280" y="155"/>
                    </a:lnTo>
                    <a:lnTo>
                      <a:pt x="280" y="155"/>
                    </a:lnTo>
                    <a:lnTo>
                      <a:pt x="280" y="155"/>
                    </a:lnTo>
                    <a:cubicBezTo>
                      <a:pt x="248" y="155"/>
                      <a:pt x="248" y="155"/>
                      <a:pt x="248" y="124"/>
                    </a:cubicBezTo>
                    <a:cubicBezTo>
                      <a:pt x="248" y="124"/>
                      <a:pt x="248" y="124"/>
                      <a:pt x="217" y="124"/>
                    </a:cubicBezTo>
                    <a:lnTo>
                      <a:pt x="217" y="155"/>
                    </a:lnTo>
                    <a:lnTo>
                      <a:pt x="217" y="155"/>
                    </a:lnTo>
                    <a:cubicBezTo>
                      <a:pt x="217" y="155"/>
                      <a:pt x="217" y="186"/>
                      <a:pt x="186" y="186"/>
                    </a:cubicBezTo>
                    <a:lnTo>
                      <a:pt x="186" y="186"/>
                    </a:lnTo>
                    <a:lnTo>
                      <a:pt x="186" y="186"/>
                    </a:lnTo>
                    <a:lnTo>
                      <a:pt x="186" y="186"/>
                    </a:lnTo>
                    <a:cubicBezTo>
                      <a:pt x="156" y="186"/>
                      <a:pt x="156" y="155"/>
                      <a:pt x="156" y="155"/>
                    </a:cubicBezTo>
                    <a:cubicBezTo>
                      <a:pt x="156" y="124"/>
                      <a:pt x="156" y="124"/>
                      <a:pt x="156" y="124"/>
                    </a:cubicBezTo>
                    <a:cubicBezTo>
                      <a:pt x="156" y="124"/>
                      <a:pt x="156" y="124"/>
                      <a:pt x="156" y="94"/>
                    </a:cubicBezTo>
                    <a:lnTo>
                      <a:pt x="156" y="94"/>
                    </a:lnTo>
                    <a:lnTo>
                      <a:pt x="156" y="94"/>
                    </a:lnTo>
                    <a:cubicBezTo>
                      <a:pt x="156" y="94"/>
                      <a:pt x="156" y="94"/>
                      <a:pt x="156" y="62"/>
                    </a:cubicBezTo>
                    <a:lnTo>
                      <a:pt x="156" y="62"/>
                    </a:lnTo>
                    <a:lnTo>
                      <a:pt x="156" y="62"/>
                    </a:lnTo>
                    <a:lnTo>
                      <a:pt x="156" y="62"/>
                    </a:lnTo>
                    <a:lnTo>
                      <a:pt x="156" y="62"/>
                    </a:lnTo>
                    <a:cubicBezTo>
                      <a:pt x="156" y="62"/>
                      <a:pt x="156" y="62"/>
                      <a:pt x="156" y="31"/>
                    </a:cubicBezTo>
                    <a:cubicBezTo>
                      <a:pt x="124" y="31"/>
                      <a:pt x="124" y="31"/>
                      <a:pt x="124" y="31"/>
                    </a:cubicBezTo>
                    <a:cubicBezTo>
                      <a:pt x="124" y="0"/>
                      <a:pt x="124" y="0"/>
                      <a:pt x="124" y="0"/>
                    </a:cubicBezTo>
                    <a:lnTo>
                      <a:pt x="124" y="0"/>
                    </a:lnTo>
                    <a:lnTo>
                      <a:pt x="124" y="0"/>
                    </a:lnTo>
                    <a:lnTo>
                      <a:pt x="124" y="0"/>
                    </a:lnTo>
                    <a:lnTo>
                      <a:pt x="124" y="0"/>
                    </a:lnTo>
                    <a:cubicBezTo>
                      <a:pt x="93" y="0"/>
                      <a:pt x="93" y="0"/>
                      <a:pt x="93" y="0"/>
                    </a:cubicBezTo>
                    <a:lnTo>
                      <a:pt x="93" y="0"/>
                    </a:lnTo>
                    <a:cubicBezTo>
                      <a:pt x="93" y="31"/>
                      <a:pt x="63" y="31"/>
                      <a:pt x="63" y="31"/>
                    </a:cubicBezTo>
                    <a:cubicBezTo>
                      <a:pt x="63" y="31"/>
                      <a:pt x="63" y="31"/>
                      <a:pt x="31" y="31"/>
                    </a:cubicBezTo>
                    <a:lnTo>
                      <a:pt x="31" y="31"/>
                    </a:lnTo>
                    <a:lnTo>
                      <a:pt x="31" y="31"/>
                    </a:lnTo>
                    <a:lnTo>
                      <a:pt x="31" y="31"/>
                    </a:lnTo>
                    <a:lnTo>
                      <a:pt x="31" y="31"/>
                    </a:lnTo>
                    <a:cubicBezTo>
                      <a:pt x="31" y="62"/>
                      <a:pt x="31" y="62"/>
                      <a:pt x="31" y="62"/>
                    </a:cubicBezTo>
                    <a:lnTo>
                      <a:pt x="31" y="62"/>
                    </a:lnTo>
                    <a:cubicBezTo>
                      <a:pt x="31" y="94"/>
                      <a:pt x="31" y="94"/>
                      <a:pt x="0" y="94"/>
                    </a:cubicBezTo>
                    <a:cubicBezTo>
                      <a:pt x="0" y="94"/>
                      <a:pt x="0" y="94"/>
                      <a:pt x="0" y="124"/>
                    </a:cubicBezTo>
                    <a:lnTo>
                      <a:pt x="0" y="124"/>
                    </a:lnTo>
                    <a:cubicBezTo>
                      <a:pt x="31" y="124"/>
                      <a:pt x="31" y="124"/>
                      <a:pt x="31" y="124"/>
                    </a:cubicBezTo>
                    <a:lnTo>
                      <a:pt x="31" y="124"/>
                    </a:lnTo>
                    <a:cubicBezTo>
                      <a:pt x="31" y="124"/>
                      <a:pt x="31" y="124"/>
                      <a:pt x="31" y="155"/>
                    </a:cubicBezTo>
                    <a:cubicBezTo>
                      <a:pt x="63" y="155"/>
                      <a:pt x="63" y="186"/>
                      <a:pt x="63" y="186"/>
                    </a:cubicBezTo>
                    <a:lnTo>
                      <a:pt x="63" y="186"/>
                    </a:lnTo>
                    <a:lnTo>
                      <a:pt x="63" y="218"/>
                    </a:lnTo>
                    <a:cubicBezTo>
                      <a:pt x="63" y="218"/>
                      <a:pt x="93" y="218"/>
                      <a:pt x="93" y="248"/>
                    </a:cubicBezTo>
                    <a:lnTo>
                      <a:pt x="93" y="248"/>
                    </a:lnTo>
                    <a:cubicBezTo>
                      <a:pt x="93" y="248"/>
                      <a:pt x="93" y="248"/>
                      <a:pt x="63" y="248"/>
                    </a:cubicBezTo>
                    <a:cubicBezTo>
                      <a:pt x="63" y="279"/>
                      <a:pt x="63" y="279"/>
                      <a:pt x="63" y="279"/>
                    </a:cubicBezTo>
                    <a:lnTo>
                      <a:pt x="63" y="309"/>
                    </a:lnTo>
                    <a:lnTo>
                      <a:pt x="63" y="341"/>
                    </a:lnTo>
                    <a:lnTo>
                      <a:pt x="63" y="341"/>
                    </a:lnTo>
                    <a:cubicBezTo>
                      <a:pt x="93" y="341"/>
                      <a:pt x="93" y="402"/>
                      <a:pt x="93" y="433"/>
                    </a:cubicBezTo>
                    <a:lnTo>
                      <a:pt x="93" y="433"/>
                    </a:lnTo>
                    <a:lnTo>
                      <a:pt x="93" y="433"/>
                    </a:lnTo>
                    <a:lnTo>
                      <a:pt x="93" y="433"/>
                    </a:lnTo>
                    <a:cubicBezTo>
                      <a:pt x="93" y="465"/>
                      <a:pt x="93" y="465"/>
                      <a:pt x="93" y="465"/>
                    </a:cubicBezTo>
                    <a:cubicBezTo>
                      <a:pt x="93" y="465"/>
                      <a:pt x="93" y="465"/>
                      <a:pt x="124" y="465"/>
                    </a:cubicBezTo>
                    <a:cubicBezTo>
                      <a:pt x="124" y="465"/>
                      <a:pt x="93" y="465"/>
                      <a:pt x="93" y="433"/>
                    </a:cubicBezTo>
                    <a:lnTo>
                      <a:pt x="93" y="433"/>
                    </a:lnTo>
                    <a:cubicBezTo>
                      <a:pt x="93" y="433"/>
                      <a:pt x="124" y="371"/>
                      <a:pt x="156" y="371"/>
                    </a:cubicBezTo>
                    <a:cubicBezTo>
                      <a:pt x="156" y="371"/>
                      <a:pt x="186" y="371"/>
                      <a:pt x="186" y="402"/>
                    </a:cubicBezTo>
                    <a:lnTo>
                      <a:pt x="186" y="402"/>
                    </a:lnTo>
                    <a:cubicBezTo>
                      <a:pt x="217" y="402"/>
                      <a:pt x="186" y="433"/>
                      <a:pt x="186" y="433"/>
                    </a:cubicBezTo>
                    <a:cubicBezTo>
                      <a:pt x="217" y="433"/>
                      <a:pt x="217" y="433"/>
                      <a:pt x="217" y="433"/>
                    </a:cubicBezTo>
                    <a:cubicBezTo>
                      <a:pt x="217" y="433"/>
                      <a:pt x="217" y="433"/>
                      <a:pt x="248" y="433"/>
                    </a:cubicBezTo>
                    <a:cubicBezTo>
                      <a:pt x="248" y="433"/>
                      <a:pt x="248" y="433"/>
                      <a:pt x="248" y="402"/>
                    </a:cubicBezTo>
                    <a:lnTo>
                      <a:pt x="248" y="402"/>
                    </a:lnTo>
                    <a:cubicBezTo>
                      <a:pt x="248" y="371"/>
                      <a:pt x="248" y="371"/>
                      <a:pt x="280" y="341"/>
                    </a:cubicBezTo>
                    <a:lnTo>
                      <a:pt x="310" y="309"/>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76" name="Freeform 125">
                <a:extLst>
                  <a:ext uri="{FF2B5EF4-FFF2-40B4-BE49-F238E27FC236}">
                    <a16:creationId xmlns:a16="http://schemas.microsoft.com/office/drawing/2014/main" id="{25896D15-533A-52A2-5514-CB5EDFFB456E}"/>
                  </a:ext>
                </a:extLst>
              </p:cNvPr>
              <p:cNvSpPr>
                <a:spLocks noChangeArrowheads="1"/>
              </p:cNvSpPr>
              <p:nvPr/>
            </p:nvSpPr>
            <p:spPr bwMode="auto">
              <a:xfrm>
                <a:off x="5665788" y="2527300"/>
                <a:ext cx="55562" cy="77788"/>
              </a:xfrm>
              <a:custGeom>
                <a:avLst/>
                <a:gdLst>
                  <a:gd name="T0" fmla="*/ 61 w 155"/>
                  <a:gd name="T1" fmla="*/ 0 h 218"/>
                  <a:gd name="T2" fmla="*/ 61 w 155"/>
                  <a:gd name="T3" fmla="*/ 0 h 218"/>
                  <a:gd name="T4" fmla="*/ 61 w 155"/>
                  <a:gd name="T5" fmla="*/ 0 h 218"/>
                  <a:gd name="T6" fmla="*/ 61 w 155"/>
                  <a:gd name="T7" fmla="*/ 0 h 218"/>
                  <a:gd name="T8" fmla="*/ 61 w 155"/>
                  <a:gd name="T9" fmla="*/ 0 h 218"/>
                  <a:gd name="T10" fmla="*/ 61 w 155"/>
                  <a:gd name="T11" fmla="*/ 0 h 218"/>
                  <a:gd name="T12" fmla="*/ 30 w 155"/>
                  <a:gd name="T13" fmla="*/ 31 h 218"/>
                  <a:gd name="T14" fmla="*/ 30 w 155"/>
                  <a:gd name="T15" fmla="*/ 31 h 218"/>
                  <a:gd name="T16" fmla="*/ 30 w 155"/>
                  <a:gd name="T17" fmla="*/ 31 h 218"/>
                  <a:gd name="T18" fmla="*/ 0 w 155"/>
                  <a:gd name="T19" fmla="*/ 0 h 218"/>
                  <a:gd name="T20" fmla="*/ 30 w 155"/>
                  <a:gd name="T21" fmla="*/ 62 h 218"/>
                  <a:gd name="T22" fmla="*/ 30 w 155"/>
                  <a:gd name="T23" fmla="*/ 62 h 218"/>
                  <a:gd name="T24" fmla="*/ 30 w 155"/>
                  <a:gd name="T25" fmla="*/ 62 h 218"/>
                  <a:gd name="T26" fmla="*/ 61 w 155"/>
                  <a:gd name="T27" fmla="*/ 93 h 218"/>
                  <a:gd name="T28" fmla="*/ 61 w 155"/>
                  <a:gd name="T29" fmla="*/ 155 h 218"/>
                  <a:gd name="T30" fmla="*/ 61 w 155"/>
                  <a:gd name="T31" fmla="*/ 155 h 218"/>
                  <a:gd name="T32" fmla="*/ 92 w 155"/>
                  <a:gd name="T33" fmla="*/ 155 h 218"/>
                  <a:gd name="T34" fmla="*/ 92 w 155"/>
                  <a:gd name="T35" fmla="*/ 186 h 218"/>
                  <a:gd name="T36" fmla="*/ 124 w 155"/>
                  <a:gd name="T37" fmla="*/ 217 h 218"/>
                  <a:gd name="T38" fmla="*/ 154 w 155"/>
                  <a:gd name="T39" fmla="*/ 217 h 218"/>
                  <a:gd name="T40" fmla="*/ 154 w 155"/>
                  <a:gd name="T41" fmla="*/ 217 h 218"/>
                  <a:gd name="T42" fmla="*/ 154 w 155"/>
                  <a:gd name="T43" fmla="*/ 186 h 218"/>
                  <a:gd name="T44" fmla="*/ 154 w 155"/>
                  <a:gd name="T45" fmla="*/ 186 h 218"/>
                  <a:gd name="T46" fmla="*/ 124 w 155"/>
                  <a:gd name="T47" fmla="*/ 155 h 218"/>
                  <a:gd name="T48" fmla="*/ 124 w 155"/>
                  <a:gd name="T49" fmla="*/ 93 h 218"/>
                  <a:gd name="T50" fmla="*/ 124 w 155"/>
                  <a:gd name="T51" fmla="*/ 31 h 218"/>
                  <a:gd name="T52" fmla="*/ 92 w 155"/>
                  <a:gd name="T53" fmla="*/ 0 h 218"/>
                  <a:gd name="T54" fmla="*/ 92 w 155"/>
                  <a:gd name="T55" fmla="*/ 0 h 218"/>
                  <a:gd name="T56" fmla="*/ 61 w 155"/>
                  <a:gd name="T57" fmla="*/ 0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5" h="218">
                    <a:moveTo>
                      <a:pt x="61" y="0"/>
                    </a:moveTo>
                    <a:lnTo>
                      <a:pt x="61" y="0"/>
                    </a:lnTo>
                    <a:lnTo>
                      <a:pt x="61" y="0"/>
                    </a:lnTo>
                    <a:lnTo>
                      <a:pt x="61" y="0"/>
                    </a:lnTo>
                    <a:lnTo>
                      <a:pt x="61" y="0"/>
                    </a:lnTo>
                    <a:lnTo>
                      <a:pt x="61" y="0"/>
                    </a:lnTo>
                    <a:cubicBezTo>
                      <a:pt x="61" y="31"/>
                      <a:pt x="30" y="31"/>
                      <a:pt x="30" y="31"/>
                    </a:cubicBezTo>
                    <a:lnTo>
                      <a:pt x="30" y="31"/>
                    </a:lnTo>
                    <a:lnTo>
                      <a:pt x="30" y="31"/>
                    </a:lnTo>
                    <a:cubicBezTo>
                      <a:pt x="30" y="31"/>
                      <a:pt x="30" y="31"/>
                      <a:pt x="0" y="0"/>
                    </a:cubicBezTo>
                    <a:cubicBezTo>
                      <a:pt x="30" y="31"/>
                      <a:pt x="30" y="31"/>
                      <a:pt x="30" y="62"/>
                    </a:cubicBezTo>
                    <a:lnTo>
                      <a:pt x="30" y="62"/>
                    </a:lnTo>
                    <a:lnTo>
                      <a:pt x="30" y="62"/>
                    </a:lnTo>
                    <a:cubicBezTo>
                      <a:pt x="30" y="62"/>
                      <a:pt x="30" y="93"/>
                      <a:pt x="61" y="93"/>
                    </a:cubicBezTo>
                    <a:cubicBezTo>
                      <a:pt x="61" y="93"/>
                      <a:pt x="61" y="124"/>
                      <a:pt x="61" y="155"/>
                    </a:cubicBezTo>
                    <a:lnTo>
                      <a:pt x="61" y="155"/>
                    </a:lnTo>
                    <a:cubicBezTo>
                      <a:pt x="61" y="155"/>
                      <a:pt x="61" y="155"/>
                      <a:pt x="92" y="155"/>
                    </a:cubicBezTo>
                    <a:cubicBezTo>
                      <a:pt x="92" y="186"/>
                      <a:pt x="92" y="186"/>
                      <a:pt x="92" y="186"/>
                    </a:cubicBezTo>
                    <a:cubicBezTo>
                      <a:pt x="124" y="186"/>
                      <a:pt x="124" y="186"/>
                      <a:pt x="124" y="217"/>
                    </a:cubicBezTo>
                    <a:cubicBezTo>
                      <a:pt x="154" y="217"/>
                      <a:pt x="154" y="217"/>
                      <a:pt x="154" y="217"/>
                    </a:cubicBezTo>
                    <a:lnTo>
                      <a:pt x="154" y="217"/>
                    </a:lnTo>
                    <a:cubicBezTo>
                      <a:pt x="154" y="186"/>
                      <a:pt x="154" y="186"/>
                      <a:pt x="154" y="186"/>
                    </a:cubicBezTo>
                    <a:lnTo>
                      <a:pt x="154" y="186"/>
                    </a:lnTo>
                    <a:cubicBezTo>
                      <a:pt x="154" y="186"/>
                      <a:pt x="154" y="186"/>
                      <a:pt x="124" y="155"/>
                    </a:cubicBezTo>
                    <a:cubicBezTo>
                      <a:pt x="124" y="155"/>
                      <a:pt x="124" y="124"/>
                      <a:pt x="124" y="93"/>
                    </a:cubicBezTo>
                    <a:cubicBezTo>
                      <a:pt x="124" y="62"/>
                      <a:pt x="124" y="62"/>
                      <a:pt x="124" y="31"/>
                    </a:cubicBezTo>
                    <a:cubicBezTo>
                      <a:pt x="124" y="31"/>
                      <a:pt x="124" y="0"/>
                      <a:pt x="92" y="0"/>
                    </a:cubicBezTo>
                    <a:lnTo>
                      <a:pt x="92" y="0"/>
                    </a:lnTo>
                    <a:cubicBezTo>
                      <a:pt x="92" y="0"/>
                      <a:pt x="92" y="0"/>
                      <a:pt x="6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77" name="Freeform 126">
                <a:extLst>
                  <a:ext uri="{FF2B5EF4-FFF2-40B4-BE49-F238E27FC236}">
                    <a16:creationId xmlns:a16="http://schemas.microsoft.com/office/drawing/2014/main" id="{5661CD90-3E82-09F7-BFD3-67E2E93E2E32}"/>
                  </a:ext>
                </a:extLst>
              </p:cNvPr>
              <p:cNvSpPr>
                <a:spLocks noChangeArrowheads="1"/>
              </p:cNvSpPr>
              <p:nvPr/>
            </p:nvSpPr>
            <p:spPr bwMode="auto">
              <a:xfrm>
                <a:off x="5754688" y="2238375"/>
                <a:ext cx="44450" cy="66675"/>
              </a:xfrm>
              <a:custGeom>
                <a:avLst/>
                <a:gdLst>
                  <a:gd name="T0" fmla="*/ 0 w 125"/>
                  <a:gd name="T1" fmla="*/ 62 h 186"/>
                  <a:gd name="T2" fmla="*/ 0 w 125"/>
                  <a:gd name="T3" fmla="*/ 62 h 186"/>
                  <a:gd name="T4" fmla="*/ 0 w 125"/>
                  <a:gd name="T5" fmla="*/ 94 h 186"/>
                  <a:gd name="T6" fmla="*/ 0 w 125"/>
                  <a:gd name="T7" fmla="*/ 94 h 186"/>
                  <a:gd name="T8" fmla="*/ 30 w 125"/>
                  <a:gd name="T9" fmla="*/ 94 h 186"/>
                  <a:gd name="T10" fmla="*/ 30 w 125"/>
                  <a:gd name="T11" fmla="*/ 94 h 186"/>
                  <a:gd name="T12" fmla="*/ 61 w 125"/>
                  <a:gd name="T13" fmla="*/ 124 h 186"/>
                  <a:gd name="T14" fmla="*/ 61 w 125"/>
                  <a:gd name="T15" fmla="*/ 124 h 186"/>
                  <a:gd name="T16" fmla="*/ 61 w 125"/>
                  <a:gd name="T17" fmla="*/ 155 h 186"/>
                  <a:gd name="T18" fmla="*/ 61 w 125"/>
                  <a:gd name="T19" fmla="*/ 185 h 186"/>
                  <a:gd name="T20" fmla="*/ 61 w 125"/>
                  <a:gd name="T21" fmla="*/ 185 h 186"/>
                  <a:gd name="T22" fmla="*/ 61 w 125"/>
                  <a:gd name="T23" fmla="*/ 185 h 186"/>
                  <a:gd name="T24" fmla="*/ 61 w 125"/>
                  <a:gd name="T25" fmla="*/ 185 h 186"/>
                  <a:gd name="T26" fmla="*/ 92 w 125"/>
                  <a:gd name="T27" fmla="*/ 185 h 186"/>
                  <a:gd name="T28" fmla="*/ 92 w 125"/>
                  <a:gd name="T29" fmla="*/ 185 h 186"/>
                  <a:gd name="T30" fmla="*/ 92 w 125"/>
                  <a:gd name="T31" fmla="*/ 185 h 186"/>
                  <a:gd name="T32" fmla="*/ 92 w 125"/>
                  <a:gd name="T33" fmla="*/ 185 h 186"/>
                  <a:gd name="T34" fmla="*/ 124 w 125"/>
                  <a:gd name="T35" fmla="*/ 185 h 186"/>
                  <a:gd name="T36" fmla="*/ 124 w 125"/>
                  <a:gd name="T37" fmla="*/ 185 h 186"/>
                  <a:gd name="T38" fmla="*/ 124 w 125"/>
                  <a:gd name="T39" fmla="*/ 185 h 186"/>
                  <a:gd name="T40" fmla="*/ 92 w 125"/>
                  <a:gd name="T41" fmla="*/ 155 h 186"/>
                  <a:gd name="T42" fmla="*/ 92 w 125"/>
                  <a:gd name="T43" fmla="*/ 155 h 186"/>
                  <a:gd name="T44" fmla="*/ 92 w 125"/>
                  <a:gd name="T45" fmla="*/ 124 h 186"/>
                  <a:gd name="T46" fmla="*/ 92 w 125"/>
                  <a:gd name="T47" fmla="*/ 124 h 186"/>
                  <a:gd name="T48" fmla="*/ 61 w 125"/>
                  <a:gd name="T49" fmla="*/ 94 h 186"/>
                  <a:gd name="T50" fmla="*/ 30 w 125"/>
                  <a:gd name="T51" fmla="*/ 62 h 186"/>
                  <a:gd name="T52" fmla="*/ 0 w 125"/>
                  <a:gd name="T53" fmla="*/ 0 h 186"/>
                  <a:gd name="T54" fmla="*/ 0 w 125"/>
                  <a:gd name="T55" fmla="*/ 0 h 186"/>
                  <a:gd name="T56" fmla="*/ 0 w 125"/>
                  <a:gd name="T57" fmla="*/ 0 h 186"/>
                  <a:gd name="T58" fmla="*/ 0 w 125"/>
                  <a:gd name="T59" fmla="*/ 0 h 186"/>
                  <a:gd name="T60" fmla="*/ 0 w 125"/>
                  <a:gd name="T61" fmla="*/ 0 h 186"/>
                  <a:gd name="T62" fmla="*/ 0 w 125"/>
                  <a:gd name="T63" fmla="*/ 0 h 186"/>
                  <a:gd name="T64" fmla="*/ 0 w 125"/>
                  <a:gd name="T65" fmla="*/ 0 h 186"/>
                  <a:gd name="T66" fmla="*/ 0 w 125"/>
                  <a:gd name="T67" fmla="*/ 62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5" h="186">
                    <a:moveTo>
                      <a:pt x="0" y="62"/>
                    </a:moveTo>
                    <a:lnTo>
                      <a:pt x="0" y="62"/>
                    </a:lnTo>
                    <a:cubicBezTo>
                      <a:pt x="0" y="62"/>
                      <a:pt x="0" y="62"/>
                      <a:pt x="0" y="94"/>
                    </a:cubicBezTo>
                    <a:lnTo>
                      <a:pt x="0" y="94"/>
                    </a:lnTo>
                    <a:cubicBezTo>
                      <a:pt x="30" y="94"/>
                      <a:pt x="30" y="94"/>
                      <a:pt x="30" y="94"/>
                    </a:cubicBezTo>
                    <a:lnTo>
                      <a:pt x="30" y="94"/>
                    </a:lnTo>
                    <a:cubicBezTo>
                      <a:pt x="30" y="94"/>
                      <a:pt x="61" y="94"/>
                      <a:pt x="61" y="124"/>
                    </a:cubicBezTo>
                    <a:lnTo>
                      <a:pt x="61" y="124"/>
                    </a:lnTo>
                    <a:cubicBezTo>
                      <a:pt x="61" y="124"/>
                      <a:pt x="61" y="124"/>
                      <a:pt x="61" y="155"/>
                    </a:cubicBezTo>
                    <a:cubicBezTo>
                      <a:pt x="61" y="155"/>
                      <a:pt x="61" y="155"/>
                      <a:pt x="61" y="185"/>
                    </a:cubicBezTo>
                    <a:lnTo>
                      <a:pt x="61" y="185"/>
                    </a:lnTo>
                    <a:lnTo>
                      <a:pt x="61" y="185"/>
                    </a:lnTo>
                    <a:lnTo>
                      <a:pt x="61" y="185"/>
                    </a:lnTo>
                    <a:cubicBezTo>
                      <a:pt x="92" y="185"/>
                      <a:pt x="92" y="185"/>
                      <a:pt x="92" y="185"/>
                    </a:cubicBezTo>
                    <a:lnTo>
                      <a:pt x="92" y="185"/>
                    </a:lnTo>
                    <a:lnTo>
                      <a:pt x="92" y="185"/>
                    </a:lnTo>
                    <a:lnTo>
                      <a:pt x="92" y="185"/>
                    </a:lnTo>
                    <a:cubicBezTo>
                      <a:pt x="92" y="185"/>
                      <a:pt x="92" y="185"/>
                      <a:pt x="124" y="185"/>
                    </a:cubicBezTo>
                    <a:lnTo>
                      <a:pt x="124" y="185"/>
                    </a:lnTo>
                    <a:lnTo>
                      <a:pt x="124" y="185"/>
                    </a:lnTo>
                    <a:lnTo>
                      <a:pt x="92" y="155"/>
                    </a:lnTo>
                    <a:lnTo>
                      <a:pt x="92" y="155"/>
                    </a:lnTo>
                    <a:lnTo>
                      <a:pt x="92" y="124"/>
                    </a:lnTo>
                    <a:lnTo>
                      <a:pt x="92" y="124"/>
                    </a:lnTo>
                    <a:cubicBezTo>
                      <a:pt x="92" y="124"/>
                      <a:pt x="61" y="124"/>
                      <a:pt x="61" y="94"/>
                    </a:cubicBezTo>
                    <a:lnTo>
                      <a:pt x="30" y="62"/>
                    </a:lnTo>
                    <a:cubicBezTo>
                      <a:pt x="30" y="31"/>
                      <a:pt x="0" y="31"/>
                      <a:pt x="0" y="0"/>
                    </a:cubicBezTo>
                    <a:lnTo>
                      <a:pt x="0" y="0"/>
                    </a:lnTo>
                    <a:lnTo>
                      <a:pt x="0" y="0"/>
                    </a:lnTo>
                    <a:lnTo>
                      <a:pt x="0" y="0"/>
                    </a:lnTo>
                    <a:lnTo>
                      <a:pt x="0" y="0"/>
                    </a:lnTo>
                    <a:lnTo>
                      <a:pt x="0" y="0"/>
                    </a:lnTo>
                    <a:lnTo>
                      <a:pt x="0" y="0"/>
                    </a:lnTo>
                    <a:lnTo>
                      <a:pt x="0" y="6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78" name="Freeform 127">
                <a:extLst>
                  <a:ext uri="{FF2B5EF4-FFF2-40B4-BE49-F238E27FC236}">
                    <a16:creationId xmlns:a16="http://schemas.microsoft.com/office/drawing/2014/main" id="{9C08BB8D-C473-16D5-187D-F737B684B6D9}"/>
                  </a:ext>
                </a:extLst>
              </p:cNvPr>
              <p:cNvSpPr>
                <a:spLocks noChangeArrowheads="1"/>
              </p:cNvSpPr>
              <p:nvPr/>
            </p:nvSpPr>
            <p:spPr bwMode="auto">
              <a:xfrm>
                <a:off x="5676900" y="2147888"/>
                <a:ext cx="66675" cy="79375"/>
              </a:xfrm>
              <a:custGeom>
                <a:avLst/>
                <a:gdLst>
                  <a:gd name="T0" fmla="*/ 31 w 187"/>
                  <a:gd name="T1" fmla="*/ 62 h 219"/>
                  <a:gd name="T2" fmla="*/ 31 w 187"/>
                  <a:gd name="T3" fmla="*/ 62 h 219"/>
                  <a:gd name="T4" fmla="*/ 31 w 187"/>
                  <a:gd name="T5" fmla="*/ 62 h 219"/>
                  <a:gd name="T6" fmla="*/ 0 w 187"/>
                  <a:gd name="T7" fmla="*/ 62 h 219"/>
                  <a:gd name="T8" fmla="*/ 0 w 187"/>
                  <a:gd name="T9" fmla="*/ 62 h 219"/>
                  <a:gd name="T10" fmla="*/ 0 w 187"/>
                  <a:gd name="T11" fmla="*/ 62 h 219"/>
                  <a:gd name="T12" fmla="*/ 0 w 187"/>
                  <a:gd name="T13" fmla="*/ 62 h 219"/>
                  <a:gd name="T14" fmla="*/ 0 w 187"/>
                  <a:gd name="T15" fmla="*/ 62 h 219"/>
                  <a:gd name="T16" fmla="*/ 0 w 187"/>
                  <a:gd name="T17" fmla="*/ 62 h 219"/>
                  <a:gd name="T18" fmla="*/ 0 w 187"/>
                  <a:gd name="T19" fmla="*/ 94 h 219"/>
                  <a:gd name="T20" fmla="*/ 0 w 187"/>
                  <a:gd name="T21" fmla="*/ 94 h 219"/>
                  <a:gd name="T22" fmla="*/ 0 w 187"/>
                  <a:gd name="T23" fmla="*/ 94 h 219"/>
                  <a:gd name="T24" fmla="*/ 0 w 187"/>
                  <a:gd name="T25" fmla="*/ 94 h 219"/>
                  <a:gd name="T26" fmla="*/ 31 w 187"/>
                  <a:gd name="T27" fmla="*/ 124 h 219"/>
                  <a:gd name="T28" fmla="*/ 31 w 187"/>
                  <a:gd name="T29" fmla="*/ 124 h 219"/>
                  <a:gd name="T30" fmla="*/ 31 w 187"/>
                  <a:gd name="T31" fmla="*/ 155 h 219"/>
                  <a:gd name="T32" fmla="*/ 31 w 187"/>
                  <a:gd name="T33" fmla="*/ 155 h 219"/>
                  <a:gd name="T34" fmla="*/ 31 w 187"/>
                  <a:gd name="T35" fmla="*/ 155 h 219"/>
                  <a:gd name="T36" fmla="*/ 31 w 187"/>
                  <a:gd name="T37" fmla="*/ 155 h 219"/>
                  <a:gd name="T38" fmla="*/ 31 w 187"/>
                  <a:gd name="T39" fmla="*/ 186 h 219"/>
                  <a:gd name="T40" fmla="*/ 31 w 187"/>
                  <a:gd name="T41" fmla="*/ 186 h 219"/>
                  <a:gd name="T42" fmla="*/ 31 w 187"/>
                  <a:gd name="T43" fmla="*/ 186 h 219"/>
                  <a:gd name="T44" fmla="*/ 31 w 187"/>
                  <a:gd name="T45" fmla="*/ 186 h 219"/>
                  <a:gd name="T46" fmla="*/ 31 w 187"/>
                  <a:gd name="T47" fmla="*/ 218 h 219"/>
                  <a:gd name="T48" fmla="*/ 62 w 187"/>
                  <a:gd name="T49" fmla="*/ 186 h 219"/>
                  <a:gd name="T50" fmla="*/ 94 w 187"/>
                  <a:gd name="T51" fmla="*/ 218 h 219"/>
                  <a:gd name="T52" fmla="*/ 94 w 187"/>
                  <a:gd name="T53" fmla="*/ 218 h 219"/>
                  <a:gd name="T54" fmla="*/ 94 w 187"/>
                  <a:gd name="T55" fmla="*/ 218 h 219"/>
                  <a:gd name="T56" fmla="*/ 94 w 187"/>
                  <a:gd name="T57" fmla="*/ 218 h 219"/>
                  <a:gd name="T58" fmla="*/ 94 w 187"/>
                  <a:gd name="T59" fmla="*/ 186 h 219"/>
                  <a:gd name="T60" fmla="*/ 94 w 187"/>
                  <a:gd name="T61" fmla="*/ 186 h 219"/>
                  <a:gd name="T62" fmla="*/ 124 w 187"/>
                  <a:gd name="T63" fmla="*/ 186 h 219"/>
                  <a:gd name="T64" fmla="*/ 155 w 187"/>
                  <a:gd name="T65" fmla="*/ 186 h 219"/>
                  <a:gd name="T66" fmla="*/ 124 w 187"/>
                  <a:gd name="T67" fmla="*/ 155 h 219"/>
                  <a:gd name="T68" fmla="*/ 124 w 187"/>
                  <a:gd name="T69" fmla="*/ 124 h 219"/>
                  <a:gd name="T70" fmla="*/ 155 w 187"/>
                  <a:gd name="T71" fmla="*/ 124 h 219"/>
                  <a:gd name="T72" fmla="*/ 155 w 187"/>
                  <a:gd name="T73" fmla="*/ 94 h 219"/>
                  <a:gd name="T74" fmla="*/ 155 w 187"/>
                  <a:gd name="T75" fmla="*/ 94 h 219"/>
                  <a:gd name="T76" fmla="*/ 186 w 187"/>
                  <a:gd name="T77" fmla="*/ 94 h 219"/>
                  <a:gd name="T78" fmla="*/ 186 w 187"/>
                  <a:gd name="T79" fmla="*/ 94 h 219"/>
                  <a:gd name="T80" fmla="*/ 186 w 187"/>
                  <a:gd name="T81" fmla="*/ 94 h 219"/>
                  <a:gd name="T82" fmla="*/ 186 w 187"/>
                  <a:gd name="T83" fmla="*/ 94 h 219"/>
                  <a:gd name="T84" fmla="*/ 186 w 187"/>
                  <a:gd name="T85" fmla="*/ 94 h 219"/>
                  <a:gd name="T86" fmla="*/ 186 w 187"/>
                  <a:gd name="T87" fmla="*/ 94 h 219"/>
                  <a:gd name="T88" fmla="*/ 155 w 187"/>
                  <a:gd name="T89" fmla="*/ 94 h 219"/>
                  <a:gd name="T90" fmla="*/ 155 w 187"/>
                  <a:gd name="T91" fmla="*/ 94 h 219"/>
                  <a:gd name="T92" fmla="*/ 155 w 187"/>
                  <a:gd name="T93" fmla="*/ 94 h 219"/>
                  <a:gd name="T94" fmla="*/ 124 w 187"/>
                  <a:gd name="T95" fmla="*/ 94 h 219"/>
                  <a:gd name="T96" fmla="*/ 124 w 187"/>
                  <a:gd name="T97" fmla="*/ 94 h 219"/>
                  <a:gd name="T98" fmla="*/ 124 w 187"/>
                  <a:gd name="T99" fmla="*/ 94 h 219"/>
                  <a:gd name="T100" fmla="*/ 124 w 187"/>
                  <a:gd name="T101" fmla="*/ 94 h 219"/>
                  <a:gd name="T102" fmla="*/ 62 w 187"/>
                  <a:gd name="T103" fmla="*/ 62 h 219"/>
                  <a:gd name="T104" fmla="*/ 62 w 187"/>
                  <a:gd name="T105" fmla="*/ 31 h 219"/>
                  <a:gd name="T106" fmla="*/ 62 w 187"/>
                  <a:gd name="T107" fmla="*/ 31 h 219"/>
                  <a:gd name="T108" fmla="*/ 62 w 187"/>
                  <a:gd name="T109" fmla="*/ 31 h 219"/>
                  <a:gd name="T110" fmla="*/ 62 w 187"/>
                  <a:gd name="T111" fmla="*/ 31 h 219"/>
                  <a:gd name="T112" fmla="*/ 62 w 187"/>
                  <a:gd name="T113" fmla="*/ 31 h 219"/>
                  <a:gd name="T114" fmla="*/ 62 w 187"/>
                  <a:gd name="T115" fmla="*/ 0 h 219"/>
                  <a:gd name="T116" fmla="*/ 62 w 187"/>
                  <a:gd name="T117" fmla="*/ 31 h 219"/>
                  <a:gd name="T118" fmla="*/ 31 w 187"/>
                  <a:gd name="T119" fmla="*/ 62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87" h="219">
                    <a:moveTo>
                      <a:pt x="31" y="62"/>
                    </a:moveTo>
                    <a:lnTo>
                      <a:pt x="31" y="62"/>
                    </a:lnTo>
                    <a:lnTo>
                      <a:pt x="31" y="62"/>
                    </a:lnTo>
                    <a:lnTo>
                      <a:pt x="0" y="62"/>
                    </a:lnTo>
                    <a:lnTo>
                      <a:pt x="0" y="62"/>
                    </a:lnTo>
                    <a:lnTo>
                      <a:pt x="0" y="62"/>
                    </a:lnTo>
                    <a:lnTo>
                      <a:pt x="0" y="62"/>
                    </a:lnTo>
                    <a:lnTo>
                      <a:pt x="0" y="62"/>
                    </a:lnTo>
                    <a:lnTo>
                      <a:pt x="0" y="62"/>
                    </a:lnTo>
                    <a:cubicBezTo>
                      <a:pt x="0" y="94"/>
                      <a:pt x="0" y="94"/>
                      <a:pt x="0" y="94"/>
                    </a:cubicBezTo>
                    <a:lnTo>
                      <a:pt x="0" y="94"/>
                    </a:lnTo>
                    <a:lnTo>
                      <a:pt x="0" y="94"/>
                    </a:lnTo>
                    <a:lnTo>
                      <a:pt x="0" y="94"/>
                    </a:lnTo>
                    <a:cubicBezTo>
                      <a:pt x="31" y="124"/>
                      <a:pt x="31" y="124"/>
                      <a:pt x="31" y="124"/>
                    </a:cubicBezTo>
                    <a:lnTo>
                      <a:pt x="31" y="124"/>
                    </a:lnTo>
                    <a:cubicBezTo>
                      <a:pt x="31" y="155"/>
                      <a:pt x="31" y="155"/>
                      <a:pt x="31" y="155"/>
                    </a:cubicBezTo>
                    <a:lnTo>
                      <a:pt x="31" y="155"/>
                    </a:lnTo>
                    <a:lnTo>
                      <a:pt x="31" y="155"/>
                    </a:lnTo>
                    <a:lnTo>
                      <a:pt x="31" y="155"/>
                    </a:lnTo>
                    <a:lnTo>
                      <a:pt x="31" y="186"/>
                    </a:lnTo>
                    <a:lnTo>
                      <a:pt x="31" y="186"/>
                    </a:lnTo>
                    <a:lnTo>
                      <a:pt x="31" y="186"/>
                    </a:lnTo>
                    <a:lnTo>
                      <a:pt x="31" y="186"/>
                    </a:lnTo>
                    <a:cubicBezTo>
                      <a:pt x="31" y="186"/>
                      <a:pt x="31" y="186"/>
                      <a:pt x="31" y="218"/>
                    </a:cubicBezTo>
                    <a:cubicBezTo>
                      <a:pt x="31" y="186"/>
                      <a:pt x="62" y="186"/>
                      <a:pt x="62" y="186"/>
                    </a:cubicBezTo>
                    <a:cubicBezTo>
                      <a:pt x="62" y="186"/>
                      <a:pt x="62" y="186"/>
                      <a:pt x="94" y="218"/>
                    </a:cubicBezTo>
                    <a:lnTo>
                      <a:pt x="94" y="218"/>
                    </a:lnTo>
                    <a:lnTo>
                      <a:pt x="94" y="218"/>
                    </a:lnTo>
                    <a:lnTo>
                      <a:pt x="94" y="218"/>
                    </a:lnTo>
                    <a:cubicBezTo>
                      <a:pt x="94" y="186"/>
                      <a:pt x="94" y="186"/>
                      <a:pt x="94" y="186"/>
                    </a:cubicBezTo>
                    <a:lnTo>
                      <a:pt x="94" y="186"/>
                    </a:lnTo>
                    <a:cubicBezTo>
                      <a:pt x="124" y="186"/>
                      <a:pt x="124" y="186"/>
                      <a:pt x="124" y="186"/>
                    </a:cubicBezTo>
                    <a:lnTo>
                      <a:pt x="155" y="186"/>
                    </a:lnTo>
                    <a:cubicBezTo>
                      <a:pt x="124" y="155"/>
                      <a:pt x="124" y="155"/>
                      <a:pt x="124" y="155"/>
                    </a:cubicBezTo>
                    <a:lnTo>
                      <a:pt x="124" y="124"/>
                    </a:lnTo>
                    <a:lnTo>
                      <a:pt x="155" y="124"/>
                    </a:lnTo>
                    <a:cubicBezTo>
                      <a:pt x="155" y="94"/>
                      <a:pt x="155" y="94"/>
                      <a:pt x="155" y="94"/>
                    </a:cubicBezTo>
                    <a:lnTo>
                      <a:pt x="155" y="94"/>
                    </a:lnTo>
                    <a:cubicBezTo>
                      <a:pt x="155" y="94"/>
                      <a:pt x="155" y="94"/>
                      <a:pt x="186" y="94"/>
                    </a:cubicBezTo>
                    <a:lnTo>
                      <a:pt x="186" y="94"/>
                    </a:lnTo>
                    <a:lnTo>
                      <a:pt x="186" y="94"/>
                    </a:lnTo>
                    <a:lnTo>
                      <a:pt x="186" y="94"/>
                    </a:lnTo>
                    <a:lnTo>
                      <a:pt x="186" y="94"/>
                    </a:lnTo>
                    <a:lnTo>
                      <a:pt x="186" y="94"/>
                    </a:lnTo>
                    <a:lnTo>
                      <a:pt x="155" y="94"/>
                    </a:lnTo>
                    <a:lnTo>
                      <a:pt x="155" y="94"/>
                    </a:lnTo>
                    <a:lnTo>
                      <a:pt x="155" y="94"/>
                    </a:lnTo>
                    <a:lnTo>
                      <a:pt x="124" y="94"/>
                    </a:lnTo>
                    <a:lnTo>
                      <a:pt x="124" y="94"/>
                    </a:lnTo>
                    <a:lnTo>
                      <a:pt x="124" y="94"/>
                    </a:lnTo>
                    <a:lnTo>
                      <a:pt x="124" y="94"/>
                    </a:lnTo>
                    <a:cubicBezTo>
                      <a:pt x="94" y="94"/>
                      <a:pt x="94" y="62"/>
                      <a:pt x="62" y="62"/>
                    </a:cubicBezTo>
                    <a:lnTo>
                      <a:pt x="62" y="31"/>
                    </a:lnTo>
                    <a:lnTo>
                      <a:pt x="62" y="31"/>
                    </a:lnTo>
                    <a:lnTo>
                      <a:pt x="62" y="31"/>
                    </a:lnTo>
                    <a:lnTo>
                      <a:pt x="62" y="31"/>
                    </a:lnTo>
                    <a:lnTo>
                      <a:pt x="62" y="31"/>
                    </a:lnTo>
                    <a:cubicBezTo>
                      <a:pt x="62" y="31"/>
                      <a:pt x="62" y="31"/>
                      <a:pt x="62" y="0"/>
                    </a:cubicBezTo>
                    <a:cubicBezTo>
                      <a:pt x="62" y="31"/>
                      <a:pt x="62" y="31"/>
                      <a:pt x="62" y="31"/>
                    </a:cubicBezTo>
                    <a:cubicBezTo>
                      <a:pt x="62" y="31"/>
                      <a:pt x="62" y="62"/>
                      <a:pt x="31"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79" name="Freeform 128">
                <a:extLst>
                  <a:ext uri="{FF2B5EF4-FFF2-40B4-BE49-F238E27FC236}">
                    <a16:creationId xmlns:a16="http://schemas.microsoft.com/office/drawing/2014/main" id="{7C9422BD-0612-A5F6-CC13-AA641D585897}"/>
                  </a:ext>
                </a:extLst>
              </p:cNvPr>
              <p:cNvSpPr>
                <a:spLocks noChangeArrowheads="1"/>
              </p:cNvSpPr>
              <p:nvPr/>
            </p:nvSpPr>
            <p:spPr bwMode="auto">
              <a:xfrm>
                <a:off x="5967413" y="2505075"/>
                <a:ext cx="57150" cy="44450"/>
              </a:xfrm>
              <a:custGeom>
                <a:avLst/>
                <a:gdLst>
                  <a:gd name="T0" fmla="*/ 0 w 157"/>
                  <a:gd name="T1" fmla="*/ 93 h 125"/>
                  <a:gd name="T2" fmla="*/ 0 w 157"/>
                  <a:gd name="T3" fmla="*/ 93 h 125"/>
                  <a:gd name="T4" fmla="*/ 0 w 157"/>
                  <a:gd name="T5" fmla="*/ 93 h 125"/>
                  <a:gd name="T6" fmla="*/ 93 w 157"/>
                  <a:gd name="T7" fmla="*/ 124 h 125"/>
                  <a:gd name="T8" fmla="*/ 93 w 157"/>
                  <a:gd name="T9" fmla="*/ 93 h 125"/>
                  <a:gd name="T10" fmla="*/ 124 w 157"/>
                  <a:gd name="T11" fmla="*/ 93 h 125"/>
                  <a:gd name="T12" fmla="*/ 124 w 157"/>
                  <a:gd name="T13" fmla="*/ 93 h 125"/>
                  <a:gd name="T14" fmla="*/ 156 w 157"/>
                  <a:gd name="T15" fmla="*/ 62 h 125"/>
                  <a:gd name="T16" fmla="*/ 156 w 157"/>
                  <a:gd name="T17" fmla="*/ 62 h 125"/>
                  <a:gd name="T18" fmla="*/ 124 w 157"/>
                  <a:gd name="T19" fmla="*/ 62 h 125"/>
                  <a:gd name="T20" fmla="*/ 124 w 157"/>
                  <a:gd name="T21" fmla="*/ 31 h 125"/>
                  <a:gd name="T22" fmla="*/ 124 w 157"/>
                  <a:gd name="T23" fmla="*/ 31 h 125"/>
                  <a:gd name="T24" fmla="*/ 124 w 157"/>
                  <a:gd name="T25" fmla="*/ 62 h 125"/>
                  <a:gd name="T26" fmla="*/ 93 w 157"/>
                  <a:gd name="T27" fmla="*/ 31 h 125"/>
                  <a:gd name="T28" fmla="*/ 93 w 157"/>
                  <a:gd name="T29" fmla="*/ 0 h 125"/>
                  <a:gd name="T30" fmla="*/ 93 w 157"/>
                  <a:gd name="T31" fmla="*/ 0 h 125"/>
                  <a:gd name="T32" fmla="*/ 62 w 157"/>
                  <a:gd name="T33" fmla="*/ 0 h 125"/>
                  <a:gd name="T34" fmla="*/ 62 w 157"/>
                  <a:gd name="T35" fmla="*/ 0 h 125"/>
                  <a:gd name="T36" fmla="*/ 62 w 157"/>
                  <a:gd name="T37" fmla="*/ 0 h 125"/>
                  <a:gd name="T38" fmla="*/ 0 w 157"/>
                  <a:gd name="T39" fmla="*/ 62 h 125"/>
                  <a:gd name="T40" fmla="*/ 0 w 157"/>
                  <a:gd name="T41" fmla="*/ 93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7" h="125">
                    <a:moveTo>
                      <a:pt x="0" y="93"/>
                    </a:moveTo>
                    <a:lnTo>
                      <a:pt x="0" y="93"/>
                    </a:lnTo>
                    <a:lnTo>
                      <a:pt x="0" y="93"/>
                    </a:lnTo>
                    <a:cubicBezTo>
                      <a:pt x="32" y="93"/>
                      <a:pt x="62" y="93"/>
                      <a:pt x="93" y="124"/>
                    </a:cubicBezTo>
                    <a:cubicBezTo>
                      <a:pt x="93" y="93"/>
                      <a:pt x="93" y="93"/>
                      <a:pt x="93" y="93"/>
                    </a:cubicBezTo>
                    <a:cubicBezTo>
                      <a:pt x="93" y="93"/>
                      <a:pt x="93" y="93"/>
                      <a:pt x="124" y="93"/>
                    </a:cubicBezTo>
                    <a:lnTo>
                      <a:pt x="124" y="93"/>
                    </a:lnTo>
                    <a:cubicBezTo>
                      <a:pt x="124" y="93"/>
                      <a:pt x="124" y="62"/>
                      <a:pt x="156" y="62"/>
                    </a:cubicBezTo>
                    <a:lnTo>
                      <a:pt x="156" y="62"/>
                    </a:lnTo>
                    <a:cubicBezTo>
                      <a:pt x="124" y="62"/>
                      <a:pt x="124" y="62"/>
                      <a:pt x="124" y="62"/>
                    </a:cubicBezTo>
                    <a:cubicBezTo>
                      <a:pt x="124" y="62"/>
                      <a:pt x="124" y="62"/>
                      <a:pt x="124" y="31"/>
                    </a:cubicBezTo>
                    <a:lnTo>
                      <a:pt x="124" y="31"/>
                    </a:lnTo>
                    <a:cubicBezTo>
                      <a:pt x="124" y="62"/>
                      <a:pt x="124" y="62"/>
                      <a:pt x="124" y="62"/>
                    </a:cubicBezTo>
                    <a:cubicBezTo>
                      <a:pt x="93" y="62"/>
                      <a:pt x="93" y="31"/>
                      <a:pt x="93" y="31"/>
                    </a:cubicBezTo>
                    <a:cubicBezTo>
                      <a:pt x="93" y="31"/>
                      <a:pt x="93" y="31"/>
                      <a:pt x="93" y="0"/>
                    </a:cubicBezTo>
                    <a:lnTo>
                      <a:pt x="93" y="0"/>
                    </a:lnTo>
                    <a:cubicBezTo>
                      <a:pt x="62" y="0"/>
                      <a:pt x="62" y="0"/>
                      <a:pt x="62" y="0"/>
                    </a:cubicBezTo>
                    <a:lnTo>
                      <a:pt x="62" y="0"/>
                    </a:lnTo>
                    <a:lnTo>
                      <a:pt x="62" y="0"/>
                    </a:lnTo>
                    <a:cubicBezTo>
                      <a:pt x="32" y="31"/>
                      <a:pt x="32" y="62"/>
                      <a:pt x="0" y="62"/>
                    </a:cubicBezTo>
                    <a:lnTo>
                      <a:pt x="0" y="9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80" name="Freeform 129">
                <a:extLst>
                  <a:ext uri="{FF2B5EF4-FFF2-40B4-BE49-F238E27FC236}">
                    <a16:creationId xmlns:a16="http://schemas.microsoft.com/office/drawing/2014/main" id="{46ABE8CD-2399-C672-70CE-0CFA96F0B250}"/>
                  </a:ext>
                </a:extLst>
              </p:cNvPr>
              <p:cNvSpPr>
                <a:spLocks noChangeArrowheads="1"/>
              </p:cNvSpPr>
              <p:nvPr/>
            </p:nvSpPr>
            <p:spPr bwMode="auto">
              <a:xfrm>
                <a:off x="5878513" y="2560638"/>
                <a:ext cx="77787" cy="55562"/>
              </a:xfrm>
              <a:custGeom>
                <a:avLst/>
                <a:gdLst>
                  <a:gd name="T0" fmla="*/ 0 w 218"/>
                  <a:gd name="T1" fmla="*/ 155 h 156"/>
                  <a:gd name="T2" fmla="*/ 0 w 218"/>
                  <a:gd name="T3" fmla="*/ 155 h 156"/>
                  <a:gd name="T4" fmla="*/ 0 w 218"/>
                  <a:gd name="T5" fmla="*/ 155 h 156"/>
                  <a:gd name="T6" fmla="*/ 62 w 218"/>
                  <a:gd name="T7" fmla="*/ 124 h 156"/>
                  <a:gd name="T8" fmla="*/ 62 w 218"/>
                  <a:gd name="T9" fmla="*/ 124 h 156"/>
                  <a:gd name="T10" fmla="*/ 62 w 218"/>
                  <a:gd name="T11" fmla="*/ 124 h 156"/>
                  <a:gd name="T12" fmla="*/ 62 w 218"/>
                  <a:gd name="T13" fmla="*/ 124 h 156"/>
                  <a:gd name="T14" fmla="*/ 93 w 218"/>
                  <a:gd name="T15" fmla="*/ 155 h 156"/>
                  <a:gd name="T16" fmla="*/ 124 w 218"/>
                  <a:gd name="T17" fmla="*/ 155 h 156"/>
                  <a:gd name="T18" fmla="*/ 124 w 218"/>
                  <a:gd name="T19" fmla="*/ 155 h 156"/>
                  <a:gd name="T20" fmla="*/ 124 w 218"/>
                  <a:gd name="T21" fmla="*/ 155 h 156"/>
                  <a:gd name="T22" fmla="*/ 124 w 218"/>
                  <a:gd name="T23" fmla="*/ 155 h 156"/>
                  <a:gd name="T24" fmla="*/ 156 w 218"/>
                  <a:gd name="T25" fmla="*/ 124 h 156"/>
                  <a:gd name="T26" fmla="*/ 156 w 218"/>
                  <a:gd name="T27" fmla="*/ 124 h 156"/>
                  <a:gd name="T28" fmla="*/ 156 w 218"/>
                  <a:gd name="T29" fmla="*/ 93 h 156"/>
                  <a:gd name="T30" fmla="*/ 186 w 218"/>
                  <a:gd name="T31" fmla="*/ 93 h 156"/>
                  <a:gd name="T32" fmla="*/ 186 w 218"/>
                  <a:gd name="T33" fmla="*/ 62 h 156"/>
                  <a:gd name="T34" fmla="*/ 186 w 218"/>
                  <a:gd name="T35" fmla="*/ 31 h 156"/>
                  <a:gd name="T36" fmla="*/ 186 w 218"/>
                  <a:gd name="T37" fmla="*/ 31 h 156"/>
                  <a:gd name="T38" fmla="*/ 186 w 218"/>
                  <a:gd name="T39" fmla="*/ 31 h 156"/>
                  <a:gd name="T40" fmla="*/ 217 w 218"/>
                  <a:gd name="T41" fmla="*/ 0 h 156"/>
                  <a:gd name="T42" fmla="*/ 217 w 218"/>
                  <a:gd name="T43" fmla="*/ 0 h 156"/>
                  <a:gd name="T44" fmla="*/ 186 w 218"/>
                  <a:gd name="T45" fmla="*/ 31 h 156"/>
                  <a:gd name="T46" fmla="*/ 156 w 218"/>
                  <a:gd name="T47" fmla="*/ 31 h 156"/>
                  <a:gd name="T48" fmla="*/ 156 w 218"/>
                  <a:gd name="T49" fmla="*/ 31 h 156"/>
                  <a:gd name="T50" fmla="*/ 156 w 218"/>
                  <a:gd name="T51" fmla="*/ 0 h 156"/>
                  <a:gd name="T52" fmla="*/ 124 w 218"/>
                  <a:gd name="T53" fmla="*/ 31 h 156"/>
                  <a:gd name="T54" fmla="*/ 124 w 218"/>
                  <a:gd name="T55" fmla="*/ 31 h 156"/>
                  <a:gd name="T56" fmla="*/ 93 w 218"/>
                  <a:gd name="T57" fmla="*/ 62 h 156"/>
                  <a:gd name="T58" fmla="*/ 93 w 218"/>
                  <a:gd name="T59" fmla="*/ 93 h 156"/>
                  <a:gd name="T60" fmla="*/ 32 w 218"/>
                  <a:gd name="T61" fmla="*/ 93 h 156"/>
                  <a:gd name="T62" fmla="*/ 32 w 218"/>
                  <a:gd name="T63" fmla="*/ 93 h 156"/>
                  <a:gd name="T64" fmla="*/ 0 w 218"/>
                  <a:gd name="T65" fmla="*/ 15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8" h="156">
                    <a:moveTo>
                      <a:pt x="0" y="155"/>
                    </a:moveTo>
                    <a:lnTo>
                      <a:pt x="0" y="155"/>
                    </a:lnTo>
                    <a:lnTo>
                      <a:pt x="0" y="155"/>
                    </a:lnTo>
                    <a:cubicBezTo>
                      <a:pt x="32" y="155"/>
                      <a:pt x="32" y="124"/>
                      <a:pt x="62" y="124"/>
                    </a:cubicBezTo>
                    <a:lnTo>
                      <a:pt x="62" y="124"/>
                    </a:lnTo>
                    <a:lnTo>
                      <a:pt x="62" y="124"/>
                    </a:lnTo>
                    <a:lnTo>
                      <a:pt x="62" y="124"/>
                    </a:lnTo>
                    <a:cubicBezTo>
                      <a:pt x="62" y="124"/>
                      <a:pt x="93" y="124"/>
                      <a:pt x="93" y="155"/>
                    </a:cubicBezTo>
                    <a:cubicBezTo>
                      <a:pt x="124" y="155"/>
                      <a:pt x="124" y="155"/>
                      <a:pt x="124" y="155"/>
                    </a:cubicBezTo>
                    <a:lnTo>
                      <a:pt x="124" y="155"/>
                    </a:lnTo>
                    <a:lnTo>
                      <a:pt x="124" y="155"/>
                    </a:lnTo>
                    <a:lnTo>
                      <a:pt x="124" y="155"/>
                    </a:lnTo>
                    <a:cubicBezTo>
                      <a:pt x="124" y="155"/>
                      <a:pt x="124" y="124"/>
                      <a:pt x="156" y="124"/>
                    </a:cubicBezTo>
                    <a:lnTo>
                      <a:pt x="156" y="124"/>
                    </a:lnTo>
                    <a:cubicBezTo>
                      <a:pt x="156" y="124"/>
                      <a:pt x="156" y="124"/>
                      <a:pt x="156" y="93"/>
                    </a:cubicBezTo>
                    <a:cubicBezTo>
                      <a:pt x="186" y="93"/>
                      <a:pt x="186" y="93"/>
                      <a:pt x="186" y="93"/>
                    </a:cubicBezTo>
                    <a:cubicBezTo>
                      <a:pt x="186" y="93"/>
                      <a:pt x="186" y="93"/>
                      <a:pt x="186" y="62"/>
                    </a:cubicBezTo>
                    <a:lnTo>
                      <a:pt x="186" y="31"/>
                    </a:lnTo>
                    <a:lnTo>
                      <a:pt x="186" y="31"/>
                    </a:lnTo>
                    <a:lnTo>
                      <a:pt x="186" y="31"/>
                    </a:lnTo>
                    <a:cubicBezTo>
                      <a:pt x="186" y="31"/>
                      <a:pt x="186" y="0"/>
                      <a:pt x="217" y="0"/>
                    </a:cubicBezTo>
                    <a:lnTo>
                      <a:pt x="217" y="0"/>
                    </a:lnTo>
                    <a:cubicBezTo>
                      <a:pt x="186" y="31"/>
                      <a:pt x="186" y="31"/>
                      <a:pt x="186" y="31"/>
                    </a:cubicBezTo>
                    <a:lnTo>
                      <a:pt x="156" y="31"/>
                    </a:lnTo>
                    <a:lnTo>
                      <a:pt x="156" y="31"/>
                    </a:lnTo>
                    <a:lnTo>
                      <a:pt x="156" y="0"/>
                    </a:lnTo>
                    <a:cubicBezTo>
                      <a:pt x="156" y="31"/>
                      <a:pt x="124" y="31"/>
                      <a:pt x="124" y="31"/>
                    </a:cubicBezTo>
                    <a:lnTo>
                      <a:pt x="124" y="31"/>
                    </a:lnTo>
                    <a:cubicBezTo>
                      <a:pt x="124" y="62"/>
                      <a:pt x="124" y="62"/>
                      <a:pt x="93" y="62"/>
                    </a:cubicBezTo>
                    <a:lnTo>
                      <a:pt x="93" y="93"/>
                    </a:lnTo>
                    <a:cubicBezTo>
                      <a:pt x="62" y="93"/>
                      <a:pt x="32" y="93"/>
                      <a:pt x="32" y="93"/>
                    </a:cubicBezTo>
                    <a:lnTo>
                      <a:pt x="32" y="93"/>
                    </a:lnTo>
                    <a:cubicBezTo>
                      <a:pt x="32" y="124"/>
                      <a:pt x="0" y="124"/>
                      <a:pt x="0" y="1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81" name="Freeform 130">
                <a:extLst>
                  <a:ext uri="{FF2B5EF4-FFF2-40B4-BE49-F238E27FC236}">
                    <a16:creationId xmlns:a16="http://schemas.microsoft.com/office/drawing/2014/main" id="{C58FBF98-052A-26C5-3E12-B2E2CF17CDCA}"/>
                  </a:ext>
                </a:extLst>
              </p:cNvPr>
              <p:cNvSpPr>
                <a:spLocks noChangeArrowheads="1"/>
              </p:cNvSpPr>
              <p:nvPr/>
            </p:nvSpPr>
            <p:spPr bwMode="auto">
              <a:xfrm>
                <a:off x="5710238" y="2125663"/>
                <a:ext cx="88900" cy="77787"/>
              </a:xfrm>
              <a:custGeom>
                <a:avLst/>
                <a:gdLst>
                  <a:gd name="T0" fmla="*/ 216 w 249"/>
                  <a:gd name="T1" fmla="*/ 93 h 218"/>
                  <a:gd name="T2" fmla="*/ 216 w 249"/>
                  <a:gd name="T3" fmla="*/ 93 h 218"/>
                  <a:gd name="T4" fmla="*/ 216 w 249"/>
                  <a:gd name="T5" fmla="*/ 93 h 218"/>
                  <a:gd name="T6" fmla="*/ 185 w 249"/>
                  <a:gd name="T7" fmla="*/ 62 h 218"/>
                  <a:gd name="T8" fmla="*/ 185 w 249"/>
                  <a:gd name="T9" fmla="*/ 32 h 218"/>
                  <a:gd name="T10" fmla="*/ 185 w 249"/>
                  <a:gd name="T11" fmla="*/ 32 h 218"/>
                  <a:gd name="T12" fmla="*/ 185 w 249"/>
                  <a:gd name="T13" fmla="*/ 32 h 218"/>
                  <a:gd name="T14" fmla="*/ 185 w 249"/>
                  <a:gd name="T15" fmla="*/ 32 h 218"/>
                  <a:gd name="T16" fmla="*/ 185 w 249"/>
                  <a:gd name="T17" fmla="*/ 32 h 218"/>
                  <a:gd name="T18" fmla="*/ 154 w 249"/>
                  <a:gd name="T19" fmla="*/ 32 h 218"/>
                  <a:gd name="T20" fmla="*/ 154 w 249"/>
                  <a:gd name="T21" fmla="*/ 32 h 218"/>
                  <a:gd name="T22" fmla="*/ 124 w 249"/>
                  <a:gd name="T23" fmla="*/ 0 h 218"/>
                  <a:gd name="T24" fmla="*/ 124 w 249"/>
                  <a:gd name="T25" fmla="*/ 0 h 218"/>
                  <a:gd name="T26" fmla="*/ 124 w 249"/>
                  <a:gd name="T27" fmla="*/ 0 h 218"/>
                  <a:gd name="T28" fmla="*/ 124 w 249"/>
                  <a:gd name="T29" fmla="*/ 0 h 218"/>
                  <a:gd name="T30" fmla="*/ 124 w 249"/>
                  <a:gd name="T31" fmla="*/ 0 h 218"/>
                  <a:gd name="T32" fmla="*/ 124 w 249"/>
                  <a:gd name="T33" fmla="*/ 0 h 218"/>
                  <a:gd name="T34" fmla="*/ 124 w 249"/>
                  <a:gd name="T35" fmla="*/ 0 h 218"/>
                  <a:gd name="T36" fmla="*/ 124 w 249"/>
                  <a:gd name="T37" fmla="*/ 32 h 218"/>
                  <a:gd name="T38" fmla="*/ 124 w 249"/>
                  <a:gd name="T39" fmla="*/ 32 h 218"/>
                  <a:gd name="T40" fmla="*/ 92 w 249"/>
                  <a:gd name="T41" fmla="*/ 32 h 218"/>
                  <a:gd name="T42" fmla="*/ 92 w 249"/>
                  <a:gd name="T43" fmla="*/ 32 h 218"/>
                  <a:gd name="T44" fmla="*/ 92 w 249"/>
                  <a:gd name="T45" fmla="*/ 32 h 218"/>
                  <a:gd name="T46" fmla="*/ 61 w 249"/>
                  <a:gd name="T47" fmla="*/ 32 h 218"/>
                  <a:gd name="T48" fmla="*/ 30 w 249"/>
                  <a:gd name="T49" fmla="*/ 32 h 218"/>
                  <a:gd name="T50" fmla="*/ 30 w 249"/>
                  <a:gd name="T51" fmla="*/ 32 h 218"/>
                  <a:gd name="T52" fmla="*/ 30 w 249"/>
                  <a:gd name="T53" fmla="*/ 32 h 218"/>
                  <a:gd name="T54" fmla="*/ 30 w 249"/>
                  <a:gd name="T55" fmla="*/ 32 h 218"/>
                  <a:gd name="T56" fmla="*/ 30 w 249"/>
                  <a:gd name="T57" fmla="*/ 32 h 218"/>
                  <a:gd name="T58" fmla="*/ 0 w 249"/>
                  <a:gd name="T59" fmla="*/ 32 h 218"/>
                  <a:gd name="T60" fmla="*/ 30 w 249"/>
                  <a:gd name="T61" fmla="*/ 32 h 218"/>
                  <a:gd name="T62" fmla="*/ 30 w 249"/>
                  <a:gd name="T63" fmla="*/ 32 h 218"/>
                  <a:gd name="T64" fmla="*/ 30 w 249"/>
                  <a:gd name="T65" fmla="*/ 93 h 218"/>
                  <a:gd name="T66" fmla="*/ 30 w 249"/>
                  <a:gd name="T67" fmla="*/ 93 h 218"/>
                  <a:gd name="T68" fmla="*/ 30 w 249"/>
                  <a:gd name="T69" fmla="*/ 93 h 218"/>
                  <a:gd name="T70" fmla="*/ 61 w 249"/>
                  <a:gd name="T71" fmla="*/ 93 h 218"/>
                  <a:gd name="T72" fmla="*/ 61 w 249"/>
                  <a:gd name="T73" fmla="*/ 62 h 218"/>
                  <a:gd name="T74" fmla="*/ 61 w 249"/>
                  <a:gd name="T75" fmla="*/ 62 h 218"/>
                  <a:gd name="T76" fmla="*/ 92 w 249"/>
                  <a:gd name="T77" fmla="*/ 93 h 218"/>
                  <a:gd name="T78" fmla="*/ 92 w 249"/>
                  <a:gd name="T79" fmla="*/ 93 h 218"/>
                  <a:gd name="T80" fmla="*/ 92 w 249"/>
                  <a:gd name="T81" fmla="*/ 93 h 218"/>
                  <a:gd name="T82" fmla="*/ 124 w 249"/>
                  <a:gd name="T83" fmla="*/ 93 h 218"/>
                  <a:gd name="T84" fmla="*/ 124 w 249"/>
                  <a:gd name="T85" fmla="*/ 156 h 218"/>
                  <a:gd name="T86" fmla="*/ 124 w 249"/>
                  <a:gd name="T87" fmla="*/ 156 h 218"/>
                  <a:gd name="T88" fmla="*/ 124 w 249"/>
                  <a:gd name="T89" fmla="*/ 156 h 218"/>
                  <a:gd name="T90" fmla="*/ 154 w 249"/>
                  <a:gd name="T91" fmla="*/ 186 h 218"/>
                  <a:gd name="T92" fmla="*/ 154 w 249"/>
                  <a:gd name="T93" fmla="*/ 186 h 218"/>
                  <a:gd name="T94" fmla="*/ 154 w 249"/>
                  <a:gd name="T95" fmla="*/ 186 h 218"/>
                  <a:gd name="T96" fmla="*/ 124 w 249"/>
                  <a:gd name="T97" fmla="*/ 186 h 218"/>
                  <a:gd name="T98" fmla="*/ 124 w 249"/>
                  <a:gd name="T99" fmla="*/ 186 h 218"/>
                  <a:gd name="T100" fmla="*/ 124 w 249"/>
                  <a:gd name="T101" fmla="*/ 217 h 218"/>
                  <a:gd name="T102" fmla="*/ 124 w 249"/>
                  <a:gd name="T103" fmla="*/ 217 h 218"/>
                  <a:gd name="T104" fmla="*/ 124 w 249"/>
                  <a:gd name="T105" fmla="*/ 217 h 218"/>
                  <a:gd name="T106" fmla="*/ 124 w 249"/>
                  <a:gd name="T107" fmla="*/ 217 h 218"/>
                  <a:gd name="T108" fmla="*/ 124 w 249"/>
                  <a:gd name="T109" fmla="*/ 217 h 218"/>
                  <a:gd name="T110" fmla="*/ 154 w 249"/>
                  <a:gd name="T111" fmla="*/ 186 h 218"/>
                  <a:gd name="T112" fmla="*/ 154 w 249"/>
                  <a:gd name="T113" fmla="*/ 186 h 218"/>
                  <a:gd name="T114" fmla="*/ 185 w 249"/>
                  <a:gd name="T115" fmla="*/ 156 h 218"/>
                  <a:gd name="T116" fmla="*/ 216 w 249"/>
                  <a:gd name="T117" fmla="*/ 156 h 218"/>
                  <a:gd name="T118" fmla="*/ 216 w 249"/>
                  <a:gd name="T119" fmla="*/ 124 h 218"/>
                  <a:gd name="T120" fmla="*/ 216 w 249"/>
                  <a:gd name="T121" fmla="*/ 124 h 218"/>
                  <a:gd name="T122" fmla="*/ 248 w 249"/>
                  <a:gd name="T123" fmla="*/ 93 h 218"/>
                  <a:gd name="T124" fmla="*/ 216 w 249"/>
                  <a:gd name="T125" fmla="*/ 9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9" h="218">
                    <a:moveTo>
                      <a:pt x="216" y="93"/>
                    </a:moveTo>
                    <a:lnTo>
                      <a:pt x="216" y="93"/>
                    </a:lnTo>
                    <a:lnTo>
                      <a:pt x="216" y="93"/>
                    </a:lnTo>
                    <a:cubicBezTo>
                      <a:pt x="185" y="62"/>
                      <a:pt x="185" y="62"/>
                      <a:pt x="185" y="62"/>
                    </a:cubicBezTo>
                    <a:lnTo>
                      <a:pt x="185" y="32"/>
                    </a:lnTo>
                    <a:lnTo>
                      <a:pt x="185" y="32"/>
                    </a:lnTo>
                    <a:lnTo>
                      <a:pt x="185" y="32"/>
                    </a:lnTo>
                    <a:lnTo>
                      <a:pt x="185" y="32"/>
                    </a:lnTo>
                    <a:lnTo>
                      <a:pt x="185" y="32"/>
                    </a:lnTo>
                    <a:lnTo>
                      <a:pt x="154" y="32"/>
                    </a:lnTo>
                    <a:lnTo>
                      <a:pt x="154" y="32"/>
                    </a:lnTo>
                    <a:cubicBezTo>
                      <a:pt x="154" y="32"/>
                      <a:pt x="154" y="0"/>
                      <a:pt x="124" y="0"/>
                    </a:cubicBezTo>
                    <a:lnTo>
                      <a:pt x="124" y="0"/>
                    </a:lnTo>
                    <a:lnTo>
                      <a:pt x="124" y="0"/>
                    </a:lnTo>
                    <a:lnTo>
                      <a:pt x="124" y="0"/>
                    </a:lnTo>
                    <a:lnTo>
                      <a:pt x="124" y="0"/>
                    </a:lnTo>
                    <a:lnTo>
                      <a:pt x="124" y="0"/>
                    </a:lnTo>
                    <a:lnTo>
                      <a:pt x="124" y="0"/>
                    </a:lnTo>
                    <a:cubicBezTo>
                      <a:pt x="124" y="0"/>
                      <a:pt x="124" y="0"/>
                      <a:pt x="124" y="32"/>
                    </a:cubicBezTo>
                    <a:lnTo>
                      <a:pt x="124" y="32"/>
                    </a:lnTo>
                    <a:lnTo>
                      <a:pt x="92" y="32"/>
                    </a:lnTo>
                    <a:lnTo>
                      <a:pt x="92" y="32"/>
                    </a:lnTo>
                    <a:lnTo>
                      <a:pt x="92" y="32"/>
                    </a:lnTo>
                    <a:cubicBezTo>
                      <a:pt x="92" y="32"/>
                      <a:pt x="92" y="32"/>
                      <a:pt x="61" y="32"/>
                    </a:cubicBezTo>
                    <a:cubicBezTo>
                      <a:pt x="61" y="32"/>
                      <a:pt x="61" y="32"/>
                      <a:pt x="30" y="32"/>
                    </a:cubicBezTo>
                    <a:lnTo>
                      <a:pt x="30" y="32"/>
                    </a:lnTo>
                    <a:lnTo>
                      <a:pt x="30" y="32"/>
                    </a:lnTo>
                    <a:lnTo>
                      <a:pt x="30" y="32"/>
                    </a:lnTo>
                    <a:lnTo>
                      <a:pt x="30" y="32"/>
                    </a:lnTo>
                    <a:cubicBezTo>
                      <a:pt x="30" y="32"/>
                      <a:pt x="30" y="32"/>
                      <a:pt x="0" y="32"/>
                    </a:cubicBezTo>
                    <a:cubicBezTo>
                      <a:pt x="0" y="32"/>
                      <a:pt x="0" y="32"/>
                      <a:pt x="30" y="32"/>
                    </a:cubicBezTo>
                    <a:lnTo>
                      <a:pt x="30" y="32"/>
                    </a:lnTo>
                    <a:cubicBezTo>
                      <a:pt x="30" y="62"/>
                      <a:pt x="30" y="62"/>
                      <a:pt x="30" y="93"/>
                    </a:cubicBezTo>
                    <a:lnTo>
                      <a:pt x="30" y="93"/>
                    </a:lnTo>
                    <a:lnTo>
                      <a:pt x="30" y="93"/>
                    </a:lnTo>
                    <a:cubicBezTo>
                      <a:pt x="30" y="93"/>
                      <a:pt x="30" y="93"/>
                      <a:pt x="61" y="93"/>
                    </a:cubicBezTo>
                    <a:lnTo>
                      <a:pt x="61" y="62"/>
                    </a:lnTo>
                    <a:lnTo>
                      <a:pt x="61" y="62"/>
                    </a:lnTo>
                    <a:cubicBezTo>
                      <a:pt x="92" y="93"/>
                      <a:pt x="92" y="93"/>
                      <a:pt x="92" y="93"/>
                    </a:cubicBezTo>
                    <a:lnTo>
                      <a:pt x="92" y="93"/>
                    </a:lnTo>
                    <a:lnTo>
                      <a:pt x="92" y="93"/>
                    </a:lnTo>
                    <a:lnTo>
                      <a:pt x="124" y="93"/>
                    </a:lnTo>
                    <a:cubicBezTo>
                      <a:pt x="124" y="124"/>
                      <a:pt x="124" y="124"/>
                      <a:pt x="124" y="156"/>
                    </a:cubicBezTo>
                    <a:lnTo>
                      <a:pt x="124" y="156"/>
                    </a:lnTo>
                    <a:lnTo>
                      <a:pt x="124" y="156"/>
                    </a:lnTo>
                    <a:cubicBezTo>
                      <a:pt x="154" y="156"/>
                      <a:pt x="154" y="156"/>
                      <a:pt x="154" y="186"/>
                    </a:cubicBezTo>
                    <a:lnTo>
                      <a:pt x="154" y="186"/>
                    </a:lnTo>
                    <a:lnTo>
                      <a:pt x="154" y="186"/>
                    </a:lnTo>
                    <a:lnTo>
                      <a:pt x="124" y="186"/>
                    </a:lnTo>
                    <a:lnTo>
                      <a:pt x="124" y="186"/>
                    </a:lnTo>
                    <a:lnTo>
                      <a:pt x="124" y="217"/>
                    </a:lnTo>
                    <a:lnTo>
                      <a:pt x="124" y="217"/>
                    </a:lnTo>
                    <a:lnTo>
                      <a:pt x="124" y="217"/>
                    </a:lnTo>
                    <a:lnTo>
                      <a:pt x="124" y="217"/>
                    </a:lnTo>
                    <a:lnTo>
                      <a:pt x="124" y="217"/>
                    </a:lnTo>
                    <a:lnTo>
                      <a:pt x="154" y="186"/>
                    </a:lnTo>
                    <a:lnTo>
                      <a:pt x="154" y="186"/>
                    </a:lnTo>
                    <a:cubicBezTo>
                      <a:pt x="154" y="156"/>
                      <a:pt x="185" y="156"/>
                      <a:pt x="185" y="156"/>
                    </a:cubicBezTo>
                    <a:cubicBezTo>
                      <a:pt x="185" y="156"/>
                      <a:pt x="185" y="156"/>
                      <a:pt x="216" y="156"/>
                    </a:cubicBezTo>
                    <a:cubicBezTo>
                      <a:pt x="216" y="124"/>
                      <a:pt x="216" y="124"/>
                      <a:pt x="216" y="124"/>
                    </a:cubicBezTo>
                    <a:lnTo>
                      <a:pt x="216" y="124"/>
                    </a:lnTo>
                    <a:cubicBezTo>
                      <a:pt x="216" y="93"/>
                      <a:pt x="216" y="93"/>
                      <a:pt x="248" y="93"/>
                    </a:cubicBezTo>
                    <a:cubicBezTo>
                      <a:pt x="248" y="93"/>
                      <a:pt x="248" y="93"/>
                      <a:pt x="216" y="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82" name="Freeform 131">
                <a:extLst>
                  <a:ext uri="{FF2B5EF4-FFF2-40B4-BE49-F238E27FC236}">
                    <a16:creationId xmlns:a16="http://schemas.microsoft.com/office/drawing/2014/main" id="{EF92499E-0965-C4A7-04EF-F83932CA151C}"/>
                  </a:ext>
                </a:extLst>
              </p:cNvPr>
              <p:cNvSpPr>
                <a:spLocks noChangeArrowheads="1"/>
              </p:cNvSpPr>
              <p:nvPr/>
            </p:nvSpPr>
            <p:spPr bwMode="auto">
              <a:xfrm>
                <a:off x="5776913" y="2282825"/>
                <a:ext cx="55562" cy="133350"/>
              </a:xfrm>
              <a:custGeom>
                <a:avLst/>
                <a:gdLst>
                  <a:gd name="T0" fmla="*/ 63 w 156"/>
                  <a:gd name="T1" fmla="*/ 278 h 372"/>
                  <a:gd name="T2" fmla="*/ 63 w 156"/>
                  <a:gd name="T3" fmla="*/ 278 h 372"/>
                  <a:gd name="T4" fmla="*/ 63 w 156"/>
                  <a:gd name="T5" fmla="*/ 278 h 372"/>
                  <a:gd name="T6" fmla="*/ 63 w 156"/>
                  <a:gd name="T7" fmla="*/ 278 h 372"/>
                  <a:gd name="T8" fmla="*/ 31 w 156"/>
                  <a:gd name="T9" fmla="*/ 309 h 372"/>
                  <a:gd name="T10" fmla="*/ 31 w 156"/>
                  <a:gd name="T11" fmla="*/ 309 h 372"/>
                  <a:gd name="T12" fmla="*/ 31 w 156"/>
                  <a:gd name="T13" fmla="*/ 309 h 372"/>
                  <a:gd name="T14" fmla="*/ 31 w 156"/>
                  <a:gd name="T15" fmla="*/ 309 h 372"/>
                  <a:gd name="T16" fmla="*/ 31 w 156"/>
                  <a:gd name="T17" fmla="*/ 309 h 372"/>
                  <a:gd name="T18" fmla="*/ 0 w 156"/>
                  <a:gd name="T19" fmla="*/ 341 h 372"/>
                  <a:gd name="T20" fmla="*/ 0 w 156"/>
                  <a:gd name="T21" fmla="*/ 341 h 372"/>
                  <a:gd name="T22" fmla="*/ 0 w 156"/>
                  <a:gd name="T23" fmla="*/ 341 h 372"/>
                  <a:gd name="T24" fmla="*/ 0 w 156"/>
                  <a:gd name="T25" fmla="*/ 341 h 372"/>
                  <a:gd name="T26" fmla="*/ 31 w 156"/>
                  <a:gd name="T27" fmla="*/ 371 h 372"/>
                  <a:gd name="T28" fmla="*/ 31 w 156"/>
                  <a:gd name="T29" fmla="*/ 371 h 372"/>
                  <a:gd name="T30" fmla="*/ 93 w 156"/>
                  <a:gd name="T31" fmla="*/ 341 h 372"/>
                  <a:gd name="T32" fmla="*/ 93 w 156"/>
                  <a:gd name="T33" fmla="*/ 341 h 372"/>
                  <a:gd name="T34" fmla="*/ 93 w 156"/>
                  <a:gd name="T35" fmla="*/ 309 h 372"/>
                  <a:gd name="T36" fmla="*/ 93 w 156"/>
                  <a:gd name="T37" fmla="*/ 309 h 372"/>
                  <a:gd name="T38" fmla="*/ 155 w 156"/>
                  <a:gd name="T39" fmla="*/ 247 h 372"/>
                  <a:gd name="T40" fmla="*/ 155 w 156"/>
                  <a:gd name="T41" fmla="*/ 247 h 372"/>
                  <a:gd name="T42" fmla="*/ 155 w 156"/>
                  <a:gd name="T43" fmla="*/ 217 h 372"/>
                  <a:gd name="T44" fmla="*/ 155 w 156"/>
                  <a:gd name="T45" fmla="*/ 185 h 372"/>
                  <a:gd name="T46" fmla="*/ 155 w 156"/>
                  <a:gd name="T47" fmla="*/ 154 h 372"/>
                  <a:gd name="T48" fmla="*/ 155 w 156"/>
                  <a:gd name="T49" fmla="*/ 154 h 372"/>
                  <a:gd name="T50" fmla="*/ 155 w 156"/>
                  <a:gd name="T51" fmla="*/ 123 h 372"/>
                  <a:gd name="T52" fmla="*/ 155 w 156"/>
                  <a:gd name="T53" fmla="*/ 123 h 372"/>
                  <a:gd name="T54" fmla="*/ 124 w 156"/>
                  <a:gd name="T55" fmla="*/ 31 h 372"/>
                  <a:gd name="T56" fmla="*/ 124 w 156"/>
                  <a:gd name="T57" fmla="*/ 31 h 372"/>
                  <a:gd name="T58" fmla="*/ 93 w 156"/>
                  <a:gd name="T59" fmla="*/ 31 h 372"/>
                  <a:gd name="T60" fmla="*/ 93 w 156"/>
                  <a:gd name="T61" fmla="*/ 0 h 372"/>
                  <a:gd name="T62" fmla="*/ 93 w 156"/>
                  <a:gd name="T63" fmla="*/ 31 h 372"/>
                  <a:gd name="T64" fmla="*/ 93 w 156"/>
                  <a:gd name="T65" fmla="*/ 31 h 372"/>
                  <a:gd name="T66" fmla="*/ 93 w 156"/>
                  <a:gd name="T67" fmla="*/ 31 h 372"/>
                  <a:gd name="T68" fmla="*/ 93 w 156"/>
                  <a:gd name="T69" fmla="*/ 31 h 372"/>
                  <a:gd name="T70" fmla="*/ 93 w 156"/>
                  <a:gd name="T71" fmla="*/ 31 h 372"/>
                  <a:gd name="T72" fmla="*/ 93 w 156"/>
                  <a:gd name="T73" fmla="*/ 61 h 372"/>
                  <a:gd name="T74" fmla="*/ 93 w 156"/>
                  <a:gd name="T75" fmla="*/ 93 h 372"/>
                  <a:gd name="T76" fmla="*/ 93 w 156"/>
                  <a:gd name="T77" fmla="*/ 93 h 372"/>
                  <a:gd name="T78" fmla="*/ 93 w 156"/>
                  <a:gd name="T79" fmla="*/ 93 h 372"/>
                  <a:gd name="T80" fmla="*/ 93 w 156"/>
                  <a:gd name="T81" fmla="*/ 93 h 372"/>
                  <a:gd name="T82" fmla="*/ 93 w 156"/>
                  <a:gd name="T83" fmla="*/ 123 h 372"/>
                  <a:gd name="T84" fmla="*/ 93 w 156"/>
                  <a:gd name="T85" fmla="*/ 154 h 372"/>
                  <a:gd name="T86" fmla="*/ 93 w 156"/>
                  <a:gd name="T87" fmla="*/ 185 h 372"/>
                  <a:gd name="T88" fmla="*/ 93 w 156"/>
                  <a:gd name="T89" fmla="*/ 217 h 372"/>
                  <a:gd name="T90" fmla="*/ 93 w 156"/>
                  <a:gd name="T91" fmla="*/ 247 h 372"/>
                  <a:gd name="T92" fmla="*/ 93 w 156"/>
                  <a:gd name="T93" fmla="*/ 278 h 372"/>
                  <a:gd name="T94" fmla="*/ 93 w 156"/>
                  <a:gd name="T95" fmla="*/ 278 h 372"/>
                  <a:gd name="T96" fmla="*/ 63 w 156"/>
                  <a:gd name="T97" fmla="*/ 278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6" h="372">
                    <a:moveTo>
                      <a:pt x="63" y="278"/>
                    </a:moveTo>
                    <a:lnTo>
                      <a:pt x="63" y="278"/>
                    </a:lnTo>
                    <a:lnTo>
                      <a:pt x="63" y="278"/>
                    </a:lnTo>
                    <a:lnTo>
                      <a:pt x="63" y="278"/>
                    </a:lnTo>
                    <a:cubicBezTo>
                      <a:pt x="31" y="278"/>
                      <a:pt x="31" y="309"/>
                      <a:pt x="31" y="309"/>
                    </a:cubicBezTo>
                    <a:lnTo>
                      <a:pt x="31" y="309"/>
                    </a:lnTo>
                    <a:lnTo>
                      <a:pt x="31" y="309"/>
                    </a:lnTo>
                    <a:lnTo>
                      <a:pt x="31" y="309"/>
                    </a:lnTo>
                    <a:lnTo>
                      <a:pt x="31" y="309"/>
                    </a:lnTo>
                    <a:cubicBezTo>
                      <a:pt x="31" y="341"/>
                      <a:pt x="31" y="341"/>
                      <a:pt x="0" y="341"/>
                    </a:cubicBezTo>
                    <a:lnTo>
                      <a:pt x="0" y="341"/>
                    </a:lnTo>
                    <a:lnTo>
                      <a:pt x="0" y="341"/>
                    </a:lnTo>
                    <a:lnTo>
                      <a:pt x="0" y="341"/>
                    </a:lnTo>
                    <a:lnTo>
                      <a:pt x="31" y="371"/>
                    </a:lnTo>
                    <a:lnTo>
                      <a:pt x="31" y="371"/>
                    </a:lnTo>
                    <a:cubicBezTo>
                      <a:pt x="31" y="341"/>
                      <a:pt x="63" y="341"/>
                      <a:pt x="93" y="341"/>
                    </a:cubicBezTo>
                    <a:lnTo>
                      <a:pt x="93" y="341"/>
                    </a:lnTo>
                    <a:cubicBezTo>
                      <a:pt x="93" y="309"/>
                      <a:pt x="93" y="309"/>
                      <a:pt x="93" y="309"/>
                    </a:cubicBezTo>
                    <a:lnTo>
                      <a:pt x="93" y="309"/>
                    </a:lnTo>
                    <a:cubicBezTo>
                      <a:pt x="93" y="309"/>
                      <a:pt x="124" y="278"/>
                      <a:pt x="155" y="247"/>
                    </a:cubicBezTo>
                    <a:lnTo>
                      <a:pt x="155" y="247"/>
                    </a:lnTo>
                    <a:lnTo>
                      <a:pt x="155" y="217"/>
                    </a:lnTo>
                    <a:cubicBezTo>
                      <a:pt x="155" y="185"/>
                      <a:pt x="155" y="185"/>
                      <a:pt x="155" y="185"/>
                    </a:cubicBezTo>
                    <a:cubicBezTo>
                      <a:pt x="155" y="185"/>
                      <a:pt x="155" y="185"/>
                      <a:pt x="155" y="154"/>
                    </a:cubicBezTo>
                    <a:lnTo>
                      <a:pt x="155" y="154"/>
                    </a:lnTo>
                    <a:lnTo>
                      <a:pt x="155" y="123"/>
                    </a:lnTo>
                    <a:lnTo>
                      <a:pt x="155" y="123"/>
                    </a:lnTo>
                    <a:cubicBezTo>
                      <a:pt x="124" y="93"/>
                      <a:pt x="124" y="61"/>
                      <a:pt x="124" y="31"/>
                    </a:cubicBezTo>
                    <a:lnTo>
                      <a:pt x="124" y="31"/>
                    </a:lnTo>
                    <a:cubicBezTo>
                      <a:pt x="124" y="31"/>
                      <a:pt x="124" y="31"/>
                      <a:pt x="93" y="31"/>
                    </a:cubicBezTo>
                    <a:cubicBezTo>
                      <a:pt x="93" y="0"/>
                      <a:pt x="93" y="0"/>
                      <a:pt x="93" y="0"/>
                    </a:cubicBezTo>
                    <a:lnTo>
                      <a:pt x="93" y="31"/>
                    </a:lnTo>
                    <a:lnTo>
                      <a:pt x="93" y="31"/>
                    </a:lnTo>
                    <a:lnTo>
                      <a:pt x="93" y="31"/>
                    </a:lnTo>
                    <a:lnTo>
                      <a:pt x="93" y="31"/>
                    </a:lnTo>
                    <a:lnTo>
                      <a:pt x="93" y="31"/>
                    </a:lnTo>
                    <a:lnTo>
                      <a:pt x="93" y="61"/>
                    </a:lnTo>
                    <a:cubicBezTo>
                      <a:pt x="93" y="61"/>
                      <a:pt x="93" y="61"/>
                      <a:pt x="93" y="93"/>
                    </a:cubicBezTo>
                    <a:lnTo>
                      <a:pt x="93" y="93"/>
                    </a:lnTo>
                    <a:lnTo>
                      <a:pt x="93" y="93"/>
                    </a:lnTo>
                    <a:lnTo>
                      <a:pt x="93" y="93"/>
                    </a:lnTo>
                    <a:cubicBezTo>
                      <a:pt x="93" y="93"/>
                      <a:pt x="93" y="93"/>
                      <a:pt x="93" y="123"/>
                    </a:cubicBezTo>
                    <a:cubicBezTo>
                      <a:pt x="93" y="123"/>
                      <a:pt x="93" y="123"/>
                      <a:pt x="93" y="154"/>
                    </a:cubicBezTo>
                    <a:cubicBezTo>
                      <a:pt x="93" y="185"/>
                      <a:pt x="93" y="185"/>
                      <a:pt x="93" y="185"/>
                    </a:cubicBezTo>
                    <a:lnTo>
                      <a:pt x="93" y="217"/>
                    </a:lnTo>
                    <a:cubicBezTo>
                      <a:pt x="93" y="217"/>
                      <a:pt x="93" y="217"/>
                      <a:pt x="93" y="247"/>
                    </a:cubicBezTo>
                    <a:cubicBezTo>
                      <a:pt x="93" y="247"/>
                      <a:pt x="93" y="247"/>
                      <a:pt x="93" y="278"/>
                    </a:cubicBezTo>
                    <a:lnTo>
                      <a:pt x="93" y="278"/>
                    </a:lnTo>
                    <a:lnTo>
                      <a:pt x="63" y="278"/>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83" name="Freeform 132">
                <a:extLst>
                  <a:ext uri="{FF2B5EF4-FFF2-40B4-BE49-F238E27FC236}">
                    <a16:creationId xmlns:a16="http://schemas.microsoft.com/office/drawing/2014/main" id="{3A2F2C35-7DE4-07AD-2334-64D7B610AF1E}"/>
                  </a:ext>
                </a:extLst>
              </p:cNvPr>
              <p:cNvSpPr>
                <a:spLocks noChangeArrowheads="1"/>
              </p:cNvSpPr>
              <p:nvPr/>
            </p:nvSpPr>
            <p:spPr bwMode="auto">
              <a:xfrm>
                <a:off x="5710238" y="2327275"/>
                <a:ext cx="88900" cy="79375"/>
              </a:xfrm>
              <a:custGeom>
                <a:avLst/>
                <a:gdLst>
                  <a:gd name="T0" fmla="*/ 154 w 249"/>
                  <a:gd name="T1" fmla="*/ 155 h 219"/>
                  <a:gd name="T2" fmla="*/ 154 w 249"/>
                  <a:gd name="T3" fmla="*/ 155 h 219"/>
                  <a:gd name="T4" fmla="*/ 154 w 249"/>
                  <a:gd name="T5" fmla="*/ 155 h 219"/>
                  <a:gd name="T6" fmla="*/ 154 w 249"/>
                  <a:gd name="T7" fmla="*/ 155 h 219"/>
                  <a:gd name="T8" fmla="*/ 154 w 249"/>
                  <a:gd name="T9" fmla="*/ 155 h 219"/>
                  <a:gd name="T10" fmla="*/ 154 w 249"/>
                  <a:gd name="T11" fmla="*/ 155 h 219"/>
                  <a:gd name="T12" fmla="*/ 154 w 249"/>
                  <a:gd name="T13" fmla="*/ 124 h 219"/>
                  <a:gd name="T14" fmla="*/ 154 w 249"/>
                  <a:gd name="T15" fmla="*/ 124 h 219"/>
                  <a:gd name="T16" fmla="*/ 154 w 249"/>
                  <a:gd name="T17" fmla="*/ 124 h 219"/>
                  <a:gd name="T18" fmla="*/ 185 w 249"/>
                  <a:gd name="T19" fmla="*/ 124 h 219"/>
                  <a:gd name="T20" fmla="*/ 185 w 249"/>
                  <a:gd name="T21" fmla="*/ 124 h 219"/>
                  <a:gd name="T22" fmla="*/ 216 w 249"/>
                  <a:gd name="T23" fmla="*/ 124 h 219"/>
                  <a:gd name="T24" fmla="*/ 216 w 249"/>
                  <a:gd name="T25" fmla="*/ 124 h 219"/>
                  <a:gd name="T26" fmla="*/ 248 w 249"/>
                  <a:gd name="T27" fmla="*/ 94 h 219"/>
                  <a:gd name="T28" fmla="*/ 248 w 249"/>
                  <a:gd name="T29" fmla="*/ 94 h 219"/>
                  <a:gd name="T30" fmla="*/ 248 w 249"/>
                  <a:gd name="T31" fmla="*/ 94 h 219"/>
                  <a:gd name="T32" fmla="*/ 248 w 249"/>
                  <a:gd name="T33" fmla="*/ 62 h 219"/>
                  <a:gd name="T34" fmla="*/ 248 w 249"/>
                  <a:gd name="T35" fmla="*/ 31 h 219"/>
                  <a:gd name="T36" fmla="*/ 248 w 249"/>
                  <a:gd name="T37" fmla="*/ 0 h 219"/>
                  <a:gd name="T38" fmla="*/ 248 w 249"/>
                  <a:gd name="T39" fmla="*/ 0 h 219"/>
                  <a:gd name="T40" fmla="*/ 248 w 249"/>
                  <a:gd name="T41" fmla="*/ 0 h 219"/>
                  <a:gd name="T42" fmla="*/ 248 w 249"/>
                  <a:gd name="T43" fmla="*/ 0 h 219"/>
                  <a:gd name="T44" fmla="*/ 216 w 249"/>
                  <a:gd name="T45" fmla="*/ 0 h 219"/>
                  <a:gd name="T46" fmla="*/ 216 w 249"/>
                  <a:gd name="T47" fmla="*/ 0 h 219"/>
                  <a:gd name="T48" fmla="*/ 216 w 249"/>
                  <a:gd name="T49" fmla="*/ 0 h 219"/>
                  <a:gd name="T50" fmla="*/ 216 w 249"/>
                  <a:gd name="T51" fmla="*/ 0 h 219"/>
                  <a:gd name="T52" fmla="*/ 216 w 249"/>
                  <a:gd name="T53" fmla="*/ 0 h 219"/>
                  <a:gd name="T54" fmla="*/ 185 w 249"/>
                  <a:gd name="T55" fmla="*/ 0 h 219"/>
                  <a:gd name="T56" fmla="*/ 185 w 249"/>
                  <a:gd name="T57" fmla="*/ 31 h 219"/>
                  <a:gd name="T58" fmla="*/ 154 w 249"/>
                  <a:gd name="T59" fmla="*/ 31 h 219"/>
                  <a:gd name="T60" fmla="*/ 154 w 249"/>
                  <a:gd name="T61" fmla="*/ 31 h 219"/>
                  <a:gd name="T62" fmla="*/ 124 w 249"/>
                  <a:gd name="T63" fmla="*/ 31 h 219"/>
                  <a:gd name="T64" fmla="*/ 124 w 249"/>
                  <a:gd name="T65" fmla="*/ 0 h 219"/>
                  <a:gd name="T66" fmla="*/ 124 w 249"/>
                  <a:gd name="T67" fmla="*/ 0 h 219"/>
                  <a:gd name="T68" fmla="*/ 92 w 249"/>
                  <a:gd name="T69" fmla="*/ 0 h 219"/>
                  <a:gd name="T70" fmla="*/ 92 w 249"/>
                  <a:gd name="T71" fmla="*/ 0 h 219"/>
                  <a:gd name="T72" fmla="*/ 92 w 249"/>
                  <a:gd name="T73" fmla="*/ 0 h 219"/>
                  <a:gd name="T74" fmla="*/ 61 w 249"/>
                  <a:gd name="T75" fmla="*/ 0 h 219"/>
                  <a:gd name="T76" fmla="*/ 30 w 249"/>
                  <a:gd name="T77" fmla="*/ 0 h 219"/>
                  <a:gd name="T78" fmla="*/ 30 w 249"/>
                  <a:gd name="T79" fmla="*/ 0 h 219"/>
                  <a:gd name="T80" fmla="*/ 30 w 249"/>
                  <a:gd name="T81" fmla="*/ 0 h 219"/>
                  <a:gd name="T82" fmla="*/ 0 w 249"/>
                  <a:gd name="T83" fmla="*/ 31 h 219"/>
                  <a:gd name="T84" fmla="*/ 0 w 249"/>
                  <a:gd name="T85" fmla="*/ 62 h 219"/>
                  <a:gd name="T86" fmla="*/ 30 w 249"/>
                  <a:gd name="T87" fmla="*/ 124 h 219"/>
                  <a:gd name="T88" fmla="*/ 30 w 249"/>
                  <a:gd name="T89" fmla="*/ 124 h 219"/>
                  <a:gd name="T90" fmla="*/ 30 w 249"/>
                  <a:gd name="T91" fmla="*/ 155 h 219"/>
                  <a:gd name="T92" fmla="*/ 61 w 249"/>
                  <a:gd name="T93" fmla="*/ 186 h 219"/>
                  <a:gd name="T94" fmla="*/ 92 w 249"/>
                  <a:gd name="T95" fmla="*/ 218 h 219"/>
                  <a:gd name="T96" fmla="*/ 92 w 249"/>
                  <a:gd name="T97" fmla="*/ 186 h 219"/>
                  <a:gd name="T98" fmla="*/ 124 w 249"/>
                  <a:gd name="T99" fmla="*/ 186 h 219"/>
                  <a:gd name="T100" fmla="*/ 154 w 249"/>
                  <a:gd name="T101" fmla="*/ 155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9" h="219">
                    <a:moveTo>
                      <a:pt x="154" y="155"/>
                    </a:moveTo>
                    <a:lnTo>
                      <a:pt x="154" y="155"/>
                    </a:lnTo>
                    <a:lnTo>
                      <a:pt x="154" y="155"/>
                    </a:lnTo>
                    <a:lnTo>
                      <a:pt x="154" y="155"/>
                    </a:lnTo>
                    <a:lnTo>
                      <a:pt x="154" y="155"/>
                    </a:lnTo>
                    <a:lnTo>
                      <a:pt x="154" y="155"/>
                    </a:lnTo>
                    <a:lnTo>
                      <a:pt x="154" y="124"/>
                    </a:lnTo>
                    <a:lnTo>
                      <a:pt x="154" y="124"/>
                    </a:lnTo>
                    <a:lnTo>
                      <a:pt x="154" y="124"/>
                    </a:lnTo>
                    <a:cubicBezTo>
                      <a:pt x="185" y="124"/>
                      <a:pt x="185" y="124"/>
                      <a:pt x="185" y="124"/>
                    </a:cubicBezTo>
                    <a:lnTo>
                      <a:pt x="185" y="124"/>
                    </a:lnTo>
                    <a:cubicBezTo>
                      <a:pt x="216" y="124"/>
                      <a:pt x="216" y="124"/>
                      <a:pt x="216" y="124"/>
                    </a:cubicBezTo>
                    <a:lnTo>
                      <a:pt x="216" y="124"/>
                    </a:lnTo>
                    <a:cubicBezTo>
                      <a:pt x="216" y="94"/>
                      <a:pt x="216" y="94"/>
                      <a:pt x="248" y="94"/>
                    </a:cubicBezTo>
                    <a:lnTo>
                      <a:pt x="248" y="94"/>
                    </a:lnTo>
                    <a:lnTo>
                      <a:pt x="248" y="94"/>
                    </a:lnTo>
                    <a:cubicBezTo>
                      <a:pt x="248" y="94"/>
                      <a:pt x="248" y="94"/>
                      <a:pt x="248" y="62"/>
                    </a:cubicBezTo>
                    <a:cubicBezTo>
                      <a:pt x="248" y="62"/>
                      <a:pt x="248" y="62"/>
                      <a:pt x="248" y="31"/>
                    </a:cubicBezTo>
                    <a:lnTo>
                      <a:pt x="248" y="0"/>
                    </a:lnTo>
                    <a:lnTo>
                      <a:pt x="248" y="0"/>
                    </a:lnTo>
                    <a:lnTo>
                      <a:pt x="248" y="0"/>
                    </a:lnTo>
                    <a:lnTo>
                      <a:pt x="248" y="0"/>
                    </a:lnTo>
                    <a:cubicBezTo>
                      <a:pt x="216" y="0"/>
                      <a:pt x="216" y="0"/>
                      <a:pt x="216" y="0"/>
                    </a:cubicBezTo>
                    <a:lnTo>
                      <a:pt x="216" y="0"/>
                    </a:lnTo>
                    <a:lnTo>
                      <a:pt x="216" y="0"/>
                    </a:lnTo>
                    <a:lnTo>
                      <a:pt x="216" y="0"/>
                    </a:lnTo>
                    <a:lnTo>
                      <a:pt x="216" y="0"/>
                    </a:lnTo>
                    <a:cubicBezTo>
                      <a:pt x="216" y="0"/>
                      <a:pt x="216" y="0"/>
                      <a:pt x="185" y="0"/>
                    </a:cubicBezTo>
                    <a:lnTo>
                      <a:pt x="185" y="31"/>
                    </a:lnTo>
                    <a:cubicBezTo>
                      <a:pt x="185" y="31"/>
                      <a:pt x="185" y="31"/>
                      <a:pt x="154" y="31"/>
                    </a:cubicBezTo>
                    <a:lnTo>
                      <a:pt x="154" y="31"/>
                    </a:lnTo>
                    <a:cubicBezTo>
                      <a:pt x="154" y="31"/>
                      <a:pt x="154" y="31"/>
                      <a:pt x="124" y="31"/>
                    </a:cubicBezTo>
                    <a:cubicBezTo>
                      <a:pt x="124" y="31"/>
                      <a:pt x="124" y="31"/>
                      <a:pt x="124" y="0"/>
                    </a:cubicBezTo>
                    <a:lnTo>
                      <a:pt x="124" y="0"/>
                    </a:lnTo>
                    <a:cubicBezTo>
                      <a:pt x="92" y="0"/>
                      <a:pt x="92" y="0"/>
                      <a:pt x="92" y="0"/>
                    </a:cubicBezTo>
                    <a:lnTo>
                      <a:pt x="92" y="0"/>
                    </a:lnTo>
                    <a:lnTo>
                      <a:pt x="92" y="0"/>
                    </a:lnTo>
                    <a:cubicBezTo>
                      <a:pt x="92" y="0"/>
                      <a:pt x="92" y="0"/>
                      <a:pt x="61" y="0"/>
                    </a:cubicBezTo>
                    <a:cubicBezTo>
                      <a:pt x="61" y="0"/>
                      <a:pt x="61" y="0"/>
                      <a:pt x="30" y="0"/>
                    </a:cubicBezTo>
                    <a:lnTo>
                      <a:pt x="30" y="0"/>
                    </a:lnTo>
                    <a:lnTo>
                      <a:pt x="30" y="0"/>
                    </a:lnTo>
                    <a:cubicBezTo>
                      <a:pt x="0" y="31"/>
                      <a:pt x="0" y="31"/>
                      <a:pt x="0" y="31"/>
                    </a:cubicBezTo>
                    <a:cubicBezTo>
                      <a:pt x="0" y="62"/>
                      <a:pt x="0" y="62"/>
                      <a:pt x="0" y="62"/>
                    </a:cubicBezTo>
                    <a:cubicBezTo>
                      <a:pt x="0" y="94"/>
                      <a:pt x="30" y="124"/>
                      <a:pt x="30" y="124"/>
                    </a:cubicBezTo>
                    <a:lnTo>
                      <a:pt x="30" y="124"/>
                    </a:lnTo>
                    <a:cubicBezTo>
                      <a:pt x="30" y="155"/>
                      <a:pt x="30" y="155"/>
                      <a:pt x="30" y="155"/>
                    </a:cubicBezTo>
                    <a:cubicBezTo>
                      <a:pt x="30" y="155"/>
                      <a:pt x="30" y="186"/>
                      <a:pt x="61" y="186"/>
                    </a:cubicBezTo>
                    <a:cubicBezTo>
                      <a:pt x="61" y="186"/>
                      <a:pt x="61" y="186"/>
                      <a:pt x="92" y="218"/>
                    </a:cubicBezTo>
                    <a:cubicBezTo>
                      <a:pt x="92" y="186"/>
                      <a:pt x="92" y="186"/>
                      <a:pt x="92" y="186"/>
                    </a:cubicBezTo>
                    <a:cubicBezTo>
                      <a:pt x="92" y="186"/>
                      <a:pt x="92" y="186"/>
                      <a:pt x="124" y="186"/>
                    </a:cubicBezTo>
                    <a:cubicBezTo>
                      <a:pt x="124" y="186"/>
                      <a:pt x="124" y="155"/>
                      <a:pt x="154" y="15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84" name="Freeform 133">
                <a:extLst>
                  <a:ext uri="{FF2B5EF4-FFF2-40B4-BE49-F238E27FC236}">
                    <a16:creationId xmlns:a16="http://schemas.microsoft.com/office/drawing/2014/main" id="{7D030671-8D17-2BEC-9403-C342C49893A7}"/>
                  </a:ext>
                </a:extLst>
              </p:cNvPr>
              <p:cNvSpPr>
                <a:spLocks noChangeArrowheads="1"/>
              </p:cNvSpPr>
              <p:nvPr/>
            </p:nvSpPr>
            <p:spPr bwMode="auto">
              <a:xfrm>
                <a:off x="5832475" y="2560638"/>
                <a:ext cx="168275" cy="179387"/>
              </a:xfrm>
              <a:custGeom>
                <a:avLst/>
                <a:gdLst>
                  <a:gd name="T0" fmla="*/ 32 w 466"/>
                  <a:gd name="T1" fmla="*/ 310 h 497"/>
                  <a:gd name="T2" fmla="*/ 62 w 466"/>
                  <a:gd name="T3" fmla="*/ 341 h 497"/>
                  <a:gd name="T4" fmla="*/ 62 w 466"/>
                  <a:gd name="T5" fmla="*/ 372 h 497"/>
                  <a:gd name="T6" fmla="*/ 62 w 466"/>
                  <a:gd name="T7" fmla="*/ 403 h 497"/>
                  <a:gd name="T8" fmla="*/ 62 w 466"/>
                  <a:gd name="T9" fmla="*/ 434 h 497"/>
                  <a:gd name="T10" fmla="*/ 93 w 466"/>
                  <a:gd name="T11" fmla="*/ 434 h 497"/>
                  <a:gd name="T12" fmla="*/ 124 w 466"/>
                  <a:gd name="T13" fmla="*/ 434 h 497"/>
                  <a:gd name="T14" fmla="*/ 156 w 466"/>
                  <a:gd name="T15" fmla="*/ 434 h 497"/>
                  <a:gd name="T16" fmla="*/ 217 w 466"/>
                  <a:gd name="T17" fmla="*/ 434 h 497"/>
                  <a:gd name="T18" fmla="*/ 248 w 466"/>
                  <a:gd name="T19" fmla="*/ 434 h 497"/>
                  <a:gd name="T20" fmla="*/ 248 w 466"/>
                  <a:gd name="T21" fmla="*/ 434 h 497"/>
                  <a:gd name="T22" fmla="*/ 280 w 466"/>
                  <a:gd name="T23" fmla="*/ 434 h 497"/>
                  <a:gd name="T24" fmla="*/ 310 w 466"/>
                  <a:gd name="T25" fmla="*/ 465 h 497"/>
                  <a:gd name="T26" fmla="*/ 310 w 466"/>
                  <a:gd name="T27" fmla="*/ 496 h 497"/>
                  <a:gd name="T28" fmla="*/ 372 w 466"/>
                  <a:gd name="T29" fmla="*/ 465 h 497"/>
                  <a:gd name="T30" fmla="*/ 372 w 466"/>
                  <a:gd name="T31" fmla="*/ 403 h 497"/>
                  <a:gd name="T32" fmla="*/ 372 w 466"/>
                  <a:gd name="T33" fmla="*/ 403 h 497"/>
                  <a:gd name="T34" fmla="*/ 434 w 466"/>
                  <a:gd name="T35" fmla="*/ 310 h 497"/>
                  <a:gd name="T36" fmla="*/ 434 w 466"/>
                  <a:gd name="T37" fmla="*/ 279 h 497"/>
                  <a:gd name="T38" fmla="*/ 434 w 466"/>
                  <a:gd name="T39" fmla="*/ 217 h 497"/>
                  <a:gd name="T40" fmla="*/ 465 w 466"/>
                  <a:gd name="T41" fmla="*/ 155 h 497"/>
                  <a:gd name="T42" fmla="*/ 465 w 466"/>
                  <a:gd name="T43" fmla="*/ 124 h 497"/>
                  <a:gd name="T44" fmla="*/ 465 w 466"/>
                  <a:gd name="T45" fmla="*/ 93 h 497"/>
                  <a:gd name="T46" fmla="*/ 434 w 466"/>
                  <a:gd name="T47" fmla="*/ 0 h 497"/>
                  <a:gd name="T48" fmla="*/ 372 w 466"/>
                  <a:gd name="T49" fmla="*/ 0 h 497"/>
                  <a:gd name="T50" fmla="*/ 372 w 466"/>
                  <a:gd name="T51" fmla="*/ 31 h 497"/>
                  <a:gd name="T52" fmla="*/ 372 w 466"/>
                  <a:gd name="T53" fmla="*/ 62 h 497"/>
                  <a:gd name="T54" fmla="*/ 372 w 466"/>
                  <a:gd name="T55" fmla="*/ 93 h 497"/>
                  <a:gd name="T56" fmla="*/ 341 w 466"/>
                  <a:gd name="T57" fmla="*/ 124 h 497"/>
                  <a:gd name="T58" fmla="*/ 341 w 466"/>
                  <a:gd name="T59" fmla="*/ 155 h 497"/>
                  <a:gd name="T60" fmla="*/ 341 w 466"/>
                  <a:gd name="T61" fmla="*/ 155 h 497"/>
                  <a:gd name="T62" fmla="*/ 310 w 466"/>
                  <a:gd name="T63" fmla="*/ 186 h 497"/>
                  <a:gd name="T64" fmla="*/ 248 w 466"/>
                  <a:gd name="T65" fmla="*/ 217 h 497"/>
                  <a:gd name="T66" fmla="*/ 186 w 466"/>
                  <a:gd name="T67" fmla="*/ 186 h 497"/>
                  <a:gd name="T68" fmla="*/ 186 w 466"/>
                  <a:gd name="T69" fmla="*/ 186 h 497"/>
                  <a:gd name="T70" fmla="*/ 124 w 466"/>
                  <a:gd name="T71" fmla="*/ 217 h 497"/>
                  <a:gd name="T72" fmla="*/ 124 w 466"/>
                  <a:gd name="T73" fmla="*/ 217 h 497"/>
                  <a:gd name="T74" fmla="*/ 93 w 466"/>
                  <a:gd name="T75" fmla="*/ 217 h 497"/>
                  <a:gd name="T76" fmla="*/ 62 w 466"/>
                  <a:gd name="T77" fmla="*/ 217 h 497"/>
                  <a:gd name="T78" fmla="*/ 62 w 466"/>
                  <a:gd name="T79" fmla="*/ 217 h 497"/>
                  <a:gd name="T80" fmla="*/ 32 w 466"/>
                  <a:gd name="T81" fmla="*/ 186 h 497"/>
                  <a:gd name="T82" fmla="*/ 0 w 466"/>
                  <a:gd name="T83" fmla="*/ 186 h 497"/>
                  <a:gd name="T84" fmla="*/ 0 w 466"/>
                  <a:gd name="T85" fmla="*/ 217 h 497"/>
                  <a:gd name="T86" fmla="*/ 32 w 466"/>
                  <a:gd name="T87" fmla="*/ 279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66" h="497">
                    <a:moveTo>
                      <a:pt x="32" y="310"/>
                    </a:moveTo>
                    <a:lnTo>
                      <a:pt x="32" y="310"/>
                    </a:lnTo>
                    <a:cubicBezTo>
                      <a:pt x="32" y="310"/>
                      <a:pt x="62" y="310"/>
                      <a:pt x="62" y="341"/>
                    </a:cubicBezTo>
                    <a:lnTo>
                      <a:pt x="62" y="341"/>
                    </a:lnTo>
                    <a:lnTo>
                      <a:pt x="62" y="372"/>
                    </a:lnTo>
                    <a:lnTo>
                      <a:pt x="62" y="372"/>
                    </a:lnTo>
                    <a:lnTo>
                      <a:pt x="62" y="403"/>
                    </a:lnTo>
                    <a:lnTo>
                      <a:pt x="62" y="403"/>
                    </a:lnTo>
                    <a:cubicBezTo>
                      <a:pt x="62" y="434"/>
                      <a:pt x="62" y="434"/>
                      <a:pt x="62" y="434"/>
                    </a:cubicBezTo>
                    <a:lnTo>
                      <a:pt x="62" y="434"/>
                    </a:lnTo>
                    <a:cubicBezTo>
                      <a:pt x="93" y="434"/>
                      <a:pt x="93" y="434"/>
                      <a:pt x="93" y="434"/>
                    </a:cubicBezTo>
                    <a:lnTo>
                      <a:pt x="93" y="434"/>
                    </a:lnTo>
                    <a:lnTo>
                      <a:pt x="93" y="434"/>
                    </a:lnTo>
                    <a:cubicBezTo>
                      <a:pt x="124" y="434"/>
                      <a:pt x="124" y="434"/>
                      <a:pt x="124" y="434"/>
                    </a:cubicBezTo>
                    <a:cubicBezTo>
                      <a:pt x="124" y="403"/>
                      <a:pt x="124" y="403"/>
                      <a:pt x="124" y="403"/>
                    </a:cubicBezTo>
                    <a:cubicBezTo>
                      <a:pt x="156" y="403"/>
                      <a:pt x="156" y="434"/>
                      <a:pt x="156" y="434"/>
                    </a:cubicBezTo>
                    <a:lnTo>
                      <a:pt x="156" y="434"/>
                    </a:lnTo>
                    <a:cubicBezTo>
                      <a:pt x="186" y="434"/>
                      <a:pt x="186" y="434"/>
                      <a:pt x="217" y="434"/>
                    </a:cubicBezTo>
                    <a:lnTo>
                      <a:pt x="217" y="434"/>
                    </a:lnTo>
                    <a:cubicBezTo>
                      <a:pt x="217" y="434"/>
                      <a:pt x="217" y="434"/>
                      <a:pt x="248" y="434"/>
                    </a:cubicBezTo>
                    <a:lnTo>
                      <a:pt x="248" y="434"/>
                    </a:lnTo>
                    <a:lnTo>
                      <a:pt x="248" y="434"/>
                    </a:lnTo>
                    <a:lnTo>
                      <a:pt x="248" y="434"/>
                    </a:lnTo>
                    <a:cubicBezTo>
                      <a:pt x="280" y="434"/>
                      <a:pt x="280" y="434"/>
                      <a:pt x="280" y="434"/>
                    </a:cubicBezTo>
                    <a:cubicBezTo>
                      <a:pt x="280" y="434"/>
                      <a:pt x="280" y="465"/>
                      <a:pt x="310" y="465"/>
                    </a:cubicBezTo>
                    <a:lnTo>
                      <a:pt x="310" y="465"/>
                    </a:lnTo>
                    <a:cubicBezTo>
                      <a:pt x="310" y="465"/>
                      <a:pt x="310" y="465"/>
                      <a:pt x="310" y="496"/>
                    </a:cubicBezTo>
                    <a:lnTo>
                      <a:pt x="310" y="496"/>
                    </a:lnTo>
                    <a:lnTo>
                      <a:pt x="341" y="465"/>
                    </a:lnTo>
                    <a:cubicBezTo>
                      <a:pt x="341" y="465"/>
                      <a:pt x="341" y="465"/>
                      <a:pt x="372" y="465"/>
                    </a:cubicBezTo>
                    <a:lnTo>
                      <a:pt x="372" y="434"/>
                    </a:lnTo>
                    <a:cubicBezTo>
                      <a:pt x="372" y="434"/>
                      <a:pt x="372" y="434"/>
                      <a:pt x="372" y="403"/>
                    </a:cubicBezTo>
                    <a:lnTo>
                      <a:pt x="372" y="403"/>
                    </a:lnTo>
                    <a:lnTo>
                      <a:pt x="372" y="403"/>
                    </a:lnTo>
                    <a:lnTo>
                      <a:pt x="372" y="403"/>
                    </a:lnTo>
                    <a:cubicBezTo>
                      <a:pt x="372" y="372"/>
                      <a:pt x="404" y="310"/>
                      <a:pt x="434" y="310"/>
                    </a:cubicBezTo>
                    <a:lnTo>
                      <a:pt x="434" y="310"/>
                    </a:lnTo>
                    <a:cubicBezTo>
                      <a:pt x="434" y="279"/>
                      <a:pt x="434" y="279"/>
                      <a:pt x="434" y="279"/>
                    </a:cubicBezTo>
                    <a:lnTo>
                      <a:pt x="434" y="279"/>
                    </a:lnTo>
                    <a:cubicBezTo>
                      <a:pt x="434" y="248"/>
                      <a:pt x="434" y="217"/>
                      <a:pt x="434" y="217"/>
                    </a:cubicBezTo>
                    <a:cubicBezTo>
                      <a:pt x="465" y="217"/>
                      <a:pt x="465" y="217"/>
                      <a:pt x="465" y="186"/>
                    </a:cubicBezTo>
                    <a:lnTo>
                      <a:pt x="465" y="155"/>
                    </a:lnTo>
                    <a:lnTo>
                      <a:pt x="465" y="155"/>
                    </a:lnTo>
                    <a:cubicBezTo>
                      <a:pt x="465" y="124"/>
                      <a:pt x="465" y="124"/>
                      <a:pt x="465" y="124"/>
                    </a:cubicBezTo>
                    <a:cubicBezTo>
                      <a:pt x="465" y="93"/>
                      <a:pt x="465" y="93"/>
                      <a:pt x="465" y="93"/>
                    </a:cubicBezTo>
                    <a:lnTo>
                      <a:pt x="465" y="93"/>
                    </a:lnTo>
                    <a:cubicBezTo>
                      <a:pt x="434" y="93"/>
                      <a:pt x="434" y="62"/>
                      <a:pt x="434" y="31"/>
                    </a:cubicBezTo>
                    <a:cubicBezTo>
                      <a:pt x="434" y="31"/>
                      <a:pt x="434" y="31"/>
                      <a:pt x="434" y="0"/>
                    </a:cubicBezTo>
                    <a:lnTo>
                      <a:pt x="434" y="0"/>
                    </a:lnTo>
                    <a:cubicBezTo>
                      <a:pt x="434" y="0"/>
                      <a:pt x="404" y="0"/>
                      <a:pt x="372" y="0"/>
                    </a:cubicBezTo>
                    <a:cubicBezTo>
                      <a:pt x="372" y="0"/>
                      <a:pt x="372" y="0"/>
                      <a:pt x="372" y="31"/>
                    </a:cubicBezTo>
                    <a:lnTo>
                      <a:pt x="372" y="31"/>
                    </a:lnTo>
                    <a:cubicBezTo>
                      <a:pt x="372" y="31"/>
                      <a:pt x="372" y="31"/>
                      <a:pt x="372" y="62"/>
                    </a:cubicBezTo>
                    <a:lnTo>
                      <a:pt x="372" y="62"/>
                    </a:lnTo>
                    <a:lnTo>
                      <a:pt x="372" y="62"/>
                    </a:lnTo>
                    <a:lnTo>
                      <a:pt x="372" y="93"/>
                    </a:lnTo>
                    <a:cubicBezTo>
                      <a:pt x="341" y="93"/>
                      <a:pt x="341" y="93"/>
                      <a:pt x="341" y="93"/>
                    </a:cubicBezTo>
                    <a:lnTo>
                      <a:pt x="341" y="124"/>
                    </a:lnTo>
                    <a:lnTo>
                      <a:pt x="341" y="124"/>
                    </a:lnTo>
                    <a:cubicBezTo>
                      <a:pt x="341" y="155"/>
                      <a:pt x="341" y="155"/>
                      <a:pt x="341" y="155"/>
                    </a:cubicBezTo>
                    <a:lnTo>
                      <a:pt x="341" y="155"/>
                    </a:lnTo>
                    <a:lnTo>
                      <a:pt x="341" y="155"/>
                    </a:lnTo>
                    <a:cubicBezTo>
                      <a:pt x="310" y="186"/>
                      <a:pt x="310" y="186"/>
                      <a:pt x="310" y="186"/>
                    </a:cubicBezTo>
                    <a:lnTo>
                      <a:pt x="310" y="186"/>
                    </a:lnTo>
                    <a:cubicBezTo>
                      <a:pt x="280" y="186"/>
                      <a:pt x="280" y="186"/>
                      <a:pt x="280" y="186"/>
                    </a:cubicBezTo>
                    <a:cubicBezTo>
                      <a:pt x="280" y="186"/>
                      <a:pt x="248" y="186"/>
                      <a:pt x="248" y="217"/>
                    </a:cubicBezTo>
                    <a:lnTo>
                      <a:pt x="248" y="217"/>
                    </a:lnTo>
                    <a:cubicBezTo>
                      <a:pt x="217" y="217"/>
                      <a:pt x="217" y="186"/>
                      <a:pt x="186" y="186"/>
                    </a:cubicBezTo>
                    <a:lnTo>
                      <a:pt x="186" y="186"/>
                    </a:lnTo>
                    <a:lnTo>
                      <a:pt x="186" y="186"/>
                    </a:lnTo>
                    <a:cubicBezTo>
                      <a:pt x="186" y="186"/>
                      <a:pt x="156" y="186"/>
                      <a:pt x="156" y="217"/>
                    </a:cubicBezTo>
                    <a:cubicBezTo>
                      <a:pt x="156" y="217"/>
                      <a:pt x="156" y="217"/>
                      <a:pt x="124" y="217"/>
                    </a:cubicBezTo>
                    <a:lnTo>
                      <a:pt x="124" y="217"/>
                    </a:lnTo>
                    <a:lnTo>
                      <a:pt x="124" y="217"/>
                    </a:lnTo>
                    <a:cubicBezTo>
                      <a:pt x="124" y="217"/>
                      <a:pt x="124" y="217"/>
                      <a:pt x="93" y="217"/>
                    </a:cubicBezTo>
                    <a:lnTo>
                      <a:pt x="93" y="217"/>
                    </a:lnTo>
                    <a:lnTo>
                      <a:pt x="93" y="217"/>
                    </a:lnTo>
                    <a:cubicBezTo>
                      <a:pt x="93" y="217"/>
                      <a:pt x="93" y="217"/>
                      <a:pt x="62" y="217"/>
                    </a:cubicBezTo>
                    <a:lnTo>
                      <a:pt x="62" y="217"/>
                    </a:lnTo>
                    <a:lnTo>
                      <a:pt x="62" y="217"/>
                    </a:lnTo>
                    <a:lnTo>
                      <a:pt x="32" y="217"/>
                    </a:lnTo>
                    <a:cubicBezTo>
                      <a:pt x="32" y="186"/>
                      <a:pt x="32" y="186"/>
                      <a:pt x="32" y="186"/>
                    </a:cubicBezTo>
                    <a:cubicBezTo>
                      <a:pt x="32" y="186"/>
                      <a:pt x="32" y="186"/>
                      <a:pt x="0" y="186"/>
                    </a:cubicBezTo>
                    <a:lnTo>
                      <a:pt x="0" y="186"/>
                    </a:lnTo>
                    <a:lnTo>
                      <a:pt x="0" y="186"/>
                    </a:lnTo>
                    <a:lnTo>
                      <a:pt x="0" y="217"/>
                    </a:lnTo>
                    <a:lnTo>
                      <a:pt x="0" y="217"/>
                    </a:lnTo>
                    <a:cubicBezTo>
                      <a:pt x="32" y="217"/>
                      <a:pt x="32" y="279"/>
                      <a:pt x="32" y="279"/>
                    </a:cubicBezTo>
                    <a:lnTo>
                      <a:pt x="32" y="31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85" name="Freeform 134">
                <a:extLst>
                  <a:ext uri="{FF2B5EF4-FFF2-40B4-BE49-F238E27FC236}">
                    <a16:creationId xmlns:a16="http://schemas.microsoft.com/office/drawing/2014/main" id="{752277AD-597D-4003-D6A5-E2BC08D16B76}"/>
                  </a:ext>
                </a:extLst>
              </p:cNvPr>
              <p:cNvSpPr>
                <a:spLocks noChangeArrowheads="1"/>
              </p:cNvSpPr>
              <p:nvPr/>
            </p:nvSpPr>
            <p:spPr bwMode="auto">
              <a:xfrm>
                <a:off x="4549775" y="1747838"/>
                <a:ext cx="357188" cy="312737"/>
              </a:xfrm>
              <a:custGeom>
                <a:avLst/>
                <a:gdLst>
                  <a:gd name="T0" fmla="*/ 992 w 993"/>
                  <a:gd name="T1" fmla="*/ 774 h 869"/>
                  <a:gd name="T2" fmla="*/ 992 w 993"/>
                  <a:gd name="T3" fmla="*/ 744 h 869"/>
                  <a:gd name="T4" fmla="*/ 992 w 993"/>
                  <a:gd name="T5" fmla="*/ 744 h 869"/>
                  <a:gd name="T6" fmla="*/ 960 w 993"/>
                  <a:gd name="T7" fmla="*/ 713 h 869"/>
                  <a:gd name="T8" fmla="*/ 899 w 993"/>
                  <a:gd name="T9" fmla="*/ 650 h 869"/>
                  <a:gd name="T10" fmla="*/ 899 w 993"/>
                  <a:gd name="T11" fmla="*/ 620 h 869"/>
                  <a:gd name="T12" fmla="*/ 868 w 993"/>
                  <a:gd name="T13" fmla="*/ 589 h 869"/>
                  <a:gd name="T14" fmla="*/ 899 w 993"/>
                  <a:gd name="T15" fmla="*/ 557 h 869"/>
                  <a:gd name="T16" fmla="*/ 899 w 993"/>
                  <a:gd name="T17" fmla="*/ 557 h 869"/>
                  <a:gd name="T18" fmla="*/ 930 w 993"/>
                  <a:gd name="T19" fmla="*/ 526 h 869"/>
                  <a:gd name="T20" fmla="*/ 899 w 993"/>
                  <a:gd name="T21" fmla="*/ 496 h 869"/>
                  <a:gd name="T22" fmla="*/ 868 w 993"/>
                  <a:gd name="T23" fmla="*/ 433 h 869"/>
                  <a:gd name="T24" fmla="*/ 868 w 993"/>
                  <a:gd name="T25" fmla="*/ 402 h 869"/>
                  <a:gd name="T26" fmla="*/ 868 w 993"/>
                  <a:gd name="T27" fmla="*/ 341 h 869"/>
                  <a:gd name="T28" fmla="*/ 868 w 993"/>
                  <a:gd name="T29" fmla="*/ 309 h 869"/>
                  <a:gd name="T30" fmla="*/ 868 w 993"/>
                  <a:gd name="T31" fmla="*/ 278 h 869"/>
                  <a:gd name="T32" fmla="*/ 899 w 993"/>
                  <a:gd name="T33" fmla="*/ 217 h 869"/>
                  <a:gd name="T34" fmla="*/ 868 w 993"/>
                  <a:gd name="T35" fmla="*/ 185 h 869"/>
                  <a:gd name="T36" fmla="*/ 836 w 993"/>
                  <a:gd name="T37" fmla="*/ 154 h 869"/>
                  <a:gd name="T38" fmla="*/ 806 w 993"/>
                  <a:gd name="T39" fmla="*/ 124 h 869"/>
                  <a:gd name="T40" fmla="*/ 775 w 993"/>
                  <a:gd name="T41" fmla="*/ 124 h 869"/>
                  <a:gd name="T42" fmla="*/ 682 w 993"/>
                  <a:gd name="T43" fmla="*/ 93 h 869"/>
                  <a:gd name="T44" fmla="*/ 682 w 993"/>
                  <a:gd name="T45" fmla="*/ 93 h 869"/>
                  <a:gd name="T46" fmla="*/ 651 w 993"/>
                  <a:gd name="T47" fmla="*/ 93 h 869"/>
                  <a:gd name="T48" fmla="*/ 651 w 993"/>
                  <a:gd name="T49" fmla="*/ 93 h 869"/>
                  <a:gd name="T50" fmla="*/ 558 w 993"/>
                  <a:gd name="T51" fmla="*/ 154 h 869"/>
                  <a:gd name="T52" fmla="*/ 434 w 993"/>
                  <a:gd name="T53" fmla="*/ 185 h 869"/>
                  <a:gd name="T54" fmla="*/ 372 w 993"/>
                  <a:gd name="T55" fmla="*/ 185 h 869"/>
                  <a:gd name="T56" fmla="*/ 310 w 993"/>
                  <a:gd name="T57" fmla="*/ 124 h 869"/>
                  <a:gd name="T58" fmla="*/ 216 w 993"/>
                  <a:gd name="T59" fmla="*/ 93 h 869"/>
                  <a:gd name="T60" fmla="*/ 186 w 993"/>
                  <a:gd name="T61" fmla="*/ 61 h 869"/>
                  <a:gd name="T62" fmla="*/ 155 w 993"/>
                  <a:gd name="T63" fmla="*/ 30 h 869"/>
                  <a:gd name="T64" fmla="*/ 155 w 993"/>
                  <a:gd name="T65" fmla="*/ 0 h 869"/>
                  <a:gd name="T66" fmla="*/ 124 w 993"/>
                  <a:gd name="T67" fmla="*/ 30 h 869"/>
                  <a:gd name="T68" fmla="*/ 124 w 993"/>
                  <a:gd name="T69" fmla="*/ 30 h 869"/>
                  <a:gd name="T70" fmla="*/ 124 w 993"/>
                  <a:gd name="T71" fmla="*/ 61 h 869"/>
                  <a:gd name="T72" fmla="*/ 31 w 993"/>
                  <a:gd name="T73" fmla="*/ 30 h 869"/>
                  <a:gd name="T74" fmla="*/ 0 w 993"/>
                  <a:gd name="T75" fmla="*/ 0 h 869"/>
                  <a:gd name="T76" fmla="*/ 0 w 993"/>
                  <a:gd name="T77" fmla="*/ 30 h 869"/>
                  <a:gd name="T78" fmla="*/ 31 w 993"/>
                  <a:gd name="T79" fmla="*/ 124 h 869"/>
                  <a:gd name="T80" fmla="*/ 31 w 993"/>
                  <a:gd name="T81" fmla="*/ 124 h 869"/>
                  <a:gd name="T82" fmla="*/ 62 w 993"/>
                  <a:gd name="T83" fmla="*/ 154 h 869"/>
                  <a:gd name="T84" fmla="*/ 92 w 993"/>
                  <a:gd name="T85" fmla="*/ 185 h 869"/>
                  <a:gd name="T86" fmla="*/ 124 w 993"/>
                  <a:gd name="T87" fmla="*/ 217 h 869"/>
                  <a:gd name="T88" fmla="*/ 124 w 993"/>
                  <a:gd name="T89" fmla="*/ 248 h 869"/>
                  <a:gd name="T90" fmla="*/ 92 w 993"/>
                  <a:gd name="T91" fmla="*/ 309 h 869"/>
                  <a:gd name="T92" fmla="*/ 92 w 993"/>
                  <a:gd name="T93" fmla="*/ 341 h 869"/>
                  <a:gd name="T94" fmla="*/ 124 w 993"/>
                  <a:gd name="T95" fmla="*/ 372 h 869"/>
                  <a:gd name="T96" fmla="*/ 124 w 993"/>
                  <a:gd name="T97" fmla="*/ 372 h 869"/>
                  <a:gd name="T98" fmla="*/ 155 w 993"/>
                  <a:gd name="T99" fmla="*/ 402 h 869"/>
                  <a:gd name="T100" fmla="*/ 186 w 993"/>
                  <a:gd name="T101" fmla="*/ 433 h 869"/>
                  <a:gd name="T102" fmla="*/ 216 w 993"/>
                  <a:gd name="T103" fmla="*/ 496 h 869"/>
                  <a:gd name="T104" fmla="*/ 216 w 993"/>
                  <a:gd name="T105" fmla="*/ 526 h 869"/>
                  <a:gd name="T106" fmla="*/ 248 w 993"/>
                  <a:gd name="T107" fmla="*/ 557 h 869"/>
                  <a:gd name="T108" fmla="*/ 340 w 993"/>
                  <a:gd name="T109" fmla="*/ 589 h 869"/>
                  <a:gd name="T110" fmla="*/ 372 w 993"/>
                  <a:gd name="T111" fmla="*/ 681 h 869"/>
                  <a:gd name="T112" fmla="*/ 496 w 993"/>
                  <a:gd name="T113" fmla="*/ 744 h 869"/>
                  <a:gd name="T114" fmla="*/ 588 w 993"/>
                  <a:gd name="T115" fmla="*/ 774 h 869"/>
                  <a:gd name="T116" fmla="*/ 682 w 993"/>
                  <a:gd name="T117" fmla="*/ 744 h 869"/>
                  <a:gd name="T118" fmla="*/ 712 w 993"/>
                  <a:gd name="T119" fmla="*/ 837 h 869"/>
                  <a:gd name="T120" fmla="*/ 868 w 993"/>
                  <a:gd name="T121" fmla="*/ 837 h 869"/>
                  <a:gd name="T122" fmla="*/ 930 w 993"/>
                  <a:gd name="T123" fmla="*/ 868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3" h="869">
                    <a:moveTo>
                      <a:pt x="992" y="774"/>
                    </a:moveTo>
                    <a:lnTo>
                      <a:pt x="992" y="774"/>
                    </a:lnTo>
                    <a:lnTo>
                      <a:pt x="992" y="774"/>
                    </a:lnTo>
                    <a:lnTo>
                      <a:pt x="992" y="774"/>
                    </a:lnTo>
                    <a:cubicBezTo>
                      <a:pt x="992" y="774"/>
                      <a:pt x="992" y="774"/>
                      <a:pt x="992" y="744"/>
                    </a:cubicBezTo>
                    <a:lnTo>
                      <a:pt x="992" y="744"/>
                    </a:lnTo>
                    <a:lnTo>
                      <a:pt x="992" y="744"/>
                    </a:lnTo>
                    <a:lnTo>
                      <a:pt x="992" y="744"/>
                    </a:lnTo>
                    <a:lnTo>
                      <a:pt x="992" y="744"/>
                    </a:lnTo>
                    <a:cubicBezTo>
                      <a:pt x="992" y="744"/>
                      <a:pt x="992" y="744"/>
                      <a:pt x="992" y="713"/>
                    </a:cubicBezTo>
                    <a:lnTo>
                      <a:pt x="960" y="713"/>
                    </a:lnTo>
                    <a:lnTo>
                      <a:pt x="960" y="713"/>
                    </a:lnTo>
                    <a:lnTo>
                      <a:pt x="960" y="713"/>
                    </a:lnTo>
                    <a:cubicBezTo>
                      <a:pt x="930" y="681"/>
                      <a:pt x="930" y="681"/>
                      <a:pt x="899" y="650"/>
                    </a:cubicBezTo>
                    <a:lnTo>
                      <a:pt x="899" y="650"/>
                    </a:lnTo>
                    <a:lnTo>
                      <a:pt x="899" y="650"/>
                    </a:lnTo>
                    <a:cubicBezTo>
                      <a:pt x="899" y="620"/>
                      <a:pt x="899" y="620"/>
                      <a:pt x="899" y="620"/>
                    </a:cubicBezTo>
                    <a:lnTo>
                      <a:pt x="899" y="620"/>
                    </a:lnTo>
                    <a:lnTo>
                      <a:pt x="899" y="620"/>
                    </a:lnTo>
                    <a:lnTo>
                      <a:pt x="899" y="620"/>
                    </a:lnTo>
                    <a:lnTo>
                      <a:pt x="868" y="589"/>
                    </a:lnTo>
                    <a:lnTo>
                      <a:pt x="868" y="589"/>
                    </a:lnTo>
                    <a:cubicBezTo>
                      <a:pt x="868" y="589"/>
                      <a:pt x="899" y="589"/>
                      <a:pt x="899" y="557"/>
                    </a:cubicBezTo>
                    <a:lnTo>
                      <a:pt x="899" y="557"/>
                    </a:lnTo>
                    <a:lnTo>
                      <a:pt x="899" y="557"/>
                    </a:lnTo>
                    <a:lnTo>
                      <a:pt x="899" y="557"/>
                    </a:lnTo>
                    <a:lnTo>
                      <a:pt x="899" y="557"/>
                    </a:lnTo>
                    <a:lnTo>
                      <a:pt x="899" y="557"/>
                    </a:lnTo>
                    <a:lnTo>
                      <a:pt x="930" y="526"/>
                    </a:lnTo>
                    <a:lnTo>
                      <a:pt x="930" y="526"/>
                    </a:lnTo>
                    <a:lnTo>
                      <a:pt x="930" y="526"/>
                    </a:lnTo>
                    <a:cubicBezTo>
                      <a:pt x="899" y="526"/>
                      <a:pt x="899" y="526"/>
                      <a:pt x="899" y="526"/>
                    </a:cubicBezTo>
                    <a:cubicBezTo>
                      <a:pt x="899" y="496"/>
                      <a:pt x="899" y="496"/>
                      <a:pt x="899" y="496"/>
                    </a:cubicBezTo>
                    <a:cubicBezTo>
                      <a:pt x="868" y="496"/>
                      <a:pt x="868" y="496"/>
                      <a:pt x="868" y="465"/>
                    </a:cubicBezTo>
                    <a:lnTo>
                      <a:pt x="868" y="465"/>
                    </a:lnTo>
                    <a:cubicBezTo>
                      <a:pt x="868" y="465"/>
                      <a:pt x="868" y="465"/>
                      <a:pt x="868" y="433"/>
                    </a:cubicBezTo>
                    <a:lnTo>
                      <a:pt x="868" y="433"/>
                    </a:lnTo>
                    <a:lnTo>
                      <a:pt x="868" y="433"/>
                    </a:lnTo>
                    <a:lnTo>
                      <a:pt x="868" y="402"/>
                    </a:lnTo>
                    <a:lnTo>
                      <a:pt x="868" y="372"/>
                    </a:lnTo>
                    <a:lnTo>
                      <a:pt x="868" y="372"/>
                    </a:lnTo>
                    <a:cubicBezTo>
                      <a:pt x="868" y="372"/>
                      <a:pt x="868" y="372"/>
                      <a:pt x="868" y="341"/>
                    </a:cubicBezTo>
                    <a:lnTo>
                      <a:pt x="868" y="341"/>
                    </a:lnTo>
                    <a:lnTo>
                      <a:pt x="868" y="341"/>
                    </a:lnTo>
                    <a:cubicBezTo>
                      <a:pt x="868" y="309"/>
                      <a:pt x="868" y="309"/>
                      <a:pt x="868" y="309"/>
                    </a:cubicBezTo>
                    <a:lnTo>
                      <a:pt x="868" y="278"/>
                    </a:lnTo>
                    <a:lnTo>
                      <a:pt x="868" y="278"/>
                    </a:lnTo>
                    <a:lnTo>
                      <a:pt x="868" y="278"/>
                    </a:lnTo>
                    <a:lnTo>
                      <a:pt x="899" y="248"/>
                    </a:lnTo>
                    <a:cubicBezTo>
                      <a:pt x="899" y="248"/>
                      <a:pt x="899" y="248"/>
                      <a:pt x="899" y="217"/>
                    </a:cubicBezTo>
                    <a:lnTo>
                      <a:pt x="899" y="217"/>
                    </a:lnTo>
                    <a:lnTo>
                      <a:pt x="899" y="185"/>
                    </a:lnTo>
                    <a:lnTo>
                      <a:pt x="899" y="185"/>
                    </a:lnTo>
                    <a:cubicBezTo>
                      <a:pt x="868" y="185"/>
                      <a:pt x="868" y="185"/>
                      <a:pt x="868" y="185"/>
                    </a:cubicBezTo>
                    <a:cubicBezTo>
                      <a:pt x="868" y="185"/>
                      <a:pt x="868" y="185"/>
                      <a:pt x="836" y="154"/>
                    </a:cubicBezTo>
                    <a:lnTo>
                      <a:pt x="836" y="154"/>
                    </a:lnTo>
                    <a:lnTo>
                      <a:pt x="836" y="154"/>
                    </a:lnTo>
                    <a:cubicBezTo>
                      <a:pt x="836" y="154"/>
                      <a:pt x="836" y="154"/>
                      <a:pt x="806" y="154"/>
                    </a:cubicBezTo>
                    <a:lnTo>
                      <a:pt x="806" y="124"/>
                    </a:lnTo>
                    <a:lnTo>
                      <a:pt x="806" y="124"/>
                    </a:lnTo>
                    <a:lnTo>
                      <a:pt x="775" y="124"/>
                    </a:lnTo>
                    <a:lnTo>
                      <a:pt x="775" y="124"/>
                    </a:lnTo>
                    <a:lnTo>
                      <a:pt x="775" y="124"/>
                    </a:lnTo>
                    <a:cubicBezTo>
                      <a:pt x="744" y="124"/>
                      <a:pt x="744" y="124"/>
                      <a:pt x="744" y="124"/>
                    </a:cubicBezTo>
                    <a:lnTo>
                      <a:pt x="744" y="124"/>
                    </a:lnTo>
                    <a:cubicBezTo>
                      <a:pt x="712" y="124"/>
                      <a:pt x="682" y="93"/>
                      <a:pt x="682" y="93"/>
                    </a:cubicBezTo>
                    <a:lnTo>
                      <a:pt x="682" y="93"/>
                    </a:lnTo>
                    <a:lnTo>
                      <a:pt x="682" y="93"/>
                    </a:lnTo>
                    <a:lnTo>
                      <a:pt x="682" y="93"/>
                    </a:lnTo>
                    <a:lnTo>
                      <a:pt x="651" y="93"/>
                    </a:lnTo>
                    <a:lnTo>
                      <a:pt x="651" y="93"/>
                    </a:lnTo>
                    <a:lnTo>
                      <a:pt x="651" y="93"/>
                    </a:lnTo>
                    <a:lnTo>
                      <a:pt x="651" y="93"/>
                    </a:lnTo>
                    <a:lnTo>
                      <a:pt x="651" y="93"/>
                    </a:lnTo>
                    <a:lnTo>
                      <a:pt x="651" y="93"/>
                    </a:lnTo>
                    <a:cubicBezTo>
                      <a:pt x="620" y="93"/>
                      <a:pt x="620" y="93"/>
                      <a:pt x="620" y="93"/>
                    </a:cubicBezTo>
                    <a:cubicBezTo>
                      <a:pt x="588" y="124"/>
                      <a:pt x="588" y="124"/>
                      <a:pt x="558" y="154"/>
                    </a:cubicBezTo>
                    <a:lnTo>
                      <a:pt x="558" y="154"/>
                    </a:lnTo>
                    <a:lnTo>
                      <a:pt x="558" y="154"/>
                    </a:lnTo>
                    <a:cubicBezTo>
                      <a:pt x="527" y="154"/>
                      <a:pt x="527" y="185"/>
                      <a:pt x="496" y="185"/>
                    </a:cubicBezTo>
                    <a:cubicBezTo>
                      <a:pt x="496" y="185"/>
                      <a:pt x="464" y="185"/>
                      <a:pt x="434" y="185"/>
                    </a:cubicBezTo>
                    <a:cubicBezTo>
                      <a:pt x="434" y="185"/>
                      <a:pt x="434" y="185"/>
                      <a:pt x="403" y="185"/>
                    </a:cubicBezTo>
                    <a:lnTo>
                      <a:pt x="372" y="185"/>
                    </a:lnTo>
                    <a:lnTo>
                      <a:pt x="372" y="185"/>
                    </a:lnTo>
                    <a:cubicBezTo>
                      <a:pt x="340" y="185"/>
                      <a:pt x="340" y="185"/>
                      <a:pt x="340" y="154"/>
                    </a:cubicBezTo>
                    <a:cubicBezTo>
                      <a:pt x="310" y="154"/>
                      <a:pt x="310" y="154"/>
                      <a:pt x="310" y="124"/>
                    </a:cubicBezTo>
                    <a:lnTo>
                      <a:pt x="310" y="124"/>
                    </a:lnTo>
                    <a:lnTo>
                      <a:pt x="279" y="124"/>
                    </a:lnTo>
                    <a:cubicBezTo>
                      <a:pt x="248" y="124"/>
                      <a:pt x="248" y="124"/>
                      <a:pt x="216" y="93"/>
                    </a:cubicBezTo>
                    <a:lnTo>
                      <a:pt x="216" y="93"/>
                    </a:lnTo>
                    <a:lnTo>
                      <a:pt x="216" y="93"/>
                    </a:lnTo>
                    <a:cubicBezTo>
                      <a:pt x="216" y="93"/>
                      <a:pt x="216" y="93"/>
                      <a:pt x="216" y="61"/>
                    </a:cubicBezTo>
                    <a:lnTo>
                      <a:pt x="186" y="61"/>
                    </a:lnTo>
                    <a:lnTo>
                      <a:pt x="186" y="61"/>
                    </a:lnTo>
                    <a:lnTo>
                      <a:pt x="155" y="30"/>
                    </a:lnTo>
                    <a:lnTo>
                      <a:pt x="155" y="30"/>
                    </a:lnTo>
                    <a:lnTo>
                      <a:pt x="155" y="0"/>
                    </a:lnTo>
                    <a:lnTo>
                      <a:pt x="155" y="0"/>
                    </a:lnTo>
                    <a:lnTo>
                      <a:pt x="155" y="0"/>
                    </a:lnTo>
                    <a:cubicBezTo>
                      <a:pt x="155" y="0"/>
                      <a:pt x="155" y="0"/>
                      <a:pt x="155" y="30"/>
                    </a:cubicBezTo>
                    <a:lnTo>
                      <a:pt x="155" y="30"/>
                    </a:lnTo>
                    <a:cubicBezTo>
                      <a:pt x="124" y="30"/>
                      <a:pt x="124" y="30"/>
                      <a:pt x="124" y="30"/>
                    </a:cubicBezTo>
                    <a:lnTo>
                      <a:pt x="124" y="30"/>
                    </a:lnTo>
                    <a:lnTo>
                      <a:pt x="124" y="30"/>
                    </a:lnTo>
                    <a:lnTo>
                      <a:pt x="124" y="30"/>
                    </a:lnTo>
                    <a:cubicBezTo>
                      <a:pt x="124" y="30"/>
                      <a:pt x="124" y="30"/>
                      <a:pt x="124" y="61"/>
                    </a:cubicBezTo>
                    <a:lnTo>
                      <a:pt x="124" y="61"/>
                    </a:lnTo>
                    <a:lnTo>
                      <a:pt x="124" y="61"/>
                    </a:lnTo>
                    <a:cubicBezTo>
                      <a:pt x="92" y="61"/>
                      <a:pt x="92" y="61"/>
                      <a:pt x="92" y="61"/>
                    </a:cubicBezTo>
                    <a:lnTo>
                      <a:pt x="92" y="61"/>
                    </a:lnTo>
                    <a:cubicBezTo>
                      <a:pt x="62" y="61"/>
                      <a:pt x="31" y="30"/>
                      <a:pt x="31" y="30"/>
                    </a:cubicBezTo>
                    <a:lnTo>
                      <a:pt x="31" y="30"/>
                    </a:lnTo>
                    <a:lnTo>
                      <a:pt x="0" y="0"/>
                    </a:lnTo>
                    <a:lnTo>
                      <a:pt x="0" y="0"/>
                    </a:lnTo>
                    <a:lnTo>
                      <a:pt x="0" y="0"/>
                    </a:lnTo>
                    <a:cubicBezTo>
                      <a:pt x="0" y="0"/>
                      <a:pt x="0" y="0"/>
                      <a:pt x="0" y="30"/>
                    </a:cubicBezTo>
                    <a:lnTo>
                      <a:pt x="0" y="30"/>
                    </a:lnTo>
                    <a:cubicBezTo>
                      <a:pt x="31" y="30"/>
                      <a:pt x="31" y="30"/>
                      <a:pt x="31" y="61"/>
                    </a:cubicBezTo>
                    <a:lnTo>
                      <a:pt x="31" y="61"/>
                    </a:lnTo>
                    <a:cubicBezTo>
                      <a:pt x="31" y="93"/>
                      <a:pt x="31" y="93"/>
                      <a:pt x="31" y="124"/>
                    </a:cubicBezTo>
                    <a:lnTo>
                      <a:pt x="31" y="124"/>
                    </a:lnTo>
                    <a:lnTo>
                      <a:pt x="31" y="124"/>
                    </a:lnTo>
                    <a:lnTo>
                      <a:pt x="31" y="124"/>
                    </a:lnTo>
                    <a:lnTo>
                      <a:pt x="31" y="124"/>
                    </a:lnTo>
                    <a:cubicBezTo>
                      <a:pt x="31" y="124"/>
                      <a:pt x="31" y="154"/>
                      <a:pt x="62" y="154"/>
                    </a:cubicBezTo>
                    <a:lnTo>
                      <a:pt x="62" y="154"/>
                    </a:lnTo>
                    <a:lnTo>
                      <a:pt x="62" y="154"/>
                    </a:lnTo>
                    <a:cubicBezTo>
                      <a:pt x="62" y="154"/>
                      <a:pt x="62" y="185"/>
                      <a:pt x="92" y="185"/>
                    </a:cubicBezTo>
                    <a:lnTo>
                      <a:pt x="92" y="185"/>
                    </a:lnTo>
                    <a:lnTo>
                      <a:pt x="92" y="185"/>
                    </a:lnTo>
                    <a:lnTo>
                      <a:pt x="92" y="185"/>
                    </a:lnTo>
                    <a:cubicBezTo>
                      <a:pt x="124" y="185"/>
                      <a:pt x="124" y="185"/>
                      <a:pt x="124" y="217"/>
                    </a:cubicBezTo>
                    <a:lnTo>
                      <a:pt x="124" y="217"/>
                    </a:lnTo>
                    <a:lnTo>
                      <a:pt x="124" y="248"/>
                    </a:lnTo>
                    <a:lnTo>
                      <a:pt x="124" y="248"/>
                    </a:lnTo>
                    <a:lnTo>
                      <a:pt x="124" y="248"/>
                    </a:lnTo>
                    <a:cubicBezTo>
                      <a:pt x="124" y="278"/>
                      <a:pt x="92" y="278"/>
                      <a:pt x="92" y="309"/>
                    </a:cubicBezTo>
                    <a:lnTo>
                      <a:pt x="92" y="309"/>
                    </a:lnTo>
                    <a:cubicBezTo>
                      <a:pt x="92" y="309"/>
                      <a:pt x="92" y="309"/>
                      <a:pt x="92" y="341"/>
                    </a:cubicBezTo>
                    <a:lnTo>
                      <a:pt x="92" y="341"/>
                    </a:lnTo>
                    <a:lnTo>
                      <a:pt x="92" y="341"/>
                    </a:lnTo>
                    <a:lnTo>
                      <a:pt x="92" y="341"/>
                    </a:lnTo>
                    <a:lnTo>
                      <a:pt x="92" y="341"/>
                    </a:lnTo>
                    <a:cubicBezTo>
                      <a:pt x="124" y="341"/>
                      <a:pt x="124" y="372"/>
                      <a:pt x="124" y="372"/>
                    </a:cubicBezTo>
                    <a:lnTo>
                      <a:pt x="124" y="372"/>
                    </a:lnTo>
                    <a:lnTo>
                      <a:pt x="124" y="372"/>
                    </a:lnTo>
                    <a:lnTo>
                      <a:pt x="124" y="372"/>
                    </a:lnTo>
                    <a:cubicBezTo>
                      <a:pt x="155" y="402"/>
                      <a:pt x="155" y="402"/>
                      <a:pt x="155" y="402"/>
                    </a:cubicBezTo>
                    <a:lnTo>
                      <a:pt x="155" y="402"/>
                    </a:lnTo>
                    <a:lnTo>
                      <a:pt x="155" y="402"/>
                    </a:lnTo>
                    <a:cubicBezTo>
                      <a:pt x="186" y="402"/>
                      <a:pt x="186" y="402"/>
                      <a:pt x="186" y="433"/>
                    </a:cubicBezTo>
                    <a:lnTo>
                      <a:pt x="186" y="433"/>
                    </a:lnTo>
                    <a:lnTo>
                      <a:pt x="186" y="433"/>
                    </a:lnTo>
                    <a:lnTo>
                      <a:pt x="186" y="433"/>
                    </a:lnTo>
                    <a:cubicBezTo>
                      <a:pt x="216" y="433"/>
                      <a:pt x="216" y="465"/>
                      <a:pt x="216" y="465"/>
                    </a:cubicBezTo>
                    <a:lnTo>
                      <a:pt x="216" y="496"/>
                    </a:lnTo>
                    <a:lnTo>
                      <a:pt x="216" y="526"/>
                    </a:lnTo>
                    <a:lnTo>
                      <a:pt x="216" y="526"/>
                    </a:lnTo>
                    <a:lnTo>
                      <a:pt x="216" y="526"/>
                    </a:lnTo>
                    <a:cubicBezTo>
                      <a:pt x="216" y="557"/>
                      <a:pt x="248" y="557"/>
                      <a:pt x="248" y="557"/>
                    </a:cubicBezTo>
                    <a:lnTo>
                      <a:pt x="248" y="557"/>
                    </a:lnTo>
                    <a:lnTo>
                      <a:pt x="248" y="557"/>
                    </a:lnTo>
                    <a:lnTo>
                      <a:pt x="279" y="557"/>
                    </a:lnTo>
                    <a:cubicBezTo>
                      <a:pt x="310" y="557"/>
                      <a:pt x="340" y="557"/>
                      <a:pt x="340" y="589"/>
                    </a:cubicBezTo>
                    <a:lnTo>
                      <a:pt x="340" y="589"/>
                    </a:lnTo>
                    <a:cubicBezTo>
                      <a:pt x="340" y="620"/>
                      <a:pt x="372" y="620"/>
                      <a:pt x="372" y="650"/>
                    </a:cubicBezTo>
                    <a:lnTo>
                      <a:pt x="372" y="681"/>
                    </a:lnTo>
                    <a:lnTo>
                      <a:pt x="372" y="681"/>
                    </a:lnTo>
                    <a:cubicBezTo>
                      <a:pt x="403" y="681"/>
                      <a:pt x="403" y="713"/>
                      <a:pt x="403" y="713"/>
                    </a:cubicBezTo>
                    <a:cubicBezTo>
                      <a:pt x="464" y="713"/>
                      <a:pt x="464" y="744"/>
                      <a:pt x="496" y="744"/>
                    </a:cubicBezTo>
                    <a:lnTo>
                      <a:pt x="496" y="744"/>
                    </a:lnTo>
                    <a:cubicBezTo>
                      <a:pt x="527" y="774"/>
                      <a:pt x="527" y="774"/>
                      <a:pt x="558" y="774"/>
                    </a:cubicBezTo>
                    <a:lnTo>
                      <a:pt x="558" y="774"/>
                    </a:lnTo>
                    <a:cubicBezTo>
                      <a:pt x="588" y="774"/>
                      <a:pt x="588" y="774"/>
                      <a:pt x="588" y="774"/>
                    </a:cubicBezTo>
                    <a:cubicBezTo>
                      <a:pt x="588" y="774"/>
                      <a:pt x="588" y="774"/>
                      <a:pt x="620" y="744"/>
                    </a:cubicBezTo>
                    <a:lnTo>
                      <a:pt x="651" y="744"/>
                    </a:lnTo>
                    <a:cubicBezTo>
                      <a:pt x="651" y="744"/>
                      <a:pt x="651" y="744"/>
                      <a:pt x="682" y="744"/>
                    </a:cubicBezTo>
                    <a:cubicBezTo>
                      <a:pt x="712" y="744"/>
                      <a:pt x="712" y="774"/>
                      <a:pt x="712" y="805"/>
                    </a:cubicBezTo>
                    <a:cubicBezTo>
                      <a:pt x="712" y="805"/>
                      <a:pt x="712" y="805"/>
                      <a:pt x="712" y="837"/>
                    </a:cubicBezTo>
                    <a:lnTo>
                      <a:pt x="712" y="837"/>
                    </a:lnTo>
                    <a:lnTo>
                      <a:pt x="744" y="837"/>
                    </a:lnTo>
                    <a:cubicBezTo>
                      <a:pt x="775" y="868"/>
                      <a:pt x="775" y="868"/>
                      <a:pt x="806" y="868"/>
                    </a:cubicBezTo>
                    <a:cubicBezTo>
                      <a:pt x="836" y="868"/>
                      <a:pt x="868" y="837"/>
                      <a:pt x="868" y="837"/>
                    </a:cubicBezTo>
                    <a:cubicBezTo>
                      <a:pt x="868" y="837"/>
                      <a:pt x="868" y="837"/>
                      <a:pt x="899" y="837"/>
                    </a:cubicBezTo>
                    <a:cubicBezTo>
                      <a:pt x="899" y="837"/>
                      <a:pt x="930" y="837"/>
                      <a:pt x="930" y="868"/>
                    </a:cubicBezTo>
                    <a:lnTo>
                      <a:pt x="930" y="868"/>
                    </a:lnTo>
                    <a:cubicBezTo>
                      <a:pt x="930" y="837"/>
                      <a:pt x="930" y="805"/>
                      <a:pt x="960" y="805"/>
                    </a:cubicBezTo>
                    <a:cubicBezTo>
                      <a:pt x="960" y="774"/>
                      <a:pt x="992" y="774"/>
                      <a:pt x="992" y="77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86" name="Freeform 135">
                <a:extLst>
                  <a:ext uri="{FF2B5EF4-FFF2-40B4-BE49-F238E27FC236}">
                    <a16:creationId xmlns:a16="http://schemas.microsoft.com/office/drawing/2014/main" id="{D4F211F2-D2BC-F7C3-C106-D84D2E0BB4E0}"/>
                  </a:ext>
                </a:extLst>
              </p:cNvPr>
              <p:cNvSpPr>
                <a:spLocks noChangeArrowheads="1"/>
              </p:cNvSpPr>
              <p:nvPr/>
            </p:nvSpPr>
            <p:spPr bwMode="auto">
              <a:xfrm>
                <a:off x="5430838" y="2070100"/>
                <a:ext cx="57150" cy="68263"/>
              </a:xfrm>
              <a:custGeom>
                <a:avLst/>
                <a:gdLst>
                  <a:gd name="T0" fmla="*/ 156 w 157"/>
                  <a:gd name="T1" fmla="*/ 31 h 188"/>
                  <a:gd name="T2" fmla="*/ 156 w 157"/>
                  <a:gd name="T3" fmla="*/ 31 h 188"/>
                  <a:gd name="T4" fmla="*/ 156 w 157"/>
                  <a:gd name="T5" fmla="*/ 31 h 188"/>
                  <a:gd name="T6" fmla="*/ 156 w 157"/>
                  <a:gd name="T7" fmla="*/ 31 h 188"/>
                  <a:gd name="T8" fmla="*/ 156 w 157"/>
                  <a:gd name="T9" fmla="*/ 31 h 188"/>
                  <a:gd name="T10" fmla="*/ 156 w 157"/>
                  <a:gd name="T11" fmla="*/ 31 h 188"/>
                  <a:gd name="T12" fmla="*/ 156 w 157"/>
                  <a:gd name="T13" fmla="*/ 31 h 188"/>
                  <a:gd name="T14" fmla="*/ 93 w 157"/>
                  <a:gd name="T15" fmla="*/ 31 h 188"/>
                  <a:gd name="T16" fmla="*/ 93 w 157"/>
                  <a:gd name="T17" fmla="*/ 31 h 188"/>
                  <a:gd name="T18" fmla="*/ 32 w 157"/>
                  <a:gd name="T19" fmla="*/ 0 h 188"/>
                  <a:gd name="T20" fmla="*/ 32 w 157"/>
                  <a:gd name="T21" fmla="*/ 0 h 188"/>
                  <a:gd name="T22" fmla="*/ 32 w 157"/>
                  <a:gd name="T23" fmla="*/ 0 h 188"/>
                  <a:gd name="T24" fmla="*/ 32 w 157"/>
                  <a:gd name="T25" fmla="*/ 0 h 188"/>
                  <a:gd name="T26" fmla="*/ 32 w 157"/>
                  <a:gd name="T27" fmla="*/ 0 h 188"/>
                  <a:gd name="T28" fmla="*/ 0 w 157"/>
                  <a:gd name="T29" fmla="*/ 31 h 188"/>
                  <a:gd name="T30" fmla="*/ 0 w 157"/>
                  <a:gd name="T31" fmla="*/ 31 h 188"/>
                  <a:gd name="T32" fmla="*/ 0 w 157"/>
                  <a:gd name="T33" fmla="*/ 31 h 188"/>
                  <a:gd name="T34" fmla="*/ 0 w 157"/>
                  <a:gd name="T35" fmla="*/ 31 h 188"/>
                  <a:gd name="T36" fmla="*/ 0 w 157"/>
                  <a:gd name="T37" fmla="*/ 31 h 188"/>
                  <a:gd name="T38" fmla="*/ 0 w 157"/>
                  <a:gd name="T39" fmla="*/ 31 h 188"/>
                  <a:gd name="T40" fmla="*/ 32 w 157"/>
                  <a:gd name="T41" fmla="*/ 63 h 188"/>
                  <a:gd name="T42" fmla="*/ 0 w 157"/>
                  <a:gd name="T43" fmla="*/ 93 h 188"/>
                  <a:gd name="T44" fmla="*/ 0 w 157"/>
                  <a:gd name="T45" fmla="*/ 93 h 188"/>
                  <a:gd name="T46" fmla="*/ 32 w 157"/>
                  <a:gd name="T47" fmla="*/ 124 h 188"/>
                  <a:gd name="T48" fmla="*/ 32 w 157"/>
                  <a:gd name="T49" fmla="*/ 155 h 188"/>
                  <a:gd name="T50" fmla="*/ 32 w 157"/>
                  <a:gd name="T51" fmla="*/ 187 h 188"/>
                  <a:gd name="T52" fmla="*/ 32 w 157"/>
                  <a:gd name="T53" fmla="*/ 187 h 188"/>
                  <a:gd name="T54" fmla="*/ 93 w 157"/>
                  <a:gd name="T55" fmla="*/ 187 h 188"/>
                  <a:gd name="T56" fmla="*/ 93 w 157"/>
                  <a:gd name="T57" fmla="*/ 187 h 188"/>
                  <a:gd name="T58" fmla="*/ 93 w 157"/>
                  <a:gd name="T59" fmla="*/ 155 h 188"/>
                  <a:gd name="T60" fmla="*/ 93 w 157"/>
                  <a:gd name="T61" fmla="*/ 124 h 188"/>
                  <a:gd name="T62" fmla="*/ 93 w 157"/>
                  <a:gd name="T63" fmla="*/ 93 h 188"/>
                  <a:gd name="T64" fmla="*/ 93 w 157"/>
                  <a:gd name="T65" fmla="*/ 93 h 188"/>
                  <a:gd name="T66" fmla="*/ 124 w 157"/>
                  <a:gd name="T67" fmla="*/ 63 h 188"/>
                  <a:gd name="T68" fmla="*/ 156 w 157"/>
                  <a:gd name="T69" fmla="*/ 31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7" h="188">
                    <a:moveTo>
                      <a:pt x="156" y="31"/>
                    </a:moveTo>
                    <a:lnTo>
                      <a:pt x="156" y="31"/>
                    </a:lnTo>
                    <a:lnTo>
                      <a:pt x="156" y="31"/>
                    </a:lnTo>
                    <a:lnTo>
                      <a:pt x="156" y="31"/>
                    </a:lnTo>
                    <a:lnTo>
                      <a:pt x="156" y="31"/>
                    </a:lnTo>
                    <a:lnTo>
                      <a:pt x="156" y="31"/>
                    </a:lnTo>
                    <a:lnTo>
                      <a:pt x="156" y="31"/>
                    </a:lnTo>
                    <a:cubicBezTo>
                      <a:pt x="124" y="31"/>
                      <a:pt x="124" y="31"/>
                      <a:pt x="93" y="31"/>
                    </a:cubicBezTo>
                    <a:lnTo>
                      <a:pt x="93" y="31"/>
                    </a:lnTo>
                    <a:cubicBezTo>
                      <a:pt x="93" y="31"/>
                      <a:pt x="63" y="31"/>
                      <a:pt x="32" y="0"/>
                    </a:cubicBezTo>
                    <a:lnTo>
                      <a:pt x="32" y="0"/>
                    </a:lnTo>
                    <a:lnTo>
                      <a:pt x="32" y="0"/>
                    </a:lnTo>
                    <a:lnTo>
                      <a:pt x="32" y="0"/>
                    </a:lnTo>
                    <a:lnTo>
                      <a:pt x="32" y="0"/>
                    </a:lnTo>
                    <a:cubicBezTo>
                      <a:pt x="32" y="0"/>
                      <a:pt x="32" y="31"/>
                      <a:pt x="0" y="31"/>
                    </a:cubicBezTo>
                    <a:lnTo>
                      <a:pt x="0" y="31"/>
                    </a:lnTo>
                    <a:lnTo>
                      <a:pt x="0" y="31"/>
                    </a:lnTo>
                    <a:lnTo>
                      <a:pt x="0" y="31"/>
                    </a:lnTo>
                    <a:lnTo>
                      <a:pt x="0" y="31"/>
                    </a:lnTo>
                    <a:lnTo>
                      <a:pt x="0" y="31"/>
                    </a:lnTo>
                    <a:cubicBezTo>
                      <a:pt x="0" y="63"/>
                      <a:pt x="32" y="63"/>
                      <a:pt x="32" y="63"/>
                    </a:cubicBezTo>
                    <a:cubicBezTo>
                      <a:pt x="32" y="93"/>
                      <a:pt x="0" y="93"/>
                      <a:pt x="0" y="93"/>
                    </a:cubicBezTo>
                    <a:lnTo>
                      <a:pt x="0" y="93"/>
                    </a:lnTo>
                    <a:cubicBezTo>
                      <a:pt x="0" y="124"/>
                      <a:pt x="0" y="124"/>
                      <a:pt x="32" y="124"/>
                    </a:cubicBezTo>
                    <a:lnTo>
                      <a:pt x="32" y="155"/>
                    </a:lnTo>
                    <a:cubicBezTo>
                      <a:pt x="32" y="155"/>
                      <a:pt x="32" y="155"/>
                      <a:pt x="32" y="187"/>
                    </a:cubicBezTo>
                    <a:lnTo>
                      <a:pt x="32" y="187"/>
                    </a:lnTo>
                    <a:cubicBezTo>
                      <a:pt x="63" y="187"/>
                      <a:pt x="63" y="187"/>
                      <a:pt x="93" y="187"/>
                    </a:cubicBezTo>
                    <a:lnTo>
                      <a:pt x="93" y="187"/>
                    </a:lnTo>
                    <a:cubicBezTo>
                      <a:pt x="93" y="155"/>
                      <a:pt x="93" y="155"/>
                      <a:pt x="93" y="155"/>
                    </a:cubicBezTo>
                    <a:cubicBezTo>
                      <a:pt x="93" y="155"/>
                      <a:pt x="93" y="155"/>
                      <a:pt x="93" y="124"/>
                    </a:cubicBezTo>
                    <a:lnTo>
                      <a:pt x="93" y="93"/>
                    </a:lnTo>
                    <a:lnTo>
                      <a:pt x="93" y="93"/>
                    </a:lnTo>
                    <a:lnTo>
                      <a:pt x="124" y="63"/>
                    </a:lnTo>
                    <a:cubicBezTo>
                      <a:pt x="124" y="31"/>
                      <a:pt x="124" y="31"/>
                      <a:pt x="156"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87" name="Freeform 136">
                <a:extLst>
                  <a:ext uri="{FF2B5EF4-FFF2-40B4-BE49-F238E27FC236}">
                    <a16:creationId xmlns:a16="http://schemas.microsoft.com/office/drawing/2014/main" id="{FBA85BED-A58B-D512-084F-B1213FE61AF9}"/>
                  </a:ext>
                </a:extLst>
              </p:cNvPr>
              <p:cNvSpPr>
                <a:spLocks noChangeArrowheads="1"/>
              </p:cNvSpPr>
              <p:nvPr/>
            </p:nvSpPr>
            <p:spPr bwMode="auto">
              <a:xfrm>
                <a:off x="5029200" y="1825625"/>
                <a:ext cx="390525" cy="625475"/>
              </a:xfrm>
              <a:custGeom>
                <a:avLst/>
                <a:gdLst>
                  <a:gd name="T0" fmla="*/ 1085 w 1086"/>
                  <a:gd name="T1" fmla="*/ 744 h 1736"/>
                  <a:gd name="T2" fmla="*/ 1055 w 1086"/>
                  <a:gd name="T3" fmla="*/ 712 h 1736"/>
                  <a:gd name="T4" fmla="*/ 1085 w 1086"/>
                  <a:gd name="T5" fmla="*/ 681 h 1736"/>
                  <a:gd name="T6" fmla="*/ 1024 w 1086"/>
                  <a:gd name="T7" fmla="*/ 620 h 1736"/>
                  <a:gd name="T8" fmla="*/ 931 w 1086"/>
                  <a:gd name="T9" fmla="*/ 620 h 1736"/>
                  <a:gd name="T10" fmla="*/ 868 w 1086"/>
                  <a:gd name="T11" fmla="*/ 557 h 1736"/>
                  <a:gd name="T12" fmla="*/ 807 w 1086"/>
                  <a:gd name="T13" fmla="*/ 557 h 1736"/>
                  <a:gd name="T14" fmla="*/ 744 w 1086"/>
                  <a:gd name="T15" fmla="*/ 527 h 1736"/>
                  <a:gd name="T16" fmla="*/ 683 w 1086"/>
                  <a:gd name="T17" fmla="*/ 496 h 1736"/>
                  <a:gd name="T18" fmla="*/ 620 w 1086"/>
                  <a:gd name="T19" fmla="*/ 433 h 1736"/>
                  <a:gd name="T20" fmla="*/ 620 w 1086"/>
                  <a:gd name="T21" fmla="*/ 340 h 1736"/>
                  <a:gd name="T22" fmla="*/ 589 w 1086"/>
                  <a:gd name="T23" fmla="*/ 309 h 1736"/>
                  <a:gd name="T24" fmla="*/ 559 w 1086"/>
                  <a:gd name="T25" fmla="*/ 309 h 1736"/>
                  <a:gd name="T26" fmla="*/ 528 w 1086"/>
                  <a:gd name="T27" fmla="*/ 248 h 1736"/>
                  <a:gd name="T28" fmla="*/ 559 w 1086"/>
                  <a:gd name="T29" fmla="*/ 185 h 1736"/>
                  <a:gd name="T30" fmla="*/ 559 w 1086"/>
                  <a:gd name="T31" fmla="*/ 92 h 1736"/>
                  <a:gd name="T32" fmla="*/ 589 w 1086"/>
                  <a:gd name="T33" fmla="*/ 0 h 1736"/>
                  <a:gd name="T34" fmla="*/ 528 w 1086"/>
                  <a:gd name="T35" fmla="*/ 31 h 1736"/>
                  <a:gd name="T36" fmla="*/ 496 w 1086"/>
                  <a:gd name="T37" fmla="*/ 61 h 1736"/>
                  <a:gd name="T38" fmla="*/ 341 w 1086"/>
                  <a:gd name="T39" fmla="*/ 92 h 1736"/>
                  <a:gd name="T40" fmla="*/ 341 w 1086"/>
                  <a:gd name="T41" fmla="*/ 92 h 1736"/>
                  <a:gd name="T42" fmla="*/ 341 w 1086"/>
                  <a:gd name="T43" fmla="*/ 155 h 1736"/>
                  <a:gd name="T44" fmla="*/ 372 w 1086"/>
                  <a:gd name="T45" fmla="*/ 185 h 1736"/>
                  <a:gd name="T46" fmla="*/ 341 w 1086"/>
                  <a:gd name="T47" fmla="*/ 279 h 1736"/>
                  <a:gd name="T48" fmla="*/ 341 w 1086"/>
                  <a:gd name="T49" fmla="*/ 340 h 1736"/>
                  <a:gd name="T50" fmla="*/ 280 w 1086"/>
                  <a:gd name="T51" fmla="*/ 403 h 1736"/>
                  <a:gd name="T52" fmla="*/ 187 w 1086"/>
                  <a:gd name="T53" fmla="*/ 527 h 1736"/>
                  <a:gd name="T54" fmla="*/ 94 w 1086"/>
                  <a:gd name="T55" fmla="*/ 557 h 1736"/>
                  <a:gd name="T56" fmla="*/ 94 w 1086"/>
                  <a:gd name="T57" fmla="*/ 588 h 1736"/>
                  <a:gd name="T58" fmla="*/ 124 w 1086"/>
                  <a:gd name="T59" fmla="*/ 651 h 1736"/>
                  <a:gd name="T60" fmla="*/ 124 w 1086"/>
                  <a:gd name="T61" fmla="*/ 774 h 1736"/>
                  <a:gd name="T62" fmla="*/ 31 w 1086"/>
                  <a:gd name="T63" fmla="*/ 774 h 1736"/>
                  <a:gd name="T64" fmla="*/ 31 w 1086"/>
                  <a:gd name="T65" fmla="*/ 805 h 1736"/>
                  <a:gd name="T66" fmla="*/ 124 w 1086"/>
                  <a:gd name="T67" fmla="*/ 868 h 1736"/>
                  <a:gd name="T68" fmla="*/ 94 w 1086"/>
                  <a:gd name="T69" fmla="*/ 929 h 1736"/>
                  <a:gd name="T70" fmla="*/ 187 w 1086"/>
                  <a:gd name="T71" fmla="*/ 929 h 1736"/>
                  <a:gd name="T72" fmla="*/ 248 w 1086"/>
                  <a:gd name="T73" fmla="*/ 898 h 1736"/>
                  <a:gd name="T74" fmla="*/ 248 w 1086"/>
                  <a:gd name="T75" fmla="*/ 1022 h 1736"/>
                  <a:gd name="T76" fmla="*/ 280 w 1086"/>
                  <a:gd name="T77" fmla="*/ 1146 h 1736"/>
                  <a:gd name="T78" fmla="*/ 372 w 1086"/>
                  <a:gd name="T79" fmla="*/ 1487 h 1736"/>
                  <a:gd name="T80" fmla="*/ 435 w 1086"/>
                  <a:gd name="T81" fmla="*/ 1611 h 1736"/>
                  <a:gd name="T82" fmla="*/ 465 w 1086"/>
                  <a:gd name="T83" fmla="*/ 1735 h 1736"/>
                  <a:gd name="T84" fmla="*/ 496 w 1086"/>
                  <a:gd name="T85" fmla="*/ 1735 h 1736"/>
                  <a:gd name="T86" fmla="*/ 589 w 1086"/>
                  <a:gd name="T87" fmla="*/ 1672 h 1736"/>
                  <a:gd name="T88" fmla="*/ 589 w 1086"/>
                  <a:gd name="T89" fmla="*/ 1579 h 1736"/>
                  <a:gd name="T90" fmla="*/ 620 w 1086"/>
                  <a:gd name="T91" fmla="*/ 1455 h 1736"/>
                  <a:gd name="T92" fmla="*/ 620 w 1086"/>
                  <a:gd name="T93" fmla="*/ 1301 h 1736"/>
                  <a:gd name="T94" fmla="*/ 744 w 1086"/>
                  <a:gd name="T95" fmla="*/ 1208 h 1736"/>
                  <a:gd name="T96" fmla="*/ 807 w 1086"/>
                  <a:gd name="T97" fmla="*/ 1116 h 1736"/>
                  <a:gd name="T98" fmla="*/ 931 w 1086"/>
                  <a:gd name="T99" fmla="*/ 992 h 1736"/>
                  <a:gd name="T100" fmla="*/ 992 w 1086"/>
                  <a:gd name="T101" fmla="*/ 960 h 1736"/>
                  <a:gd name="T102" fmla="*/ 1024 w 1086"/>
                  <a:gd name="T103" fmla="*/ 868 h 1736"/>
                  <a:gd name="T104" fmla="*/ 1085 w 1086"/>
                  <a:gd name="T105" fmla="*/ 836 h 1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86" h="1736">
                    <a:moveTo>
                      <a:pt x="1085" y="805"/>
                    </a:moveTo>
                    <a:lnTo>
                      <a:pt x="1085" y="805"/>
                    </a:lnTo>
                    <a:lnTo>
                      <a:pt x="1085" y="805"/>
                    </a:lnTo>
                    <a:lnTo>
                      <a:pt x="1085" y="774"/>
                    </a:lnTo>
                    <a:cubicBezTo>
                      <a:pt x="1085" y="774"/>
                      <a:pt x="1085" y="774"/>
                      <a:pt x="1085" y="744"/>
                    </a:cubicBezTo>
                    <a:lnTo>
                      <a:pt x="1085" y="744"/>
                    </a:lnTo>
                    <a:lnTo>
                      <a:pt x="1085" y="744"/>
                    </a:lnTo>
                    <a:cubicBezTo>
                      <a:pt x="1055" y="744"/>
                      <a:pt x="1055" y="744"/>
                      <a:pt x="1055" y="712"/>
                    </a:cubicBezTo>
                    <a:lnTo>
                      <a:pt x="1055" y="712"/>
                    </a:lnTo>
                    <a:lnTo>
                      <a:pt x="1055" y="712"/>
                    </a:lnTo>
                    <a:lnTo>
                      <a:pt x="1055" y="712"/>
                    </a:lnTo>
                    <a:cubicBezTo>
                      <a:pt x="1055" y="681"/>
                      <a:pt x="1055" y="681"/>
                      <a:pt x="1085" y="681"/>
                    </a:cubicBezTo>
                    <a:lnTo>
                      <a:pt x="1085" y="681"/>
                    </a:lnTo>
                    <a:lnTo>
                      <a:pt x="1085" y="681"/>
                    </a:lnTo>
                    <a:lnTo>
                      <a:pt x="1085" y="681"/>
                    </a:lnTo>
                    <a:lnTo>
                      <a:pt x="1055" y="681"/>
                    </a:lnTo>
                    <a:cubicBezTo>
                      <a:pt x="1055" y="651"/>
                      <a:pt x="1055" y="651"/>
                      <a:pt x="1055" y="620"/>
                    </a:cubicBezTo>
                    <a:lnTo>
                      <a:pt x="1055" y="620"/>
                    </a:lnTo>
                    <a:lnTo>
                      <a:pt x="1055" y="620"/>
                    </a:lnTo>
                    <a:lnTo>
                      <a:pt x="1024" y="620"/>
                    </a:lnTo>
                    <a:lnTo>
                      <a:pt x="992" y="620"/>
                    </a:lnTo>
                    <a:lnTo>
                      <a:pt x="992" y="620"/>
                    </a:lnTo>
                    <a:lnTo>
                      <a:pt x="992" y="620"/>
                    </a:lnTo>
                    <a:lnTo>
                      <a:pt x="961" y="620"/>
                    </a:lnTo>
                    <a:cubicBezTo>
                      <a:pt x="961" y="620"/>
                      <a:pt x="961" y="620"/>
                      <a:pt x="931" y="620"/>
                    </a:cubicBezTo>
                    <a:cubicBezTo>
                      <a:pt x="931" y="620"/>
                      <a:pt x="931" y="620"/>
                      <a:pt x="931" y="588"/>
                    </a:cubicBezTo>
                    <a:lnTo>
                      <a:pt x="931" y="588"/>
                    </a:lnTo>
                    <a:cubicBezTo>
                      <a:pt x="868" y="588"/>
                      <a:pt x="868" y="588"/>
                      <a:pt x="868" y="557"/>
                    </a:cubicBezTo>
                    <a:lnTo>
                      <a:pt x="868" y="557"/>
                    </a:lnTo>
                    <a:lnTo>
                      <a:pt x="868" y="557"/>
                    </a:lnTo>
                    <a:cubicBezTo>
                      <a:pt x="868" y="557"/>
                      <a:pt x="868" y="557"/>
                      <a:pt x="837" y="557"/>
                    </a:cubicBezTo>
                    <a:lnTo>
                      <a:pt x="837" y="557"/>
                    </a:lnTo>
                    <a:lnTo>
                      <a:pt x="837" y="557"/>
                    </a:lnTo>
                    <a:lnTo>
                      <a:pt x="807" y="557"/>
                    </a:lnTo>
                    <a:lnTo>
                      <a:pt x="807" y="557"/>
                    </a:lnTo>
                    <a:cubicBezTo>
                      <a:pt x="776" y="557"/>
                      <a:pt x="776" y="557"/>
                      <a:pt x="776" y="557"/>
                    </a:cubicBezTo>
                    <a:cubicBezTo>
                      <a:pt x="776" y="527"/>
                      <a:pt x="744" y="527"/>
                      <a:pt x="744" y="527"/>
                    </a:cubicBezTo>
                    <a:lnTo>
                      <a:pt x="744" y="527"/>
                    </a:lnTo>
                    <a:lnTo>
                      <a:pt x="744" y="527"/>
                    </a:lnTo>
                    <a:lnTo>
                      <a:pt x="744" y="527"/>
                    </a:lnTo>
                    <a:cubicBezTo>
                      <a:pt x="713" y="527"/>
                      <a:pt x="713" y="527"/>
                      <a:pt x="713" y="527"/>
                    </a:cubicBezTo>
                    <a:lnTo>
                      <a:pt x="713" y="527"/>
                    </a:lnTo>
                    <a:cubicBezTo>
                      <a:pt x="683" y="527"/>
                      <a:pt x="683" y="496"/>
                      <a:pt x="683" y="496"/>
                    </a:cubicBezTo>
                    <a:lnTo>
                      <a:pt x="683" y="496"/>
                    </a:lnTo>
                    <a:lnTo>
                      <a:pt x="683" y="496"/>
                    </a:lnTo>
                    <a:lnTo>
                      <a:pt x="652" y="496"/>
                    </a:lnTo>
                    <a:cubicBezTo>
                      <a:pt x="652" y="496"/>
                      <a:pt x="652" y="496"/>
                      <a:pt x="620" y="496"/>
                    </a:cubicBezTo>
                    <a:cubicBezTo>
                      <a:pt x="620" y="496"/>
                      <a:pt x="620" y="496"/>
                      <a:pt x="620" y="464"/>
                    </a:cubicBezTo>
                    <a:cubicBezTo>
                      <a:pt x="620" y="464"/>
                      <a:pt x="620" y="464"/>
                      <a:pt x="620" y="433"/>
                    </a:cubicBezTo>
                    <a:lnTo>
                      <a:pt x="620" y="433"/>
                    </a:lnTo>
                    <a:cubicBezTo>
                      <a:pt x="620" y="433"/>
                      <a:pt x="620" y="433"/>
                      <a:pt x="620" y="403"/>
                    </a:cubicBezTo>
                    <a:lnTo>
                      <a:pt x="620" y="403"/>
                    </a:lnTo>
                    <a:lnTo>
                      <a:pt x="620" y="403"/>
                    </a:lnTo>
                    <a:lnTo>
                      <a:pt x="620" y="372"/>
                    </a:lnTo>
                    <a:cubicBezTo>
                      <a:pt x="620" y="372"/>
                      <a:pt x="620" y="372"/>
                      <a:pt x="620" y="340"/>
                    </a:cubicBezTo>
                    <a:lnTo>
                      <a:pt x="620" y="340"/>
                    </a:lnTo>
                    <a:lnTo>
                      <a:pt x="620" y="340"/>
                    </a:lnTo>
                    <a:cubicBezTo>
                      <a:pt x="620" y="340"/>
                      <a:pt x="620" y="340"/>
                      <a:pt x="589" y="340"/>
                    </a:cubicBezTo>
                    <a:lnTo>
                      <a:pt x="589" y="340"/>
                    </a:lnTo>
                    <a:lnTo>
                      <a:pt x="589" y="309"/>
                    </a:lnTo>
                    <a:lnTo>
                      <a:pt x="559" y="309"/>
                    </a:lnTo>
                    <a:lnTo>
                      <a:pt x="559" y="309"/>
                    </a:lnTo>
                    <a:lnTo>
                      <a:pt x="559" y="309"/>
                    </a:lnTo>
                    <a:lnTo>
                      <a:pt x="559" y="309"/>
                    </a:lnTo>
                    <a:lnTo>
                      <a:pt x="559" y="309"/>
                    </a:lnTo>
                    <a:lnTo>
                      <a:pt x="528" y="309"/>
                    </a:lnTo>
                    <a:cubicBezTo>
                      <a:pt x="528" y="279"/>
                      <a:pt x="528" y="279"/>
                      <a:pt x="528" y="279"/>
                    </a:cubicBezTo>
                    <a:lnTo>
                      <a:pt x="528" y="279"/>
                    </a:lnTo>
                    <a:lnTo>
                      <a:pt x="528" y="248"/>
                    </a:lnTo>
                    <a:lnTo>
                      <a:pt x="528" y="248"/>
                    </a:lnTo>
                    <a:cubicBezTo>
                      <a:pt x="528" y="216"/>
                      <a:pt x="528" y="216"/>
                      <a:pt x="528" y="216"/>
                    </a:cubicBezTo>
                    <a:lnTo>
                      <a:pt x="528" y="216"/>
                    </a:lnTo>
                    <a:cubicBezTo>
                      <a:pt x="528" y="185"/>
                      <a:pt x="559" y="185"/>
                      <a:pt x="559" y="185"/>
                    </a:cubicBezTo>
                    <a:lnTo>
                      <a:pt x="559" y="185"/>
                    </a:lnTo>
                    <a:lnTo>
                      <a:pt x="559" y="185"/>
                    </a:lnTo>
                    <a:lnTo>
                      <a:pt x="559" y="185"/>
                    </a:lnTo>
                    <a:lnTo>
                      <a:pt x="559" y="185"/>
                    </a:lnTo>
                    <a:cubicBezTo>
                      <a:pt x="559" y="185"/>
                      <a:pt x="559" y="185"/>
                      <a:pt x="559" y="155"/>
                    </a:cubicBezTo>
                    <a:cubicBezTo>
                      <a:pt x="528" y="155"/>
                      <a:pt x="528" y="124"/>
                      <a:pt x="528" y="124"/>
                    </a:cubicBezTo>
                    <a:lnTo>
                      <a:pt x="559" y="92"/>
                    </a:lnTo>
                    <a:lnTo>
                      <a:pt x="559" y="92"/>
                    </a:lnTo>
                    <a:cubicBezTo>
                      <a:pt x="589" y="92"/>
                      <a:pt x="589" y="92"/>
                      <a:pt x="589" y="92"/>
                    </a:cubicBezTo>
                    <a:cubicBezTo>
                      <a:pt x="589" y="92"/>
                      <a:pt x="589" y="61"/>
                      <a:pt x="620" y="61"/>
                    </a:cubicBezTo>
                    <a:lnTo>
                      <a:pt x="620" y="31"/>
                    </a:lnTo>
                    <a:cubicBezTo>
                      <a:pt x="620" y="31"/>
                      <a:pt x="620" y="31"/>
                      <a:pt x="589" y="0"/>
                    </a:cubicBezTo>
                    <a:lnTo>
                      <a:pt x="589" y="0"/>
                    </a:lnTo>
                    <a:lnTo>
                      <a:pt x="589" y="0"/>
                    </a:lnTo>
                    <a:cubicBezTo>
                      <a:pt x="559" y="31"/>
                      <a:pt x="559" y="31"/>
                      <a:pt x="559" y="31"/>
                    </a:cubicBezTo>
                    <a:lnTo>
                      <a:pt x="559" y="31"/>
                    </a:lnTo>
                    <a:cubicBezTo>
                      <a:pt x="559" y="31"/>
                      <a:pt x="559" y="31"/>
                      <a:pt x="528" y="31"/>
                    </a:cubicBezTo>
                    <a:lnTo>
                      <a:pt x="528" y="31"/>
                    </a:lnTo>
                    <a:lnTo>
                      <a:pt x="528" y="31"/>
                    </a:lnTo>
                    <a:cubicBezTo>
                      <a:pt x="528" y="61"/>
                      <a:pt x="496" y="61"/>
                      <a:pt x="496" y="61"/>
                    </a:cubicBezTo>
                    <a:lnTo>
                      <a:pt x="496" y="61"/>
                    </a:lnTo>
                    <a:lnTo>
                      <a:pt x="496" y="61"/>
                    </a:lnTo>
                    <a:lnTo>
                      <a:pt x="496" y="61"/>
                    </a:lnTo>
                    <a:cubicBezTo>
                      <a:pt x="465" y="61"/>
                      <a:pt x="435" y="92"/>
                      <a:pt x="435" y="92"/>
                    </a:cubicBezTo>
                    <a:cubicBezTo>
                      <a:pt x="404" y="92"/>
                      <a:pt x="404" y="92"/>
                      <a:pt x="404" y="92"/>
                    </a:cubicBezTo>
                    <a:lnTo>
                      <a:pt x="372" y="124"/>
                    </a:lnTo>
                    <a:cubicBezTo>
                      <a:pt x="372" y="124"/>
                      <a:pt x="372" y="92"/>
                      <a:pt x="341" y="92"/>
                    </a:cubicBezTo>
                    <a:cubicBezTo>
                      <a:pt x="341" y="92"/>
                      <a:pt x="341" y="92"/>
                      <a:pt x="311" y="92"/>
                    </a:cubicBezTo>
                    <a:lnTo>
                      <a:pt x="311" y="92"/>
                    </a:lnTo>
                    <a:lnTo>
                      <a:pt x="311" y="92"/>
                    </a:lnTo>
                    <a:lnTo>
                      <a:pt x="341" y="92"/>
                    </a:lnTo>
                    <a:lnTo>
                      <a:pt x="341" y="92"/>
                    </a:lnTo>
                    <a:cubicBezTo>
                      <a:pt x="341" y="124"/>
                      <a:pt x="341" y="124"/>
                      <a:pt x="341" y="124"/>
                    </a:cubicBezTo>
                    <a:lnTo>
                      <a:pt x="341" y="124"/>
                    </a:lnTo>
                    <a:cubicBezTo>
                      <a:pt x="341" y="155"/>
                      <a:pt x="341" y="155"/>
                      <a:pt x="341" y="155"/>
                    </a:cubicBezTo>
                    <a:lnTo>
                      <a:pt x="341" y="155"/>
                    </a:lnTo>
                    <a:lnTo>
                      <a:pt x="341" y="155"/>
                    </a:lnTo>
                    <a:cubicBezTo>
                      <a:pt x="372" y="124"/>
                      <a:pt x="372" y="124"/>
                      <a:pt x="372" y="124"/>
                    </a:cubicBezTo>
                    <a:cubicBezTo>
                      <a:pt x="372" y="155"/>
                      <a:pt x="372" y="155"/>
                      <a:pt x="372" y="155"/>
                    </a:cubicBezTo>
                    <a:cubicBezTo>
                      <a:pt x="372" y="185"/>
                      <a:pt x="372" y="185"/>
                      <a:pt x="372" y="185"/>
                    </a:cubicBezTo>
                    <a:lnTo>
                      <a:pt x="372" y="185"/>
                    </a:lnTo>
                    <a:lnTo>
                      <a:pt x="372" y="185"/>
                    </a:lnTo>
                    <a:cubicBezTo>
                      <a:pt x="372" y="185"/>
                      <a:pt x="372" y="185"/>
                      <a:pt x="372" y="216"/>
                    </a:cubicBezTo>
                    <a:cubicBezTo>
                      <a:pt x="372" y="216"/>
                      <a:pt x="404" y="216"/>
                      <a:pt x="404" y="248"/>
                    </a:cubicBezTo>
                    <a:lnTo>
                      <a:pt x="404" y="248"/>
                    </a:lnTo>
                    <a:lnTo>
                      <a:pt x="372" y="279"/>
                    </a:lnTo>
                    <a:cubicBezTo>
                      <a:pt x="372" y="279"/>
                      <a:pt x="372" y="279"/>
                      <a:pt x="341" y="279"/>
                    </a:cubicBezTo>
                    <a:lnTo>
                      <a:pt x="341" y="279"/>
                    </a:lnTo>
                    <a:cubicBezTo>
                      <a:pt x="341" y="279"/>
                      <a:pt x="341" y="279"/>
                      <a:pt x="341" y="309"/>
                    </a:cubicBezTo>
                    <a:lnTo>
                      <a:pt x="341" y="309"/>
                    </a:lnTo>
                    <a:lnTo>
                      <a:pt x="341" y="309"/>
                    </a:lnTo>
                    <a:lnTo>
                      <a:pt x="341" y="340"/>
                    </a:lnTo>
                    <a:lnTo>
                      <a:pt x="341" y="340"/>
                    </a:lnTo>
                    <a:cubicBezTo>
                      <a:pt x="341" y="340"/>
                      <a:pt x="341" y="340"/>
                      <a:pt x="311" y="372"/>
                    </a:cubicBezTo>
                    <a:cubicBezTo>
                      <a:pt x="311" y="372"/>
                      <a:pt x="311" y="403"/>
                      <a:pt x="280" y="403"/>
                    </a:cubicBezTo>
                    <a:lnTo>
                      <a:pt x="280" y="403"/>
                    </a:lnTo>
                    <a:lnTo>
                      <a:pt x="280" y="403"/>
                    </a:lnTo>
                    <a:cubicBezTo>
                      <a:pt x="280" y="433"/>
                      <a:pt x="248" y="433"/>
                      <a:pt x="217" y="464"/>
                    </a:cubicBezTo>
                    <a:lnTo>
                      <a:pt x="217" y="464"/>
                    </a:lnTo>
                    <a:cubicBezTo>
                      <a:pt x="217" y="464"/>
                      <a:pt x="217" y="464"/>
                      <a:pt x="217" y="496"/>
                    </a:cubicBezTo>
                    <a:cubicBezTo>
                      <a:pt x="217" y="496"/>
                      <a:pt x="217" y="496"/>
                      <a:pt x="187" y="527"/>
                    </a:cubicBezTo>
                    <a:lnTo>
                      <a:pt x="187" y="527"/>
                    </a:lnTo>
                    <a:lnTo>
                      <a:pt x="156" y="527"/>
                    </a:lnTo>
                    <a:lnTo>
                      <a:pt x="156" y="527"/>
                    </a:lnTo>
                    <a:cubicBezTo>
                      <a:pt x="124" y="557"/>
                      <a:pt x="124" y="557"/>
                      <a:pt x="124" y="557"/>
                    </a:cubicBezTo>
                    <a:cubicBezTo>
                      <a:pt x="124" y="557"/>
                      <a:pt x="94" y="557"/>
                      <a:pt x="94" y="527"/>
                    </a:cubicBezTo>
                    <a:cubicBezTo>
                      <a:pt x="94" y="557"/>
                      <a:pt x="94" y="557"/>
                      <a:pt x="94" y="557"/>
                    </a:cubicBezTo>
                    <a:lnTo>
                      <a:pt x="63" y="557"/>
                    </a:lnTo>
                    <a:lnTo>
                      <a:pt x="63" y="557"/>
                    </a:lnTo>
                    <a:cubicBezTo>
                      <a:pt x="94" y="557"/>
                      <a:pt x="94" y="557"/>
                      <a:pt x="94" y="557"/>
                    </a:cubicBezTo>
                    <a:lnTo>
                      <a:pt x="94" y="588"/>
                    </a:lnTo>
                    <a:lnTo>
                      <a:pt x="94" y="588"/>
                    </a:lnTo>
                    <a:lnTo>
                      <a:pt x="94" y="588"/>
                    </a:lnTo>
                    <a:cubicBezTo>
                      <a:pt x="94" y="620"/>
                      <a:pt x="94" y="620"/>
                      <a:pt x="94" y="620"/>
                    </a:cubicBezTo>
                    <a:lnTo>
                      <a:pt x="94" y="620"/>
                    </a:lnTo>
                    <a:cubicBezTo>
                      <a:pt x="124" y="620"/>
                      <a:pt x="124" y="620"/>
                      <a:pt x="124" y="651"/>
                    </a:cubicBezTo>
                    <a:lnTo>
                      <a:pt x="124" y="651"/>
                    </a:lnTo>
                    <a:cubicBezTo>
                      <a:pt x="156" y="651"/>
                      <a:pt x="156" y="681"/>
                      <a:pt x="156" y="681"/>
                    </a:cubicBezTo>
                    <a:cubicBezTo>
                      <a:pt x="156" y="712"/>
                      <a:pt x="156" y="712"/>
                      <a:pt x="156" y="712"/>
                    </a:cubicBezTo>
                    <a:lnTo>
                      <a:pt x="156" y="712"/>
                    </a:lnTo>
                    <a:cubicBezTo>
                      <a:pt x="156" y="744"/>
                      <a:pt x="156" y="744"/>
                      <a:pt x="156" y="744"/>
                    </a:cubicBezTo>
                    <a:lnTo>
                      <a:pt x="124" y="774"/>
                    </a:lnTo>
                    <a:lnTo>
                      <a:pt x="124" y="774"/>
                    </a:lnTo>
                    <a:lnTo>
                      <a:pt x="94" y="774"/>
                    </a:lnTo>
                    <a:lnTo>
                      <a:pt x="94" y="774"/>
                    </a:lnTo>
                    <a:lnTo>
                      <a:pt x="94" y="774"/>
                    </a:lnTo>
                    <a:cubicBezTo>
                      <a:pt x="63" y="774"/>
                      <a:pt x="63" y="774"/>
                      <a:pt x="31" y="774"/>
                    </a:cubicBezTo>
                    <a:lnTo>
                      <a:pt x="31" y="774"/>
                    </a:lnTo>
                    <a:lnTo>
                      <a:pt x="31" y="774"/>
                    </a:lnTo>
                    <a:cubicBezTo>
                      <a:pt x="31" y="774"/>
                      <a:pt x="31" y="774"/>
                      <a:pt x="0" y="774"/>
                    </a:cubicBezTo>
                    <a:lnTo>
                      <a:pt x="0" y="774"/>
                    </a:lnTo>
                    <a:cubicBezTo>
                      <a:pt x="31" y="774"/>
                      <a:pt x="31" y="774"/>
                      <a:pt x="31" y="805"/>
                    </a:cubicBezTo>
                    <a:lnTo>
                      <a:pt x="31" y="805"/>
                    </a:lnTo>
                    <a:lnTo>
                      <a:pt x="63" y="805"/>
                    </a:lnTo>
                    <a:cubicBezTo>
                      <a:pt x="63" y="805"/>
                      <a:pt x="63" y="805"/>
                      <a:pt x="94" y="805"/>
                    </a:cubicBezTo>
                    <a:lnTo>
                      <a:pt x="124" y="805"/>
                    </a:lnTo>
                    <a:cubicBezTo>
                      <a:pt x="124" y="836"/>
                      <a:pt x="124" y="836"/>
                      <a:pt x="124" y="868"/>
                    </a:cubicBezTo>
                    <a:cubicBezTo>
                      <a:pt x="94" y="868"/>
                      <a:pt x="94" y="868"/>
                      <a:pt x="94" y="868"/>
                    </a:cubicBezTo>
                    <a:cubicBezTo>
                      <a:pt x="94" y="868"/>
                      <a:pt x="94" y="898"/>
                      <a:pt x="63" y="898"/>
                    </a:cubicBezTo>
                    <a:lnTo>
                      <a:pt x="63" y="868"/>
                    </a:lnTo>
                    <a:cubicBezTo>
                      <a:pt x="63" y="898"/>
                      <a:pt x="63" y="898"/>
                      <a:pt x="63" y="898"/>
                    </a:cubicBezTo>
                    <a:cubicBezTo>
                      <a:pt x="94" y="898"/>
                      <a:pt x="94" y="898"/>
                      <a:pt x="94" y="929"/>
                    </a:cubicBezTo>
                    <a:lnTo>
                      <a:pt x="94" y="929"/>
                    </a:lnTo>
                    <a:lnTo>
                      <a:pt x="124" y="929"/>
                    </a:lnTo>
                    <a:cubicBezTo>
                      <a:pt x="124" y="929"/>
                      <a:pt x="124" y="929"/>
                      <a:pt x="156" y="929"/>
                    </a:cubicBezTo>
                    <a:lnTo>
                      <a:pt x="156" y="929"/>
                    </a:lnTo>
                    <a:cubicBezTo>
                      <a:pt x="187" y="929"/>
                      <a:pt x="187" y="929"/>
                      <a:pt x="187" y="929"/>
                    </a:cubicBezTo>
                    <a:cubicBezTo>
                      <a:pt x="187" y="898"/>
                      <a:pt x="187" y="898"/>
                      <a:pt x="187" y="898"/>
                    </a:cubicBezTo>
                    <a:lnTo>
                      <a:pt x="217" y="868"/>
                    </a:lnTo>
                    <a:cubicBezTo>
                      <a:pt x="280" y="681"/>
                      <a:pt x="280" y="681"/>
                      <a:pt x="280" y="681"/>
                    </a:cubicBezTo>
                    <a:cubicBezTo>
                      <a:pt x="248" y="868"/>
                      <a:pt x="248" y="868"/>
                      <a:pt x="248" y="868"/>
                    </a:cubicBezTo>
                    <a:lnTo>
                      <a:pt x="248" y="898"/>
                    </a:lnTo>
                    <a:lnTo>
                      <a:pt x="248" y="898"/>
                    </a:lnTo>
                    <a:cubicBezTo>
                      <a:pt x="248" y="929"/>
                      <a:pt x="248" y="929"/>
                      <a:pt x="248" y="929"/>
                    </a:cubicBezTo>
                    <a:lnTo>
                      <a:pt x="248" y="929"/>
                    </a:lnTo>
                    <a:cubicBezTo>
                      <a:pt x="280" y="960"/>
                      <a:pt x="248" y="992"/>
                      <a:pt x="248" y="992"/>
                    </a:cubicBezTo>
                    <a:cubicBezTo>
                      <a:pt x="248" y="1022"/>
                      <a:pt x="248" y="1022"/>
                      <a:pt x="248" y="1022"/>
                    </a:cubicBezTo>
                    <a:lnTo>
                      <a:pt x="248" y="1022"/>
                    </a:lnTo>
                    <a:cubicBezTo>
                      <a:pt x="248" y="1053"/>
                      <a:pt x="248" y="1053"/>
                      <a:pt x="248" y="1053"/>
                    </a:cubicBezTo>
                    <a:cubicBezTo>
                      <a:pt x="248" y="1084"/>
                      <a:pt x="248" y="1084"/>
                      <a:pt x="248" y="1116"/>
                    </a:cubicBezTo>
                    <a:lnTo>
                      <a:pt x="248" y="1116"/>
                    </a:lnTo>
                    <a:cubicBezTo>
                      <a:pt x="248" y="1116"/>
                      <a:pt x="248" y="1146"/>
                      <a:pt x="280" y="1146"/>
                    </a:cubicBezTo>
                    <a:cubicBezTo>
                      <a:pt x="280" y="1146"/>
                      <a:pt x="280" y="1177"/>
                      <a:pt x="280" y="1208"/>
                    </a:cubicBezTo>
                    <a:cubicBezTo>
                      <a:pt x="280" y="1208"/>
                      <a:pt x="280" y="1240"/>
                      <a:pt x="311" y="1301"/>
                    </a:cubicBezTo>
                    <a:cubicBezTo>
                      <a:pt x="311" y="1331"/>
                      <a:pt x="311" y="1331"/>
                      <a:pt x="341" y="1331"/>
                    </a:cubicBezTo>
                    <a:cubicBezTo>
                      <a:pt x="341" y="1363"/>
                      <a:pt x="341" y="1363"/>
                      <a:pt x="341" y="1424"/>
                    </a:cubicBezTo>
                    <a:cubicBezTo>
                      <a:pt x="341" y="1455"/>
                      <a:pt x="372" y="1487"/>
                      <a:pt x="372" y="1487"/>
                    </a:cubicBezTo>
                    <a:cubicBezTo>
                      <a:pt x="372" y="1487"/>
                      <a:pt x="372" y="1517"/>
                      <a:pt x="404" y="1517"/>
                    </a:cubicBezTo>
                    <a:cubicBezTo>
                      <a:pt x="404" y="1517"/>
                      <a:pt x="404" y="1517"/>
                      <a:pt x="404" y="1548"/>
                    </a:cubicBezTo>
                    <a:cubicBezTo>
                      <a:pt x="404" y="1548"/>
                      <a:pt x="404" y="1548"/>
                      <a:pt x="435" y="1579"/>
                    </a:cubicBezTo>
                    <a:lnTo>
                      <a:pt x="435" y="1579"/>
                    </a:lnTo>
                    <a:cubicBezTo>
                      <a:pt x="435" y="1579"/>
                      <a:pt x="435" y="1579"/>
                      <a:pt x="435" y="1611"/>
                    </a:cubicBezTo>
                    <a:lnTo>
                      <a:pt x="435" y="1611"/>
                    </a:lnTo>
                    <a:cubicBezTo>
                      <a:pt x="435" y="1641"/>
                      <a:pt x="435" y="1641"/>
                      <a:pt x="435" y="1672"/>
                    </a:cubicBezTo>
                    <a:cubicBezTo>
                      <a:pt x="465" y="1703"/>
                      <a:pt x="465" y="1703"/>
                      <a:pt x="465" y="1703"/>
                    </a:cubicBezTo>
                    <a:lnTo>
                      <a:pt x="465" y="1735"/>
                    </a:lnTo>
                    <a:lnTo>
                      <a:pt x="465" y="1735"/>
                    </a:lnTo>
                    <a:lnTo>
                      <a:pt x="465" y="1735"/>
                    </a:lnTo>
                    <a:lnTo>
                      <a:pt x="465" y="1735"/>
                    </a:lnTo>
                    <a:lnTo>
                      <a:pt x="496" y="1735"/>
                    </a:lnTo>
                    <a:lnTo>
                      <a:pt x="496" y="1735"/>
                    </a:lnTo>
                    <a:lnTo>
                      <a:pt x="496" y="1735"/>
                    </a:lnTo>
                    <a:lnTo>
                      <a:pt x="528" y="1735"/>
                    </a:lnTo>
                    <a:cubicBezTo>
                      <a:pt x="528" y="1703"/>
                      <a:pt x="528" y="1672"/>
                      <a:pt x="559" y="1672"/>
                    </a:cubicBezTo>
                    <a:lnTo>
                      <a:pt x="559" y="1672"/>
                    </a:lnTo>
                    <a:lnTo>
                      <a:pt x="559" y="1672"/>
                    </a:lnTo>
                    <a:lnTo>
                      <a:pt x="589" y="1672"/>
                    </a:lnTo>
                    <a:lnTo>
                      <a:pt x="589" y="1672"/>
                    </a:lnTo>
                    <a:lnTo>
                      <a:pt x="589" y="1641"/>
                    </a:lnTo>
                    <a:cubicBezTo>
                      <a:pt x="589" y="1641"/>
                      <a:pt x="589" y="1641"/>
                      <a:pt x="589" y="1611"/>
                    </a:cubicBezTo>
                    <a:lnTo>
                      <a:pt x="589" y="1611"/>
                    </a:lnTo>
                    <a:lnTo>
                      <a:pt x="589" y="1579"/>
                    </a:lnTo>
                    <a:lnTo>
                      <a:pt x="589" y="1579"/>
                    </a:lnTo>
                    <a:cubicBezTo>
                      <a:pt x="589" y="1548"/>
                      <a:pt x="589" y="1548"/>
                      <a:pt x="589" y="1517"/>
                    </a:cubicBezTo>
                    <a:lnTo>
                      <a:pt x="589" y="1517"/>
                    </a:lnTo>
                    <a:lnTo>
                      <a:pt x="589" y="1517"/>
                    </a:lnTo>
                    <a:cubicBezTo>
                      <a:pt x="589" y="1487"/>
                      <a:pt x="620" y="1455"/>
                      <a:pt x="620" y="1455"/>
                    </a:cubicBezTo>
                    <a:cubicBezTo>
                      <a:pt x="620" y="1424"/>
                      <a:pt x="620" y="1424"/>
                      <a:pt x="620" y="1424"/>
                    </a:cubicBezTo>
                    <a:lnTo>
                      <a:pt x="620" y="1424"/>
                    </a:lnTo>
                    <a:cubicBezTo>
                      <a:pt x="620" y="1424"/>
                      <a:pt x="620" y="1424"/>
                      <a:pt x="620" y="1393"/>
                    </a:cubicBezTo>
                    <a:lnTo>
                      <a:pt x="620" y="1393"/>
                    </a:lnTo>
                    <a:cubicBezTo>
                      <a:pt x="589" y="1363"/>
                      <a:pt x="620" y="1301"/>
                      <a:pt x="620" y="1301"/>
                    </a:cubicBezTo>
                    <a:cubicBezTo>
                      <a:pt x="620" y="1270"/>
                      <a:pt x="652" y="1270"/>
                      <a:pt x="683" y="1240"/>
                    </a:cubicBezTo>
                    <a:lnTo>
                      <a:pt x="683" y="1240"/>
                    </a:lnTo>
                    <a:cubicBezTo>
                      <a:pt x="683" y="1208"/>
                      <a:pt x="713" y="1208"/>
                      <a:pt x="713" y="1208"/>
                    </a:cubicBezTo>
                    <a:lnTo>
                      <a:pt x="744" y="1208"/>
                    </a:lnTo>
                    <a:lnTo>
                      <a:pt x="744" y="1208"/>
                    </a:lnTo>
                    <a:lnTo>
                      <a:pt x="744" y="1208"/>
                    </a:lnTo>
                    <a:cubicBezTo>
                      <a:pt x="744" y="1177"/>
                      <a:pt x="744" y="1177"/>
                      <a:pt x="776" y="1146"/>
                    </a:cubicBezTo>
                    <a:lnTo>
                      <a:pt x="807" y="1116"/>
                    </a:lnTo>
                    <a:lnTo>
                      <a:pt x="807" y="1116"/>
                    </a:lnTo>
                    <a:lnTo>
                      <a:pt x="807" y="1116"/>
                    </a:lnTo>
                    <a:cubicBezTo>
                      <a:pt x="837" y="1116"/>
                      <a:pt x="837" y="1084"/>
                      <a:pt x="868" y="1084"/>
                    </a:cubicBezTo>
                    <a:lnTo>
                      <a:pt x="868" y="1084"/>
                    </a:lnTo>
                    <a:cubicBezTo>
                      <a:pt x="868" y="1053"/>
                      <a:pt x="868" y="1053"/>
                      <a:pt x="900" y="1022"/>
                    </a:cubicBezTo>
                    <a:lnTo>
                      <a:pt x="900" y="1022"/>
                    </a:lnTo>
                    <a:cubicBezTo>
                      <a:pt x="900" y="1022"/>
                      <a:pt x="931" y="1022"/>
                      <a:pt x="931" y="992"/>
                    </a:cubicBezTo>
                    <a:lnTo>
                      <a:pt x="961" y="992"/>
                    </a:lnTo>
                    <a:lnTo>
                      <a:pt x="961" y="992"/>
                    </a:lnTo>
                    <a:cubicBezTo>
                      <a:pt x="961" y="992"/>
                      <a:pt x="961" y="992"/>
                      <a:pt x="992" y="960"/>
                    </a:cubicBezTo>
                    <a:lnTo>
                      <a:pt x="992" y="960"/>
                    </a:lnTo>
                    <a:lnTo>
                      <a:pt x="992" y="960"/>
                    </a:lnTo>
                    <a:lnTo>
                      <a:pt x="992" y="960"/>
                    </a:lnTo>
                    <a:lnTo>
                      <a:pt x="992" y="960"/>
                    </a:lnTo>
                    <a:cubicBezTo>
                      <a:pt x="992" y="929"/>
                      <a:pt x="992" y="929"/>
                      <a:pt x="992" y="898"/>
                    </a:cubicBezTo>
                    <a:lnTo>
                      <a:pt x="992" y="898"/>
                    </a:lnTo>
                    <a:cubicBezTo>
                      <a:pt x="1024" y="898"/>
                      <a:pt x="1024" y="868"/>
                      <a:pt x="1024" y="868"/>
                    </a:cubicBezTo>
                    <a:cubicBezTo>
                      <a:pt x="1055" y="868"/>
                      <a:pt x="1055" y="868"/>
                      <a:pt x="1055" y="868"/>
                    </a:cubicBezTo>
                    <a:lnTo>
                      <a:pt x="1055" y="836"/>
                    </a:lnTo>
                    <a:cubicBezTo>
                      <a:pt x="1085" y="836"/>
                      <a:pt x="1085" y="836"/>
                      <a:pt x="1085" y="836"/>
                    </a:cubicBezTo>
                    <a:lnTo>
                      <a:pt x="1085" y="836"/>
                    </a:lnTo>
                    <a:lnTo>
                      <a:pt x="1085" y="836"/>
                    </a:lnTo>
                    <a:lnTo>
                      <a:pt x="1085" y="805"/>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88" name="Freeform 137">
                <a:extLst>
                  <a:ext uri="{FF2B5EF4-FFF2-40B4-BE49-F238E27FC236}">
                    <a16:creationId xmlns:a16="http://schemas.microsoft.com/office/drawing/2014/main" id="{2917EB2C-674A-7FD1-4E17-A3C9971465F6}"/>
                  </a:ext>
                </a:extLst>
              </p:cNvPr>
              <p:cNvSpPr>
                <a:spLocks noChangeArrowheads="1"/>
              </p:cNvSpPr>
              <p:nvPr/>
            </p:nvSpPr>
            <p:spPr bwMode="auto">
              <a:xfrm>
                <a:off x="4895850" y="1801813"/>
                <a:ext cx="290513" cy="290512"/>
              </a:xfrm>
              <a:custGeom>
                <a:avLst/>
                <a:gdLst>
                  <a:gd name="T0" fmla="*/ 372 w 808"/>
                  <a:gd name="T1" fmla="*/ 775 h 808"/>
                  <a:gd name="T2" fmla="*/ 403 w 808"/>
                  <a:gd name="T3" fmla="*/ 775 h 808"/>
                  <a:gd name="T4" fmla="*/ 435 w 808"/>
                  <a:gd name="T5" fmla="*/ 775 h 808"/>
                  <a:gd name="T6" fmla="*/ 466 w 808"/>
                  <a:gd name="T7" fmla="*/ 744 h 808"/>
                  <a:gd name="T8" fmla="*/ 466 w 808"/>
                  <a:gd name="T9" fmla="*/ 744 h 808"/>
                  <a:gd name="T10" fmla="*/ 435 w 808"/>
                  <a:gd name="T11" fmla="*/ 683 h 808"/>
                  <a:gd name="T12" fmla="*/ 403 w 808"/>
                  <a:gd name="T13" fmla="*/ 683 h 808"/>
                  <a:gd name="T14" fmla="*/ 403 w 808"/>
                  <a:gd name="T15" fmla="*/ 590 h 808"/>
                  <a:gd name="T16" fmla="*/ 466 w 808"/>
                  <a:gd name="T17" fmla="*/ 527 h 808"/>
                  <a:gd name="T18" fmla="*/ 496 w 808"/>
                  <a:gd name="T19" fmla="*/ 559 h 808"/>
                  <a:gd name="T20" fmla="*/ 528 w 808"/>
                  <a:gd name="T21" fmla="*/ 527 h 808"/>
                  <a:gd name="T22" fmla="*/ 589 w 808"/>
                  <a:gd name="T23" fmla="*/ 466 h 808"/>
                  <a:gd name="T24" fmla="*/ 620 w 808"/>
                  <a:gd name="T25" fmla="*/ 435 h 808"/>
                  <a:gd name="T26" fmla="*/ 652 w 808"/>
                  <a:gd name="T27" fmla="*/ 403 h 808"/>
                  <a:gd name="T28" fmla="*/ 683 w 808"/>
                  <a:gd name="T29" fmla="*/ 342 h 808"/>
                  <a:gd name="T30" fmla="*/ 683 w 808"/>
                  <a:gd name="T31" fmla="*/ 279 h 808"/>
                  <a:gd name="T32" fmla="*/ 652 w 808"/>
                  <a:gd name="T33" fmla="*/ 279 h 808"/>
                  <a:gd name="T34" fmla="*/ 652 w 808"/>
                  <a:gd name="T35" fmla="*/ 187 h 808"/>
                  <a:gd name="T36" fmla="*/ 652 w 808"/>
                  <a:gd name="T37" fmla="*/ 155 h 808"/>
                  <a:gd name="T38" fmla="*/ 652 w 808"/>
                  <a:gd name="T39" fmla="*/ 94 h 808"/>
                  <a:gd name="T40" fmla="*/ 683 w 808"/>
                  <a:gd name="T41" fmla="*/ 94 h 808"/>
                  <a:gd name="T42" fmla="*/ 744 w 808"/>
                  <a:gd name="T43" fmla="*/ 124 h 808"/>
                  <a:gd name="T44" fmla="*/ 807 w 808"/>
                  <a:gd name="T45" fmla="*/ 94 h 808"/>
                  <a:gd name="T46" fmla="*/ 744 w 808"/>
                  <a:gd name="T47" fmla="*/ 63 h 808"/>
                  <a:gd name="T48" fmla="*/ 744 w 808"/>
                  <a:gd name="T49" fmla="*/ 31 h 808"/>
                  <a:gd name="T50" fmla="*/ 713 w 808"/>
                  <a:gd name="T51" fmla="*/ 0 h 808"/>
                  <a:gd name="T52" fmla="*/ 620 w 808"/>
                  <a:gd name="T53" fmla="*/ 31 h 808"/>
                  <a:gd name="T54" fmla="*/ 589 w 808"/>
                  <a:gd name="T55" fmla="*/ 31 h 808"/>
                  <a:gd name="T56" fmla="*/ 589 w 808"/>
                  <a:gd name="T57" fmla="*/ 31 h 808"/>
                  <a:gd name="T58" fmla="*/ 559 w 808"/>
                  <a:gd name="T59" fmla="*/ 63 h 808"/>
                  <a:gd name="T60" fmla="*/ 559 w 808"/>
                  <a:gd name="T61" fmla="*/ 94 h 808"/>
                  <a:gd name="T62" fmla="*/ 528 w 808"/>
                  <a:gd name="T63" fmla="*/ 155 h 808"/>
                  <a:gd name="T64" fmla="*/ 528 w 808"/>
                  <a:gd name="T65" fmla="*/ 155 h 808"/>
                  <a:gd name="T66" fmla="*/ 496 w 808"/>
                  <a:gd name="T67" fmla="*/ 218 h 808"/>
                  <a:gd name="T68" fmla="*/ 435 w 808"/>
                  <a:gd name="T69" fmla="*/ 279 h 808"/>
                  <a:gd name="T70" fmla="*/ 435 w 808"/>
                  <a:gd name="T71" fmla="*/ 279 h 808"/>
                  <a:gd name="T72" fmla="*/ 403 w 808"/>
                  <a:gd name="T73" fmla="*/ 342 h 808"/>
                  <a:gd name="T74" fmla="*/ 372 w 808"/>
                  <a:gd name="T75" fmla="*/ 372 h 808"/>
                  <a:gd name="T76" fmla="*/ 342 w 808"/>
                  <a:gd name="T77" fmla="*/ 372 h 808"/>
                  <a:gd name="T78" fmla="*/ 280 w 808"/>
                  <a:gd name="T79" fmla="*/ 372 h 808"/>
                  <a:gd name="T80" fmla="*/ 280 w 808"/>
                  <a:gd name="T81" fmla="*/ 435 h 808"/>
                  <a:gd name="T82" fmla="*/ 218 w 808"/>
                  <a:gd name="T83" fmla="*/ 466 h 808"/>
                  <a:gd name="T84" fmla="*/ 218 w 808"/>
                  <a:gd name="T85" fmla="*/ 496 h 808"/>
                  <a:gd name="T86" fmla="*/ 156 w 808"/>
                  <a:gd name="T87" fmla="*/ 496 h 808"/>
                  <a:gd name="T88" fmla="*/ 124 w 808"/>
                  <a:gd name="T89" fmla="*/ 496 h 808"/>
                  <a:gd name="T90" fmla="*/ 32 w 808"/>
                  <a:gd name="T91" fmla="*/ 496 h 808"/>
                  <a:gd name="T92" fmla="*/ 63 w 808"/>
                  <a:gd name="T93" fmla="*/ 559 h 808"/>
                  <a:gd name="T94" fmla="*/ 94 w 808"/>
                  <a:gd name="T95" fmla="*/ 590 h 808"/>
                  <a:gd name="T96" fmla="*/ 94 w 808"/>
                  <a:gd name="T97" fmla="*/ 620 h 808"/>
                  <a:gd name="T98" fmla="*/ 32 w 808"/>
                  <a:gd name="T99" fmla="*/ 683 h 808"/>
                  <a:gd name="T100" fmla="*/ 32 w 808"/>
                  <a:gd name="T101" fmla="*/ 714 h 808"/>
                  <a:gd name="T102" fmla="*/ 156 w 808"/>
                  <a:gd name="T103" fmla="*/ 714 h 808"/>
                  <a:gd name="T104" fmla="*/ 218 w 808"/>
                  <a:gd name="T105" fmla="*/ 683 h 808"/>
                  <a:gd name="T106" fmla="*/ 280 w 808"/>
                  <a:gd name="T107" fmla="*/ 714 h 808"/>
                  <a:gd name="T108" fmla="*/ 342 w 808"/>
                  <a:gd name="T109" fmla="*/ 807 h 8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08" h="808">
                    <a:moveTo>
                      <a:pt x="372" y="775"/>
                    </a:moveTo>
                    <a:lnTo>
                      <a:pt x="372" y="775"/>
                    </a:lnTo>
                    <a:lnTo>
                      <a:pt x="372" y="775"/>
                    </a:lnTo>
                    <a:lnTo>
                      <a:pt x="372" y="775"/>
                    </a:lnTo>
                    <a:lnTo>
                      <a:pt x="372" y="775"/>
                    </a:lnTo>
                    <a:cubicBezTo>
                      <a:pt x="403" y="775"/>
                      <a:pt x="403" y="775"/>
                      <a:pt x="403" y="775"/>
                    </a:cubicBezTo>
                    <a:lnTo>
                      <a:pt x="435" y="775"/>
                    </a:lnTo>
                    <a:lnTo>
                      <a:pt x="435" y="775"/>
                    </a:lnTo>
                    <a:lnTo>
                      <a:pt x="435" y="775"/>
                    </a:lnTo>
                    <a:cubicBezTo>
                      <a:pt x="466" y="775"/>
                      <a:pt x="466" y="775"/>
                      <a:pt x="466" y="775"/>
                    </a:cubicBezTo>
                    <a:lnTo>
                      <a:pt x="466" y="775"/>
                    </a:lnTo>
                    <a:lnTo>
                      <a:pt x="466" y="744"/>
                    </a:lnTo>
                    <a:lnTo>
                      <a:pt x="466" y="744"/>
                    </a:lnTo>
                    <a:lnTo>
                      <a:pt x="466" y="744"/>
                    </a:lnTo>
                    <a:lnTo>
                      <a:pt x="466" y="744"/>
                    </a:lnTo>
                    <a:lnTo>
                      <a:pt x="466" y="744"/>
                    </a:lnTo>
                    <a:cubicBezTo>
                      <a:pt x="466" y="744"/>
                      <a:pt x="435" y="744"/>
                      <a:pt x="435" y="714"/>
                    </a:cubicBezTo>
                    <a:lnTo>
                      <a:pt x="435" y="683"/>
                    </a:lnTo>
                    <a:lnTo>
                      <a:pt x="435" y="683"/>
                    </a:lnTo>
                    <a:lnTo>
                      <a:pt x="435" y="683"/>
                    </a:lnTo>
                    <a:cubicBezTo>
                      <a:pt x="403" y="683"/>
                      <a:pt x="403" y="683"/>
                      <a:pt x="403" y="683"/>
                    </a:cubicBezTo>
                    <a:cubicBezTo>
                      <a:pt x="403" y="651"/>
                      <a:pt x="403" y="651"/>
                      <a:pt x="403" y="620"/>
                    </a:cubicBezTo>
                    <a:lnTo>
                      <a:pt x="403" y="590"/>
                    </a:lnTo>
                    <a:lnTo>
                      <a:pt x="403" y="590"/>
                    </a:lnTo>
                    <a:cubicBezTo>
                      <a:pt x="403" y="559"/>
                      <a:pt x="435" y="559"/>
                      <a:pt x="435" y="559"/>
                    </a:cubicBezTo>
                    <a:cubicBezTo>
                      <a:pt x="435" y="527"/>
                      <a:pt x="466" y="527"/>
                      <a:pt x="466" y="527"/>
                    </a:cubicBezTo>
                    <a:lnTo>
                      <a:pt x="466" y="527"/>
                    </a:lnTo>
                    <a:lnTo>
                      <a:pt x="466" y="527"/>
                    </a:lnTo>
                    <a:lnTo>
                      <a:pt x="466" y="527"/>
                    </a:lnTo>
                    <a:cubicBezTo>
                      <a:pt x="496" y="527"/>
                      <a:pt x="496" y="527"/>
                      <a:pt x="496" y="559"/>
                    </a:cubicBezTo>
                    <a:lnTo>
                      <a:pt x="496" y="559"/>
                    </a:lnTo>
                    <a:cubicBezTo>
                      <a:pt x="528" y="527"/>
                      <a:pt x="528" y="527"/>
                      <a:pt x="528" y="527"/>
                    </a:cubicBezTo>
                    <a:lnTo>
                      <a:pt x="528" y="527"/>
                    </a:lnTo>
                    <a:cubicBezTo>
                      <a:pt x="528" y="496"/>
                      <a:pt x="528" y="496"/>
                      <a:pt x="559" y="496"/>
                    </a:cubicBezTo>
                    <a:cubicBezTo>
                      <a:pt x="559" y="496"/>
                      <a:pt x="559" y="496"/>
                      <a:pt x="559" y="466"/>
                    </a:cubicBezTo>
                    <a:lnTo>
                      <a:pt x="589" y="466"/>
                    </a:lnTo>
                    <a:cubicBezTo>
                      <a:pt x="589" y="466"/>
                      <a:pt x="589" y="466"/>
                      <a:pt x="620" y="435"/>
                    </a:cubicBezTo>
                    <a:lnTo>
                      <a:pt x="620" y="435"/>
                    </a:lnTo>
                    <a:lnTo>
                      <a:pt x="620" y="435"/>
                    </a:lnTo>
                    <a:lnTo>
                      <a:pt x="620" y="435"/>
                    </a:lnTo>
                    <a:cubicBezTo>
                      <a:pt x="620" y="403"/>
                      <a:pt x="620" y="403"/>
                      <a:pt x="652" y="403"/>
                    </a:cubicBezTo>
                    <a:lnTo>
                      <a:pt x="652" y="403"/>
                    </a:lnTo>
                    <a:lnTo>
                      <a:pt x="652" y="403"/>
                    </a:lnTo>
                    <a:cubicBezTo>
                      <a:pt x="652" y="372"/>
                      <a:pt x="652" y="372"/>
                      <a:pt x="683" y="372"/>
                    </a:cubicBezTo>
                    <a:cubicBezTo>
                      <a:pt x="683" y="342"/>
                      <a:pt x="683" y="342"/>
                      <a:pt x="683" y="342"/>
                    </a:cubicBezTo>
                    <a:cubicBezTo>
                      <a:pt x="683" y="311"/>
                      <a:pt x="683" y="311"/>
                      <a:pt x="683" y="311"/>
                    </a:cubicBezTo>
                    <a:lnTo>
                      <a:pt x="683" y="279"/>
                    </a:lnTo>
                    <a:lnTo>
                      <a:pt x="683" y="279"/>
                    </a:lnTo>
                    <a:lnTo>
                      <a:pt x="683" y="279"/>
                    </a:lnTo>
                    <a:lnTo>
                      <a:pt x="683" y="279"/>
                    </a:lnTo>
                    <a:cubicBezTo>
                      <a:pt x="683" y="279"/>
                      <a:pt x="683" y="279"/>
                      <a:pt x="652" y="279"/>
                    </a:cubicBezTo>
                    <a:cubicBezTo>
                      <a:pt x="652" y="248"/>
                      <a:pt x="652" y="248"/>
                      <a:pt x="652" y="248"/>
                    </a:cubicBezTo>
                    <a:cubicBezTo>
                      <a:pt x="652" y="218"/>
                      <a:pt x="652" y="218"/>
                      <a:pt x="652" y="218"/>
                    </a:cubicBezTo>
                    <a:lnTo>
                      <a:pt x="652" y="187"/>
                    </a:lnTo>
                    <a:lnTo>
                      <a:pt x="652" y="187"/>
                    </a:lnTo>
                    <a:lnTo>
                      <a:pt x="652" y="187"/>
                    </a:lnTo>
                    <a:lnTo>
                      <a:pt x="652" y="155"/>
                    </a:lnTo>
                    <a:cubicBezTo>
                      <a:pt x="652" y="155"/>
                      <a:pt x="652" y="155"/>
                      <a:pt x="652" y="124"/>
                    </a:cubicBezTo>
                    <a:cubicBezTo>
                      <a:pt x="652" y="124"/>
                      <a:pt x="652" y="124"/>
                      <a:pt x="652" y="94"/>
                    </a:cubicBezTo>
                    <a:lnTo>
                      <a:pt x="652" y="94"/>
                    </a:lnTo>
                    <a:lnTo>
                      <a:pt x="683" y="94"/>
                    </a:lnTo>
                    <a:lnTo>
                      <a:pt x="683" y="94"/>
                    </a:lnTo>
                    <a:lnTo>
                      <a:pt x="683" y="94"/>
                    </a:lnTo>
                    <a:lnTo>
                      <a:pt x="683" y="94"/>
                    </a:lnTo>
                    <a:cubicBezTo>
                      <a:pt x="713" y="94"/>
                      <a:pt x="713" y="94"/>
                      <a:pt x="744" y="124"/>
                    </a:cubicBezTo>
                    <a:lnTo>
                      <a:pt x="744" y="124"/>
                    </a:lnTo>
                    <a:lnTo>
                      <a:pt x="744" y="124"/>
                    </a:lnTo>
                    <a:cubicBezTo>
                      <a:pt x="776" y="94"/>
                      <a:pt x="776" y="94"/>
                      <a:pt x="776" y="94"/>
                    </a:cubicBezTo>
                    <a:cubicBezTo>
                      <a:pt x="807" y="94"/>
                      <a:pt x="807" y="94"/>
                      <a:pt x="807" y="94"/>
                    </a:cubicBezTo>
                    <a:lnTo>
                      <a:pt x="776" y="94"/>
                    </a:lnTo>
                    <a:lnTo>
                      <a:pt x="776" y="63"/>
                    </a:lnTo>
                    <a:lnTo>
                      <a:pt x="744" y="63"/>
                    </a:lnTo>
                    <a:lnTo>
                      <a:pt x="744" y="31"/>
                    </a:lnTo>
                    <a:lnTo>
                      <a:pt x="744" y="31"/>
                    </a:lnTo>
                    <a:lnTo>
                      <a:pt x="744" y="31"/>
                    </a:lnTo>
                    <a:lnTo>
                      <a:pt x="713" y="0"/>
                    </a:lnTo>
                    <a:lnTo>
                      <a:pt x="713" y="0"/>
                    </a:lnTo>
                    <a:lnTo>
                      <a:pt x="713" y="0"/>
                    </a:lnTo>
                    <a:lnTo>
                      <a:pt x="683" y="0"/>
                    </a:lnTo>
                    <a:cubicBezTo>
                      <a:pt x="683" y="0"/>
                      <a:pt x="683" y="0"/>
                      <a:pt x="652" y="0"/>
                    </a:cubicBezTo>
                    <a:cubicBezTo>
                      <a:pt x="652" y="0"/>
                      <a:pt x="652" y="0"/>
                      <a:pt x="620" y="31"/>
                    </a:cubicBezTo>
                    <a:lnTo>
                      <a:pt x="620" y="31"/>
                    </a:lnTo>
                    <a:lnTo>
                      <a:pt x="620" y="31"/>
                    </a:lnTo>
                    <a:cubicBezTo>
                      <a:pt x="620" y="31"/>
                      <a:pt x="620" y="31"/>
                      <a:pt x="589" y="31"/>
                    </a:cubicBezTo>
                    <a:lnTo>
                      <a:pt x="589" y="31"/>
                    </a:lnTo>
                    <a:lnTo>
                      <a:pt x="589" y="31"/>
                    </a:lnTo>
                    <a:lnTo>
                      <a:pt x="589" y="31"/>
                    </a:lnTo>
                    <a:lnTo>
                      <a:pt x="559" y="31"/>
                    </a:lnTo>
                    <a:cubicBezTo>
                      <a:pt x="559" y="31"/>
                      <a:pt x="559" y="31"/>
                      <a:pt x="559" y="63"/>
                    </a:cubicBezTo>
                    <a:lnTo>
                      <a:pt x="559" y="63"/>
                    </a:lnTo>
                    <a:lnTo>
                      <a:pt x="559" y="63"/>
                    </a:lnTo>
                    <a:cubicBezTo>
                      <a:pt x="559" y="63"/>
                      <a:pt x="559" y="63"/>
                      <a:pt x="559" y="94"/>
                    </a:cubicBezTo>
                    <a:lnTo>
                      <a:pt x="559" y="94"/>
                    </a:lnTo>
                    <a:lnTo>
                      <a:pt x="559" y="94"/>
                    </a:lnTo>
                    <a:lnTo>
                      <a:pt x="559" y="94"/>
                    </a:lnTo>
                    <a:cubicBezTo>
                      <a:pt x="559" y="124"/>
                      <a:pt x="559" y="155"/>
                      <a:pt x="528" y="155"/>
                    </a:cubicBezTo>
                    <a:lnTo>
                      <a:pt x="528" y="155"/>
                    </a:lnTo>
                    <a:lnTo>
                      <a:pt x="528" y="155"/>
                    </a:lnTo>
                    <a:lnTo>
                      <a:pt x="528" y="155"/>
                    </a:lnTo>
                    <a:cubicBezTo>
                      <a:pt x="528" y="187"/>
                      <a:pt x="528" y="218"/>
                      <a:pt x="496" y="218"/>
                    </a:cubicBezTo>
                    <a:lnTo>
                      <a:pt x="496" y="218"/>
                    </a:lnTo>
                    <a:lnTo>
                      <a:pt x="496" y="218"/>
                    </a:lnTo>
                    <a:cubicBezTo>
                      <a:pt x="466" y="248"/>
                      <a:pt x="466" y="248"/>
                      <a:pt x="466" y="248"/>
                    </a:cubicBezTo>
                    <a:lnTo>
                      <a:pt x="466" y="248"/>
                    </a:lnTo>
                    <a:cubicBezTo>
                      <a:pt x="466" y="279"/>
                      <a:pt x="435" y="279"/>
                      <a:pt x="435" y="279"/>
                    </a:cubicBezTo>
                    <a:lnTo>
                      <a:pt x="435" y="279"/>
                    </a:lnTo>
                    <a:lnTo>
                      <a:pt x="435" y="279"/>
                    </a:lnTo>
                    <a:lnTo>
                      <a:pt x="435" y="279"/>
                    </a:lnTo>
                    <a:cubicBezTo>
                      <a:pt x="435" y="311"/>
                      <a:pt x="435" y="311"/>
                      <a:pt x="435" y="311"/>
                    </a:cubicBezTo>
                    <a:lnTo>
                      <a:pt x="435" y="342"/>
                    </a:lnTo>
                    <a:lnTo>
                      <a:pt x="403" y="342"/>
                    </a:lnTo>
                    <a:lnTo>
                      <a:pt x="403" y="342"/>
                    </a:lnTo>
                    <a:cubicBezTo>
                      <a:pt x="403" y="372"/>
                      <a:pt x="403" y="372"/>
                      <a:pt x="372" y="372"/>
                    </a:cubicBezTo>
                    <a:lnTo>
                      <a:pt x="372" y="372"/>
                    </a:lnTo>
                    <a:cubicBezTo>
                      <a:pt x="372" y="372"/>
                      <a:pt x="342" y="372"/>
                      <a:pt x="342" y="342"/>
                    </a:cubicBezTo>
                    <a:lnTo>
                      <a:pt x="342" y="342"/>
                    </a:lnTo>
                    <a:cubicBezTo>
                      <a:pt x="342" y="342"/>
                      <a:pt x="342" y="342"/>
                      <a:pt x="342" y="372"/>
                    </a:cubicBezTo>
                    <a:lnTo>
                      <a:pt x="342" y="372"/>
                    </a:lnTo>
                    <a:lnTo>
                      <a:pt x="311" y="403"/>
                    </a:lnTo>
                    <a:lnTo>
                      <a:pt x="280" y="372"/>
                    </a:lnTo>
                    <a:cubicBezTo>
                      <a:pt x="280" y="403"/>
                      <a:pt x="280" y="403"/>
                      <a:pt x="280" y="403"/>
                    </a:cubicBezTo>
                    <a:lnTo>
                      <a:pt x="280" y="403"/>
                    </a:lnTo>
                    <a:cubicBezTo>
                      <a:pt x="280" y="435"/>
                      <a:pt x="280" y="435"/>
                      <a:pt x="280" y="435"/>
                    </a:cubicBezTo>
                    <a:cubicBezTo>
                      <a:pt x="280" y="466"/>
                      <a:pt x="280" y="466"/>
                      <a:pt x="248" y="466"/>
                    </a:cubicBezTo>
                    <a:lnTo>
                      <a:pt x="248" y="466"/>
                    </a:lnTo>
                    <a:cubicBezTo>
                      <a:pt x="218" y="466"/>
                      <a:pt x="218" y="466"/>
                      <a:pt x="218" y="466"/>
                    </a:cubicBezTo>
                    <a:lnTo>
                      <a:pt x="218" y="466"/>
                    </a:lnTo>
                    <a:lnTo>
                      <a:pt x="218" y="496"/>
                    </a:lnTo>
                    <a:lnTo>
                      <a:pt x="218" y="496"/>
                    </a:lnTo>
                    <a:cubicBezTo>
                      <a:pt x="187" y="496"/>
                      <a:pt x="187" y="496"/>
                      <a:pt x="187" y="496"/>
                    </a:cubicBezTo>
                    <a:lnTo>
                      <a:pt x="156" y="496"/>
                    </a:lnTo>
                    <a:lnTo>
                      <a:pt x="156" y="496"/>
                    </a:lnTo>
                    <a:lnTo>
                      <a:pt x="124" y="496"/>
                    </a:lnTo>
                    <a:lnTo>
                      <a:pt x="124" y="496"/>
                    </a:lnTo>
                    <a:lnTo>
                      <a:pt x="124" y="496"/>
                    </a:lnTo>
                    <a:lnTo>
                      <a:pt x="94" y="496"/>
                    </a:lnTo>
                    <a:cubicBezTo>
                      <a:pt x="94" y="496"/>
                      <a:pt x="63" y="496"/>
                      <a:pt x="32" y="496"/>
                    </a:cubicBezTo>
                    <a:lnTo>
                      <a:pt x="32" y="496"/>
                    </a:lnTo>
                    <a:cubicBezTo>
                      <a:pt x="63" y="496"/>
                      <a:pt x="63" y="527"/>
                      <a:pt x="63" y="527"/>
                    </a:cubicBezTo>
                    <a:lnTo>
                      <a:pt x="63" y="527"/>
                    </a:lnTo>
                    <a:lnTo>
                      <a:pt x="63" y="559"/>
                    </a:lnTo>
                    <a:cubicBezTo>
                      <a:pt x="63" y="559"/>
                      <a:pt x="63" y="559"/>
                      <a:pt x="63" y="590"/>
                    </a:cubicBezTo>
                    <a:cubicBezTo>
                      <a:pt x="94" y="590"/>
                      <a:pt x="94" y="590"/>
                      <a:pt x="94" y="590"/>
                    </a:cubicBezTo>
                    <a:lnTo>
                      <a:pt x="94" y="590"/>
                    </a:lnTo>
                    <a:lnTo>
                      <a:pt x="94" y="590"/>
                    </a:lnTo>
                    <a:lnTo>
                      <a:pt x="94" y="590"/>
                    </a:lnTo>
                    <a:cubicBezTo>
                      <a:pt x="94" y="620"/>
                      <a:pt x="94" y="620"/>
                      <a:pt x="94" y="620"/>
                    </a:cubicBezTo>
                    <a:cubicBezTo>
                      <a:pt x="94" y="651"/>
                      <a:pt x="94" y="651"/>
                      <a:pt x="94" y="651"/>
                    </a:cubicBezTo>
                    <a:cubicBezTo>
                      <a:pt x="94" y="683"/>
                      <a:pt x="63" y="683"/>
                      <a:pt x="63" y="683"/>
                    </a:cubicBezTo>
                    <a:cubicBezTo>
                      <a:pt x="32" y="683"/>
                      <a:pt x="32" y="683"/>
                      <a:pt x="32" y="683"/>
                    </a:cubicBezTo>
                    <a:cubicBezTo>
                      <a:pt x="32" y="683"/>
                      <a:pt x="0" y="683"/>
                      <a:pt x="0" y="714"/>
                    </a:cubicBezTo>
                    <a:lnTo>
                      <a:pt x="0" y="714"/>
                    </a:lnTo>
                    <a:cubicBezTo>
                      <a:pt x="32" y="714"/>
                      <a:pt x="32" y="714"/>
                      <a:pt x="32" y="714"/>
                    </a:cubicBezTo>
                    <a:cubicBezTo>
                      <a:pt x="63" y="714"/>
                      <a:pt x="94" y="714"/>
                      <a:pt x="124" y="683"/>
                    </a:cubicBezTo>
                    <a:lnTo>
                      <a:pt x="124" y="683"/>
                    </a:lnTo>
                    <a:cubicBezTo>
                      <a:pt x="156" y="683"/>
                      <a:pt x="156" y="714"/>
                      <a:pt x="156" y="714"/>
                    </a:cubicBezTo>
                    <a:lnTo>
                      <a:pt x="156" y="714"/>
                    </a:lnTo>
                    <a:lnTo>
                      <a:pt x="187" y="714"/>
                    </a:lnTo>
                    <a:cubicBezTo>
                      <a:pt x="218" y="714"/>
                      <a:pt x="218" y="683"/>
                      <a:pt x="218" y="683"/>
                    </a:cubicBezTo>
                    <a:lnTo>
                      <a:pt x="248" y="683"/>
                    </a:lnTo>
                    <a:lnTo>
                      <a:pt x="280" y="714"/>
                    </a:lnTo>
                    <a:lnTo>
                      <a:pt x="280" y="714"/>
                    </a:lnTo>
                    <a:cubicBezTo>
                      <a:pt x="280" y="744"/>
                      <a:pt x="311" y="744"/>
                      <a:pt x="311" y="775"/>
                    </a:cubicBezTo>
                    <a:cubicBezTo>
                      <a:pt x="311" y="807"/>
                      <a:pt x="311" y="807"/>
                      <a:pt x="342" y="807"/>
                    </a:cubicBezTo>
                    <a:lnTo>
                      <a:pt x="342" y="807"/>
                    </a:lnTo>
                    <a:lnTo>
                      <a:pt x="342" y="807"/>
                    </a:lnTo>
                    <a:cubicBezTo>
                      <a:pt x="342" y="775"/>
                      <a:pt x="372" y="775"/>
                      <a:pt x="372" y="77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89" name="Freeform 138">
                <a:extLst>
                  <a:ext uri="{FF2B5EF4-FFF2-40B4-BE49-F238E27FC236}">
                    <a16:creationId xmlns:a16="http://schemas.microsoft.com/office/drawing/2014/main" id="{C9D7744B-2F53-4155-88A3-7A6C49774466}"/>
                  </a:ext>
                </a:extLst>
              </p:cNvPr>
              <p:cNvSpPr>
                <a:spLocks noChangeArrowheads="1"/>
              </p:cNvSpPr>
              <p:nvPr/>
            </p:nvSpPr>
            <p:spPr bwMode="auto">
              <a:xfrm>
                <a:off x="5454650" y="2003425"/>
                <a:ext cx="123825" cy="144463"/>
              </a:xfrm>
              <a:custGeom>
                <a:avLst/>
                <a:gdLst>
                  <a:gd name="T0" fmla="*/ 124 w 342"/>
                  <a:gd name="T1" fmla="*/ 402 h 403"/>
                  <a:gd name="T2" fmla="*/ 154 w 342"/>
                  <a:gd name="T3" fmla="*/ 372 h 403"/>
                  <a:gd name="T4" fmla="*/ 154 w 342"/>
                  <a:gd name="T5" fmla="*/ 372 h 403"/>
                  <a:gd name="T6" fmla="*/ 154 w 342"/>
                  <a:gd name="T7" fmla="*/ 372 h 403"/>
                  <a:gd name="T8" fmla="*/ 154 w 342"/>
                  <a:gd name="T9" fmla="*/ 372 h 403"/>
                  <a:gd name="T10" fmla="*/ 154 w 342"/>
                  <a:gd name="T11" fmla="*/ 372 h 403"/>
                  <a:gd name="T12" fmla="*/ 154 w 342"/>
                  <a:gd name="T13" fmla="*/ 309 h 403"/>
                  <a:gd name="T14" fmla="*/ 154 w 342"/>
                  <a:gd name="T15" fmla="*/ 309 h 403"/>
                  <a:gd name="T16" fmla="*/ 185 w 342"/>
                  <a:gd name="T17" fmla="*/ 248 h 403"/>
                  <a:gd name="T18" fmla="*/ 185 w 342"/>
                  <a:gd name="T19" fmla="*/ 216 h 403"/>
                  <a:gd name="T20" fmla="*/ 185 w 342"/>
                  <a:gd name="T21" fmla="*/ 216 h 403"/>
                  <a:gd name="T22" fmla="*/ 248 w 342"/>
                  <a:gd name="T23" fmla="*/ 216 h 403"/>
                  <a:gd name="T24" fmla="*/ 248 w 342"/>
                  <a:gd name="T25" fmla="*/ 155 h 403"/>
                  <a:gd name="T26" fmla="*/ 248 w 342"/>
                  <a:gd name="T27" fmla="*/ 155 h 403"/>
                  <a:gd name="T28" fmla="*/ 248 w 342"/>
                  <a:gd name="T29" fmla="*/ 124 h 403"/>
                  <a:gd name="T30" fmla="*/ 248 w 342"/>
                  <a:gd name="T31" fmla="*/ 124 h 403"/>
                  <a:gd name="T32" fmla="*/ 248 w 342"/>
                  <a:gd name="T33" fmla="*/ 92 h 403"/>
                  <a:gd name="T34" fmla="*/ 278 w 342"/>
                  <a:gd name="T35" fmla="*/ 92 h 403"/>
                  <a:gd name="T36" fmla="*/ 309 w 342"/>
                  <a:gd name="T37" fmla="*/ 61 h 403"/>
                  <a:gd name="T38" fmla="*/ 341 w 342"/>
                  <a:gd name="T39" fmla="*/ 31 h 403"/>
                  <a:gd name="T40" fmla="*/ 341 w 342"/>
                  <a:gd name="T41" fmla="*/ 31 h 403"/>
                  <a:gd name="T42" fmla="*/ 309 w 342"/>
                  <a:gd name="T43" fmla="*/ 0 h 403"/>
                  <a:gd name="T44" fmla="*/ 309 w 342"/>
                  <a:gd name="T45" fmla="*/ 0 h 403"/>
                  <a:gd name="T46" fmla="*/ 248 w 342"/>
                  <a:gd name="T47" fmla="*/ 31 h 403"/>
                  <a:gd name="T48" fmla="*/ 185 w 342"/>
                  <a:gd name="T49" fmla="*/ 92 h 403"/>
                  <a:gd name="T50" fmla="*/ 154 w 342"/>
                  <a:gd name="T51" fmla="*/ 92 h 403"/>
                  <a:gd name="T52" fmla="*/ 154 w 342"/>
                  <a:gd name="T53" fmla="*/ 92 h 403"/>
                  <a:gd name="T54" fmla="*/ 154 w 342"/>
                  <a:gd name="T55" fmla="*/ 92 h 403"/>
                  <a:gd name="T56" fmla="*/ 124 w 342"/>
                  <a:gd name="T57" fmla="*/ 92 h 403"/>
                  <a:gd name="T58" fmla="*/ 124 w 342"/>
                  <a:gd name="T59" fmla="*/ 92 h 403"/>
                  <a:gd name="T60" fmla="*/ 61 w 342"/>
                  <a:gd name="T61" fmla="*/ 124 h 403"/>
                  <a:gd name="T62" fmla="*/ 30 w 342"/>
                  <a:gd name="T63" fmla="*/ 92 h 403"/>
                  <a:gd name="T64" fmla="*/ 30 w 342"/>
                  <a:gd name="T65" fmla="*/ 92 h 403"/>
                  <a:gd name="T66" fmla="*/ 0 w 342"/>
                  <a:gd name="T67" fmla="*/ 92 h 403"/>
                  <a:gd name="T68" fmla="*/ 30 w 342"/>
                  <a:gd name="T69" fmla="*/ 124 h 403"/>
                  <a:gd name="T70" fmla="*/ 30 w 342"/>
                  <a:gd name="T71" fmla="*/ 155 h 403"/>
                  <a:gd name="T72" fmla="*/ 30 w 342"/>
                  <a:gd name="T73" fmla="*/ 155 h 403"/>
                  <a:gd name="T74" fmla="*/ 30 w 342"/>
                  <a:gd name="T75" fmla="*/ 155 h 403"/>
                  <a:gd name="T76" fmla="*/ 93 w 342"/>
                  <a:gd name="T77" fmla="*/ 155 h 403"/>
                  <a:gd name="T78" fmla="*/ 93 w 342"/>
                  <a:gd name="T79" fmla="*/ 155 h 403"/>
                  <a:gd name="T80" fmla="*/ 124 w 342"/>
                  <a:gd name="T81" fmla="*/ 155 h 403"/>
                  <a:gd name="T82" fmla="*/ 154 w 342"/>
                  <a:gd name="T83" fmla="*/ 185 h 403"/>
                  <a:gd name="T84" fmla="*/ 124 w 342"/>
                  <a:gd name="T85" fmla="*/ 278 h 403"/>
                  <a:gd name="T86" fmla="*/ 93 w 342"/>
                  <a:gd name="T87" fmla="*/ 278 h 403"/>
                  <a:gd name="T88" fmla="*/ 93 w 342"/>
                  <a:gd name="T89" fmla="*/ 278 h 403"/>
                  <a:gd name="T90" fmla="*/ 93 w 342"/>
                  <a:gd name="T91" fmla="*/ 340 h 403"/>
                  <a:gd name="T92" fmla="*/ 124 w 342"/>
                  <a:gd name="T93" fmla="*/ 340 h 403"/>
                  <a:gd name="T94" fmla="*/ 124 w 342"/>
                  <a:gd name="T95" fmla="*/ 372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42" h="403">
                    <a:moveTo>
                      <a:pt x="124" y="402"/>
                    </a:moveTo>
                    <a:lnTo>
                      <a:pt x="124" y="402"/>
                    </a:lnTo>
                    <a:lnTo>
                      <a:pt x="124" y="372"/>
                    </a:lnTo>
                    <a:lnTo>
                      <a:pt x="154" y="372"/>
                    </a:lnTo>
                    <a:lnTo>
                      <a:pt x="154" y="372"/>
                    </a:lnTo>
                    <a:lnTo>
                      <a:pt x="154" y="372"/>
                    </a:lnTo>
                    <a:lnTo>
                      <a:pt x="154" y="372"/>
                    </a:lnTo>
                    <a:lnTo>
                      <a:pt x="154" y="372"/>
                    </a:lnTo>
                    <a:lnTo>
                      <a:pt x="154" y="372"/>
                    </a:lnTo>
                    <a:lnTo>
                      <a:pt x="154" y="372"/>
                    </a:lnTo>
                    <a:lnTo>
                      <a:pt x="154" y="372"/>
                    </a:lnTo>
                    <a:lnTo>
                      <a:pt x="154" y="372"/>
                    </a:lnTo>
                    <a:lnTo>
                      <a:pt x="154" y="340"/>
                    </a:lnTo>
                    <a:lnTo>
                      <a:pt x="154" y="309"/>
                    </a:lnTo>
                    <a:lnTo>
                      <a:pt x="154" y="309"/>
                    </a:lnTo>
                    <a:lnTo>
                      <a:pt x="154" y="309"/>
                    </a:lnTo>
                    <a:cubicBezTo>
                      <a:pt x="154" y="278"/>
                      <a:pt x="154" y="278"/>
                      <a:pt x="154" y="278"/>
                    </a:cubicBezTo>
                    <a:cubicBezTo>
                      <a:pt x="154" y="278"/>
                      <a:pt x="154" y="248"/>
                      <a:pt x="185" y="248"/>
                    </a:cubicBezTo>
                    <a:lnTo>
                      <a:pt x="185" y="248"/>
                    </a:lnTo>
                    <a:lnTo>
                      <a:pt x="185" y="216"/>
                    </a:lnTo>
                    <a:lnTo>
                      <a:pt x="185" y="216"/>
                    </a:lnTo>
                    <a:lnTo>
                      <a:pt x="185" y="216"/>
                    </a:lnTo>
                    <a:cubicBezTo>
                      <a:pt x="217" y="216"/>
                      <a:pt x="217" y="248"/>
                      <a:pt x="217" y="248"/>
                    </a:cubicBezTo>
                    <a:cubicBezTo>
                      <a:pt x="248" y="216"/>
                      <a:pt x="248" y="216"/>
                      <a:pt x="248" y="216"/>
                    </a:cubicBezTo>
                    <a:cubicBezTo>
                      <a:pt x="248" y="185"/>
                      <a:pt x="248" y="185"/>
                      <a:pt x="248" y="185"/>
                    </a:cubicBezTo>
                    <a:lnTo>
                      <a:pt x="248" y="155"/>
                    </a:lnTo>
                    <a:lnTo>
                      <a:pt x="248" y="155"/>
                    </a:lnTo>
                    <a:lnTo>
                      <a:pt x="248" y="155"/>
                    </a:lnTo>
                    <a:lnTo>
                      <a:pt x="248" y="155"/>
                    </a:lnTo>
                    <a:lnTo>
                      <a:pt x="248" y="124"/>
                    </a:lnTo>
                    <a:cubicBezTo>
                      <a:pt x="278" y="124"/>
                      <a:pt x="278" y="124"/>
                      <a:pt x="278" y="124"/>
                    </a:cubicBezTo>
                    <a:cubicBezTo>
                      <a:pt x="278" y="124"/>
                      <a:pt x="278" y="124"/>
                      <a:pt x="248" y="124"/>
                    </a:cubicBezTo>
                    <a:lnTo>
                      <a:pt x="248" y="124"/>
                    </a:lnTo>
                    <a:cubicBezTo>
                      <a:pt x="248" y="124"/>
                      <a:pt x="248" y="124"/>
                      <a:pt x="248" y="92"/>
                    </a:cubicBezTo>
                    <a:lnTo>
                      <a:pt x="278" y="92"/>
                    </a:lnTo>
                    <a:lnTo>
                      <a:pt x="278" y="92"/>
                    </a:lnTo>
                    <a:cubicBezTo>
                      <a:pt x="278" y="61"/>
                      <a:pt x="278" y="61"/>
                      <a:pt x="309" y="61"/>
                    </a:cubicBezTo>
                    <a:lnTo>
                      <a:pt x="309" y="61"/>
                    </a:lnTo>
                    <a:lnTo>
                      <a:pt x="309" y="61"/>
                    </a:lnTo>
                    <a:cubicBezTo>
                      <a:pt x="309" y="61"/>
                      <a:pt x="309" y="31"/>
                      <a:pt x="341" y="31"/>
                    </a:cubicBezTo>
                    <a:lnTo>
                      <a:pt x="341" y="31"/>
                    </a:lnTo>
                    <a:lnTo>
                      <a:pt x="341" y="31"/>
                    </a:lnTo>
                    <a:cubicBezTo>
                      <a:pt x="341" y="31"/>
                      <a:pt x="341" y="0"/>
                      <a:pt x="309" y="0"/>
                    </a:cubicBezTo>
                    <a:lnTo>
                      <a:pt x="309" y="0"/>
                    </a:lnTo>
                    <a:lnTo>
                      <a:pt x="309" y="0"/>
                    </a:lnTo>
                    <a:lnTo>
                      <a:pt x="309" y="0"/>
                    </a:lnTo>
                    <a:cubicBezTo>
                      <a:pt x="309" y="0"/>
                      <a:pt x="309" y="0"/>
                      <a:pt x="309" y="31"/>
                    </a:cubicBezTo>
                    <a:cubicBezTo>
                      <a:pt x="278" y="31"/>
                      <a:pt x="278" y="31"/>
                      <a:pt x="248" y="31"/>
                    </a:cubicBezTo>
                    <a:cubicBezTo>
                      <a:pt x="248" y="61"/>
                      <a:pt x="248" y="61"/>
                      <a:pt x="248" y="61"/>
                    </a:cubicBezTo>
                    <a:cubicBezTo>
                      <a:pt x="217" y="61"/>
                      <a:pt x="185" y="92"/>
                      <a:pt x="185" y="92"/>
                    </a:cubicBezTo>
                    <a:lnTo>
                      <a:pt x="185" y="92"/>
                    </a:lnTo>
                    <a:lnTo>
                      <a:pt x="154" y="92"/>
                    </a:lnTo>
                    <a:lnTo>
                      <a:pt x="154" y="92"/>
                    </a:lnTo>
                    <a:lnTo>
                      <a:pt x="154" y="92"/>
                    </a:lnTo>
                    <a:lnTo>
                      <a:pt x="154" y="92"/>
                    </a:lnTo>
                    <a:lnTo>
                      <a:pt x="154" y="92"/>
                    </a:lnTo>
                    <a:lnTo>
                      <a:pt x="154" y="92"/>
                    </a:lnTo>
                    <a:lnTo>
                      <a:pt x="124" y="92"/>
                    </a:lnTo>
                    <a:lnTo>
                      <a:pt x="124" y="92"/>
                    </a:lnTo>
                    <a:lnTo>
                      <a:pt x="124" y="92"/>
                    </a:lnTo>
                    <a:cubicBezTo>
                      <a:pt x="124" y="92"/>
                      <a:pt x="93" y="92"/>
                      <a:pt x="93" y="124"/>
                    </a:cubicBezTo>
                    <a:cubicBezTo>
                      <a:pt x="61" y="124"/>
                      <a:pt x="61" y="124"/>
                      <a:pt x="61" y="124"/>
                    </a:cubicBezTo>
                    <a:lnTo>
                      <a:pt x="61" y="124"/>
                    </a:lnTo>
                    <a:lnTo>
                      <a:pt x="30" y="92"/>
                    </a:lnTo>
                    <a:lnTo>
                      <a:pt x="30" y="92"/>
                    </a:lnTo>
                    <a:lnTo>
                      <a:pt x="30" y="92"/>
                    </a:lnTo>
                    <a:lnTo>
                      <a:pt x="0" y="92"/>
                    </a:lnTo>
                    <a:lnTo>
                      <a:pt x="0" y="92"/>
                    </a:lnTo>
                    <a:cubicBezTo>
                      <a:pt x="0" y="124"/>
                      <a:pt x="30" y="124"/>
                      <a:pt x="30" y="124"/>
                    </a:cubicBezTo>
                    <a:lnTo>
                      <a:pt x="30" y="124"/>
                    </a:lnTo>
                    <a:lnTo>
                      <a:pt x="30" y="124"/>
                    </a:lnTo>
                    <a:lnTo>
                      <a:pt x="30" y="155"/>
                    </a:lnTo>
                    <a:lnTo>
                      <a:pt x="30" y="155"/>
                    </a:lnTo>
                    <a:lnTo>
                      <a:pt x="30" y="155"/>
                    </a:lnTo>
                    <a:lnTo>
                      <a:pt x="30" y="155"/>
                    </a:lnTo>
                    <a:lnTo>
                      <a:pt x="30" y="155"/>
                    </a:lnTo>
                    <a:cubicBezTo>
                      <a:pt x="61" y="155"/>
                      <a:pt x="61" y="155"/>
                      <a:pt x="93" y="155"/>
                    </a:cubicBezTo>
                    <a:lnTo>
                      <a:pt x="93" y="155"/>
                    </a:lnTo>
                    <a:lnTo>
                      <a:pt x="93" y="155"/>
                    </a:lnTo>
                    <a:lnTo>
                      <a:pt x="93" y="155"/>
                    </a:lnTo>
                    <a:lnTo>
                      <a:pt x="93" y="155"/>
                    </a:lnTo>
                    <a:cubicBezTo>
                      <a:pt x="124" y="155"/>
                      <a:pt x="124" y="155"/>
                      <a:pt x="124" y="155"/>
                    </a:cubicBezTo>
                    <a:cubicBezTo>
                      <a:pt x="154" y="155"/>
                      <a:pt x="154" y="155"/>
                      <a:pt x="154" y="185"/>
                    </a:cubicBezTo>
                    <a:lnTo>
                      <a:pt x="154" y="185"/>
                    </a:lnTo>
                    <a:cubicBezTo>
                      <a:pt x="154" y="216"/>
                      <a:pt x="154" y="216"/>
                      <a:pt x="154" y="216"/>
                    </a:cubicBezTo>
                    <a:cubicBezTo>
                      <a:pt x="154" y="248"/>
                      <a:pt x="124" y="278"/>
                      <a:pt x="124" y="278"/>
                    </a:cubicBezTo>
                    <a:cubicBezTo>
                      <a:pt x="93" y="278"/>
                      <a:pt x="93" y="278"/>
                      <a:pt x="93" y="278"/>
                    </a:cubicBezTo>
                    <a:lnTo>
                      <a:pt x="93" y="278"/>
                    </a:lnTo>
                    <a:lnTo>
                      <a:pt x="93" y="278"/>
                    </a:lnTo>
                    <a:lnTo>
                      <a:pt x="93" y="278"/>
                    </a:lnTo>
                    <a:cubicBezTo>
                      <a:pt x="93" y="309"/>
                      <a:pt x="93" y="309"/>
                      <a:pt x="93" y="309"/>
                    </a:cubicBezTo>
                    <a:cubicBezTo>
                      <a:pt x="93" y="309"/>
                      <a:pt x="93" y="309"/>
                      <a:pt x="93" y="340"/>
                    </a:cubicBezTo>
                    <a:lnTo>
                      <a:pt x="93" y="340"/>
                    </a:lnTo>
                    <a:cubicBezTo>
                      <a:pt x="124" y="340"/>
                      <a:pt x="124" y="340"/>
                      <a:pt x="124" y="340"/>
                    </a:cubicBezTo>
                    <a:lnTo>
                      <a:pt x="124" y="340"/>
                    </a:lnTo>
                    <a:cubicBezTo>
                      <a:pt x="124" y="372"/>
                      <a:pt x="124" y="372"/>
                      <a:pt x="124" y="372"/>
                    </a:cubicBezTo>
                    <a:cubicBezTo>
                      <a:pt x="124" y="372"/>
                      <a:pt x="124" y="372"/>
                      <a:pt x="124" y="40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90" name="Freeform 139">
                <a:extLst>
                  <a:ext uri="{FF2B5EF4-FFF2-40B4-BE49-F238E27FC236}">
                    <a16:creationId xmlns:a16="http://schemas.microsoft.com/office/drawing/2014/main" id="{B3AE5EE9-A355-F47A-7A5F-19F13A889F74}"/>
                  </a:ext>
                </a:extLst>
              </p:cNvPr>
              <p:cNvSpPr>
                <a:spLocks noChangeArrowheads="1"/>
              </p:cNvSpPr>
              <p:nvPr/>
            </p:nvSpPr>
            <p:spPr bwMode="auto">
              <a:xfrm>
                <a:off x="4214813" y="865188"/>
                <a:ext cx="3192462" cy="803275"/>
              </a:xfrm>
              <a:custGeom>
                <a:avLst/>
                <a:gdLst>
                  <a:gd name="T0" fmla="*/ 7717 w 8866"/>
                  <a:gd name="T1" fmla="*/ 527 h 2232"/>
                  <a:gd name="T2" fmla="*/ 7345 w 8866"/>
                  <a:gd name="T3" fmla="*/ 527 h 2232"/>
                  <a:gd name="T4" fmla="*/ 6788 w 8866"/>
                  <a:gd name="T5" fmla="*/ 403 h 2232"/>
                  <a:gd name="T6" fmla="*/ 6354 w 8866"/>
                  <a:gd name="T7" fmla="*/ 310 h 2232"/>
                  <a:gd name="T8" fmla="*/ 5920 w 8866"/>
                  <a:gd name="T9" fmla="*/ 403 h 2232"/>
                  <a:gd name="T10" fmla="*/ 5486 w 8866"/>
                  <a:gd name="T11" fmla="*/ 372 h 2232"/>
                  <a:gd name="T12" fmla="*/ 5083 w 8866"/>
                  <a:gd name="T13" fmla="*/ 310 h 2232"/>
                  <a:gd name="T14" fmla="*/ 4526 w 8866"/>
                  <a:gd name="T15" fmla="*/ 279 h 2232"/>
                  <a:gd name="T16" fmla="*/ 4618 w 8866"/>
                  <a:gd name="T17" fmla="*/ 62 h 2232"/>
                  <a:gd name="T18" fmla="*/ 4154 w 8866"/>
                  <a:gd name="T19" fmla="*/ 0 h 2232"/>
                  <a:gd name="T20" fmla="*/ 3565 w 8866"/>
                  <a:gd name="T21" fmla="*/ 124 h 2232"/>
                  <a:gd name="T22" fmla="*/ 3099 w 8866"/>
                  <a:gd name="T23" fmla="*/ 248 h 2232"/>
                  <a:gd name="T24" fmla="*/ 3006 w 8866"/>
                  <a:gd name="T25" fmla="*/ 403 h 2232"/>
                  <a:gd name="T26" fmla="*/ 2603 w 8866"/>
                  <a:gd name="T27" fmla="*/ 496 h 2232"/>
                  <a:gd name="T28" fmla="*/ 2325 w 8866"/>
                  <a:gd name="T29" fmla="*/ 713 h 2232"/>
                  <a:gd name="T30" fmla="*/ 2449 w 8866"/>
                  <a:gd name="T31" fmla="*/ 310 h 2232"/>
                  <a:gd name="T32" fmla="*/ 2293 w 8866"/>
                  <a:gd name="T33" fmla="*/ 496 h 2232"/>
                  <a:gd name="T34" fmla="*/ 1766 w 8866"/>
                  <a:gd name="T35" fmla="*/ 589 h 2232"/>
                  <a:gd name="T36" fmla="*/ 1302 w 8866"/>
                  <a:gd name="T37" fmla="*/ 589 h 2232"/>
                  <a:gd name="T38" fmla="*/ 992 w 8866"/>
                  <a:gd name="T39" fmla="*/ 589 h 2232"/>
                  <a:gd name="T40" fmla="*/ 681 w 8866"/>
                  <a:gd name="T41" fmla="*/ 837 h 2232"/>
                  <a:gd name="T42" fmla="*/ 372 w 8866"/>
                  <a:gd name="T43" fmla="*/ 744 h 2232"/>
                  <a:gd name="T44" fmla="*/ 651 w 8866"/>
                  <a:gd name="T45" fmla="*/ 620 h 2232"/>
                  <a:gd name="T46" fmla="*/ 124 w 8866"/>
                  <a:gd name="T47" fmla="*/ 527 h 2232"/>
                  <a:gd name="T48" fmla="*/ 186 w 8866"/>
                  <a:gd name="T49" fmla="*/ 868 h 2232"/>
                  <a:gd name="T50" fmla="*/ 0 w 8866"/>
                  <a:gd name="T51" fmla="*/ 1209 h 2232"/>
                  <a:gd name="T52" fmla="*/ 186 w 8866"/>
                  <a:gd name="T53" fmla="*/ 1364 h 2232"/>
                  <a:gd name="T54" fmla="*/ 310 w 8866"/>
                  <a:gd name="T55" fmla="*/ 1581 h 2232"/>
                  <a:gd name="T56" fmla="*/ 527 w 8866"/>
                  <a:gd name="T57" fmla="*/ 1705 h 2232"/>
                  <a:gd name="T58" fmla="*/ 651 w 8866"/>
                  <a:gd name="T59" fmla="*/ 1922 h 2232"/>
                  <a:gd name="T60" fmla="*/ 774 w 8866"/>
                  <a:gd name="T61" fmla="*/ 2170 h 2232"/>
                  <a:gd name="T62" fmla="*/ 1022 w 8866"/>
                  <a:gd name="T63" fmla="*/ 2231 h 2232"/>
                  <a:gd name="T64" fmla="*/ 1146 w 8866"/>
                  <a:gd name="T65" fmla="*/ 1984 h 2232"/>
                  <a:gd name="T66" fmla="*/ 1054 w 8866"/>
                  <a:gd name="T67" fmla="*/ 1766 h 2232"/>
                  <a:gd name="T68" fmla="*/ 1270 w 8866"/>
                  <a:gd name="T69" fmla="*/ 1612 h 2232"/>
                  <a:gd name="T70" fmla="*/ 1550 w 8866"/>
                  <a:gd name="T71" fmla="*/ 1674 h 2232"/>
                  <a:gd name="T72" fmla="*/ 1766 w 8866"/>
                  <a:gd name="T73" fmla="*/ 1642 h 2232"/>
                  <a:gd name="T74" fmla="*/ 2014 w 8866"/>
                  <a:gd name="T75" fmla="*/ 1457 h 2232"/>
                  <a:gd name="T76" fmla="*/ 2293 w 8866"/>
                  <a:gd name="T77" fmla="*/ 1364 h 2232"/>
                  <a:gd name="T78" fmla="*/ 2510 w 8866"/>
                  <a:gd name="T79" fmla="*/ 1457 h 2232"/>
                  <a:gd name="T80" fmla="*/ 2727 w 8866"/>
                  <a:gd name="T81" fmla="*/ 1488 h 2232"/>
                  <a:gd name="T82" fmla="*/ 3006 w 8866"/>
                  <a:gd name="T83" fmla="*/ 1674 h 2232"/>
                  <a:gd name="T84" fmla="*/ 3286 w 8866"/>
                  <a:gd name="T85" fmla="*/ 1736 h 2232"/>
                  <a:gd name="T86" fmla="*/ 3565 w 8866"/>
                  <a:gd name="T87" fmla="*/ 1674 h 2232"/>
                  <a:gd name="T88" fmla="*/ 3843 w 8866"/>
                  <a:gd name="T89" fmla="*/ 1736 h 2232"/>
                  <a:gd name="T90" fmla="*/ 4154 w 8866"/>
                  <a:gd name="T91" fmla="*/ 1674 h 2232"/>
                  <a:gd name="T92" fmla="*/ 4587 w 8866"/>
                  <a:gd name="T93" fmla="*/ 1766 h 2232"/>
                  <a:gd name="T94" fmla="*/ 4959 w 8866"/>
                  <a:gd name="T95" fmla="*/ 1766 h 2232"/>
                  <a:gd name="T96" fmla="*/ 5114 w 8866"/>
                  <a:gd name="T97" fmla="*/ 1518 h 2232"/>
                  <a:gd name="T98" fmla="*/ 5548 w 8866"/>
                  <a:gd name="T99" fmla="*/ 1766 h 2232"/>
                  <a:gd name="T100" fmla="*/ 5889 w 8866"/>
                  <a:gd name="T101" fmla="*/ 1829 h 2232"/>
                  <a:gd name="T102" fmla="*/ 5858 w 8866"/>
                  <a:gd name="T103" fmla="*/ 2077 h 2232"/>
                  <a:gd name="T104" fmla="*/ 5858 w 8866"/>
                  <a:gd name="T105" fmla="*/ 2201 h 2232"/>
                  <a:gd name="T106" fmla="*/ 6230 w 8866"/>
                  <a:gd name="T107" fmla="*/ 1550 h 2232"/>
                  <a:gd name="T108" fmla="*/ 6106 w 8866"/>
                  <a:gd name="T109" fmla="*/ 1302 h 2232"/>
                  <a:gd name="T110" fmla="*/ 6726 w 8866"/>
                  <a:gd name="T111" fmla="*/ 1116 h 2232"/>
                  <a:gd name="T112" fmla="*/ 7253 w 8866"/>
                  <a:gd name="T113" fmla="*/ 961 h 2232"/>
                  <a:gd name="T114" fmla="*/ 7532 w 8866"/>
                  <a:gd name="T115" fmla="*/ 898 h 2232"/>
                  <a:gd name="T116" fmla="*/ 7098 w 8866"/>
                  <a:gd name="T117" fmla="*/ 1333 h 2232"/>
                  <a:gd name="T118" fmla="*/ 7284 w 8866"/>
                  <a:gd name="T119" fmla="*/ 1518 h 2232"/>
                  <a:gd name="T120" fmla="*/ 7625 w 8866"/>
                  <a:gd name="T121" fmla="*/ 1054 h 2232"/>
                  <a:gd name="T122" fmla="*/ 8121 w 8866"/>
                  <a:gd name="T123" fmla="*/ 961 h 2232"/>
                  <a:gd name="T124" fmla="*/ 8245 w 8866"/>
                  <a:gd name="T125" fmla="*/ 744 h 2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866" h="2232">
                    <a:moveTo>
                      <a:pt x="8772" y="682"/>
                    </a:moveTo>
                    <a:lnTo>
                      <a:pt x="8772" y="682"/>
                    </a:lnTo>
                    <a:cubicBezTo>
                      <a:pt x="8709" y="682"/>
                      <a:pt x="8648" y="651"/>
                      <a:pt x="8617" y="620"/>
                    </a:cubicBezTo>
                    <a:cubicBezTo>
                      <a:pt x="8617" y="620"/>
                      <a:pt x="8555" y="558"/>
                      <a:pt x="8369" y="558"/>
                    </a:cubicBezTo>
                    <a:lnTo>
                      <a:pt x="8369" y="558"/>
                    </a:lnTo>
                    <a:cubicBezTo>
                      <a:pt x="8337" y="558"/>
                      <a:pt x="8307" y="527"/>
                      <a:pt x="8276" y="527"/>
                    </a:cubicBezTo>
                    <a:lnTo>
                      <a:pt x="8245" y="527"/>
                    </a:lnTo>
                    <a:lnTo>
                      <a:pt x="8245" y="527"/>
                    </a:lnTo>
                    <a:cubicBezTo>
                      <a:pt x="8213" y="527"/>
                      <a:pt x="8213" y="496"/>
                      <a:pt x="8183" y="496"/>
                    </a:cubicBezTo>
                    <a:cubicBezTo>
                      <a:pt x="8183" y="496"/>
                      <a:pt x="8121" y="496"/>
                      <a:pt x="8028" y="496"/>
                    </a:cubicBezTo>
                    <a:cubicBezTo>
                      <a:pt x="7997" y="496"/>
                      <a:pt x="7935" y="496"/>
                      <a:pt x="7935" y="496"/>
                    </a:cubicBezTo>
                    <a:cubicBezTo>
                      <a:pt x="7935" y="496"/>
                      <a:pt x="7935" y="496"/>
                      <a:pt x="7904" y="496"/>
                    </a:cubicBezTo>
                    <a:lnTo>
                      <a:pt x="7904" y="496"/>
                    </a:lnTo>
                    <a:cubicBezTo>
                      <a:pt x="7935" y="527"/>
                      <a:pt x="7935" y="527"/>
                      <a:pt x="7935" y="558"/>
                    </a:cubicBezTo>
                    <a:lnTo>
                      <a:pt x="7904" y="589"/>
                    </a:lnTo>
                    <a:cubicBezTo>
                      <a:pt x="7873" y="589"/>
                      <a:pt x="7873" y="589"/>
                      <a:pt x="7841" y="558"/>
                    </a:cubicBezTo>
                    <a:lnTo>
                      <a:pt x="7841" y="558"/>
                    </a:lnTo>
                    <a:cubicBezTo>
                      <a:pt x="7811" y="558"/>
                      <a:pt x="7749" y="527"/>
                      <a:pt x="7749" y="527"/>
                    </a:cubicBezTo>
                    <a:lnTo>
                      <a:pt x="7749" y="527"/>
                    </a:lnTo>
                    <a:cubicBezTo>
                      <a:pt x="7717" y="527"/>
                      <a:pt x="7717" y="527"/>
                      <a:pt x="7717" y="527"/>
                    </a:cubicBezTo>
                    <a:lnTo>
                      <a:pt x="7717" y="527"/>
                    </a:lnTo>
                    <a:cubicBezTo>
                      <a:pt x="7687" y="527"/>
                      <a:pt x="7687" y="527"/>
                      <a:pt x="7687" y="527"/>
                    </a:cubicBezTo>
                    <a:cubicBezTo>
                      <a:pt x="7656" y="527"/>
                      <a:pt x="7656" y="527"/>
                      <a:pt x="7656" y="527"/>
                    </a:cubicBezTo>
                    <a:lnTo>
                      <a:pt x="7625" y="527"/>
                    </a:lnTo>
                    <a:lnTo>
                      <a:pt x="7593" y="527"/>
                    </a:lnTo>
                    <a:lnTo>
                      <a:pt x="7593" y="527"/>
                    </a:lnTo>
                    <a:lnTo>
                      <a:pt x="7593" y="527"/>
                    </a:lnTo>
                    <a:cubicBezTo>
                      <a:pt x="7593" y="527"/>
                      <a:pt x="7593" y="527"/>
                      <a:pt x="7563" y="527"/>
                    </a:cubicBezTo>
                    <a:cubicBezTo>
                      <a:pt x="7563" y="527"/>
                      <a:pt x="7563" y="527"/>
                      <a:pt x="7532" y="527"/>
                    </a:cubicBezTo>
                    <a:lnTo>
                      <a:pt x="7532" y="527"/>
                    </a:lnTo>
                    <a:cubicBezTo>
                      <a:pt x="7532" y="527"/>
                      <a:pt x="7532" y="527"/>
                      <a:pt x="7501" y="527"/>
                    </a:cubicBezTo>
                    <a:cubicBezTo>
                      <a:pt x="7501" y="527"/>
                      <a:pt x="7501" y="527"/>
                      <a:pt x="7469" y="527"/>
                    </a:cubicBezTo>
                    <a:lnTo>
                      <a:pt x="7439" y="527"/>
                    </a:lnTo>
                    <a:lnTo>
                      <a:pt x="7439" y="527"/>
                    </a:lnTo>
                    <a:lnTo>
                      <a:pt x="7439" y="527"/>
                    </a:lnTo>
                    <a:lnTo>
                      <a:pt x="7408" y="527"/>
                    </a:lnTo>
                    <a:lnTo>
                      <a:pt x="7408" y="558"/>
                    </a:lnTo>
                    <a:cubicBezTo>
                      <a:pt x="7408" y="558"/>
                      <a:pt x="7408" y="558"/>
                      <a:pt x="7408" y="589"/>
                    </a:cubicBezTo>
                    <a:lnTo>
                      <a:pt x="7377" y="589"/>
                    </a:lnTo>
                    <a:lnTo>
                      <a:pt x="7377" y="589"/>
                    </a:lnTo>
                    <a:lnTo>
                      <a:pt x="7377" y="589"/>
                    </a:lnTo>
                    <a:cubicBezTo>
                      <a:pt x="7345" y="558"/>
                      <a:pt x="7345" y="558"/>
                      <a:pt x="7345" y="527"/>
                    </a:cubicBezTo>
                    <a:lnTo>
                      <a:pt x="7345" y="527"/>
                    </a:lnTo>
                    <a:lnTo>
                      <a:pt x="7345" y="527"/>
                    </a:lnTo>
                    <a:lnTo>
                      <a:pt x="7345" y="527"/>
                    </a:lnTo>
                    <a:cubicBezTo>
                      <a:pt x="7315" y="527"/>
                      <a:pt x="7315" y="527"/>
                      <a:pt x="7315" y="496"/>
                    </a:cubicBezTo>
                    <a:cubicBezTo>
                      <a:pt x="7284" y="496"/>
                      <a:pt x="7284" y="496"/>
                      <a:pt x="7284" y="496"/>
                    </a:cubicBezTo>
                    <a:cubicBezTo>
                      <a:pt x="7284" y="465"/>
                      <a:pt x="7284" y="465"/>
                      <a:pt x="7284" y="465"/>
                    </a:cubicBezTo>
                    <a:cubicBezTo>
                      <a:pt x="7284" y="465"/>
                      <a:pt x="7284" y="434"/>
                      <a:pt x="7253" y="434"/>
                    </a:cubicBezTo>
                    <a:cubicBezTo>
                      <a:pt x="7222" y="434"/>
                      <a:pt x="7222" y="434"/>
                      <a:pt x="7191" y="434"/>
                    </a:cubicBezTo>
                    <a:lnTo>
                      <a:pt x="7191" y="434"/>
                    </a:lnTo>
                    <a:cubicBezTo>
                      <a:pt x="7191" y="434"/>
                      <a:pt x="7191" y="434"/>
                      <a:pt x="7160" y="434"/>
                    </a:cubicBezTo>
                    <a:cubicBezTo>
                      <a:pt x="7129" y="434"/>
                      <a:pt x="7098" y="434"/>
                      <a:pt x="7067" y="434"/>
                    </a:cubicBezTo>
                    <a:cubicBezTo>
                      <a:pt x="7036" y="434"/>
                      <a:pt x="7036" y="434"/>
                      <a:pt x="7005" y="434"/>
                    </a:cubicBezTo>
                    <a:lnTo>
                      <a:pt x="6974" y="434"/>
                    </a:lnTo>
                    <a:lnTo>
                      <a:pt x="6974" y="434"/>
                    </a:lnTo>
                    <a:cubicBezTo>
                      <a:pt x="6943" y="434"/>
                      <a:pt x="6912" y="434"/>
                      <a:pt x="6912" y="434"/>
                    </a:cubicBezTo>
                    <a:cubicBezTo>
                      <a:pt x="6881" y="434"/>
                      <a:pt x="6881" y="434"/>
                      <a:pt x="6881" y="434"/>
                    </a:cubicBezTo>
                    <a:cubicBezTo>
                      <a:pt x="6881" y="434"/>
                      <a:pt x="6881" y="434"/>
                      <a:pt x="6850" y="434"/>
                    </a:cubicBezTo>
                    <a:lnTo>
                      <a:pt x="6850" y="434"/>
                    </a:lnTo>
                    <a:cubicBezTo>
                      <a:pt x="6850" y="434"/>
                      <a:pt x="6850" y="403"/>
                      <a:pt x="6819" y="403"/>
                    </a:cubicBezTo>
                    <a:lnTo>
                      <a:pt x="6819" y="403"/>
                    </a:lnTo>
                    <a:lnTo>
                      <a:pt x="6788" y="403"/>
                    </a:lnTo>
                    <a:lnTo>
                      <a:pt x="6788" y="403"/>
                    </a:lnTo>
                    <a:cubicBezTo>
                      <a:pt x="6757" y="403"/>
                      <a:pt x="6757" y="403"/>
                      <a:pt x="6757" y="403"/>
                    </a:cubicBezTo>
                    <a:lnTo>
                      <a:pt x="6757" y="403"/>
                    </a:lnTo>
                    <a:lnTo>
                      <a:pt x="6757" y="403"/>
                    </a:lnTo>
                    <a:lnTo>
                      <a:pt x="6726" y="403"/>
                    </a:lnTo>
                    <a:lnTo>
                      <a:pt x="6726" y="372"/>
                    </a:lnTo>
                    <a:lnTo>
                      <a:pt x="6726" y="341"/>
                    </a:lnTo>
                    <a:cubicBezTo>
                      <a:pt x="6695" y="341"/>
                      <a:pt x="6695" y="341"/>
                      <a:pt x="6695" y="341"/>
                    </a:cubicBezTo>
                    <a:cubicBezTo>
                      <a:pt x="6695" y="341"/>
                      <a:pt x="6695" y="341"/>
                      <a:pt x="6664" y="341"/>
                    </a:cubicBezTo>
                    <a:cubicBezTo>
                      <a:pt x="6633" y="341"/>
                      <a:pt x="6633" y="341"/>
                      <a:pt x="6633" y="341"/>
                    </a:cubicBezTo>
                    <a:lnTo>
                      <a:pt x="6602" y="341"/>
                    </a:lnTo>
                    <a:cubicBezTo>
                      <a:pt x="6602" y="372"/>
                      <a:pt x="6571" y="372"/>
                      <a:pt x="6540" y="403"/>
                    </a:cubicBezTo>
                    <a:lnTo>
                      <a:pt x="6540" y="403"/>
                    </a:lnTo>
                    <a:cubicBezTo>
                      <a:pt x="6509" y="403"/>
                      <a:pt x="6478" y="372"/>
                      <a:pt x="6478" y="372"/>
                    </a:cubicBezTo>
                    <a:cubicBezTo>
                      <a:pt x="6385" y="372"/>
                      <a:pt x="6385" y="372"/>
                      <a:pt x="6385" y="372"/>
                    </a:cubicBezTo>
                    <a:cubicBezTo>
                      <a:pt x="6478" y="341"/>
                      <a:pt x="6478" y="341"/>
                      <a:pt x="6478" y="341"/>
                    </a:cubicBezTo>
                    <a:lnTo>
                      <a:pt x="6478" y="341"/>
                    </a:lnTo>
                    <a:lnTo>
                      <a:pt x="6478" y="341"/>
                    </a:lnTo>
                    <a:cubicBezTo>
                      <a:pt x="6478" y="310"/>
                      <a:pt x="6447" y="310"/>
                      <a:pt x="6447" y="310"/>
                    </a:cubicBezTo>
                    <a:cubicBezTo>
                      <a:pt x="6416" y="310"/>
                      <a:pt x="6385" y="310"/>
                      <a:pt x="6385" y="310"/>
                    </a:cubicBezTo>
                    <a:lnTo>
                      <a:pt x="6354" y="310"/>
                    </a:lnTo>
                    <a:lnTo>
                      <a:pt x="6354" y="310"/>
                    </a:lnTo>
                    <a:cubicBezTo>
                      <a:pt x="6323" y="310"/>
                      <a:pt x="6261" y="310"/>
                      <a:pt x="6261" y="310"/>
                    </a:cubicBezTo>
                    <a:lnTo>
                      <a:pt x="6261" y="310"/>
                    </a:lnTo>
                    <a:lnTo>
                      <a:pt x="6261" y="310"/>
                    </a:lnTo>
                    <a:lnTo>
                      <a:pt x="6261" y="310"/>
                    </a:lnTo>
                    <a:cubicBezTo>
                      <a:pt x="6261" y="310"/>
                      <a:pt x="6261" y="310"/>
                      <a:pt x="6230" y="341"/>
                    </a:cubicBezTo>
                    <a:lnTo>
                      <a:pt x="6230" y="341"/>
                    </a:lnTo>
                    <a:lnTo>
                      <a:pt x="6230" y="341"/>
                    </a:lnTo>
                    <a:cubicBezTo>
                      <a:pt x="6230" y="372"/>
                      <a:pt x="6230" y="372"/>
                      <a:pt x="6230" y="372"/>
                    </a:cubicBezTo>
                    <a:cubicBezTo>
                      <a:pt x="6230" y="403"/>
                      <a:pt x="6199" y="403"/>
                      <a:pt x="6199" y="403"/>
                    </a:cubicBezTo>
                    <a:lnTo>
                      <a:pt x="6168" y="403"/>
                    </a:lnTo>
                    <a:lnTo>
                      <a:pt x="6137" y="403"/>
                    </a:lnTo>
                    <a:lnTo>
                      <a:pt x="6106" y="403"/>
                    </a:lnTo>
                    <a:lnTo>
                      <a:pt x="6106" y="403"/>
                    </a:lnTo>
                    <a:cubicBezTo>
                      <a:pt x="6106" y="434"/>
                      <a:pt x="6106" y="434"/>
                      <a:pt x="6075" y="434"/>
                    </a:cubicBezTo>
                    <a:cubicBezTo>
                      <a:pt x="6075" y="434"/>
                      <a:pt x="6075" y="403"/>
                      <a:pt x="6044" y="403"/>
                    </a:cubicBezTo>
                    <a:lnTo>
                      <a:pt x="6044" y="403"/>
                    </a:lnTo>
                    <a:cubicBezTo>
                      <a:pt x="6044" y="403"/>
                      <a:pt x="6013" y="403"/>
                      <a:pt x="5982" y="372"/>
                    </a:cubicBezTo>
                    <a:lnTo>
                      <a:pt x="5982" y="372"/>
                    </a:lnTo>
                    <a:lnTo>
                      <a:pt x="5951" y="403"/>
                    </a:lnTo>
                    <a:cubicBezTo>
                      <a:pt x="5951" y="403"/>
                      <a:pt x="5951" y="403"/>
                      <a:pt x="5920" y="403"/>
                    </a:cubicBezTo>
                    <a:lnTo>
                      <a:pt x="5920" y="403"/>
                    </a:lnTo>
                    <a:cubicBezTo>
                      <a:pt x="5889" y="403"/>
                      <a:pt x="5889" y="403"/>
                      <a:pt x="5889" y="403"/>
                    </a:cubicBezTo>
                    <a:cubicBezTo>
                      <a:pt x="5858" y="403"/>
                      <a:pt x="5858" y="403"/>
                      <a:pt x="5858" y="403"/>
                    </a:cubicBezTo>
                    <a:lnTo>
                      <a:pt x="5827" y="372"/>
                    </a:lnTo>
                    <a:lnTo>
                      <a:pt x="5827" y="372"/>
                    </a:lnTo>
                    <a:lnTo>
                      <a:pt x="5827" y="372"/>
                    </a:lnTo>
                    <a:lnTo>
                      <a:pt x="5827" y="372"/>
                    </a:lnTo>
                    <a:lnTo>
                      <a:pt x="5734" y="434"/>
                    </a:lnTo>
                    <a:lnTo>
                      <a:pt x="5703" y="465"/>
                    </a:lnTo>
                    <a:cubicBezTo>
                      <a:pt x="5703" y="465"/>
                      <a:pt x="5672" y="434"/>
                      <a:pt x="5642" y="434"/>
                    </a:cubicBezTo>
                    <a:cubicBezTo>
                      <a:pt x="5642" y="403"/>
                      <a:pt x="5610" y="403"/>
                      <a:pt x="5610" y="372"/>
                    </a:cubicBezTo>
                    <a:lnTo>
                      <a:pt x="5610" y="372"/>
                    </a:lnTo>
                    <a:lnTo>
                      <a:pt x="5610" y="372"/>
                    </a:lnTo>
                    <a:lnTo>
                      <a:pt x="5610" y="372"/>
                    </a:lnTo>
                    <a:lnTo>
                      <a:pt x="5579" y="372"/>
                    </a:lnTo>
                    <a:lnTo>
                      <a:pt x="5579" y="372"/>
                    </a:lnTo>
                    <a:cubicBezTo>
                      <a:pt x="5579" y="372"/>
                      <a:pt x="5579" y="372"/>
                      <a:pt x="5548" y="372"/>
                    </a:cubicBezTo>
                    <a:cubicBezTo>
                      <a:pt x="5548" y="372"/>
                      <a:pt x="5548" y="372"/>
                      <a:pt x="5517" y="341"/>
                    </a:cubicBezTo>
                    <a:cubicBezTo>
                      <a:pt x="5517" y="372"/>
                      <a:pt x="5517" y="372"/>
                      <a:pt x="5517" y="372"/>
                    </a:cubicBezTo>
                    <a:cubicBezTo>
                      <a:pt x="5517" y="403"/>
                      <a:pt x="5517" y="403"/>
                      <a:pt x="5486" y="403"/>
                    </a:cubicBezTo>
                    <a:cubicBezTo>
                      <a:pt x="5486" y="403"/>
                      <a:pt x="5486" y="403"/>
                      <a:pt x="5486" y="372"/>
                    </a:cubicBezTo>
                    <a:cubicBezTo>
                      <a:pt x="5455" y="372"/>
                      <a:pt x="5455" y="372"/>
                      <a:pt x="5455" y="372"/>
                    </a:cubicBezTo>
                    <a:cubicBezTo>
                      <a:pt x="5424" y="372"/>
                      <a:pt x="5424" y="341"/>
                      <a:pt x="5424" y="310"/>
                    </a:cubicBezTo>
                    <a:lnTo>
                      <a:pt x="5424" y="279"/>
                    </a:lnTo>
                    <a:lnTo>
                      <a:pt x="5424" y="279"/>
                    </a:lnTo>
                    <a:cubicBezTo>
                      <a:pt x="5424" y="248"/>
                      <a:pt x="5394" y="248"/>
                      <a:pt x="5394" y="248"/>
                    </a:cubicBezTo>
                    <a:cubicBezTo>
                      <a:pt x="5362" y="248"/>
                      <a:pt x="5362" y="248"/>
                      <a:pt x="5362" y="248"/>
                    </a:cubicBezTo>
                    <a:lnTo>
                      <a:pt x="5362" y="248"/>
                    </a:lnTo>
                    <a:lnTo>
                      <a:pt x="5362" y="248"/>
                    </a:lnTo>
                    <a:lnTo>
                      <a:pt x="5362" y="248"/>
                    </a:lnTo>
                    <a:lnTo>
                      <a:pt x="5362" y="248"/>
                    </a:lnTo>
                    <a:cubicBezTo>
                      <a:pt x="5331" y="248"/>
                      <a:pt x="5331" y="279"/>
                      <a:pt x="5331" y="279"/>
                    </a:cubicBezTo>
                    <a:lnTo>
                      <a:pt x="5300" y="310"/>
                    </a:lnTo>
                    <a:lnTo>
                      <a:pt x="5270" y="310"/>
                    </a:lnTo>
                    <a:lnTo>
                      <a:pt x="5270" y="310"/>
                    </a:lnTo>
                    <a:cubicBezTo>
                      <a:pt x="5238" y="310"/>
                      <a:pt x="5238" y="310"/>
                      <a:pt x="5207" y="310"/>
                    </a:cubicBezTo>
                    <a:lnTo>
                      <a:pt x="5207" y="310"/>
                    </a:lnTo>
                    <a:lnTo>
                      <a:pt x="5207" y="310"/>
                    </a:lnTo>
                    <a:cubicBezTo>
                      <a:pt x="5176" y="310"/>
                      <a:pt x="5176" y="310"/>
                      <a:pt x="5176" y="310"/>
                    </a:cubicBezTo>
                    <a:lnTo>
                      <a:pt x="5146" y="310"/>
                    </a:lnTo>
                    <a:cubicBezTo>
                      <a:pt x="5114" y="310"/>
                      <a:pt x="5114" y="310"/>
                      <a:pt x="5083" y="310"/>
                    </a:cubicBezTo>
                    <a:lnTo>
                      <a:pt x="5083" y="310"/>
                    </a:lnTo>
                    <a:cubicBezTo>
                      <a:pt x="5052" y="310"/>
                      <a:pt x="5022" y="279"/>
                      <a:pt x="5022" y="279"/>
                    </a:cubicBezTo>
                    <a:lnTo>
                      <a:pt x="5022" y="279"/>
                    </a:lnTo>
                    <a:cubicBezTo>
                      <a:pt x="4990" y="279"/>
                      <a:pt x="4990" y="279"/>
                      <a:pt x="4990" y="279"/>
                    </a:cubicBezTo>
                    <a:cubicBezTo>
                      <a:pt x="4959" y="279"/>
                      <a:pt x="4959" y="279"/>
                      <a:pt x="4928" y="279"/>
                    </a:cubicBezTo>
                    <a:cubicBezTo>
                      <a:pt x="4928" y="279"/>
                      <a:pt x="4866" y="279"/>
                      <a:pt x="4835" y="279"/>
                    </a:cubicBezTo>
                    <a:cubicBezTo>
                      <a:pt x="4804" y="279"/>
                      <a:pt x="4774" y="279"/>
                      <a:pt x="4774" y="279"/>
                    </a:cubicBezTo>
                    <a:lnTo>
                      <a:pt x="4774" y="279"/>
                    </a:lnTo>
                    <a:cubicBezTo>
                      <a:pt x="4774" y="279"/>
                      <a:pt x="4774" y="279"/>
                      <a:pt x="4774" y="310"/>
                    </a:cubicBezTo>
                    <a:lnTo>
                      <a:pt x="4742" y="310"/>
                    </a:lnTo>
                    <a:cubicBezTo>
                      <a:pt x="4742" y="310"/>
                      <a:pt x="4711" y="310"/>
                      <a:pt x="4711" y="279"/>
                    </a:cubicBezTo>
                    <a:lnTo>
                      <a:pt x="4711" y="279"/>
                    </a:lnTo>
                    <a:lnTo>
                      <a:pt x="4711" y="248"/>
                    </a:lnTo>
                    <a:lnTo>
                      <a:pt x="4711" y="248"/>
                    </a:lnTo>
                    <a:lnTo>
                      <a:pt x="4711" y="248"/>
                    </a:lnTo>
                    <a:lnTo>
                      <a:pt x="4711" y="248"/>
                    </a:lnTo>
                    <a:lnTo>
                      <a:pt x="4680" y="248"/>
                    </a:lnTo>
                    <a:lnTo>
                      <a:pt x="4650" y="248"/>
                    </a:lnTo>
                    <a:cubicBezTo>
                      <a:pt x="4618" y="248"/>
                      <a:pt x="4618" y="248"/>
                      <a:pt x="4618" y="248"/>
                    </a:cubicBezTo>
                    <a:lnTo>
                      <a:pt x="4618" y="248"/>
                    </a:lnTo>
                    <a:cubicBezTo>
                      <a:pt x="4587" y="248"/>
                      <a:pt x="4587" y="248"/>
                      <a:pt x="4556" y="279"/>
                    </a:cubicBezTo>
                    <a:lnTo>
                      <a:pt x="4526" y="279"/>
                    </a:lnTo>
                    <a:cubicBezTo>
                      <a:pt x="4526" y="279"/>
                      <a:pt x="4494" y="279"/>
                      <a:pt x="4463" y="279"/>
                    </a:cubicBezTo>
                    <a:cubicBezTo>
                      <a:pt x="4432" y="279"/>
                      <a:pt x="4432" y="279"/>
                      <a:pt x="4402" y="279"/>
                    </a:cubicBezTo>
                    <a:lnTo>
                      <a:pt x="4402" y="279"/>
                    </a:lnTo>
                    <a:cubicBezTo>
                      <a:pt x="4370" y="279"/>
                      <a:pt x="4370" y="279"/>
                      <a:pt x="4339" y="279"/>
                    </a:cubicBezTo>
                    <a:cubicBezTo>
                      <a:pt x="4339" y="248"/>
                      <a:pt x="4339" y="248"/>
                      <a:pt x="4370" y="248"/>
                    </a:cubicBezTo>
                    <a:lnTo>
                      <a:pt x="4370" y="248"/>
                    </a:lnTo>
                    <a:cubicBezTo>
                      <a:pt x="4370" y="217"/>
                      <a:pt x="4370" y="217"/>
                      <a:pt x="4402" y="217"/>
                    </a:cubicBezTo>
                    <a:lnTo>
                      <a:pt x="4432" y="217"/>
                    </a:lnTo>
                    <a:cubicBezTo>
                      <a:pt x="4463" y="217"/>
                      <a:pt x="4463" y="186"/>
                      <a:pt x="4494" y="186"/>
                    </a:cubicBezTo>
                    <a:lnTo>
                      <a:pt x="4494" y="186"/>
                    </a:lnTo>
                    <a:lnTo>
                      <a:pt x="4526" y="186"/>
                    </a:lnTo>
                    <a:lnTo>
                      <a:pt x="4526" y="186"/>
                    </a:lnTo>
                    <a:cubicBezTo>
                      <a:pt x="4556" y="186"/>
                      <a:pt x="4556" y="155"/>
                      <a:pt x="4556" y="155"/>
                    </a:cubicBezTo>
                    <a:lnTo>
                      <a:pt x="4587" y="155"/>
                    </a:lnTo>
                    <a:lnTo>
                      <a:pt x="4618" y="155"/>
                    </a:lnTo>
                    <a:lnTo>
                      <a:pt x="4618" y="155"/>
                    </a:lnTo>
                    <a:lnTo>
                      <a:pt x="4618" y="155"/>
                    </a:lnTo>
                    <a:cubicBezTo>
                      <a:pt x="4650" y="155"/>
                      <a:pt x="4680" y="124"/>
                      <a:pt x="4711" y="124"/>
                    </a:cubicBezTo>
                    <a:cubicBezTo>
                      <a:pt x="4711" y="93"/>
                      <a:pt x="4680" y="93"/>
                      <a:pt x="4680" y="93"/>
                    </a:cubicBezTo>
                    <a:cubicBezTo>
                      <a:pt x="4680" y="93"/>
                      <a:pt x="4618" y="93"/>
                      <a:pt x="4618" y="62"/>
                    </a:cubicBezTo>
                    <a:lnTo>
                      <a:pt x="4618" y="62"/>
                    </a:lnTo>
                    <a:lnTo>
                      <a:pt x="4587" y="62"/>
                    </a:lnTo>
                    <a:lnTo>
                      <a:pt x="4587" y="62"/>
                    </a:lnTo>
                    <a:lnTo>
                      <a:pt x="4556" y="62"/>
                    </a:lnTo>
                    <a:cubicBezTo>
                      <a:pt x="4526" y="62"/>
                      <a:pt x="4526" y="62"/>
                      <a:pt x="4526" y="62"/>
                    </a:cubicBezTo>
                    <a:cubicBezTo>
                      <a:pt x="4494" y="62"/>
                      <a:pt x="4463" y="62"/>
                      <a:pt x="4463" y="62"/>
                    </a:cubicBezTo>
                    <a:lnTo>
                      <a:pt x="4463" y="62"/>
                    </a:lnTo>
                    <a:lnTo>
                      <a:pt x="4463" y="62"/>
                    </a:lnTo>
                    <a:cubicBezTo>
                      <a:pt x="4432" y="62"/>
                      <a:pt x="4432" y="93"/>
                      <a:pt x="4402" y="93"/>
                    </a:cubicBezTo>
                    <a:lnTo>
                      <a:pt x="4402" y="93"/>
                    </a:lnTo>
                    <a:cubicBezTo>
                      <a:pt x="4370" y="93"/>
                      <a:pt x="4370" y="62"/>
                      <a:pt x="4370" y="62"/>
                    </a:cubicBezTo>
                    <a:lnTo>
                      <a:pt x="4370" y="62"/>
                    </a:lnTo>
                    <a:cubicBezTo>
                      <a:pt x="4339" y="62"/>
                      <a:pt x="4339" y="62"/>
                      <a:pt x="4339" y="62"/>
                    </a:cubicBezTo>
                    <a:cubicBezTo>
                      <a:pt x="4308" y="62"/>
                      <a:pt x="4308" y="62"/>
                      <a:pt x="4308" y="62"/>
                    </a:cubicBezTo>
                    <a:lnTo>
                      <a:pt x="4278" y="62"/>
                    </a:lnTo>
                    <a:lnTo>
                      <a:pt x="4278" y="62"/>
                    </a:lnTo>
                    <a:lnTo>
                      <a:pt x="4278" y="62"/>
                    </a:lnTo>
                    <a:cubicBezTo>
                      <a:pt x="4246" y="62"/>
                      <a:pt x="4246" y="31"/>
                      <a:pt x="4246" y="31"/>
                    </a:cubicBezTo>
                    <a:lnTo>
                      <a:pt x="4246" y="0"/>
                    </a:lnTo>
                    <a:lnTo>
                      <a:pt x="4246" y="0"/>
                    </a:lnTo>
                    <a:lnTo>
                      <a:pt x="4246" y="0"/>
                    </a:lnTo>
                    <a:cubicBezTo>
                      <a:pt x="4215" y="0"/>
                      <a:pt x="4184" y="0"/>
                      <a:pt x="4154" y="0"/>
                    </a:cubicBezTo>
                    <a:cubicBezTo>
                      <a:pt x="4122" y="31"/>
                      <a:pt x="4122" y="31"/>
                      <a:pt x="4122" y="31"/>
                    </a:cubicBezTo>
                    <a:cubicBezTo>
                      <a:pt x="4091" y="31"/>
                      <a:pt x="4091" y="31"/>
                      <a:pt x="4091" y="31"/>
                    </a:cubicBezTo>
                    <a:cubicBezTo>
                      <a:pt x="4091" y="62"/>
                      <a:pt x="4060" y="93"/>
                      <a:pt x="4030" y="93"/>
                    </a:cubicBezTo>
                    <a:lnTo>
                      <a:pt x="3998" y="93"/>
                    </a:lnTo>
                    <a:cubicBezTo>
                      <a:pt x="4030" y="93"/>
                      <a:pt x="4030" y="93"/>
                      <a:pt x="4030" y="93"/>
                    </a:cubicBezTo>
                    <a:cubicBezTo>
                      <a:pt x="4030" y="124"/>
                      <a:pt x="4030" y="124"/>
                      <a:pt x="4030" y="155"/>
                    </a:cubicBezTo>
                    <a:cubicBezTo>
                      <a:pt x="4030" y="155"/>
                      <a:pt x="4030" y="155"/>
                      <a:pt x="3998" y="155"/>
                    </a:cubicBezTo>
                    <a:lnTo>
                      <a:pt x="3967" y="155"/>
                    </a:lnTo>
                    <a:cubicBezTo>
                      <a:pt x="3937" y="155"/>
                      <a:pt x="3905" y="124"/>
                      <a:pt x="3937" y="93"/>
                    </a:cubicBezTo>
                    <a:cubicBezTo>
                      <a:pt x="3905" y="93"/>
                      <a:pt x="3905" y="93"/>
                      <a:pt x="3905" y="93"/>
                    </a:cubicBezTo>
                    <a:lnTo>
                      <a:pt x="3874" y="124"/>
                    </a:lnTo>
                    <a:cubicBezTo>
                      <a:pt x="3843" y="124"/>
                      <a:pt x="3843" y="124"/>
                      <a:pt x="3813" y="124"/>
                    </a:cubicBezTo>
                    <a:lnTo>
                      <a:pt x="3782" y="124"/>
                    </a:lnTo>
                    <a:cubicBezTo>
                      <a:pt x="3782" y="124"/>
                      <a:pt x="3782" y="124"/>
                      <a:pt x="3719" y="124"/>
                    </a:cubicBezTo>
                    <a:cubicBezTo>
                      <a:pt x="3719" y="124"/>
                      <a:pt x="3719" y="93"/>
                      <a:pt x="3689" y="93"/>
                    </a:cubicBezTo>
                    <a:lnTo>
                      <a:pt x="3658" y="93"/>
                    </a:lnTo>
                    <a:lnTo>
                      <a:pt x="3658" y="93"/>
                    </a:lnTo>
                    <a:cubicBezTo>
                      <a:pt x="3626" y="124"/>
                      <a:pt x="3626" y="124"/>
                      <a:pt x="3626" y="124"/>
                    </a:cubicBezTo>
                    <a:lnTo>
                      <a:pt x="3595" y="124"/>
                    </a:lnTo>
                    <a:lnTo>
                      <a:pt x="3595" y="124"/>
                    </a:lnTo>
                    <a:cubicBezTo>
                      <a:pt x="3565" y="124"/>
                      <a:pt x="3565" y="124"/>
                      <a:pt x="3565" y="124"/>
                    </a:cubicBezTo>
                    <a:lnTo>
                      <a:pt x="3565" y="124"/>
                    </a:lnTo>
                    <a:cubicBezTo>
                      <a:pt x="3534" y="124"/>
                      <a:pt x="3502" y="124"/>
                      <a:pt x="3471" y="124"/>
                    </a:cubicBezTo>
                    <a:cubicBezTo>
                      <a:pt x="3441" y="155"/>
                      <a:pt x="3410" y="155"/>
                      <a:pt x="3410" y="155"/>
                    </a:cubicBezTo>
                    <a:cubicBezTo>
                      <a:pt x="3378" y="155"/>
                      <a:pt x="3378" y="155"/>
                      <a:pt x="3378" y="155"/>
                    </a:cubicBezTo>
                    <a:lnTo>
                      <a:pt x="3378" y="155"/>
                    </a:lnTo>
                    <a:cubicBezTo>
                      <a:pt x="3347" y="155"/>
                      <a:pt x="3347" y="155"/>
                      <a:pt x="3347" y="155"/>
                    </a:cubicBezTo>
                    <a:lnTo>
                      <a:pt x="3347" y="155"/>
                    </a:lnTo>
                    <a:cubicBezTo>
                      <a:pt x="3317" y="186"/>
                      <a:pt x="3317" y="186"/>
                      <a:pt x="3317" y="186"/>
                    </a:cubicBezTo>
                    <a:lnTo>
                      <a:pt x="3286" y="186"/>
                    </a:lnTo>
                    <a:cubicBezTo>
                      <a:pt x="3286" y="217"/>
                      <a:pt x="3286" y="217"/>
                      <a:pt x="3286" y="217"/>
                    </a:cubicBezTo>
                    <a:cubicBezTo>
                      <a:pt x="3317" y="248"/>
                      <a:pt x="3286" y="248"/>
                      <a:pt x="3286" y="248"/>
                    </a:cubicBezTo>
                    <a:lnTo>
                      <a:pt x="3286" y="248"/>
                    </a:lnTo>
                    <a:cubicBezTo>
                      <a:pt x="3286" y="279"/>
                      <a:pt x="3286" y="310"/>
                      <a:pt x="3254" y="310"/>
                    </a:cubicBezTo>
                    <a:lnTo>
                      <a:pt x="3254" y="310"/>
                    </a:lnTo>
                    <a:cubicBezTo>
                      <a:pt x="3254" y="310"/>
                      <a:pt x="3223" y="310"/>
                      <a:pt x="3223" y="279"/>
                    </a:cubicBezTo>
                    <a:cubicBezTo>
                      <a:pt x="3193" y="279"/>
                      <a:pt x="3193" y="279"/>
                      <a:pt x="3193" y="279"/>
                    </a:cubicBezTo>
                    <a:cubicBezTo>
                      <a:pt x="3193" y="248"/>
                      <a:pt x="3193" y="248"/>
                      <a:pt x="3193" y="248"/>
                    </a:cubicBezTo>
                    <a:lnTo>
                      <a:pt x="3193" y="248"/>
                    </a:lnTo>
                    <a:cubicBezTo>
                      <a:pt x="3162" y="248"/>
                      <a:pt x="3162" y="279"/>
                      <a:pt x="3130" y="279"/>
                    </a:cubicBezTo>
                    <a:cubicBezTo>
                      <a:pt x="3130" y="279"/>
                      <a:pt x="3130" y="279"/>
                      <a:pt x="3099" y="279"/>
                    </a:cubicBezTo>
                    <a:lnTo>
                      <a:pt x="3099" y="248"/>
                    </a:lnTo>
                    <a:cubicBezTo>
                      <a:pt x="3069" y="248"/>
                      <a:pt x="2975" y="248"/>
                      <a:pt x="2975" y="248"/>
                    </a:cubicBezTo>
                    <a:cubicBezTo>
                      <a:pt x="2945" y="248"/>
                      <a:pt x="2945" y="248"/>
                      <a:pt x="2945" y="248"/>
                    </a:cubicBezTo>
                    <a:lnTo>
                      <a:pt x="2945" y="248"/>
                    </a:lnTo>
                    <a:lnTo>
                      <a:pt x="2945" y="279"/>
                    </a:lnTo>
                    <a:lnTo>
                      <a:pt x="2945" y="279"/>
                    </a:lnTo>
                    <a:cubicBezTo>
                      <a:pt x="2945" y="279"/>
                      <a:pt x="2945" y="279"/>
                      <a:pt x="2975" y="279"/>
                    </a:cubicBezTo>
                    <a:lnTo>
                      <a:pt x="2975" y="279"/>
                    </a:lnTo>
                    <a:lnTo>
                      <a:pt x="3006" y="279"/>
                    </a:lnTo>
                    <a:cubicBezTo>
                      <a:pt x="3006" y="279"/>
                      <a:pt x="3006" y="310"/>
                      <a:pt x="3038" y="310"/>
                    </a:cubicBezTo>
                    <a:lnTo>
                      <a:pt x="3038" y="310"/>
                    </a:lnTo>
                    <a:cubicBezTo>
                      <a:pt x="3038" y="310"/>
                      <a:pt x="3038" y="310"/>
                      <a:pt x="3069" y="310"/>
                    </a:cubicBezTo>
                    <a:cubicBezTo>
                      <a:pt x="3099" y="341"/>
                      <a:pt x="3099" y="341"/>
                      <a:pt x="3099" y="341"/>
                    </a:cubicBezTo>
                    <a:cubicBezTo>
                      <a:pt x="3130" y="372"/>
                      <a:pt x="3130" y="372"/>
                      <a:pt x="3130" y="372"/>
                    </a:cubicBezTo>
                    <a:cubicBezTo>
                      <a:pt x="3099" y="372"/>
                      <a:pt x="3099" y="372"/>
                      <a:pt x="3099" y="372"/>
                    </a:cubicBezTo>
                    <a:cubicBezTo>
                      <a:pt x="3099" y="403"/>
                      <a:pt x="3099" y="403"/>
                      <a:pt x="3099" y="403"/>
                    </a:cubicBezTo>
                    <a:cubicBezTo>
                      <a:pt x="3099" y="434"/>
                      <a:pt x="3099" y="434"/>
                      <a:pt x="3099" y="434"/>
                    </a:cubicBezTo>
                    <a:cubicBezTo>
                      <a:pt x="3099" y="465"/>
                      <a:pt x="3099" y="465"/>
                      <a:pt x="3069" y="465"/>
                    </a:cubicBezTo>
                    <a:cubicBezTo>
                      <a:pt x="3069" y="496"/>
                      <a:pt x="3069" y="496"/>
                      <a:pt x="3069" y="496"/>
                    </a:cubicBezTo>
                    <a:cubicBezTo>
                      <a:pt x="3038" y="496"/>
                      <a:pt x="3006" y="465"/>
                      <a:pt x="3006" y="434"/>
                    </a:cubicBezTo>
                    <a:cubicBezTo>
                      <a:pt x="2975" y="434"/>
                      <a:pt x="3006" y="403"/>
                      <a:pt x="3006" y="403"/>
                    </a:cubicBezTo>
                    <a:lnTo>
                      <a:pt x="3006" y="403"/>
                    </a:lnTo>
                    <a:cubicBezTo>
                      <a:pt x="2975" y="403"/>
                      <a:pt x="2945" y="372"/>
                      <a:pt x="2945" y="372"/>
                    </a:cubicBezTo>
                    <a:cubicBezTo>
                      <a:pt x="2914" y="341"/>
                      <a:pt x="2882" y="341"/>
                      <a:pt x="2851" y="341"/>
                    </a:cubicBezTo>
                    <a:cubicBezTo>
                      <a:pt x="2851" y="341"/>
                      <a:pt x="2851" y="341"/>
                      <a:pt x="2821" y="341"/>
                    </a:cubicBezTo>
                    <a:lnTo>
                      <a:pt x="2821" y="341"/>
                    </a:lnTo>
                    <a:lnTo>
                      <a:pt x="2821" y="341"/>
                    </a:lnTo>
                    <a:cubicBezTo>
                      <a:pt x="2821" y="372"/>
                      <a:pt x="2790" y="372"/>
                      <a:pt x="2790" y="372"/>
                    </a:cubicBezTo>
                    <a:lnTo>
                      <a:pt x="2790" y="372"/>
                    </a:lnTo>
                    <a:cubicBezTo>
                      <a:pt x="2821" y="372"/>
                      <a:pt x="2821" y="403"/>
                      <a:pt x="2821" y="403"/>
                    </a:cubicBezTo>
                    <a:cubicBezTo>
                      <a:pt x="2821" y="434"/>
                      <a:pt x="2790" y="434"/>
                      <a:pt x="2790" y="434"/>
                    </a:cubicBezTo>
                    <a:cubicBezTo>
                      <a:pt x="2790" y="434"/>
                      <a:pt x="2790" y="434"/>
                      <a:pt x="2758" y="434"/>
                    </a:cubicBezTo>
                    <a:lnTo>
                      <a:pt x="2758" y="434"/>
                    </a:lnTo>
                    <a:cubicBezTo>
                      <a:pt x="2758" y="403"/>
                      <a:pt x="2697" y="403"/>
                      <a:pt x="2666" y="403"/>
                    </a:cubicBezTo>
                    <a:lnTo>
                      <a:pt x="2666" y="403"/>
                    </a:lnTo>
                    <a:cubicBezTo>
                      <a:pt x="2634" y="403"/>
                      <a:pt x="2634" y="372"/>
                      <a:pt x="2634" y="372"/>
                    </a:cubicBezTo>
                    <a:cubicBezTo>
                      <a:pt x="2634" y="372"/>
                      <a:pt x="2634" y="372"/>
                      <a:pt x="2634" y="341"/>
                    </a:cubicBezTo>
                    <a:cubicBezTo>
                      <a:pt x="2603" y="372"/>
                      <a:pt x="2603" y="372"/>
                      <a:pt x="2603" y="372"/>
                    </a:cubicBezTo>
                    <a:cubicBezTo>
                      <a:pt x="2603" y="372"/>
                      <a:pt x="2573" y="372"/>
                      <a:pt x="2542" y="372"/>
                    </a:cubicBezTo>
                    <a:cubicBezTo>
                      <a:pt x="2542" y="403"/>
                      <a:pt x="2573" y="403"/>
                      <a:pt x="2573" y="403"/>
                    </a:cubicBezTo>
                    <a:cubicBezTo>
                      <a:pt x="2603" y="434"/>
                      <a:pt x="2603" y="465"/>
                      <a:pt x="2573" y="496"/>
                    </a:cubicBezTo>
                    <a:lnTo>
                      <a:pt x="2573" y="496"/>
                    </a:lnTo>
                    <a:lnTo>
                      <a:pt x="2603" y="496"/>
                    </a:lnTo>
                    <a:lnTo>
                      <a:pt x="2634" y="496"/>
                    </a:lnTo>
                    <a:lnTo>
                      <a:pt x="2634" y="496"/>
                    </a:lnTo>
                    <a:cubicBezTo>
                      <a:pt x="2666" y="496"/>
                      <a:pt x="2666" y="527"/>
                      <a:pt x="2666" y="527"/>
                    </a:cubicBezTo>
                    <a:cubicBezTo>
                      <a:pt x="2666" y="558"/>
                      <a:pt x="2634" y="558"/>
                      <a:pt x="2634" y="558"/>
                    </a:cubicBezTo>
                    <a:lnTo>
                      <a:pt x="2603" y="558"/>
                    </a:lnTo>
                    <a:cubicBezTo>
                      <a:pt x="2603" y="589"/>
                      <a:pt x="2603" y="589"/>
                      <a:pt x="2603" y="589"/>
                    </a:cubicBezTo>
                    <a:lnTo>
                      <a:pt x="2603" y="620"/>
                    </a:lnTo>
                    <a:cubicBezTo>
                      <a:pt x="2603" y="651"/>
                      <a:pt x="2603" y="651"/>
                      <a:pt x="2573" y="682"/>
                    </a:cubicBezTo>
                    <a:lnTo>
                      <a:pt x="2573" y="682"/>
                    </a:lnTo>
                    <a:cubicBezTo>
                      <a:pt x="2573" y="682"/>
                      <a:pt x="2542" y="682"/>
                      <a:pt x="2510" y="682"/>
                    </a:cubicBezTo>
                    <a:cubicBezTo>
                      <a:pt x="2510" y="682"/>
                      <a:pt x="2510" y="682"/>
                      <a:pt x="2510" y="713"/>
                    </a:cubicBezTo>
                    <a:lnTo>
                      <a:pt x="2479" y="713"/>
                    </a:lnTo>
                    <a:lnTo>
                      <a:pt x="2479" y="744"/>
                    </a:lnTo>
                    <a:cubicBezTo>
                      <a:pt x="2449" y="744"/>
                      <a:pt x="2449" y="744"/>
                      <a:pt x="2449" y="744"/>
                    </a:cubicBezTo>
                    <a:lnTo>
                      <a:pt x="2418" y="744"/>
                    </a:lnTo>
                    <a:lnTo>
                      <a:pt x="2418" y="713"/>
                    </a:lnTo>
                    <a:cubicBezTo>
                      <a:pt x="2418" y="713"/>
                      <a:pt x="2418" y="713"/>
                      <a:pt x="2386" y="713"/>
                    </a:cubicBezTo>
                    <a:lnTo>
                      <a:pt x="2386" y="713"/>
                    </a:lnTo>
                    <a:lnTo>
                      <a:pt x="2356" y="744"/>
                    </a:lnTo>
                    <a:lnTo>
                      <a:pt x="2356" y="744"/>
                    </a:lnTo>
                    <a:cubicBezTo>
                      <a:pt x="2325" y="744"/>
                      <a:pt x="2325" y="713"/>
                      <a:pt x="2325" y="713"/>
                    </a:cubicBezTo>
                    <a:cubicBezTo>
                      <a:pt x="2293" y="713"/>
                      <a:pt x="2293" y="713"/>
                      <a:pt x="2293" y="682"/>
                    </a:cubicBezTo>
                    <a:cubicBezTo>
                      <a:pt x="2262" y="682"/>
                      <a:pt x="2293" y="651"/>
                      <a:pt x="2293" y="651"/>
                    </a:cubicBezTo>
                    <a:cubicBezTo>
                      <a:pt x="2293" y="651"/>
                      <a:pt x="2293" y="651"/>
                      <a:pt x="2325" y="651"/>
                    </a:cubicBezTo>
                    <a:cubicBezTo>
                      <a:pt x="2325" y="651"/>
                      <a:pt x="2325" y="651"/>
                      <a:pt x="2356" y="651"/>
                    </a:cubicBezTo>
                    <a:lnTo>
                      <a:pt x="2386" y="651"/>
                    </a:lnTo>
                    <a:lnTo>
                      <a:pt x="2386" y="651"/>
                    </a:lnTo>
                    <a:lnTo>
                      <a:pt x="2386" y="651"/>
                    </a:lnTo>
                    <a:cubicBezTo>
                      <a:pt x="2418" y="651"/>
                      <a:pt x="2418" y="620"/>
                      <a:pt x="2418" y="620"/>
                    </a:cubicBezTo>
                    <a:lnTo>
                      <a:pt x="2449" y="620"/>
                    </a:lnTo>
                    <a:lnTo>
                      <a:pt x="2479" y="589"/>
                    </a:lnTo>
                    <a:lnTo>
                      <a:pt x="2479" y="589"/>
                    </a:lnTo>
                    <a:lnTo>
                      <a:pt x="2479" y="558"/>
                    </a:lnTo>
                    <a:cubicBezTo>
                      <a:pt x="2449" y="527"/>
                      <a:pt x="2449" y="527"/>
                      <a:pt x="2449" y="496"/>
                    </a:cubicBezTo>
                    <a:cubicBezTo>
                      <a:pt x="2449" y="496"/>
                      <a:pt x="2449" y="465"/>
                      <a:pt x="2449" y="434"/>
                    </a:cubicBezTo>
                    <a:lnTo>
                      <a:pt x="2449" y="434"/>
                    </a:lnTo>
                    <a:cubicBezTo>
                      <a:pt x="2449" y="434"/>
                      <a:pt x="2449" y="434"/>
                      <a:pt x="2418" y="403"/>
                    </a:cubicBezTo>
                    <a:cubicBezTo>
                      <a:pt x="2418" y="403"/>
                      <a:pt x="2418" y="403"/>
                      <a:pt x="2418" y="372"/>
                    </a:cubicBezTo>
                    <a:lnTo>
                      <a:pt x="2418" y="372"/>
                    </a:lnTo>
                    <a:lnTo>
                      <a:pt x="2418" y="341"/>
                    </a:lnTo>
                    <a:cubicBezTo>
                      <a:pt x="2449" y="341"/>
                      <a:pt x="2449" y="341"/>
                      <a:pt x="2449" y="341"/>
                    </a:cubicBezTo>
                    <a:cubicBezTo>
                      <a:pt x="2449" y="310"/>
                      <a:pt x="2449" y="310"/>
                      <a:pt x="2449" y="310"/>
                    </a:cubicBezTo>
                    <a:cubicBezTo>
                      <a:pt x="2449" y="310"/>
                      <a:pt x="2449" y="310"/>
                      <a:pt x="2479" y="310"/>
                    </a:cubicBezTo>
                    <a:cubicBezTo>
                      <a:pt x="2449" y="310"/>
                      <a:pt x="2386" y="310"/>
                      <a:pt x="2356" y="310"/>
                    </a:cubicBezTo>
                    <a:lnTo>
                      <a:pt x="2356" y="310"/>
                    </a:lnTo>
                    <a:cubicBezTo>
                      <a:pt x="2325" y="310"/>
                      <a:pt x="2325" y="310"/>
                      <a:pt x="2325" y="310"/>
                    </a:cubicBezTo>
                    <a:lnTo>
                      <a:pt x="2325" y="310"/>
                    </a:lnTo>
                    <a:lnTo>
                      <a:pt x="2293" y="310"/>
                    </a:lnTo>
                    <a:lnTo>
                      <a:pt x="2293" y="310"/>
                    </a:lnTo>
                    <a:cubicBezTo>
                      <a:pt x="2293" y="310"/>
                      <a:pt x="2262" y="341"/>
                      <a:pt x="2262" y="372"/>
                    </a:cubicBezTo>
                    <a:lnTo>
                      <a:pt x="2262" y="372"/>
                    </a:lnTo>
                    <a:cubicBezTo>
                      <a:pt x="2262" y="403"/>
                      <a:pt x="2232" y="403"/>
                      <a:pt x="2201" y="403"/>
                    </a:cubicBezTo>
                    <a:cubicBezTo>
                      <a:pt x="2170" y="403"/>
                      <a:pt x="2170" y="403"/>
                      <a:pt x="2170" y="403"/>
                    </a:cubicBezTo>
                    <a:lnTo>
                      <a:pt x="2170" y="403"/>
                    </a:lnTo>
                    <a:cubicBezTo>
                      <a:pt x="2170" y="434"/>
                      <a:pt x="2170" y="434"/>
                      <a:pt x="2170" y="465"/>
                    </a:cubicBezTo>
                    <a:lnTo>
                      <a:pt x="2170" y="465"/>
                    </a:lnTo>
                    <a:lnTo>
                      <a:pt x="2201" y="465"/>
                    </a:lnTo>
                    <a:lnTo>
                      <a:pt x="2201" y="465"/>
                    </a:lnTo>
                    <a:cubicBezTo>
                      <a:pt x="2232" y="465"/>
                      <a:pt x="2262" y="496"/>
                      <a:pt x="2262" y="496"/>
                    </a:cubicBezTo>
                    <a:lnTo>
                      <a:pt x="2262" y="496"/>
                    </a:lnTo>
                    <a:lnTo>
                      <a:pt x="2262" y="496"/>
                    </a:lnTo>
                    <a:lnTo>
                      <a:pt x="2262" y="496"/>
                    </a:lnTo>
                    <a:cubicBezTo>
                      <a:pt x="2293" y="496"/>
                      <a:pt x="2293" y="496"/>
                      <a:pt x="2293" y="496"/>
                    </a:cubicBezTo>
                    <a:cubicBezTo>
                      <a:pt x="2325" y="496"/>
                      <a:pt x="2325" y="527"/>
                      <a:pt x="2325" y="527"/>
                    </a:cubicBezTo>
                    <a:cubicBezTo>
                      <a:pt x="2325" y="558"/>
                      <a:pt x="2325" y="558"/>
                      <a:pt x="2293" y="558"/>
                    </a:cubicBezTo>
                    <a:lnTo>
                      <a:pt x="2293" y="589"/>
                    </a:lnTo>
                    <a:cubicBezTo>
                      <a:pt x="2293" y="589"/>
                      <a:pt x="2262" y="620"/>
                      <a:pt x="2232" y="620"/>
                    </a:cubicBezTo>
                    <a:lnTo>
                      <a:pt x="2232" y="620"/>
                    </a:lnTo>
                    <a:cubicBezTo>
                      <a:pt x="2232" y="620"/>
                      <a:pt x="2201" y="589"/>
                      <a:pt x="2170" y="589"/>
                    </a:cubicBezTo>
                    <a:cubicBezTo>
                      <a:pt x="2170" y="589"/>
                      <a:pt x="2170" y="589"/>
                      <a:pt x="2170" y="558"/>
                    </a:cubicBezTo>
                    <a:cubicBezTo>
                      <a:pt x="2138" y="558"/>
                      <a:pt x="2138" y="558"/>
                      <a:pt x="2138" y="558"/>
                    </a:cubicBezTo>
                    <a:lnTo>
                      <a:pt x="2108" y="558"/>
                    </a:lnTo>
                    <a:cubicBezTo>
                      <a:pt x="2077" y="558"/>
                      <a:pt x="2046" y="527"/>
                      <a:pt x="2014" y="527"/>
                    </a:cubicBezTo>
                    <a:lnTo>
                      <a:pt x="2014" y="527"/>
                    </a:lnTo>
                    <a:cubicBezTo>
                      <a:pt x="1984" y="496"/>
                      <a:pt x="1984" y="496"/>
                      <a:pt x="1953" y="496"/>
                    </a:cubicBezTo>
                    <a:cubicBezTo>
                      <a:pt x="1953" y="496"/>
                      <a:pt x="1890" y="496"/>
                      <a:pt x="1860" y="496"/>
                    </a:cubicBezTo>
                    <a:lnTo>
                      <a:pt x="1860" y="496"/>
                    </a:lnTo>
                    <a:cubicBezTo>
                      <a:pt x="1829" y="496"/>
                      <a:pt x="1829" y="496"/>
                      <a:pt x="1829" y="496"/>
                    </a:cubicBezTo>
                    <a:lnTo>
                      <a:pt x="1829" y="496"/>
                    </a:lnTo>
                    <a:lnTo>
                      <a:pt x="1860" y="527"/>
                    </a:lnTo>
                    <a:cubicBezTo>
                      <a:pt x="1860" y="558"/>
                      <a:pt x="1860" y="558"/>
                      <a:pt x="1829" y="589"/>
                    </a:cubicBezTo>
                    <a:lnTo>
                      <a:pt x="1798" y="589"/>
                    </a:lnTo>
                    <a:lnTo>
                      <a:pt x="1798" y="589"/>
                    </a:lnTo>
                    <a:cubicBezTo>
                      <a:pt x="1798" y="589"/>
                      <a:pt x="1798" y="589"/>
                      <a:pt x="1766" y="589"/>
                    </a:cubicBezTo>
                    <a:lnTo>
                      <a:pt x="1766" y="589"/>
                    </a:lnTo>
                    <a:cubicBezTo>
                      <a:pt x="1736" y="589"/>
                      <a:pt x="1736" y="589"/>
                      <a:pt x="1736" y="558"/>
                    </a:cubicBezTo>
                    <a:lnTo>
                      <a:pt x="1705" y="558"/>
                    </a:lnTo>
                    <a:cubicBezTo>
                      <a:pt x="1705" y="558"/>
                      <a:pt x="1705" y="558"/>
                      <a:pt x="1674" y="589"/>
                    </a:cubicBezTo>
                    <a:lnTo>
                      <a:pt x="1674" y="589"/>
                    </a:lnTo>
                    <a:cubicBezTo>
                      <a:pt x="1674" y="589"/>
                      <a:pt x="1674" y="589"/>
                      <a:pt x="1642" y="589"/>
                    </a:cubicBezTo>
                    <a:cubicBezTo>
                      <a:pt x="1642" y="589"/>
                      <a:pt x="1642" y="589"/>
                      <a:pt x="1612" y="589"/>
                    </a:cubicBezTo>
                    <a:cubicBezTo>
                      <a:pt x="1612" y="589"/>
                      <a:pt x="1581" y="589"/>
                      <a:pt x="1550" y="589"/>
                    </a:cubicBezTo>
                    <a:lnTo>
                      <a:pt x="1550" y="589"/>
                    </a:lnTo>
                    <a:lnTo>
                      <a:pt x="1550" y="589"/>
                    </a:lnTo>
                    <a:cubicBezTo>
                      <a:pt x="1518" y="620"/>
                      <a:pt x="1488" y="620"/>
                      <a:pt x="1488" y="620"/>
                    </a:cubicBezTo>
                    <a:cubicBezTo>
                      <a:pt x="1488" y="620"/>
                      <a:pt x="1488" y="620"/>
                      <a:pt x="1457" y="620"/>
                    </a:cubicBezTo>
                    <a:lnTo>
                      <a:pt x="1457" y="620"/>
                    </a:lnTo>
                    <a:lnTo>
                      <a:pt x="1457" y="620"/>
                    </a:lnTo>
                    <a:lnTo>
                      <a:pt x="1426" y="620"/>
                    </a:lnTo>
                    <a:cubicBezTo>
                      <a:pt x="1426" y="620"/>
                      <a:pt x="1426" y="589"/>
                      <a:pt x="1394" y="589"/>
                    </a:cubicBezTo>
                    <a:lnTo>
                      <a:pt x="1394" y="589"/>
                    </a:lnTo>
                    <a:lnTo>
                      <a:pt x="1394" y="589"/>
                    </a:lnTo>
                    <a:lnTo>
                      <a:pt x="1364" y="589"/>
                    </a:lnTo>
                    <a:cubicBezTo>
                      <a:pt x="1333" y="589"/>
                      <a:pt x="1333" y="589"/>
                      <a:pt x="1333" y="589"/>
                    </a:cubicBezTo>
                    <a:cubicBezTo>
                      <a:pt x="1333" y="589"/>
                      <a:pt x="1333" y="589"/>
                      <a:pt x="1302" y="589"/>
                    </a:cubicBezTo>
                    <a:lnTo>
                      <a:pt x="1302" y="589"/>
                    </a:lnTo>
                    <a:cubicBezTo>
                      <a:pt x="1270" y="589"/>
                      <a:pt x="1240" y="620"/>
                      <a:pt x="1240" y="620"/>
                    </a:cubicBezTo>
                    <a:cubicBezTo>
                      <a:pt x="1209" y="620"/>
                      <a:pt x="1209" y="620"/>
                      <a:pt x="1178" y="620"/>
                    </a:cubicBezTo>
                    <a:lnTo>
                      <a:pt x="1178" y="620"/>
                    </a:lnTo>
                    <a:lnTo>
                      <a:pt x="1178" y="620"/>
                    </a:lnTo>
                    <a:cubicBezTo>
                      <a:pt x="1178" y="651"/>
                      <a:pt x="1146" y="651"/>
                      <a:pt x="1146" y="651"/>
                    </a:cubicBezTo>
                    <a:cubicBezTo>
                      <a:pt x="1116" y="682"/>
                      <a:pt x="1116" y="682"/>
                      <a:pt x="1085" y="682"/>
                    </a:cubicBezTo>
                    <a:lnTo>
                      <a:pt x="1085" y="682"/>
                    </a:lnTo>
                    <a:lnTo>
                      <a:pt x="1085" y="682"/>
                    </a:lnTo>
                    <a:cubicBezTo>
                      <a:pt x="1054" y="682"/>
                      <a:pt x="1054" y="682"/>
                      <a:pt x="1054" y="682"/>
                    </a:cubicBezTo>
                    <a:cubicBezTo>
                      <a:pt x="1022" y="682"/>
                      <a:pt x="1022" y="682"/>
                      <a:pt x="1022" y="682"/>
                    </a:cubicBezTo>
                    <a:lnTo>
                      <a:pt x="1022" y="682"/>
                    </a:lnTo>
                    <a:cubicBezTo>
                      <a:pt x="992" y="682"/>
                      <a:pt x="992" y="682"/>
                      <a:pt x="992" y="682"/>
                    </a:cubicBezTo>
                    <a:cubicBezTo>
                      <a:pt x="992" y="682"/>
                      <a:pt x="992" y="682"/>
                      <a:pt x="961" y="682"/>
                    </a:cubicBezTo>
                    <a:cubicBezTo>
                      <a:pt x="961" y="682"/>
                      <a:pt x="930" y="651"/>
                      <a:pt x="930" y="620"/>
                    </a:cubicBezTo>
                    <a:cubicBezTo>
                      <a:pt x="961" y="589"/>
                      <a:pt x="961" y="589"/>
                      <a:pt x="992" y="589"/>
                    </a:cubicBezTo>
                    <a:lnTo>
                      <a:pt x="992" y="589"/>
                    </a:lnTo>
                    <a:lnTo>
                      <a:pt x="992" y="589"/>
                    </a:lnTo>
                    <a:lnTo>
                      <a:pt x="992" y="589"/>
                    </a:lnTo>
                    <a:lnTo>
                      <a:pt x="992" y="589"/>
                    </a:lnTo>
                    <a:lnTo>
                      <a:pt x="992" y="589"/>
                    </a:lnTo>
                    <a:lnTo>
                      <a:pt x="992" y="589"/>
                    </a:lnTo>
                    <a:cubicBezTo>
                      <a:pt x="961" y="589"/>
                      <a:pt x="961" y="589"/>
                      <a:pt x="930" y="589"/>
                    </a:cubicBezTo>
                    <a:lnTo>
                      <a:pt x="930" y="589"/>
                    </a:lnTo>
                    <a:cubicBezTo>
                      <a:pt x="930" y="620"/>
                      <a:pt x="930" y="620"/>
                      <a:pt x="930" y="620"/>
                    </a:cubicBezTo>
                    <a:cubicBezTo>
                      <a:pt x="930" y="620"/>
                      <a:pt x="930" y="620"/>
                      <a:pt x="930" y="651"/>
                    </a:cubicBezTo>
                    <a:cubicBezTo>
                      <a:pt x="930" y="651"/>
                      <a:pt x="930" y="651"/>
                      <a:pt x="930" y="682"/>
                    </a:cubicBezTo>
                    <a:cubicBezTo>
                      <a:pt x="930" y="682"/>
                      <a:pt x="930" y="682"/>
                      <a:pt x="930" y="713"/>
                    </a:cubicBezTo>
                    <a:lnTo>
                      <a:pt x="930" y="744"/>
                    </a:lnTo>
                    <a:cubicBezTo>
                      <a:pt x="930" y="775"/>
                      <a:pt x="930" y="775"/>
                      <a:pt x="898" y="775"/>
                    </a:cubicBezTo>
                    <a:lnTo>
                      <a:pt x="868" y="744"/>
                    </a:lnTo>
                    <a:lnTo>
                      <a:pt x="868" y="744"/>
                    </a:lnTo>
                    <a:cubicBezTo>
                      <a:pt x="868" y="713"/>
                      <a:pt x="868" y="713"/>
                      <a:pt x="868" y="713"/>
                    </a:cubicBezTo>
                    <a:cubicBezTo>
                      <a:pt x="837" y="713"/>
                      <a:pt x="837" y="713"/>
                      <a:pt x="806" y="713"/>
                    </a:cubicBezTo>
                    <a:lnTo>
                      <a:pt x="806" y="713"/>
                    </a:lnTo>
                    <a:cubicBezTo>
                      <a:pt x="806" y="744"/>
                      <a:pt x="774" y="744"/>
                      <a:pt x="774" y="744"/>
                    </a:cubicBezTo>
                    <a:cubicBezTo>
                      <a:pt x="744" y="744"/>
                      <a:pt x="744" y="744"/>
                      <a:pt x="744" y="744"/>
                    </a:cubicBezTo>
                    <a:lnTo>
                      <a:pt x="713" y="775"/>
                    </a:lnTo>
                    <a:lnTo>
                      <a:pt x="713" y="775"/>
                    </a:lnTo>
                    <a:lnTo>
                      <a:pt x="713" y="775"/>
                    </a:lnTo>
                    <a:cubicBezTo>
                      <a:pt x="713" y="806"/>
                      <a:pt x="713" y="806"/>
                      <a:pt x="713" y="837"/>
                    </a:cubicBezTo>
                    <a:cubicBezTo>
                      <a:pt x="713" y="837"/>
                      <a:pt x="713" y="837"/>
                      <a:pt x="681" y="837"/>
                    </a:cubicBezTo>
                    <a:lnTo>
                      <a:pt x="681" y="837"/>
                    </a:lnTo>
                    <a:lnTo>
                      <a:pt x="681" y="837"/>
                    </a:lnTo>
                    <a:lnTo>
                      <a:pt x="681" y="837"/>
                    </a:lnTo>
                    <a:cubicBezTo>
                      <a:pt x="651" y="837"/>
                      <a:pt x="651" y="837"/>
                      <a:pt x="620" y="837"/>
                    </a:cubicBezTo>
                    <a:lnTo>
                      <a:pt x="620" y="837"/>
                    </a:lnTo>
                    <a:lnTo>
                      <a:pt x="589" y="837"/>
                    </a:lnTo>
                    <a:lnTo>
                      <a:pt x="589" y="837"/>
                    </a:lnTo>
                    <a:cubicBezTo>
                      <a:pt x="589" y="868"/>
                      <a:pt x="589" y="868"/>
                      <a:pt x="558" y="868"/>
                    </a:cubicBezTo>
                    <a:cubicBezTo>
                      <a:pt x="558" y="898"/>
                      <a:pt x="558" y="898"/>
                      <a:pt x="527" y="898"/>
                    </a:cubicBezTo>
                    <a:lnTo>
                      <a:pt x="527" y="898"/>
                    </a:lnTo>
                    <a:cubicBezTo>
                      <a:pt x="496" y="898"/>
                      <a:pt x="496" y="898"/>
                      <a:pt x="496" y="898"/>
                    </a:cubicBezTo>
                    <a:lnTo>
                      <a:pt x="496" y="898"/>
                    </a:lnTo>
                    <a:cubicBezTo>
                      <a:pt x="465" y="898"/>
                      <a:pt x="465" y="898"/>
                      <a:pt x="465" y="868"/>
                    </a:cubicBezTo>
                    <a:lnTo>
                      <a:pt x="434" y="868"/>
                    </a:lnTo>
                    <a:lnTo>
                      <a:pt x="434" y="868"/>
                    </a:lnTo>
                    <a:cubicBezTo>
                      <a:pt x="434" y="868"/>
                      <a:pt x="403" y="868"/>
                      <a:pt x="403" y="837"/>
                    </a:cubicBezTo>
                    <a:cubicBezTo>
                      <a:pt x="372" y="837"/>
                      <a:pt x="372" y="837"/>
                      <a:pt x="372" y="806"/>
                    </a:cubicBezTo>
                    <a:lnTo>
                      <a:pt x="372" y="775"/>
                    </a:lnTo>
                    <a:lnTo>
                      <a:pt x="372" y="775"/>
                    </a:lnTo>
                    <a:lnTo>
                      <a:pt x="372" y="775"/>
                    </a:lnTo>
                    <a:cubicBezTo>
                      <a:pt x="372" y="744"/>
                      <a:pt x="372" y="744"/>
                      <a:pt x="372" y="744"/>
                    </a:cubicBezTo>
                    <a:lnTo>
                      <a:pt x="372" y="744"/>
                    </a:lnTo>
                    <a:cubicBezTo>
                      <a:pt x="341" y="744"/>
                      <a:pt x="341" y="744"/>
                      <a:pt x="310" y="744"/>
                    </a:cubicBezTo>
                    <a:cubicBezTo>
                      <a:pt x="310" y="713"/>
                      <a:pt x="310" y="713"/>
                      <a:pt x="310" y="713"/>
                    </a:cubicBezTo>
                    <a:cubicBezTo>
                      <a:pt x="310" y="713"/>
                      <a:pt x="310" y="713"/>
                      <a:pt x="279" y="713"/>
                    </a:cubicBezTo>
                    <a:cubicBezTo>
                      <a:pt x="248" y="713"/>
                      <a:pt x="248" y="682"/>
                      <a:pt x="217" y="682"/>
                    </a:cubicBezTo>
                    <a:lnTo>
                      <a:pt x="217" y="651"/>
                    </a:lnTo>
                    <a:cubicBezTo>
                      <a:pt x="217" y="651"/>
                      <a:pt x="217" y="620"/>
                      <a:pt x="248" y="620"/>
                    </a:cubicBezTo>
                    <a:cubicBezTo>
                      <a:pt x="248" y="620"/>
                      <a:pt x="310" y="651"/>
                      <a:pt x="341" y="651"/>
                    </a:cubicBezTo>
                    <a:cubicBezTo>
                      <a:pt x="341" y="682"/>
                      <a:pt x="372" y="682"/>
                      <a:pt x="403" y="682"/>
                    </a:cubicBezTo>
                    <a:lnTo>
                      <a:pt x="403" y="682"/>
                    </a:lnTo>
                    <a:cubicBezTo>
                      <a:pt x="434" y="682"/>
                      <a:pt x="434" y="682"/>
                      <a:pt x="434" y="682"/>
                    </a:cubicBezTo>
                    <a:lnTo>
                      <a:pt x="434" y="682"/>
                    </a:lnTo>
                    <a:cubicBezTo>
                      <a:pt x="465" y="682"/>
                      <a:pt x="527" y="682"/>
                      <a:pt x="558" y="682"/>
                    </a:cubicBezTo>
                    <a:lnTo>
                      <a:pt x="558" y="682"/>
                    </a:lnTo>
                    <a:lnTo>
                      <a:pt x="589" y="682"/>
                    </a:lnTo>
                    <a:cubicBezTo>
                      <a:pt x="620" y="682"/>
                      <a:pt x="620" y="682"/>
                      <a:pt x="651" y="682"/>
                    </a:cubicBezTo>
                    <a:cubicBezTo>
                      <a:pt x="681" y="682"/>
                      <a:pt x="713" y="651"/>
                      <a:pt x="713" y="651"/>
                    </a:cubicBezTo>
                    <a:cubicBezTo>
                      <a:pt x="713" y="651"/>
                      <a:pt x="713" y="651"/>
                      <a:pt x="744" y="651"/>
                    </a:cubicBezTo>
                    <a:lnTo>
                      <a:pt x="744" y="651"/>
                    </a:lnTo>
                    <a:cubicBezTo>
                      <a:pt x="713" y="651"/>
                      <a:pt x="681" y="620"/>
                      <a:pt x="681" y="620"/>
                    </a:cubicBezTo>
                    <a:cubicBezTo>
                      <a:pt x="651" y="620"/>
                      <a:pt x="651" y="620"/>
                      <a:pt x="651" y="620"/>
                    </a:cubicBezTo>
                    <a:cubicBezTo>
                      <a:pt x="651" y="620"/>
                      <a:pt x="620" y="620"/>
                      <a:pt x="589" y="620"/>
                    </a:cubicBezTo>
                    <a:cubicBezTo>
                      <a:pt x="558" y="620"/>
                      <a:pt x="527" y="589"/>
                      <a:pt x="496" y="558"/>
                    </a:cubicBezTo>
                    <a:lnTo>
                      <a:pt x="465" y="558"/>
                    </a:lnTo>
                    <a:cubicBezTo>
                      <a:pt x="465" y="558"/>
                      <a:pt x="465" y="558"/>
                      <a:pt x="434" y="558"/>
                    </a:cubicBezTo>
                    <a:cubicBezTo>
                      <a:pt x="434" y="558"/>
                      <a:pt x="434" y="558"/>
                      <a:pt x="403" y="527"/>
                    </a:cubicBezTo>
                    <a:lnTo>
                      <a:pt x="403" y="527"/>
                    </a:lnTo>
                    <a:lnTo>
                      <a:pt x="372" y="527"/>
                    </a:lnTo>
                    <a:lnTo>
                      <a:pt x="372" y="527"/>
                    </a:lnTo>
                    <a:lnTo>
                      <a:pt x="372" y="527"/>
                    </a:lnTo>
                    <a:lnTo>
                      <a:pt x="341" y="527"/>
                    </a:lnTo>
                    <a:lnTo>
                      <a:pt x="341" y="527"/>
                    </a:lnTo>
                    <a:cubicBezTo>
                      <a:pt x="310" y="527"/>
                      <a:pt x="310" y="527"/>
                      <a:pt x="310" y="527"/>
                    </a:cubicBezTo>
                    <a:cubicBezTo>
                      <a:pt x="310" y="527"/>
                      <a:pt x="279" y="527"/>
                      <a:pt x="248" y="527"/>
                    </a:cubicBezTo>
                    <a:cubicBezTo>
                      <a:pt x="186" y="527"/>
                      <a:pt x="186" y="527"/>
                      <a:pt x="186" y="527"/>
                    </a:cubicBezTo>
                    <a:lnTo>
                      <a:pt x="186" y="527"/>
                    </a:lnTo>
                    <a:lnTo>
                      <a:pt x="186" y="527"/>
                    </a:lnTo>
                    <a:lnTo>
                      <a:pt x="186" y="527"/>
                    </a:lnTo>
                    <a:cubicBezTo>
                      <a:pt x="155" y="527"/>
                      <a:pt x="155" y="527"/>
                      <a:pt x="155" y="527"/>
                    </a:cubicBezTo>
                    <a:lnTo>
                      <a:pt x="124" y="527"/>
                    </a:lnTo>
                    <a:lnTo>
                      <a:pt x="124" y="527"/>
                    </a:lnTo>
                    <a:lnTo>
                      <a:pt x="124" y="527"/>
                    </a:lnTo>
                    <a:lnTo>
                      <a:pt x="124" y="527"/>
                    </a:lnTo>
                    <a:lnTo>
                      <a:pt x="124" y="558"/>
                    </a:lnTo>
                    <a:cubicBezTo>
                      <a:pt x="124" y="589"/>
                      <a:pt x="124" y="589"/>
                      <a:pt x="124" y="589"/>
                    </a:cubicBezTo>
                    <a:cubicBezTo>
                      <a:pt x="124" y="589"/>
                      <a:pt x="155" y="589"/>
                      <a:pt x="155" y="620"/>
                    </a:cubicBezTo>
                    <a:lnTo>
                      <a:pt x="155" y="620"/>
                    </a:lnTo>
                    <a:lnTo>
                      <a:pt x="155" y="620"/>
                    </a:lnTo>
                    <a:cubicBezTo>
                      <a:pt x="155" y="620"/>
                      <a:pt x="155" y="651"/>
                      <a:pt x="124" y="651"/>
                    </a:cubicBezTo>
                    <a:cubicBezTo>
                      <a:pt x="124" y="651"/>
                      <a:pt x="124" y="651"/>
                      <a:pt x="124" y="682"/>
                    </a:cubicBezTo>
                    <a:lnTo>
                      <a:pt x="124" y="682"/>
                    </a:lnTo>
                    <a:lnTo>
                      <a:pt x="124" y="682"/>
                    </a:lnTo>
                    <a:cubicBezTo>
                      <a:pt x="155" y="682"/>
                      <a:pt x="155" y="682"/>
                      <a:pt x="155" y="682"/>
                    </a:cubicBezTo>
                    <a:cubicBezTo>
                      <a:pt x="155" y="713"/>
                      <a:pt x="155" y="713"/>
                      <a:pt x="155" y="744"/>
                    </a:cubicBezTo>
                    <a:lnTo>
                      <a:pt x="155" y="744"/>
                    </a:lnTo>
                    <a:lnTo>
                      <a:pt x="155" y="775"/>
                    </a:lnTo>
                    <a:cubicBezTo>
                      <a:pt x="155" y="775"/>
                      <a:pt x="155" y="775"/>
                      <a:pt x="124" y="775"/>
                    </a:cubicBezTo>
                    <a:cubicBezTo>
                      <a:pt x="155" y="775"/>
                      <a:pt x="155" y="806"/>
                      <a:pt x="155" y="806"/>
                    </a:cubicBezTo>
                    <a:lnTo>
                      <a:pt x="186" y="837"/>
                    </a:lnTo>
                    <a:cubicBezTo>
                      <a:pt x="186" y="837"/>
                      <a:pt x="186" y="837"/>
                      <a:pt x="186" y="868"/>
                    </a:cubicBezTo>
                    <a:lnTo>
                      <a:pt x="186" y="868"/>
                    </a:lnTo>
                    <a:lnTo>
                      <a:pt x="186" y="868"/>
                    </a:lnTo>
                    <a:lnTo>
                      <a:pt x="186" y="868"/>
                    </a:lnTo>
                    <a:lnTo>
                      <a:pt x="186" y="868"/>
                    </a:lnTo>
                    <a:lnTo>
                      <a:pt x="186" y="868"/>
                    </a:lnTo>
                    <a:lnTo>
                      <a:pt x="217" y="868"/>
                    </a:lnTo>
                    <a:cubicBezTo>
                      <a:pt x="217" y="898"/>
                      <a:pt x="217" y="898"/>
                      <a:pt x="217" y="930"/>
                    </a:cubicBezTo>
                    <a:lnTo>
                      <a:pt x="217" y="930"/>
                    </a:lnTo>
                    <a:lnTo>
                      <a:pt x="217" y="930"/>
                    </a:lnTo>
                    <a:lnTo>
                      <a:pt x="217" y="930"/>
                    </a:lnTo>
                    <a:cubicBezTo>
                      <a:pt x="217" y="961"/>
                      <a:pt x="217" y="992"/>
                      <a:pt x="186" y="992"/>
                    </a:cubicBezTo>
                    <a:lnTo>
                      <a:pt x="186" y="992"/>
                    </a:lnTo>
                    <a:cubicBezTo>
                      <a:pt x="186" y="992"/>
                      <a:pt x="155" y="992"/>
                      <a:pt x="155" y="1022"/>
                    </a:cubicBezTo>
                    <a:lnTo>
                      <a:pt x="155" y="1022"/>
                    </a:lnTo>
                    <a:cubicBezTo>
                      <a:pt x="124" y="1022"/>
                      <a:pt x="124" y="1054"/>
                      <a:pt x="93" y="1054"/>
                    </a:cubicBezTo>
                    <a:cubicBezTo>
                      <a:pt x="93" y="1054"/>
                      <a:pt x="62" y="1054"/>
                      <a:pt x="62" y="1085"/>
                    </a:cubicBezTo>
                    <a:lnTo>
                      <a:pt x="62" y="1085"/>
                    </a:lnTo>
                    <a:lnTo>
                      <a:pt x="62" y="1085"/>
                    </a:lnTo>
                    <a:lnTo>
                      <a:pt x="62" y="1116"/>
                    </a:lnTo>
                    <a:lnTo>
                      <a:pt x="62" y="1116"/>
                    </a:lnTo>
                    <a:lnTo>
                      <a:pt x="62" y="1146"/>
                    </a:lnTo>
                    <a:lnTo>
                      <a:pt x="62" y="1146"/>
                    </a:lnTo>
                    <a:lnTo>
                      <a:pt x="31" y="1178"/>
                    </a:lnTo>
                    <a:lnTo>
                      <a:pt x="0" y="1209"/>
                    </a:lnTo>
                    <a:lnTo>
                      <a:pt x="0" y="1209"/>
                    </a:lnTo>
                    <a:cubicBezTo>
                      <a:pt x="0" y="1209"/>
                      <a:pt x="0" y="1209"/>
                      <a:pt x="0" y="1240"/>
                    </a:cubicBezTo>
                    <a:cubicBezTo>
                      <a:pt x="93" y="1209"/>
                      <a:pt x="93" y="1209"/>
                      <a:pt x="93" y="1209"/>
                    </a:cubicBezTo>
                    <a:cubicBezTo>
                      <a:pt x="31" y="1270"/>
                      <a:pt x="31" y="1270"/>
                      <a:pt x="31" y="1270"/>
                    </a:cubicBezTo>
                    <a:lnTo>
                      <a:pt x="31" y="1270"/>
                    </a:lnTo>
                    <a:lnTo>
                      <a:pt x="31" y="1270"/>
                    </a:lnTo>
                    <a:lnTo>
                      <a:pt x="31" y="1270"/>
                    </a:lnTo>
                    <a:cubicBezTo>
                      <a:pt x="31" y="1302"/>
                      <a:pt x="31" y="1302"/>
                      <a:pt x="31" y="1302"/>
                    </a:cubicBezTo>
                    <a:lnTo>
                      <a:pt x="31" y="1302"/>
                    </a:lnTo>
                    <a:lnTo>
                      <a:pt x="31" y="1302"/>
                    </a:lnTo>
                    <a:cubicBezTo>
                      <a:pt x="31" y="1333"/>
                      <a:pt x="31" y="1333"/>
                      <a:pt x="31" y="1333"/>
                    </a:cubicBezTo>
                    <a:lnTo>
                      <a:pt x="62" y="1333"/>
                    </a:lnTo>
                    <a:lnTo>
                      <a:pt x="62" y="1333"/>
                    </a:lnTo>
                    <a:lnTo>
                      <a:pt x="62" y="1333"/>
                    </a:lnTo>
                    <a:cubicBezTo>
                      <a:pt x="62" y="1333"/>
                      <a:pt x="93" y="1333"/>
                      <a:pt x="93" y="1364"/>
                    </a:cubicBezTo>
                    <a:lnTo>
                      <a:pt x="93" y="1364"/>
                    </a:lnTo>
                    <a:lnTo>
                      <a:pt x="124" y="1364"/>
                    </a:lnTo>
                    <a:lnTo>
                      <a:pt x="124" y="1364"/>
                    </a:lnTo>
                    <a:lnTo>
                      <a:pt x="124" y="1364"/>
                    </a:lnTo>
                    <a:cubicBezTo>
                      <a:pt x="124" y="1364"/>
                      <a:pt x="124" y="1364"/>
                      <a:pt x="155" y="1364"/>
                    </a:cubicBezTo>
                    <a:cubicBezTo>
                      <a:pt x="155" y="1364"/>
                      <a:pt x="155" y="1364"/>
                      <a:pt x="186" y="1364"/>
                    </a:cubicBezTo>
                    <a:cubicBezTo>
                      <a:pt x="186" y="1364"/>
                      <a:pt x="217" y="1394"/>
                      <a:pt x="217" y="1425"/>
                    </a:cubicBezTo>
                    <a:lnTo>
                      <a:pt x="217" y="1425"/>
                    </a:lnTo>
                    <a:lnTo>
                      <a:pt x="186" y="1425"/>
                    </a:lnTo>
                    <a:lnTo>
                      <a:pt x="217" y="1457"/>
                    </a:lnTo>
                    <a:lnTo>
                      <a:pt x="217" y="1457"/>
                    </a:lnTo>
                    <a:lnTo>
                      <a:pt x="217" y="1457"/>
                    </a:lnTo>
                    <a:lnTo>
                      <a:pt x="217" y="1457"/>
                    </a:lnTo>
                    <a:cubicBezTo>
                      <a:pt x="248" y="1457"/>
                      <a:pt x="248" y="1457"/>
                      <a:pt x="248" y="1488"/>
                    </a:cubicBezTo>
                    <a:lnTo>
                      <a:pt x="248" y="1488"/>
                    </a:lnTo>
                    <a:lnTo>
                      <a:pt x="248" y="1488"/>
                    </a:lnTo>
                    <a:lnTo>
                      <a:pt x="248" y="1488"/>
                    </a:lnTo>
                    <a:cubicBezTo>
                      <a:pt x="279" y="1488"/>
                      <a:pt x="279" y="1488"/>
                      <a:pt x="310" y="1518"/>
                    </a:cubicBezTo>
                    <a:lnTo>
                      <a:pt x="310" y="1518"/>
                    </a:lnTo>
                    <a:lnTo>
                      <a:pt x="310" y="1518"/>
                    </a:lnTo>
                    <a:lnTo>
                      <a:pt x="310" y="1518"/>
                    </a:lnTo>
                    <a:cubicBezTo>
                      <a:pt x="310" y="1550"/>
                      <a:pt x="279" y="1550"/>
                      <a:pt x="279" y="1581"/>
                    </a:cubicBezTo>
                    <a:lnTo>
                      <a:pt x="279" y="1581"/>
                    </a:lnTo>
                    <a:lnTo>
                      <a:pt x="279" y="1581"/>
                    </a:lnTo>
                    <a:cubicBezTo>
                      <a:pt x="279" y="1581"/>
                      <a:pt x="279" y="1581"/>
                      <a:pt x="310" y="1581"/>
                    </a:cubicBezTo>
                    <a:lnTo>
                      <a:pt x="310" y="1581"/>
                    </a:lnTo>
                    <a:lnTo>
                      <a:pt x="310" y="1581"/>
                    </a:lnTo>
                    <a:lnTo>
                      <a:pt x="310" y="1581"/>
                    </a:lnTo>
                    <a:cubicBezTo>
                      <a:pt x="341" y="1581"/>
                      <a:pt x="372" y="1581"/>
                      <a:pt x="372" y="1581"/>
                    </a:cubicBezTo>
                    <a:lnTo>
                      <a:pt x="372" y="1581"/>
                    </a:lnTo>
                    <a:cubicBezTo>
                      <a:pt x="372" y="1612"/>
                      <a:pt x="403" y="1612"/>
                      <a:pt x="403" y="1642"/>
                    </a:cubicBezTo>
                    <a:lnTo>
                      <a:pt x="403" y="1642"/>
                    </a:lnTo>
                    <a:lnTo>
                      <a:pt x="403" y="1642"/>
                    </a:lnTo>
                    <a:lnTo>
                      <a:pt x="403" y="1642"/>
                    </a:lnTo>
                    <a:cubicBezTo>
                      <a:pt x="403" y="1642"/>
                      <a:pt x="403" y="1642"/>
                      <a:pt x="434" y="1642"/>
                    </a:cubicBezTo>
                    <a:lnTo>
                      <a:pt x="434" y="1642"/>
                    </a:lnTo>
                    <a:lnTo>
                      <a:pt x="434" y="1674"/>
                    </a:lnTo>
                    <a:lnTo>
                      <a:pt x="434" y="1674"/>
                    </a:lnTo>
                    <a:cubicBezTo>
                      <a:pt x="434" y="1674"/>
                      <a:pt x="434" y="1674"/>
                      <a:pt x="434" y="1705"/>
                    </a:cubicBezTo>
                    <a:lnTo>
                      <a:pt x="434" y="1705"/>
                    </a:lnTo>
                    <a:lnTo>
                      <a:pt x="434" y="1705"/>
                    </a:lnTo>
                    <a:cubicBezTo>
                      <a:pt x="465" y="1705"/>
                      <a:pt x="465" y="1705"/>
                      <a:pt x="465" y="1705"/>
                    </a:cubicBezTo>
                    <a:lnTo>
                      <a:pt x="465" y="1705"/>
                    </a:lnTo>
                    <a:lnTo>
                      <a:pt x="496" y="1705"/>
                    </a:lnTo>
                    <a:lnTo>
                      <a:pt x="496" y="1705"/>
                    </a:lnTo>
                    <a:lnTo>
                      <a:pt x="496" y="1705"/>
                    </a:lnTo>
                    <a:lnTo>
                      <a:pt x="527" y="1705"/>
                    </a:lnTo>
                    <a:lnTo>
                      <a:pt x="527" y="1705"/>
                    </a:lnTo>
                    <a:lnTo>
                      <a:pt x="527" y="1705"/>
                    </a:lnTo>
                    <a:lnTo>
                      <a:pt x="527" y="1705"/>
                    </a:lnTo>
                    <a:cubicBezTo>
                      <a:pt x="558" y="1705"/>
                      <a:pt x="558" y="1705"/>
                      <a:pt x="558" y="1705"/>
                    </a:cubicBezTo>
                    <a:cubicBezTo>
                      <a:pt x="558" y="1705"/>
                      <a:pt x="558" y="1705"/>
                      <a:pt x="589" y="1705"/>
                    </a:cubicBezTo>
                    <a:lnTo>
                      <a:pt x="589" y="1705"/>
                    </a:lnTo>
                    <a:lnTo>
                      <a:pt x="589" y="1705"/>
                    </a:lnTo>
                    <a:cubicBezTo>
                      <a:pt x="620" y="1736"/>
                      <a:pt x="620" y="1736"/>
                      <a:pt x="651" y="1736"/>
                    </a:cubicBezTo>
                    <a:cubicBezTo>
                      <a:pt x="651" y="1736"/>
                      <a:pt x="651" y="1736"/>
                      <a:pt x="681" y="1736"/>
                    </a:cubicBezTo>
                    <a:lnTo>
                      <a:pt x="681" y="1736"/>
                    </a:lnTo>
                    <a:lnTo>
                      <a:pt x="681" y="1736"/>
                    </a:lnTo>
                    <a:cubicBezTo>
                      <a:pt x="713" y="1736"/>
                      <a:pt x="713" y="1766"/>
                      <a:pt x="713" y="1766"/>
                    </a:cubicBezTo>
                    <a:lnTo>
                      <a:pt x="713" y="1766"/>
                    </a:lnTo>
                    <a:lnTo>
                      <a:pt x="713" y="1798"/>
                    </a:lnTo>
                    <a:lnTo>
                      <a:pt x="713" y="1798"/>
                    </a:lnTo>
                    <a:cubicBezTo>
                      <a:pt x="713" y="1798"/>
                      <a:pt x="713" y="1798"/>
                      <a:pt x="713" y="1829"/>
                    </a:cubicBezTo>
                    <a:lnTo>
                      <a:pt x="713" y="1829"/>
                    </a:lnTo>
                    <a:cubicBezTo>
                      <a:pt x="713" y="1829"/>
                      <a:pt x="713" y="1829"/>
                      <a:pt x="681" y="1829"/>
                    </a:cubicBezTo>
                    <a:cubicBezTo>
                      <a:pt x="713" y="1860"/>
                      <a:pt x="713" y="1860"/>
                      <a:pt x="713" y="1860"/>
                    </a:cubicBezTo>
                    <a:lnTo>
                      <a:pt x="713" y="1890"/>
                    </a:lnTo>
                    <a:lnTo>
                      <a:pt x="713" y="1890"/>
                    </a:lnTo>
                    <a:cubicBezTo>
                      <a:pt x="681" y="1890"/>
                      <a:pt x="681" y="1922"/>
                      <a:pt x="651" y="1922"/>
                    </a:cubicBezTo>
                    <a:cubicBezTo>
                      <a:pt x="651" y="1922"/>
                      <a:pt x="651" y="1922"/>
                      <a:pt x="651" y="1953"/>
                    </a:cubicBezTo>
                    <a:cubicBezTo>
                      <a:pt x="651" y="1953"/>
                      <a:pt x="651" y="1984"/>
                      <a:pt x="620" y="1984"/>
                    </a:cubicBezTo>
                    <a:lnTo>
                      <a:pt x="620" y="1984"/>
                    </a:lnTo>
                    <a:lnTo>
                      <a:pt x="620" y="1984"/>
                    </a:lnTo>
                    <a:lnTo>
                      <a:pt x="620" y="1984"/>
                    </a:lnTo>
                    <a:cubicBezTo>
                      <a:pt x="620" y="2014"/>
                      <a:pt x="620" y="2014"/>
                      <a:pt x="589" y="2014"/>
                    </a:cubicBezTo>
                    <a:cubicBezTo>
                      <a:pt x="589" y="2014"/>
                      <a:pt x="589" y="2014"/>
                      <a:pt x="589" y="2046"/>
                    </a:cubicBezTo>
                    <a:lnTo>
                      <a:pt x="589" y="2046"/>
                    </a:lnTo>
                    <a:lnTo>
                      <a:pt x="558" y="2077"/>
                    </a:lnTo>
                    <a:lnTo>
                      <a:pt x="558" y="2077"/>
                    </a:lnTo>
                    <a:lnTo>
                      <a:pt x="558" y="2077"/>
                    </a:lnTo>
                    <a:lnTo>
                      <a:pt x="589" y="2077"/>
                    </a:lnTo>
                    <a:lnTo>
                      <a:pt x="589" y="2077"/>
                    </a:lnTo>
                    <a:lnTo>
                      <a:pt x="589" y="2077"/>
                    </a:lnTo>
                    <a:cubicBezTo>
                      <a:pt x="589" y="2077"/>
                      <a:pt x="589" y="2077"/>
                      <a:pt x="620" y="2077"/>
                    </a:cubicBezTo>
                    <a:cubicBezTo>
                      <a:pt x="620" y="2077"/>
                      <a:pt x="620" y="2077"/>
                      <a:pt x="681" y="2138"/>
                    </a:cubicBezTo>
                    <a:cubicBezTo>
                      <a:pt x="681" y="2138"/>
                      <a:pt x="681" y="2138"/>
                      <a:pt x="713" y="2138"/>
                    </a:cubicBezTo>
                    <a:lnTo>
                      <a:pt x="713" y="2138"/>
                    </a:lnTo>
                    <a:cubicBezTo>
                      <a:pt x="744" y="2138"/>
                      <a:pt x="744" y="2138"/>
                      <a:pt x="744" y="2138"/>
                    </a:cubicBezTo>
                    <a:cubicBezTo>
                      <a:pt x="744" y="2170"/>
                      <a:pt x="774" y="2170"/>
                      <a:pt x="774" y="2170"/>
                    </a:cubicBezTo>
                    <a:lnTo>
                      <a:pt x="774" y="2170"/>
                    </a:lnTo>
                    <a:lnTo>
                      <a:pt x="774" y="2170"/>
                    </a:lnTo>
                    <a:cubicBezTo>
                      <a:pt x="806" y="2170"/>
                      <a:pt x="806" y="2170"/>
                      <a:pt x="806" y="2170"/>
                    </a:cubicBezTo>
                    <a:cubicBezTo>
                      <a:pt x="837" y="2170"/>
                      <a:pt x="837" y="2170"/>
                      <a:pt x="837" y="2170"/>
                    </a:cubicBezTo>
                    <a:cubicBezTo>
                      <a:pt x="868" y="2170"/>
                      <a:pt x="868" y="2170"/>
                      <a:pt x="868" y="2170"/>
                    </a:cubicBezTo>
                    <a:cubicBezTo>
                      <a:pt x="868" y="2201"/>
                      <a:pt x="898" y="2201"/>
                      <a:pt x="898" y="2201"/>
                    </a:cubicBezTo>
                    <a:lnTo>
                      <a:pt x="898" y="2201"/>
                    </a:lnTo>
                    <a:lnTo>
                      <a:pt x="930" y="2201"/>
                    </a:lnTo>
                    <a:lnTo>
                      <a:pt x="930" y="2201"/>
                    </a:lnTo>
                    <a:lnTo>
                      <a:pt x="961" y="2201"/>
                    </a:lnTo>
                    <a:lnTo>
                      <a:pt x="961" y="2201"/>
                    </a:lnTo>
                    <a:lnTo>
                      <a:pt x="961" y="2201"/>
                    </a:lnTo>
                    <a:cubicBezTo>
                      <a:pt x="961" y="2170"/>
                      <a:pt x="961" y="2170"/>
                      <a:pt x="961" y="2170"/>
                    </a:cubicBezTo>
                    <a:lnTo>
                      <a:pt x="961" y="2170"/>
                    </a:lnTo>
                    <a:cubicBezTo>
                      <a:pt x="992" y="2170"/>
                      <a:pt x="992" y="2170"/>
                      <a:pt x="992" y="2201"/>
                    </a:cubicBezTo>
                    <a:lnTo>
                      <a:pt x="992" y="2201"/>
                    </a:lnTo>
                    <a:lnTo>
                      <a:pt x="992" y="2201"/>
                    </a:lnTo>
                    <a:cubicBezTo>
                      <a:pt x="1022" y="2201"/>
                      <a:pt x="1022" y="2201"/>
                      <a:pt x="1022" y="2231"/>
                    </a:cubicBezTo>
                    <a:lnTo>
                      <a:pt x="1022" y="2231"/>
                    </a:lnTo>
                    <a:lnTo>
                      <a:pt x="1022" y="2231"/>
                    </a:lnTo>
                    <a:lnTo>
                      <a:pt x="1022" y="2231"/>
                    </a:lnTo>
                    <a:lnTo>
                      <a:pt x="1022" y="2231"/>
                    </a:lnTo>
                    <a:lnTo>
                      <a:pt x="1022" y="2231"/>
                    </a:lnTo>
                    <a:lnTo>
                      <a:pt x="1022" y="2231"/>
                    </a:lnTo>
                    <a:lnTo>
                      <a:pt x="1022" y="2231"/>
                    </a:lnTo>
                    <a:cubicBezTo>
                      <a:pt x="1022" y="2231"/>
                      <a:pt x="1022" y="2231"/>
                      <a:pt x="1054" y="2231"/>
                    </a:cubicBezTo>
                    <a:lnTo>
                      <a:pt x="1054" y="2231"/>
                    </a:lnTo>
                    <a:lnTo>
                      <a:pt x="1054" y="2231"/>
                    </a:lnTo>
                    <a:lnTo>
                      <a:pt x="1054" y="2231"/>
                    </a:lnTo>
                    <a:lnTo>
                      <a:pt x="1054" y="2231"/>
                    </a:lnTo>
                    <a:cubicBezTo>
                      <a:pt x="1085" y="2231"/>
                      <a:pt x="1085" y="2231"/>
                      <a:pt x="1085" y="2231"/>
                    </a:cubicBezTo>
                    <a:lnTo>
                      <a:pt x="1085" y="2201"/>
                    </a:lnTo>
                    <a:cubicBezTo>
                      <a:pt x="1085" y="2201"/>
                      <a:pt x="1085" y="2201"/>
                      <a:pt x="1085" y="2170"/>
                    </a:cubicBezTo>
                    <a:lnTo>
                      <a:pt x="1085" y="2170"/>
                    </a:lnTo>
                    <a:cubicBezTo>
                      <a:pt x="1054" y="2138"/>
                      <a:pt x="1022" y="2138"/>
                      <a:pt x="1022" y="2108"/>
                    </a:cubicBezTo>
                    <a:lnTo>
                      <a:pt x="1022" y="2077"/>
                    </a:lnTo>
                    <a:cubicBezTo>
                      <a:pt x="1054" y="2077"/>
                      <a:pt x="1054" y="2077"/>
                      <a:pt x="1054" y="2077"/>
                    </a:cubicBezTo>
                    <a:lnTo>
                      <a:pt x="1054" y="2046"/>
                    </a:lnTo>
                    <a:cubicBezTo>
                      <a:pt x="1054" y="2046"/>
                      <a:pt x="1054" y="2046"/>
                      <a:pt x="1054" y="2014"/>
                    </a:cubicBezTo>
                    <a:cubicBezTo>
                      <a:pt x="1085" y="2014"/>
                      <a:pt x="1085" y="2014"/>
                      <a:pt x="1085" y="2014"/>
                    </a:cubicBezTo>
                    <a:cubicBezTo>
                      <a:pt x="1116" y="2014"/>
                      <a:pt x="1116" y="2014"/>
                      <a:pt x="1146" y="1984"/>
                    </a:cubicBezTo>
                    <a:lnTo>
                      <a:pt x="1146" y="1984"/>
                    </a:lnTo>
                    <a:lnTo>
                      <a:pt x="1146" y="1984"/>
                    </a:lnTo>
                    <a:lnTo>
                      <a:pt x="1146" y="1984"/>
                    </a:lnTo>
                    <a:cubicBezTo>
                      <a:pt x="1146" y="1984"/>
                      <a:pt x="1146" y="1984"/>
                      <a:pt x="1146" y="1953"/>
                    </a:cubicBezTo>
                    <a:lnTo>
                      <a:pt x="1146" y="1953"/>
                    </a:lnTo>
                    <a:cubicBezTo>
                      <a:pt x="1116" y="1953"/>
                      <a:pt x="1116" y="1953"/>
                      <a:pt x="1116" y="1922"/>
                    </a:cubicBezTo>
                    <a:lnTo>
                      <a:pt x="1116" y="1922"/>
                    </a:lnTo>
                    <a:cubicBezTo>
                      <a:pt x="1116" y="1922"/>
                      <a:pt x="1085" y="1922"/>
                      <a:pt x="1054" y="1922"/>
                    </a:cubicBezTo>
                    <a:lnTo>
                      <a:pt x="1054" y="1922"/>
                    </a:lnTo>
                    <a:lnTo>
                      <a:pt x="1054" y="1922"/>
                    </a:lnTo>
                    <a:lnTo>
                      <a:pt x="1054" y="1922"/>
                    </a:lnTo>
                    <a:lnTo>
                      <a:pt x="1054" y="1890"/>
                    </a:lnTo>
                    <a:lnTo>
                      <a:pt x="1054" y="1890"/>
                    </a:lnTo>
                    <a:cubicBezTo>
                      <a:pt x="1022" y="1890"/>
                      <a:pt x="1022" y="1860"/>
                      <a:pt x="1022" y="1860"/>
                    </a:cubicBezTo>
                    <a:lnTo>
                      <a:pt x="1022" y="1860"/>
                    </a:lnTo>
                    <a:lnTo>
                      <a:pt x="1022" y="1860"/>
                    </a:lnTo>
                    <a:cubicBezTo>
                      <a:pt x="1022" y="1829"/>
                      <a:pt x="1022" y="1829"/>
                      <a:pt x="1022" y="1829"/>
                    </a:cubicBezTo>
                    <a:lnTo>
                      <a:pt x="1022" y="1829"/>
                    </a:lnTo>
                    <a:lnTo>
                      <a:pt x="1022" y="1798"/>
                    </a:lnTo>
                    <a:lnTo>
                      <a:pt x="1022" y="1798"/>
                    </a:lnTo>
                    <a:lnTo>
                      <a:pt x="1022" y="1766"/>
                    </a:lnTo>
                    <a:cubicBezTo>
                      <a:pt x="1022" y="1766"/>
                      <a:pt x="1022" y="1766"/>
                      <a:pt x="1054" y="1766"/>
                    </a:cubicBezTo>
                    <a:lnTo>
                      <a:pt x="1054" y="1766"/>
                    </a:lnTo>
                    <a:cubicBezTo>
                      <a:pt x="1054" y="1736"/>
                      <a:pt x="1054" y="1736"/>
                      <a:pt x="1054" y="1736"/>
                    </a:cubicBezTo>
                    <a:lnTo>
                      <a:pt x="1054" y="1736"/>
                    </a:lnTo>
                    <a:lnTo>
                      <a:pt x="1054" y="1736"/>
                    </a:lnTo>
                    <a:lnTo>
                      <a:pt x="1054" y="1705"/>
                    </a:lnTo>
                    <a:lnTo>
                      <a:pt x="1085" y="1674"/>
                    </a:lnTo>
                    <a:lnTo>
                      <a:pt x="1085" y="1674"/>
                    </a:lnTo>
                    <a:cubicBezTo>
                      <a:pt x="1116" y="1674"/>
                      <a:pt x="1116" y="1674"/>
                      <a:pt x="1116" y="1674"/>
                    </a:cubicBezTo>
                    <a:lnTo>
                      <a:pt x="1116" y="1674"/>
                    </a:lnTo>
                    <a:cubicBezTo>
                      <a:pt x="1116" y="1705"/>
                      <a:pt x="1116" y="1705"/>
                      <a:pt x="1116" y="1705"/>
                    </a:cubicBezTo>
                    <a:lnTo>
                      <a:pt x="1146" y="1674"/>
                    </a:lnTo>
                    <a:cubicBezTo>
                      <a:pt x="1146" y="1674"/>
                      <a:pt x="1146" y="1674"/>
                      <a:pt x="1178" y="1674"/>
                    </a:cubicBezTo>
                    <a:lnTo>
                      <a:pt x="1178" y="1674"/>
                    </a:lnTo>
                    <a:cubicBezTo>
                      <a:pt x="1209" y="1642"/>
                      <a:pt x="1209" y="1642"/>
                      <a:pt x="1209" y="1642"/>
                    </a:cubicBezTo>
                    <a:lnTo>
                      <a:pt x="1209" y="1642"/>
                    </a:lnTo>
                    <a:lnTo>
                      <a:pt x="1209" y="1642"/>
                    </a:lnTo>
                    <a:lnTo>
                      <a:pt x="1209" y="1642"/>
                    </a:lnTo>
                    <a:lnTo>
                      <a:pt x="1209" y="1642"/>
                    </a:lnTo>
                    <a:cubicBezTo>
                      <a:pt x="1240" y="1642"/>
                      <a:pt x="1240" y="1642"/>
                      <a:pt x="1240" y="1612"/>
                    </a:cubicBezTo>
                    <a:cubicBezTo>
                      <a:pt x="1240" y="1612"/>
                      <a:pt x="1240" y="1612"/>
                      <a:pt x="1270" y="1612"/>
                    </a:cubicBezTo>
                    <a:lnTo>
                      <a:pt x="1270" y="1612"/>
                    </a:lnTo>
                    <a:lnTo>
                      <a:pt x="1270" y="1612"/>
                    </a:lnTo>
                    <a:lnTo>
                      <a:pt x="1270" y="1612"/>
                    </a:lnTo>
                    <a:lnTo>
                      <a:pt x="1270" y="1612"/>
                    </a:lnTo>
                    <a:cubicBezTo>
                      <a:pt x="1270" y="1612"/>
                      <a:pt x="1270" y="1612"/>
                      <a:pt x="1302" y="1612"/>
                    </a:cubicBezTo>
                    <a:lnTo>
                      <a:pt x="1302" y="1612"/>
                    </a:lnTo>
                    <a:cubicBezTo>
                      <a:pt x="1302" y="1612"/>
                      <a:pt x="1302" y="1612"/>
                      <a:pt x="1333" y="1612"/>
                    </a:cubicBezTo>
                    <a:lnTo>
                      <a:pt x="1333" y="1612"/>
                    </a:lnTo>
                    <a:lnTo>
                      <a:pt x="1333" y="1612"/>
                    </a:lnTo>
                    <a:lnTo>
                      <a:pt x="1333" y="1612"/>
                    </a:lnTo>
                    <a:cubicBezTo>
                      <a:pt x="1364" y="1612"/>
                      <a:pt x="1364" y="1612"/>
                      <a:pt x="1364" y="1612"/>
                    </a:cubicBezTo>
                    <a:lnTo>
                      <a:pt x="1364" y="1612"/>
                    </a:lnTo>
                    <a:lnTo>
                      <a:pt x="1364" y="1612"/>
                    </a:lnTo>
                    <a:cubicBezTo>
                      <a:pt x="1364" y="1612"/>
                      <a:pt x="1394" y="1612"/>
                      <a:pt x="1394" y="1642"/>
                    </a:cubicBezTo>
                    <a:cubicBezTo>
                      <a:pt x="1394" y="1612"/>
                      <a:pt x="1394" y="1612"/>
                      <a:pt x="1426" y="1612"/>
                    </a:cubicBezTo>
                    <a:lnTo>
                      <a:pt x="1426" y="1612"/>
                    </a:lnTo>
                    <a:cubicBezTo>
                      <a:pt x="1426" y="1642"/>
                      <a:pt x="1457" y="1642"/>
                      <a:pt x="1457" y="1642"/>
                    </a:cubicBezTo>
                    <a:lnTo>
                      <a:pt x="1457" y="1642"/>
                    </a:lnTo>
                    <a:cubicBezTo>
                      <a:pt x="1457" y="1642"/>
                      <a:pt x="1457" y="1674"/>
                      <a:pt x="1488" y="1674"/>
                    </a:cubicBezTo>
                    <a:cubicBezTo>
                      <a:pt x="1488" y="1642"/>
                      <a:pt x="1488" y="1642"/>
                      <a:pt x="1488" y="1642"/>
                    </a:cubicBezTo>
                    <a:lnTo>
                      <a:pt x="1488" y="1642"/>
                    </a:lnTo>
                    <a:lnTo>
                      <a:pt x="1488" y="1642"/>
                    </a:lnTo>
                    <a:cubicBezTo>
                      <a:pt x="1518" y="1642"/>
                      <a:pt x="1518" y="1674"/>
                      <a:pt x="1550" y="1674"/>
                    </a:cubicBezTo>
                    <a:lnTo>
                      <a:pt x="1550" y="1674"/>
                    </a:lnTo>
                    <a:lnTo>
                      <a:pt x="1550" y="1674"/>
                    </a:lnTo>
                    <a:lnTo>
                      <a:pt x="1550" y="1674"/>
                    </a:lnTo>
                    <a:cubicBezTo>
                      <a:pt x="1581" y="1674"/>
                      <a:pt x="1581" y="1674"/>
                      <a:pt x="1581" y="1642"/>
                    </a:cubicBezTo>
                    <a:cubicBezTo>
                      <a:pt x="1612" y="1642"/>
                      <a:pt x="1612" y="1642"/>
                      <a:pt x="1612" y="1642"/>
                    </a:cubicBezTo>
                    <a:cubicBezTo>
                      <a:pt x="1612" y="1642"/>
                      <a:pt x="1642" y="1642"/>
                      <a:pt x="1642" y="1674"/>
                    </a:cubicBezTo>
                    <a:cubicBezTo>
                      <a:pt x="1642" y="1642"/>
                      <a:pt x="1642" y="1642"/>
                      <a:pt x="1674" y="1642"/>
                    </a:cubicBezTo>
                    <a:lnTo>
                      <a:pt x="1674" y="1642"/>
                    </a:lnTo>
                    <a:lnTo>
                      <a:pt x="1674" y="1642"/>
                    </a:lnTo>
                    <a:cubicBezTo>
                      <a:pt x="1674" y="1642"/>
                      <a:pt x="1705" y="1642"/>
                      <a:pt x="1705" y="1674"/>
                    </a:cubicBezTo>
                    <a:lnTo>
                      <a:pt x="1705" y="1674"/>
                    </a:lnTo>
                    <a:lnTo>
                      <a:pt x="1736" y="1674"/>
                    </a:lnTo>
                    <a:lnTo>
                      <a:pt x="1736" y="1674"/>
                    </a:lnTo>
                    <a:lnTo>
                      <a:pt x="1736" y="1674"/>
                    </a:lnTo>
                    <a:lnTo>
                      <a:pt x="1766" y="1674"/>
                    </a:lnTo>
                    <a:lnTo>
                      <a:pt x="1766" y="1674"/>
                    </a:lnTo>
                    <a:lnTo>
                      <a:pt x="1766" y="1674"/>
                    </a:lnTo>
                    <a:lnTo>
                      <a:pt x="1766" y="1674"/>
                    </a:lnTo>
                    <a:cubicBezTo>
                      <a:pt x="1766" y="1642"/>
                      <a:pt x="1766" y="1642"/>
                      <a:pt x="1766" y="1642"/>
                    </a:cubicBezTo>
                    <a:lnTo>
                      <a:pt x="1766" y="1642"/>
                    </a:lnTo>
                    <a:lnTo>
                      <a:pt x="1766" y="1642"/>
                    </a:lnTo>
                    <a:cubicBezTo>
                      <a:pt x="1766" y="1612"/>
                      <a:pt x="1766" y="1612"/>
                      <a:pt x="1798" y="1612"/>
                    </a:cubicBezTo>
                    <a:cubicBezTo>
                      <a:pt x="1798" y="1581"/>
                      <a:pt x="1798" y="1581"/>
                      <a:pt x="1798" y="1581"/>
                    </a:cubicBezTo>
                    <a:cubicBezTo>
                      <a:pt x="1798" y="1581"/>
                      <a:pt x="1798" y="1581"/>
                      <a:pt x="1798" y="1612"/>
                    </a:cubicBezTo>
                    <a:cubicBezTo>
                      <a:pt x="1798" y="1581"/>
                      <a:pt x="1798" y="1581"/>
                      <a:pt x="1798" y="1581"/>
                    </a:cubicBezTo>
                    <a:lnTo>
                      <a:pt x="1798" y="1581"/>
                    </a:lnTo>
                    <a:cubicBezTo>
                      <a:pt x="1798" y="1581"/>
                      <a:pt x="1798" y="1581"/>
                      <a:pt x="1829" y="1581"/>
                    </a:cubicBezTo>
                    <a:lnTo>
                      <a:pt x="1829" y="1550"/>
                    </a:lnTo>
                    <a:lnTo>
                      <a:pt x="1829" y="1518"/>
                    </a:lnTo>
                    <a:lnTo>
                      <a:pt x="1829" y="1518"/>
                    </a:lnTo>
                    <a:cubicBezTo>
                      <a:pt x="1829" y="1488"/>
                      <a:pt x="1829" y="1488"/>
                      <a:pt x="1829" y="1488"/>
                    </a:cubicBezTo>
                    <a:lnTo>
                      <a:pt x="1829" y="1488"/>
                    </a:lnTo>
                    <a:cubicBezTo>
                      <a:pt x="1829" y="1457"/>
                      <a:pt x="1829" y="1457"/>
                      <a:pt x="1860" y="1457"/>
                    </a:cubicBezTo>
                    <a:lnTo>
                      <a:pt x="1860" y="1457"/>
                    </a:lnTo>
                    <a:lnTo>
                      <a:pt x="1860" y="1457"/>
                    </a:lnTo>
                    <a:lnTo>
                      <a:pt x="1860" y="1457"/>
                    </a:lnTo>
                    <a:lnTo>
                      <a:pt x="1890" y="1457"/>
                    </a:lnTo>
                    <a:cubicBezTo>
                      <a:pt x="1890" y="1457"/>
                      <a:pt x="1890" y="1457"/>
                      <a:pt x="1922" y="1457"/>
                    </a:cubicBezTo>
                    <a:lnTo>
                      <a:pt x="1922" y="1457"/>
                    </a:lnTo>
                    <a:cubicBezTo>
                      <a:pt x="1922" y="1457"/>
                      <a:pt x="1922" y="1457"/>
                      <a:pt x="1953" y="1457"/>
                    </a:cubicBezTo>
                    <a:cubicBezTo>
                      <a:pt x="1953" y="1457"/>
                      <a:pt x="1953" y="1457"/>
                      <a:pt x="1984" y="1457"/>
                    </a:cubicBezTo>
                    <a:cubicBezTo>
                      <a:pt x="2014" y="1457"/>
                      <a:pt x="2014" y="1457"/>
                      <a:pt x="2014" y="1457"/>
                    </a:cubicBezTo>
                    <a:cubicBezTo>
                      <a:pt x="2046" y="1457"/>
                      <a:pt x="2046" y="1457"/>
                      <a:pt x="2046" y="1457"/>
                    </a:cubicBezTo>
                    <a:lnTo>
                      <a:pt x="2046" y="1457"/>
                    </a:lnTo>
                    <a:lnTo>
                      <a:pt x="2046" y="1457"/>
                    </a:lnTo>
                    <a:cubicBezTo>
                      <a:pt x="2077" y="1457"/>
                      <a:pt x="2077" y="1457"/>
                      <a:pt x="2077" y="1425"/>
                    </a:cubicBezTo>
                    <a:lnTo>
                      <a:pt x="2077" y="1425"/>
                    </a:lnTo>
                    <a:lnTo>
                      <a:pt x="2077" y="1425"/>
                    </a:lnTo>
                    <a:cubicBezTo>
                      <a:pt x="2077" y="1425"/>
                      <a:pt x="2077" y="1425"/>
                      <a:pt x="2108" y="1425"/>
                    </a:cubicBezTo>
                    <a:lnTo>
                      <a:pt x="2108" y="1425"/>
                    </a:lnTo>
                    <a:lnTo>
                      <a:pt x="2138" y="1425"/>
                    </a:lnTo>
                    <a:lnTo>
                      <a:pt x="2138" y="1425"/>
                    </a:lnTo>
                    <a:lnTo>
                      <a:pt x="2138" y="1425"/>
                    </a:lnTo>
                    <a:cubicBezTo>
                      <a:pt x="2170" y="1425"/>
                      <a:pt x="2170" y="1425"/>
                      <a:pt x="2201" y="1425"/>
                    </a:cubicBezTo>
                    <a:lnTo>
                      <a:pt x="2201" y="1425"/>
                    </a:lnTo>
                    <a:lnTo>
                      <a:pt x="2201" y="1425"/>
                    </a:lnTo>
                    <a:cubicBezTo>
                      <a:pt x="2201" y="1425"/>
                      <a:pt x="2201" y="1425"/>
                      <a:pt x="2232" y="1425"/>
                    </a:cubicBezTo>
                    <a:lnTo>
                      <a:pt x="2232" y="1425"/>
                    </a:lnTo>
                    <a:lnTo>
                      <a:pt x="2232" y="1425"/>
                    </a:lnTo>
                    <a:cubicBezTo>
                      <a:pt x="2232" y="1394"/>
                      <a:pt x="2262" y="1364"/>
                      <a:pt x="2293" y="1364"/>
                    </a:cubicBezTo>
                    <a:lnTo>
                      <a:pt x="2293" y="1364"/>
                    </a:lnTo>
                    <a:lnTo>
                      <a:pt x="2293" y="1364"/>
                    </a:lnTo>
                    <a:lnTo>
                      <a:pt x="2293" y="1364"/>
                    </a:lnTo>
                    <a:lnTo>
                      <a:pt x="2293" y="1364"/>
                    </a:lnTo>
                    <a:cubicBezTo>
                      <a:pt x="2325" y="1364"/>
                      <a:pt x="2325" y="1364"/>
                      <a:pt x="2356" y="1394"/>
                    </a:cubicBezTo>
                    <a:lnTo>
                      <a:pt x="2356" y="1394"/>
                    </a:lnTo>
                    <a:lnTo>
                      <a:pt x="2356" y="1394"/>
                    </a:lnTo>
                    <a:lnTo>
                      <a:pt x="2386" y="1394"/>
                    </a:lnTo>
                    <a:lnTo>
                      <a:pt x="2386" y="1394"/>
                    </a:lnTo>
                    <a:lnTo>
                      <a:pt x="2386" y="1394"/>
                    </a:lnTo>
                    <a:lnTo>
                      <a:pt x="2418" y="1425"/>
                    </a:lnTo>
                    <a:cubicBezTo>
                      <a:pt x="2418" y="1457"/>
                      <a:pt x="2418" y="1457"/>
                      <a:pt x="2418" y="1457"/>
                    </a:cubicBezTo>
                    <a:lnTo>
                      <a:pt x="2418" y="1457"/>
                    </a:lnTo>
                    <a:cubicBezTo>
                      <a:pt x="2418" y="1457"/>
                      <a:pt x="2418" y="1457"/>
                      <a:pt x="2449" y="1457"/>
                    </a:cubicBezTo>
                    <a:lnTo>
                      <a:pt x="2449" y="1457"/>
                    </a:lnTo>
                    <a:lnTo>
                      <a:pt x="2449" y="1457"/>
                    </a:lnTo>
                    <a:cubicBezTo>
                      <a:pt x="2449" y="1457"/>
                      <a:pt x="2449" y="1457"/>
                      <a:pt x="2479" y="1457"/>
                    </a:cubicBezTo>
                    <a:lnTo>
                      <a:pt x="2479" y="1457"/>
                    </a:lnTo>
                    <a:cubicBezTo>
                      <a:pt x="2479" y="1457"/>
                      <a:pt x="2479" y="1457"/>
                      <a:pt x="2510" y="1457"/>
                    </a:cubicBezTo>
                    <a:lnTo>
                      <a:pt x="2510" y="1457"/>
                    </a:lnTo>
                    <a:lnTo>
                      <a:pt x="2510" y="1457"/>
                    </a:lnTo>
                    <a:lnTo>
                      <a:pt x="2510" y="1457"/>
                    </a:lnTo>
                    <a:lnTo>
                      <a:pt x="2510" y="1457"/>
                    </a:lnTo>
                    <a:lnTo>
                      <a:pt x="2510" y="1457"/>
                    </a:lnTo>
                    <a:cubicBezTo>
                      <a:pt x="2542" y="1457"/>
                      <a:pt x="2542" y="1457"/>
                      <a:pt x="2542" y="1457"/>
                    </a:cubicBezTo>
                    <a:lnTo>
                      <a:pt x="2542" y="1457"/>
                    </a:lnTo>
                    <a:cubicBezTo>
                      <a:pt x="2542" y="1488"/>
                      <a:pt x="2542" y="1488"/>
                      <a:pt x="2542" y="1488"/>
                    </a:cubicBezTo>
                    <a:cubicBezTo>
                      <a:pt x="2573" y="1488"/>
                      <a:pt x="2573" y="1488"/>
                      <a:pt x="2573" y="1518"/>
                    </a:cubicBezTo>
                    <a:cubicBezTo>
                      <a:pt x="2573" y="1488"/>
                      <a:pt x="2573" y="1488"/>
                      <a:pt x="2603" y="1488"/>
                    </a:cubicBezTo>
                    <a:lnTo>
                      <a:pt x="2603" y="1488"/>
                    </a:lnTo>
                    <a:cubicBezTo>
                      <a:pt x="2634" y="1488"/>
                      <a:pt x="2634" y="1457"/>
                      <a:pt x="2634" y="1457"/>
                    </a:cubicBezTo>
                    <a:lnTo>
                      <a:pt x="2634" y="1457"/>
                    </a:lnTo>
                    <a:cubicBezTo>
                      <a:pt x="2634" y="1457"/>
                      <a:pt x="2634" y="1457"/>
                      <a:pt x="2666" y="1457"/>
                    </a:cubicBezTo>
                    <a:lnTo>
                      <a:pt x="2666" y="1457"/>
                    </a:lnTo>
                    <a:cubicBezTo>
                      <a:pt x="2697" y="1425"/>
                      <a:pt x="2697" y="1425"/>
                      <a:pt x="2697" y="1425"/>
                    </a:cubicBezTo>
                    <a:lnTo>
                      <a:pt x="2697" y="1425"/>
                    </a:lnTo>
                    <a:lnTo>
                      <a:pt x="2727" y="1425"/>
                    </a:lnTo>
                    <a:lnTo>
                      <a:pt x="2727" y="1425"/>
                    </a:lnTo>
                    <a:lnTo>
                      <a:pt x="2758" y="1457"/>
                    </a:lnTo>
                    <a:lnTo>
                      <a:pt x="2758" y="1457"/>
                    </a:lnTo>
                    <a:lnTo>
                      <a:pt x="2758" y="1457"/>
                    </a:lnTo>
                    <a:cubicBezTo>
                      <a:pt x="2758" y="1488"/>
                      <a:pt x="2758" y="1488"/>
                      <a:pt x="2727" y="1488"/>
                    </a:cubicBezTo>
                    <a:lnTo>
                      <a:pt x="2727" y="1488"/>
                    </a:lnTo>
                    <a:lnTo>
                      <a:pt x="2727" y="1488"/>
                    </a:lnTo>
                    <a:lnTo>
                      <a:pt x="2727" y="1488"/>
                    </a:lnTo>
                    <a:lnTo>
                      <a:pt x="2758" y="1488"/>
                    </a:lnTo>
                    <a:lnTo>
                      <a:pt x="2758" y="1518"/>
                    </a:lnTo>
                    <a:cubicBezTo>
                      <a:pt x="2758" y="1518"/>
                      <a:pt x="2790" y="1518"/>
                      <a:pt x="2790" y="1550"/>
                    </a:cubicBezTo>
                    <a:cubicBezTo>
                      <a:pt x="2790" y="1550"/>
                      <a:pt x="2821" y="1550"/>
                      <a:pt x="2821" y="1581"/>
                    </a:cubicBezTo>
                    <a:cubicBezTo>
                      <a:pt x="2851" y="1581"/>
                      <a:pt x="2851" y="1612"/>
                      <a:pt x="2851" y="1612"/>
                    </a:cubicBezTo>
                    <a:cubicBezTo>
                      <a:pt x="2882" y="1612"/>
                      <a:pt x="2882" y="1612"/>
                      <a:pt x="2882" y="1612"/>
                    </a:cubicBezTo>
                    <a:cubicBezTo>
                      <a:pt x="2882" y="1642"/>
                      <a:pt x="2882" y="1642"/>
                      <a:pt x="2882" y="1642"/>
                    </a:cubicBezTo>
                    <a:lnTo>
                      <a:pt x="2882" y="1642"/>
                    </a:lnTo>
                    <a:lnTo>
                      <a:pt x="2882" y="1642"/>
                    </a:lnTo>
                    <a:cubicBezTo>
                      <a:pt x="2914" y="1642"/>
                      <a:pt x="2914" y="1642"/>
                      <a:pt x="2914" y="1642"/>
                    </a:cubicBezTo>
                    <a:lnTo>
                      <a:pt x="2914" y="1642"/>
                    </a:lnTo>
                    <a:lnTo>
                      <a:pt x="2914" y="1642"/>
                    </a:lnTo>
                    <a:cubicBezTo>
                      <a:pt x="2914" y="1642"/>
                      <a:pt x="2914" y="1642"/>
                      <a:pt x="2945" y="1642"/>
                    </a:cubicBezTo>
                    <a:lnTo>
                      <a:pt x="2945" y="1642"/>
                    </a:lnTo>
                    <a:lnTo>
                      <a:pt x="2945" y="1642"/>
                    </a:lnTo>
                    <a:lnTo>
                      <a:pt x="2945" y="1642"/>
                    </a:lnTo>
                    <a:cubicBezTo>
                      <a:pt x="2945" y="1642"/>
                      <a:pt x="2945" y="1642"/>
                      <a:pt x="2945" y="1674"/>
                    </a:cubicBezTo>
                    <a:lnTo>
                      <a:pt x="2975" y="1674"/>
                    </a:lnTo>
                    <a:lnTo>
                      <a:pt x="2975" y="1674"/>
                    </a:lnTo>
                    <a:lnTo>
                      <a:pt x="2975" y="1674"/>
                    </a:lnTo>
                    <a:cubicBezTo>
                      <a:pt x="2975" y="1674"/>
                      <a:pt x="2975" y="1674"/>
                      <a:pt x="3006" y="1674"/>
                    </a:cubicBezTo>
                    <a:cubicBezTo>
                      <a:pt x="3006" y="1674"/>
                      <a:pt x="3006" y="1674"/>
                      <a:pt x="3038" y="1674"/>
                    </a:cubicBezTo>
                    <a:lnTo>
                      <a:pt x="3038" y="1674"/>
                    </a:lnTo>
                    <a:lnTo>
                      <a:pt x="3038" y="1674"/>
                    </a:lnTo>
                    <a:lnTo>
                      <a:pt x="3038" y="1674"/>
                    </a:lnTo>
                    <a:lnTo>
                      <a:pt x="3038" y="1674"/>
                    </a:lnTo>
                    <a:cubicBezTo>
                      <a:pt x="3038" y="1642"/>
                      <a:pt x="3069" y="1642"/>
                      <a:pt x="3069" y="1642"/>
                    </a:cubicBezTo>
                    <a:lnTo>
                      <a:pt x="3069" y="1642"/>
                    </a:lnTo>
                    <a:cubicBezTo>
                      <a:pt x="3069" y="1642"/>
                      <a:pt x="3069" y="1642"/>
                      <a:pt x="3099" y="1674"/>
                    </a:cubicBezTo>
                    <a:lnTo>
                      <a:pt x="3099" y="1674"/>
                    </a:lnTo>
                    <a:lnTo>
                      <a:pt x="3099" y="1674"/>
                    </a:lnTo>
                    <a:cubicBezTo>
                      <a:pt x="3099" y="1674"/>
                      <a:pt x="3130" y="1674"/>
                      <a:pt x="3130" y="1705"/>
                    </a:cubicBezTo>
                    <a:lnTo>
                      <a:pt x="3130" y="1705"/>
                    </a:lnTo>
                    <a:cubicBezTo>
                      <a:pt x="3130" y="1705"/>
                      <a:pt x="3162" y="1705"/>
                      <a:pt x="3162" y="1736"/>
                    </a:cubicBezTo>
                    <a:cubicBezTo>
                      <a:pt x="3162" y="1736"/>
                      <a:pt x="3162" y="1736"/>
                      <a:pt x="3193" y="1736"/>
                    </a:cubicBezTo>
                    <a:lnTo>
                      <a:pt x="3193" y="1736"/>
                    </a:lnTo>
                    <a:cubicBezTo>
                      <a:pt x="3193" y="1736"/>
                      <a:pt x="3193" y="1766"/>
                      <a:pt x="3223" y="1766"/>
                    </a:cubicBezTo>
                    <a:lnTo>
                      <a:pt x="3223" y="1766"/>
                    </a:lnTo>
                    <a:cubicBezTo>
                      <a:pt x="3223" y="1736"/>
                      <a:pt x="3223" y="1736"/>
                      <a:pt x="3223" y="1736"/>
                    </a:cubicBezTo>
                    <a:lnTo>
                      <a:pt x="3254" y="1736"/>
                    </a:lnTo>
                    <a:lnTo>
                      <a:pt x="3254" y="1736"/>
                    </a:lnTo>
                    <a:cubicBezTo>
                      <a:pt x="3254" y="1736"/>
                      <a:pt x="3254" y="1736"/>
                      <a:pt x="3286" y="1736"/>
                    </a:cubicBezTo>
                    <a:cubicBezTo>
                      <a:pt x="3286" y="1736"/>
                      <a:pt x="3286" y="1766"/>
                      <a:pt x="3286" y="1798"/>
                    </a:cubicBezTo>
                    <a:lnTo>
                      <a:pt x="3317" y="1798"/>
                    </a:lnTo>
                    <a:lnTo>
                      <a:pt x="3317" y="1798"/>
                    </a:lnTo>
                    <a:cubicBezTo>
                      <a:pt x="3317" y="1798"/>
                      <a:pt x="3317" y="1798"/>
                      <a:pt x="3317" y="1766"/>
                    </a:cubicBezTo>
                    <a:lnTo>
                      <a:pt x="3317" y="1766"/>
                    </a:lnTo>
                    <a:lnTo>
                      <a:pt x="3317" y="1766"/>
                    </a:lnTo>
                    <a:lnTo>
                      <a:pt x="3317" y="1766"/>
                    </a:lnTo>
                    <a:cubicBezTo>
                      <a:pt x="3317" y="1736"/>
                      <a:pt x="3317" y="1736"/>
                      <a:pt x="3317" y="1736"/>
                    </a:cubicBezTo>
                    <a:cubicBezTo>
                      <a:pt x="3347" y="1766"/>
                      <a:pt x="3347" y="1766"/>
                      <a:pt x="3347" y="1766"/>
                    </a:cubicBezTo>
                    <a:lnTo>
                      <a:pt x="3347" y="1766"/>
                    </a:lnTo>
                    <a:lnTo>
                      <a:pt x="3347" y="1766"/>
                    </a:lnTo>
                    <a:lnTo>
                      <a:pt x="3378" y="1766"/>
                    </a:lnTo>
                    <a:lnTo>
                      <a:pt x="3378" y="1766"/>
                    </a:lnTo>
                    <a:cubicBezTo>
                      <a:pt x="3378" y="1766"/>
                      <a:pt x="3378" y="1766"/>
                      <a:pt x="3410" y="1766"/>
                    </a:cubicBezTo>
                    <a:lnTo>
                      <a:pt x="3410" y="1766"/>
                    </a:lnTo>
                    <a:cubicBezTo>
                      <a:pt x="3410" y="1736"/>
                      <a:pt x="3410" y="1736"/>
                      <a:pt x="3441" y="1736"/>
                    </a:cubicBezTo>
                    <a:lnTo>
                      <a:pt x="3471" y="1705"/>
                    </a:lnTo>
                    <a:lnTo>
                      <a:pt x="3502" y="1705"/>
                    </a:lnTo>
                    <a:cubicBezTo>
                      <a:pt x="3502" y="1674"/>
                      <a:pt x="3534" y="1674"/>
                      <a:pt x="3534" y="1674"/>
                    </a:cubicBezTo>
                    <a:lnTo>
                      <a:pt x="3534" y="1674"/>
                    </a:lnTo>
                    <a:cubicBezTo>
                      <a:pt x="3534" y="1674"/>
                      <a:pt x="3534" y="1674"/>
                      <a:pt x="3565" y="1674"/>
                    </a:cubicBezTo>
                    <a:lnTo>
                      <a:pt x="3595" y="1674"/>
                    </a:lnTo>
                    <a:lnTo>
                      <a:pt x="3595" y="1674"/>
                    </a:lnTo>
                    <a:cubicBezTo>
                      <a:pt x="3626" y="1674"/>
                      <a:pt x="3626" y="1674"/>
                      <a:pt x="3626" y="1674"/>
                    </a:cubicBezTo>
                    <a:cubicBezTo>
                      <a:pt x="3626" y="1674"/>
                      <a:pt x="3626" y="1674"/>
                      <a:pt x="3658" y="1674"/>
                    </a:cubicBezTo>
                    <a:lnTo>
                      <a:pt x="3658" y="1674"/>
                    </a:lnTo>
                    <a:cubicBezTo>
                      <a:pt x="3658" y="1674"/>
                      <a:pt x="3658" y="1674"/>
                      <a:pt x="3689" y="1674"/>
                    </a:cubicBezTo>
                    <a:lnTo>
                      <a:pt x="3689" y="1674"/>
                    </a:lnTo>
                    <a:lnTo>
                      <a:pt x="3719" y="1705"/>
                    </a:lnTo>
                    <a:cubicBezTo>
                      <a:pt x="3719" y="1705"/>
                      <a:pt x="3719" y="1705"/>
                      <a:pt x="3719" y="1736"/>
                    </a:cubicBezTo>
                    <a:lnTo>
                      <a:pt x="3719" y="1736"/>
                    </a:lnTo>
                    <a:lnTo>
                      <a:pt x="3719" y="1736"/>
                    </a:lnTo>
                    <a:lnTo>
                      <a:pt x="3719" y="1736"/>
                    </a:lnTo>
                    <a:lnTo>
                      <a:pt x="3750" y="1736"/>
                    </a:lnTo>
                    <a:cubicBezTo>
                      <a:pt x="3750" y="1736"/>
                      <a:pt x="3750" y="1736"/>
                      <a:pt x="3782" y="1736"/>
                    </a:cubicBezTo>
                    <a:lnTo>
                      <a:pt x="3782" y="1736"/>
                    </a:lnTo>
                    <a:lnTo>
                      <a:pt x="3782" y="1736"/>
                    </a:lnTo>
                    <a:lnTo>
                      <a:pt x="3813" y="1736"/>
                    </a:lnTo>
                    <a:lnTo>
                      <a:pt x="3813" y="1736"/>
                    </a:lnTo>
                    <a:cubicBezTo>
                      <a:pt x="3843" y="1736"/>
                      <a:pt x="3843" y="1736"/>
                      <a:pt x="3843" y="1736"/>
                    </a:cubicBezTo>
                    <a:lnTo>
                      <a:pt x="3843" y="1736"/>
                    </a:lnTo>
                    <a:lnTo>
                      <a:pt x="3843" y="1736"/>
                    </a:lnTo>
                    <a:cubicBezTo>
                      <a:pt x="3843" y="1736"/>
                      <a:pt x="3843" y="1736"/>
                      <a:pt x="3874" y="1736"/>
                    </a:cubicBezTo>
                    <a:lnTo>
                      <a:pt x="3874" y="1736"/>
                    </a:lnTo>
                    <a:lnTo>
                      <a:pt x="3874" y="1736"/>
                    </a:lnTo>
                    <a:lnTo>
                      <a:pt x="3874" y="1705"/>
                    </a:lnTo>
                    <a:lnTo>
                      <a:pt x="3874" y="1705"/>
                    </a:lnTo>
                    <a:cubicBezTo>
                      <a:pt x="3843" y="1705"/>
                      <a:pt x="3843" y="1674"/>
                      <a:pt x="3843" y="1674"/>
                    </a:cubicBezTo>
                    <a:lnTo>
                      <a:pt x="3874" y="1642"/>
                    </a:lnTo>
                    <a:lnTo>
                      <a:pt x="3874" y="1642"/>
                    </a:lnTo>
                    <a:cubicBezTo>
                      <a:pt x="3874" y="1612"/>
                      <a:pt x="3905" y="1612"/>
                      <a:pt x="3905" y="1612"/>
                    </a:cubicBezTo>
                    <a:lnTo>
                      <a:pt x="3937" y="1581"/>
                    </a:lnTo>
                    <a:lnTo>
                      <a:pt x="3937" y="1581"/>
                    </a:lnTo>
                    <a:cubicBezTo>
                      <a:pt x="3937" y="1581"/>
                      <a:pt x="3937" y="1581"/>
                      <a:pt x="3967" y="1581"/>
                    </a:cubicBezTo>
                    <a:lnTo>
                      <a:pt x="3967" y="1581"/>
                    </a:lnTo>
                    <a:cubicBezTo>
                      <a:pt x="3967" y="1612"/>
                      <a:pt x="3998" y="1612"/>
                      <a:pt x="3998" y="1612"/>
                    </a:cubicBezTo>
                    <a:lnTo>
                      <a:pt x="4030" y="1612"/>
                    </a:lnTo>
                    <a:lnTo>
                      <a:pt x="4060" y="1612"/>
                    </a:lnTo>
                    <a:cubicBezTo>
                      <a:pt x="4091" y="1642"/>
                      <a:pt x="4091" y="1642"/>
                      <a:pt x="4091" y="1642"/>
                    </a:cubicBezTo>
                    <a:cubicBezTo>
                      <a:pt x="4122" y="1642"/>
                      <a:pt x="4122" y="1642"/>
                      <a:pt x="4122" y="1642"/>
                    </a:cubicBezTo>
                    <a:lnTo>
                      <a:pt x="4122" y="1642"/>
                    </a:lnTo>
                    <a:cubicBezTo>
                      <a:pt x="4154" y="1674"/>
                      <a:pt x="4154" y="1674"/>
                      <a:pt x="4154" y="1674"/>
                    </a:cubicBezTo>
                    <a:lnTo>
                      <a:pt x="4154" y="1674"/>
                    </a:lnTo>
                    <a:lnTo>
                      <a:pt x="4154" y="1674"/>
                    </a:lnTo>
                    <a:lnTo>
                      <a:pt x="4154" y="1705"/>
                    </a:lnTo>
                    <a:lnTo>
                      <a:pt x="4154" y="1705"/>
                    </a:lnTo>
                    <a:lnTo>
                      <a:pt x="4154" y="1705"/>
                    </a:lnTo>
                    <a:cubicBezTo>
                      <a:pt x="4184" y="1705"/>
                      <a:pt x="4184" y="1705"/>
                      <a:pt x="4184" y="1705"/>
                    </a:cubicBezTo>
                    <a:lnTo>
                      <a:pt x="4184" y="1705"/>
                    </a:lnTo>
                    <a:cubicBezTo>
                      <a:pt x="4215" y="1705"/>
                      <a:pt x="4215" y="1705"/>
                      <a:pt x="4215" y="1705"/>
                    </a:cubicBezTo>
                    <a:lnTo>
                      <a:pt x="4215" y="1705"/>
                    </a:lnTo>
                    <a:cubicBezTo>
                      <a:pt x="4215" y="1705"/>
                      <a:pt x="4215" y="1705"/>
                      <a:pt x="4246" y="1705"/>
                    </a:cubicBezTo>
                    <a:lnTo>
                      <a:pt x="4278" y="1705"/>
                    </a:lnTo>
                    <a:lnTo>
                      <a:pt x="4308" y="1705"/>
                    </a:lnTo>
                    <a:lnTo>
                      <a:pt x="4308" y="1705"/>
                    </a:lnTo>
                    <a:lnTo>
                      <a:pt x="4308" y="1705"/>
                    </a:lnTo>
                    <a:cubicBezTo>
                      <a:pt x="4339" y="1705"/>
                      <a:pt x="4402" y="1705"/>
                      <a:pt x="4402" y="1736"/>
                    </a:cubicBezTo>
                    <a:cubicBezTo>
                      <a:pt x="4432" y="1736"/>
                      <a:pt x="4432" y="1736"/>
                      <a:pt x="4432" y="1736"/>
                    </a:cubicBezTo>
                    <a:cubicBezTo>
                      <a:pt x="4463" y="1736"/>
                      <a:pt x="4463" y="1736"/>
                      <a:pt x="4463" y="1736"/>
                    </a:cubicBezTo>
                    <a:cubicBezTo>
                      <a:pt x="4463" y="1766"/>
                      <a:pt x="4494" y="1766"/>
                      <a:pt x="4494" y="1766"/>
                    </a:cubicBezTo>
                    <a:cubicBezTo>
                      <a:pt x="4494" y="1766"/>
                      <a:pt x="4494" y="1766"/>
                      <a:pt x="4526" y="1766"/>
                    </a:cubicBezTo>
                    <a:lnTo>
                      <a:pt x="4556" y="1766"/>
                    </a:lnTo>
                    <a:cubicBezTo>
                      <a:pt x="4556" y="1766"/>
                      <a:pt x="4556" y="1766"/>
                      <a:pt x="4587" y="1766"/>
                    </a:cubicBezTo>
                    <a:lnTo>
                      <a:pt x="4587" y="1766"/>
                    </a:lnTo>
                    <a:lnTo>
                      <a:pt x="4587" y="1766"/>
                    </a:lnTo>
                    <a:lnTo>
                      <a:pt x="4587" y="1766"/>
                    </a:lnTo>
                    <a:cubicBezTo>
                      <a:pt x="4618" y="1766"/>
                      <a:pt x="4650" y="1766"/>
                      <a:pt x="4650" y="1766"/>
                    </a:cubicBezTo>
                    <a:cubicBezTo>
                      <a:pt x="4650" y="1766"/>
                      <a:pt x="4650" y="1766"/>
                      <a:pt x="4680" y="1766"/>
                    </a:cubicBezTo>
                    <a:lnTo>
                      <a:pt x="4680" y="1766"/>
                    </a:lnTo>
                    <a:cubicBezTo>
                      <a:pt x="4680" y="1766"/>
                      <a:pt x="4680" y="1766"/>
                      <a:pt x="4711" y="1766"/>
                    </a:cubicBezTo>
                    <a:lnTo>
                      <a:pt x="4711" y="1736"/>
                    </a:lnTo>
                    <a:cubicBezTo>
                      <a:pt x="4742" y="1736"/>
                      <a:pt x="4742" y="1705"/>
                      <a:pt x="4742" y="1705"/>
                    </a:cubicBezTo>
                    <a:lnTo>
                      <a:pt x="4742" y="1705"/>
                    </a:lnTo>
                    <a:cubicBezTo>
                      <a:pt x="4774" y="1705"/>
                      <a:pt x="4804" y="1705"/>
                      <a:pt x="4804" y="1705"/>
                    </a:cubicBezTo>
                    <a:cubicBezTo>
                      <a:pt x="4804" y="1705"/>
                      <a:pt x="4804" y="1705"/>
                      <a:pt x="4835" y="1705"/>
                    </a:cubicBezTo>
                    <a:lnTo>
                      <a:pt x="4835" y="1705"/>
                    </a:lnTo>
                    <a:cubicBezTo>
                      <a:pt x="4866" y="1736"/>
                      <a:pt x="4866" y="1736"/>
                      <a:pt x="4866" y="1736"/>
                    </a:cubicBezTo>
                    <a:lnTo>
                      <a:pt x="4898" y="1736"/>
                    </a:lnTo>
                    <a:lnTo>
                      <a:pt x="4898" y="1736"/>
                    </a:lnTo>
                    <a:lnTo>
                      <a:pt x="4898" y="1736"/>
                    </a:lnTo>
                    <a:cubicBezTo>
                      <a:pt x="4928" y="1705"/>
                      <a:pt x="4928" y="1705"/>
                      <a:pt x="4928" y="1705"/>
                    </a:cubicBezTo>
                    <a:cubicBezTo>
                      <a:pt x="4928" y="1736"/>
                      <a:pt x="4928" y="1736"/>
                      <a:pt x="4928" y="1736"/>
                    </a:cubicBezTo>
                    <a:lnTo>
                      <a:pt x="4928" y="1736"/>
                    </a:lnTo>
                    <a:cubicBezTo>
                      <a:pt x="4928" y="1736"/>
                      <a:pt x="4928" y="1736"/>
                      <a:pt x="4959" y="1736"/>
                    </a:cubicBezTo>
                    <a:lnTo>
                      <a:pt x="4959" y="1766"/>
                    </a:lnTo>
                    <a:lnTo>
                      <a:pt x="4959" y="1766"/>
                    </a:lnTo>
                    <a:cubicBezTo>
                      <a:pt x="4990" y="1766"/>
                      <a:pt x="4990" y="1766"/>
                      <a:pt x="5022" y="1736"/>
                    </a:cubicBezTo>
                    <a:lnTo>
                      <a:pt x="5022" y="1736"/>
                    </a:lnTo>
                    <a:lnTo>
                      <a:pt x="5022" y="1736"/>
                    </a:lnTo>
                    <a:lnTo>
                      <a:pt x="5022" y="1736"/>
                    </a:lnTo>
                    <a:lnTo>
                      <a:pt x="5022" y="1736"/>
                    </a:lnTo>
                    <a:cubicBezTo>
                      <a:pt x="5022" y="1705"/>
                      <a:pt x="5022" y="1705"/>
                      <a:pt x="5022" y="1705"/>
                    </a:cubicBezTo>
                    <a:cubicBezTo>
                      <a:pt x="5022" y="1705"/>
                      <a:pt x="5022" y="1705"/>
                      <a:pt x="5052" y="1705"/>
                    </a:cubicBezTo>
                    <a:lnTo>
                      <a:pt x="5052" y="1705"/>
                    </a:lnTo>
                    <a:lnTo>
                      <a:pt x="5052" y="1674"/>
                    </a:lnTo>
                    <a:lnTo>
                      <a:pt x="5052" y="1674"/>
                    </a:lnTo>
                    <a:lnTo>
                      <a:pt x="5052" y="1674"/>
                    </a:lnTo>
                    <a:cubicBezTo>
                      <a:pt x="5083" y="1674"/>
                      <a:pt x="5083" y="1642"/>
                      <a:pt x="5114" y="1612"/>
                    </a:cubicBezTo>
                    <a:lnTo>
                      <a:pt x="5114" y="1612"/>
                    </a:lnTo>
                    <a:lnTo>
                      <a:pt x="5083" y="1612"/>
                    </a:lnTo>
                    <a:lnTo>
                      <a:pt x="5083" y="1612"/>
                    </a:lnTo>
                    <a:cubicBezTo>
                      <a:pt x="5083" y="1581"/>
                      <a:pt x="5083" y="1581"/>
                      <a:pt x="5083" y="1581"/>
                    </a:cubicBezTo>
                    <a:lnTo>
                      <a:pt x="5083" y="1581"/>
                    </a:lnTo>
                    <a:cubicBezTo>
                      <a:pt x="5083" y="1550"/>
                      <a:pt x="5083" y="1550"/>
                      <a:pt x="5114" y="1550"/>
                    </a:cubicBezTo>
                    <a:lnTo>
                      <a:pt x="5114" y="1550"/>
                    </a:lnTo>
                    <a:cubicBezTo>
                      <a:pt x="5114" y="1518"/>
                      <a:pt x="5114" y="1518"/>
                      <a:pt x="5114" y="1518"/>
                    </a:cubicBezTo>
                    <a:cubicBezTo>
                      <a:pt x="5114" y="1518"/>
                      <a:pt x="5114" y="1518"/>
                      <a:pt x="5146" y="1518"/>
                    </a:cubicBezTo>
                    <a:lnTo>
                      <a:pt x="5146" y="1518"/>
                    </a:lnTo>
                    <a:cubicBezTo>
                      <a:pt x="5146" y="1518"/>
                      <a:pt x="5146" y="1518"/>
                      <a:pt x="5176" y="1518"/>
                    </a:cubicBezTo>
                    <a:lnTo>
                      <a:pt x="5176" y="1518"/>
                    </a:lnTo>
                    <a:lnTo>
                      <a:pt x="5176" y="1518"/>
                    </a:lnTo>
                    <a:cubicBezTo>
                      <a:pt x="5207" y="1518"/>
                      <a:pt x="5207" y="1488"/>
                      <a:pt x="5238" y="1488"/>
                    </a:cubicBezTo>
                    <a:cubicBezTo>
                      <a:pt x="5238" y="1488"/>
                      <a:pt x="5300" y="1488"/>
                      <a:pt x="5331" y="1518"/>
                    </a:cubicBezTo>
                    <a:cubicBezTo>
                      <a:pt x="5331" y="1518"/>
                      <a:pt x="5331" y="1518"/>
                      <a:pt x="5362" y="1518"/>
                    </a:cubicBezTo>
                    <a:lnTo>
                      <a:pt x="5362" y="1518"/>
                    </a:lnTo>
                    <a:lnTo>
                      <a:pt x="5362" y="1518"/>
                    </a:lnTo>
                    <a:lnTo>
                      <a:pt x="5394" y="1518"/>
                    </a:lnTo>
                    <a:lnTo>
                      <a:pt x="5394" y="1518"/>
                    </a:lnTo>
                    <a:cubicBezTo>
                      <a:pt x="5424" y="1518"/>
                      <a:pt x="5424" y="1518"/>
                      <a:pt x="5424" y="1550"/>
                    </a:cubicBezTo>
                    <a:lnTo>
                      <a:pt x="5424" y="1550"/>
                    </a:lnTo>
                    <a:lnTo>
                      <a:pt x="5424" y="1550"/>
                    </a:lnTo>
                    <a:cubicBezTo>
                      <a:pt x="5455" y="1550"/>
                      <a:pt x="5455" y="1550"/>
                      <a:pt x="5455" y="1581"/>
                    </a:cubicBezTo>
                    <a:lnTo>
                      <a:pt x="5486" y="1612"/>
                    </a:lnTo>
                    <a:lnTo>
                      <a:pt x="5486" y="1642"/>
                    </a:lnTo>
                    <a:cubicBezTo>
                      <a:pt x="5486" y="1642"/>
                      <a:pt x="5486" y="1642"/>
                      <a:pt x="5517" y="1642"/>
                    </a:cubicBezTo>
                    <a:cubicBezTo>
                      <a:pt x="5517" y="1674"/>
                      <a:pt x="5517" y="1705"/>
                      <a:pt x="5548" y="1705"/>
                    </a:cubicBezTo>
                    <a:cubicBezTo>
                      <a:pt x="5548" y="1736"/>
                      <a:pt x="5548" y="1736"/>
                      <a:pt x="5548" y="1766"/>
                    </a:cubicBezTo>
                    <a:lnTo>
                      <a:pt x="5548" y="1766"/>
                    </a:lnTo>
                    <a:cubicBezTo>
                      <a:pt x="5579" y="1766"/>
                      <a:pt x="5579" y="1766"/>
                      <a:pt x="5610" y="1766"/>
                    </a:cubicBezTo>
                    <a:lnTo>
                      <a:pt x="5610" y="1766"/>
                    </a:lnTo>
                    <a:lnTo>
                      <a:pt x="5610" y="1766"/>
                    </a:lnTo>
                    <a:lnTo>
                      <a:pt x="5610" y="1766"/>
                    </a:lnTo>
                    <a:cubicBezTo>
                      <a:pt x="5642" y="1766"/>
                      <a:pt x="5642" y="1766"/>
                      <a:pt x="5642" y="1766"/>
                    </a:cubicBezTo>
                    <a:cubicBezTo>
                      <a:pt x="5672" y="1798"/>
                      <a:pt x="5672" y="1798"/>
                      <a:pt x="5672" y="1798"/>
                    </a:cubicBezTo>
                    <a:lnTo>
                      <a:pt x="5672" y="1798"/>
                    </a:lnTo>
                    <a:cubicBezTo>
                      <a:pt x="5703" y="1829"/>
                      <a:pt x="5703" y="1829"/>
                      <a:pt x="5703" y="1860"/>
                    </a:cubicBezTo>
                    <a:cubicBezTo>
                      <a:pt x="5703" y="1860"/>
                      <a:pt x="5703" y="1860"/>
                      <a:pt x="5734" y="1860"/>
                    </a:cubicBezTo>
                    <a:lnTo>
                      <a:pt x="5734" y="1860"/>
                    </a:lnTo>
                    <a:lnTo>
                      <a:pt x="5734" y="1860"/>
                    </a:lnTo>
                    <a:cubicBezTo>
                      <a:pt x="5734" y="1890"/>
                      <a:pt x="5734" y="1890"/>
                      <a:pt x="5765" y="1890"/>
                    </a:cubicBezTo>
                    <a:lnTo>
                      <a:pt x="5765" y="1890"/>
                    </a:lnTo>
                    <a:cubicBezTo>
                      <a:pt x="5765" y="1860"/>
                      <a:pt x="5796" y="1860"/>
                      <a:pt x="5796" y="1860"/>
                    </a:cubicBezTo>
                    <a:cubicBezTo>
                      <a:pt x="5827" y="1829"/>
                      <a:pt x="5827" y="1829"/>
                      <a:pt x="5827" y="1829"/>
                    </a:cubicBezTo>
                    <a:lnTo>
                      <a:pt x="5827" y="1829"/>
                    </a:lnTo>
                    <a:cubicBezTo>
                      <a:pt x="5827" y="1829"/>
                      <a:pt x="5827" y="1829"/>
                      <a:pt x="5858" y="1829"/>
                    </a:cubicBezTo>
                    <a:lnTo>
                      <a:pt x="5858" y="1829"/>
                    </a:lnTo>
                    <a:lnTo>
                      <a:pt x="5889" y="1829"/>
                    </a:lnTo>
                    <a:lnTo>
                      <a:pt x="5889" y="1829"/>
                    </a:lnTo>
                    <a:lnTo>
                      <a:pt x="5889" y="1829"/>
                    </a:lnTo>
                    <a:cubicBezTo>
                      <a:pt x="5920" y="1829"/>
                      <a:pt x="5920" y="1829"/>
                      <a:pt x="5920" y="1829"/>
                    </a:cubicBezTo>
                    <a:lnTo>
                      <a:pt x="5951" y="1860"/>
                    </a:lnTo>
                    <a:lnTo>
                      <a:pt x="5951" y="1860"/>
                    </a:lnTo>
                    <a:lnTo>
                      <a:pt x="5951" y="1860"/>
                    </a:lnTo>
                    <a:lnTo>
                      <a:pt x="5951" y="1860"/>
                    </a:lnTo>
                    <a:lnTo>
                      <a:pt x="5951" y="1890"/>
                    </a:lnTo>
                    <a:lnTo>
                      <a:pt x="5951" y="1890"/>
                    </a:lnTo>
                    <a:cubicBezTo>
                      <a:pt x="5951" y="1890"/>
                      <a:pt x="5951" y="1890"/>
                      <a:pt x="5951" y="1922"/>
                    </a:cubicBezTo>
                    <a:lnTo>
                      <a:pt x="5951" y="1922"/>
                    </a:lnTo>
                    <a:cubicBezTo>
                      <a:pt x="5920" y="1922"/>
                      <a:pt x="5920" y="1922"/>
                      <a:pt x="5920" y="1922"/>
                    </a:cubicBezTo>
                    <a:lnTo>
                      <a:pt x="5920" y="1922"/>
                    </a:lnTo>
                    <a:cubicBezTo>
                      <a:pt x="5920" y="1953"/>
                      <a:pt x="5920" y="1953"/>
                      <a:pt x="5920" y="1953"/>
                    </a:cubicBezTo>
                    <a:cubicBezTo>
                      <a:pt x="5920" y="1953"/>
                      <a:pt x="5920" y="1984"/>
                      <a:pt x="5889" y="1984"/>
                    </a:cubicBezTo>
                    <a:lnTo>
                      <a:pt x="5889" y="1984"/>
                    </a:lnTo>
                    <a:lnTo>
                      <a:pt x="5889" y="1984"/>
                    </a:lnTo>
                    <a:cubicBezTo>
                      <a:pt x="5889" y="2014"/>
                      <a:pt x="5889" y="2014"/>
                      <a:pt x="5889" y="2014"/>
                    </a:cubicBezTo>
                    <a:lnTo>
                      <a:pt x="5889" y="2014"/>
                    </a:lnTo>
                    <a:lnTo>
                      <a:pt x="5889" y="2014"/>
                    </a:lnTo>
                    <a:lnTo>
                      <a:pt x="5889" y="2014"/>
                    </a:lnTo>
                    <a:cubicBezTo>
                      <a:pt x="5889" y="2046"/>
                      <a:pt x="5858" y="2046"/>
                      <a:pt x="5858" y="2077"/>
                    </a:cubicBezTo>
                    <a:lnTo>
                      <a:pt x="5858" y="2077"/>
                    </a:lnTo>
                    <a:lnTo>
                      <a:pt x="5858" y="2077"/>
                    </a:lnTo>
                    <a:lnTo>
                      <a:pt x="5858" y="2077"/>
                    </a:lnTo>
                    <a:lnTo>
                      <a:pt x="5827" y="2108"/>
                    </a:lnTo>
                    <a:lnTo>
                      <a:pt x="5827" y="2108"/>
                    </a:lnTo>
                    <a:lnTo>
                      <a:pt x="5827" y="2108"/>
                    </a:lnTo>
                    <a:cubicBezTo>
                      <a:pt x="5796" y="2108"/>
                      <a:pt x="5796" y="2108"/>
                      <a:pt x="5796" y="2077"/>
                    </a:cubicBezTo>
                    <a:lnTo>
                      <a:pt x="5796" y="2077"/>
                    </a:lnTo>
                    <a:cubicBezTo>
                      <a:pt x="5765" y="2077"/>
                      <a:pt x="5765" y="2077"/>
                      <a:pt x="5765" y="2077"/>
                    </a:cubicBezTo>
                    <a:cubicBezTo>
                      <a:pt x="5765" y="2077"/>
                      <a:pt x="5765" y="2108"/>
                      <a:pt x="5734" y="2108"/>
                    </a:cubicBezTo>
                    <a:lnTo>
                      <a:pt x="5734" y="2108"/>
                    </a:lnTo>
                    <a:cubicBezTo>
                      <a:pt x="5734" y="2108"/>
                      <a:pt x="5734" y="2108"/>
                      <a:pt x="5734" y="2138"/>
                    </a:cubicBezTo>
                    <a:lnTo>
                      <a:pt x="5734" y="2138"/>
                    </a:lnTo>
                    <a:lnTo>
                      <a:pt x="5734" y="2170"/>
                    </a:lnTo>
                    <a:lnTo>
                      <a:pt x="5734" y="2170"/>
                    </a:lnTo>
                    <a:lnTo>
                      <a:pt x="5734" y="2170"/>
                    </a:lnTo>
                    <a:cubicBezTo>
                      <a:pt x="5734" y="2170"/>
                      <a:pt x="5734" y="2170"/>
                      <a:pt x="5765" y="2170"/>
                    </a:cubicBezTo>
                    <a:lnTo>
                      <a:pt x="5765" y="2138"/>
                    </a:lnTo>
                    <a:cubicBezTo>
                      <a:pt x="5765" y="2138"/>
                      <a:pt x="5796" y="2170"/>
                      <a:pt x="5827" y="2170"/>
                    </a:cubicBezTo>
                    <a:cubicBezTo>
                      <a:pt x="5827" y="2201"/>
                      <a:pt x="5827" y="2201"/>
                      <a:pt x="5827" y="2201"/>
                    </a:cubicBezTo>
                    <a:lnTo>
                      <a:pt x="5858" y="2201"/>
                    </a:lnTo>
                    <a:cubicBezTo>
                      <a:pt x="5889" y="2170"/>
                      <a:pt x="5889" y="2170"/>
                      <a:pt x="5889" y="2170"/>
                    </a:cubicBezTo>
                    <a:cubicBezTo>
                      <a:pt x="5920" y="2170"/>
                      <a:pt x="5920" y="2138"/>
                      <a:pt x="5951" y="2108"/>
                    </a:cubicBezTo>
                    <a:cubicBezTo>
                      <a:pt x="5951" y="2077"/>
                      <a:pt x="5982" y="2046"/>
                      <a:pt x="6013" y="2046"/>
                    </a:cubicBezTo>
                    <a:lnTo>
                      <a:pt x="6044" y="2046"/>
                    </a:lnTo>
                    <a:lnTo>
                      <a:pt x="6044" y="2014"/>
                    </a:lnTo>
                    <a:lnTo>
                      <a:pt x="6075" y="1984"/>
                    </a:lnTo>
                    <a:lnTo>
                      <a:pt x="6106" y="1953"/>
                    </a:lnTo>
                    <a:cubicBezTo>
                      <a:pt x="6106" y="1922"/>
                      <a:pt x="6106" y="1922"/>
                      <a:pt x="6137" y="1890"/>
                    </a:cubicBezTo>
                    <a:lnTo>
                      <a:pt x="6168" y="1860"/>
                    </a:lnTo>
                    <a:cubicBezTo>
                      <a:pt x="6199" y="1860"/>
                      <a:pt x="6199" y="1829"/>
                      <a:pt x="6199" y="1829"/>
                    </a:cubicBezTo>
                    <a:lnTo>
                      <a:pt x="6199" y="1829"/>
                    </a:lnTo>
                    <a:cubicBezTo>
                      <a:pt x="6199" y="1798"/>
                      <a:pt x="6199" y="1766"/>
                      <a:pt x="6199" y="1766"/>
                    </a:cubicBezTo>
                    <a:cubicBezTo>
                      <a:pt x="6199" y="1766"/>
                      <a:pt x="6230" y="1766"/>
                      <a:pt x="6230" y="1736"/>
                    </a:cubicBezTo>
                    <a:lnTo>
                      <a:pt x="6230" y="1736"/>
                    </a:lnTo>
                    <a:lnTo>
                      <a:pt x="6230" y="1736"/>
                    </a:lnTo>
                    <a:cubicBezTo>
                      <a:pt x="6230" y="1736"/>
                      <a:pt x="6199" y="1705"/>
                      <a:pt x="6230" y="1705"/>
                    </a:cubicBezTo>
                    <a:cubicBezTo>
                      <a:pt x="6230" y="1674"/>
                      <a:pt x="6230" y="1642"/>
                      <a:pt x="6261" y="1612"/>
                    </a:cubicBezTo>
                    <a:lnTo>
                      <a:pt x="6261" y="1612"/>
                    </a:lnTo>
                    <a:lnTo>
                      <a:pt x="6261" y="1581"/>
                    </a:lnTo>
                    <a:cubicBezTo>
                      <a:pt x="6230" y="1581"/>
                      <a:pt x="6230" y="1581"/>
                      <a:pt x="6230" y="1581"/>
                    </a:cubicBezTo>
                    <a:cubicBezTo>
                      <a:pt x="6230" y="1550"/>
                      <a:pt x="6230" y="1550"/>
                      <a:pt x="6230" y="1550"/>
                    </a:cubicBezTo>
                    <a:cubicBezTo>
                      <a:pt x="6230" y="1518"/>
                      <a:pt x="6230" y="1518"/>
                      <a:pt x="6199" y="1518"/>
                    </a:cubicBezTo>
                    <a:cubicBezTo>
                      <a:pt x="6199" y="1518"/>
                      <a:pt x="6199" y="1518"/>
                      <a:pt x="6168" y="1518"/>
                    </a:cubicBezTo>
                    <a:cubicBezTo>
                      <a:pt x="6168" y="1518"/>
                      <a:pt x="6168" y="1518"/>
                      <a:pt x="6137" y="1518"/>
                    </a:cubicBezTo>
                    <a:cubicBezTo>
                      <a:pt x="6137" y="1518"/>
                      <a:pt x="6137" y="1518"/>
                      <a:pt x="6106" y="1518"/>
                    </a:cubicBezTo>
                    <a:cubicBezTo>
                      <a:pt x="6106" y="1550"/>
                      <a:pt x="6075" y="1550"/>
                      <a:pt x="6075" y="1550"/>
                    </a:cubicBezTo>
                    <a:cubicBezTo>
                      <a:pt x="6044" y="1550"/>
                      <a:pt x="6044" y="1550"/>
                      <a:pt x="6044" y="1518"/>
                    </a:cubicBezTo>
                    <a:lnTo>
                      <a:pt x="6044" y="1488"/>
                    </a:lnTo>
                    <a:lnTo>
                      <a:pt x="6044" y="1488"/>
                    </a:lnTo>
                    <a:cubicBezTo>
                      <a:pt x="6044" y="1488"/>
                      <a:pt x="6044" y="1488"/>
                      <a:pt x="6044" y="1457"/>
                    </a:cubicBezTo>
                    <a:lnTo>
                      <a:pt x="6013" y="1457"/>
                    </a:lnTo>
                    <a:cubicBezTo>
                      <a:pt x="6013" y="1488"/>
                      <a:pt x="6013" y="1488"/>
                      <a:pt x="6013" y="1488"/>
                    </a:cubicBezTo>
                    <a:lnTo>
                      <a:pt x="5982" y="1488"/>
                    </a:lnTo>
                    <a:cubicBezTo>
                      <a:pt x="5982" y="1488"/>
                      <a:pt x="5951" y="1488"/>
                      <a:pt x="5920" y="1457"/>
                    </a:cubicBezTo>
                    <a:lnTo>
                      <a:pt x="5920" y="1425"/>
                    </a:lnTo>
                    <a:cubicBezTo>
                      <a:pt x="5920" y="1394"/>
                      <a:pt x="5951" y="1394"/>
                      <a:pt x="5982" y="1394"/>
                    </a:cubicBezTo>
                    <a:lnTo>
                      <a:pt x="5982" y="1394"/>
                    </a:lnTo>
                    <a:cubicBezTo>
                      <a:pt x="6013" y="1394"/>
                      <a:pt x="6013" y="1364"/>
                      <a:pt x="6044" y="1364"/>
                    </a:cubicBezTo>
                    <a:lnTo>
                      <a:pt x="6075" y="1333"/>
                    </a:lnTo>
                    <a:cubicBezTo>
                      <a:pt x="6075" y="1333"/>
                      <a:pt x="6075" y="1302"/>
                      <a:pt x="6106" y="1302"/>
                    </a:cubicBezTo>
                    <a:lnTo>
                      <a:pt x="6106" y="1302"/>
                    </a:lnTo>
                    <a:lnTo>
                      <a:pt x="6106" y="1302"/>
                    </a:lnTo>
                    <a:lnTo>
                      <a:pt x="6106" y="1302"/>
                    </a:lnTo>
                    <a:lnTo>
                      <a:pt x="6137" y="1270"/>
                    </a:lnTo>
                    <a:lnTo>
                      <a:pt x="6137" y="1270"/>
                    </a:lnTo>
                    <a:cubicBezTo>
                      <a:pt x="6168" y="1240"/>
                      <a:pt x="6199" y="1240"/>
                      <a:pt x="6230" y="1240"/>
                    </a:cubicBezTo>
                    <a:lnTo>
                      <a:pt x="6230" y="1240"/>
                    </a:lnTo>
                    <a:cubicBezTo>
                      <a:pt x="6230" y="1209"/>
                      <a:pt x="6261" y="1209"/>
                      <a:pt x="6261" y="1209"/>
                    </a:cubicBezTo>
                    <a:cubicBezTo>
                      <a:pt x="6261" y="1209"/>
                      <a:pt x="6261" y="1209"/>
                      <a:pt x="6261" y="1178"/>
                    </a:cubicBezTo>
                    <a:cubicBezTo>
                      <a:pt x="6292" y="1178"/>
                      <a:pt x="6323" y="1178"/>
                      <a:pt x="6323" y="1146"/>
                    </a:cubicBezTo>
                    <a:cubicBezTo>
                      <a:pt x="6354" y="1146"/>
                      <a:pt x="6354" y="1146"/>
                      <a:pt x="6385" y="1116"/>
                    </a:cubicBezTo>
                    <a:lnTo>
                      <a:pt x="6385" y="1116"/>
                    </a:lnTo>
                    <a:lnTo>
                      <a:pt x="6416" y="1116"/>
                    </a:lnTo>
                    <a:cubicBezTo>
                      <a:pt x="6447" y="1116"/>
                      <a:pt x="6447" y="1116"/>
                      <a:pt x="6478" y="1116"/>
                    </a:cubicBezTo>
                    <a:cubicBezTo>
                      <a:pt x="6509" y="1116"/>
                      <a:pt x="6509" y="1146"/>
                      <a:pt x="6540" y="1146"/>
                    </a:cubicBezTo>
                    <a:cubicBezTo>
                      <a:pt x="6540" y="1146"/>
                      <a:pt x="6540" y="1146"/>
                      <a:pt x="6571" y="1146"/>
                    </a:cubicBezTo>
                    <a:lnTo>
                      <a:pt x="6571" y="1146"/>
                    </a:lnTo>
                    <a:lnTo>
                      <a:pt x="6602" y="1146"/>
                    </a:lnTo>
                    <a:cubicBezTo>
                      <a:pt x="6633" y="1146"/>
                      <a:pt x="6664" y="1146"/>
                      <a:pt x="6664" y="1146"/>
                    </a:cubicBezTo>
                    <a:cubicBezTo>
                      <a:pt x="6664" y="1146"/>
                      <a:pt x="6664" y="1146"/>
                      <a:pt x="6695" y="1146"/>
                    </a:cubicBezTo>
                    <a:lnTo>
                      <a:pt x="6695" y="1146"/>
                    </a:lnTo>
                    <a:lnTo>
                      <a:pt x="6695" y="1146"/>
                    </a:lnTo>
                    <a:cubicBezTo>
                      <a:pt x="6695" y="1116"/>
                      <a:pt x="6695" y="1116"/>
                      <a:pt x="6726" y="1116"/>
                    </a:cubicBezTo>
                    <a:lnTo>
                      <a:pt x="6726" y="1116"/>
                    </a:lnTo>
                    <a:cubicBezTo>
                      <a:pt x="6757" y="1116"/>
                      <a:pt x="6788" y="1116"/>
                      <a:pt x="6788" y="1116"/>
                    </a:cubicBezTo>
                    <a:lnTo>
                      <a:pt x="6788" y="1116"/>
                    </a:lnTo>
                    <a:cubicBezTo>
                      <a:pt x="6819" y="1116"/>
                      <a:pt x="6819" y="1116"/>
                      <a:pt x="6819" y="1116"/>
                    </a:cubicBezTo>
                    <a:lnTo>
                      <a:pt x="6819" y="1116"/>
                    </a:lnTo>
                    <a:cubicBezTo>
                      <a:pt x="6850" y="1116"/>
                      <a:pt x="6881" y="1116"/>
                      <a:pt x="6881" y="1146"/>
                    </a:cubicBezTo>
                    <a:lnTo>
                      <a:pt x="6912" y="1146"/>
                    </a:lnTo>
                    <a:lnTo>
                      <a:pt x="6912" y="1146"/>
                    </a:lnTo>
                    <a:cubicBezTo>
                      <a:pt x="6912" y="1146"/>
                      <a:pt x="6974" y="1146"/>
                      <a:pt x="7005" y="1146"/>
                    </a:cubicBezTo>
                    <a:cubicBezTo>
                      <a:pt x="7005" y="1146"/>
                      <a:pt x="6974" y="1146"/>
                      <a:pt x="6974" y="1116"/>
                    </a:cubicBezTo>
                    <a:cubicBezTo>
                      <a:pt x="6974" y="1116"/>
                      <a:pt x="6974" y="1116"/>
                      <a:pt x="6974" y="1085"/>
                    </a:cubicBezTo>
                    <a:cubicBezTo>
                      <a:pt x="7005" y="1085"/>
                      <a:pt x="7005" y="1085"/>
                      <a:pt x="7036" y="1054"/>
                    </a:cubicBezTo>
                    <a:lnTo>
                      <a:pt x="7067" y="1054"/>
                    </a:lnTo>
                    <a:lnTo>
                      <a:pt x="7067" y="1054"/>
                    </a:lnTo>
                    <a:cubicBezTo>
                      <a:pt x="7067" y="1022"/>
                      <a:pt x="7098" y="1022"/>
                      <a:pt x="7098" y="1022"/>
                    </a:cubicBezTo>
                    <a:lnTo>
                      <a:pt x="7098" y="1022"/>
                    </a:lnTo>
                    <a:cubicBezTo>
                      <a:pt x="7098" y="1022"/>
                      <a:pt x="7098" y="992"/>
                      <a:pt x="7129" y="992"/>
                    </a:cubicBezTo>
                    <a:cubicBezTo>
                      <a:pt x="7129" y="992"/>
                      <a:pt x="7129" y="961"/>
                      <a:pt x="7160" y="961"/>
                    </a:cubicBezTo>
                    <a:cubicBezTo>
                      <a:pt x="7191" y="961"/>
                      <a:pt x="7191" y="961"/>
                      <a:pt x="7191" y="961"/>
                    </a:cubicBezTo>
                    <a:cubicBezTo>
                      <a:pt x="7191" y="961"/>
                      <a:pt x="7191" y="961"/>
                      <a:pt x="7222" y="961"/>
                    </a:cubicBezTo>
                    <a:cubicBezTo>
                      <a:pt x="7222" y="961"/>
                      <a:pt x="7222" y="961"/>
                      <a:pt x="7253" y="961"/>
                    </a:cubicBezTo>
                    <a:cubicBezTo>
                      <a:pt x="7253" y="961"/>
                      <a:pt x="7284" y="961"/>
                      <a:pt x="7284" y="992"/>
                    </a:cubicBezTo>
                    <a:lnTo>
                      <a:pt x="7284" y="992"/>
                    </a:lnTo>
                    <a:lnTo>
                      <a:pt x="7284" y="992"/>
                    </a:lnTo>
                    <a:cubicBezTo>
                      <a:pt x="7284" y="961"/>
                      <a:pt x="7315" y="961"/>
                      <a:pt x="7315" y="961"/>
                    </a:cubicBezTo>
                    <a:lnTo>
                      <a:pt x="7315" y="961"/>
                    </a:lnTo>
                    <a:cubicBezTo>
                      <a:pt x="7345" y="961"/>
                      <a:pt x="7345" y="961"/>
                      <a:pt x="7345" y="992"/>
                    </a:cubicBezTo>
                    <a:cubicBezTo>
                      <a:pt x="7345" y="992"/>
                      <a:pt x="7345" y="992"/>
                      <a:pt x="7345" y="1022"/>
                    </a:cubicBezTo>
                    <a:lnTo>
                      <a:pt x="7345" y="1022"/>
                    </a:lnTo>
                    <a:lnTo>
                      <a:pt x="7345" y="1022"/>
                    </a:lnTo>
                    <a:cubicBezTo>
                      <a:pt x="7377" y="1022"/>
                      <a:pt x="7377" y="1022"/>
                      <a:pt x="7408" y="1022"/>
                    </a:cubicBezTo>
                    <a:cubicBezTo>
                      <a:pt x="7408" y="1022"/>
                      <a:pt x="7408" y="1022"/>
                      <a:pt x="7408" y="992"/>
                    </a:cubicBezTo>
                    <a:lnTo>
                      <a:pt x="7408" y="992"/>
                    </a:lnTo>
                    <a:cubicBezTo>
                      <a:pt x="7439" y="992"/>
                      <a:pt x="7439" y="961"/>
                      <a:pt x="7439" y="961"/>
                    </a:cubicBezTo>
                    <a:lnTo>
                      <a:pt x="7469" y="992"/>
                    </a:lnTo>
                    <a:lnTo>
                      <a:pt x="7469" y="992"/>
                    </a:lnTo>
                    <a:lnTo>
                      <a:pt x="7469" y="992"/>
                    </a:lnTo>
                    <a:cubicBezTo>
                      <a:pt x="7469" y="961"/>
                      <a:pt x="7469" y="961"/>
                      <a:pt x="7469" y="961"/>
                    </a:cubicBezTo>
                    <a:cubicBezTo>
                      <a:pt x="7469" y="961"/>
                      <a:pt x="7469" y="961"/>
                      <a:pt x="7469" y="930"/>
                    </a:cubicBezTo>
                    <a:cubicBezTo>
                      <a:pt x="7501" y="930"/>
                      <a:pt x="7501" y="930"/>
                      <a:pt x="7501" y="930"/>
                    </a:cubicBezTo>
                    <a:cubicBezTo>
                      <a:pt x="7532" y="898"/>
                      <a:pt x="7532" y="898"/>
                      <a:pt x="7532" y="898"/>
                    </a:cubicBezTo>
                    <a:lnTo>
                      <a:pt x="7532" y="898"/>
                    </a:lnTo>
                    <a:lnTo>
                      <a:pt x="7563" y="898"/>
                    </a:lnTo>
                    <a:lnTo>
                      <a:pt x="7563" y="898"/>
                    </a:lnTo>
                    <a:lnTo>
                      <a:pt x="7563" y="898"/>
                    </a:lnTo>
                    <a:cubicBezTo>
                      <a:pt x="7593" y="898"/>
                      <a:pt x="7593" y="930"/>
                      <a:pt x="7593" y="961"/>
                    </a:cubicBezTo>
                    <a:cubicBezTo>
                      <a:pt x="7625" y="961"/>
                      <a:pt x="7593" y="961"/>
                      <a:pt x="7593" y="992"/>
                    </a:cubicBezTo>
                    <a:lnTo>
                      <a:pt x="7593" y="992"/>
                    </a:lnTo>
                    <a:cubicBezTo>
                      <a:pt x="7563" y="992"/>
                      <a:pt x="7563" y="992"/>
                      <a:pt x="7563" y="992"/>
                    </a:cubicBezTo>
                    <a:lnTo>
                      <a:pt x="7563" y="992"/>
                    </a:lnTo>
                    <a:cubicBezTo>
                      <a:pt x="7563" y="1022"/>
                      <a:pt x="7563" y="1022"/>
                      <a:pt x="7563" y="1022"/>
                    </a:cubicBezTo>
                    <a:cubicBezTo>
                      <a:pt x="7563" y="1054"/>
                      <a:pt x="7532" y="1085"/>
                      <a:pt x="7501" y="1085"/>
                    </a:cubicBezTo>
                    <a:lnTo>
                      <a:pt x="7469" y="1085"/>
                    </a:lnTo>
                    <a:cubicBezTo>
                      <a:pt x="7439" y="1116"/>
                      <a:pt x="7439" y="1116"/>
                      <a:pt x="7408" y="1116"/>
                    </a:cubicBezTo>
                    <a:cubicBezTo>
                      <a:pt x="7408" y="1146"/>
                      <a:pt x="7377" y="1146"/>
                      <a:pt x="7377" y="1146"/>
                    </a:cubicBezTo>
                    <a:cubicBezTo>
                      <a:pt x="7345" y="1178"/>
                      <a:pt x="7284" y="1240"/>
                      <a:pt x="7253" y="1240"/>
                    </a:cubicBezTo>
                    <a:cubicBezTo>
                      <a:pt x="7253" y="1270"/>
                      <a:pt x="7222" y="1270"/>
                      <a:pt x="7222" y="1270"/>
                    </a:cubicBezTo>
                    <a:lnTo>
                      <a:pt x="7191" y="1270"/>
                    </a:lnTo>
                    <a:lnTo>
                      <a:pt x="7191" y="1270"/>
                    </a:lnTo>
                    <a:cubicBezTo>
                      <a:pt x="7160" y="1270"/>
                      <a:pt x="7160" y="1270"/>
                      <a:pt x="7160" y="1270"/>
                    </a:cubicBezTo>
                    <a:lnTo>
                      <a:pt x="7160" y="1270"/>
                    </a:lnTo>
                    <a:cubicBezTo>
                      <a:pt x="7160" y="1302"/>
                      <a:pt x="7160" y="1333"/>
                      <a:pt x="7129" y="1333"/>
                    </a:cubicBezTo>
                    <a:cubicBezTo>
                      <a:pt x="7129" y="1333"/>
                      <a:pt x="7129" y="1333"/>
                      <a:pt x="7098" y="1333"/>
                    </a:cubicBezTo>
                    <a:cubicBezTo>
                      <a:pt x="7098" y="1333"/>
                      <a:pt x="7098" y="1333"/>
                      <a:pt x="7098" y="1364"/>
                    </a:cubicBezTo>
                    <a:cubicBezTo>
                      <a:pt x="7098" y="1394"/>
                      <a:pt x="7098" y="1425"/>
                      <a:pt x="7098" y="1457"/>
                    </a:cubicBezTo>
                    <a:cubicBezTo>
                      <a:pt x="7098" y="1457"/>
                      <a:pt x="7098" y="1457"/>
                      <a:pt x="7098" y="1488"/>
                    </a:cubicBezTo>
                    <a:cubicBezTo>
                      <a:pt x="7098" y="1488"/>
                      <a:pt x="7129" y="1518"/>
                      <a:pt x="7129" y="1550"/>
                    </a:cubicBezTo>
                    <a:cubicBezTo>
                      <a:pt x="7129" y="1550"/>
                      <a:pt x="7129" y="1550"/>
                      <a:pt x="7129" y="1581"/>
                    </a:cubicBezTo>
                    <a:lnTo>
                      <a:pt x="7129" y="1581"/>
                    </a:lnTo>
                    <a:lnTo>
                      <a:pt x="7129" y="1612"/>
                    </a:lnTo>
                    <a:lnTo>
                      <a:pt x="7129" y="1612"/>
                    </a:lnTo>
                    <a:cubicBezTo>
                      <a:pt x="7129" y="1642"/>
                      <a:pt x="7129" y="1642"/>
                      <a:pt x="7129" y="1642"/>
                    </a:cubicBezTo>
                    <a:cubicBezTo>
                      <a:pt x="7129" y="1642"/>
                      <a:pt x="7129" y="1642"/>
                      <a:pt x="7129" y="1674"/>
                    </a:cubicBezTo>
                    <a:cubicBezTo>
                      <a:pt x="7129" y="1642"/>
                      <a:pt x="7129" y="1642"/>
                      <a:pt x="7129" y="1642"/>
                    </a:cubicBezTo>
                    <a:cubicBezTo>
                      <a:pt x="7160" y="1642"/>
                      <a:pt x="7160" y="1642"/>
                      <a:pt x="7160" y="1642"/>
                    </a:cubicBezTo>
                    <a:lnTo>
                      <a:pt x="7160" y="1642"/>
                    </a:lnTo>
                    <a:cubicBezTo>
                      <a:pt x="7191" y="1642"/>
                      <a:pt x="7191" y="1612"/>
                      <a:pt x="7191" y="1612"/>
                    </a:cubicBezTo>
                    <a:lnTo>
                      <a:pt x="7191" y="1612"/>
                    </a:lnTo>
                    <a:lnTo>
                      <a:pt x="7191" y="1612"/>
                    </a:lnTo>
                    <a:cubicBezTo>
                      <a:pt x="7191" y="1581"/>
                      <a:pt x="7191" y="1550"/>
                      <a:pt x="7222" y="1550"/>
                    </a:cubicBezTo>
                    <a:cubicBezTo>
                      <a:pt x="7222" y="1518"/>
                      <a:pt x="7222" y="1518"/>
                      <a:pt x="7222" y="1518"/>
                    </a:cubicBezTo>
                    <a:lnTo>
                      <a:pt x="7222" y="1518"/>
                    </a:lnTo>
                    <a:lnTo>
                      <a:pt x="7253" y="1518"/>
                    </a:lnTo>
                    <a:lnTo>
                      <a:pt x="7284" y="1518"/>
                    </a:lnTo>
                    <a:lnTo>
                      <a:pt x="7284" y="1518"/>
                    </a:lnTo>
                    <a:lnTo>
                      <a:pt x="7284" y="1488"/>
                    </a:lnTo>
                    <a:cubicBezTo>
                      <a:pt x="7284" y="1457"/>
                      <a:pt x="7315" y="1457"/>
                      <a:pt x="7315" y="1457"/>
                    </a:cubicBezTo>
                    <a:lnTo>
                      <a:pt x="7315" y="1457"/>
                    </a:lnTo>
                    <a:cubicBezTo>
                      <a:pt x="7345" y="1425"/>
                      <a:pt x="7408" y="1425"/>
                      <a:pt x="7439" y="1425"/>
                    </a:cubicBezTo>
                    <a:lnTo>
                      <a:pt x="7439" y="1425"/>
                    </a:lnTo>
                    <a:cubicBezTo>
                      <a:pt x="7439" y="1394"/>
                      <a:pt x="7439" y="1364"/>
                      <a:pt x="7469" y="1364"/>
                    </a:cubicBezTo>
                    <a:cubicBezTo>
                      <a:pt x="7439" y="1333"/>
                      <a:pt x="7439" y="1302"/>
                      <a:pt x="7439" y="1302"/>
                    </a:cubicBezTo>
                    <a:cubicBezTo>
                      <a:pt x="7439" y="1270"/>
                      <a:pt x="7439" y="1270"/>
                      <a:pt x="7469" y="1270"/>
                    </a:cubicBezTo>
                    <a:cubicBezTo>
                      <a:pt x="7439" y="1270"/>
                      <a:pt x="7439" y="1270"/>
                      <a:pt x="7439" y="1270"/>
                    </a:cubicBezTo>
                    <a:cubicBezTo>
                      <a:pt x="7439" y="1270"/>
                      <a:pt x="7439" y="1270"/>
                      <a:pt x="7408" y="1270"/>
                    </a:cubicBezTo>
                    <a:cubicBezTo>
                      <a:pt x="7408" y="1240"/>
                      <a:pt x="7439" y="1209"/>
                      <a:pt x="7439" y="1209"/>
                    </a:cubicBezTo>
                    <a:cubicBezTo>
                      <a:pt x="7439" y="1178"/>
                      <a:pt x="7439" y="1178"/>
                      <a:pt x="7469" y="1178"/>
                    </a:cubicBezTo>
                    <a:cubicBezTo>
                      <a:pt x="7469" y="1146"/>
                      <a:pt x="7469" y="1146"/>
                      <a:pt x="7469" y="1146"/>
                    </a:cubicBezTo>
                    <a:cubicBezTo>
                      <a:pt x="7501" y="1146"/>
                      <a:pt x="7501" y="1116"/>
                      <a:pt x="7501" y="1116"/>
                    </a:cubicBezTo>
                    <a:lnTo>
                      <a:pt x="7501" y="1116"/>
                    </a:lnTo>
                    <a:cubicBezTo>
                      <a:pt x="7501" y="1116"/>
                      <a:pt x="7501" y="1085"/>
                      <a:pt x="7532" y="1085"/>
                    </a:cubicBezTo>
                    <a:lnTo>
                      <a:pt x="7563" y="1085"/>
                    </a:lnTo>
                    <a:cubicBezTo>
                      <a:pt x="7563" y="1085"/>
                      <a:pt x="7563" y="1085"/>
                      <a:pt x="7593" y="1085"/>
                    </a:cubicBezTo>
                    <a:lnTo>
                      <a:pt x="7593" y="1085"/>
                    </a:lnTo>
                    <a:cubicBezTo>
                      <a:pt x="7625" y="1085"/>
                      <a:pt x="7625" y="1054"/>
                      <a:pt x="7625" y="1054"/>
                    </a:cubicBezTo>
                    <a:cubicBezTo>
                      <a:pt x="7625" y="1054"/>
                      <a:pt x="7625" y="1054"/>
                      <a:pt x="7656" y="1054"/>
                    </a:cubicBezTo>
                    <a:lnTo>
                      <a:pt x="7656" y="1054"/>
                    </a:lnTo>
                    <a:cubicBezTo>
                      <a:pt x="7687" y="1054"/>
                      <a:pt x="7687" y="1054"/>
                      <a:pt x="7687" y="1054"/>
                    </a:cubicBezTo>
                    <a:lnTo>
                      <a:pt x="7687" y="1054"/>
                    </a:lnTo>
                    <a:lnTo>
                      <a:pt x="7687" y="1054"/>
                    </a:lnTo>
                    <a:lnTo>
                      <a:pt x="7687" y="1054"/>
                    </a:lnTo>
                    <a:cubicBezTo>
                      <a:pt x="7687" y="1054"/>
                      <a:pt x="7717" y="1054"/>
                      <a:pt x="7749" y="1054"/>
                    </a:cubicBezTo>
                    <a:cubicBezTo>
                      <a:pt x="7749" y="1054"/>
                      <a:pt x="7749" y="1054"/>
                      <a:pt x="7780" y="1054"/>
                    </a:cubicBezTo>
                    <a:lnTo>
                      <a:pt x="7780" y="1054"/>
                    </a:lnTo>
                    <a:cubicBezTo>
                      <a:pt x="7811" y="1054"/>
                      <a:pt x="7811" y="1054"/>
                      <a:pt x="7811" y="1054"/>
                    </a:cubicBezTo>
                    <a:lnTo>
                      <a:pt x="7811" y="1054"/>
                    </a:lnTo>
                    <a:cubicBezTo>
                      <a:pt x="7841" y="1054"/>
                      <a:pt x="7841" y="1054"/>
                      <a:pt x="7873" y="1085"/>
                    </a:cubicBezTo>
                    <a:lnTo>
                      <a:pt x="7873" y="1085"/>
                    </a:lnTo>
                    <a:cubicBezTo>
                      <a:pt x="7873" y="1085"/>
                      <a:pt x="7873" y="1085"/>
                      <a:pt x="7873" y="1054"/>
                    </a:cubicBezTo>
                    <a:cubicBezTo>
                      <a:pt x="7873" y="1054"/>
                      <a:pt x="7904" y="1054"/>
                      <a:pt x="7935" y="1054"/>
                    </a:cubicBezTo>
                    <a:lnTo>
                      <a:pt x="7965" y="1022"/>
                    </a:lnTo>
                    <a:lnTo>
                      <a:pt x="7965" y="1022"/>
                    </a:lnTo>
                    <a:cubicBezTo>
                      <a:pt x="7997" y="992"/>
                      <a:pt x="8089" y="961"/>
                      <a:pt x="8089" y="961"/>
                    </a:cubicBezTo>
                    <a:cubicBezTo>
                      <a:pt x="8121" y="961"/>
                      <a:pt x="8121" y="961"/>
                      <a:pt x="8121" y="961"/>
                    </a:cubicBezTo>
                    <a:lnTo>
                      <a:pt x="8121" y="961"/>
                    </a:lnTo>
                    <a:lnTo>
                      <a:pt x="8121" y="961"/>
                    </a:lnTo>
                    <a:cubicBezTo>
                      <a:pt x="8152" y="961"/>
                      <a:pt x="8152" y="961"/>
                      <a:pt x="8152" y="961"/>
                    </a:cubicBezTo>
                    <a:cubicBezTo>
                      <a:pt x="8183" y="961"/>
                      <a:pt x="8213" y="930"/>
                      <a:pt x="8213" y="930"/>
                    </a:cubicBezTo>
                    <a:lnTo>
                      <a:pt x="8245" y="898"/>
                    </a:lnTo>
                    <a:cubicBezTo>
                      <a:pt x="8276" y="898"/>
                      <a:pt x="8276" y="930"/>
                      <a:pt x="8307" y="930"/>
                    </a:cubicBezTo>
                    <a:lnTo>
                      <a:pt x="8307" y="930"/>
                    </a:lnTo>
                    <a:lnTo>
                      <a:pt x="8307" y="930"/>
                    </a:lnTo>
                    <a:lnTo>
                      <a:pt x="8337" y="930"/>
                    </a:lnTo>
                    <a:lnTo>
                      <a:pt x="8337" y="930"/>
                    </a:lnTo>
                    <a:lnTo>
                      <a:pt x="8337" y="898"/>
                    </a:lnTo>
                    <a:cubicBezTo>
                      <a:pt x="8337" y="868"/>
                      <a:pt x="8337" y="868"/>
                      <a:pt x="8307" y="837"/>
                    </a:cubicBezTo>
                    <a:cubicBezTo>
                      <a:pt x="8276" y="837"/>
                      <a:pt x="8276" y="837"/>
                      <a:pt x="8276" y="837"/>
                    </a:cubicBezTo>
                    <a:cubicBezTo>
                      <a:pt x="8276" y="837"/>
                      <a:pt x="8276" y="837"/>
                      <a:pt x="8245" y="837"/>
                    </a:cubicBezTo>
                    <a:lnTo>
                      <a:pt x="8245" y="837"/>
                    </a:lnTo>
                    <a:cubicBezTo>
                      <a:pt x="8213" y="837"/>
                      <a:pt x="8213" y="837"/>
                      <a:pt x="8183" y="837"/>
                    </a:cubicBezTo>
                    <a:lnTo>
                      <a:pt x="8183" y="837"/>
                    </a:lnTo>
                    <a:lnTo>
                      <a:pt x="8152" y="837"/>
                    </a:lnTo>
                    <a:cubicBezTo>
                      <a:pt x="8152" y="837"/>
                      <a:pt x="8152" y="837"/>
                      <a:pt x="8121" y="837"/>
                    </a:cubicBezTo>
                    <a:lnTo>
                      <a:pt x="8121" y="806"/>
                    </a:lnTo>
                    <a:cubicBezTo>
                      <a:pt x="8121" y="775"/>
                      <a:pt x="8121" y="775"/>
                      <a:pt x="8152" y="775"/>
                    </a:cubicBezTo>
                    <a:lnTo>
                      <a:pt x="8183" y="775"/>
                    </a:lnTo>
                    <a:cubicBezTo>
                      <a:pt x="8183" y="775"/>
                      <a:pt x="8213" y="744"/>
                      <a:pt x="8245" y="744"/>
                    </a:cubicBezTo>
                    <a:cubicBezTo>
                      <a:pt x="8276" y="744"/>
                      <a:pt x="8276" y="775"/>
                      <a:pt x="8307" y="775"/>
                    </a:cubicBezTo>
                    <a:cubicBezTo>
                      <a:pt x="8337" y="775"/>
                      <a:pt x="8369" y="775"/>
                      <a:pt x="8369" y="775"/>
                    </a:cubicBezTo>
                    <a:cubicBezTo>
                      <a:pt x="8400" y="775"/>
                      <a:pt x="8431" y="775"/>
                      <a:pt x="8431" y="775"/>
                    </a:cubicBezTo>
                    <a:cubicBezTo>
                      <a:pt x="8431" y="744"/>
                      <a:pt x="8493" y="744"/>
                      <a:pt x="8493" y="744"/>
                    </a:cubicBezTo>
                    <a:cubicBezTo>
                      <a:pt x="8524" y="744"/>
                      <a:pt x="8524" y="744"/>
                      <a:pt x="8524" y="744"/>
                    </a:cubicBezTo>
                    <a:cubicBezTo>
                      <a:pt x="8555" y="744"/>
                      <a:pt x="8585" y="744"/>
                      <a:pt x="8648" y="744"/>
                    </a:cubicBezTo>
                    <a:lnTo>
                      <a:pt x="8648" y="744"/>
                    </a:lnTo>
                    <a:cubicBezTo>
                      <a:pt x="8679" y="713"/>
                      <a:pt x="8679" y="713"/>
                      <a:pt x="8679" y="713"/>
                    </a:cubicBezTo>
                    <a:cubicBezTo>
                      <a:pt x="8709" y="713"/>
                      <a:pt x="8803" y="682"/>
                      <a:pt x="8865" y="682"/>
                    </a:cubicBezTo>
                    <a:lnTo>
                      <a:pt x="8833" y="682"/>
                    </a:lnTo>
                    <a:cubicBezTo>
                      <a:pt x="8833" y="682"/>
                      <a:pt x="8803" y="682"/>
                      <a:pt x="8772" y="68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91" name="Freeform 140">
                <a:extLst>
                  <a:ext uri="{FF2B5EF4-FFF2-40B4-BE49-F238E27FC236}">
                    <a16:creationId xmlns:a16="http://schemas.microsoft.com/office/drawing/2014/main" id="{48A2B197-8DF7-5F08-7C7C-78B8B531747A}"/>
                  </a:ext>
                </a:extLst>
              </p:cNvPr>
              <p:cNvSpPr>
                <a:spLocks noChangeArrowheads="1"/>
              </p:cNvSpPr>
              <p:nvPr/>
            </p:nvSpPr>
            <p:spPr bwMode="auto">
              <a:xfrm>
                <a:off x="5510213" y="2003425"/>
                <a:ext cx="146050" cy="268288"/>
              </a:xfrm>
              <a:custGeom>
                <a:avLst/>
                <a:gdLst>
                  <a:gd name="T0" fmla="*/ 248 w 404"/>
                  <a:gd name="T1" fmla="*/ 588 h 745"/>
                  <a:gd name="T2" fmla="*/ 248 w 404"/>
                  <a:gd name="T3" fmla="*/ 526 h 745"/>
                  <a:gd name="T4" fmla="*/ 279 w 404"/>
                  <a:gd name="T5" fmla="*/ 496 h 745"/>
                  <a:gd name="T6" fmla="*/ 310 w 404"/>
                  <a:gd name="T7" fmla="*/ 496 h 745"/>
                  <a:gd name="T8" fmla="*/ 342 w 404"/>
                  <a:gd name="T9" fmla="*/ 496 h 745"/>
                  <a:gd name="T10" fmla="*/ 403 w 404"/>
                  <a:gd name="T11" fmla="*/ 464 h 745"/>
                  <a:gd name="T12" fmla="*/ 403 w 404"/>
                  <a:gd name="T13" fmla="*/ 464 h 745"/>
                  <a:gd name="T14" fmla="*/ 372 w 404"/>
                  <a:gd name="T15" fmla="*/ 402 h 745"/>
                  <a:gd name="T16" fmla="*/ 342 w 404"/>
                  <a:gd name="T17" fmla="*/ 372 h 745"/>
                  <a:gd name="T18" fmla="*/ 310 w 404"/>
                  <a:gd name="T19" fmla="*/ 309 h 745"/>
                  <a:gd name="T20" fmla="*/ 310 w 404"/>
                  <a:gd name="T21" fmla="*/ 278 h 745"/>
                  <a:gd name="T22" fmla="*/ 279 w 404"/>
                  <a:gd name="T23" fmla="*/ 309 h 745"/>
                  <a:gd name="T24" fmla="*/ 248 w 404"/>
                  <a:gd name="T25" fmla="*/ 278 h 745"/>
                  <a:gd name="T26" fmla="*/ 248 w 404"/>
                  <a:gd name="T27" fmla="*/ 278 h 745"/>
                  <a:gd name="T28" fmla="*/ 248 w 404"/>
                  <a:gd name="T29" fmla="*/ 216 h 745"/>
                  <a:gd name="T30" fmla="*/ 248 w 404"/>
                  <a:gd name="T31" fmla="*/ 185 h 745"/>
                  <a:gd name="T32" fmla="*/ 248 w 404"/>
                  <a:gd name="T33" fmla="*/ 155 h 745"/>
                  <a:gd name="T34" fmla="*/ 279 w 404"/>
                  <a:gd name="T35" fmla="*/ 155 h 745"/>
                  <a:gd name="T36" fmla="*/ 310 w 404"/>
                  <a:gd name="T37" fmla="*/ 124 h 745"/>
                  <a:gd name="T38" fmla="*/ 310 w 404"/>
                  <a:gd name="T39" fmla="*/ 92 h 745"/>
                  <a:gd name="T40" fmla="*/ 310 w 404"/>
                  <a:gd name="T41" fmla="*/ 61 h 745"/>
                  <a:gd name="T42" fmla="*/ 279 w 404"/>
                  <a:gd name="T43" fmla="*/ 0 h 745"/>
                  <a:gd name="T44" fmla="*/ 248 w 404"/>
                  <a:gd name="T45" fmla="*/ 0 h 745"/>
                  <a:gd name="T46" fmla="*/ 248 w 404"/>
                  <a:gd name="T47" fmla="*/ 31 h 745"/>
                  <a:gd name="T48" fmla="*/ 248 w 404"/>
                  <a:gd name="T49" fmla="*/ 92 h 745"/>
                  <a:gd name="T50" fmla="*/ 218 w 404"/>
                  <a:gd name="T51" fmla="*/ 92 h 745"/>
                  <a:gd name="T52" fmla="*/ 187 w 404"/>
                  <a:gd name="T53" fmla="*/ 92 h 745"/>
                  <a:gd name="T54" fmla="*/ 155 w 404"/>
                  <a:gd name="T55" fmla="*/ 124 h 745"/>
                  <a:gd name="T56" fmla="*/ 124 w 404"/>
                  <a:gd name="T57" fmla="*/ 185 h 745"/>
                  <a:gd name="T58" fmla="*/ 124 w 404"/>
                  <a:gd name="T59" fmla="*/ 216 h 745"/>
                  <a:gd name="T60" fmla="*/ 94 w 404"/>
                  <a:gd name="T61" fmla="*/ 309 h 745"/>
                  <a:gd name="T62" fmla="*/ 63 w 404"/>
                  <a:gd name="T63" fmla="*/ 278 h 745"/>
                  <a:gd name="T64" fmla="*/ 63 w 404"/>
                  <a:gd name="T65" fmla="*/ 309 h 745"/>
                  <a:gd name="T66" fmla="*/ 63 w 404"/>
                  <a:gd name="T67" fmla="*/ 340 h 745"/>
                  <a:gd name="T68" fmla="*/ 63 w 404"/>
                  <a:gd name="T69" fmla="*/ 402 h 745"/>
                  <a:gd name="T70" fmla="*/ 31 w 404"/>
                  <a:gd name="T71" fmla="*/ 433 h 745"/>
                  <a:gd name="T72" fmla="*/ 0 w 404"/>
                  <a:gd name="T73" fmla="*/ 464 h 745"/>
                  <a:gd name="T74" fmla="*/ 31 w 404"/>
                  <a:gd name="T75" fmla="*/ 464 h 745"/>
                  <a:gd name="T76" fmla="*/ 94 w 404"/>
                  <a:gd name="T77" fmla="*/ 526 h 745"/>
                  <a:gd name="T78" fmla="*/ 94 w 404"/>
                  <a:gd name="T79" fmla="*/ 588 h 745"/>
                  <a:gd name="T80" fmla="*/ 94 w 404"/>
                  <a:gd name="T81" fmla="*/ 744 h 745"/>
                  <a:gd name="T82" fmla="*/ 155 w 404"/>
                  <a:gd name="T83" fmla="*/ 744 h 745"/>
                  <a:gd name="T84" fmla="*/ 218 w 404"/>
                  <a:gd name="T85" fmla="*/ 712 h 745"/>
                  <a:gd name="T86" fmla="*/ 248 w 404"/>
                  <a:gd name="T87" fmla="*/ 650 h 745"/>
                  <a:gd name="T88" fmla="*/ 248 w 404"/>
                  <a:gd name="T89" fmla="*/ 620 h 745"/>
                  <a:gd name="T90" fmla="*/ 248 w 404"/>
                  <a:gd name="T91" fmla="*/ 588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4" h="745">
                    <a:moveTo>
                      <a:pt x="248" y="588"/>
                    </a:moveTo>
                    <a:lnTo>
                      <a:pt x="248" y="588"/>
                    </a:lnTo>
                    <a:lnTo>
                      <a:pt x="248" y="588"/>
                    </a:lnTo>
                    <a:cubicBezTo>
                      <a:pt x="248" y="557"/>
                      <a:pt x="248" y="557"/>
                      <a:pt x="248" y="557"/>
                    </a:cubicBezTo>
                    <a:lnTo>
                      <a:pt x="248" y="526"/>
                    </a:lnTo>
                    <a:lnTo>
                      <a:pt x="248" y="526"/>
                    </a:lnTo>
                    <a:lnTo>
                      <a:pt x="279" y="526"/>
                    </a:lnTo>
                    <a:cubicBezTo>
                      <a:pt x="279" y="526"/>
                      <a:pt x="279" y="526"/>
                      <a:pt x="279" y="496"/>
                    </a:cubicBezTo>
                    <a:lnTo>
                      <a:pt x="279" y="496"/>
                    </a:lnTo>
                    <a:cubicBezTo>
                      <a:pt x="279" y="496"/>
                      <a:pt x="279" y="496"/>
                      <a:pt x="310" y="496"/>
                    </a:cubicBezTo>
                    <a:lnTo>
                      <a:pt x="310" y="496"/>
                    </a:lnTo>
                    <a:lnTo>
                      <a:pt x="310" y="496"/>
                    </a:lnTo>
                    <a:lnTo>
                      <a:pt x="310" y="496"/>
                    </a:lnTo>
                    <a:lnTo>
                      <a:pt x="310" y="496"/>
                    </a:lnTo>
                    <a:cubicBezTo>
                      <a:pt x="342" y="496"/>
                      <a:pt x="342" y="496"/>
                      <a:pt x="342" y="496"/>
                    </a:cubicBezTo>
                    <a:cubicBezTo>
                      <a:pt x="342" y="464"/>
                      <a:pt x="372" y="464"/>
                      <a:pt x="403" y="464"/>
                    </a:cubicBezTo>
                    <a:lnTo>
                      <a:pt x="403" y="464"/>
                    </a:lnTo>
                    <a:lnTo>
                      <a:pt x="403" y="464"/>
                    </a:lnTo>
                    <a:lnTo>
                      <a:pt x="403" y="464"/>
                    </a:lnTo>
                    <a:lnTo>
                      <a:pt x="403" y="464"/>
                    </a:lnTo>
                    <a:lnTo>
                      <a:pt x="403" y="464"/>
                    </a:lnTo>
                    <a:cubicBezTo>
                      <a:pt x="403" y="464"/>
                      <a:pt x="403" y="464"/>
                      <a:pt x="403" y="433"/>
                    </a:cubicBezTo>
                    <a:cubicBezTo>
                      <a:pt x="403" y="433"/>
                      <a:pt x="372" y="433"/>
                      <a:pt x="372" y="402"/>
                    </a:cubicBezTo>
                    <a:lnTo>
                      <a:pt x="372" y="402"/>
                    </a:lnTo>
                    <a:lnTo>
                      <a:pt x="372" y="402"/>
                    </a:lnTo>
                    <a:cubicBezTo>
                      <a:pt x="342" y="402"/>
                      <a:pt x="342" y="372"/>
                      <a:pt x="342" y="372"/>
                    </a:cubicBezTo>
                    <a:lnTo>
                      <a:pt x="342" y="372"/>
                    </a:lnTo>
                    <a:cubicBezTo>
                      <a:pt x="342" y="340"/>
                      <a:pt x="342" y="340"/>
                      <a:pt x="342" y="340"/>
                    </a:cubicBezTo>
                    <a:lnTo>
                      <a:pt x="342" y="340"/>
                    </a:lnTo>
                    <a:lnTo>
                      <a:pt x="310" y="309"/>
                    </a:lnTo>
                    <a:lnTo>
                      <a:pt x="310" y="278"/>
                    </a:lnTo>
                    <a:lnTo>
                      <a:pt x="310" y="278"/>
                    </a:lnTo>
                    <a:lnTo>
                      <a:pt x="310" y="278"/>
                    </a:lnTo>
                    <a:cubicBezTo>
                      <a:pt x="279" y="278"/>
                      <a:pt x="279" y="278"/>
                      <a:pt x="279" y="278"/>
                    </a:cubicBezTo>
                    <a:lnTo>
                      <a:pt x="279" y="309"/>
                    </a:lnTo>
                    <a:lnTo>
                      <a:pt x="279" y="309"/>
                    </a:lnTo>
                    <a:lnTo>
                      <a:pt x="279" y="309"/>
                    </a:lnTo>
                    <a:cubicBezTo>
                      <a:pt x="248" y="309"/>
                      <a:pt x="248" y="278"/>
                      <a:pt x="248" y="278"/>
                    </a:cubicBezTo>
                    <a:lnTo>
                      <a:pt x="248" y="278"/>
                    </a:lnTo>
                    <a:lnTo>
                      <a:pt x="248" y="278"/>
                    </a:lnTo>
                    <a:lnTo>
                      <a:pt x="248" y="278"/>
                    </a:lnTo>
                    <a:lnTo>
                      <a:pt x="248" y="278"/>
                    </a:lnTo>
                    <a:cubicBezTo>
                      <a:pt x="248" y="248"/>
                      <a:pt x="248" y="248"/>
                      <a:pt x="248" y="248"/>
                    </a:cubicBezTo>
                    <a:lnTo>
                      <a:pt x="248" y="248"/>
                    </a:lnTo>
                    <a:cubicBezTo>
                      <a:pt x="248" y="216"/>
                      <a:pt x="248" y="216"/>
                      <a:pt x="248" y="216"/>
                    </a:cubicBezTo>
                    <a:lnTo>
                      <a:pt x="248" y="216"/>
                    </a:lnTo>
                    <a:lnTo>
                      <a:pt x="248" y="216"/>
                    </a:lnTo>
                    <a:lnTo>
                      <a:pt x="248" y="185"/>
                    </a:lnTo>
                    <a:lnTo>
                      <a:pt x="248" y="185"/>
                    </a:lnTo>
                    <a:lnTo>
                      <a:pt x="248" y="185"/>
                    </a:lnTo>
                    <a:lnTo>
                      <a:pt x="248" y="155"/>
                    </a:lnTo>
                    <a:cubicBezTo>
                      <a:pt x="279" y="155"/>
                      <a:pt x="279" y="155"/>
                      <a:pt x="279" y="155"/>
                    </a:cubicBezTo>
                    <a:lnTo>
                      <a:pt x="279" y="155"/>
                    </a:lnTo>
                    <a:lnTo>
                      <a:pt x="279" y="155"/>
                    </a:lnTo>
                    <a:lnTo>
                      <a:pt x="279" y="155"/>
                    </a:lnTo>
                    <a:lnTo>
                      <a:pt x="279" y="155"/>
                    </a:lnTo>
                    <a:lnTo>
                      <a:pt x="310" y="124"/>
                    </a:lnTo>
                    <a:lnTo>
                      <a:pt x="310" y="124"/>
                    </a:lnTo>
                    <a:cubicBezTo>
                      <a:pt x="310" y="124"/>
                      <a:pt x="310" y="124"/>
                      <a:pt x="310" y="92"/>
                    </a:cubicBezTo>
                    <a:lnTo>
                      <a:pt x="310" y="92"/>
                    </a:lnTo>
                    <a:lnTo>
                      <a:pt x="310" y="92"/>
                    </a:lnTo>
                    <a:lnTo>
                      <a:pt x="310" y="61"/>
                    </a:lnTo>
                    <a:lnTo>
                      <a:pt x="310" y="61"/>
                    </a:lnTo>
                    <a:cubicBezTo>
                      <a:pt x="310" y="31"/>
                      <a:pt x="310" y="31"/>
                      <a:pt x="310" y="31"/>
                    </a:cubicBezTo>
                    <a:lnTo>
                      <a:pt x="279" y="31"/>
                    </a:lnTo>
                    <a:cubicBezTo>
                      <a:pt x="279" y="31"/>
                      <a:pt x="279" y="31"/>
                      <a:pt x="279" y="0"/>
                    </a:cubicBezTo>
                    <a:lnTo>
                      <a:pt x="279" y="0"/>
                    </a:lnTo>
                    <a:cubicBezTo>
                      <a:pt x="248" y="0"/>
                      <a:pt x="248" y="0"/>
                      <a:pt x="248" y="0"/>
                    </a:cubicBezTo>
                    <a:lnTo>
                      <a:pt x="248" y="0"/>
                    </a:lnTo>
                    <a:lnTo>
                      <a:pt x="248" y="31"/>
                    </a:lnTo>
                    <a:lnTo>
                      <a:pt x="248" y="31"/>
                    </a:lnTo>
                    <a:lnTo>
                      <a:pt x="248" y="31"/>
                    </a:lnTo>
                    <a:cubicBezTo>
                      <a:pt x="279" y="61"/>
                      <a:pt x="279" y="61"/>
                      <a:pt x="279" y="61"/>
                    </a:cubicBezTo>
                    <a:lnTo>
                      <a:pt x="279" y="61"/>
                    </a:lnTo>
                    <a:lnTo>
                      <a:pt x="248" y="92"/>
                    </a:lnTo>
                    <a:lnTo>
                      <a:pt x="248" y="92"/>
                    </a:lnTo>
                    <a:lnTo>
                      <a:pt x="248" y="92"/>
                    </a:lnTo>
                    <a:cubicBezTo>
                      <a:pt x="248" y="92"/>
                      <a:pt x="248" y="92"/>
                      <a:pt x="218" y="92"/>
                    </a:cubicBezTo>
                    <a:lnTo>
                      <a:pt x="218" y="92"/>
                    </a:lnTo>
                    <a:lnTo>
                      <a:pt x="187" y="92"/>
                    </a:lnTo>
                    <a:lnTo>
                      <a:pt x="187" y="92"/>
                    </a:lnTo>
                    <a:lnTo>
                      <a:pt x="187" y="92"/>
                    </a:lnTo>
                    <a:cubicBezTo>
                      <a:pt x="187" y="92"/>
                      <a:pt x="187" y="124"/>
                      <a:pt x="155" y="124"/>
                    </a:cubicBezTo>
                    <a:lnTo>
                      <a:pt x="155" y="124"/>
                    </a:lnTo>
                    <a:cubicBezTo>
                      <a:pt x="155" y="124"/>
                      <a:pt x="155" y="124"/>
                      <a:pt x="155" y="155"/>
                    </a:cubicBezTo>
                    <a:cubicBezTo>
                      <a:pt x="155" y="155"/>
                      <a:pt x="155" y="185"/>
                      <a:pt x="124" y="185"/>
                    </a:cubicBezTo>
                    <a:lnTo>
                      <a:pt x="124" y="185"/>
                    </a:lnTo>
                    <a:lnTo>
                      <a:pt x="124" y="185"/>
                    </a:lnTo>
                    <a:lnTo>
                      <a:pt x="124" y="185"/>
                    </a:lnTo>
                    <a:lnTo>
                      <a:pt x="124" y="216"/>
                    </a:lnTo>
                    <a:cubicBezTo>
                      <a:pt x="124" y="248"/>
                      <a:pt x="124" y="248"/>
                      <a:pt x="124" y="278"/>
                    </a:cubicBezTo>
                    <a:lnTo>
                      <a:pt x="124" y="278"/>
                    </a:lnTo>
                    <a:lnTo>
                      <a:pt x="94" y="309"/>
                    </a:lnTo>
                    <a:lnTo>
                      <a:pt x="94" y="309"/>
                    </a:lnTo>
                    <a:lnTo>
                      <a:pt x="94" y="309"/>
                    </a:lnTo>
                    <a:cubicBezTo>
                      <a:pt x="63" y="309"/>
                      <a:pt x="63" y="309"/>
                      <a:pt x="63" y="278"/>
                    </a:cubicBezTo>
                    <a:lnTo>
                      <a:pt x="63" y="278"/>
                    </a:lnTo>
                    <a:cubicBezTo>
                      <a:pt x="63" y="309"/>
                      <a:pt x="63" y="309"/>
                      <a:pt x="63" y="309"/>
                    </a:cubicBezTo>
                    <a:lnTo>
                      <a:pt x="63" y="309"/>
                    </a:lnTo>
                    <a:lnTo>
                      <a:pt x="63" y="340"/>
                    </a:lnTo>
                    <a:lnTo>
                      <a:pt x="63" y="340"/>
                    </a:lnTo>
                    <a:lnTo>
                      <a:pt x="63" y="340"/>
                    </a:lnTo>
                    <a:lnTo>
                      <a:pt x="63" y="372"/>
                    </a:lnTo>
                    <a:lnTo>
                      <a:pt x="63" y="372"/>
                    </a:lnTo>
                    <a:cubicBezTo>
                      <a:pt x="63" y="372"/>
                      <a:pt x="63" y="372"/>
                      <a:pt x="63" y="402"/>
                    </a:cubicBezTo>
                    <a:lnTo>
                      <a:pt x="63" y="402"/>
                    </a:lnTo>
                    <a:cubicBezTo>
                      <a:pt x="63" y="402"/>
                      <a:pt x="63" y="402"/>
                      <a:pt x="31" y="402"/>
                    </a:cubicBezTo>
                    <a:cubicBezTo>
                      <a:pt x="31" y="433"/>
                      <a:pt x="31" y="433"/>
                      <a:pt x="31" y="433"/>
                    </a:cubicBezTo>
                    <a:cubicBezTo>
                      <a:pt x="31" y="433"/>
                      <a:pt x="31" y="433"/>
                      <a:pt x="0" y="433"/>
                    </a:cubicBezTo>
                    <a:cubicBezTo>
                      <a:pt x="0" y="464"/>
                      <a:pt x="0" y="464"/>
                      <a:pt x="0" y="464"/>
                    </a:cubicBezTo>
                    <a:lnTo>
                      <a:pt x="0" y="464"/>
                    </a:lnTo>
                    <a:lnTo>
                      <a:pt x="0" y="464"/>
                    </a:lnTo>
                    <a:lnTo>
                      <a:pt x="31" y="464"/>
                    </a:lnTo>
                    <a:lnTo>
                      <a:pt x="31" y="464"/>
                    </a:lnTo>
                    <a:lnTo>
                      <a:pt x="63" y="496"/>
                    </a:lnTo>
                    <a:lnTo>
                      <a:pt x="63" y="496"/>
                    </a:lnTo>
                    <a:cubicBezTo>
                      <a:pt x="94" y="496"/>
                      <a:pt x="94" y="526"/>
                      <a:pt x="94" y="526"/>
                    </a:cubicBezTo>
                    <a:cubicBezTo>
                      <a:pt x="94" y="526"/>
                      <a:pt x="94" y="526"/>
                      <a:pt x="94" y="557"/>
                    </a:cubicBezTo>
                    <a:lnTo>
                      <a:pt x="94" y="557"/>
                    </a:lnTo>
                    <a:cubicBezTo>
                      <a:pt x="94" y="588"/>
                      <a:pt x="94" y="588"/>
                      <a:pt x="94" y="588"/>
                    </a:cubicBezTo>
                    <a:cubicBezTo>
                      <a:pt x="94" y="620"/>
                      <a:pt x="124" y="620"/>
                      <a:pt x="124" y="620"/>
                    </a:cubicBezTo>
                    <a:cubicBezTo>
                      <a:pt x="124" y="681"/>
                      <a:pt x="124" y="712"/>
                      <a:pt x="94" y="712"/>
                    </a:cubicBezTo>
                    <a:cubicBezTo>
                      <a:pt x="94" y="744"/>
                      <a:pt x="94" y="744"/>
                      <a:pt x="94" y="744"/>
                    </a:cubicBezTo>
                    <a:lnTo>
                      <a:pt x="94" y="744"/>
                    </a:lnTo>
                    <a:lnTo>
                      <a:pt x="124" y="744"/>
                    </a:lnTo>
                    <a:lnTo>
                      <a:pt x="155" y="744"/>
                    </a:lnTo>
                    <a:cubicBezTo>
                      <a:pt x="155" y="744"/>
                      <a:pt x="155" y="744"/>
                      <a:pt x="187" y="744"/>
                    </a:cubicBezTo>
                    <a:cubicBezTo>
                      <a:pt x="187" y="712"/>
                      <a:pt x="187" y="712"/>
                      <a:pt x="218" y="712"/>
                    </a:cubicBezTo>
                    <a:lnTo>
                      <a:pt x="218" y="712"/>
                    </a:lnTo>
                    <a:cubicBezTo>
                      <a:pt x="218" y="681"/>
                      <a:pt x="218" y="681"/>
                      <a:pt x="218" y="650"/>
                    </a:cubicBezTo>
                    <a:cubicBezTo>
                      <a:pt x="218" y="650"/>
                      <a:pt x="218" y="650"/>
                      <a:pt x="248" y="650"/>
                    </a:cubicBezTo>
                    <a:lnTo>
                      <a:pt x="248" y="650"/>
                    </a:lnTo>
                    <a:lnTo>
                      <a:pt x="248" y="650"/>
                    </a:lnTo>
                    <a:lnTo>
                      <a:pt x="248" y="650"/>
                    </a:lnTo>
                    <a:lnTo>
                      <a:pt x="248" y="620"/>
                    </a:lnTo>
                    <a:cubicBezTo>
                      <a:pt x="218" y="620"/>
                      <a:pt x="218" y="620"/>
                      <a:pt x="218" y="620"/>
                    </a:cubicBezTo>
                    <a:lnTo>
                      <a:pt x="218" y="620"/>
                    </a:lnTo>
                    <a:cubicBezTo>
                      <a:pt x="218" y="588"/>
                      <a:pt x="248" y="588"/>
                      <a:pt x="248"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92" name="Freeform 141">
                <a:extLst>
                  <a:ext uri="{FF2B5EF4-FFF2-40B4-BE49-F238E27FC236}">
                    <a16:creationId xmlns:a16="http://schemas.microsoft.com/office/drawing/2014/main" id="{68FA3E73-4C42-463F-A582-5C70CA44D92C}"/>
                  </a:ext>
                </a:extLst>
              </p:cNvPr>
              <p:cNvSpPr>
                <a:spLocks noChangeArrowheads="1"/>
              </p:cNvSpPr>
              <p:nvPr/>
            </p:nvSpPr>
            <p:spPr bwMode="auto">
              <a:xfrm>
                <a:off x="5510213" y="1981200"/>
                <a:ext cx="44450" cy="34925"/>
              </a:xfrm>
              <a:custGeom>
                <a:avLst/>
                <a:gdLst>
                  <a:gd name="T0" fmla="*/ 94 w 125"/>
                  <a:gd name="T1" fmla="*/ 0 h 95"/>
                  <a:gd name="T2" fmla="*/ 94 w 125"/>
                  <a:gd name="T3" fmla="*/ 0 h 95"/>
                  <a:gd name="T4" fmla="*/ 94 w 125"/>
                  <a:gd name="T5" fmla="*/ 0 h 95"/>
                  <a:gd name="T6" fmla="*/ 94 w 125"/>
                  <a:gd name="T7" fmla="*/ 0 h 95"/>
                  <a:gd name="T8" fmla="*/ 94 w 125"/>
                  <a:gd name="T9" fmla="*/ 0 h 95"/>
                  <a:gd name="T10" fmla="*/ 94 w 125"/>
                  <a:gd name="T11" fmla="*/ 0 h 95"/>
                  <a:gd name="T12" fmla="*/ 94 w 125"/>
                  <a:gd name="T13" fmla="*/ 31 h 95"/>
                  <a:gd name="T14" fmla="*/ 94 w 125"/>
                  <a:gd name="T15" fmla="*/ 31 h 95"/>
                  <a:gd name="T16" fmla="*/ 63 w 125"/>
                  <a:gd name="T17" fmla="*/ 63 h 95"/>
                  <a:gd name="T18" fmla="*/ 31 w 125"/>
                  <a:gd name="T19" fmla="*/ 63 h 95"/>
                  <a:gd name="T20" fmla="*/ 31 w 125"/>
                  <a:gd name="T21" fmla="*/ 63 h 95"/>
                  <a:gd name="T22" fmla="*/ 0 w 125"/>
                  <a:gd name="T23" fmla="*/ 94 h 95"/>
                  <a:gd name="T24" fmla="*/ 0 w 125"/>
                  <a:gd name="T25" fmla="*/ 94 h 95"/>
                  <a:gd name="T26" fmla="*/ 0 w 125"/>
                  <a:gd name="T27" fmla="*/ 94 h 95"/>
                  <a:gd name="T28" fmla="*/ 0 w 125"/>
                  <a:gd name="T29" fmla="*/ 94 h 95"/>
                  <a:gd name="T30" fmla="*/ 0 w 125"/>
                  <a:gd name="T31" fmla="*/ 94 h 95"/>
                  <a:gd name="T32" fmla="*/ 31 w 125"/>
                  <a:gd name="T33" fmla="*/ 94 h 95"/>
                  <a:gd name="T34" fmla="*/ 31 w 125"/>
                  <a:gd name="T35" fmla="*/ 94 h 95"/>
                  <a:gd name="T36" fmla="*/ 63 w 125"/>
                  <a:gd name="T37" fmla="*/ 94 h 95"/>
                  <a:gd name="T38" fmla="*/ 63 w 125"/>
                  <a:gd name="T39" fmla="*/ 94 h 95"/>
                  <a:gd name="T40" fmla="*/ 63 w 125"/>
                  <a:gd name="T41" fmla="*/ 63 h 95"/>
                  <a:gd name="T42" fmla="*/ 94 w 125"/>
                  <a:gd name="T43" fmla="*/ 63 h 95"/>
                  <a:gd name="T44" fmla="*/ 94 w 125"/>
                  <a:gd name="T45" fmla="*/ 31 h 95"/>
                  <a:gd name="T46" fmla="*/ 124 w 125"/>
                  <a:gd name="T47" fmla="*/ 31 h 95"/>
                  <a:gd name="T48" fmla="*/ 94 w 125"/>
                  <a:gd name="T4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5" h="95">
                    <a:moveTo>
                      <a:pt x="94" y="0"/>
                    </a:moveTo>
                    <a:lnTo>
                      <a:pt x="94" y="0"/>
                    </a:lnTo>
                    <a:lnTo>
                      <a:pt x="94" y="0"/>
                    </a:lnTo>
                    <a:lnTo>
                      <a:pt x="94" y="0"/>
                    </a:lnTo>
                    <a:lnTo>
                      <a:pt x="94" y="0"/>
                    </a:lnTo>
                    <a:lnTo>
                      <a:pt x="94" y="0"/>
                    </a:lnTo>
                    <a:cubicBezTo>
                      <a:pt x="94" y="31"/>
                      <a:pt x="94" y="31"/>
                      <a:pt x="94" y="31"/>
                    </a:cubicBezTo>
                    <a:lnTo>
                      <a:pt x="94" y="31"/>
                    </a:lnTo>
                    <a:cubicBezTo>
                      <a:pt x="63" y="63"/>
                      <a:pt x="63" y="63"/>
                      <a:pt x="63" y="63"/>
                    </a:cubicBezTo>
                    <a:lnTo>
                      <a:pt x="31" y="63"/>
                    </a:lnTo>
                    <a:lnTo>
                      <a:pt x="31" y="63"/>
                    </a:lnTo>
                    <a:cubicBezTo>
                      <a:pt x="31" y="63"/>
                      <a:pt x="0" y="63"/>
                      <a:pt x="0" y="94"/>
                    </a:cubicBezTo>
                    <a:lnTo>
                      <a:pt x="0" y="94"/>
                    </a:lnTo>
                    <a:lnTo>
                      <a:pt x="0" y="94"/>
                    </a:lnTo>
                    <a:lnTo>
                      <a:pt x="0" y="94"/>
                    </a:lnTo>
                    <a:lnTo>
                      <a:pt x="0" y="94"/>
                    </a:lnTo>
                    <a:cubicBezTo>
                      <a:pt x="0" y="94"/>
                      <a:pt x="0" y="94"/>
                      <a:pt x="31" y="94"/>
                    </a:cubicBezTo>
                    <a:lnTo>
                      <a:pt x="31" y="94"/>
                    </a:lnTo>
                    <a:cubicBezTo>
                      <a:pt x="31" y="94"/>
                      <a:pt x="31" y="94"/>
                      <a:pt x="63" y="94"/>
                    </a:cubicBezTo>
                    <a:lnTo>
                      <a:pt x="63" y="94"/>
                    </a:lnTo>
                    <a:lnTo>
                      <a:pt x="63" y="63"/>
                    </a:lnTo>
                    <a:cubicBezTo>
                      <a:pt x="63" y="63"/>
                      <a:pt x="63" y="63"/>
                      <a:pt x="94" y="63"/>
                    </a:cubicBezTo>
                    <a:lnTo>
                      <a:pt x="94" y="31"/>
                    </a:lnTo>
                    <a:lnTo>
                      <a:pt x="124" y="31"/>
                    </a:lnTo>
                    <a:lnTo>
                      <a:pt x="94"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93" name="Freeform 142">
                <a:extLst>
                  <a:ext uri="{FF2B5EF4-FFF2-40B4-BE49-F238E27FC236}">
                    <a16:creationId xmlns:a16="http://schemas.microsoft.com/office/drawing/2014/main" id="{4A37DF63-9CA3-D397-AE8E-3EA62C559DC6}"/>
                  </a:ext>
                </a:extLst>
              </p:cNvPr>
              <p:cNvSpPr>
                <a:spLocks noChangeArrowheads="1"/>
              </p:cNvSpPr>
              <p:nvPr/>
            </p:nvSpPr>
            <p:spPr bwMode="auto">
              <a:xfrm>
                <a:off x="5922963" y="2917825"/>
                <a:ext cx="781050" cy="625475"/>
              </a:xfrm>
              <a:custGeom>
                <a:avLst/>
                <a:gdLst>
                  <a:gd name="T0" fmla="*/ 2170 w 2171"/>
                  <a:gd name="T1" fmla="*/ 1054 h 1736"/>
                  <a:gd name="T2" fmla="*/ 2170 w 2171"/>
                  <a:gd name="T3" fmla="*/ 930 h 1736"/>
                  <a:gd name="T4" fmla="*/ 2139 w 2171"/>
                  <a:gd name="T5" fmla="*/ 868 h 1736"/>
                  <a:gd name="T6" fmla="*/ 2015 w 2171"/>
                  <a:gd name="T7" fmla="*/ 744 h 1736"/>
                  <a:gd name="T8" fmla="*/ 1984 w 2171"/>
                  <a:gd name="T9" fmla="*/ 713 h 1736"/>
                  <a:gd name="T10" fmla="*/ 1953 w 2171"/>
                  <a:gd name="T11" fmla="*/ 650 h 1736"/>
                  <a:gd name="T12" fmla="*/ 1860 w 2171"/>
                  <a:gd name="T13" fmla="*/ 558 h 1736"/>
                  <a:gd name="T14" fmla="*/ 1767 w 2171"/>
                  <a:gd name="T15" fmla="*/ 402 h 1736"/>
                  <a:gd name="T16" fmla="*/ 1736 w 2171"/>
                  <a:gd name="T17" fmla="*/ 278 h 1736"/>
                  <a:gd name="T18" fmla="*/ 1705 w 2171"/>
                  <a:gd name="T19" fmla="*/ 186 h 1736"/>
                  <a:gd name="T20" fmla="*/ 1612 w 2171"/>
                  <a:gd name="T21" fmla="*/ 124 h 1736"/>
                  <a:gd name="T22" fmla="*/ 1581 w 2171"/>
                  <a:gd name="T23" fmla="*/ 0 h 1736"/>
                  <a:gd name="T24" fmla="*/ 1581 w 2171"/>
                  <a:gd name="T25" fmla="*/ 61 h 1736"/>
                  <a:gd name="T26" fmla="*/ 1550 w 2171"/>
                  <a:gd name="T27" fmla="*/ 278 h 1736"/>
                  <a:gd name="T28" fmla="*/ 1457 w 2171"/>
                  <a:gd name="T29" fmla="*/ 434 h 1736"/>
                  <a:gd name="T30" fmla="*/ 1364 w 2171"/>
                  <a:gd name="T31" fmla="*/ 372 h 1736"/>
                  <a:gd name="T32" fmla="*/ 1178 w 2171"/>
                  <a:gd name="T33" fmla="*/ 217 h 1736"/>
                  <a:gd name="T34" fmla="*/ 1240 w 2171"/>
                  <a:gd name="T35" fmla="*/ 93 h 1736"/>
                  <a:gd name="T36" fmla="*/ 1271 w 2171"/>
                  <a:gd name="T37" fmla="*/ 61 h 1736"/>
                  <a:gd name="T38" fmla="*/ 1147 w 2171"/>
                  <a:gd name="T39" fmla="*/ 61 h 1736"/>
                  <a:gd name="T40" fmla="*/ 1054 w 2171"/>
                  <a:gd name="T41" fmla="*/ 61 h 1736"/>
                  <a:gd name="T42" fmla="*/ 961 w 2171"/>
                  <a:gd name="T43" fmla="*/ 93 h 1736"/>
                  <a:gd name="T44" fmla="*/ 900 w 2171"/>
                  <a:gd name="T45" fmla="*/ 186 h 1736"/>
                  <a:gd name="T46" fmla="*/ 868 w 2171"/>
                  <a:gd name="T47" fmla="*/ 248 h 1736"/>
                  <a:gd name="T48" fmla="*/ 806 w 2171"/>
                  <a:gd name="T49" fmla="*/ 248 h 1736"/>
                  <a:gd name="T50" fmla="*/ 775 w 2171"/>
                  <a:gd name="T51" fmla="*/ 217 h 1736"/>
                  <a:gd name="T52" fmla="*/ 682 w 2171"/>
                  <a:gd name="T53" fmla="*/ 248 h 1736"/>
                  <a:gd name="T54" fmla="*/ 620 w 2171"/>
                  <a:gd name="T55" fmla="*/ 310 h 1736"/>
                  <a:gd name="T56" fmla="*/ 558 w 2171"/>
                  <a:gd name="T57" fmla="*/ 372 h 1736"/>
                  <a:gd name="T58" fmla="*/ 496 w 2171"/>
                  <a:gd name="T59" fmla="*/ 372 h 1736"/>
                  <a:gd name="T60" fmla="*/ 496 w 2171"/>
                  <a:gd name="T61" fmla="*/ 402 h 1736"/>
                  <a:gd name="T62" fmla="*/ 372 w 2171"/>
                  <a:gd name="T63" fmla="*/ 558 h 1736"/>
                  <a:gd name="T64" fmla="*/ 310 w 2171"/>
                  <a:gd name="T65" fmla="*/ 558 h 1736"/>
                  <a:gd name="T66" fmla="*/ 186 w 2171"/>
                  <a:gd name="T67" fmla="*/ 620 h 1736"/>
                  <a:gd name="T68" fmla="*/ 62 w 2171"/>
                  <a:gd name="T69" fmla="*/ 713 h 1736"/>
                  <a:gd name="T70" fmla="*/ 0 w 2171"/>
                  <a:gd name="T71" fmla="*/ 806 h 1736"/>
                  <a:gd name="T72" fmla="*/ 32 w 2171"/>
                  <a:gd name="T73" fmla="*/ 961 h 1736"/>
                  <a:gd name="T74" fmla="*/ 62 w 2171"/>
                  <a:gd name="T75" fmla="*/ 1085 h 1736"/>
                  <a:gd name="T76" fmla="*/ 124 w 2171"/>
                  <a:gd name="T77" fmla="*/ 1302 h 1736"/>
                  <a:gd name="T78" fmla="*/ 124 w 2171"/>
                  <a:gd name="T79" fmla="*/ 1457 h 1736"/>
                  <a:gd name="T80" fmla="*/ 217 w 2171"/>
                  <a:gd name="T81" fmla="*/ 1487 h 1736"/>
                  <a:gd name="T82" fmla="*/ 404 w 2171"/>
                  <a:gd name="T83" fmla="*/ 1426 h 1736"/>
                  <a:gd name="T84" fmla="*/ 528 w 2171"/>
                  <a:gd name="T85" fmla="*/ 1426 h 1736"/>
                  <a:gd name="T86" fmla="*/ 652 w 2171"/>
                  <a:gd name="T87" fmla="*/ 1333 h 1736"/>
                  <a:gd name="T88" fmla="*/ 837 w 2171"/>
                  <a:gd name="T89" fmla="*/ 1270 h 1736"/>
                  <a:gd name="T90" fmla="*/ 930 w 2171"/>
                  <a:gd name="T91" fmla="*/ 1270 h 1736"/>
                  <a:gd name="T92" fmla="*/ 1147 w 2171"/>
                  <a:gd name="T93" fmla="*/ 1364 h 1736"/>
                  <a:gd name="T94" fmla="*/ 1302 w 2171"/>
                  <a:gd name="T95" fmla="*/ 1394 h 1736"/>
                  <a:gd name="T96" fmla="*/ 1364 w 2171"/>
                  <a:gd name="T97" fmla="*/ 1364 h 1736"/>
                  <a:gd name="T98" fmla="*/ 1395 w 2171"/>
                  <a:gd name="T99" fmla="*/ 1518 h 1736"/>
                  <a:gd name="T100" fmla="*/ 1488 w 2171"/>
                  <a:gd name="T101" fmla="*/ 1674 h 1736"/>
                  <a:gd name="T102" fmla="*/ 1581 w 2171"/>
                  <a:gd name="T103" fmla="*/ 1705 h 1736"/>
                  <a:gd name="T104" fmla="*/ 1674 w 2171"/>
                  <a:gd name="T105" fmla="*/ 1705 h 1736"/>
                  <a:gd name="T106" fmla="*/ 1798 w 2171"/>
                  <a:gd name="T107" fmla="*/ 1735 h 1736"/>
                  <a:gd name="T108" fmla="*/ 1922 w 2171"/>
                  <a:gd name="T109" fmla="*/ 1674 h 1736"/>
                  <a:gd name="T110" fmla="*/ 1984 w 2171"/>
                  <a:gd name="T111" fmla="*/ 1674 h 1736"/>
                  <a:gd name="T112" fmla="*/ 2046 w 2171"/>
                  <a:gd name="T113" fmla="*/ 1457 h 1736"/>
                  <a:gd name="T114" fmla="*/ 2139 w 2171"/>
                  <a:gd name="T115" fmla="*/ 1333 h 1736"/>
                  <a:gd name="T116" fmla="*/ 2170 w 2171"/>
                  <a:gd name="T117" fmla="*/ 1116 h 1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71" h="1736">
                    <a:moveTo>
                      <a:pt x="2170" y="1054"/>
                    </a:moveTo>
                    <a:lnTo>
                      <a:pt x="2170" y="1054"/>
                    </a:lnTo>
                    <a:lnTo>
                      <a:pt x="2170" y="1054"/>
                    </a:lnTo>
                    <a:lnTo>
                      <a:pt x="2170" y="1054"/>
                    </a:lnTo>
                    <a:cubicBezTo>
                      <a:pt x="2139" y="1022"/>
                      <a:pt x="2139" y="1022"/>
                      <a:pt x="2139" y="992"/>
                    </a:cubicBezTo>
                    <a:cubicBezTo>
                      <a:pt x="2170" y="992"/>
                      <a:pt x="2170" y="992"/>
                      <a:pt x="2170" y="961"/>
                    </a:cubicBezTo>
                    <a:lnTo>
                      <a:pt x="2170" y="961"/>
                    </a:lnTo>
                    <a:cubicBezTo>
                      <a:pt x="2170" y="930"/>
                      <a:pt x="2170" y="930"/>
                      <a:pt x="2170" y="930"/>
                    </a:cubicBezTo>
                    <a:lnTo>
                      <a:pt x="2170" y="930"/>
                    </a:lnTo>
                    <a:lnTo>
                      <a:pt x="2170" y="898"/>
                    </a:lnTo>
                    <a:cubicBezTo>
                      <a:pt x="2139" y="898"/>
                      <a:pt x="2139" y="898"/>
                      <a:pt x="2139" y="898"/>
                    </a:cubicBezTo>
                    <a:lnTo>
                      <a:pt x="2139" y="868"/>
                    </a:lnTo>
                    <a:cubicBezTo>
                      <a:pt x="2108" y="868"/>
                      <a:pt x="2108" y="868"/>
                      <a:pt x="2108" y="837"/>
                    </a:cubicBezTo>
                    <a:lnTo>
                      <a:pt x="2108" y="837"/>
                    </a:lnTo>
                    <a:cubicBezTo>
                      <a:pt x="2108" y="837"/>
                      <a:pt x="2077" y="837"/>
                      <a:pt x="2077" y="806"/>
                    </a:cubicBezTo>
                    <a:cubicBezTo>
                      <a:pt x="2046" y="774"/>
                      <a:pt x="2046" y="774"/>
                      <a:pt x="2015" y="744"/>
                    </a:cubicBezTo>
                    <a:lnTo>
                      <a:pt x="2015" y="744"/>
                    </a:lnTo>
                    <a:lnTo>
                      <a:pt x="2015" y="744"/>
                    </a:lnTo>
                    <a:lnTo>
                      <a:pt x="2015" y="744"/>
                    </a:lnTo>
                    <a:cubicBezTo>
                      <a:pt x="1984" y="744"/>
                      <a:pt x="1984" y="744"/>
                      <a:pt x="1984" y="713"/>
                    </a:cubicBezTo>
                    <a:cubicBezTo>
                      <a:pt x="1953" y="713"/>
                      <a:pt x="1953" y="713"/>
                      <a:pt x="1953" y="682"/>
                    </a:cubicBezTo>
                    <a:lnTo>
                      <a:pt x="1953" y="682"/>
                    </a:lnTo>
                    <a:cubicBezTo>
                      <a:pt x="1953" y="650"/>
                      <a:pt x="1953" y="650"/>
                      <a:pt x="1953" y="650"/>
                    </a:cubicBezTo>
                    <a:lnTo>
                      <a:pt x="1953" y="650"/>
                    </a:lnTo>
                    <a:lnTo>
                      <a:pt x="1953" y="620"/>
                    </a:lnTo>
                    <a:cubicBezTo>
                      <a:pt x="1922" y="620"/>
                      <a:pt x="1922" y="620"/>
                      <a:pt x="1922" y="589"/>
                    </a:cubicBezTo>
                    <a:cubicBezTo>
                      <a:pt x="1922" y="589"/>
                      <a:pt x="1922" y="589"/>
                      <a:pt x="1891" y="558"/>
                    </a:cubicBezTo>
                    <a:cubicBezTo>
                      <a:pt x="1891" y="558"/>
                      <a:pt x="1891" y="558"/>
                      <a:pt x="1860" y="558"/>
                    </a:cubicBezTo>
                    <a:lnTo>
                      <a:pt x="1860" y="526"/>
                    </a:lnTo>
                    <a:lnTo>
                      <a:pt x="1860" y="526"/>
                    </a:lnTo>
                    <a:cubicBezTo>
                      <a:pt x="1829" y="526"/>
                      <a:pt x="1798" y="526"/>
                      <a:pt x="1798" y="496"/>
                    </a:cubicBezTo>
                    <a:cubicBezTo>
                      <a:pt x="1767" y="465"/>
                      <a:pt x="1767" y="434"/>
                      <a:pt x="1767" y="402"/>
                    </a:cubicBezTo>
                    <a:lnTo>
                      <a:pt x="1767" y="402"/>
                    </a:lnTo>
                    <a:cubicBezTo>
                      <a:pt x="1767" y="372"/>
                      <a:pt x="1767" y="372"/>
                      <a:pt x="1767" y="372"/>
                    </a:cubicBezTo>
                    <a:cubicBezTo>
                      <a:pt x="1736" y="341"/>
                      <a:pt x="1736" y="341"/>
                      <a:pt x="1736" y="341"/>
                    </a:cubicBezTo>
                    <a:cubicBezTo>
                      <a:pt x="1736" y="310"/>
                      <a:pt x="1736" y="310"/>
                      <a:pt x="1736" y="278"/>
                    </a:cubicBezTo>
                    <a:cubicBezTo>
                      <a:pt x="1736" y="278"/>
                      <a:pt x="1736" y="248"/>
                      <a:pt x="1705" y="217"/>
                    </a:cubicBezTo>
                    <a:lnTo>
                      <a:pt x="1705" y="217"/>
                    </a:lnTo>
                    <a:lnTo>
                      <a:pt x="1705" y="186"/>
                    </a:lnTo>
                    <a:lnTo>
                      <a:pt x="1705" y="186"/>
                    </a:lnTo>
                    <a:cubicBezTo>
                      <a:pt x="1674" y="217"/>
                      <a:pt x="1674" y="217"/>
                      <a:pt x="1674" y="217"/>
                    </a:cubicBezTo>
                    <a:cubicBezTo>
                      <a:pt x="1643" y="217"/>
                      <a:pt x="1643" y="186"/>
                      <a:pt x="1643" y="186"/>
                    </a:cubicBezTo>
                    <a:lnTo>
                      <a:pt x="1643" y="186"/>
                    </a:lnTo>
                    <a:cubicBezTo>
                      <a:pt x="1612" y="155"/>
                      <a:pt x="1612" y="155"/>
                      <a:pt x="1612" y="124"/>
                    </a:cubicBezTo>
                    <a:lnTo>
                      <a:pt x="1612" y="93"/>
                    </a:lnTo>
                    <a:lnTo>
                      <a:pt x="1612" y="93"/>
                    </a:lnTo>
                    <a:cubicBezTo>
                      <a:pt x="1612" y="93"/>
                      <a:pt x="1612" y="93"/>
                      <a:pt x="1612" y="61"/>
                    </a:cubicBezTo>
                    <a:cubicBezTo>
                      <a:pt x="1612" y="61"/>
                      <a:pt x="1581" y="31"/>
                      <a:pt x="1581" y="0"/>
                    </a:cubicBezTo>
                    <a:lnTo>
                      <a:pt x="1581" y="0"/>
                    </a:lnTo>
                    <a:lnTo>
                      <a:pt x="1581" y="31"/>
                    </a:lnTo>
                    <a:lnTo>
                      <a:pt x="1581" y="61"/>
                    </a:lnTo>
                    <a:lnTo>
                      <a:pt x="1581" y="61"/>
                    </a:lnTo>
                    <a:cubicBezTo>
                      <a:pt x="1581" y="93"/>
                      <a:pt x="1581" y="93"/>
                      <a:pt x="1581" y="93"/>
                    </a:cubicBezTo>
                    <a:cubicBezTo>
                      <a:pt x="1581" y="93"/>
                      <a:pt x="1581" y="93"/>
                      <a:pt x="1550" y="124"/>
                    </a:cubicBezTo>
                    <a:cubicBezTo>
                      <a:pt x="1550" y="124"/>
                      <a:pt x="1550" y="186"/>
                      <a:pt x="1581" y="217"/>
                    </a:cubicBezTo>
                    <a:cubicBezTo>
                      <a:pt x="1581" y="248"/>
                      <a:pt x="1581" y="278"/>
                      <a:pt x="1550" y="278"/>
                    </a:cubicBezTo>
                    <a:cubicBezTo>
                      <a:pt x="1550" y="278"/>
                      <a:pt x="1550" y="278"/>
                      <a:pt x="1550" y="310"/>
                    </a:cubicBezTo>
                    <a:cubicBezTo>
                      <a:pt x="1550" y="341"/>
                      <a:pt x="1519" y="372"/>
                      <a:pt x="1519" y="402"/>
                    </a:cubicBezTo>
                    <a:lnTo>
                      <a:pt x="1519" y="402"/>
                    </a:lnTo>
                    <a:cubicBezTo>
                      <a:pt x="1488" y="402"/>
                      <a:pt x="1457" y="434"/>
                      <a:pt x="1457" y="434"/>
                    </a:cubicBezTo>
                    <a:lnTo>
                      <a:pt x="1457" y="434"/>
                    </a:lnTo>
                    <a:cubicBezTo>
                      <a:pt x="1426" y="402"/>
                      <a:pt x="1395" y="402"/>
                      <a:pt x="1395" y="372"/>
                    </a:cubicBezTo>
                    <a:lnTo>
                      <a:pt x="1395" y="372"/>
                    </a:lnTo>
                    <a:cubicBezTo>
                      <a:pt x="1364" y="372"/>
                      <a:pt x="1364" y="372"/>
                      <a:pt x="1364" y="372"/>
                    </a:cubicBezTo>
                    <a:lnTo>
                      <a:pt x="1333" y="372"/>
                    </a:lnTo>
                    <a:lnTo>
                      <a:pt x="1302" y="341"/>
                    </a:lnTo>
                    <a:cubicBezTo>
                      <a:pt x="1271" y="310"/>
                      <a:pt x="1271" y="310"/>
                      <a:pt x="1271" y="310"/>
                    </a:cubicBezTo>
                    <a:cubicBezTo>
                      <a:pt x="1240" y="278"/>
                      <a:pt x="1209" y="248"/>
                      <a:pt x="1178" y="217"/>
                    </a:cubicBezTo>
                    <a:lnTo>
                      <a:pt x="1178" y="186"/>
                    </a:lnTo>
                    <a:cubicBezTo>
                      <a:pt x="1178" y="186"/>
                      <a:pt x="1178" y="186"/>
                      <a:pt x="1178" y="155"/>
                    </a:cubicBezTo>
                    <a:lnTo>
                      <a:pt x="1209" y="124"/>
                    </a:lnTo>
                    <a:cubicBezTo>
                      <a:pt x="1209" y="93"/>
                      <a:pt x="1209" y="93"/>
                      <a:pt x="1240" y="93"/>
                    </a:cubicBezTo>
                    <a:lnTo>
                      <a:pt x="1240" y="93"/>
                    </a:lnTo>
                    <a:cubicBezTo>
                      <a:pt x="1240" y="93"/>
                      <a:pt x="1240" y="93"/>
                      <a:pt x="1271" y="93"/>
                    </a:cubicBezTo>
                    <a:lnTo>
                      <a:pt x="1271" y="93"/>
                    </a:lnTo>
                    <a:lnTo>
                      <a:pt x="1271" y="61"/>
                    </a:lnTo>
                    <a:cubicBezTo>
                      <a:pt x="1240" y="61"/>
                      <a:pt x="1240" y="61"/>
                      <a:pt x="1240" y="61"/>
                    </a:cubicBezTo>
                    <a:lnTo>
                      <a:pt x="1209" y="61"/>
                    </a:lnTo>
                    <a:cubicBezTo>
                      <a:pt x="1178" y="61"/>
                      <a:pt x="1178" y="61"/>
                      <a:pt x="1178" y="61"/>
                    </a:cubicBezTo>
                    <a:lnTo>
                      <a:pt x="1147" y="61"/>
                    </a:lnTo>
                    <a:cubicBezTo>
                      <a:pt x="1147" y="61"/>
                      <a:pt x="1116" y="61"/>
                      <a:pt x="1116" y="31"/>
                    </a:cubicBezTo>
                    <a:cubicBezTo>
                      <a:pt x="1116" y="61"/>
                      <a:pt x="1116" y="61"/>
                      <a:pt x="1085" y="61"/>
                    </a:cubicBezTo>
                    <a:cubicBezTo>
                      <a:pt x="1085" y="61"/>
                      <a:pt x="1085" y="31"/>
                      <a:pt x="1054" y="31"/>
                    </a:cubicBezTo>
                    <a:lnTo>
                      <a:pt x="1054" y="61"/>
                    </a:lnTo>
                    <a:lnTo>
                      <a:pt x="1023" y="93"/>
                    </a:lnTo>
                    <a:cubicBezTo>
                      <a:pt x="1023" y="93"/>
                      <a:pt x="1023" y="61"/>
                      <a:pt x="992" y="61"/>
                    </a:cubicBezTo>
                    <a:cubicBezTo>
                      <a:pt x="992" y="61"/>
                      <a:pt x="992" y="61"/>
                      <a:pt x="961" y="61"/>
                    </a:cubicBezTo>
                    <a:lnTo>
                      <a:pt x="961" y="93"/>
                    </a:lnTo>
                    <a:cubicBezTo>
                      <a:pt x="961" y="93"/>
                      <a:pt x="961" y="124"/>
                      <a:pt x="930" y="124"/>
                    </a:cubicBezTo>
                    <a:cubicBezTo>
                      <a:pt x="930" y="155"/>
                      <a:pt x="930" y="155"/>
                      <a:pt x="900" y="155"/>
                    </a:cubicBezTo>
                    <a:lnTo>
                      <a:pt x="900" y="155"/>
                    </a:lnTo>
                    <a:lnTo>
                      <a:pt x="900" y="186"/>
                    </a:lnTo>
                    <a:cubicBezTo>
                      <a:pt x="900" y="217"/>
                      <a:pt x="900" y="217"/>
                      <a:pt x="900" y="217"/>
                    </a:cubicBezTo>
                    <a:cubicBezTo>
                      <a:pt x="900" y="278"/>
                      <a:pt x="900" y="278"/>
                      <a:pt x="900" y="278"/>
                    </a:cubicBezTo>
                    <a:cubicBezTo>
                      <a:pt x="868" y="248"/>
                      <a:pt x="868" y="248"/>
                      <a:pt x="868" y="248"/>
                    </a:cubicBezTo>
                    <a:lnTo>
                      <a:pt x="868" y="248"/>
                    </a:lnTo>
                    <a:cubicBezTo>
                      <a:pt x="837" y="248"/>
                      <a:pt x="837" y="248"/>
                      <a:pt x="837" y="248"/>
                    </a:cubicBezTo>
                    <a:lnTo>
                      <a:pt x="837" y="248"/>
                    </a:lnTo>
                    <a:lnTo>
                      <a:pt x="806" y="248"/>
                    </a:lnTo>
                    <a:lnTo>
                      <a:pt x="806" y="248"/>
                    </a:lnTo>
                    <a:lnTo>
                      <a:pt x="806" y="248"/>
                    </a:lnTo>
                    <a:cubicBezTo>
                      <a:pt x="775" y="248"/>
                      <a:pt x="775" y="248"/>
                      <a:pt x="775" y="248"/>
                    </a:cubicBezTo>
                    <a:lnTo>
                      <a:pt x="775" y="217"/>
                    </a:lnTo>
                    <a:lnTo>
                      <a:pt x="775" y="217"/>
                    </a:lnTo>
                    <a:cubicBezTo>
                      <a:pt x="775" y="186"/>
                      <a:pt x="744" y="186"/>
                      <a:pt x="744" y="186"/>
                    </a:cubicBezTo>
                    <a:cubicBezTo>
                      <a:pt x="744" y="186"/>
                      <a:pt x="744" y="186"/>
                      <a:pt x="713" y="186"/>
                    </a:cubicBezTo>
                    <a:cubicBezTo>
                      <a:pt x="713" y="186"/>
                      <a:pt x="713" y="186"/>
                      <a:pt x="682" y="186"/>
                    </a:cubicBezTo>
                    <a:cubicBezTo>
                      <a:pt x="682" y="186"/>
                      <a:pt x="682" y="217"/>
                      <a:pt x="682" y="248"/>
                    </a:cubicBezTo>
                    <a:cubicBezTo>
                      <a:pt x="682" y="248"/>
                      <a:pt x="652" y="248"/>
                      <a:pt x="652" y="278"/>
                    </a:cubicBezTo>
                    <a:lnTo>
                      <a:pt x="652" y="278"/>
                    </a:lnTo>
                    <a:cubicBezTo>
                      <a:pt x="652" y="278"/>
                      <a:pt x="652" y="278"/>
                      <a:pt x="620" y="310"/>
                    </a:cubicBezTo>
                    <a:lnTo>
                      <a:pt x="620" y="310"/>
                    </a:lnTo>
                    <a:cubicBezTo>
                      <a:pt x="620" y="310"/>
                      <a:pt x="620" y="310"/>
                      <a:pt x="589" y="310"/>
                    </a:cubicBezTo>
                    <a:lnTo>
                      <a:pt x="589" y="310"/>
                    </a:lnTo>
                    <a:cubicBezTo>
                      <a:pt x="589" y="310"/>
                      <a:pt x="589" y="310"/>
                      <a:pt x="558" y="310"/>
                    </a:cubicBezTo>
                    <a:cubicBezTo>
                      <a:pt x="558" y="341"/>
                      <a:pt x="558" y="372"/>
                      <a:pt x="558" y="372"/>
                    </a:cubicBezTo>
                    <a:cubicBezTo>
                      <a:pt x="558" y="526"/>
                      <a:pt x="558" y="526"/>
                      <a:pt x="558" y="526"/>
                    </a:cubicBezTo>
                    <a:cubicBezTo>
                      <a:pt x="528" y="402"/>
                      <a:pt x="528" y="402"/>
                      <a:pt x="528" y="402"/>
                    </a:cubicBezTo>
                    <a:cubicBezTo>
                      <a:pt x="528" y="372"/>
                      <a:pt x="528" y="372"/>
                      <a:pt x="496" y="372"/>
                    </a:cubicBezTo>
                    <a:lnTo>
                      <a:pt x="496" y="372"/>
                    </a:lnTo>
                    <a:lnTo>
                      <a:pt x="496" y="372"/>
                    </a:lnTo>
                    <a:lnTo>
                      <a:pt x="496" y="372"/>
                    </a:lnTo>
                    <a:lnTo>
                      <a:pt x="496" y="372"/>
                    </a:lnTo>
                    <a:lnTo>
                      <a:pt x="496" y="402"/>
                    </a:lnTo>
                    <a:cubicBezTo>
                      <a:pt x="496" y="434"/>
                      <a:pt x="496" y="434"/>
                      <a:pt x="465" y="465"/>
                    </a:cubicBezTo>
                    <a:lnTo>
                      <a:pt x="465" y="465"/>
                    </a:lnTo>
                    <a:cubicBezTo>
                      <a:pt x="465" y="465"/>
                      <a:pt x="434" y="496"/>
                      <a:pt x="404" y="526"/>
                    </a:cubicBezTo>
                    <a:cubicBezTo>
                      <a:pt x="404" y="558"/>
                      <a:pt x="404" y="558"/>
                      <a:pt x="372" y="558"/>
                    </a:cubicBezTo>
                    <a:lnTo>
                      <a:pt x="372" y="558"/>
                    </a:lnTo>
                    <a:lnTo>
                      <a:pt x="372" y="558"/>
                    </a:lnTo>
                    <a:cubicBezTo>
                      <a:pt x="341" y="558"/>
                      <a:pt x="341" y="558"/>
                      <a:pt x="341" y="558"/>
                    </a:cubicBezTo>
                    <a:cubicBezTo>
                      <a:pt x="310" y="558"/>
                      <a:pt x="310" y="558"/>
                      <a:pt x="310" y="558"/>
                    </a:cubicBezTo>
                    <a:cubicBezTo>
                      <a:pt x="280" y="558"/>
                      <a:pt x="280" y="589"/>
                      <a:pt x="248" y="589"/>
                    </a:cubicBezTo>
                    <a:cubicBezTo>
                      <a:pt x="248" y="620"/>
                      <a:pt x="217" y="620"/>
                      <a:pt x="217" y="620"/>
                    </a:cubicBezTo>
                    <a:cubicBezTo>
                      <a:pt x="186" y="620"/>
                      <a:pt x="186" y="620"/>
                      <a:pt x="186" y="620"/>
                    </a:cubicBezTo>
                    <a:lnTo>
                      <a:pt x="186" y="620"/>
                    </a:lnTo>
                    <a:lnTo>
                      <a:pt x="156" y="620"/>
                    </a:lnTo>
                    <a:lnTo>
                      <a:pt x="156" y="620"/>
                    </a:lnTo>
                    <a:cubicBezTo>
                      <a:pt x="124" y="650"/>
                      <a:pt x="93" y="682"/>
                      <a:pt x="62" y="682"/>
                    </a:cubicBezTo>
                    <a:cubicBezTo>
                      <a:pt x="62" y="682"/>
                      <a:pt x="62" y="682"/>
                      <a:pt x="62" y="713"/>
                    </a:cubicBezTo>
                    <a:cubicBezTo>
                      <a:pt x="62" y="713"/>
                      <a:pt x="62" y="713"/>
                      <a:pt x="32" y="713"/>
                    </a:cubicBezTo>
                    <a:lnTo>
                      <a:pt x="32" y="713"/>
                    </a:lnTo>
                    <a:cubicBezTo>
                      <a:pt x="32" y="744"/>
                      <a:pt x="32" y="744"/>
                      <a:pt x="32" y="744"/>
                    </a:cubicBezTo>
                    <a:cubicBezTo>
                      <a:pt x="32" y="774"/>
                      <a:pt x="32" y="774"/>
                      <a:pt x="0" y="806"/>
                    </a:cubicBezTo>
                    <a:lnTo>
                      <a:pt x="0" y="806"/>
                    </a:lnTo>
                    <a:cubicBezTo>
                      <a:pt x="0" y="837"/>
                      <a:pt x="0" y="837"/>
                      <a:pt x="32" y="868"/>
                    </a:cubicBezTo>
                    <a:cubicBezTo>
                      <a:pt x="32" y="868"/>
                      <a:pt x="62" y="898"/>
                      <a:pt x="62" y="930"/>
                    </a:cubicBezTo>
                    <a:cubicBezTo>
                      <a:pt x="32" y="930"/>
                      <a:pt x="32" y="961"/>
                      <a:pt x="32" y="961"/>
                    </a:cubicBezTo>
                    <a:cubicBezTo>
                      <a:pt x="32" y="961"/>
                      <a:pt x="32" y="961"/>
                      <a:pt x="0" y="961"/>
                    </a:cubicBezTo>
                    <a:cubicBezTo>
                      <a:pt x="0" y="992"/>
                      <a:pt x="32" y="992"/>
                      <a:pt x="32" y="992"/>
                    </a:cubicBezTo>
                    <a:cubicBezTo>
                      <a:pt x="32" y="992"/>
                      <a:pt x="32" y="1022"/>
                      <a:pt x="32" y="1054"/>
                    </a:cubicBezTo>
                    <a:lnTo>
                      <a:pt x="62" y="1085"/>
                    </a:lnTo>
                    <a:cubicBezTo>
                      <a:pt x="62" y="1116"/>
                      <a:pt x="93" y="1116"/>
                      <a:pt x="93" y="1146"/>
                    </a:cubicBezTo>
                    <a:lnTo>
                      <a:pt x="93" y="1209"/>
                    </a:lnTo>
                    <a:cubicBezTo>
                      <a:pt x="93" y="1209"/>
                      <a:pt x="93" y="1240"/>
                      <a:pt x="124" y="1302"/>
                    </a:cubicBezTo>
                    <a:lnTo>
                      <a:pt x="124" y="1302"/>
                    </a:lnTo>
                    <a:cubicBezTo>
                      <a:pt x="124" y="1333"/>
                      <a:pt x="124" y="1364"/>
                      <a:pt x="124" y="1364"/>
                    </a:cubicBezTo>
                    <a:cubicBezTo>
                      <a:pt x="124" y="1394"/>
                      <a:pt x="124" y="1394"/>
                      <a:pt x="124" y="1394"/>
                    </a:cubicBezTo>
                    <a:cubicBezTo>
                      <a:pt x="124" y="1426"/>
                      <a:pt x="124" y="1426"/>
                      <a:pt x="93" y="1426"/>
                    </a:cubicBezTo>
                    <a:cubicBezTo>
                      <a:pt x="93" y="1457"/>
                      <a:pt x="124" y="1457"/>
                      <a:pt x="124" y="1457"/>
                    </a:cubicBezTo>
                    <a:lnTo>
                      <a:pt x="124" y="1487"/>
                    </a:lnTo>
                    <a:cubicBezTo>
                      <a:pt x="156" y="1487"/>
                      <a:pt x="186" y="1487"/>
                      <a:pt x="186" y="1487"/>
                    </a:cubicBezTo>
                    <a:cubicBezTo>
                      <a:pt x="186" y="1487"/>
                      <a:pt x="186" y="1487"/>
                      <a:pt x="217" y="1487"/>
                    </a:cubicBezTo>
                    <a:lnTo>
                      <a:pt x="217" y="1487"/>
                    </a:lnTo>
                    <a:lnTo>
                      <a:pt x="248" y="1487"/>
                    </a:lnTo>
                    <a:lnTo>
                      <a:pt x="248" y="1487"/>
                    </a:lnTo>
                    <a:cubicBezTo>
                      <a:pt x="248" y="1457"/>
                      <a:pt x="310" y="1426"/>
                      <a:pt x="372" y="1426"/>
                    </a:cubicBezTo>
                    <a:cubicBezTo>
                      <a:pt x="372" y="1426"/>
                      <a:pt x="372" y="1426"/>
                      <a:pt x="404" y="1426"/>
                    </a:cubicBezTo>
                    <a:cubicBezTo>
                      <a:pt x="434" y="1426"/>
                      <a:pt x="465" y="1426"/>
                      <a:pt x="465" y="1426"/>
                    </a:cubicBezTo>
                    <a:lnTo>
                      <a:pt x="465" y="1426"/>
                    </a:lnTo>
                    <a:cubicBezTo>
                      <a:pt x="465" y="1426"/>
                      <a:pt x="496" y="1426"/>
                      <a:pt x="528" y="1426"/>
                    </a:cubicBezTo>
                    <a:lnTo>
                      <a:pt x="528" y="1426"/>
                    </a:lnTo>
                    <a:cubicBezTo>
                      <a:pt x="528" y="1426"/>
                      <a:pt x="528" y="1426"/>
                      <a:pt x="558" y="1426"/>
                    </a:cubicBezTo>
                    <a:cubicBezTo>
                      <a:pt x="558" y="1394"/>
                      <a:pt x="558" y="1394"/>
                      <a:pt x="558" y="1394"/>
                    </a:cubicBezTo>
                    <a:cubicBezTo>
                      <a:pt x="558" y="1394"/>
                      <a:pt x="558" y="1394"/>
                      <a:pt x="558" y="1364"/>
                    </a:cubicBezTo>
                    <a:cubicBezTo>
                      <a:pt x="558" y="1364"/>
                      <a:pt x="589" y="1333"/>
                      <a:pt x="652" y="1333"/>
                    </a:cubicBezTo>
                    <a:lnTo>
                      <a:pt x="652" y="1333"/>
                    </a:lnTo>
                    <a:cubicBezTo>
                      <a:pt x="682" y="1333"/>
                      <a:pt x="713" y="1302"/>
                      <a:pt x="775" y="1302"/>
                    </a:cubicBezTo>
                    <a:lnTo>
                      <a:pt x="806" y="1302"/>
                    </a:lnTo>
                    <a:cubicBezTo>
                      <a:pt x="806" y="1270"/>
                      <a:pt x="837" y="1270"/>
                      <a:pt x="837" y="1270"/>
                    </a:cubicBezTo>
                    <a:cubicBezTo>
                      <a:pt x="868" y="1270"/>
                      <a:pt x="868" y="1270"/>
                      <a:pt x="868" y="1270"/>
                    </a:cubicBezTo>
                    <a:lnTo>
                      <a:pt x="900" y="1270"/>
                    </a:lnTo>
                    <a:lnTo>
                      <a:pt x="900" y="1270"/>
                    </a:lnTo>
                    <a:lnTo>
                      <a:pt x="930" y="1270"/>
                    </a:lnTo>
                    <a:lnTo>
                      <a:pt x="961" y="1270"/>
                    </a:lnTo>
                    <a:cubicBezTo>
                      <a:pt x="992" y="1270"/>
                      <a:pt x="992" y="1270"/>
                      <a:pt x="1023" y="1270"/>
                    </a:cubicBezTo>
                    <a:cubicBezTo>
                      <a:pt x="1023" y="1302"/>
                      <a:pt x="1054" y="1302"/>
                      <a:pt x="1085" y="1302"/>
                    </a:cubicBezTo>
                    <a:cubicBezTo>
                      <a:pt x="1116" y="1302"/>
                      <a:pt x="1147" y="1333"/>
                      <a:pt x="1147" y="1364"/>
                    </a:cubicBezTo>
                    <a:lnTo>
                      <a:pt x="1178" y="1364"/>
                    </a:lnTo>
                    <a:cubicBezTo>
                      <a:pt x="1178" y="1394"/>
                      <a:pt x="1209" y="1426"/>
                      <a:pt x="1209" y="1457"/>
                    </a:cubicBezTo>
                    <a:cubicBezTo>
                      <a:pt x="1209" y="1457"/>
                      <a:pt x="1209" y="1457"/>
                      <a:pt x="1240" y="1457"/>
                    </a:cubicBezTo>
                    <a:cubicBezTo>
                      <a:pt x="1240" y="1426"/>
                      <a:pt x="1271" y="1394"/>
                      <a:pt x="1302" y="1394"/>
                    </a:cubicBezTo>
                    <a:lnTo>
                      <a:pt x="1302" y="1364"/>
                    </a:lnTo>
                    <a:cubicBezTo>
                      <a:pt x="1302" y="1333"/>
                      <a:pt x="1302" y="1333"/>
                      <a:pt x="1302" y="1333"/>
                    </a:cubicBezTo>
                    <a:cubicBezTo>
                      <a:pt x="1364" y="1333"/>
                      <a:pt x="1364" y="1333"/>
                      <a:pt x="1364" y="1333"/>
                    </a:cubicBezTo>
                    <a:cubicBezTo>
                      <a:pt x="1364" y="1364"/>
                      <a:pt x="1364" y="1364"/>
                      <a:pt x="1364" y="1364"/>
                    </a:cubicBezTo>
                    <a:cubicBezTo>
                      <a:pt x="1364" y="1394"/>
                      <a:pt x="1364" y="1394"/>
                      <a:pt x="1364" y="1426"/>
                    </a:cubicBezTo>
                    <a:lnTo>
                      <a:pt x="1364" y="1426"/>
                    </a:lnTo>
                    <a:cubicBezTo>
                      <a:pt x="1364" y="1457"/>
                      <a:pt x="1395" y="1487"/>
                      <a:pt x="1395" y="1487"/>
                    </a:cubicBezTo>
                    <a:cubicBezTo>
                      <a:pt x="1395" y="1518"/>
                      <a:pt x="1395" y="1518"/>
                      <a:pt x="1395" y="1518"/>
                    </a:cubicBezTo>
                    <a:lnTo>
                      <a:pt x="1426" y="1550"/>
                    </a:lnTo>
                    <a:cubicBezTo>
                      <a:pt x="1457" y="1581"/>
                      <a:pt x="1457" y="1611"/>
                      <a:pt x="1457" y="1642"/>
                    </a:cubicBezTo>
                    <a:lnTo>
                      <a:pt x="1457" y="1642"/>
                    </a:lnTo>
                    <a:lnTo>
                      <a:pt x="1488" y="1674"/>
                    </a:lnTo>
                    <a:cubicBezTo>
                      <a:pt x="1488" y="1674"/>
                      <a:pt x="1488" y="1705"/>
                      <a:pt x="1519" y="1705"/>
                    </a:cubicBezTo>
                    <a:cubicBezTo>
                      <a:pt x="1519" y="1705"/>
                      <a:pt x="1519" y="1705"/>
                      <a:pt x="1550" y="1705"/>
                    </a:cubicBezTo>
                    <a:cubicBezTo>
                      <a:pt x="1581" y="1705"/>
                      <a:pt x="1581" y="1705"/>
                      <a:pt x="1581" y="1705"/>
                    </a:cubicBezTo>
                    <a:lnTo>
                      <a:pt x="1581" y="1705"/>
                    </a:lnTo>
                    <a:cubicBezTo>
                      <a:pt x="1612" y="1705"/>
                      <a:pt x="1612" y="1705"/>
                      <a:pt x="1643" y="1735"/>
                    </a:cubicBezTo>
                    <a:lnTo>
                      <a:pt x="1643" y="1735"/>
                    </a:lnTo>
                    <a:cubicBezTo>
                      <a:pt x="1643" y="1735"/>
                      <a:pt x="1643" y="1735"/>
                      <a:pt x="1674" y="1735"/>
                    </a:cubicBezTo>
                    <a:lnTo>
                      <a:pt x="1674" y="1705"/>
                    </a:lnTo>
                    <a:cubicBezTo>
                      <a:pt x="1705" y="1705"/>
                      <a:pt x="1705" y="1705"/>
                      <a:pt x="1736" y="1705"/>
                    </a:cubicBezTo>
                    <a:lnTo>
                      <a:pt x="1736" y="1705"/>
                    </a:lnTo>
                    <a:lnTo>
                      <a:pt x="1736" y="1705"/>
                    </a:lnTo>
                    <a:cubicBezTo>
                      <a:pt x="1767" y="1705"/>
                      <a:pt x="1767" y="1705"/>
                      <a:pt x="1798" y="1735"/>
                    </a:cubicBezTo>
                    <a:lnTo>
                      <a:pt x="1798" y="1735"/>
                    </a:lnTo>
                    <a:cubicBezTo>
                      <a:pt x="1829" y="1735"/>
                      <a:pt x="1829" y="1705"/>
                      <a:pt x="1860" y="1705"/>
                    </a:cubicBezTo>
                    <a:lnTo>
                      <a:pt x="1860" y="1705"/>
                    </a:lnTo>
                    <a:cubicBezTo>
                      <a:pt x="1860" y="1674"/>
                      <a:pt x="1891" y="1674"/>
                      <a:pt x="1922" y="1674"/>
                    </a:cubicBezTo>
                    <a:lnTo>
                      <a:pt x="1922" y="1674"/>
                    </a:lnTo>
                    <a:lnTo>
                      <a:pt x="1922" y="1674"/>
                    </a:lnTo>
                    <a:cubicBezTo>
                      <a:pt x="1953" y="1674"/>
                      <a:pt x="1953" y="1674"/>
                      <a:pt x="1953" y="1674"/>
                    </a:cubicBezTo>
                    <a:cubicBezTo>
                      <a:pt x="1984" y="1674"/>
                      <a:pt x="1984" y="1674"/>
                      <a:pt x="1984" y="1674"/>
                    </a:cubicBezTo>
                    <a:cubicBezTo>
                      <a:pt x="1984" y="1674"/>
                      <a:pt x="1984" y="1674"/>
                      <a:pt x="1984" y="1642"/>
                    </a:cubicBezTo>
                    <a:lnTo>
                      <a:pt x="1984" y="1642"/>
                    </a:lnTo>
                    <a:cubicBezTo>
                      <a:pt x="1984" y="1642"/>
                      <a:pt x="1984" y="1611"/>
                      <a:pt x="1984" y="1581"/>
                    </a:cubicBezTo>
                    <a:cubicBezTo>
                      <a:pt x="2015" y="1518"/>
                      <a:pt x="2046" y="1487"/>
                      <a:pt x="2046" y="1457"/>
                    </a:cubicBezTo>
                    <a:lnTo>
                      <a:pt x="2046" y="1426"/>
                    </a:lnTo>
                    <a:lnTo>
                      <a:pt x="2046" y="1426"/>
                    </a:lnTo>
                    <a:cubicBezTo>
                      <a:pt x="2046" y="1394"/>
                      <a:pt x="2077" y="1364"/>
                      <a:pt x="2108" y="1364"/>
                    </a:cubicBezTo>
                    <a:cubicBezTo>
                      <a:pt x="2108" y="1333"/>
                      <a:pt x="2108" y="1333"/>
                      <a:pt x="2139" y="1333"/>
                    </a:cubicBezTo>
                    <a:cubicBezTo>
                      <a:pt x="2139" y="1302"/>
                      <a:pt x="2139" y="1270"/>
                      <a:pt x="2139" y="1270"/>
                    </a:cubicBezTo>
                    <a:cubicBezTo>
                      <a:pt x="2170" y="1240"/>
                      <a:pt x="2170" y="1209"/>
                      <a:pt x="2170" y="1209"/>
                    </a:cubicBezTo>
                    <a:cubicBezTo>
                      <a:pt x="2170" y="1209"/>
                      <a:pt x="2170" y="1146"/>
                      <a:pt x="2170" y="1116"/>
                    </a:cubicBezTo>
                    <a:lnTo>
                      <a:pt x="2170" y="1116"/>
                    </a:lnTo>
                    <a:lnTo>
                      <a:pt x="2170" y="1085"/>
                    </a:lnTo>
                    <a:cubicBezTo>
                      <a:pt x="2170" y="1085"/>
                      <a:pt x="2170" y="1085"/>
                      <a:pt x="2170" y="105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94" name="Freeform 143">
                <a:extLst>
                  <a:ext uri="{FF2B5EF4-FFF2-40B4-BE49-F238E27FC236}">
                    <a16:creationId xmlns:a16="http://schemas.microsoft.com/office/drawing/2014/main" id="{67D81A44-9117-1343-4398-65145F9971EE}"/>
                  </a:ext>
                </a:extLst>
              </p:cNvPr>
              <p:cNvSpPr>
                <a:spLocks noChangeArrowheads="1"/>
              </p:cNvSpPr>
              <p:nvPr/>
            </p:nvSpPr>
            <p:spPr bwMode="auto">
              <a:xfrm>
                <a:off x="5565775" y="2538413"/>
                <a:ext cx="201613" cy="246062"/>
              </a:xfrm>
              <a:custGeom>
                <a:avLst/>
                <a:gdLst>
                  <a:gd name="T0" fmla="*/ 465 w 559"/>
                  <a:gd name="T1" fmla="*/ 403 h 683"/>
                  <a:gd name="T2" fmla="*/ 434 w 559"/>
                  <a:gd name="T3" fmla="*/ 372 h 683"/>
                  <a:gd name="T4" fmla="*/ 434 w 559"/>
                  <a:gd name="T5" fmla="*/ 310 h 683"/>
                  <a:gd name="T6" fmla="*/ 404 w 559"/>
                  <a:gd name="T7" fmla="*/ 279 h 683"/>
                  <a:gd name="T8" fmla="*/ 372 w 559"/>
                  <a:gd name="T9" fmla="*/ 279 h 683"/>
                  <a:gd name="T10" fmla="*/ 341 w 559"/>
                  <a:gd name="T11" fmla="*/ 248 h 683"/>
                  <a:gd name="T12" fmla="*/ 341 w 559"/>
                  <a:gd name="T13" fmla="*/ 217 h 683"/>
                  <a:gd name="T14" fmla="*/ 341 w 559"/>
                  <a:gd name="T15" fmla="*/ 217 h 683"/>
                  <a:gd name="T16" fmla="*/ 280 w 559"/>
                  <a:gd name="T17" fmla="*/ 186 h 683"/>
                  <a:gd name="T18" fmla="*/ 217 w 559"/>
                  <a:gd name="T19" fmla="*/ 124 h 683"/>
                  <a:gd name="T20" fmla="*/ 155 w 559"/>
                  <a:gd name="T21" fmla="*/ 62 h 683"/>
                  <a:gd name="T22" fmla="*/ 124 w 559"/>
                  <a:gd name="T23" fmla="*/ 31 h 683"/>
                  <a:gd name="T24" fmla="*/ 93 w 559"/>
                  <a:gd name="T25" fmla="*/ 0 h 683"/>
                  <a:gd name="T26" fmla="*/ 93 w 559"/>
                  <a:gd name="T27" fmla="*/ 0 h 683"/>
                  <a:gd name="T28" fmla="*/ 32 w 559"/>
                  <a:gd name="T29" fmla="*/ 0 h 683"/>
                  <a:gd name="T30" fmla="*/ 0 w 559"/>
                  <a:gd name="T31" fmla="*/ 0 h 683"/>
                  <a:gd name="T32" fmla="*/ 32 w 559"/>
                  <a:gd name="T33" fmla="*/ 31 h 683"/>
                  <a:gd name="T34" fmla="*/ 63 w 559"/>
                  <a:gd name="T35" fmla="*/ 62 h 683"/>
                  <a:gd name="T36" fmla="*/ 93 w 559"/>
                  <a:gd name="T37" fmla="*/ 93 h 683"/>
                  <a:gd name="T38" fmla="*/ 124 w 559"/>
                  <a:gd name="T39" fmla="*/ 155 h 683"/>
                  <a:gd name="T40" fmla="*/ 187 w 559"/>
                  <a:gd name="T41" fmla="*/ 186 h 683"/>
                  <a:gd name="T42" fmla="*/ 217 w 559"/>
                  <a:gd name="T43" fmla="*/ 248 h 683"/>
                  <a:gd name="T44" fmla="*/ 217 w 559"/>
                  <a:gd name="T45" fmla="*/ 279 h 683"/>
                  <a:gd name="T46" fmla="*/ 310 w 559"/>
                  <a:gd name="T47" fmla="*/ 403 h 683"/>
                  <a:gd name="T48" fmla="*/ 372 w 559"/>
                  <a:gd name="T49" fmla="*/ 527 h 683"/>
                  <a:gd name="T50" fmla="*/ 434 w 559"/>
                  <a:gd name="T51" fmla="*/ 589 h 683"/>
                  <a:gd name="T52" fmla="*/ 465 w 559"/>
                  <a:gd name="T53" fmla="*/ 620 h 683"/>
                  <a:gd name="T54" fmla="*/ 496 w 559"/>
                  <a:gd name="T55" fmla="*/ 651 h 683"/>
                  <a:gd name="T56" fmla="*/ 528 w 559"/>
                  <a:gd name="T57" fmla="*/ 651 h 683"/>
                  <a:gd name="T58" fmla="*/ 558 w 559"/>
                  <a:gd name="T59" fmla="*/ 651 h 683"/>
                  <a:gd name="T60" fmla="*/ 558 w 559"/>
                  <a:gd name="T61" fmla="*/ 589 h 683"/>
                  <a:gd name="T62" fmla="*/ 558 w 559"/>
                  <a:gd name="T63" fmla="*/ 558 h 683"/>
                  <a:gd name="T64" fmla="*/ 528 w 559"/>
                  <a:gd name="T65" fmla="*/ 527 h 683"/>
                  <a:gd name="T66" fmla="*/ 528 w 559"/>
                  <a:gd name="T67" fmla="*/ 496 h 683"/>
                  <a:gd name="T68" fmla="*/ 496 w 559"/>
                  <a:gd name="T69" fmla="*/ 465 h 6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59" h="683">
                    <a:moveTo>
                      <a:pt x="465" y="403"/>
                    </a:moveTo>
                    <a:lnTo>
                      <a:pt x="465" y="403"/>
                    </a:lnTo>
                    <a:lnTo>
                      <a:pt x="465" y="403"/>
                    </a:lnTo>
                    <a:cubicBezTo>
                      <a:pt x="465" y="403"/>
                      <a:pt x="434" y="403"/>
                      <a:pt x="434" y="372"/>
                    </a:cubicBezTo>
                    <a:cubicBezTo>
                      <a:pt x="434" y="372"/>
                      <a:pt x="434" y="372"/>
                      <a:pt x="434" y="341"/>
                    </a:cubicBezTo>
                    <a:cubicBezTo>
                      <a:pt x="434" y="341"/>
                      <a:pt x="404" y="341"/>
                      <a:pt x="434" y="310"/>
                    </a:cubicBezTo>
                    <a:lnTo>
                      <a:pt x="434" y="310"/>
                    </a:lnTo>
                    <a:cubicBezTo>
                      <a:pt x="404" y="310"/>
                      <a:pt x="404" y="310"/>
                      <a:pt x="404" y="279"/>
                    </a:cubicBezTo>
                    <a:lnTo>
                      <a:pt x="404" y="279"/>
                    </a:lnTo>
                    <a:lnTo>
                      <a:pt x="372" y="279"/>
                    </a:lnTo>
                    <a:lnTo>
                      <a:pt x="372" y="279"/>
                    </a:lnTo>
                    <a:cubicBezTo>
                      <a:pt x="341" y="248"/>
                      <a:pt x="341" y="248"/>
                      <a:pt x="341" y="248"/>
                    </a:cubicBezTo>
                    <a:lnTo>
                      <a:pt x="341" y="248"/>
                    </a:lnTo>
                    <a:lnTo>
                      <a:pt x="341" y="217"/>
                    </a:lnTo>
                    <a:lnTo>
                      <a:pt x="341" y="217"/>
                    </a:lnTo>
                    <a:lnTo>
                      <a:pt x="341" y="217"/>
                    </a:lnTo>
                    <a:cubicBezTo>
                      <a:pt x="310" y="217"/>
                      <a:pt x="310" y="186"/>
                      <a:pt x="310" y="186"/>
                    </a:cubicBezTo>
                    <a:cubicBezTo>
                      <a:pt x="280" y="186"/>
                      <a:pt x="280" y="186"/>
                      <a:pt x="280" y="186"/>
                    </a:cubicBezTo>
                    <a:cubicBezTo>
                      <a:pt x="280" y="186"/>
                      <a:pt x="248" y="186"/>
                      <a:pt x="217" y="186"/>
                    </a:cubicBezTo>
                    <a:cubicBezTo>
                      <a:pt x="217" y="155"/>
                      <a:pt x="217" y="155"/>
                      <a:pt x="217" y="124"/>
                    </a:cubicBezTo>
                    <a:lnTo>
                      <a:pt x="217" y="124"/>
                    </a:lnTo>
                    <a:cubicBezTo>
                      <a:pt x="187" y="124"/>
                      <a:pt x="155" y="93"/>
                      <a:pt x="155" y="62"/>
                    </a:cubicBezTo>
                    <a:cubicBezTo>
                      <a:pt x="124" y="62"/>
                      <a:pt x="124" y="62"/>
                      <a:pt x="124" y="31"/>
                    </a:cubicBezTo>
                    <a:lnTo>
                      <a:pt x="124" y="31"/>
                    </a:lnTo>
                    <a:cubicBezTo>
                      <a:pt x="124" y="31"/>
                      <a:pt x="124" y="31"/>
                      <a:pt x="93" y="0"/>
                    </a:cubicBezTo>
                    <a:lnTo>
                      <a:pt x="93" y="0"/>
                    </a:lnTo>
                    <a:lnTo>
                      <a:pt x="93" y="0"/>
                    </a:lnTo>
                    <a:lnTo>
                      <a:pt x="93" y="0"/>
                    </a:lnTo>
                    <a:cubicBezTo>
                      <a:pt x="93" y="0"/>
                      <a:pt x="93" y="0"/>
                      <a:pt x="63" y="0"/>
                    </a:cubicBezTo>
                    <a:cubicBezTo>
                      <a:pt x="63" y="0"/>
                      <a:pt x="63" y="0"/>
                      <a:pt x="32" y="0"/>
                    </a:cubicBezTo>
                    <a:lnTo>
                      <a:pt x="0" y="0"/>
                    </a:lnTo>
                    <a:lnTo>
                      <a:pt x="0" y="0"/>
                    </a:lnTo>
                    <a:lnTo>
                      <a:pt x="0" y="0"/>
                    </a:lnTo>
                    <a:cubicBezTo>
                      <a:pt x="32" y="0"/>
                      <a:pt x="32" y="0"/>
                      <a:pt x="32" y="31"/>
                    </a:cubicBezTo>
                    <a:cubicBezTo>
                      <a:pt x="32" y="31"/>
                      <a:pt x="32" y="62"/>
                      <a:pt x="63" y="62"/>
                    </a:cubicBezTo>
                    <a:lnTo>
                      <a:pt x="63" y="62"/>
                    </a:lnTo>
                    <a:lnTo>
                      <a:pt x="93" y="62"/>
                    </a:lnTo>
                    <a:lnTo>
                      <a:pt x="93" y="93"/>
                    </a:lnTo>
                    <a:cubicBezTo>
                      <a:pt x="124" y="124"/>
                      <a:pt x="124" y="124"/>
                      <a:pt x="124" y="155"/>
                    </a:cubicBezTo>
                    <a:lnTo>
                      <a:pt x="124" y="155"/>
                    </a:lnTo>
                    <a:lnTo>
                      <a:pt x="155" y="155"/>
                    </a:lnTo>
                    <a:lnTo>
                      <a:pt x="187" y="186"/>
                    </a:lnTo>
                    <a:lnTo>
                      <a:pt x="187" y="186"/>
                    </a:lnTo>
                    <a:cubicBezTo>
                      <a:pt x="187" y="217"/>
                      <a:pt x="217" y="217"/>
                      <a:pt x="217" y="248"/>
                    </a:cubicBezTo>
                    <a:lnTo>
                      <a:pt x="217" y="248"/>
                    </a:lnTo>
                    <a:lnTo>
                      <a:pt x="217" y="279"/>
                    </a:lnTo>
                    <a:cubicBezTo>
                      <a:pt x="217" y="279"/>
                      <a:pt x="217" y="279"/>
                      <a:pt x="248" y="310"/>
                    </a:cubicBezTo>
                    <a:cubicBezTo>
                      <a:pt x="248" y="310"/>
                      <a:pt x="280" y="372"/>
                      <a:pt x="310" y="403"/>
                    </a:cubicBezTo>
                    <a:cubicBezTo>
                      <a:pt x="310" y="434"/>
                      <a:pt x="310" y="465"/>
                      <a:pt x="310" y="465"/>
                    </a:cubicBezTo>
                    <a:cubicBezTo>
                      <a:pt x="310" y="465"/>
                      <a:pt x="341" y="496"/>
                      <a:pt x="372" y="527"/>
                    </a:cubicBezTo>
                    <a:lnTo>
                      <a:pt x="404" y="589"/>
                    </a:lnTo>
                    <a:cubicBezTo>
                      <a:pt x="434" y="589"/>
                      <a:pt x="434" y="589"/>
                      <a:pt x="434" y="589"/>
                    </a:cubicBezTo>
                    <a:lnTo>
                      <a:pt x="465" y="620"/>
                    </a:lnTo>
                    <a:lnTo>
                      <a:pt x="465" y="620"/>
                    </a:lnTo>
                    <a:lnTo>
                      <a:pt x="465" y="620"/>
                    </a:lnTo>
                    <a:cubicBezTo>
                      <a:pt x="465" y="651"/>
                      <a:pt x="496" y="651"/>
                      <a:pt x="496" y="651"/>
                    </a:cubicBezTo>
                    <a:lnTo>
                      <a:pt x="496" y="682"/>
                    </a:lnTo>
                    <a:cubicBezTo>
                      <a:pt x="528" y="682"/>
                      <a:pt x="528" y="651"/>
                      <a:pt x="528" y="651"/>
                    </a:cubicBezTo>
                    <a:cubicBezTo>
                      <a:pt x="528" y="651"/>
                      <a:pt x="528" y="651"/>
                      <a:pt x="558" y="651"/>
                    </a:cubicBezTo>
                    <a:lnTo>
                      <a:pt x="558" y="651"/>
                    </a:lnTo>
                    <a:lnTo>
                      <a:pt x="558" y="651"/>
                    </a:lnTo>
                    <a:cubicBezTo>
                      <a:pt x="558" y="651"/>
                      <a:pt x="558" y="620"/>
                      <a:pt x="558" y="589"/>
                    </a:cubicBezTo>
                    <a:lnTo>
                      <a:pt x="558" y="589"/>
                    </a:lnTo>
                    <a:lnTo>
                      <a:pt x="558" y="558"/>
                    </a:lnTo>
                    <a:lnTo>
                      <a:pt x="558" y="558"/>
                    </a:lnTo>
                    <a:cubicBezTo>
                      <a:pt x="528" y="527"/>
                      <a:pt x="528" y="527"/>
                      <a:pt x="528" y="527"/>
                    </a:cubicBezTo>
                    <a:cubicBezTo>
                      <a:pt x="558" y="527"/>
                      <a:pt x="558" y="527"/>
                      <a:pt x="558" y="527"/>
                    </a:cubicBezTo>
                    <a:cubicBezTo>
                      <a:pt x="528" y="527"/>
                      <a:pt x="528" y="496"/>
                      <a:pt x="528" y="496"/>
                    </a:cubicBezTo>
                    <a:lnTo>
                      <a:pt x="528" y="496"/>
                    </a:lnTo>
                    <a:cubicBezTo>
                      <a:pt x="528" y="496"/>
                      <a:pt x="496" y="496"/>
                      <a:pt x="496" y="465"/>
                    </a:cubicBezTo>
                    <a:cubicBezTo>
                      <a:pt x="465" y="465"/>
                      <a:pt x="465" y="434"/>
                      <a:pt x="465" y="4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95" name="Freeform 144">
                <a:extLst>
                  <a:ext uri="{FF2B5EF4-FFF2-40B4-BE49-F238E27FC236}">
                    <a16:creationId xmlns:a16="http://schemas.microsoft.com/office/drawing/2014/main" id="{B6C9F77F-F14D-7448-C3BA-61D0C21ABEEA}"/>
                  </a:ext>
                </a:extLst>
              </p:cNvPr>
              <p:cNvSpPr>
                <a:spLocks noChangeArrowheads="1"/>
              </p:cNvSpPr>
              <p:nvPr/>
            </p:nvSpPr>
            <p:spPr bwMode="auto">
              <a:xfrm>
                <a:off x="3513138" y="1377950"/>
                <a:ext cx="33337" cy="11113"/>
              </a:xfrm>
              <a:custGeom>
                <a:avLst/>
                <a:gdLst>
                  <a:gd name="T0" fmla="*/ 62 w 94"/>
                  <a:gd name="T1" fmla="*/ 0 h 33"/>
                  <a:gd name="T2" fmla="*/ 62 w 94"/>
                  <a:gd name="T3" fmla="*/ 0 h 33"/>
                  <a:gd name="T4" fmla="*/ 62 w 94"/>
                  <a:gd name="T5" fmla="*/ 0 h 33"/>
                  <a:gd name="T6" fmla="*/ 32 w 94"/>
                  <a:gd name="T7" fmla="*/ 0 h 33"/>
                  <a:gd name="T8" fmla="*/ 32 w 94"/>
                  <a:gd name="T9" fmla="*/ 0 h 33"/>
                  <a:gd name="T10" fmla="*/ 32 w 94"/>
                  <a:gd name="T11" fmla="*/ 0 h 33"/>
                  <a:gd name="T12" fmla="*/ 0 w 94"/>
                  <a:gd name="T13" fmla="*/ 0 h 33"/>
                  <a:gd name="T14" fmla="*/ 0 w 94"/>
                  <a:gd name="T15" fmla="*/ 0 h 33"/>
                  <a:gd name="T16" fmla="*/ 0 w 94"/>
                  <a:gd name="T17" fmla="*/ 0 h 33"/>
                  <a:gd name="T18" fmla="*/ 0 w 94"/>
                  <a:gd name="T19" fmla="*/ 32 h 33"/>
                  <a:gd name="T20" fmla="*/ 0 w 94"/>
                  <a:gd name="T21" fmla="*/ 32 h 33"/>
                  <a:gd name="T22" fmla="*/ 0 w 94"/>
                  <a:gd name="T23" fmla="*/ 32 h 33"/>
                  <a:gd name="T24" fmla="*/ 0 w 94"/>
                  <a:gd name="T25" fmla="*/ 32 h 33"/>
                  <a:gd name="T26" fmla="*/ 32 w 94"/>
                  <a:gd name="T27" fmla="*/ 32 h 33"/>
                  <a:gd name="T28" fmla="*/ 62 w 94"/>
                  <a:gd name="T29" fmla="*/ 32 h 33"/>
                  <a:gd name="T30" fmla="*/ 62 w 94"/>
                  <a:gd name="T31" fmla="*/ 32 h 33"/>
                  <a:gd name="T32" fmla="*/ 93 w 94"/>
                  <a:gd name="T33" fmla="*/ 32 h 33"/>
                  <a:gd name="T34" fmla="*/ 93 w 94"/>
                  <a:gd name="T35" fmla="*/ 32 h 33"/>
                  <a:gd name="T36" fmla="*/ 62 w 94"/>
                  <a:gd name="T37"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4" h="33">
                    <a:moveTo>
                      <a:pt x="62" y="0"/>
                    </a:moveTo>
                    <a:lnTo>
                      <a:pt x="62" y="0"/>
                    </a:lnTo>
                    <a:lnTo>
                      <a:pt x="62" y="0"/>
                    </a:lnTo>
                    <a:lnTo>
                      <a:pt x="32" y="0"/>
                    </a:lnTo>
                    <a:lnTo>
                      <a:pt x="32" y="0"/>
                    </a:lnTo>
                    <a:lnTo>
                      <a:pt x="32" y="0"/>
                    </a:lnTo>
                    <a:lnTo>
                      <a:pt x="0" y="0"/>
                    </a:lnTo>
                    <a:lnTo>
                      <a:pt x="0" y="0"/>
                    </a:lnTo>
                    <a:lnTo>
                      <a:pt x="0" y="0"/>
                    </a:lnTo>
                    <a:lnTo>
                      <a:pt x="0" y="32"/>
                    </a:lnTo>
                    <a:lnTo>
                      <a:pt x="0" y="32"/>
                    </a:lnTo>
                    <a:lnTo>
                      <a:pt x="0" y="32"/>
                    </a:lnTo>
                    <a:lnTo>
                      <a:pt x="0" y="32"/>
                    </a:lnTo>
                    <a:cubicBezTo>
                      <a:pt x="32" y="32"/>
                      <a:pt x="32" y="32"/>
                      <a:pt x="32" y="32"/>
                    </a:cubicBezTo>
                    <a:cubicBezTo>
                      <a:pt x="62" y="32"/>
                      <a:pt x="62" y="32"/>
                      <a:pt x="62" y="32"/>
                    </a:cubicBezTo>
                    <a:lnTo>
                      <a:pt x="62" y="32"/>
                    </a:lnTo>
                    <a:lnTo>
                      <a:pt x="93" y="32"/>
                    </a:lnTo>
                    <a:lnTo>
                      <a:pt x="93" y="32"/>
                    </a:lnTo>
                    <a:cubicBezTo>
                      <a:pt x="93" y="32"/>
                      <a:pt x="62" y="32"/>
                      <a:pt x="6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96" name="Freeform 145">
                <a:extLst>
                  <a:ext uri="{FF2B5EF4-FFF2-40B4-BE49-F238E27FC236}">
                    <a16:creationId xmlns:a16="http://schemas.microsoft.com/office/drawing/2014/main" id="{A218A5C1-164C-E0DF-B99A-268162F698D7}"/>
                  </a:ext>
                </a:extLst>
              </p:cNvPr>
              <p:cNvSpPr>
                <a:spLocks noChangeArrowheads="1"/>
              </p:cNvSpPr>
              <p:nvPr/>
            </p:nvSpPr>
            <p:spPr bwMode="auto">
              <a:xfrm>
                <a:off x="3467100" y="1401763"/>
                <a:ext cx="66675" cy="55562"/>
              </a:xfrm>
              <a:custGeom>
                <a:avLst/>
                <a:gdLst>
                  <a:gd name="T0" fmla="*/ 186 w 187"/>
                  <a:gd name="T1" fmla="*/ 62 h 155"/>
                  <a:gd name="T2" fmla="*/ 186 w 187"/>
                  <a:gd name="T3" fmla="*/ 62 h 155"/>
                  <a:gd name="T4" fmla="*/ 186 w 187"/>
                  <a:gd name="T5" fmla="*/ 30 h 155"/>
                  <a:gd name="T6" fmla="*/ 156 w 187"/>
                  <a:gd name="T7" fmla="*/ 30 h 155"/>
                  <a:gd name="T8" fmla="*/ 124 w 187"/>
                  <a:gd name="T9" fmla="*/ 30 h 155"/>
                  <a:gd name="T10" fmla="*/ 93 w 187"/>
                  <a:gd name="T11" fmla="*/ 0 h 155"/>
                  <a:gd name="T12" fmla="*/ 32 w 187"/>
                  <a:gd name="T13" fmla="*/ 0 h 155"/>
                  <a:gd name="T14" fmla="*/ 32 w 187"/>
                  <a:gd name="T15" fmla="*/ 0 h 155"/>
                  <a:gd name="T16" fmla="*/ 32 w 187"/>
                  <a:gd name="T17" fmla="*/ 0 h 155"/>
                  <a:gd name="T18" fmla="*/ 0 w 187"/>
                  <a:gd name="T19" fmla="*/ 0 h 155"/>
                  <a:gd name="T20" fmla="*/ 0 w 187"/>
                  <a:gd name="T21" fmla="*/ 0 h 155"/>
                  <a:gd name="T22" fmla="*/ 0 w 187"/>
                  <a:gd name="T23" fmla="*/ 0 h 155"/>
                  <a:gd name="T24" fmla="*/ 0 w 187"/>
                  <a:gd name="T25" fmla="*/ 0 h 155"/>
                  <a:gd name="T26" fmla="*/ 0 w 187"/>
                  <a:gd name="T27" fmla="*/ 30 h 155"/>
                  <a:gd name="T28" fmla="*/ 32 w 187"/>
                  <a:gd name="T29" fmla="*/ 30 h 155"/>
                  <a:gd name="T30" fmla="*/ 32 w 187"/>
                  <a:gd name="T31" fmla="*/ 30 h 155"/>
                  <a:gd name="T32" fmla="*/ 62 w 187"/>
                  <a:gd name="T33" fmla="*/ 62 h 155"/>
                  <a:gd name="T34" fmla="*/ 32 w 187"/>
                  <a:gd name="T35" fmla="*/ 93 h 155"/>
                  <a:gd name="T36" fmla="*/ 32 w 187"/>
                  <a:gd name="T37" fmla="*/ 124 h 155"/>
                  <a:gd name="T38" fmla="*/ 0 w 187"/>
                  <a:gd name="T39" fmla="*/ 124 h 155"/>
                  <a:gd name="T40" fmla="*/ 0 w 187"/>
                  <a:gd name="T41" fmla="*/ 154 h 155"/>
                  <a:gd name="T42" fmla="*/ 0 w 187"/>
                  <a:gd name="T43" fmla="*/ 154 h 155"/>
                  <a:gd name="T44" fmla="*/ 32 w 187"/>
                  <a:gd name="T45" fmla="*/ 154 h 155"/>
                  <a:gd name="T46" fmla="*/ 32 w 187"/>
                  <a:gd name="T47" fmla="*/ 154 h 155"/>
                  <a:gd name="T48" fmla="*/ 32 w 187"/>
                  <a:gd name="T49" fmla="*/ 154 h 155"/>
                  <a:gd name="T50" fmla="*/ 62 w 187"/>
                  <a:gd name="T51" fmla="*/ 154 h 155"/>
                  <a:gd name="T52" fmla="*/ 93 w 187"/>
                  <a:gd name="T53" fmla="*/ 124 h 155"/>
                  <a:gd name="T54" fmla="*/ 93 w 187"/>
                  <a:gd name="T55" fmla="*/ 124 h 155"/>
                  <a:gd name="T56" fmla="*/ 93 w 187"/>
                  <a:gd name="T57" fmla="*/ 124 h 155"/>
                  <a:gd name="T58" fmla="*/ 156 w 187"/>
                  <a:gd name="T59" fmla="*/ 93 h 155"/>
                  <a:gd name="T60" fmla="*/ 156 w 187"/>
                  <a:gd name="T61" fmla="*/ 93 h 155"/>
                  <a:gd name="T62" fmla="*/ 156 w 187"/>
                  <a:gd name="T63" fmla="*/ 93 h 155"/>
                  <a:gd name="T64" fmla="*/ 186 w 187"/>
                  <a:gd name="T65" fmla="*/ 93 h 155"/>
                  <a:gd name="T66" fmla="*/ 186 w 187"/>
                  <a:gd name="T67" fmla="*/ 93 h 155"/>
                  <a:gd name="T68" fmla="*/ 186 w 187"/>
                  <a:gd name="T69" fmla="*/ 93 h 155"/>
                  <a:gd name="T70" fmla="*/ 186 w 187"/>
                  <a:gd name="T71" fmla="*/ 62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7" h="155">
                    <a:moveTo>
                      <a:pt x="186" y="62"/>
                    </a:moveTo>
                    <a:lnTo>
                      <a:pt x="186" y="62"/>
                    </a:lnTo>
                    <a:lnTo>
                      <a:pt x="186" y="30"/>
                    </a:lnTo>
                    <a:lnTo>
                      <a:pt x="156" y="30"/>
                    </a:lnTo>
                    <a:lnTo>
                      <a:pt x="124" y="30"/>
                    </a:lnTo>
                    <a:cubicBezTo>
                      <a:pt x="124" y="30"/>
                      <a:pt x="93" y="30"/>
                      <a:pt x="93" y="0"/>
                    </a:cubicBezTo>
                    <a:cubicBezTo>
                      <a:pt x="62" y="0"/>
                      <a:pt x="62" y="0"/>
                      <a:pt x="32" y="0"/>
                    </a:cubicBezTo>
                    <a:lnTo>
                      <a:pt x="32" y="0"/>
                    </a:lnTo>
                    <a:lnTo>
                      <a:pt x="32" y="0"/>
                    </a:lnTo>
                    <a:cubicBezTo>
                      <a:pt x="32" y="0"/>
                      <a:pt x="32" y="0"/>
                      <a:pt x="0" y="0"/>
                    </a:cubicBezTo>
                    <a:lnTo>
                      <a:pt x="0" y="0"/>
                    </a:lnTo>
                    <a:lnTo>
                      <a:pt x="0" y="0"/>
                    </a:lnTo>
                    <a:lnTo>
                      <a:pt x="0" y="0"/>
                    </a:lnTo>
                    <a:cubicBezTo>
                      <a:pt x="0" y="30"/>
                      <a:pt x="0" y="30"/>
                      <a:pt x="0" y="30"/>
                    </a:cubicBezTo>
                    <a:cubicBezTo>
                      <a:pt x="0" y="30"/>
                      <a:pt x="0" y="30"/>
                      <a:pt x="32" y="30"/>
                    </a:cubicBezTo>
                    <a:lnTo>
                      <a:pt x="32" y="30"/>
                    </a:lnTo>
                    <a:cubicBezTo>
                      <a:pt x="32" y="62"/>
                      <a:pt x="62" y="62"/>
                      <a:pt x="62" y="62"/>
                    </a:cubicBezTo>
                    <a:cubicBezTo>
                      <a:pt x="32" y="93"/>
                      <a:pt x="32" y="93"/>
                      <a:pt x="32" y="93"/>
                    </a:cubicBezTo>
                    <a:cubicBezTo>
                      <a:pt x="32" y="124"/>
                      <a:pt x="32" y="124"/>
                      <a:pt x="32" y="124"/>
                    </a:cubicBezTo>
                    <a:cubicBezTo>
                      <a:pt x="0" y="124"/>
                      <a:pt x="0" y="124"/>
                      <a:pt x="0" y="124"/>
                    </a:cubicBezTo>
                    <a:cubicBezTo>
                      <a:pt x="0" y="124"/>
                      <a:pt x="0" y="124"/>
                      <a:pt x="0" y="154"/>
                    </a:cubicBezTo>
                    <a:lnTo>
                      <a:pt x="0" y="154"/>
                    </a:lnTo>
                    <a:lnTo>
                      <a:pt x="32" y="154"/>
                    </a:lnTo>
                    <a:lnTo>
                      <a:pt x="32" y="154"/>
                    </a:lnTo>
                    <a:lnTo>
                      <a:pt x="32" y="154"/>
                    </a:lnTo>
                    <a:lnTo>
                      <a:pt x="62" y="154"/>
                    </a:lnTo>
                    <a:cubicBezTo>
                      <a:pt x="62" y="124"/>
                      <a:pt x="62" y="124"/>
                      <a:pt x="93" y="124"/>
                    </a:cubicBezTo>
                    <a:lnTo>
                      <a:pt x="93" y="124"/>
                    </a:lnTo>
                    <a:lnTo>
                      <a:pt x="93" y="124"/>
                    </a:lnTo>
                    <a:cubicBezTo>
                      <a:pt x="124" y="93"/>
                      <a:pt x="124" y="93"/>
                      <a:pt x="156" y="93"/>
                    </a:cubicBezTo>
                    <a:lnTo>
                      <a:pt x="156" y="93"/>
                    </a:lnTo>
                    <a:lnTo>
                      <a:pt x="156" y="93"/>
                    </a:lnTo>
                    <a:lnTo>
                      <a:pt x="186" y="93"/>
                    </a:lnTo>
                    <a:lnTo>
                      <a:pt x="186" y="93"/>
                    </a:lnTo>
                    <a:lnTo>
                      <a:pt x="186" y="93"/>
                    </a:lnTo>
                    <a:lnTo>
                      <a:pt x="186" y="6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97" name="Freeform 146">
                <a:extLst>
                  <a:ext uri="{FF2B5EF4-FFF2-40B4-BE49-F238E27FC236}">
                    <a16:creationId xmlns:a16="http://schemas.microsoft.com/office/drawing/2014/main" id="{31109581-DE38-1595-9F8E-0ED7B205FF63}"/>
                  </a:ext>
                </a:extLst>
              </p:cNvPr>
              <p:cNvSpPr>
                <a:spLocks noChangeArrowheads="1"/>
              </p:cNvSpPr>
              <p:nvPr/>
            </p:nvSpPr>
            <p:spPr bwMode="auto">
              <a:xfrm>
                <a:off x="3557588" y="1311275"/>
                <a:ext cx="134937" cy="168275"/>
              </a:xfrm>
              <a:custGeom>
                <a:avLst/>
                <a:gdLst>
                  <a:gd name="T0" fmla="*/ 248 w 373"/>
                  <a:gd name="T1" fmla="*/ 434 h 466"/>
                  <a:gd name="T2" fmla="*/ 310 w 373"/>
                  <a:gd name="T3" fmla="*/ 434 h 466"/>
                  <a:gd name="T4" fmla="*/ 341 w 373"/>
                  <a:gd name="T5" fmla="*/ 434 h 466"/>
                  <a:gd name="T6" fmla="*/ 341 w 373"/>
                  <a:gd name="T7" fmla="*/ 372 h 466"/>
                  <a:gd name="T8" fmla="*/ 372 w 373"/>
                  <a:gd name="T9" fmla="*/ 341 h 466"/>
                  <a:gd name="T10" fmla="*/ 341 w 373"/>
                  <a:gd name="T11" fmla="*/ 341 h 466"/>
                  <a:gd name="T12" fmla="*/ 310 w 373"/>
                  <a:gd name="T13" fmla="*/ 341 h 466"/>
                  <a:gd name="T14" fmla="*/ 280 w 373"/>
                  <a:gd name="T15" fmla="*/ 310 h 466"/>
                  <a:gd name="T16" fmla="*/ 280 w 373"/>
                  <a:gd name="T17" fmla="*/ 278 h 466"/>
                  <a:gd name="T18" fmla="*/ 280 w 373"/>
                  <a:gd name="T19" fmla="*/ 248 h 466"/>
                  <a:gd name="T20" fmla="*/ 217 w 373"/>
                  <a:gd name="T21" fmla="*/ 217 h 466"/>
                  <a:gd name="T22" fmla="*/ 186 w 373"/>
                  <a:gd name="T23" fmla="*/ 185 h 466"/>
                  <a:gd name="T24" fmla="*/ 156 w 373"/>
                  <a:gd name="T25" fmla="*/ 154 h 466"/>
                  <a:gd name="T26" fmla="*/ 124 w 373"/>
                  <a:gd name="T27" fmla="*/ 154 h 466"/>
                  <a:gd name="T28" fmla="*/ 93 w 373"/>
                  <a:gd name="T29" fmla="*/ 124 h 466"/>
                  <a:gd name="T30" fmla="*/ 124 w 373"/>
                  <a:gd name="T31" fmla="*/ 93 h 466"/>
                  <a:gd name="T32" fmla="*/ 156 w 373"/>
                  <a:gd name="T33" fmla="*/ 93 h 466"/>
                  <a:gd name="T34" fmla="*/ 156 w 373"/>
                  <a:gd name="T35" fmla="*/ 30 h 466"/>
                  <a:gd name="T36" fmla="*/ 93 w 373"/>
                  <a:gd name="T37" fmla="*/ 30 h 466"/>
                  <a:gd name="T38" fmla="*/ 62 w 373"/>
                  <a:gd name="T39" fmla="*/ 0 h 466"/>
                  <a:gd name="T40" fmla="*/ 31 w 373"/>
                  <a:gd name="T41" fmla="*/ 0 h 466"/>
                  <a:gd name="T42" fmla="*/ 31 w 373"/>
                  <a:gd name="T43" fmla="*/ 30 h 466"/>
                  <a:gd name="T44" fmla="*/ 0 w 373"/>
                  <a:gd name="T45" fmla="*/ 62 h 466"/>
                  <a:gd name="T46" fmla="*/ 0 w 373"/>
                  <a:gd name="T47" fmla="*/ 93 h 466"/>
                  <a:gd name="T48" fmla="*/ 0 w 373"/>
                  <a:gd name="T49" fmla="*/ 93 h 466"/>
                  <a:gd name="T50" fmla="*/ 31 w 373"/>
                  <a:gd name="T51" fmla="*/ 93 h 466"/>
                  <a:gd name="T52" fmla="*/ 31 w 373"/>
                  <a:gd name="T53" fmla="*/ 154 h 466"/>
                  <a:gd name="T54" fmla="*/ 31 w 373"/>
                  <a:gd name="T55" fmla="*/ 185 h 466"/>
                  <a:gd name="T56" fmla="*/ 62 w 373"/>
                  <a:gd name="T57" fmla="*/ 185 h 466"/>
                  <a:gd name="T58" fmla="*/ 62 w 373"/>
                  <a:gd name="T59" fmla="*/ 185 h 466"/>
                  <a:gd name="T60" fmla="*/ 124 w 373"/>
                  <a:gd name="T61" fmla="*/ 185 h 466"/>
                  <a:gd name="T62" fmla="*/ 124 w 373"/>
                  <a:gd name="T63" fmla="*/ 217 h 466"/>
                  <a:gd name="T64" fmla="*/ 156 w 373"/>
                  <a:gd name="T65" fmla="*/ 278 h 466"/>
                  <a:gd name="T66" fmla="*/ 93 w 373"/>
                  <a:gd name="T67" fmla="*/ 341 h 466"/>
                  <a:gd name="T68" fmla="*/ 62 w 373"/>
                  <a:gd name="T69" fmla="*/ 372 h 466"/>
                  <a:gd name="T70" fmla="*/ 124 w 373"/>
                  <a:gd name="T71" fmla="*/ 402 h 466"/>
                  <a:gd name="T72" fmla="*/ 156 w 373"/>
                  <a:gd name="T73" fmla="*/ 372 h 466"/>
                  <a:gd name="T74" fmla="*/ 156 w 373"/>
                  <a:gd name="T75" fmla="*/ 434 h 466"/>
                  <a:gd name="T76" fmla="*/ 156 w 373"/>
                  <a:gd name="T77" fmla="*/ 434 h 466"/>
                  <a:gd name="T78" fmla="*/ 186 w 373"/>
                  <a:gd name="T79" fmla="*/ 434 h 466"/>
                  <a:gd name="T80" fmla="*/ 248 w 373"/>
                  <a:gd name="T81" fmla="*/ 434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73" h="466">
                    <a:moveTo>
                      <a:pt x="248" y="434"/>
                    </a:moveTo>
                    <a:lnTo>
                      <a:pt x="248" y="434"/>
                    </a:lnTo>
                    <a:lnTo>
                      <a:pt x="280" y="434"/>
                    </a:lnTo>
                    <a:cubicBezTo>
                      <a:pt x="310" y="434"/>
                      <a:pt x="310" y="434"/>
                      <a:pt x="310" y="434"/>
                    </a:cubicBezTo>
                    <a:lnTo>
                      <a:pt x="341" y="434"/>
                    </a:lnTo>
                    <a:lnTo>
                      <a:pt x="341" y="434"/>
                    </a:lnTo>
                    <a:lnTo>
                      <a:pt x="341" y="402"/>
                    </a:lnTo>
                    <a:lnTo>
                      <a:pt x="341" y="372"/>
                    </a:lnTo>
                    <a:cubicBezTo>
                      <a:pt x="372" y="372"/>
                      <a:pt x="372" y="372"/>
                      <a:pt x="372" y="341"/>
                    </a:cubicBezTo>
                    <a:lnTo>
                      <a:pt x="372" y="341"/>
                    </a:lnTo>
                    <a:lnTo>
                      <a:pt x="372" y="341"/>
                    </a:lnTo>
                    <a:cubicBezTo>
                      <a:pt x="341" y="341"/>
                      <a:pt x="341" y="341"/>
                      <a:pt x="341" y="341"/>
                    </a:cubicBezTo>
                    <a:cubicBezTo>
                      <a:pt x="310" y="341"/>
                      <a:pt x="310" y="341"/>
                      <a:pt x="310" y="341"/>
                    </a:cubicBezTo>
                    <a:lnTo>
                      <a:pt x="310" y="341"/>
                    </a:lnTo>
                    <a:cubicBezTo>
                      <a:pt x="280" y="341"/>
                      <a:pt x="280" y="341"/>
                      <a:pt x="280" y="341"/>
                    </a:cubicBezTo>
                    <a:cubicBezTo>
                      <a:pt x="280" y="310"/>
                      <a:pt x="280" y="310"/>
                      <a:pt x="280" y="310"/>
                    </a:cubicBezTo>
                    <a:lnTo>
                      <a:pt x="280" y="310"/>
                    </a:lnTo>
                    <a:cubicBezTo>
                      <a:pt x="280" y="310"/>
                      <a:pt x="280" y="310"/>
                      <a:pt x="280" y="278"/>
                    </a:cubicBezTo>
                    <a:lnTo>
                      <a:pt x="280" y="278"/>
                    </a:lnTo>
                    <a:lnTo>
                      <a:pt x="280" y="248"/>
                    </a:lnTo>
                    <a:cubicBezTo>
                      <a:pt x="280" y="248"/>
                      <a:pt x="280" y="248"/>
                      <a:pt x="248" y="248"/>
                    </a:cubicBezTo>
                    <a:cubicBezTo>
                      <a:pt x="248" y="248"/>
                      <a:pt x="248" y="217"/>
                      <a:pt x="217" y="217"/>
                    </a:cubicBezTo>
                    <a:lnTo>
                      <a:pt x="186" y="185"/>
                    </a:lnTo>
                    <a:lnTo>
                      <a:pt x="186" y="185"/>
                    </a:lnTo>
                    <a:cubicBezTo>
                      <a:pt x="186" y="154"/>
                      <a:pt x="186" y="154"/>
                      <a:pt x="156" y="154"/>
                    </a:cubicBezTo>
                    <a:lnTo>
                      <a:pt x="156" y="154"/>
                    </a:lnTo>
                    <a:lnTo>
                      <a:pt x="124" y="154"/>
                    </a:lnTo>
                    <a:lnTo>
                      <a:pt x="124" y="154"/>
                    </a:lnTo>
                    <a:lnTo>
                      <a:pt x="93" y="154"/>
                    </a:lnTo>
                    <a:cubicBezTo>
                      <a:pt x="93" y="124"/>
                      <a:pt x="93" y="124"/>
                      <a:pt x="93" y="124"/>
                    </a:cubicBezTo>
                    <a:cubicBezTo>
                      <a:pt x="93" y="93"/>
                      <a:pt x="93" y="93"/>
                      <a:pt x="124" y="93"/>
                    </a:cubicBezTo>
                    <a:lnTo>
                      <a:pt x="124" y="93"/>
                    </a:lnTo>
                    <a:lnTo>
                      <a:pt x="124" y="93"/>
                    </a:lnTo>
                    <a:cubicBezTo>
                      <a:pt x="156" y="93"/>
                      <a:pt x="156" y="93"/>
                      <a:pt x="156" y="93"/>
                    </a:cubicBezTo>
                    <a:cubicBezTo>
                      <a:pt x="156" y="62"/>
                      <a:pt x="156" y="62"/>
                      <a:pt x="156" y="62"/>
                    </a:cubicBezTo>
                    <a:lnTo>
                      <a:pt x="156" y="30"/>
                    </a:lnTo>
                    <a:cubicBezTo>
                      <a:pt x="156" y="30"/>
                      <a:pt x="124" y="30"/>
                      <a:pt x="93" y="30"/>
                    </a:cubicBezTo>
                    <a:lnTo>
                      <a:pt x="93" y="30"/>
                    </a:lnTo>
                    <a:cubicBezTo>
                      <a:pt x="62" y="30"/>
                      <a:pt x="62" y="30"/>
                      <a:pt x="62" y="0"/>
                    </a:cubicBezTo>
                    <a:lnTo>
                      <a:pt x="62" y="0"/>
                    </a:lnTo>
                    <a:lnTo>
                      <a:pt x="62" y="0"/>
                    </a:lnTo>
                    <a:cubicBezTo>
                      <a:pt x="31" y="0"/>
                      <a:pt x="31" y="0"/>
                      <a:pt x="31" y="0"/>
                    </a:cubicBezTo>
                    <a:lnTo>
                      <a:pt x="31" y="0"/>
                    </a:lnTo>
                    <a:lnTo>
                      <a:pt x="31" y="30"/>
                    </a:lnTo>
                    <a:cubicBezTo>
                      <a:pt x="31" y="30"/>
                      <a:pt x="31" y="62"/>
                      <a:pt x="0" y="62"/>
                    </a:cubicBezTo>
                    <a:lnTo>
                      <a:pt x="0" y="62"/>
                    </a:lnTo>
                    <a:cubicBezTo>
                      <a:pt x="0" y="62"/>
                      <a:pt x="0" y="62"/>
                      <a:pt x="0" y="93"/>
                    </a:cubicBezTo>
                    <a:lnTo>
                      <a:pt x="0" y="93"/>
                    </a:lnTo>
                    <a:lnTo>
                      <a:pt x="0" y="93"/>
                    </a:lnTo>
                    <a:lnTo>
                      <a:pt x="0" y="93"/>
                    </a:lnTo>
                    <a:cubicBezTo>
                      <a:pt x="0" y="93"/>
                      <a:pt x="0" y="93"/>
                      <a:pt x="31" y="93"/>
                    </a:cubicBezTo>
                    <a:lnTo>
                      <a:pt x="31" y="93"/>
                    </a:lnTo>
                    <a:cubicBezTo>
                      <a:pt x="31" y="93"/>
                      <a:pt x="62" y="124"/>
                      <a:pt x="31" y="124"/>
                    </a:cubicBezTo>
                    <a:cubicBezTo>
                      <a:pt x="31" y="124"/>
                      <a:pt x="31" y="124"/>
                      <a:pt x="31" y="154"/>
                    </a:cubicBezTo>
                    <a:lnTo>
                      <a:pt x="31" y="154"/>
                    </a:lnTo>
                    <a:lnTo>
                      <a:pt x="31" y="185"/>
                    </a:lnTo>
                    <a:lnTo>
                      <a:pt x="31" y="185"/>
                    </a:lnTo>
                    <a:cubicBezTo>
                      <a:pt x="31" y="185"/>
                      <a:pt x="31" y="185"/>
                      <a:pt x="62" y="185"/>
                    </a:cubicBezTo>
                    <a:lnTo>
                      <a:pt x="62" y="185"/>
                    </a:lnTo>
                    <a:lnTo>
                      <a:pt x="62" y="185"/>
                    </a:lnTo>
                    <a:cubicBezTo>
                      <a:pt x="62" y="185"/>
                      <a:pt x="93" y="154"/>
                      <a:pt x="124" y="154"/>
                    </a:cubicBezTo>
                    <a:cubicBezTo>
                      <a:pt x="124" y="154"/>
                      <a:pt x="124" y="154"/>
                      <a:pt x="124" y="185"/>
                    </a:cubicBezTo>
                    <a:lnTo>
                      <a:pt x="124" y="217"/>
                    </a:lnTo>
                    <a:lnTo>
                      <a:pt x="124" y="217"/>
                    </a:lnTo>
                    <a:cubicBezTo>
                      <a:pt x="156" y="217"/>
                      <a:pt x="156" y="217"/>
                      <a:pt x="156" y="248"/>
                    </a:cubicBezTo>
                    <a:lnTo>
                      <a:pt x="156" y="278"/>
                    </a:lnTo>
                    <a:cubicBezTo>
                      <a:pt x="156" y="310"/>
                      <a:pt x="124" y="341"/>
                      <a:pt x="93" y="341"/>
                    </a:cubicBezTo>
                    <a:lnTo>
                      <a:pt x="93" y="341"/>
                    </a:lnTo>
                    <a:lnTo>
                      <a:pt x="93" y="341"/>
                    </a:lnTo>
                    <a:cubicBezTo>
                      <a:pt x="93" y="372"/>
                      <a:pt x="93" y="372"/>
                      <a:pt x="62" y="372"/>
                    </a:cubicBezTo>
                    <a:cubicBezTo>
                      <a:pt x="93" y="372"/>
                      <a:pt x="93" y="372"/>
                      <a:pt x="93" y="372"/>
                    </a:cubicBezTo>
                    <a:cubicBezTo>
                      <a:pt x="93" y="372"/>
                      <a:pt x="93" y="372"/>
                      <a:pt x="124" y="402"/>
                    </a:cubicBezTo>
                    <a:lnTo>
                      <a:pt x="124" y="372"/>
                    </a:lnTo>
                    <a:lnTo>
                      <a:pt x="156" y="372"/>
                    </a:lnTo>
                    <a:cubicBezTo>
                      <a:pt x="156" y="372"/>
                      <a:pt x="186" y="372"/>
                      <a:pt x="186" y="402"/>
                    </a:cubicBezTo>
                    <a:cubicBezTo>
                      <a:pt x="186" y="402"/>
                      <a:pt x="186" y="402"/>
                      <a:pt x="156" y="434"/>
                    </a:cubicBezTo>
                    <a:lnTo>
                      <a:pt x="156" y="434"/>
                    </a:lnTo>
                    <a:lnTo>
                      <a:pt x="156" y="434"/>
                    </a:lnTo>
                    <a:cubicBezTo>
                      <a:pt x="156" y="434"/>
                      <a:pt x="156" y="465"/>
                      <a:pt x="186" y="465"/>
                    </a:cubicBezTo>
                    <a:lnTo>
                      <a:pt x="186" y="434"/>
                    </a:lnTo>
                    <a:lnTo>
                      <a:pt x="217" y="434"/>
                    </a:lnTo>
                    <a:lnTo>
                      <a:pt x="248" y="43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98" name="Freeform 147">
                <a:extLst>
                  <a:ext uri="{FF2B5EF4-FFF2-40B4-BE49-F238E27FC236}">
                    <a16:creationId xmlns:a16="http://schemas.microsoft.com/office/drawing/2014/main" id="{57EDEEE0-180A-802D-C758-7F88E53ECB3F}"/>
                  </a:ext>
                </a:extLst>
              </p:cNvPr>
              <p:cNvSpPr>
                <a:spLocks noChangeArrowheads="1"/>
              </p:cNvSpPr>
              <p:nvPr/>
            </p:nvSpPr>
            <p:spPr bwMode="auto">
              <a:xfrm>
                <a:off x="2206625" y="2549525"/>
                <a:ext cx="758825" cy="849313"/>
              </a:xfrm>
              <a:custGeom>
                <a:avLst/>
                <a:gdLst>
                  <a:gd name="T0" fmla="*/ 1085 w 2108"/>
                  <a:gd name="T1" fmla="*/ 155 h 2357"/>
                  <a:gd name="T2" fmla="*/ 992 w 2108"/>
                  <a:gd name="T3" fmla="*/ 155 h 2357"/>
                  <a:gd name="T4" fmla="*/ 898 w 2108"/>
                  <a:gd name="T5" fmla="*/ 186 h 2357"/>
                  <a:gd name="T6" fmla="*/ 774 w 2108"/>
                  <a:gd name="T7" fmla="*/ 217 h 2357"/>
                  <a:gd name="T8" fmla="*/ 713 w 2108"/>
                  <a:gd name="T9" fmla="*/ 124 h 2357"/>
                  <a:gd name="T10" fmla="*/ 682 w 2108"/>
                  <a:gd name="T11" fmla="*/ 0 h 2357"/>
                  <a:gd name="T12" fmla="*/ 620 w 2108"/>
                  <a:gd name="T13" fmla="*/ 62 h 2357"/>
                  <a:gd name="T14" fmla="*/ 558 w 2108"/>
                  <a:gd name="T15" fmla="*/ 62 h 2357"/>
                  <a:gd name="T16" fmla="*/ 526 w 2108"/>
                  <a:gd name="T17" fmla="*/ 93 h 2357"/>
                  <a:gd name="T18" fmla="*/ 558 w 2108"/>
                  <a:gd name="T19" fmla="*/ 155 h 2357"/>
                  <a:gd name="T20" fmla="*/ 496 w 2108"/>
                  <a:gd name="T21" fmla="*/ 217 h 2357"/>
                  <a:gd name="T22" fmla="*/ 372 w 2108"/>
                  <a:gd name="T23" fmla="*/ 248 h 2357"/>
                  <a:gd name="T24" fmla="*/ 310 w 2108"/>
                  <a:gd name="T25" fmla="*/ 186 h 2357"/>
                  <a:gd name="T26" fmla="*/ 248 w 2108"/>
                  <a:gd name="T27" fmla="*/ 186 h 2357"/>
                  <a:gd name="T28" fmla="*/ 217 w 2108"/>
                  <a:gd name="T29" fmla="*/ 248 h 2357"/>
                  <a:gd name="T30" fmla="*/ 217 w 2108"/>
                  <a:gd name="T31" fmla="*/ 341 h 2357"/>
                  <a:gd name="T32" fmla="*/ 186 w 2108"/>
                  <a:gd name="T33" fmla="*/ 589 h 2357"/>
                  <a:gd name="T34" fmla="*/ 93 w 2108"/>
                  <a:gd name="T35" fmla="*/ 589 h 2357"/>
                  <a:gd name="T36" fmla="*/ 30 w 2108"/>
                  <a:gd name="T37" fmla="*/ 651 h 2357"/>
                  <a:gd name="T38" fmla="*/ 0 w 2108"/>
                  <a:gd name="T39" fmla="*/ 744 h 2357"/>
                  <a:gd name="T40" fmla="*/ 0 w 2108"/>
                  <a:gd name="T41" fmla="*/ 806 h 2357"/>
                  <a:gd name="T42" fmla="*/ 62 w 2108"/>
                  <a:gd name="T43" fmla="*/ 899 h 2357"/>
                  <a:gd name="T44" fmla="*/ 154 w 2108"/>
                  <a:gd name="T45" fmla="*/ 775 h 2357"/>
                  <a:gd name="T46" fmla="*/ 217 w 2108"/>
                  <a:gd name="T47" fmla="*/ 961 h 2357"/>
                  <a:gd name="T48" fmla="*/ 248 w 2108"/>
                  <a:gd name="T49" fmla="*/ 961 h 2357"/>
                  <a:gd name="T50" fmla="*/ 402 w 2108"/>
                  <a:gd name="T51" fmla="*/ 899 h 2357"/>
                  <a:gd name="T52" fmla="*/ 465 w 2108"/>
                  <a:gd name="T53" fmla="*/ 930 h 2357"/>
                  <a:gd name="T54" fmla="*/ 465 w 2108"/>
                  <a:gd name="T55" fmla="*/ 992 h 2357"/>
                  <a:gd name="T56" fmla="*/ 496 w 2108"/>
                  <a:gd name="T57" fmla="*/ 1054 h 2357"/>
                  <a:gd name="T58" fmla="*/ 589 w 2108"/>
                  <a:gd name="T59" fmla="*/ 1084 h 2357"/>
                  <a:gd name="T60" fmla="*/ 713 w 2108"/>
                  <a:gd name="T61" fmla="*/ 1178 h 2357"/>
                  <a:gd name="T62" fmla="*/ 744 w 2108"/>
                  <a:gd name="T63" fmla="*/ 1271 h 2357"/>
                  <a:gd name="T64" fmla="*/ 806 w 2108"/>
                  <a:gd name="T65" fmla="*/ 1301 h 2357"/>
                  <a:gd name="T66" fmla="*/ 837 w 2108"/>
                  <a:gd name="T67" fmla="*/ 1364 h 2357"/>
                  <a:gd name="T68" fmla="*/ 868 w 2108"/>
                  <a:gd name="T69" fmla="*/ 1425 h 2357"/>
                  <a:gd name="T70" fmla="*/ 868 w 2108"/>
                  <a:gd name="T71" fmla="*/ 1549 h 2357"/>
                  <a:gd name="T72" fmla="*/ 868 w 2108"/>
                  <a:gd name="T73" fmla="*/ 1673 h 2357"/>
                  <a:gd name="T74" fmla="*/ 898 w 2108"/>
                  <a:gd name="T75" fmla="*/ 1673 h 2357"/>
                  <a:gd name="T76" fmla="*/ 961 w 2108"/>
                  <a:gd name="T77" fmla="*/ 1673 h 2357"/>
                  <a:gd name="T78" fmla="*/ 1022 w 2108"/>
                  <a:gd name="T79" fmla="*/ 1767 h 2357"/>
                  <a:gd name="T80" fmla="*/ 1054 w 2108"/>
                  <a:gd name="T81" fmla="*/ 1860 h 2357"/>
                  <a:gd name="T82" fmla="*/ 1116 w 2108"/>
                  <a:gd name="T83" fmla="*/ 1984 h 2357"/>
                  <a:gd name="T84" fmla="*/ 1022 w 2108"/>
                  <a:gd name="T85" fmla="*/ 2077 h 2357"/>
                  <a:gd name="T86" fmla="*/ 930 w 2108"/>
                  <a:gd name="T87" fmla="*/ 2201 h 2357"/>
                  <a:gd name="T88" fmla="*/ 992 w 2108"/>
                  <a:gd name="T89" fmla="*/ 2263 h 2357"/>
                  <a:gd name="T90" fmla="*/ 1116 w 2108"/>
                  <a:gd name="T91" fmla="*/ 2356 h 2357"/>
                  <a:gd name="T92" fmla="*/ 1364 w 2108"/>
                  <a:gd name="T93" fmla="*/ 2045 h 2357"/>
                  <a:gd name="T94" fmla="*/ 1394 w 2108"/>
                  <a:gd name="T95" fmla="*/ 1891 h 2357"/>
                  <a:gd name="T96" fmla="*/ 1518 w 2108"/>
                  <a:gd name="T97" fmla="*/ 1797 h 2357"/>
                  <a:gd name="T98" fmla="*/ 1674 w 2108"/>
                  <a:gd name="T99" fmla="*/ 1736 h 2357"/>
                  <a:gd name="T100" fmla="*/ 1798 w 2108"/>
                  <a:gd name="T101" fmla="*/ 1549 h 2357"/>
                  <a:gd name="T102" fmla="*/ 1890 w 2108"/>
                  <a:gd name="T103" fmla="*/ 1271 h 2357"/>
                  <a:gd name="T104" fmla="*/ 1922 w 2108"/>
                  <a:gd name="T105" fmla="*/ 1054 h 2357"/>
                  <a:gd name="T106" fmla="*/ 2046 w 2108"/>
                  <a:gd name="T107" fmla="*/ 899 h 2357"/>
                  <a:gd name="T108" fmla="*/ 2107 w 2108"/>
                  <a:gd name="T109" fmla="*/ 682 h 2357"/>
                  <a:gd name="T110" fmla="*/ 1890 w 2108"/>
                  <a:gd name="T111" fmla="*/ 527 h 2357"/>
                  <a:gd name="T112" fmla="*/ 1735 w 2108"/>
                  <a:gd name="T113" fmla="*/ 465 h 2357"/>
                  <a:gd name="T114" fmla="*/ 1611 w 2108"/>
                  <a:gd name="T115" fmla="*/ 465 h 2357"/>
                  <a:gd name="T116" fmla="*/ 1487 w 2108"/>
                  <a:gd name="T117" fmla="*/ 372 h 2357"/>
                  <a:gd name="T118" fmla="*/ 1333 w 2108"/>
                  <a:gd name="T119" fmla="*/ 372 h 2357"/>
                  <a:gd name="T120" fmla="*/ 1270 w 2108"/>
                  <a:gd name="T121" fmla="*/ 310 h 2357"/>
                  <a:gd name="T122" fmla="*/ 1209 w 2108"/>
                  <a:gd name="T123" fmla="*/ 124 h 2357"/>
                  <a:gd name="T124" fmla="*/ 1178 w 2108"/>
                  <a:gd name="T125" fmla="*/ 93 h 2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08" h="2357">
                    <a:moveTo>
                      <a:pt x="1178" y="93"/>
                    </a:moveTo>
                    <a:lnTo>
                      <a:pt x="1178" y="93"/>
                    </a:lnTo>
                    <a:lnTo>
                      <a:pt x="1178" y="93"/>
                    </a:lnTo>
                    <a:cubicBezTo>
                      <a:pt x="1178" y="124"/>
                      <a:pt x="1178" y="124"/>
                      <a:pt x="1146" y="155"/>
                    </a:cubicBezTo>
                    <a:lnTo>
                      <a:pt x="1146" y="155"/>
                    </a:lnTo>
                    <a:lnTo>
                      <a:pt x="1116" y="155"/>
                    </a:lnTo>
                    <a:cubicBezTo>
                      <a:pt x="1085" y="155"/>
                      <a:pt x="1085" y="155"/>
                      <a:pt x="1085" y="155"/>
                    </a:cubicBezTo>
                    <a:lnTo>
                      <a:pt x="1085" y="155"/>
                    </a:lnTo>
                    <a:lnTo>
                      <a:pt x="1085" y="155"/>
                    </a:lnTo>
                    <a:cubicBezTo>
                      <a:pt x="1054" y="155"/>
                      <a:pt x="1054" y="155"/>
                      <a:pt x="1054" y="155"/>
                    </a:cubicBezTo>
                    <a:lnTo>
                      <a:pt x="1054" y="155"/>
                    </a:lnTo>
                    <a:cubicBezTo>
                      <a:pt x="1054" y="155"/>
                      <a:pt x="1054" y="155"/>
                      <a:pt x="1022" y="155"/>
                    </a:cubicBezTo>
                    <a:cubicBezTo>
                      <a:pt x="1022" y="155"/>
                      <a:pt x="1022" y="155"/>
                      <a:pt x="992" y="155"/>
                    </a:cubicBezTo>
                    <a:lnTo>
                      <a:pt x="992" y="155"/>
                    </a:lnTo>
                    <a:lnTo>
                      <a:pt x="992" y="155"/>
                    </a:lnTo>
                    <a:lnTo>
                      <a:pt x="992" y="155"/>
                    </a:lnTo>
                    <a:cubicBezTo>
                      <a:pt x="961" y="155"/>
                      <a:pt x="961" y="186"/>
                      <a:pt x="961" y="186"/>
                    </a:cubicBezTo>
                    <a:cubicBezTo>
                      <a:pt x="930" y="186"/>
                      <a:pt x="930" y="186"/>
                      <a:pt x="930" y="186"/>
                    </a:cubicBezTo>
                    <a:lnTo>
                      <a:pt x="930" y="186"/>
                    </a:lnTo>
                    <a:cubicBezTo>
                      <a:pt x="930" y="186"/>
                      <a:pt x="930" y="186"/>
                      <a:pt x="898" y="186"/>
                    </a:cubicBezTo>
                    <a:lnTo>
                      <a:pt x="898" y="186"/>
                    </a:lnTo>
                    <a:cubicBezTo>
                      <a:pt x="898" y="186"/>
                      <a:pt x="898" y="186"/>
                      <a:pt x="868" y="186"/>
                    </a:cubicBezTo>
                    <a:lnTo>
                      <a:pt x="868" y="186"/>
                    </a:lnTo>
                    <a:cubicBezTo>
                      <a:pt x="868" y="217"/>
                      <a:pt x="868" y="217"/>
                      <a:pt x="837" y="217"/>
                    </a:cubicBezTo>
                    <a:lnTo>
                      <a:pt x="837" y="217"/>
                    </a:lnTo>
                    <a:cubicBezTo>
                      <a:pt x="837" y="217"/>
                      <a:pt x="837" y="217"/>
                      <a:pt x="806" y="217"/>
                    </a:cubicBezTo>
                    <a:lnTo>
                      <a:pt x="806" y="217"/>
                    </a:lnTo>
                    <a:cubicBezTo>
                      <a:pt x="806" y="217"/>
                      <a:pt x="806" y="217"/>
                      <a:pt x="774" y="217"/>
                    </a:cubicBezTo>
                    <a:cubicBezTo>
                      <a:pt x="774" y="217"/>
                      <a:pt x="774" y="217"/>
                      <a:pt x="744" y="217"/>
                    </a:cubicBezTo>
                    <a:lnTo>
                      <a:pt x="744" y="217"/>
                    </a:lnTo>
                    <a:lnTo>
                      <a:pt x="744" y="217"/>
                    </a:lnTo>
                    <a:cubicBezTo>
                      <a:pt x="713" y="186"/>
                      <a:pt x="713" y="186"/>
                      <a:pt x="713" y="155"/>
                    </a:cubicBezTo>
                    <a:lnTo>
                      <a:pt x="713" y="155"/>
                    </a:lnTo>
                    <a:lnTo>
                      <a:pt x="713" y="155"/>
                    </a:lnTo>
                    <a:lnTo>
                      <a:pt x="713" y="124"/>
                    </a:lnTo>
                    <a:lnTo>
                      <a:pt x="713" y="124"/>
                    </a:lnTo>
                    <a:lnTo>
                      <a:pt x="713" y="93"/>
                    </a:lnTo>
                    <a:lnTo>
                      <a:pt x="713" y="93"/>
                    </a:lnTo>
                    <a:lnTo>
                      <a:pt x="713" y="93"/>
                    </a:lnTo>
                    <a:lnTo>
                      <a:pt x="713" y="62"/>
                    </a:lnTo>
                    <a:lnTo>
                      <a:pt x="713" y="31"/>
                    </a:lnTo>
                    <a:cubicBezTo>
                      <a:pt x="713" y="31"/>
                      <a:pt x="713" y="31"/>
                      <a:pt x="682" y="0"/>
                    </a:cubicBezTo>
                    <a:cubicBezTo>
                      <a:pt x="682" y="31"/>
                      <a:pt x="682" y="31"/>
                      <a:pt x="682" y="31"/>
                    </a:cubicBezTo>
                    <a:lnTo>
                      <a:pt x="650" y="31"/>
                    </a:lnTo>
                    <a:lnTo>
                      <a:pt x="650" y="31"/>
                    </a:lnTo>
                    <a:lnTo>
                      <a:pt x="650" y="31"/>
                    </a:lnTo>
                    <a:lnTo>
                      <a:pt x="620" y="62"/>
                    </a:lnTo>
                    <a:lnTo>
                      <a:pt x="620" y="62"/>
                    </a:lnTo>
                    <a:lnTo>
                      <a:pt x="620" y="62"/>
                    </a:lnTo>
                    <a:cubicBezTo>
                      <a:pt x="589" y="62"/>
                      <a:pt x="589" y="62"/>
                      <a:pt x="589" y="62"/>
                    </a:cubicBezTo>
                    <a:lnTo>
                      <a:pt x="589" y="62"/>
                    </a:lnTo>
                    <a:lnTo>
                      <a:pt x="589" y="62"/>
                    </a:lnTo>
                    <a:lnTo>
                      <a:pt x="589" y="93"/>
                    </a:lnTo>
                    <a:lnTo>
                      <a:pt x="589" y="93"/>
                    </a:lnTo>
                    <a:cubicBezTo>
                      <a:pt x="558" y="93"/>
                      <a:pt x="558" y="93"/>
                      <a:pt x="558" y="93"/>
                    </a:cubicBezTo>
                    <a:lnTo>
                      <a:pt x="558" y="62"/>
                    </a:lnTo>
                    <a:lnTo>
                      <a:pt x="558" y="62"/>
                    </a:lnTo>
                    <a:cubicBezTo>
                      <a:pt x="558" y="62"/>
                      <a:pt x="558" y="62"/>
                      <a:pt x="526" y="62"/>
                    </a:cubicBezTo>
                    <a:lnTo>
                      <a:pt x="526" y="62"/>
                    </a:lnTo>
                    <a:lnTo>
                      <a:pt x="526" y="62"/>
                    </a:lnTo>
                    <a:lnTo>
                      <a:pt x="526" y="62"/>
                    </a:lnTo>
                    <a:lnTo>
                      <a:pt x="526" y="62"/>
                    </a:lnTo>
                    <a:lnTo>
                      <a:pt x="526" y="93"/>
                    </a:lnTo>
                    <a:lnTo>
                      <a:pt x="526" y="93"/>
                    </a:lnTo>
                    <a:lnTo>
                      <a:pt x="558" y="93"/>
                    </a:lnTo>
                    <a:lnTo>
                      <a:pt x="558" y="93"/>
                    </a:lnTo>
                    <a:lnTo>
                      <a:pt x="589" y="124"/>
                    </a:lnTo>
                    <a:lnTo>
                      <a:pt x="589" y="124"/>
                    </a:lnTo>
                    <a:lnTo>
                      <a:pt x="589" y="124"/>
                    </a:lnTo>
                    <a:lnTo>
                      <a:pt x="558" y="155"/>
                    </a:lnTo>
                    <a:lnTo>
                      <a:pt x="558" y="155"/>
                    </a:lnTo>
                    <a:lnTo>
                      <a:pt x="526" y="155"/>
                    </a:lnTo>
                    <a:lnTo>
                      <a:pt x="526" y="155"/>
                    </a:lnTo>
                    <a:cubicBezTo>
                      <a:pt x="526" y="186"/>
                      <a:pt x="526" y="186"/>
                      <a:pt x="526" y="186"/>
                    </a:cubicBezTo>
                    <a:cubicBezTo>
                      <a:pt x="526" y="186"/>
                      <a:pt x="526" y="186"/>
                      <a:pt x="526" y="217"/>
                    </a:cubicBezTo>
                    <a:cubicBezTo>
                      <a:pt x="496" y="217"/>
                      <a:pt x="496" y="217"/>
                      <a:pt x="496" y="217"/>
                    </a:cubicBezTo>
                    <a:lnTo>
                      <a:pt x="496" y="217"/>
                    </a:lnTo>
                    <a:cubicBezTo>
                      <a:pt x="465" y="217"/>
                      <a:pt x="465" y="217"/>
                      <a:pt x="465" y="248"/>
                    </a:cubicBezTo>
                    <a:lnTo>
                      <a:pt x="465" y="248"/>
                    </a:lnTo>
                    <a:lnTo>
                      <a:pt x="434" y="248"/>
                    </a:lnTo>
                    <a:lnTo>
                      <a:pt x="434" y="248"/>
                    </a:lnTo>
                    <a:lnTo>
                      <a:pt x="402" y="248"/>
                    </a:lnTo>
                    <a:cubicBezTo>
                      <a:pt x="402" y="248"/>
                      <a:pt x="402" y="248"/>
                      <a:pt x="372" y="248"/>
                    </a:cubicBezTo>
                    <a:lnTo>
                      <a:pt x="372" y="248"/>
                    </a:lnTo>
                    <a:cubicBezTo>
                      <a:pt x="372" y="248"/>
                      <a:pt x="372" y="248"/>
                      <a:pt x="341" y="248"/>
                    </a:cubicBezTo>
                    <a:lnTo>
                      <a:pt x="341" y="248"/>
                    </a:lnTo>
                    <a:lnTo>
                      <a:pt x="341" y="248"/>
                    </a:lnTo>
                    <a:cubicBezTo>
                      <a:pt x="341" y="248"/>
                      <a:pt x="341" y="248"/>
                      <a:pt x="310" y="217"/>
                    </a:cubicBezTo>
                    <a:lnTo>
                      <a:pt x="310" y="217"/>
                    </a:lnTo>
                    <a:cubicBezTo>
                      <a:pt x="310" y="186"/>
                      <a:pt x="310" y="186"/>
                      <a:pt x="310" y="186"/>
                    </a:cubicBezTo>
                    <a:lnTo>
                      <a:pt x="310" y="186"/>
                    </a:lnTo>
                    <a:lnTo>
                      <a:pt x="310" y="186"/>
                    </a:lnTo>
                    <a:lnTo>
                      <a:pt x="310" y="186"/>
                    </a:lnTo>
                    <a:cubicBezTo>
                      <a:pt x="310" y="186"/>
                      <a:pt x="310" y="186"/>
                      <a:pt x="278" y="186"/>
                    </a:cubicBezTo>
                    <a:lnTo>
                      <a:pt x="278" y="186"/>
                    </a:lnTo>
                    <a:lnTo>
                      <a:pt x="278" y="186"/>
                    </a:lnTo>
                    <a:lnTo>
                      <a:pt x="248" y="186"/>
                    </a:lnTo>
                    <a:lnTo>
                      <a:pt x="248" y="186"/>
                    </a:lnTo>
                    <a:cubicBezTo>
                      <a:pt x="248" y="217"/>
                      <a:pt x="248" y="217"/>
                      <a:pt x="248" y="217"/>
                    </a:cubicBezTo>
                    <a:lnTo>
                      <a:pt x="248" y="248"/>
                    </a:lnTo>
                    <a:lnTo>
                      <a:pt x="248" y="248"/>
                    </a:lnTo>
                    <a:lnTo>
                      <a:pt x="217" y="248"/>
                    </a:lnTo>
                    <a:lnTo>
                      <a:pt x="217" y="248"/>
                    </a:lnTo>
                    <a:lnTo>
                      <a:pt x="217" y="248"/>
                    </a:lnTo>
                    <a:lnTo>
                      <a:pt x="217" y="248"/>
                    </a:lnTo>
                    <a:cubicBezTo>
                      <a:pt x="217" y="279"/>
                      <a:pt x="186" y="279"/>
                      <a:pt x="186" y="279"/>
                    </a:cubicBezTo>
                    <a:lnTo>
                      <a:pt x="186" y="279"/>
                    </a:lnTo>
                    <a:lnTo>
                      <a:pt x="186" y="279"/>
                    </a:lnTo>
                    <a:lnTo>
                      <a:pt x="186" y="279"/>
                    </a:lnTo>
                    <a:cubicBezTo>
                      <a:pt x="217" y="279"/>
                      <a:pt x="217" y="310"/>
                      <a:pt x="217" y="341"/>
                    </a:cubicBezTo>
                    <a:lnTo>
                      <a:pt x="217" y="341"/>
                    </a:lnTo>
                    <a:lnTo>
                      <a:pt x="217" y="341"/>
                    </a:lnTo>
                    <a:cubicBezTo>
                      <a:pt x="217" y="372"/>
                      <a:pt x="217" y="434"/>
                      <a:pt x="217" y="527"/>
                    </a:cubicBezTo>
                    <a:lnTo>
                      <a:pt x="217" y="527"/>
                    </a:lnTo>
                    <a:cubicBezTo>
                      <a:pt x="217" y="527"/>
                      <a:pt x="217" y="527"/>
                      <a:pt x="217" y="558"/>
                    </a:cubicBezTo>
                    <a:cubicBezTo>
                      <a:pt x="248" y="558"/>
                      <a:pt x="248" y="558"/>
                      <a:pt x="248" y="558"/>
                    </a:cubicBezTo>
                    <a:cubicBezTo>
                      <a:pt x="186" y="558"/>
                      <a:pt x="186" y="558"/>
                      <a:pt x="186" y="558"/>
                    </a:cubicBezTo>
                    <a:cubicBezTo>
                      <a:pt x="186" y="558"/>
                      <a:pt x="186" y="558"/>
                      <a:pt x="186" y="589"/>
                    </a:cubicBezTo>
                    <a:lnTo>
                      <a:pt x="186" y="589"/>
                    </a:lnTo>
                    <a:lnTo>
                      <a:pt x="154" y="589"/>
                    </a:lnTo>
                    <a:lnTo>
                      <a:pt x="154" y="589"/>
                    </a:lnTo>
                    <a:lnTo>
                      <a:pt x="154" y="589"/>
                    </a:lnTo>
                    <a:lnTo>
                      <a:pt x="154" y="589"/>
                    </a:lnTo>
                    <a:lnTo>
                      <a:pt x="154" y="589"/>
                    </a:lnTo>
                    <a:cubicBezTo>
                      <a:pt x="124" y="589"/>
                      <a:pt x="124" y="589"/>
                      <a:pt x="93" y="589"/>
                    </a:cubicBezTo>
                    <a:lnTo>
                      <a:pt x="93" y="589"/>
                    </a:lnTo>
                    <a:lnTo>
                      <a:pt x="93" y="589"/>
                    </a:lnTo>
                    <a:cubicBezTo>
                      <a:pt x="62" y="589"/>
                      <a:pt x="62" y="589"/>
                      <a:pt x="62" y="589"/>
                    </a:cubicBezTo>
                    <a:lnTo>
                      <a:pt x="62" y="589"/>
                    </a:lnTo>
                    <a:cubicBezTo>
                      <a:pt x="62" y="620"/>
                      <a:pt x="30" y="620"/>
                      <a:pt x="30" y="620"/>
                    </a:cubicBezTo>
                    <a:lnTo>
                      <a:pt x="30" y="620"/>
                    </a:lnTo>
                    <a:cubicBezTo>
                      <a:pt x="30" y="651"/>
                      <a:pt x="30" y="651"/>
                      <a:pt x="30" y="651"/>
                    </a:cubicBezTo>
                    <a:lnTo>
                      <a:pt x="30" y="651"/>
                    </a:lnTo>
                    <a:cubicBezTo>
                      <a:pt x="30" y="651"/>
                      <a:pt x="30" y="651"/>
                      <a:pt x="30" y="682"/>
                    </a:cubicBezTo>
                    <a:lnTo>
                      <a:pt x="30" y="682"/>
                    </a:lnTo>
                    <a:lnTo>
                      <a:pt x="30" y="682"/>
                    </a:lnTo>
                    <a:lnTo>
                      <a:pt x="30" y="682"/>
                    </a:lnTo>
                    <a:lnTo>
                      <a:pt x="30" y="682"/>
                    </a:lnTo>
                    <a:cubicBezTo>
                      <a:pt x="30" y="713"/>
                      <a:pt x="30" y="713"/>
                      <a:pt x="0" y="744"/>
                    </a:cubicBezTo>
                    <a:lnTo>
                      <a:pt x="0" y="744"/>
                    </a:lnTo>
                    <a:lnTo>
                      <a:pt x="0" y="744"/>
                    </a:lnTo>
                    <a:lnTo>
                      <a:pt x="0" y="744"/>
                    </a:lnTo>
                    <a:lnTo>
                      <a:pt x="0" y="775"/>
                    </a:lnTo>
                    <a:lnTo>
                      <a:pt x="0" y="775"/>
                    </a:lnTo>
                    <a:lnTo>
                      <a:pt x="0" y="806"/>
                    </a:lnTo>
                    <a:lnTo>
                      <a:pt x="0" y="806"/>
                    </a:lnTo>
                    <a:lnTo>
                      <a:pt x="0" y="806"/>
                    </a:lnTo>
                    <a:lnTo>
                      <a:pt x="0" y="806"/>
                    </a:lnTo>
                    <a:cubicBezTo>
                      <a:pt x="30" y="837"/>
                      <a:pt x="30" y="837"/>
                      <a:pt x="30" y="868"/>
                    </a:cubicBezTo>
                    <a:lnTo>
                      <a:pt x="30" y="868"/>
                    </a:lnTo>
                    <a:lnTo>
                      <a:pt x="30" y="868"/>
                    </a:lnTo>
                    <a:lnTo>
                      <a:pt x="62" y="868"/>
                    </a:lnTo>
                    <a:cubicBezTo>
                      <a:pt x="62" y="899"/>
                      <a:pt x="62" y="899"/>
                      <a:pt x="62" y="899"/>
                    </a:cubicBezTo>
                    <a:lnTo>
                      <a:pt x="62" y="899"/>
                    </a:lnTo>
                    <a:lnTo>
                      <a:pt x="62" y="899"/>
                    </a:lnTo>
                    <a:cubicBezTo>
                      <a:pt x="93" y="899"/>
                      <a:pt x="93" y="899"/>
                      <a:pt x="93" y="899"/>
                    </a:cubicBezTo>
                    <a:lnTo>
                      <a:pt x="93" y="899"/>
                    </a:lnTo>
                    <a:lnTo>
                      <a:pt x="93" y="899"/>
                    </a:lnTo>
                    <a:cubicBezTo>
                      <a:pt x="93" y="899"/>
                      <a:pt x="93" y="899"/>
                      <a:pt x="124" y="868"/>
                    </a:cubicBezTo>
                    <a:lnTo>
                      <a:pt x="124" y="868"/>
                    </a:lnTo>
                    <a:cubicBezTo>
                      <a:pt x="154" y="775"/>
                      <a:pt x="154" y="775"/>
                      <a:pt x="154" y="775"/>
                    </a:cubicBezTo>
                    <a:cubicBezTo>
                      <a:pt x="154" y="899"/>
                      <a:pt x="154" y="899"/>
                      <a:pt x="154" y="899"/>
                    </a:cubicBezTo>
                    <a:cubicBezTo>
                      <a:pt x="154" y="899"/>
                      <a:pt x="154" y="930"/>
                      <a:pt x="154" y="961"/>
                    </a:cubicBezTo>
                    <a:lnTo>
                      <a:pt x="186" y="961"/>
                    </a:lnTo>
                    <a:lnTo>
                      <a:pt x="186" y="961"/>
                    </a:lnTo>
                    <a:lnTo>
                      <a:pt x="186" y="961"/>
                    </a:lnTo>
                    <a:cubicBezTo>
                      <a:pt x="217" y="961"/>
                      <a:pt x="217" y="961"/>
                      <a:pt x="217" y="961"/>
                    </a:cubicBezTo>
                    <a:lnTo>
                      <a:pt x="217" y="961"/>
                    </a:lnTo>
                    <a:lnTo>
                      <a:pt x="217" y="961"/>
                    </a:lnTo>
                    <a:lnTo>
                      <a:pt x="217" y="961"/>
                    </a:lnTo>
                    <a:cubicBezTo>
                      <a:pt x="217" y="961"/>
                      <a:pt x="217" y="961"/>
                      <a:pt x="248" y="961"/>
                    </a:cubicBezTo>
                    <a:lnTo>
                      <a:pt x="248" y="961"/>
                    </a:lnTo>
                    <a:lnTo>
                      <a:pt x="248" y="961"/>
                    </a:lnTo>
                    <a:lnTo>
                      <a:pt x="248" y="961"/>
                    </a:lnTo>
                    <a:lnTo>
                      <a:pt x="248" y="961"/>
                    </a:lnTo>
                    <a:lnTo>
                      <a:pt x="248" y="961"/>
                    </a:lnTo>
                    <a:cubicBezTo>
                      <a:pt x="278" y="961"/>
                      <a:pt x="278" y="930"/>
                      <a:pt x="278" y="930"/>
                    </a:cubicBezTo>
                    <a:lnTo>
                      <a:pt x="278" y="930"/>
                    </a:lnTo>
                    <a:cubicBezTo>
                      <a:pt x="310" y="930"/>
                      <a:pt x="310" y="899"/>
                      <a:pt x="341" y="899"/>
                    </a:cubicBezTo>
                    <a:lnTo>
                      <a:pt x="341" y="899"/>
                    </a:lnTo>
                    <a:cubicBezTo>
                      <a:pt x="341" y="868"/>
                      <a:pt x="372" y="868"/>
                      <a:pt x="372" y="868"/>
                    </a:cubicBezTo>
                    <a:cubicBezTo>
                      <a:pt x="372" y="868"/>
                      <a:pt x="402" y="868"/>
                      <a:pt x="402" y="899"/>
                    </a:cubicBezTo>
                    <a:lnTo>
                      <a:pt x="402" y="899"/>
                    </a:lnTo>
                    <a:cubicBezTo>
                      <a:pt x="402" y="868"/>
                      <a:pt x="402" y="868"/>
                      <a:pt x="434" y="868"/>
                    </a:cubicBezTo>
                    <a:lnTo>
                      <a:pt x="434" y="868"/>
                    </a:lnTo>
                    <a:cubicBezTo>
                      <a:pt x="434" y="868"/>
                      <a:pt x="434" y="868"/>
                      <a:pt x="465" y="899"/>
                    </a:cubicBezTo>
                    <a:lnTo>
                      <a:pt x="465" y="899"/>
                    </a:lnTo>
                    <a:lnTo>
                      <a:pt x="465" y="899"/>
                    </a:lnTo>
                    <a:cubicBezTo>
                      <a:pt x="465" y="930"/>
                      <a:pt x="465" y="930"/>
                      <a:pt x="465" y="930"/>
                    </a:cubicBezTo>
                    <a:lnTo>
                      <a:pt x="465" y="930"/>
                    </a:lnTo>
                    <a:lnTo>
                      <a:pt x="465" y="961"/>
                    </a:lnTo>
                    <a:cubicBezTo>
                      <a:pt x="465" y="961"/>
                      <a:pt x="465" y="961"/>
                      <a:pt x="465" y="992"/>
                    </a:cubicBezTo>
                    <a:lnTo>
                      <a:pt x="465" y="992"/>
                    </a:lnTo>
                    <a:lnTo>
                      <a:pt x="465" y="992"/>
                    </a:lnTo>
                    <a:lnTo>
                      <a:pt x="465" y="992"/>
                    </a:lnTo>
                    <a:lnTo>
                      <a:pt x="465" y="992"/>
                    </a:lnTo>
                    <a:cubicBezTo>
                      <a:pt x="465" y="1023"/>
                      <a:pt x="465" y="1023"/>
                      <a:pt x="465" y="1023"/>
                    </a:cubicBezTo>
                    <a:lnTo>
                      <a:pt x="465" y="1023"/>
                    </a:lnTo>
                    <a:lnTo>
                      <a:pt x="465" y="1023"/>
                    </a:lnTo>
                    <a:lnTo>
                      <a:pt x="465" y="1023"/>
                    </a:lnTo>
                    <a:lnTo>
                      <a:pt x="496" y="1023"/>
                    </a:lnTo>
                    <a:lnTo>
                      <a:pt x="496" y="1054"/>
                    </a:lnTo>
                    <a:lnTo>
                      <a:pt x="496" y="1054"/>
                    </a:lnTo>
                    <a:lnTo>
                      <a:pt x="496" y="1054"/>
                    </a:lnTo>
                    <a:cubicBezTo>
                      <a:pt x="526" y="1054"/>
                      <a:pt x="526" y="1054"/>
                      <a:pt x="526" y="1054"/>
                    </a:cubicBezTo>
                    <a:lnTo>
                      <a:pt x="526" y="1054"/>
                    </a:lnTo>
                    <a:cubicBezTo>
                      <a:pt x="526" y="1084"/>
                      <a:pt x="558" y="1084"/>
                      <a:pt x="558" y="1084"/>
                    </a:cubicBezTo>
                    <a:lnTo>
                      <a:pt x="558" y="1084"/>
                    </a:lnTo>
                    <a:lnTo>
                      <a:pt x="589" y="1084"/>
                    </a:lnTo>
                    <a:lnTo>
                      <a:pt x="589" y="1084"/>
                    </a:lnTo>
                    <a:cubicBezTo>
                      <a:pt x="620" y="1084"/>
                      <a:pt x="620" y="1084"/>
                      <a:pt x="620" y="1084"/>
                    </a:cubicBezTo>
                    <a:lnTo>
                      <a:pt x="620" y="1084"/>
                    </a:lnTo>
                    <a:cubicBezTo>
                      <a:pt x="620" y="1084"/>
                      <a:pt x="620" y="1116"/>
                      <a:pt x="650" y="1116"/>
                    </a:cubicBezTo>
                    <a:lnTo>
                      <a:pt x="650" y="1116"/>
                    </a:lnTo>
                    <a:lnTo>
                      <a:pt x="650" y="1116"/>
                    </a:lnTo>
                    <a:cubicBezTo>
                      <a:pt x="682" y="1116"/>
                      <a:pt x="682" y="1116"/>
                      <a:pt x="682" y="1116"/>
                    </a:cubicBezTo>
                    <a:cubicBezTo>
                      <a:pt x="713" y="1116"/>
                      <a:pt x="713" y="1147"/>
                      <a:pt x="713" y="1178"/>
                    </a:cubicBezTo>
                    <a:lnTo>
                      <a:pt x="713" y="1178"/>
                    </a:lnTo>
                    <a:cubicBezTo>
                      <a:pt x="744" y="1178"/>
                      <a:pt x="744" y="1178"/>
                      <a:pt x="744" y="1209"/>
                    </a:cubicBezTo>
                    <a:lnTo>
                      <a:pt x="744" y="1209"/>
                    </a:lnTo>
                    <a:cubicBezTo>
                      <a:pt x="744" y="1209"/>
                      <a:pt x="713" y="1209"/>
                      <a:pt x="713" y="1240"/>
                    </a:cubicBezTo>
                    <a:lnTo>
                      <a:pt x="713" y="1240"/>
                    </a:lnTo>
                    <a:cubicBezTo>
                      <a:pt x="744" y="1240"/>
                      <a:pt x="744" y="1240"/>
                      <a:pt x="744" y="1240"/>
                    </a:cubicBezTo>
                    <a:cubicBezTo>
                      <a:pt x="744" y="1271"/>
                      <a:pt x="744" y="1271"/>
                      <a:pt x="744" y="1271"/>
                    </a:cubicBezTo>
                    <a:lnTo>
                      <a:pt x="744" y="1271"/>
                    </a:lnTo>
                    <a:lnTo>
                      <a:pt x="744" y="1301"/>
                    </a:lnTo>
                    <a:lnTo>
                      <a:pt x="744" y="1301"/>
                    </a:lnTo>
                    <a:lnTo>
                      <a:pt x="744" y="1301"/>
                    </a:lnTo>
                    <a:lnTo>
                      <a:pt x="744" y="1301"/>
                    </a:lnTo>
                    <a:lnTo>
                      <a:pt x="774" y="1301"/>
                    </a:lnTo>
                    <a:cubicBezTo>
                      <a:pt x="806" y="1301"/>
                      <a:pt x="806" y="1301"/>
                      <a:pt x="806" y="1301"/>
                    </a:cubicBezTo>
                    <a:cubicBezTo>
                      <a:pt x="837" y="1301"/>
                      <a:pt x="837" y="1301"/>
                      <a:pt x="837" y="1301"/>
                    </a:cubicBezTo>
                    <a:lnTo>
                      <a:pt x="837" y="1333"/>
                    </a:lnTo>
                    <a:lnTo>
                      <a:pt x="837" y="1333"/>
                    </a:lnTo>
                    <a:lnTo>
                      <a:pt x="837" y="1364"/>
                    </a:lnTo>
                    <a:lnTo>
                      <a:pt x="837" y="1364"/>
                    </a:lnTo>
                    <a:lnTo>
                      <a:pt x="837" y="1364"/>
                    </a:lnTo>
                    <a:lnTo>
                      <a:pt x="837" y="1364"/>
                    </a:lnTo>
                    <a:lnTo>
                      <a:pt x="837" y="1364"/>
                    </a:lnTo>
                    <a:lnTo>
                      <a:pt x="837" y="1364"/>
                    </a:lnTo>
                    <a:lnTo>
                      <a:pt x="837" y="1364"/>
                    </a:lnTo>
                    <a:lnTo>
                      <a:pt x="837" y="1364"/>
                    </a:lnTo>
                    <a:lnTo>
                      <a:pt x="868" y="1364"/>
                    </a:lnTo>
                    <a:cubicBezTo>
                      <a:pt x="868" y="1395"/>
                      <a:pt x="868" y="1395"/>
                      <a:pt x="868" y="1425"/>
                    </a:cubicBezTo>
                    <a:lnTo>
                      <a:pt x="868" y="1425"/>
                    </a:lnTo>
                    <a:lnTo>
                      <a:pt x="898" y="1457"/>
                    </a:lnTo>
                    <a:lnTo>
                      <a:pt x="898" y="1457"/>
                    </a:lnTo>
                    <a:lnTo>
                      <a:pt x="898" y="1457"/>
                    </a:lnTo>
                    <a:cubicBezTo>
                      <a:pt x="898" y="1488"/>
                      <a:pt x="898" y="1488"/>
                      <a:pt x="868" y="1488"/>
                    </a:cubicBezTo>
                    <a:lnTo>
                      <a:pt x="868" y="1519"/>
                    </a:lnTo>
                    <a:cubicBezTo>
                      <a:pt x="868" y="1549"/>
                      <a:pt x="868" y="1549"/>
                      <a:pt x="868" y="1549"/>
                    </a:cubicBezTo>
                    <a:lnTo>
                      <a:pt x="868" y="1549"/>
                    </a:lnTo>
                    <a:lnTo>
                      <a:pt x="868" y="1549"/>
                    </a:lnTo>
                    <a:lnTo>
                      <a:pt x="868" y="1549"/>
                    </a:lnTo>
                    <a:lnTo>
                      <a:pt x="868" y="1549"/>
                    </a:lnTo>
                    <a:cubicBezTo>
                      <a:pt x="868" y="1581"/>
                      <a:pt x="868" y="1581"/>
                      <a:pt x="868" y="1612"/>
                    </a:cubicBezTo>
                    <a:lnTo>
                      <a:pt x="868" y="1612"/>
                    </a:lnTo>
                    <a:lnTo>
                      <a:pt x="868" y="1643"/>
                    </a:lnTo>
                    <a:lnTo>
                      <a:pt x="868" y="1673"/>
                    </a:lnTo>
                    <a:lnTo>
                      <a:pt x="868" y="1673"/>
                    </a:lnTo>
                    <a:lnTo>
                      <a:pt x="868" y="1673"/>
                    </a:lnTo>
                    <a:lnTo>
                      <a:pt x="868" y="1673"/>
                    </a:lnTo>
                    <a:lnTo>
                      <a:pt x="868" y="1673"/>
                    </a:lnTo>
                    <a:cubicBezTo>
                      <a:pt x="898" y="1673"/>
                      <a:pt x="898" y="1673"/>
                      <a:pt x="898" y="1673"/>
                    </a:cubicBezTo>
                    <a:lnTo>
                      <a:pt x="898" y="1673"/>
                    </a:lnTo>
                    <a:lnTo>
                      <a:pt x="898" y="1673"/>
                    </a:lnTo>
                    <a:lnTo>
                      <a:pt x="898" y="1673"/>
                    </a:lnTo>
                    <a:lnTo>
                      <a:pt x="898" y="1673"/>
                    </a:lnTo>
                    <a:cubicBezTo>
                      <a:pt x="898" y="1673"/>
                      <a:pt x="898" y="1673"/>
                      <a:pt x="930" y="1673"/>
                    </a:cubicBezTo>
                    <a:lnTo>
                      <a:pt x="930" y="1673"/>
                    </a:lnTo>
                    <a:lnTo>
                      <a:pt x="930" y="1673"/>
                    </a:lnTo>
                    <a:lnTo>
                      <a:pt x="930" y="1673"/>
                    </a:lnTo>
                    <a:cubicBezTo>
                      <a:pt x="930" y="1673"/>
                      <a:pt x="930" y="1673"/>
                      <a:pt x="961" y="1673"/>
                    </a:cubicBezTo>
                    <a:lnTo>
                      <a:pt x="961" y="1705"/>
                    </a:lnTo>
                    <a:lnTo>
                      <a:pt x="961" y="1705"/>
                    </a:lnTo>
                    <a:lnTo>
                      <a:pt x="992" y="1705"/>
                    </a:lnTo>
                    <a:cubicBezTo>
                      <a:pt x="992" y="1736"/>
                      <a:pt x="992" y="1767"/>
                      <a:pt x="992" y="1767"/>
                    </a:cubicBezTo>
                    <a:cubicBezTo>
                      <a:pt x="992" y="1767"/>
                      <a:pt x="992" y="1767"/>
                      <a:pt x="992" y="1797"/>
                    </a:cubicBezTo>
                    <a:cubicBezTo>
                      <a:pt x="992" y="1797"/>
                      <a:pt x="992" y="1797"/>
                      <a:pt x="992" y="1767"/>
                    </a:cubicBezTo>
                    <a:cubicBezTo>
                      <a:pt x="1022" y="1767"/>
                      <a:pt x="1022" y="1767"/>
                      <a:pt x="1022" y="1767"/>
                    </a:cubicBezTo>
                    <a:lnTo>
                      <a:pt x="1022" y="1767"/>
                    </a:lnTo>
                    <a:cubicBezTo>
                      <a:pt x="1054" y="1767"/>
                      <a:pt x="1085" y="1797"/>
                      <a:pt x="1085" y="1829"/>
                    </a:cubicBezTo>
                    <a:lnTo>
                      <a:pt x="1085" y="1829"/>
                    </a:lnTo>
                    <a:cubicBezTo>
                      <a:pt x="1085" y="1860"/>
                      <a:pt x="1054" y="1860"/>
                      <a:pt x="1054" y="1860"/>
                    </a:cubicBezTo>
                    <a:lnTo>
                      <a:pt x="1054" y="1860"/>
                    </a:lnTo>
                    <a:lnTo>
                      <a:pt x="1054" y="1860"/>
                    </a:lnTo>
                    <a:lnTo>
                      <a:pt x="1054" y="1860"/>
                    </a:lnTo>
                    <a:cubicBezTo>
                      <a:pt x="1054" y="1891"/>
                      <a:pt x="1054" y="1891"/>
                      <a:pt x="1054" y="1891"/>
                    </a:cubicBezTo>
                    <a:cubicBezTo>
                      <a:pt x="1085" y="1891"/>
                      <a:pt x="1085" y="1891"/>
                      <a:pt x="1085" y="1921"/>
                    </a:cubicBezTo>
                    <a:lnTo>
                      <a:pt x="1085" y="1953"/>
                    </a:lnTo>
                    <a:lnTo>
                      <a:pt x="1085" y="1953"/>
                    </a:lnTo>
                    <a:cubicBezTo>
                      <a:pt x="1085" y="1953"/>
                      <a:pt x="1085" y="1953"/>
                      <a:pt x="1085" y="1984"/>
                    </a:cubicBezTo>
                    <a:lnTo>
                      <a:pt x="1116" y="1984"/>
                    </a:lnTo>
                    <a:lnTo>
                      <a:pt x="1116" y="1984"/>
                    </a:lnTo>
                    <a:cubicBezTo>
                      <a:pt x="1116" y="2015"/>
                      <a:pt x="1085" y="2015"/>
                      <a:pt x="1085" y="2015"/>
                    </a:cubicBezTo>
                    <a:lnTo>
                      <a:pt x="1085" y="2015"/>
                    </a:lnTo>
                    <a:lnTo>
                      <a:pt x="1085" y="2015"/>
                    </a:lnTo>
                    <a:cubicBezTo>
                      <a:pt x="1085" y="2045"/>
                      <a:pt x="1054" y="2077"/>
                      <a:pt x="1054" y="2077"/>
                    </a:cubicBezTo>
                    <a:lnTo>
                      <a:pt x="1022" y="2077"/>
                    </a:lnTo>
                    <a:lnTo>
                      <a:pt x="1022" y="2077"/>
                    </a:lnTo>
                    <a:lnTo>
                      <a:pt x="1022" y="2077"/>
                    </a:lnTo>
                    <a:cubicBezTo>
                      <a:pt x="1022" y="2077"/>
                      <a:pt x="1022" y="2077"/>
                      <a:pt x="992" y="2108"/>
                    </a:cubicBezTo>
                    <a:cubicBezTo>
                      <a:pt x="961" y="2108"/>
                      <a:pt x="961" y="2139"/>
                      <a:pt x="961" y="2139"/>
                    </a:cubicBezTo>
                    <a:lnTo>
                      <a:pt x="930" y="2169"/>
                    </a:lnTo>
                    <a:lnTo>
                      <a:pt x="930" y="2169"/>
                    </a:lnTo>
                    <a:cubicBezTo>
                      <a:pt x="930" y="2169"/>
                      <a:pt x="930" y="2169"/>
                      <a:pt x="930" y="2201"/>
                    </a:cubicBezTo>
                    <a:lnTo>
                      <a:pt x="930" y="2201"/>
                    </a:lnTo>
                    <a:lnTo>
                      <a:pt x="930" y="2201"/>
                    </a:lnTo>
                    <a:cubicBezTo>
                      <a:pt x="961" y="2201"/>
                      <a:pt x="961" y="2232"/>
                      <a:pt x="961" y="2232"/>
                    </a:cubicBezTo>
                    <a:lnTo>
                      <a:pt x="961" y="2232"/>
                    </a:lnTo>
                    <a:lnTo>
                      <a:pt x="961" y="2232"/>
                    </a:lnTo>
                    <a:lnTo>
                      <a:pt x="961" y="2232"/>
                    </a:lnTo>
                    <a:cubicBezTo>
                      <a:pt x="992" y="2232"/>
                      <a:pt x="992" y="2232"/>
                      <a:pt x="992" y="2263"/>
                    </a:cubicBezTo>
                    <a:lnTo>
                      <a:pt x="992" y="2263"/>
                    </a:lnTo>
                    <a:lnTo>
                      <a:pt x="992" y="2263"/>
                    </a:lnTo>
                    <a:cubicBezTo>
                      <a:pt x="1022" y="2263"/>
                      <a:pt x="1054" y="2293"/>
                      <a:pt x="1054" y="2293"/>
                    </a:cubicBezTo>
                    <a:lnTo>
                      <a:pt x="1054" y="2325"/>
                    </a:lnTo>
                    <a:cubicBezTo>
                      <a:pt x="1085" y="2325"/>
                      <a:pt x="1085" y="2325"/>
                      <a:pt x="1085" y="2325"/>
                    </a:cubicBezTo>
                    <a:cubicBezTo>
                      <a:pt x="1085" y="2325"/>
                      <a:pt x="1116" y="2325"/>
                      <a:pt x="1116" y="2356"/>
                    </a:cubicBezTo>
                    <a:lnTo>
                      <a:pt x="1116" y="2356"/>
                    </a:lnTo>
                    <a:lnTo>
                      <a:pt x="1116" y="2356"/>
                    </a:lnTo>
                    <a:lnTo>
                      <a:pt x="1116" y="2356"/>
                    </a:lnTo>
                    <a:cubicBezTo>
                      <a:pt x="1146" y="2325"/>
                      <a:pt x="1178" y="2325"/>
                      <a:pt x="1178" y="2293"/>
                    </a:cubicBezTo>
                    <a:lnTo>
                      <a:pt x="1178" y="2293"/>
                    </a:lnTo>
                    <a:cubicBezTo>
                      <a:pt x="1209" y="2293"/>
                      <a:pt x="1240" y="2232"/>
                      <a:pt x="1240" y="2232"/>
                    </a:cubicBezTo>
                    <a:lnTo>
                      <a:pt x="1240" y="2232"/>
                    </a:lnTo>
                    <a:cubicBezTo>
                      <a:pt x="1270" y="2169"/>
                      <a:pt x="1270" y="2139"/>
                      <a:pt x="1301" y="2139"/>
                    </a:cubicBezTo>
                    <a:lnTo>
                      <a:pt x="1333" y="2108"/>
                    </a:lnTo>
                    <a:cubicBezTo>
                      <a:pt x="1333" y="2077"/>
                      <a:pt x="1333" y="2045"/>
                      <a:pt x="1364" y="2045"/>
                    </a:cubicBezTo>
                    <a:cubicBezTo>
                      <a:pt x="1364" y="2045"/>
                      <a:pt x="1333" y="2045"/>
                      <a:pt x="1333" y="2015"/>
                    </a:cubicBezTo>
                    <a:lnTo>
                      <a:pt x="1333" y="2015"/>
                    </a:lnTo>
                    <a:cubicBezTo>
                      <a:pt x="1333" y="1984"/>
                      <a:pt x="1333" y="1984"/>
                      <a:pt x="1333" y="1984"/>
                    </a:cubicBezTo>
                    <a:lnTo>
                      <a:pt x="1333" y="1953"/>
                    </a:lnTo>
                    <a:cubicBezTo>
                      <a:pt x="1333" y="1921"/>
                      <a:pt x="1333" y="1921"/>
                      <a:pt x="1333" y="1921"/>
                    </a:cubicBezTo>
                    <a:cubicBezTo>
                      <a:pt x="1333" y="1921"/>
                      <a:pt x="1333" y="1891"/>
                      <a:pt x="1364" y="1891"/>
                    </a:cubicBezTo>
                    <a:cubicBezTo>
                      <a:pt x="1364" y="1891"/>
                      <a:pt x="1364" y="1891"/>
                      <a:pt x="1394" y="1891"/>
                    </a:cubicBezTo>
                    <a:cubicBezTo>
                      <a:pt x="1394" y="1891"/>
                      <a:pt x="1426" y="1860"/>
                      <a:pt x="1426" y="1829"/>
                    </a:cubicBezTo>
                    <a:lnTo>
                      <a:pt x="1426" y="1829"/>
                    </a:lnTo>
                    <a:cubicBezTo>
                      <a:pt x="1457" y="1829"/>
                      <a:pt x="1457" y="1797"/>
                      <a:pt x="1487" y="1797"/>
                    </a:cubicBezTo>
                    <a:lnTo>
                      <a:pt x="1487" y="1797"/>
                    </a:lnTo>
                    <a:lnTo>
                      <a:pt x="1487" y="1797"/>
                    </a:lnTo>
                    <a:cubicBezTo>
                      <a:pt x="1518" y="1797"/>
                      <a:pt x="1518" y="1797"/>
                      <a:pt x="1518" y="1797"/>
                    </a:cubicBezTo>
                    <a:lnTo>
                      <a:pt x="1518" y="1797"/>
                    </a:lnTo>
                    <a:lnTo>
                      <a:pt x="1518" y="1797"/>
                    </a:lnTo>
                    <a:lnTo>
                      <a:pt x="1550" y="1767"/>
                    </a:lnTo>
                    <a:lnTo>
                      <a:pt x="1550" y="1767"/>
                    </a:lnTo>
                    <a:cubicBezTo>
                      <a:pt x="1581" y="1736"/>
                      <a:pt x="1581" y="1736"/>
                      <a:pt x="1611" y="1736"/>
                    </a:cubicBezTo>
                    <a:cubicBezTo>
                      <a:pt x="1611" y="1736"/>
                      <a:pt x="1642" y="1736"/>
                      <a:pt x="1642" y="1705"/>
                    </a:cubicBezTo>
                    <a:cubicBezTo>
                      <a:pt x="1674" y="1705"/>
                      <a:pt x="1674" y="1705"/>
                      <a:pt x="1674" y="1705"/>
                    </a:cubicBezTo>
                    <a:cubicBezTo>
                      <a:pt x="1674" y="1736"/>
                      <a:pt x="1674" y="1736"/>
                      <a:pt x="1674" y="1736"/>
                    </a:cubicBezTo>
                    <a:lnTo>
                      <a:pt x="1674" y="1736"/>
                    </a:lnTo>
                    <a:lnTo>
                      <a:pt x="1705" y="1736"/>
                    </a:lnTo>
                    <a:cubicBezTo>
                      <a:pt x="1705" y="1705"/>
                      <a:pt x="1735" y="1705"/>
                      <a:pt x="1735" y="1705"/>
                    </a:cubicBezTo>
                    <a:cubicBezTo>
                      <a:pt x="1735" y="1673"/>
                      <a:pt x="1735" y="1673"/>
                      <a:pt x="1766" y="1673"/>
                    </a:cubicBezTo>
                    <a:cubicBezTo>
                      <a:pt x="1766" y="1643"/>
                      <a:pt x="1766" y="1612"/>
                      <a:pt x="1798" y="1581"/>
                    </a:cubicBezTo>
                    <a:cubicBezTo>
                      <a:pt x="1798" y="1581"/>
                      <a:pt x="1798" y="1581"/>
                      <a:pt x="1798" y="1549"/>
                    </a:cubicBezTo>
                    <a:lnTo>
                      <a:pt x="1798" y="1549"/>
                    </a:lnTo>
                    <a:cubicBezTo>
                      <a:pt x="1829" y="1549"/>
                      <a:pt x="1829" y="1519"/>
                      <a:pt x="1829" y="1519"/>
                    </a:cubicBezTo>
                    <a:lnTo>
                      <a:pt x="1829" y="1519"/>
                    </a:lnTo>
                    <a:cubicBezTo>
                      <a:pt x="1829" y="1488"/>
                      <a:pt x="1829" y="1457"/>
                      <a:pt x="1829" y="1425"/>
                    </a:cubicBezTo>
                    <a:lnTo>
                      <a:pt x="1859" y="1395"/>
                    </a:lnTo>
                    <a:cubicBezTo>
                      <a:pt x="1859" y="1395"/>
                      <a:pt x="1859" y="1364"/>
                      <a:pt x="1859" y="1333"/>
                    </a:cubicBezTo>
                    <a:cubicBezTo>
                      <a:pt x="1859" y="1333"/>
                      <a:pt x="1859" y="1333"/>
                      <a:pt x="1859" y="1301"/>
                    </a:cubicBezTo>
                    <a:cubicBezTo>
                      <a:pt x="1859" y="1301"/>
                      <a:pt x="1890" y="1301"/>
                      <a:pt x="1890" y="1271"/>
                    </a:cubicBezTo>
                    <a:cubicBezTo>
                      <a:pt x="1890" y="1271"/>
                      <a:pt x="1890" y="1240"/>
                      <a:pt x="1859" y="1240"/>
                    </a:cubicBezTo>
                    <a:cubicBezTo>
                      <a:pt x="1859" y="1240"/>
                      <a:pt x="1859" y="1209"/>
                      <a:pt x="1859" y="1147"/>
                    </a:cubicBezTo>
                    <a:cubicBezTo>
                      <a:pt x="1859" y="1116"/>
                      <a:pt x="1859" y="1116"/>
                      <a:pt x="1859" y="1116"/>
                    </a:cubicBezTo>
                    <a:cubicBezTo>
                      <a:pt x="1859" y="1084"/>
                      <a:pt x="1859" y="1084"/>
                      <a:pt x="1859" y="1084"/>
                    </a:cubicBezTo>
                    <a:cubicBezTo>
                      <a:pt x="1890" y="1084"/>
                      <a:pt x="1890" y="1084"/>
                      <a:pt x="1890" y="1084"/>
                    </a:cubicBezTo>
                    <a:cubicBezTo>
                      <a:pt x="1890" y="1084"/>
                      <a:pt x="1890" y="1084"/>
                      <a:pt x="1922" y="1084"/>
                    </a:cubicBezTo>
                    <a:cubicBezTo>
                      <a:pt x="1922" y="1084"/>
                      <a:pt x="1922" y="1084"/>
                      <a:pt x="1922" y="1054"/>
                    </a:cubicBezTo>
                    <a:cubicBezTo>
                      <a:pt x="1953" y="1054"/>
                      <a:pt x="1953" y="1054"/>
                      <a:pt x="1953" y="1054"/>
                    </a:cubicBezTo>
                    <a:cubicBezTo>
                      <a:pt x="1953" y="1054"/>
                      <a:pt x="1953" y="1054"/>
                      <a:pt x="1953" y="1023"/>
                    </a:cubicBezTo>
                    <a:lnTo>
                      <a:pt x="1953" y="1023"/>
                    </a:lnTo>
                    <a:lnTo>
                      <a:pt x="1953" y="992"/>
                    </a:lnTo>
                    <a:cubicBezTo>
                      <a:pt x="1953" y="961"/>
                      <a:pt x="1983" y="961"/>
                      <a:pt x="2014" y="930"/>
                    </a:cubicBezTo>
                    <a:lnTo>
                      <a:pt x="2014" y="930"/>
                    </a:lnTo>
                    <a:cubicBezTo>
                      <a:pt x="2046" y="930"/>
                      <a:pt x="2046" y="899"/>
                      <a:pt x="2046" y="899"/>
                    </a:cubicBezTo>
                    <a:cubicBezTo>
                      <a:pt x="2046" y="868"/>
                      <a:pt x="2046" y="868"/>
                      <a:pt x="2077" y="868"/>
                    </a:cubicBezTo>
                    <a:lnTo>
                      <a:pt x="2077" y="868"/>
                    </a:lnTo>
                    <a:lnTo>
                      <a:pt x="2077" y="837"/>
                    </a:lnTo>
                    <a:cubicBezTo>
                      <a:pt x="2107" y="837"/>
                      <a:pt x="2107" y="806"/>
                      <a:pt x="2107" y="806"/>
                    </a:cubicBezTo>
                    <a:cubicBezTo>
                      <a:pt x="2107" y="806"/>
                      <a:pt x="2107" y="806"/>
                      <a:pt x="2107" y="775"/>
                    </a:cubicBezTo>
                    <a:cubicBezTo>
                      <a:pt x="2107" y="775"/>
                      <a:pt x="2107" y="744"/>
                      <a:pt x="2107" y="713"/>
                    </a:cubicBezTo>
                    <a:lnTo>
                      <a:pt x="2107" y="682"/>
                    </a:lnTo>
                    <a:lnTo>
                      <a:pt x="2107" y="682"/>
                    </a:lnTo>
                    <a:cubicBezTo>
                      <a:pt x="2077" y="682"/>
                      <a:pt x="2077" y="682"/>
                      <a:pt x="2077" y="682"/>
                    </a:cubicBezTo>
                    <a:cubicBezTo>
                      <a:pt x="2077" y="651"/>
                      <a:pt x="2077" y="651"/>
                      <a:pt x="2077" y="651"/>
                    </a:cubicBezTo>
                    <a:lnTo>
                      <a:pt x="2046" y="651"/>
                    </a:lnTo>
                    <a:cubicBezTo>
                      <a:pt x="2046" y="651"/>
                      <a:pt x="2014" y="620"/>
                      <a:pt x="1983" y="620"/>
                    </a:cubicBezTo>
                    <a:cubicBezTo>
                      <a:pt x="1953" y="589"/>
                      <a:pt x="1922" y="589"/>
                      <a:pt x="1922" y="558"/>
                    </a:cubicBezTo>
                    <a:cubicBezTo>
                      <a:pt x="1890" y="527"/>
                      <a:pt x="1890" y="527"/>
                      <a:pt x="1890" y="527"/>
                    </a:cubicBezTo>
                    <a:cubicBezTo>
                      <a:pt x="1890" y="527"/>
                      <a:pt x="1890" y="527"/>
                      <a:pt x="1859" y="527"/>
                    </a:cubicBezTo>
                    <a:cubicBezTo>
                      <a:pt x="1859" y="496"/>
                      <a:pt x="1829" y="496"/>
                      <a:pt x="1829" y="496"/>
                    </a:cubicBezTo>
                    <a:lnTo>
                      <a:pt x="1798" y="496"/>
                    </a:lnTo>
                    <a:cubicBezTo>
                      <a:pt x="1766" y="496"/>
                      <a:pt x="1766" y="496"/>
                      <a:pt x="1766" y="496"/>
                    </a:cubicBezTo>
                    <a:lnTo>
                      <a:pt x="1735" y="496"/>
                    </a:lnTo>
                    <a:lnTo>
                      <a:pt x="1735" y="465"/>
                    </a:lnTo>
                    <a:lnTo>
                      <a:pt x="1735" y="465"/>
                    </a:lnTo>
                    <a:lnTo>
                      <a:pt x="1735" y="465"/>
                    </a:lnTo>
                    <a:cubicBezTo>
                      <a:pt x="1735" y="496"/>
                      <a:pt x="1705" y="496"/>
                      <a:pt x="1705" y="496"/>
                    </a:cubicBezTo>
                    <a:lnTo>
                      <a:pt x="1705" y="496"/>
                    </a:lnTo>
                    <a:cubicBezTo>
                      <a:pt x="1674" y="496"/>
                      <a:pt x="1674" y="496"/>
                      <a:pt x="1674" y="465"/>
                    </a:cubicBezTo>
                    <a:cubicBezTo>
                      <a:pt x="1674" y="465"/>
                      <a:pt x="1674" y="465"/>
                      <a:pt x="1642" y="465"/>
                    </a:cubicBezTo>
                    <a:cubicBezTo>
                      <a:pt x="1642" y="465"/>
                      <a:pt x="1642" y="465"/>
                      <a:pt x="1611" y="465"/>
                    </a:cubicBezTo>
                    <a:lnTo>
                      <a:pt x="1611" y="465"/>
                    </a:lnTo>
                    <a:cubicBezTo>
                      <a:pt x="1518" y="589"/>
                      <a:pt x="1518" y="589"/>
                      <a:pt x="1518" y="589"/>
                    </a:cubicBezTo>
                    <a:cubicBezTo>
                      <a:pt x="1550" y="496"/>
                      <a:pt x="1550" y="496"/>
                      <a:pt x="1550" y="496"/>
                    </a:cubicBezTo>
                    <a:cubicBezTo>
                      <a:pt x="1550" y="496"/>
                      <a:pt x="1550" y="465"/>
                      <a:pt x="1550" y="434"/>
                    </a:cubicBezTo>
                    <a:cubicBezTo>
                      <a:pt x="1550" y="434"/>
                      <a:pt x="1550" y="434"/>
                      <a:pt x="1550" y="403"/>
                    </a:cubicBezTo>
                    <a:lnTo>
                      <a:pt x="1550" y="403"/>
                    </a:lnTo>
                    <a:lnTo>
                      <a:pt x="1518" y="403"/>
                    </a:lnTo>
                    <a:cubicBezTo>
                      <a:pt x="1487" y="403"/>
                      <a:pt x="1487" y="372"/>
                      <a:pt x="1487" y="372"/>
                    </a:cubicBezTo>
                    <a:cubicBezTo>
                      <a:pt x="1457" y="372"/>
                      <a:pt x="1457" y="372"/>
                      <a:pt x="1457" y="372"/>
                    </a:cubicBezTo>
                    <a:lnTo>
                      <a:pt x="1457" y="372"/>
                    </a:lnTo>
                    <a:lnTo>
                      <a:pt x="1457" y="341"/>
                    </a:lnTo>
                    <a:cubicBezTo>
                      <a:pt x="1457" y="341"/>
                      <a:pt x="1457" y="341"/>
                      <a:pt x="1426" y="341"/>
                    </a:cubicBezTo>
                    <a:lnTo>
                      <a:pt x="1394" y="341"/>
                    </a:lnTo>
                    <a:cubicBezTo>
                      <a:pt x="1394" y="372"/>
                      <a:pt x="1394" y="372"/>
                      <a:pt x="1394" y="372"/>
                    </a:cubicBezTo>
                    <a:cubicBezTo>
                      <a:pt x="1333" y="372"/>
                      <a:pt x="1333" y="372"/>
                      <a:pt x="1333" y="372"/>
                    </a:cubicBezTo>
                    <a:cubicBezTo>
                      <a:pt x="1333" y="310"/>
                      <a:pt x="1333" y="310"/>
                      <a:pt x="1333" y="310"/>
                    </a:cubicBezTo>
                    <a:lnTo>
                      <a:pt x="1333" y="310"/>
                    </a:lnTo>
                    <a:cubicBezTo>
                      <a:pt x="1301" y="341"/>
                      <a:pt x="1301" y="341"/>
                      <a:pt x="1301" y="341"/>
                    </a:cubicBezTo>
                    <a:cubicBezTo>
                      <a:pt x="1270" y="341"/>
                      <a:pt x="1270" y="310"/>
                      <a:pt x="1270" y="310"/>
                    </a:cubicBezTo>
                    <a:lnTo>
                      <a:pt x="1270" y="310"/>
                    </a:lnTo>
                    <a:lnTo>
                      <a:pt x="1270" y="310"/>
                    </a:lnTo>
                    <a:lnTo>
                      <a:pt x="1270" y="310"/>
                    </a:lnTo>
                    <a:lnTo>
                      <a:pt x="1240" y="310"/>
                    </a:lnTo>
                    <a:cubicBezTo>
                      <a:pt x="1240" y="310"/>
                      <a:pt x="1240" y="310"/>
                      <a:pt x="1209" y="279"/>
                    </a:cubicBezTo>
                    <a:lnTo>
                      <a:pt x="1240" y="248"/>
                    </a:lnTo>
                    <a:lnTo>
                      <a:pt x="1240" y="248"/>
                    </a:lnTo>
                    <a:cubicBezTo>
                      <a:pt x="1240" y="217"/>
                      <a:pt x="1240" y="217"/>
                      <a:pt x="1270" y="217"/>
                    </a:cubicBezTo>
                    <a:cubicBezTo>
                      <a:pt x="1240" y="186"/>
                      <a:pt x="1240" y="186"/>
                      <a:pt x="1240" y="186"/>
                    </a:cubicBezTo>
                    <a:cubicBezTo>
                      <a:pt x="1240" y="186"/>
                      <a:pt x="1209" y="155"/>
                      <a:pt x="1209" y="124"/>
                    </a:cubicBezTo>
                    <a:cubicBezTo>
                      <a:pt x="1209" y="93"/>
                      <a:pt x="1209" y="93"/>
                      <a:pt x="1209" y="62"/>
                    </a:cubicBezTo>
                    <a:lnTo>
                      <a:pt x="1209" y="62"/>
                    </a:lnTo>
                    <a:lnTo>
                      <a:pt x="1209" y="62"/>
                    </a:lnTo>
                    <a:lnTo>
                      <a:pt x="1178" y="62"/>
                    </a:lnTo>
                    <a:lnTo>
                      <a:pt x="1178" y="62"/>
                    </a:lnTo>
                    <a:lnTo>
                      <a:pt x="1178" y="62"/>
                    </a:lnTo>
                    <a:cubicBezTo>
                      <a:pt x="1178" y="93"/>
                      <a:pt x="1178" y="93"/>
                      <a:pt x="1178" y="9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199" name="Freeform 148">
                <a:extLst>
                  <a:ext uri="{FF2B5EF4-FFF2-40B4-BE49-F238E27FC236}">
                    <a16:creationId xmlns:a16="http://schemas.microsoft.com/office/drawing/2014/main" id="{F36E758D-57A0-DB6E-2A04-FC23F09059A1}"/>
                  </a:ext>
                </a:extLst>
              </p:cNvPr>
              <p:cNvSpPr>
                <a:spLocks noChangeArrowheads="1"/>
              </p:cNvSpPr>
              <p:nvPr/>
            </p:nvSpPr>
            <p:spPr bwMode="auto">
              <a:xfrm>
                <a:off x="2574925" y="3263900"/>
                <a:ext cx="11113" cy="11113"/>
              </a:xfrm>
              <a:custGeom>
                <a:avLst/>
                <a:gdLst>
                  <a:gd name="T0" fmla="*/ 0 w 33"/>
                  <a:gd name="T1" fmla="*/ 31 h 32"/>
                  <a:gd name="T2" fmla="*/ 0 w 33"/>
                  <a:gd name="T3" fmla="*/ 31 h 32"/>
                  <a:gd name="T4" fmla="*/ 0 w 33"/>
                  <a:gd name="T5" fmla="*/ 31 h 32"/>
                  <a:gd name="T6" fmla="*/ 0 w 33"/>
                  <a:gd name="T7" fmla="*/ 31 h 32"/>
                  <a:gd name="T8" fmla="*/ 32 w 33"/>
                  <a:gd name="T9" fmla="*/ 31 h 32"/>
                  <a:gd name="T10" fmla="*/ 32 w 33"/>
                  <a:gd name="T11" fmla="*/ 0 h 32"/>
                  <a:gd name="T12" fmla="*/ 32 w 33"/>
                  <a:gd name="T13" fmla="*/ 0 h 32"/>
                  <a:gd name="T14" fmla="*/ 32 w 33"/>
                  <a:gd name="T15" fmla="*/ 0 h 32"/>
                  <a:gd name="T16" fmla="*/ 0 w 33"/>
                  <a:gd name="T17" fmla="*/ 3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32">
                    <a:moveTo>
                      <a:pt x="0" y="31"/>
                    </a:moveTo>
                    <a:lnTo>
                      <a:pt x="0" y="31"/>
                    </a:lnTo>
                    <a:lnTo>
                      <a:pt x="0" y="31"/>
                    </a:lnTo>
                    <a:lnTo>
                      <a:pt x="0" y="31"/>
                    </a:lnTo>
                    <a:cubicBezTo>
                      <a:pt x="32" y="31"/>
                      <a:pt x="32" y="31"/>
                      <a:pt x="32" y="31"/>
                    </a:cubicBezTo>
                    <a:lnTo>
                      <a:pt x="32" y="0"/>
                    </a:lnTo>
                    <a:lnTo>
                      <a:pt x="32" y="0"/>
                    </a:lnTo>
                    <a:lnTo>
                      <a:pt x="32" y="0"/>
                    </a:lnTo>
                    <a:cubicBezTo>
                      <a:pt x="32" y="0"/>
                      <a:pt x="32" y="0"/>
                      <a:pt x="0"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00" name="Freeform 149">
                <a:extLst>
                  <a:ext uri="{FF2B5EF4-FFF2-40B4-BE49-F238E27FC236}">
                    <a16:creationId xmlns:a16="http://schemas.microsoft.com/office/drawing/2014/main" id="{E61EACED-C7B6-0453-4127-6AF4C69EEC20}"/>
                  </a:ext>
                </a:extLst>
              </p:cNvPr>
              <p:cNvSpPr>
                <a:spLocks noChangeArrowheads="1"/>
              </p:cNvSpPr>
              <p:nvPr/>
            </p:nvSpPr>
            <p:spPr bwMode="auto">
              <a:xfrm>
                <a:off x="2206625" y="3175000"/>
                <a:ext cx="346075" cy="669925"/>
              </a:xfrm>
              <a:custGeom>
                <a:avLst/>
                <a:gdLst>
                  <a:gd name="T0" fmla="*/ 837 w 962"/>
                  <a:gd name="T1" fmla="*/ 837 h 1861"/>
                  <a:gd name="T2" fmla="*/ 806 w 962"/>
                  <a:gd name="T3" fmla="*/ 713 h 1861"/>
                  <a:gd name="T4" fmla="*/ 806 w 962"/>
                  <a:gd name="T5" fmla="*/ 557 h 1861"/>
                  <a:gd name="T6" fmla="*/ 806 w 962"/>
                  <a:gd name="T7" fmla="*/ 496 h 1861"/>
                  <a:gd name="T8" fmla="*/ 837 w 962"/>
                  <a:gd name="T9" fmla="*/ 465 h 1861"/>
                  <a:gd name="T10" fmla="*/ 930 w 962"/>
                  <a:gd name="T11" fmla="*/ 372 h 1861"/>
                  <a:gd name="T12" fmla="*/ 868 w 962"/>
                  <a:gd name="T13" fmla="*/ 341 h 1861"/>
                  <a:gd name="T14" fmla="*/ 806 w 962"/>
                  <a:gd name="T15" fmla="*/ 309 h 1861"/>
                  <a:gd name="T16" fmla="*/ 774 w 962"/>
                  <a:gd name="T17" fmla="*/ 279 h 1861"/>
                  <a:gd name="T18" fmla="*/ 806 w 962"/>
                  <a:gd name="T19" fmla="*/ 248 h 1861"/>
                  <a:gd name="T20" fmla="*/ 837 w 962"/>
                  <a:gd name="T21" fmla="*/ 185 h 1861"/>
                  <a:gd name="T22" fmla="*/ 713 w 962"/>
                  <a:gd name="T23" fmla="*/ 124 h 1861"/>
                  <a:gd name="T24" fmla="*/ 620 w 962"/>
                  <a:gd name="T25" fmla="*/ 61 h 1861"/>
                  <a:gd name="T26" fmla="*/ 589 w 962"/>
                  <a:gd name="T27" fmla="*/ 31 h 1861"/>
                  <a:gd name="T28" fmla="*/ 526 w 962"/>
                  <a:gd name="T29" fmla="*/ 0 h 1861"/>
                  <a:gd name="T30" fmla="*/ 434 w 962"/>
                  <a:gd name="T31" fmla="*/ 0 h 1861"/>
                  <a:gd name="T32" fmla="*/ 372 w 962"/>
                  <a:gd name="T33" fmla="*/ 0 h 1861"/>
                  <a:gd name="T34" fmla="*/ 341 w 962"/>
                  <a:gd name="T35" fmla="*/ 124 h 1861"/>
                  <a:gd name="T36" fmla="*/ 310 w 962"/>
                  <a:gd name="T37" fmla="*/ 124 h 1861"/>
                  <a:gd name="T38" fmla="*/ 278 w 962"/>
                  <a:gd name="T39" fmla="*/ 185 h 1861"/>
                  <a:gd name="T40" fmla="*/ 278 w 962"/>
                  <a:gd name="T41" fmla="*/ 217 h 1861"/>
                  <a:gd name="T42" fmla="*/ 310 w 962"/>
                  <a:gd name="T43" fmla="*/ 279 h 1861"/>
                  <a:gd name="T44" fmla="*/ 217 w 962"/>
                  <a:gd name="T45" fmla="*/ 403 h 1861"/>
                  <a:gd name="T46" fmla="*/ 217 w 962"/>
                  <a:gd name="T47" fmla="*/ 433 h 1861"/>
                  <a:gd name="T48" fmla="*/ 186 w 962"/>
                  <a:gd name="T49" fmla="*/ 527 h 1861"/>
                  <a:gd name="T50" fmla="*/ 186 w 962"/>
                  <a:gd name="T51" fmla="*/ 620 h 1861"/>
                  <a:gd name="T52" fmla="*/ 217 w 962"/>
                  <a:gd name="T53" fmla="*/ 744 h 1861"/>
                  <a:gd name="T54" fmla="*/ 154 w 962"/>
                  <a:gd name="T55" fmla="*/ 898 h 1861"/>
                  <a:gd name="T56" fmla="*/ 124 w 962"/>
                  <a:gd name="T57" fmla="*/ 929 h 1861"/>
                  <a:gd name="T58" fmla="*/ 154 w 962"/>
                  <a:gd name="T59" fmla="*/ 1022 h 1861"/>
                  <a:gd name="T60" fmla="*/ 124 w 962"/>
                  <a:gd name="T61" fmla="*/ 1085 h 1861"/>
                  <a:gd name="T62" fmla="*/ 93 w 962"/>
                  <a:gd name="T63" fmla="*/ 1146 h 1861"/>
                  <a:gd name="T64" fmla="*/ 93 w 962"/>
                  <a:gd name="T65" fmla="*/ 1270 h 1861"/>
                  <a:gd name="T66" fmla="*/ 93 w 962"/>
                  <a:gd name="T67" fmla="*/ 1364 h 1861"/>
                  <a:gd name="T68" fmla="*/ 124 w 962"/>
                  <a:gd name="T69" fmla="*/ 1425 h 1861"/>
                  <a:gd name="T70" fmla="*/ 124 w 962"/>
                  <a:gd name="T71" fmla="*/ 1488 h 1861"/>
                  <a:gd name="T72" fmla="*/ 93 w 962"/>
                  <a:gd name="T73" fmla="*/ 1518 h 1861"/>
                  <a:gd name="T74" fmla="*/ 93 w 962"/>
                  <a:gd name="T75" fmla="*/ 1581 h 1861"/>
                  <a:gd name="T76" fmla="*/ 62 w 962"/>
                  <a:gd name="T77" fmla="*/ 1612 h 1861"/>
                  <a:gd name="T78" fmla="*/ 30 w 962"/>
                  <a:gd name="T79" fmla="*/ 1705 h 1861"/>
                  <a:gd name="T80" fmla="*/ 0 w 962"/>
                  <a:gd name="T81" fmla="*/ 1766 h 1861"/>
                  <a:gd name="T82" fmla="*/ 93 w 962"/>
                  <a:gd name="T83" fmla="*/ 1797 h 1861"/>
                  <a:gd name="T84" fmla="*/ 124 w 962"/>
                  <a:gd name="T85" fmla="*/ 1860 h 1861"/>
                  <a:gd name="T86" fmla="*/ 217 w 962"/>
                  <a:gd name="T87" fmla="*/ 1860 h 1861"/>
                  <a:gd name="T88" fmla="*/ 217 w 962"/>
                  <a:gd name="T89" fmla="*/ 1766 h 1861"/>
                  <a:gd name="T90" fmla="*/ 278 w 962"/>
                  <a:gd name="T91" fmla="*/ 1705 h 1861"/>
                  <a:gd name="T92" fmla="*/ 372 w 962"/>
                  <a:gd name="T93" fmla="*/ 1581 h 1861"/>
                  <a:gd name="T94" fmla="*/ 278 w 962"/>
                  <a:gd name="T95" fmla="*/ 1488 h 1861"/>
                  <a:gd name="T96" fmla="*/ 402 w 962"/>
                  <a:gd name="T97" fmla="*/ 1425 h 1861"/>
                  <a:gd name="T98" fmla="*/ 465 w 962"/>
                  <a:gd name="T99" fmla="*/ 1301 h 1861"/>
                  <a:gd name="T100" fmla="*/ 434 w 962"/>
                  <a:gd name="T101" fmla="*/ 1209 h 1861"/>
                  <a:gd name="T102" fmla="*/ 526 w 962"/>
                  <a:gd name="T103" fmla="*/ 1177 h 1861"/>
                  <a:gd name="T104" fmla="*/ 589 w 962"/>
                  <a:gd name="T105" fmla="*/ 1146 h 1861"/>
                  <a:gd name="T106" fmla="*/ 434 w 962"/>
                  <a:gd name="T107" fmla="*/ 929 h 1861"/>
                  <a:gd name="T108" fmla="*/ 837 w 962"/>
                  <a:gd name="T109" fmla="*/ 992 h 1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62" h="1861">
                    <a:moveTo>
                      <a:pt x="868" y="898"/>
                    </a:moveTo>
                    <a:lnTo>
                      <a:pt x="868" y="898"/>
                    </a:lnTo>
                    <a:cubicBezTo>
                      <a:pt x="837" y="868"/>
                      <a:pt x="837" y="868"/>
                      <a:pt x="868" y="837"/>
                    </a:cubicBezTo>
                    <a:lnTo>
                      <a:pt x="868" y="837"/>
                    </a:lnTo>
                    <a:cubicBezTo>
                      <a:pt x="868" y="837"/>
                      <a:pt x="868" y="837"/>
                      <a:pt x="837" y="837"/>
                    </a:cubicBezTo>
                    <a:cubicBezTo>
                      <a:pt x="837" y="805"/>
                      <a:pt x="837" y="805"/>
                      <a:pt x="837" y="805"/>
                    </a:cubicBezTo>
                    <a:cubicBezTo>
                      <a:pt x="837" y="805"/>
                      <a:pt x="806" y="805"/>
                      <a:pt x="806" y="774"/>
                    </a:cubicBezTo>
                    <a:lnTo>
                      <a:pt x="806" y="744"/>
                    </a:lnTo>
                    <a:lnTo>
                      <a:pt x="774" y="713"/>
                    </a:lnTo>
                    <a:cubicBezTo>
                      <a:pt x="774" y="713"/>
                      <a:pt x="774" y="713"/>
                      <a:pt x="806" y="713"/>
                    </a:cubicBezTo>
                    <a:cubicBezTo>
                      <a:pt x="806" y="681"/>
                      <a:pt x="806" y="681"/>
                      <a:pt x="806" y="681"/>
                    </a:cubicBezTo>
                    <a:lnTo>
                      <a:pt x="806" y="681"/>
                    </a:lnTo>
                    <a:lnTo>
                      <a:pt x="806" y="681"/>
                    </a:lnTo>
                    <a:cubicBezTo>
                      <a:pt x="806" y="651"/>
                      <a:pt x="806" y="620"/>
                      <a:pt x="806" y="589"/>
                    </a:cubicBezTo>
                    <a:cubicBezTo>
                      <a:pt x="806" y="589"/>
                      <a:pt x="806" y="589"/>
                      <a:pt x="806" y="557"/>
                    </a:cubicBezTo>
                    <a:cubicBezTo>
                      <a:pt x="806" y="589"/>
                      <a:pt x="806" y="589"/>
                      <a:pt x="806" y="589"/>
                    </a:cubicBezTo>
                    <a:cubicBezTo>
                      <a:pt x="806" y="496"/>
                      <a:pt x="806" y="496"/>
                      <a:pt x="806" y="496"/>
                    </a:cubicBezTo>
                    <a:lnTo>
                      <a:pt x="806" y="496"/>
                    </a:lnTo>
                    <a:lnTo>
                      <a:pt x="806" y="496"/>
                    </a:lnTo>
                    <a:lnTo>
                      <a:pt x="806" y="496"/>
                    </a:lnTo>
                    <a:lnTo>
                      <a:pt x="806" y="496"/>
                    </a:lnTo>
                    <a:cubicBezTo>
                      <a:pt x="837" y="496"/>
                      <a:pt x="837" y="496"/>
                      <a:pt x="837" y="496"/>
                    </a:cubicBezTo>
                    <a:cubicBezTo>
                      <a:pt x="837" y="465"/>
                      <a:pt x="837" y="465"/>
                      <a:pt x="837" y="465"/>
                    </a:cubicBezTo>
                    <a:lnTo>
                      <a:pt x="837" y="465"/>
                    </a:lnTo>
                    <a:lnTo>
                      <a:pt x="837" y="465"/>
                    </a:lnTo>
                    <a:cubicBezTo>
                      <a:pt x="868" y="433"/>
                      <a:pt x="868" y="433"/>
                      <a:pt x="868" y="433"/>
                    </a:cubicBezTo>
                    <a:lnTo>
                      <a:pt x="868" y="403"/>
                    </a:lnTo>
                    <a:cubicBezTo>
                      <a:pt x="898" y="403"/>
                      <a:pt x="898" y="372"/>
                      <a:pt x="898" y="372"/>
                    </a:cubicBezTo>
                    <a:lnTo>
                      <a:pt x="898" y="372"/>
                    </a:lnTo>
                    <a:cubicBezTo>
                      <a:pt x="930" y="372"/>
                      <a:pt x="930" y="372"/>
                      <a:pt x="930" y="372"/>
                    </a:cubicBezTo>
                    <a:cubicBezTo>
                      <a:pt x="930" y="341"/>
                      <a:pt x="930" y="341"/>
                      <a:pt x="961" y="341"/>
                    </a:cubicBezTo>
                    <a:cubicBezTo>
                      <a:pt x="961" y="341"/>
                      <a:pt x="961" y="341"/>
                      <a:pt x="930" y="341"/>
                    </a:cubicBezTo>
                    <a:cubicBezTo>
                      <a:pt x="930" y="341"/>
                      <a:pt x="930" y="341"/>
                      <a:pt x="898" y="341"/>
                    </a:cubicBezTo>
                    <a:cubicBezTo>
                      <a:pt x="898" y="341"/>
                      <a:pt x="868" y="341"/>
                      <a:pt x="868" y="309"/>
                    </a:cubicBezTo>
                    <a:lnTo>
                      <a:pt x="868" y="341"/>
                    </a:lnTo>
                    <a:lnTo>
                      <a:pt x="837" y="341"/>
                    </a:lnTo>
                    <a:lnTo>
                      <a:pt x="806" y="309"/>
                    </a:lnTo>
                    <a:lnTo>
                      <a:pt x="806" y="309"/>
                    </a:lnTo>
                    <a:lnTo>
                      <a:pt x="806" y="309"/>
                    </a:lnTo>
                    <a:lnTo>
                      <a:pt x="806" y="309"/>
                    </a:lnTo>
                    <a:cubicBezTo>
                      <a:pt x="774" y="309"/>
                      <a:pt x="774" y="309"/>
                      <a:pt x="774" y="279"/>
                    </a:cubicBezTo>
                    <a:lnTo>
                      <a:pt x="774" y="279"/>
                    </a:lnTo>
                    <a:lnTo>
                      <a:pt x="774" y="279"/>
                    </a:lnTo>
                    <a:lnTo>
                      <a:pt x="774" y="279"/>
                    </a:lnTo>
                    <a:lnTo>
                      <a:pt x="774" y="279"/>
                    </a:lnTo>
                    <a:lnTo>
                      <a:pt x="774" y="279"/>
                    </a:lnTo>
                    <a:cubicBezTo>
                      <a:pt x="774" y="279"/>
                      <a:pt x="774" y="248"/>
                      <a:pt x="806" y="248"/>
                    </a:cubicBezTo>
                    <a:lnTo>
                      <a:pt x="806" y="248"/>
                    </a:lnTo>
                    <a:lnTo>
                      <a:pt x="806" y="248"/>
                    </a:lnTo>
                    <a:lnTo>
                      <a:pt x="806" y="248"/>
                    </a:lnTo>
                    <a:lnTo>
                      <a:pt x="806" y="217"/>
                    </a:lnTo>
                    <a:lnTo>
                      <a:pt x="806" y="217"/>
                    </a:lnTo>
                    <a:lnTo>
                      <a:pt x="806" y="217"/>
                    </a:lnTo>
                    <a:cubicBezTo>
                      <a:pt x="806" y="217"/>
                      <a:pt x="806" y="217"/>
                      <a:pt x="837" y="217"/>
                    </a:cubicBezTo>
                    <a:cubicBezTo>
                      <a:pt x="837" y="217"/>
                      <a:pt x="837" y="217"/>
                      <a:pt x="837" y="185"/>
                    </a:cubicBezTo>
                    <a:lnTo>
                      <a:pt x="837" y="185"/>
                    </a:lnTo>
                    <a:cubicBezTo>
                      <a:pt x="806" y="185"/>
                      <a:pt x="806" y="155"/>
                      <a:pt x="806" y="155"/>
                    </a:cubicBezTo>
                    <a:cubicBezTo>
                      <a:pt x="806" y="155"/>
                      <a:pt x="806" y="155"/>
                      <a:pt x="774" y="155"/>
                    </a:cubicBezTo>
                    <a:cubicBezTo>
                      <a:pt x="774" y="155"/>
                      <a:pt x="774" y="155"/>
                      <a:pt x="744" y="155"/>
                    </a:cubicBezTo>
                    <a:cubicBezTo>
                      <a:pt x="744" y="124"/>
                      <a:pt x="713" y="124"/>
                      <a:pt x="713" y="124"/>
                    </a:cubicBezTo>
                    <a:lnTo>
                      <a:pt x="713" y="124"/>
                    </a:lnTo>
                    <a:cubicBezTo>
                      <a:pt x="682" y="93"/>
                      <a:pt x="682" y="93"/>
                      <a:pt x="682" y="93"/>
                    </a:cubicBezTo>
                    <a:lnTo>
                      <a:pt x="682" y="93"/>
                    </a:lnTo>
                    <a:lnTo>
                      <a:pt x="650" y="93"/>
                    </a:lnTo>
                    <a:cubicBezTo>
                      <a:pt x="650" y="93"/>
                      <a:pt x="650" y="93"/>
                      <a:pt x="620" y="61"/>
                    </a:cubicBezTo>
                    <a:lnTo>
                      <a:pt x="620" y="61"/>
                    </a:lnTo>
                    <a:lnTo>
                      <a:pt x="620" y="61"/>
                    </a:lnTo>
                    <a:cubicBezTo>
                      <a:pt x="589" y="31"/>
                      <a:pt x="589" y="31"/>
                      <a:pt x="589" y="31"/>
                    </a:cubicBezTo>
                    <a:lnTo>
                      <a:pt x="589" y="31"/>
                    </a:lnTo>
                    <a:lnTo>
                      <a:pt x="589" y="31"/>
                    </a:lnTo>
                    <a:lnTo>
                      <a:pt x="589" y="31"/>
                    </a:lnTo>
                    <a:cubicBezTo>
                      <a:pt x="589" y="0"/>
                      <a:pt x="558" y="0"/>
                      <a:pt x="558" y="0"/>
                    </a:cubicBezTo>
                    <a:cubicBezTo>
                      <a:pt x="526" y="0"/>
                      <a:pt x="526" y="0"/>
                      <a:pt x="526" y="0"/>
                    </a:cubicBezTo>
                    <a:lnTo>
                      <a:pt x="526" y="0"/>
                    </a:lnTo>
                    <a:lnTo>
                      <a:pt x="526" y="0"/>
                    </a:lnTo>
                    <a:cubicBezTo>
                      <a:pt x="526" y="31"/>
                      <a:pt x="496" y="31"/>
                      <a:pt x="496" y="31"/>
                    </a:cubicBezTo>
                    <a:lnTo>
                      <a:pt x="496" y="31"/>
                    </a:lnTo>
                    <a:cubicBezTo>
                      <a:pt x="465" y="31"/>
                      <a:pt x="465" y="31"/>
                      <a:pt x="465" y="31"/>
                    </a:cubicBezTo>
                    <a:lnTo>
                      <a:pt x="465" y="31"/>
                    </a:lnTo>
                    <a:cubicBezTo>
                      <a:pt x="465" y="0"/>
                      <a:pt x="434" y="0"/>
                      <a:pt x="434" y="0"/>
                    </a:cubicBezTo>
                    <a:lnTo>
                      <a:pt x="434" y="0"/>
                    </a:lnTo>
                    <a:lnTo>
                      <a:pt x="434" y="0"/>
                    </a:lnTo>
                    <a:lnTo>
                      <a:pt x="402" y="0"/>
                    </a:lnTo>
                    <a:lnTo>
                      <a:pt x="402" y="0"/>
                    </a:lnTo>
                    <a:lnTo>
                      <a:pt x="372" y="0"/>
                    </a:lnTo>
                    <a:lnTo>
                      <a:pt x="372" y="0"/>
                    </a:lnTo>
                    <a:lnTo>
                      <a:pt x="372" y="0"/>
                    </a:lnTo>
                    <a:cubicBezTo>
                      <a:pt x="372" y="0"/>
                      <a:pt x="372" y="0"/>
                      <a:pt x="372" y="31"/>
                    </a:cubicBezTo>
                    <a:cubicBezTo>
                      <a:pt x="372" y="31"/>
                      <a:pt x="372" y="61"/>
                      <a:pt x="341" y="93"/>
                    </a:cubicBezTo>
                    <a:cubicBezTo>
                      <a:pt x="341" y="93"/>
                      <a:pt x="341" y="93"/>
                      <a:pt x="341" y="124"/>
                    </a:cubicBezTo>
                    <a:cubicBezTo>
                      <a:pt x="341" y="124"/>
                      <a:pt x="341" y="124"/>
                      <a:pt x="310" y="124"/>
                    </a:cubicBezTo>
                    <a:lnTo>
                      <a:pt x="310" y="124"/>
                    </a:lnTo>
                    <a:lnTo>
                      <a:pt x="310" y="124"/>
                    </a:lnTo>
                    <a:lnTo>
                      <a:pt x="310" y="124"/>
                    </a:lnTo>
                    <a:lnTo>
                      <a:pt x="310" y="124"/>
                    </a:lnTo>
                    <a:lnTo>
                      <a:pt x="278" y="124"/>
                    </a:lnTo>
                    <a:lnTo>
                      <a:pt x="278" y="124"/>
                    </a:lnTo>
                    <a:cubicBezTo>
                      <a:pt x="278" y="155"/>
                      <a:pt x="278" y="155"/>
                      <a:pt x="278" y="155"/>
                    </a:cubicBezTo>
                    <a:lnTo>
                      <a:pt x="278" y="155"/>
                    </a:lnTo>
                    <a:cubicBezTo>
                      <a:pt x="278" y="155"/>
                      <a:pt x="278" y="155"/>
                      <a:pt x="278" y="185"/>
                    </a:cubicBezTo>
                    <a:lnTo>
                      <a:pt x="278" y="185"/>
                    </a:lnTo>
                    <a:lnTo>
                      <a:pt x="278" y="185"/>
                    </a:lnTo>
                    <a:lnTo>
                      <a:pt x="278" y="185"/>
                    </a:lnTo>
                    <a:cubicBezTo>
                      <a:pt x="278" y="185"/>
                      <a:pt x="278" y="185"/>
                      <a:pt x="278" y="217"/>
                    </a:cubicBezTo>
                    <a:lnTo>
                      <a:pt x="278" y="217"/>
                    </a:lnTo>
                    <a:lnTo>
                      <a:pt x="278" y="217"/>
                    </a:lnTo>
                    <a:lnTo>
                      <a:pt x="278" y="217"/>
                    </a:lnTo>
                    <a:cubicBezTo>
                      <a:pt x="278" y="248"/>
                      <a:pt x="278" y="248"/>
                      <a:pt x="278" y="248"/>
                    </a:cubicBezTo>
                    <a:cubicBezTo>
                      <a:pt x="278" y="248"/>
                      <a:pt x="310" y="248"/>
                      <a:pt x="310" y="279"/>
                    </a:cubicBezTo>
                    <a:lnTo>
                      <a:pt x="310" y="279"/>
                    </a:lnTo>
                    <a:lnTo>
                      <a:pt x="310" y="279"/>
                    </a:lnTo>
                    <a:cubicBezTo>
                      <a:pt x="278" y="309"/>
                      <a:pt x="278" y="309"/>
                      <a:pt x="278" y="309"/>
                    </a:cubicBezTo>
                    <a:cubicBezTo>
                      <a:pt x="278" y="309"/>
                      <a:pt x="278" y="309"/>
                      <a:pt x="248" y="309"/>
                    </a:cubicBezTo>
                    <a:lnTo>
                      <a:pt x="248" y="341"/>
                    </a:lnTo>
                    <a:cubicBezTo>
                      <a:pt x="217" y="372"/>
                      <a:pt x="217" y="372"/>
                      <a:pt x="217" y="403"/>
                    </a:cubicBezTo>
                    <a:cubicBezTo>
                      <a:pt x="217" y="403"/>
                      <a:pt x="217" y="403"/>
                      <a:pt x="217" y="433"/>
                    </a:cubicBezTo>
                    <a:lnTo>
                      <a:pt x="217" y="433"/>
                    </a:lnTo>
                    <a:lnTo>
                      <a:pt x="217" y="433"/>
                    </a:lnTo>
                    <a:lnTo>
                      <a:pt x="217" y="433"/>
                    </a:lnTo>
                    <a:lnTo>
                      <a:pt x="217" y="433"/>
                    </a:lnTo>
                    <a:lnTo>
                      <a:pt x="217" y="433"/>
                    </a:lnTo>
                    <a:cubicBezTo>
                      <a:pt x="217" y="465"/>
                      <a:pt x="217" y="465"/>
                      <a:pt x="217" y="465"/>
                    </a:cubicBezTo>
                    <a:cubicBezTo>
                      <a:pt x="217" y="465"/>
                      <a:pt x="217" y="465"/>
                      <a:pt x="217" y="496"/>
                    </a:cubicBezTo>
                    <a:lnTo>
                      <a:pt x="217" y="496"/>
                    </a:lnTo>
                    <a:lnTo>
                      <a:pt x="186" y="527"/>
                    </a:lnTo>
                    <a:lnTo>
                      <a:pt x="186" y="527"/>
                    </a:lnTo>
                    <a:cubicBezTo>
                      <a:pt x="186" y="557"/>
                      <a:pt x="186" y="557"/>
                      <a:pt x="154" y="557"/>
                    </a:cubicBezTo>
                    <a:cubicBezTo>
                      <a:pt x="154" y="557"/>
                      <a:pt x="186" y="557"/>
                      <a:pt x="186" y="589"/>
                    </a:cubicBezTo>
                    <a:lnTo>
                      <a:pt x="186" y="589"/>
                    </a:lnTo>
                    <a:cubicBezTo>
                      <a:pt x="186" y="589"/>
                      <a:pt x="186" y="589"/>
                      <a:pt x="186" y="620"/>
                    </a:cubicBezTo>
                    <a:lnTo>
                      <a:pt x="186" y="651"/>
                    </a:lnTo>
                    <a:lnTo>
                      <a:pt x="186" y="651"/>
                    </a:lnTo>
                    <a:lnTo>
                      <a:pt x="186" y="651"/>
                    </a:lnTo>
                    <a:cubicBezTo>
                      <a:pt x="217" y="651"/>
                      <a:pt x="217" y="681"/>
                      <a:pt x="217" y="713"/>
                    </a:cubicBezTo>
                    <a:cubicBezTo>
                      <a:pt x="217" y="713"/>
                      <a:pt x="217" y="713"/>
                      <a:pt x="217" y="744"/>
                    </a:cubicBezTo>
                    <a:cubicBezTo>
                      <a:pt x="217" y="744"/>
                      <a:pt x="186" y="774"/>
                      <a:pt x="186" y="805"/>
                    </a:cubicBezTo>
                    <a:lnTo>
                      <a:pt x="186" y="805"/>
                    </a:lnTo>
                    <a:lnTo>
                      <a:pt x="186" y="837"/>
                    </a:lnTo>
                    <a:lnTo>
                      <a:pt x="186" y="837"/>
                    </a:lnTo>
                    <a:cubicBezTo>
                      <a:pt x="186" y="868"/>
                      <a:pt x="186" y="868"/>
                      <a:pt x="154" y="898"/>
                    </a:cubicBezTo>
                    <a:lnTo>
                      <a:pt x="154" y="898"/>
                    </a:lnTo>
                    <a:lnTo>
                      <a:pt x="154" y="898"/>
                    </a:lnTo>
                    <a:cubicBezTo>
                      <a:pt x="154" y="898"/>
                      <a:pt x="154" y="898"/>
                      <a:pt x="124" y="898"/>
                    </a:cubicBezTo>
                    <a:lnTo>
                      <a:pt x="124" y="929"/>
                    </a:lnTo>
                    <a:lnTo>
                      <a:pt x="124" y="929"/>
                    </a:lnTo>
                    <a:lnTo>
                      <a:pt x="124" y="929"/>
                    </a:lnTo>
                    <a:lnTo>
                      <a:pt x="124" y="929"/>
                    </a:lnTo>
                    <a:lnTo>
                      <a:pt x="124" y="929"/>
                    </a:lnTo>
                    <a:lnTo>
                      <a:pt x="124" y="961"/>
                    </a:lnTo>
                    <a:cubicBezTo>
                      <a:pt x="154" y="961"/>
                      <a:pt x="154" y="992"/>
                      <a:pt x="154" y="1022"/>
                    </a:cubicBezTo>
                    <a:lnTo>
                      <a:pt x="154" y="1022"/>
                    </a:lnTo>
                    <a:cubicBezTo>
                      <a:pt x="154" y="1053"/>
                      <a:pt x="124" y="1053"/>
                      <a:pt x="124" y="1053"/>
                    </a:cubicBezTo>
                    <a:cubicBezTo>
                      <a:pt x="124" y="1085"/>
                      <a:pt x="124" y="1085"/>
                      <a:pt x="124" y="1085"/>
                    </a:cubicBezTo>
                    <a:lnTo>
                      <a:pt x="124" y="1085"/>
                    </a:lnTo>
                    <a:lnTo>
                      <a:pt x="124" y="1085"/>
                    </a:lnTo>
                    <a:lnTo>
                      <a:pt x="124" y="1116"/>
                    </a:lnTo>
                    <a:cubicBezTo>
                      <a:pt x="124" y="1116"/>
                      <a:pt x="93" y="1116"/>
                      <a:pt x="93" y="1146"/>
                    </a:cubicBezTo>
                    <a:lnTo>
                      <a:pt x="93" y="1146"/>
                    </a:lnTo>
                    <a:lnTo>
                      <a:pt x="93" y="1146"/>
                    </a:lnTo>
                    <a:lnTo>
                      <a:pt x="93" y="1146"/>
                    </a:lnTo>
                    <a:lnTo>
                      <a:pt x="93" y="1146"/>
                    </a:lnTo>
                    <a:cubicBezTo>
                      <a:pt x="93" y="1177"/>
                      <a:pt x="93" y="1209"/>
                      <a:pt x="93" y="1209"/>
                    </a:cubicBezTo>
                    <a:cubicBezTo>
                      <a:pt x="93" y="1240"/>
                      <a:pt x="93" y="1240"/>
                      <a:pt x="93" y="1240"/>
                    </a:cubicBezTo>
                    <a:cubicBezTo>
                      <a:pt x="93" y="1270"/>
                      <a:pt x="93" y="1270"/>
                      <a:pt x="93" y="1270"/>
                    </a:cubicBezTo>
                    <a:lnTo>
                      <a:pt x="93" y="1270"/>
                    </a:lnTo>
                    <a:cubicBezTo>
                      <a:pt x="93" y="1301"/>
                      <a:pt x="93" y="1301"/>
                      <a:pt x="93" y="1301"/>
                    </a:cubicBezTo>
                    <a:lnTo>
                      <a:pt x="93" y="1301"/>
                    </a:lnTo>
                    <a:cubicBezTo>
                      <a:pt x="93" y="1333"/>
                      <a:pt x="93" y="1333"/>
                      <a:pt x="93" y="1333"/>
                    </a:cubicBezTo>
                    <a:lnTo>
                      <a:pt x="93" y="1364"/>
                    </a:lnTo>
                    <a:lnTo>
                      <a:pt x="93" y="1364"/>
                    </a:lnTo>
                    <a:lnTo>
                      <a:pt x="93" y="1364"/>
                    </a:lnTo>
                    <a:lnTo>
                      <a:pt x="124" y="1364"/>
                    </a:lnTo>
                    <a:lnTo>
                      <a:pt x="124" y="1394"/>
                    </a:lnTo>
                    <a:lnTo>
                      <a:pt x="124" y="1394"/>
                    </a:lnTo>
                    <a:lnTo>
                      <a:pt x="124" y="1425"/>
                    </a:lnTo>
                    <a:lnTo>
                      <a:pt x="124" y="1425"/>
                    </a:lnTo>
                    <a:cubicBezTo>
                      <a:pt x="124" y="1425"/>
                      <a:pt x="124" y="1425"/>
                      <a:pt x="124" y="1457"/>
                    </a:cubicBezTo>
                    <a:lnTo>
                      <a:pt x="124" y="1457"/>
                    </a:lnTo>
                    <a:lnTo>
                      <a:pt x="124" y="1457"/>
                    </a:lnTo>
                    <a:lnTo>
                      <a:pt x="124" y="1488"/>
                    </a:lnTo>
                    <a:lnTo>
                      <a:pt x="124" y="1488"/>
                    </a:lnTo>
                    <a:lnTo>
                      <a:pt x="124" y="1488"/>
                    </a:lnTo>
                    <a:cubicBezTo>
                      <a:pt x="124" y="1518"/>
                      <a:pt x="93" y="1518"/>
                      <a:pt x="93" y="1518"/>
                    </a:cubicBezTo>
                    <a:lnTo>
                      <a:pt x="93" y="1518"/>
                    </a:lnTo>
                    <a:lnTo>
                      <a:pt x="93" y="1518"/>
                    </a:lnTo>
                    <a:cubicBezTo>
                      <a:pt x="93" y="1549"/>
                      <a:pt x="93" y="1549"/>
                      <a:pt x="93" y="1549"/>
                    </a:cubicBezTo>
                    <a:lnTo>
                      <a:pt x="93" y="1549"/>
                    </a:lnTo>
                    <a:lnTo>
                      <a:pt x="93" y="1549"/>
                    </a:lnTo>
                    <a:lnTo>
                      <a:pt x="93" y="1549"/>
                    </a:lnTo>
                    <a:cubicBezTo>
                      <a:pt x="93" y="1581"/>
                      <a:pt x="93" y="1581"/>
                      <a:pt x="93" y="1581"/>
                    </a:cubicBezTo>
                    <a:lnTo>
                      <a:pt x="93" y="1581"/>
                    </a:lnTo>
                    <a:lnTo>
                      <a:pt x="93" y="1581"/>
                    </a:lnTo>
                    <a:lnTo>
                      <a:pt x="93" y="1612"/>
                    </a:lnTo>
                    <a:cubicBezTo>
                      <a:pt x="62" y="1612"/>
                      <a:pt x="62" y="1612"/>
                      <a:pt x="62" y="1612"/>
                    </a:cubicBezTo>
                    <a:lnTo>
                      <a:pt x="62" y="1612"/>
                    </a:lnTo>
                    <a:cubicBezTo>
                      <a:pt x="93" y="1612"/>
                      <a:pt x="93" y="1642"/>
                      <a:pt x="93" y="1642"/>
                    </a:cubicBezTo>
                    <a:lnTo>
                      <a:pt x="62" y="1673"/>
                    </a:lnTo>
                    <a:lnTo>
                      <a:pt x="62" y="1673"/>
                    </a:lnTo>
                    <a:lnTo>
                      <a:pt x="62" y="1673"/>
                    </a:lnTo>
                    <a:cubicBezTo>
                      <a:pt x="30" y="1705"/>
                      <a:pt x="30" y="1705"/>
                      <a:pt x="30" y="1705"/>
                    </a:cubicBezTo>
                    <a:lnTo>
                      <a:pt x="30" y="1705"/>
                    </a:lnTo>
                    <a:lnTo>
                      <a:pt x="30" y="1705"/>
                    </a:lnTo>
                    <a:cubicBezTo>
                      <a:pt x="0" y="1705"/>
                      <a:pt x="0" y="1705"/>
                      <a:pt x="0" y="1736"/>
                    </a:cubicBezTo>
                    <a:lnTo>
                      <a:pt x="0" y="1736"/>
                    </a:lnTo>
                    <a:cubicBezTo>
                      <a:pt x="0" y="1736"/>
                      <a:pt x="0" y="1736"/>
                      <a:pt x="0" y="1766"/>
                    </a:cubicBezTo>
                    <a:lnTo>
                      <a:pt x="30" y="1766"/>
                    </a:lnTo>
                    <a:lnTo>
                      <a:pt x="30" y="1766"/>
                    </a:lnTo>
                    <a:lnTo>
                      <a:pt x="30" y="1766"/>
                    </a:lnTo>
                    <a:cubicBezTo>
                      <a:pt x="62" y="1766"/>
                      <a:pt x="62" y="1766"/>
                      <a:pt x="62" y="1766"/>
                    </a:cubicBezTo>
                    <a:cubicBezTo>
                      <a:pt x="62" y="1766"/>
                      <a:pt x="93" y="1766"/>
                      <a:pt x="93" y="1797"/>
                    </a:cubicBezTo>
                    <a:lnTo>
                      <a:pt x="93" y="1829"/>
                    </a:lnTo>
                    <a:cubicBezTo>
                      <a:pt x="62" y="1829"/>
                      <a:pt x="62" y="1829"/>
                      <a:pt x="62" y="1860"/>
                    </a:cubicBezTo>
                    <a:cubicBezTo>
                      <a:pt x="93" y="1860"/>
                      <a:pt x="93" y="1860"/>
                      <a:pt x="93" y="1860"/>
                    </a:cubicBezTo>
                    <a:lnTo>
                      <a:pt x="93" y="1860"/>
                    </a:lnTo>
                    <a:cubicBezTo>
                      <a:pt x="124" y="1860"/>
                      <a:pt x="124" y="1860"/>
                      <a:pt x="124" y="1860"/>
                    </a:cubicBezTo>
                    <a:cubicBezTo>
                      <a:pt x="154" y="1860"/>
                      <a:pt x="154" y="1860"/>
                      <a:pt x="154" y="1860"/>
                    </a:cubicBezTo>
                    <a:lnTo>
                      <a:pt x="186" y="1860"/>
                    </a:lnTo>
                    <a:lnTo>
                      <a:pt x="186" y="1860"/>
                    </a:lnTo>
                    <a:lnTo>
                      <a:pt x="186" y="1860"/>
                    </a:lnTo>
                    <a:cubicBezTo>
                      <a:pt x="217" y="1860"/>
                      <a:pt x="217" y="1860"/>
                      <a:pt x="217" y="1860"/>
                    </a:cubicBezTo>
                    <a:lnTo>
                      <a:pt x="217" y="1860"/>
                    </a:lnTo>
                    <a:lnTo>
                      <a:pt x="217" y="1860"/>
                    </a:lnTo>
                    <a:lnTo>
                      <a:pt x="217" y="1860"/>
                    </a:lnTo>
                    <a:cubicBezTo>
                      <a:pt x="217" y="1860"/>
                      <a:pt x="186" y="1829"/>
                      <a:pt x="186" y="1797"/>
                    </a:cubicBezTo>
                    <a:cubicBezTo>
                      <a:pt x="186" y="1797"/>
                      <a:pt x="217" y="1797"/>
                      <a:pt x="217" y="1766"/>
                    </a:cubicBezTo>
                    <a:cubicBezTo>
                      <a:pt x="62" y="1736"/>
                      <a:pt x="62" y="1736"/>
                      <a:pt x="62" y="1736"/>
                    </a:cubicBezTo>
                    <a:cubicBezTo>
                      <a:pt x="248" y="1736"/>
                      <a:pt x="248" y="1736"/>
                      <a:pt x="248" y="1736"/>
                    </a:cubicBezTo>
                    <a:lnTo>
                      <a:pt x="278" y="1736"/>
                    </a:lnTo>
                    <a:lnTo>
                      <a:pt x="278" y="1736"/>
                    </a:lnTo>
                    <a:cubicBezTo>
                      <a:pt x="278" y="1705"/>
                      <a:pt x="278" y="1705"/>
                      <a:pt x="278" y="1705"/>
                    </a:cubicBezTo>
                    <a:cubicBezTo>
                      <a:pt x="278" y="1673"/>
                      <a:pt x="278" y="1673"/>
                      <a:pt x="278" y="1673"/>
                    </a:cubicBezTo>
                    <a:cubicBezTo>
                      <a:pt x="310" y="1673"/>
                      <a:pt x="310" y="1673"/>
                      <a:pt x="310" y="1673"/>
                    </a:cubicBezTo>
                    <a:cubicBezTo>
                      <a:pt x="310" y="1642"/>
                      <a:pt x="310" y="1642"/>
                      <a:pt x="310" y="1642"/>
                    </a:cubicBezTo>
                    <a:cubicBezTo>
                      <a:pt x="154" y="1642"/>
                      <a:pt x="154" y="1642"/>
                      <a:pt x="154" y="1642"/>
                    </a:cubicBezTo>
                    <a:cubicBezTo>
                      <a:pt x="372" y="1581"/>
                      <a:pt x="372" y="1581"/>
                      <a:pt x="372" y="1581"/>
                    </a:cubicBezTo>
                    <a:cubicBezTo>
                      <a:pt x="372" y="1581"/>
                      <a:pt x="372" y="1581"/>
                      <a:pt x="341" y="1581"/>
                    </a:cubicBezTo>
                    <a:lnTo>
                      <a:pt x="341" y="1581"/>
                    </a:lnTo>
                    <a:cubicBezTo>
                      <a:pt x="310" y="1581"/>
                      <a:pt x="310" y="1581"/>
                      <a:pt x="310" y="1581"/>
                    </a:cubicBezTo>
                    <a:lnTo>
                      <a:pt x="310" y="1549"/>
                    </a:lnTo>
                    <a:cubicBezTo>
                      <a:pt x="278" y="1518"/>
                      <a:pt x="278" y="1488"/>
                      <a:pt x="278" y="1488"/>
                    </a:cubicBezTo>
                    <a:cubicBezTo>
                      <a:pt x="278" y="1488"/>
                      <a:pt x="278" y="1488"/>
                      <a:pt x="341" y="1425"/>
                    </a:cubicBezTo>
                    <a:lnTo>
                      <a:pt x="341" y="1425"/>
                    </a:lnTo>
                    <a:lnTo>
                      <a:pt x="341" y="1425"/>
                    </a:lnTo>
                    <a:lnTo>
                      <a:pt x="372" y="1425"/>
                    </a:lnTo>
                    <a:cubicBezTo>
                      <a:pt x="372" y="1425"/>
                      <a:pt x="372" y="1425"/>
                      <a:pt x="402" y="1425"/>
                    </a:cubicBezTo>
                    <a:cubicBezTo>
                      <a:pt x="402" y="1394"/>
                      <a:pt x="402" y="1394"/>
                      <a:pt x="402" y="1394"/>
                    </a:cubicBezTo>
                    <a:lnTo>
                      <a:pt x="402" y="1333"/>
                    </a:lnTo>
                    <a:cubicBezTo>
                      <a:pt x="402" y="1301"/>
                      <a:pt x="402" y="1301"/>
                      <a:pt x="402" y="1301"/>
                    </a:cubicBezTo>
                    <a:cubicBezTo>
                      <a:pt x="434" y="1301"/>
                      <a:pt x="434" y="1301"/>
                      <a:pt x="434" y="1301"/>
                    </a:cubicBezTo>
                    <a:cubicBezTo>
                      <a:pt x="434" y="1301"/>
                      <a:pt x="434" y="1301"/>
                      <a:pt x="465" y="1301"/>
                    </a:cubicBezTo>
                    <a:cubicBezTo>
                      <a:pt x="465" y="1301"/>
                      <a:pt x="465" y="1301"/>
                      <a:pt x="465" y="1270"/>
                    </a:cubicBezTo>
                    <a:cubicBezTo>
                      <a:pt x="434" y="1270"/>
                      <a:pt x="434" y="1270"/>
                      <a:pt x="434" y="1270"/>
                    </a:cubicBezTo>
                    <a:lnTo>
                      <a:pt x="434" y="1270"/>
                    </a:lnTo>
                    <a:cubicBezTo>
                      <a:pt x="434" y="1240"/>
                      <a:pt x="434" y="1240"/>
                      <a:pt x="434" y="1240"/>
                    </a:cubicBezTo>
                    <a:cubicBezTo>
                      <a:pt x="434" y="1240"/>
                      <a:pt x="434" y="1240"/>
                      <a:pt x="434" y="1209"/>
                    </a:cubicBezTo>
                    <a:lnTo>
                      <a:pt x="434" y="1209"/>
                    </a:lnTo>
                    <a:lnTo>
                      <a:pt x="434" y="1177"/>
                    </a:lnTo>
                    <a:cubicBezTo>
                      <a:pt x="434" y="1146"/>
                      <a:pt x="465" y="1146"/>
                      <a:pt x="465" y="1146"/>
                    </a:cubicBezTo>
                    <a:cubicBezTo>
                      <a:pt x="465" y="1146"/>
                      <a:pt x="465" y="1146"/>
                      <a:pt x="496" y="1146"/>
                    </a:cubicBezTo>
                    <a:cubicBezTo>
                      <a:pt x="496" y="1177"/>
                      <a:pt x="526" y="1177"/>
                      <a:pt x="526" y="1177"/>
                    </a:cubicBezTo>
                    <a:lnTo>
                      <a:pt x="558" y="1177"/>
                    </a:lnTo>
                    <a:lnTo>
                      <a:pt x="558" y="1177"/>
                    </a:lnTo>
                    <a:lnTo>
                      <a:pt x="589" y="1146"/>
                    </a:lnTo>
                    <a:lnTo>
                      <a:pt x="589" y="1146"/>
                    </a:lnTo>
                    <a:lnTo>
                      <a:pt x="589" y="1146"/>
                    </a:lnTo>
                    <a:cubicBezTo>
                      <a:pt x="589" y="1146"/>
                      <a:pt x="589" y="1146"/>
                      <a:pt x="589" y="1116"/>
                    </a:cubicBezTo>
                    <a:lnTo>
                      <a:pt x="589" y="1116"/>
                    </a:lnTo>
                    <a:lnTo>
                      <a:pt x="589" y="1085"/>
                    </a:lnTo>
                    <a:cubicBezTo>
                      <a:pt x="589" y="1085"/>
                      <a:pt x="589" y="1085"/>
                      <a:pt x="589" y="1053"/>
                    </a:cubicBezTo>
                    <a:cubicBezTo>
                      <a:pt x="434" y="929"/>
                      <a:pt x="434" y="929"/>
                      <a:pt x="434" y="929"/>
                    </a:cubicBezTo>
                    <a:cubicBezTo>
                      <a:pt x="620" y="1022"/>
                      <a:pt x="620" y="1022"/>
                      <a:pt x="620" y="1022"/>
                    </a:cubicBezTo>
                    <a:lnTo>
                      <a:pt x="650" y="1022"/>
                    </a:lnTo>
                    <a:cubicBezTo>
                      <a:pt x="650" y="1022"/>
                      <a:pt x="713" y="1022"/>
                      <a:pt x="744" y="1022"/>
                    </a:cubicBezTo>
                    <a:lnTo>
                      <a:pt x="774" y="1022"/>
                    </a:lnTo>
                    <a:cubicBezTo>
                      <a:pt x="806" y="992"/>
                      <a:pt x="837" y="992"/>
                      <a:pt x="837" y="992"/>
                    </a:cubicBezTo>
                    <a:lnTo>
                      <a:pt x="837" y="992"/>
                    </a:lnTo>
                    <a:lnTo>
                      <a:pt x="868" y="961"/>
                    </a:lnTo>
                    <a:cubicBezTo>
                      <a:pt x="868" y="961"/>
                      <a:pt x="868" y="929"/>
                      <a:pt x="898" y="929"/>
                    </a:cubicBezTo>
                    <a:cubicBezTo>
                      <a:pt x="868" y="929"/>
                      <a:pt x="868" y="898"/>
                      <a:pt x="868" y="898"/>
                    </a:cubicBezTo>
                  </a:path>
                </a:pathLst>
              </a:custGeom>
              <a:solidFill>
                <a:schemeClr val="accent3"/>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01" name="Freeform 150">
                <a:extLst>
                  <a:ext uri="{FF2B5EF4-FFF2-40B4-BE49-F238E27FC236}">
                    <a16:creationId xmlns:a16="http://schemas.microsoft.com/office/drawing/2014/main" id="{03015990-90F9-8492-71EF-61A2FF060293}"/>
                  </a:ext>
                </a:extLst>
              </p:cNvPr>
              <p:cNvSpPr>
                <a:spLocks noChangeArrowheads="1"/>
              </p:cNvSpPr>
              <p:nvPr/>
            </p:nvSpPr>
            <p:spPr bwMode="auto">
              <a:xfrm>
                <a:off x="2508250" y="3352800"/>
                <a:ext cx="77788" cy="100013"/>
              </a:xfrm>
              <a:custGeom>
                <a:avLst/>
                <a:gdLst>
                  <a:gd name="T0" fmla="*/ 217 w 218"/>
                  <a:gd name="T1" fmla="*/ 124 h 279"/>
                  <a:gd name="T2" fmla="*/ 217 w 218"/>
                  <a:gd name="T3" fmla="*/ 124 h 279"/>
                  <a:gd name="T4" fmla="*/ 155 w 218"/>
                  <a:gd name="T5" fmla="*/ 93 h 279"/>
                  <a:gd name="T6" fmla="*/ 155 w 218"/>
                  <a:gd name="T7" fmla="*/ 93 h 279"/>
                  <a:gd name="T8" fmla="*/ 124 w 218"/>
                  <a:gd name="T9" fmla="*/ 61 h 279"/>
                  <a:gd name="T10" fmla="*/ 124 w 218"/>
                  <a:gd name="T11" fmla="*/ 61 h 279"/>
                  <a:gd name="T12" fmla="*/ 124 w 218"/>
                  <a:gd name="T13" fmla="*/ 61 h 279"/>
                  <a:gd name="T14" fmla="*/ 124 w 218"/>
                  <a:gd name="T15" fmla="*/ 61 h 279"/>
                  <a:gd name="T16" fmla="*/ 124 w 218"/>
                  <a:gd name="T17" fmla="*/ 61 h 279"/>
                  <a:gd name="T18" fmla="*/ 124 w 218"/>
                  <a:gd name="T19" fmla="*/ 61 h 279"/>
                  <a:gd name="T20" fmla="*/ 93 w 218"/>
                  <a:gd name="T21" fmla="*/ 61 h 279"/>
                  <a:gd name="T22" fmla="*/ 93 w 218"/>
                  <a:gd name="T23" fmla="*/ 31 h 279"/>
                  <a:gd name="T24" fmla="*/ 93 w 218"/>
                  <a:gd name="T25" fmla="*/ 31 h 279"/>
                  <a:gd name="T26" fmla="*/ 61 w 218"/>
                  <a:gd name="T27" fmla="*/ 0 h 279"/>
                  <a:gd name="T28" fmla="*/ 61 w 218"/>
                  <a:gd name="T29" fmla="*/ 0 h 279"/>
                  <a:gd name="T30" fmla="*/ 61 w 218"/>
                  <a:gd name="T31" fmla="*/ 0 h 279"/>
                  <a:gd name="T32" fmla="*/ 61 w 218"/>
                  <a:gd name="T33" fmla="*/ 31 h 279"/>
                  <a:gd name="T34" fmla="*/ 31 w 218"/>
                  <a:gd name="T35" fmla="*/ 31 h 279"/>
                  <a:gd name="T36" fmla="*/ 31 w 218"/>
                  <a:gd name="T37" fmla="*/ 31 h 279"/>
                  <a:gd name="T38" fmla="*/ 31 w 218"/>
                  <a:gd name="T39" fmla="*/ 61 h 279"/>
                  <a:gd name="T40" fmla="*/ 31 w 218"/>
                  <a:gd name="T41" fmla="*/ 61 h 279"/>
                  <a:gd name="T42" fmla="*/ 31 w 218"/>
                  <a:gd name="T43" fmla="*/ 93 h 279"/>
                  <a:gd name="T44" fmla="*/ 31 w 218"/>
                  <a:gd name="T45" fmla="*/ 93 h 279"/>
                  <a:gd name="T46" fmla="*/ 31 w 218"/>
                  <a:gd name="T47" fmla="*/ 124 h 279"/>
                  <a:gd name="T48" fmla="*/ 0 w 218"/>
                  <a:gd name="T49" fmla="*/ 185 h 279"/>
                  <a:gd name="T50" fmla="*/ 0 w 218"/>
                  <a:gd name="T51" fmla="*/ 217 h 279"/>
                  <a:gd name="T52" fmla="*/ 0 w 218"/>
                  <a:gd name="T53" fmla="*/ 217 h 279"/>
                  <a:gd name="T54" fmla="*/ 0 w 218"/>
                  <a:gd name="T55" fmla="*/ 217 h 279"/>
                  <a:gd name="T56" fmla="*/ 0 w 218"/>
                  <a:gd name="T57" fmla="*/ 217 h 279"/>
                  <a:gd name="T58" fmla="*/ 31 w 218"/>
                  <a:gd name="T59" fmla="*/ 248 h 279"/>
                  <a:gd name="T60" fmla="*/ 31 w 218"/>
                  <a:gd name="T61" fmla="*/ 248 h 279"/>
                  <a:gd name="T62" fmla="*/ 61 w 218"/>
                  <a:gd name="T63" fmla="*/ 278 h 279"/>
                  <a:gd name="T64" fmla="*/ 93 w 218"/>
                  <a:gd name="T65" fmla="*/ 278 h 279"/>
                  <a:gd name="T66" fmla="*/ 93 w 218"/>
                  <a:gd name="T67" fmla="*/ 278 h 279"/>
                  <a:gd name="T68" fmla="*/ 124 w 218"/>
                  <a:gd name="T69" fmla="*/ 278 h 279"/>
                  <a:gd name="T70" fmla="*/ 155 w 218"/>
                  <a:gd name="T71" fmla="*/ 278 h 279"/>
                  <a:gd name="T72" fmla="*/ 185 w 218"/>
                  <a:gd name="T73" fmla="*/ 278 h 279"/>
                  <a:gd name="T74" fmla="*/ 185 w 218"/>
                  <a:gd name="T75" fmla="*/ 278 h 279"/>
                  <a:gd name="T76" fmla="*/ 217 w 218"/>
                  <a:gd name="T77" fmla="*/ 248 h 279"/>
                  <a:gd name="T78" fmla="*/ 217 w 218"/>
                  <a:gd name="T79" fmla="*/ 217 h 279"/>
                  <a:gd name="T80" fmla="*/ 217 w 218"/>
                  <a:gd name="T81" fmla="*/ 217 h 279"/>
                  <a:gd name="T82" fmla="*/ 217 w 218"/>
                  <a:gd name="T83" fmla="*/ 185 h 279"/>
                  <a:gd name="T84" fmla="*/ 217 w 218"/>
                  <a:gd name="T85" fmla="*/ 155 h 279"/>
                  <a:gd name="T86" fmla="*/ 217 w 218"/>
                  <a:gd name="T87" fmla="*/ 124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8" h="279">
                    <a:moveTo>
                      <a:pt x="217" y="124"/>
                    </a:moveTo>
                    <a:lnTo>
                      <a:pt x="217" y="124"/>
                    </a:lnTo>
                    <a:cubicBezTo>
                      <a:pt x="185" y="124"/>
                      <a:pt x="185" y="124"/>
                      <a:pt x="155" y="93"/>
                    </a:cubicBezTo>
                    <a:lnTo>
                      <a:pt x="155" y="93"/>
                    </a:lnTo>
                    <a:cubicBezTo>
                      <a:pt x="155" y="93"/>
                      <a:pt x="124" y="93"/>
                      <a:pt x="124" y="61"/>
                    </a:cubicBezTo>
                    <a:lnTo>
                      <a:pt x="124" y="61"/>
                    </a:lnTo>
                    <a:lnTo>
                      <a:pt x="124" y="61"/>
                    </a:lnTo>
                    <a:lnTo>
                      <a:pt x="124" y="61"/>
                    </a:lnTo>
                    <a:lnTo>
                      <a:pt x="124" y="61"/>
                    </a:lnTo>
                    <a:lnTo>
                      <a:pt x="124" y="61"/>
                    </a:lnTo>
                    <a:cubicBezTo>
                      <a:pt x="93" y="61"/>
                      <a:pt x="93" y="61"/>
                      <a:pt x="93" y="61"/>
                    </a:cubicBezTo>
                    <a:lnTo>
                      <a:pt x="93" y="31"/>
                    </a:lnTo>
                    <a:lnTo>
                      <a:pt x="93" y="31"/>
                    </a:lnTo>
                    <a:cubicBezTo>
                      <a:pt x="61" y="31"/>
                      <a:pt x="61" y="31"/>
                      <a:pt x="61" y="0"/>
                    </a:cubicBezTo>
                    <a:lnTo>
                      <a:pt x="61" y="0"/>
                    </a:lnTo>
                    <a:lnTo>
                      <a:pt x="61" y="0"/>
                    </a:lnTo>
                    <a:lnTo>
                      <a:pt x="61" y="31"/>
                    </a:lnTo>
                    <a:lnTo>
                      <a:pt x="31" y="31"/>
                    </a:lnTo>
                    <a:lnTo>
                      <a:pt x="31" y="31"/>
                    </a:lnTo>
                    <a:cubicBezTo>
                      <a:pt x="31" y="31"/>
                      <a:pt x="31" y="31"/>
                      <a:pt x="31" y="61"/>
                    </a:cubicBezTo>
                    <a:lnTo>
                      <a:pt x="31" y="61"/>
                    </a:lnTo>
                    <a:cubicBezTo>
                      <a:pt x="31" y="93"/>
                      <a:pt x="31" y="93"/>
                      <a:pt x="31" y="93"/>
                    </a:cubicBezTo>
                    <a:lnTo>
                      <a:pt x="31" y="93"/>
                    </a:lnTo>
                    <a:lnTo>
                      <a:pt x="31" y="124"/>
                    </a:lnTo>
                    <a:cubicBezTo>
                      <a:pt x="0" y="155"/>
                      <a:pt x="0" y="155"/>
                      <a:pt x="0" y="185"/>
                    </a:cubicBezTo>
                    <a:lnTo>
                      <a:pt x="0" y="217"/>
                    </a:lnTo>
                    <a:lnTo>
                      <a:pt x="0" y="217"/>
                    </a:lnTo>
                    <a:lnTo>
                      <a:pt x="0" y="217"/>
                    </a:lnTo>
                    <a:lnTo>
                      <a:pt x="0" y="217"/>
                    </a:lnTo>
                    <a:cubicBezTo>
                      <a:pt x="0" y="217"/>
                      <a:pt x="0" y="217"/>
                      <a:pt x="31" y="248"/>
                    </a:cubicBezTo>
                    <a:lnTo>
                      <a:pt x="31" y="248"/>
                    </a:lnTo>
                    <a:cubicBezTo>
                      <a:pt x="31" y="248"/>
                      <a:pt x="61" y="248"/>
                      <a:pt x="61" y="278"/>
                    </a:cubicBezTo>
                    <a:cubicBezTo>
                      <a:pt x="93" y="278"/>
                      <a:pt x="93" y="278"/>
                      <a:pt x="93" y="278"/>
                    </a:cubicBezTo>
                    <a:lnTo>
                      <a:pt x="93" y="278"/>
                    </a:lnTo>
                    <a:cubicBezTo>
                      <a:pt x="124" y="278"/>
                      <a:pt x="124" y="278"/>
                      <a:pt x="124" y="278"/>
                    </a:cubicBezTo>
                    <a:cubicBezTo>
                      <a:pt x="155" y="278"/>
                      <a:pt x="155" y="278"/>
                      <a:pt x="155" y="278"/>
                    </a:cubicBezTo>
                    <a:lnTo>
                      <a:pt x="185" y="278"/>
                    </a:lnTo>
                    <a:lnTo>
                      <a:pt x="185" y="278"/>
                    </a:lnTo>
                    <a:cubicBezTo>
                      <a:pt x="185" y="248"/>
                      <a:pt x="217" y="248"/>
                      <a:pt x="217" y="248"/>
                    </a:cubicBezTo>
                    <a:lnTo>
                      <a:pt x="217" y="217"/>
                    </a:lnTo>
                    <a:lnTo>
                      <a:pt x="217" y="217"/>
                    </a:lnTo>
                    <a:lnTo>
                      <a:pt x="217" y="185"/>
                    </a:lnTo>
                    <a:lnTo>
                      <a:pt x="217" y="155"/>
                    </a:lnTo>
                    <a:cubicBezTo>
                      <a:pt x="217" y="155"/>
                      <a:pt x="217" y="155"/>
                      <a:pt x="217" y="1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02" name="Freeform 151">
                <a:extLst>
                  <a:ext uri="{FF2B5EF4-FFF2-40B4-BE49-F238E27FC236}">
                    <a16:creationId xmlns:a16="http://schemas.microsoft.com/office/drawing/2014/main" id="{A9E214C6-449C-8F01-A8B8-9AE5E160F881}"/>
                  </a:ext>
                </a:extLst>
              </p:cNvPr>
              <p:cNvSpPr>
                <a:spLocks noChangeArrowheads="1"/>
              </p:cNvSpPr>
              <p:nvPr/>
            </p:nvSpPr>
            <p:spPr bwMode="auto">
              <a:xfrm>
                <a:off x="2430463" y="3106738"/>
                <a:ext cx="144462" cy="168275"/>
              </a:xfrm>
              <a:custGeom>
                <a:avLst/>
                <a:gdLst>
                  <a:gd name="T0" fmla="*/ 186 w 403"/>
                  <a:gd name="T1" fmla="*/ 124 h 467"/>
                  <a:gd name="T2" fmla="*/ 186 w 403"/>
                  <a:gd name="T3" fmla="*/ 94 h 467"/>
                  <a:gd name="T4" fmla="*/ 186 w 403"/>
                  <a:gd name="T5" fmla="*/ 63 h 467"/>
                  <a:gd name="T6" fmla="*/ 186 w 403"/>
                  <a:gd name="T7" fmla="*/ 0 h 467"/>
                  <a:gd name="T8" fmla="*/ 186 w 403"/>
                  <a:gd name="T9" fmla="*/ 0 h 467"/>
                  <a:gd name="T10" fmla="*/ 124 w 403"/>
                  <a:gd name="T11" fmla="*/ 0 h 467"/>
                  <a:gd name="T12" fmla="*/ 124 w 403"/>
                  <a:gd name="T13" fmla="*/ 0 h 467"/>
                  <a:gd name="T14" fmla="*/ 93 w 403"/>
                  <a:gd name="T15" fmla="*/ 0 h 467"/>
                  <a:gd name="T16" fmla="*/ 30 w 403"/>
                  <a:gd name="T17" fmla="*/ 32 h 467"/>
                  <a:gd name="T18" fmla="*/ 0 w 403"/>
                  <a:gd name="T19" fmla="*/ 94 h 467"/>
                  <a:gd name="T20" fmla="*/ 0 w 403"/>
                  <a:gd name="T21" fmla="*/ 124 h 467"/>
                  <a:gd name="T22" fmla="*/ 0 w 403"/>
                  <a:gd name="T23" fmla="*/ 156 h 467"/>
                  <a:gd name="T24" fmla="*/ 0 w 403"/>
                  <a:gd name="T25" fmla="*/ 156 h 467"/>
                  <a:gd name="T26" fmla="*/ 0 w 403"/>
                  <a:gd name="T27" fmla="*/ 156 h 467"/>
                  <a:gd name="T28" fmla="*/ 0 w 403"/>
                  <a:gd name="T29" fmla="*/ 187 h 467"/>
                  <a:gd name="T30" fmla="*/ 62 w 403"/>
                  <a:gd name="T31" fmla="*/ 218 h 467"/>
                  <a:gd name="T32" fmla="*/ 62 w 403"/>
                  <a:gd name="T33" fmla="*/ 218 h 467"/>
                  <a:gd name="T34" fmla="*/ 62 w 403"/>
                  <a:gd name="T35" fmla="*/ 218 h 467"/>
                  <a:gd name="T36" fmla="*/ 93 w 403"/>
                  <a:gd name="T37" fmla="*/ 248 h 467"/>
                  <a:gd name="T38" fmla="*/ 154 w 403"/>
                  <a:gd name="T39" fmla="*/ 280 h 467"/>
                  <a:gd name="T40" fmla="*/ 186 w 403"/>
                  <a:gd name="T41" fmla="*/ 311 h 467"/>
                  <a:gd name="T42" fmla="*/ 217 w 403"/>
                  <a:gd name="T43" fmla="*/ 311 h 467"/>
                  <a:gd name="T44" fmla="*/ 248 w 403"/>
                  <a:gd name="T45" fmla="*/ 311 h 467"/>
                  <a:gd name="T46" fmla="*/ 278 w 403"/>
                  <a:gd name="T47" fmla="*/ 372 h 467"/>
                  <a:gd name="T48" fmla="*/ 248 w 403"/>
                  <a:gd name="T49" fmla="*/ 404 h 467"/>
                  <a:gd name="T50" fmla="*/ 217 w 403"/>
                  <a:gd name="T51" fmla="*/ 435 h 467"/>
                  <a:gd name="T52" fmla="*/ 217 w 403"/>
                  <a:gd name="T53" fmla="*/ 435 h 467"/>
                  <a:gd name="T54" fmla="*/ 217 w 403"/>
                  <a:gd name="T55" fmla="*/ 466 h 467"/>
                  <a:gd name="T56" fmla="*/ 217 w 403"/>
                  <a:gd name="T57" fmla="*/ 466 h 467"/>
                  <a:gd name="T58" fmla="*/ 248 w 403"/>
                  <a:gd name="T59" fmla="*/ 466 h 467"/>
                  <a:gd name="T60" fmla="*/ 278 w 403"/>
                  <a:gd name="T61" fmla="*/ 466 h 467"/>
                  <a:gd name="T62" fmla="*/ 310 w 403"/>
                  <a:gd name="T63" fmla="*/ 466 h 467"/>
                  <a:gd name="T64" fmla="*/ 372 w 403"/>
                  <a:gd name="T65" fmla="*/ 435 h 467"/>
                  <a:gd name="T66" fmla="*/ 372 w 403"/>
                  <a:gd name="T67" fmla="*/ 435 h 467"/>
                  <a:gd name="T68" fmla="*/ 372 w 403"/>
                  <a:gd name="T69" fmla="*/ 435 h 467"/>
                  <a:gd name="T70" fmla="*/ 372 w 403"/>
                  <a:gd name="T71" fmla="*/ 404 h 467"/>
                  <a:gd name="T72" fmla="*/ 372 w 403"/>
                  <a:gd name="T73" fmla="*/ 372 h 467"/>
                  <a:gd name="T74" fmla="*/ 402 w 403"/>
                  <a:gd name="T75" fmla="*/ 311 h 467"/>
                  <a:gd name="T76" fmla="*/ 402 w 403"/>
                  <a:gd name="T77" fmla="*/ 311 h 467"/>
                  <a:gd name="T78" fmla="*/ 402 w 403"/>
                  <a:gd name="T79" fmla="*/ 311 h 467"/>
                  <a:gd name="T80" fmla="*/ 341 w 403"/>
                  <a:gd name="T81" fmla="*/ 280 h 467"/>
                  <a:gd name="T82" fmla="*/ 341 w 403"/>
                  <a:gd name="T83" fmla="*/ 248 h 467"/>
                  <a:gd name="T84" fmla="*/ 341 w 403"/>
                  <a:gd name="T85" fmla="*/ 218 h 467"/>
                  <a:gd name="T86" fmla="*/ 310 w 403"/>
                  <a:gd name="T87" fmla="*/ 187 h 467"/>
                  <a:gd name="T88" fmla="*/ 310 w 403"/>
                  <a:gd name="T89" fmla="*/ 187 h 467"/>
                  <a:gd name="T90" fmla="*/ 278 w 403"/>
                  <a:gd name="T91" fmla="*/ 187 h 467"/>
                  <a:gd name="T92" fmla="*/ 278 w 403"/>
                  <a:gd name="T93" fmla="*/ 187 h 467"/>
                  <a:gd name="T94" fmla="*/ 278 w 403"/>
                  <a:gd name="T95" fmla="*/ 187 h 467"/>
                  <a:gd name="T96" fmla="*/ 248 w 403"/>
                  <a:gd name="T97" fmla="*/ 187 h 467"/>
                  <a:gd name="T98" fmla="*/ 217 w 403"/>
                  <a:gd name="T99" fmla="*/ 156 h 467"/>
                  <a:gd name="T100" fmla="*/ 186 w 403"/>
                  <a:gd name="T101" fmla="*/ 156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03" h="467">
                    <a:moveTo>
                      <a:pt x="186" y="124"/>
                    </a:moveTo>
                    <a:lnTo>
                      <a:pt x="186" y="124"/>
                    </a:lnTo>
                    <a:lnTo>
                      <a:pt x="186" y="124"/>
                    </a:lnTo>
                    <a:lnTo>
                      <a:pt x="186" y="94"/>
                    </a:lnTo>
                    <a:lnTo>
                      <a:pt x="186" y="94"/>
                    </a:lnTo>
                    <a:cubicBezTo>
                      <a:pt x="186" y="94"/>
                      <a:pt x="186" y="94"/>
                      <a:pt x="186" y="63"/>
                    </a:cubicBezTo>
                    <a:lnTo>
                      <a:pt x="186" y="63"/>
                    </a:lnTo>
                    <a:cubicBezTo>
                      <a:pt x="186" y="63"/>
                      <a:pt x="186" y="32"/>
                      <a:pt x="186" y="0"/>
                    </a:cubicBezTo>
                    <a:lnTo>
                      <a:pt x="186" y="0"/>
                    </a:lnTo>
                    <a:lnTo>
                      <a:pt x="186" y="0"/>
                    </a:lnTo>
                    <a:cubicBezTo>
                      <a:pt x="186" y="0"/>
                      <a:pt x="154" y="0"/>
                      <a:pt x="124" y="0"/>
                    </a:cubicBezTo>
                    <a:lnTo>
                      <a:pt x="124" y="0"/>
                    </a:lnTo>
                    <a:lnTo>
                      <a:pt x="124" y="0"/>
                    </a:lnTo>
                    <a:lnTo>
                      <a:pt x="124" y="0"/>
                    </a:lnTo>
                    <a:lnTo>
                      <a:pt x="124" y="0"/>
                    </a:lnTo>
                    <a:lnTo>
                      <a:pt x="93" y="0"/>
                    </a:lnTo>
                    <a:cubicBezTo>
                      <a:pt x="62" y="0"/>
                      <a:pt x="30" y="0"/>
                      <a:pt x="30" y="0"/>
                    </a:cubicBezTo>
                    <a:cubicBezTo>
                      <a:pt x="30" y="32"/>
                      <a:pt x="30" y="32"/>
                      <a:pt x="30" y="32"/>
                    </a:cubicBezTo>
                    <a:cubicBezTo>
                      <a:pt x="30" y="63"/>
                      <a:pt x="0" y="63"/>
                      <a:pt x="0" y="63"/>
                    </a:cubicBezTo>
                    <a:cubicBezTo>
                      <a:pt x="0" y="63"/>
                      <a:pt x="0" y="63"/>
                      <a:pt x="0" y="94"/>
                    </a:cubicBezTo>
                    <a:cubicBezTo>
                      <a:pt x="0" y="94"/>
                      <a:pt x="0" y="94"/>
                      <a:pt x="0" y="124"/>
                    </a:cubicBezTo>
                    <a:lnTo>
                      <a:pt x="0" y="124"/>
                    </a:lnTo>
                    <a:lnTo>
                      <a:pt x="0" y="124"/>
                    </a:lnTo>
                    <a:cubicBezTo>
                      <a:pt x="0" y="124"/>
                      <a:pt x="0" y="124"/>
                      <a:pt x="0" y="156"/>
                    </a:cubicBezTo>
                    <a:lnTo>
                      <a:pt x="0" y="156"/>
                    </a:lnTo>
                    <a:lnTo>
                      <a:pt x="0" y="156"/>
                    </a:lnTo>
                    <a:lnTo>
                      <a:pt x="0" y="156"/>
                    </a:lnTo>
                    <a:lnTo>
                      <a:pt x="0" y="156"/>
                    </a:lnTo>
                    <a:lnTo>
                      <a:pt x="0" y="187"/>
                    </a:lnTo>
                    <a:lnTo>
                      <a:pt x="0" y="187"/>
                    </a:lnTo>
                    <a:cubicBezTo>
                      <a:pt x="30" y="187"/>
                      <a:pt x="30" y="187"/>
                      <a:pt x="30" y="187"/>
                    </a:cubicBezTo>
                    <a:cubicBezTo>
                      <a:pt x="30" y="187"/>
                      <a:pt x="30" y="187"/>
                      <a:pt x="62" y="218"/>
                    </a:cubicBezTo>
                    <a:lnTo>
                      <a:pt x="62" y="218"/>
                    </a:lnTo>
                    <a:lnTo>
                      <a:pt x="62" y="218"/>
                    </a:lnTo>
                    <a:lnTo>
                      <a:pt x="62" y="218"/>
                    </a:lnTo>
                    <a:lnTo>
                      <a:pt x="62" y="218"/>
                    </a:lnTo>
                    <a:cubicBezTo>
                      <a:pt x="93" y="218"/>
                      <a:pt x="93" y="218"/>
                      <a:pt x="93" y="218"/>
                    </a:cubicBezTo>
                    <a:lnTo>
                      <a:pt x="93" y="248"/>
                    </a:lnTo>
                    <a:cubicBezTo>
                      <a:pt x="124" y="248"/>
                      <a:pt x="124" y="248"/>
                      <a:pt x="124" y="248"/>
                    </a:cubicBezTo>
                    <a:cubicBezTo>
                      <a:pt x="124" y="248"/>
                      <a:pt x="124" y="280"/>
                      <a:pt x="154" y="280"/>
                    </a:cubicBezTo>
                    <a:lnTo>
                      <a:pt x="186" y="280"/>
                    </a:lnTo>
                    <a:lnTo>
                      <a:pt x="186" y="311"/>
                    </a:lnTo>
                    <a:cubicBezTo>
                      <a:pt x="217" y="311"/>
                      <a:pt x="217" y="311"/>
                      <a:pt x="217" y="311"/>
                    </a:cubicBezTo>
                    <a:lnTo>
                      <a:pt x="217" y="311"/>
                    </a:lnTo>
                    <a:cubicBezTo>
                      <a:pt x="248" y="311"/>
                      <a:pt x="248" y="311"/>
                      <a:pt x="248" y="311"/>
                    </a:cubicBezTo>
                    <a:lnTo>
                      <a:pt x="248" y="311"/>
                    </a:lnTo>
                    <a:cubicBezTo>
                      <a:pt x="248" y="311"/>
                      <a:pt x="248" y="342"/>
                      <a:pt x="278" y="342"/>
                    </a:cubicBezTo>
                    <a:cubicBezTo>
                      <a:pt x="278" y="342"/>
                      <a:pt x="278" y="342"/>
                      <a:pt x="278" y="372"/>
                    </a:cubicBezTo>
                    <a:cubicBezTo>
                      <a:pt x="278" y="372"/>
                      <a:pt x="278" y="372"/>
                      <a:pt x="248" y="404"/>
                    </a:cubicBezTo>
                    <a:lnTo>
                      <a:pt x="248" y="404"/>
                    </a:lnTo>
                    <a:lnTo>
                      <a:pt x="248" y="404"/>
                    </a:lnTo>
                    <a:cubicBezTo>
                      <a:pt x="248" y="435"/>
                      <a:pt x="248" y="435"/>
                      <a:pt x="217" y="435"/>
                    </a:cubicBezTo>
                    <a:lnTo>
                      <a:pt x="217" y="435"/>
                    </a:lnTo>
                    <a:lnTo>
                      <a:pt x="217" y="435"/>
                    </a:lnTo>
                    <a:lnTo>
                      <a:pt x="217" y="466"/>
                    </a:lnTo>
                    <a:lnTo>
                      <a:pt x="217" y="466"/>
                    </a:lnTo>
                    <a:lnTo>
                      <a:pt x="217" y="466"/>
                    </a:lnTo>
                    <a:lnTo>
                      <a:pt x="217" y="466"/>
                    </a:lnTo>
                    <a:cubicBezTo>
                      <a:pt x="248" y="466"/>
                      <a:pt x="248" y="466"/>
                      <a:pt x="248" y="466"/>
                    </a:cubicBezTo>
                    <a:lnTo>
                      <a:pt x="248" y="466"/>
                    </a:lnTo>
                    <a:lnTo>
                      <a:pt x="248" y="466"/>
                    </a:lnTo>
                    <a:cubicBezTo>
                      <a:pt x="278" y="466"/>
                      <a:pt x="278" y="466"/>
                      <a:pt x="278" y="466"/>
                    </a:cubicBezTo>
                    <a:lnTo>
                      <a:pt x="278" y="466"/>
                    </a:lnTo>
                    <a:cubicBezTo>
                      <a:pt x="310" y="466"/>
                      <a:pt x="310" y="466"/>
                      <a:pt x="310" y="466"/>
                    </a:cubicBezTo>
                    <a:cubicBezTo>
                      <a:pt x="341" y="466"/>
                      <a:pt x="341" y="466"/>
                      <a:pt x="341" y="466"/>
                    </a:cubicBezTo>
                    <a:cubicBezTo>
                      <a:pt x="341" y="435"/>
                      <a:pt x="341" y="435"/>
                      <a:pt x="372" y="435"/>
                    </a:cubicBezTo>
                    <a:lnTo>
                      <a:pt x="372" y="435"/>
                    </a:lnTo>
                    <a:lnTo>
                      <a:pt x="372" y="435"/>
                    </a:lnTo>
                    <a:lnTo>
                      <a:pt x="372" y="435"/>
                    </a:lnTo>
                    <a:lnTo>
                      <a:pt x="372" y="435"/>
                    </a:lnTo>
                    <a:cubicBezTo>
                      <a:pt x="372" y="404"/>
                      <a:pt x="372" y="404"/>
                      <a:pt x="372" y="404"/>
                    </a:cubicBezTo>
                    <a:lnTo>
                      <a:pt x="372" y="404"/>
                    </a:lnTo>
                    <a:lnTo>
                      <a:pt x="372" y="404"/>
                    </a:lnTo>
                    <a:lnTo>
                      <a:pt x="372" y="372"/>
                    </a:lnTo>
                    <a:cubicBezTo>
                      <a:pt x="372" y="372"/>
                      <a:pt x="372" y="342"/>
                      <a:pt x="402" y="342"/>
                    </a:cubicBezTo>
                    <a:lnTo>
                      <a:pt x="402" y="311"/>
                    </a:lnTo>
                    <a:lnTo>
                      <a:pt x="402" y="311"/>
                    </a:lnTo>
                    <a:lnTo>
                      <a:pt x="402" y="311"/>
                    </a:lnTo>
                    <a:lnTo>
                      <a:pt x="402" y="311"/>
                    </a:lnTo>
                    <a:lnTo>
                      <a:pt x="402" y="311"/>
                    </a:lnTo>
                    <a:lnTo>
                      <a:pt x="372" y="311"/>
                    </a:lnTo>
                    <a:cubicBezTo>
                      <a:pt x="372" y="311"/>
                      <a:pt x="372" y="311"/>
                      <a:pt x="341" y="280"/>
                    </a:cubicBezTo>
                    <a:cubicBezTo>
                      <a:pt x="341" y="280"/>
                      <a:pt x="341" y="280"/>
                      <a:pt x="341" y="248"/>
                    </a:cubicBezTo>
                    <a:lnTo>
                      <a:pt x="341" y="248"/>
                    </a:lnTo>
                    <a:lnTo>
                      <a:pt x="341" y="248"/>
                    </a:lnTo>
                    <a:cubicBezTo>
                      <a:pt x="341" y="218"/>
                      <a:pt x="341" y="218"/>
                      <a:pt x="341" y="218"/>
                    </a:cubicBezTo>
                    <a:lnTo>
                      <a:pt x="341" y="187"/>
                    </a:lnTo>
                    <a:lnTo>
                      <a:pt x="310" y="187"/>
                    </a:lnTo>
                    <a:lnTo>
                      <a:pt x="310" y="187"/>
                    </a:lnTo>
                    <a:lnTo>
                      <a:pt x="310" y="187"/>
                    </a:lnTo>
                    <a:lnTo>
                      <a:pt x="310" y="187"/>
                    </a:lnTo>
                    <a:cubicBezTo>
                      <a:pt x="278" y="187"/>
                      <a:pt x="278" y="187"/>
                      <a:pt x="278" y="187"/>
                    </a:cubicBezTo>
                    <a:lnTo>
                      <a:pt x="278" y="187"/>
                    </a:lnTo>
                    <a:lnTo>
                      <a:pt x="278" y="187"/>
                    </a:lnTo>
                    <a:lnTo>
                      <a:pt x="278" y="187"/>
                    </a:lnTo>
                    <a:lnTo>
                      <a:pt x="278" y="187"/>
                    </a:lnTo>
                    <a:cubicBezTo>
                      <a:pt x="278" y="187"/>
                      <a:pt x="278" y="187"/>
                      <a:pt x="248" y="187"/>
                    </a:cubicBezTo>
                    <a:lnTo>
                      <a:pt x="248" y="187"/>
                    </a:lnTo>
                    <a:cubicBezTo>
                      <a:pt x="217" y="187"/>
                      <a:pt x="217" y="187"/>
                      <a:pt x="217" y="156"/>
                    </a:cubicBezTo>
                    <a:lnTo>
                      <a:pt x="217" y="156"/>
                    </a:lnTo>
                    <a:lnTo>
                      <a:pt x="217" y="156"/>
                    </a:lnTo>
                    <a:lnTo>
                      <a:pt x="186" y="156"/>
                    </a:lnTo>
                    <a:cubicBezTo>
                      <a:pt x="186" y="156"/>
                      <a:pt x="186" y="156"/>
                      <a:pt x="186" y="1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03" name="Freeform 152">
                <a:extLst>
                  <a:ext uri="{FF2B5EF4-FFF2-40B4-BE49-F238E27FC236}">
                    <a16:creationId xmlns:a16="http://schemas.microsoft.com/office/drawing/2014/main" id="{98938DDD-2DF9-67C1-3AA1-03F261629089}"/>
                  </a:ext>
                </a:extLst>
              </p:cNvPr>
              <p:cNvSpPr>
                <a:spLocks noChangeArrowheads="1"/>
              </p:cNvSpPr>
              <p:nvPr/>
            </p:nvSpPr>
            <p:spPr bwMode="auto">
              <a:xfrm>
                <a:off x="2062163" y="2627313"/>
                <a:ext cx="100012" cy="123825"/>
              </a:xfrm>
              <a:custGeom>
                <a:avLst/>
                <a:gdLst>
                  <a:gd name="T0" fmla="*/ 62 w 280"/>
                  <a:gd name="T1" fmla="*/ 186 h 342"/>
                  <a:gd name="T2" fmla="*/ 62 w 280"/>
                  <a:gd name="T3" fmla="*/ 186 h 342"/>
                  <a:gd name="T4" fmla="*/ 62 w 280"/>
                  <a:gd name="T5" fmla="*/ 248 h 342"/>
                  <a:gd name="T6" fmla="*/ 62 w 280"/>
                  <a:gd name="T7" fmla="*/ 248 h 342"/>
                  <a:gd name="T8" fmla="*/ 31 w 280"/>
                  <a:gd name="T9" fmla="*/ 279 h 342"/>
                  <a:gd name="T10" fmla="*/ 31 w 280"/>
                  <a:gd name="T11" fmla="*/ 279 h 342"/>
                  <a:gd name="T12" fmla="*/ 31 w 280"/>
                  <a:gd name="T13" fmla="*/ 310 h 342"/>
                  <a:gd name="T14" fmla="*/ 31 w 280"/>
                  <a:gd name="T15" fmla="*/ 310 h 342"/>
                  <a:gd name="T16" fmla="*/ 31 w 280"/>
                  <a:gd name="T17" fmla="*/ 310 h 342"/>
                  <a:gd name="T18" fmla="*/ 31 w 280"/>
                  <a:gd name="T19" fmla="*/ 310 h 342"/>
                  <a:gd name="T20" fmla="*/ 31 w 280"/>
                  <a:gd name="T21" fmla="*/ 310 h 342"/>
                  <a:gd name="T22" fmla="*/ 62 w 280"/>
                  <a:gd name="T23" fmla="*/ 341 h 342"/>
                  <a:gd name="T24" fmla="*/ 62 w 280"/>
                  <a:gd name="T25" fmla="*/ 341 h 342"/>
                  <a:gd name="T26" fmla="*/ 92 w 280"/>
                  <a:gd name="T27" fmla="*/ 341 h 342"/>
                  <a:gd name="T28" fmla="*/ 124 w 280"/>
                  <a:gd name="T29" fmla="*/ 248 h 342"/>
                  <a:gd name="T30" fmla="*/ 186 w 280"/>
                  <a:gd name="T31" fmla="*/ 186 h 342"/>
                  <a:gd name="T32" fmla="*/ 248 w 280"/>
                  <a:gd name="T33" fmla="*/ 155 h 342"/>
                  <a:gd name="T34" fmla="*/ 248 w 280"/>
                  <a:gd name="T35" fmla="*/ 155 h 342"/>
                  <a:gd name="T36" fmla="*/ 248 w 280"/>
                  <a:gd name="T37" fmla="*/ 155 h 342"/>
                  <a:gd name="T38" fmla="*/ 248 w 280"/>
                  <a:gd name="T39" fmla="*/ 155 h 342"/>
                  <a:gd name="T40" fmla="*/ 248 w 280"/>
                  <a:gd name="T41" fmla="*/ 155 h 342"/>
                  <a:gd name="T42" fmla="*/ 248 w 280"/>
                  <a:gd name="T43" fmla="*/ 155 h 342"/>
                  <a:gd name="T44" fmla="*/ 248 w 280"/>
                  <a:gd name="T45" fmla="*/ 124 h 342"/>
                  <a:gd name="T46" fmla="*/ 248 w 280"/>
                  <a:gd name="T47" fmla="*/ 124 h 342"/>
                  <a:gd name="T48" fmla="*/ 279 w 280"/>
                  <a:gd name="T49" fmla="*/ 124 h 342"/>
                  <a:gd name="T50" fmla="*/ 279 w 280"/>
                  <a:gd name="T51" fmla="*/ 93 h 342"/>
                  <a:gd name="T52" fmla="*/ 248 w 280"/>
                  <a:gd name="T53" fmla="*/ 93 h 342"/>
                  <a:gd name="T54" fmla="*/ 248 w 280"/>
                  <a:gd name="T55" fmla="*/ 93 h 342"/>
                  <a:gd name="T56" fmla="*/ 248 w 280"/>
                  <a:gd name="T57" fmla="*/ 93 h 342"/>
                  <a:gd name="T58" fmla="*/ 248 w 280"/>
                  <a:gd name="T59" fmla="*/ 93 h 342"/>
                  <a:gd name="T60" fmla="*/ 248 w 280"/>
                  <a:gd name="T61" fmla="*/ 62 h 342"/>
                  <a:gd name="T62" fmla="*/ 248 w 280"/>
                  <a:gd name="T63" fmla="*/ 62 h 342"/>
                  <a:gd name="T64" fmla="*/ 217 w 280"/>
                  <a:gd name="T65" fmla="*/ 93 h 342"/>
                  <a:gd name="T66" fmla="*/ 186 w 280"/>
                  <a:gd name="T67" fmla="*/ 62 h 342"/>
                  <a:gd name="T68" fmla="*/ 186 w 280"/>
                  <a:gd name="T69" fmla="*/ 62 h 342"/>
                  <a:gd name="T70" fmla="*/ 186 w 280"/>
                  <a:gd name="T71" fmla="*/ 62 h 342"/>
                  <a:gd name="T72" fmla="*/ 155 w 280"/>
                  <a:gd name="T73" fmla="*/ 62 h 342"/>
                  <a:gd name="T74" fmla="*/ 155 w 280"/>
                  <a:gd name="T75" fmla="*/ 62 h 342"/>
                  <a:gd name="T76" fmla="*/ 124 w 280"/>
                  <a:gd name="T77" fmla="*/ 31 h 342"/>
                  <a:gd name="T78" fmla="*/ 92 w 280"/>
                  <a:gd name="T79" fmla="*/ 31 h 342"/>
                  <a:gd name="T80" fmla="*/ 92 w 280"/>
                  <a:gd name="T81" fmla="*/ 0 h 342"/>
                  <a:gd name="T82" fmla="*/ 92 w 280"/>
                  <a:gd name="T83" fmla="*/ 0 h 342"/>
                  <a:gd name="T84" fmla="*/ 62 w 280"/>
                  <a:gd name="T85" fmla="*/ 31 h 342"/>
                  <a:gd name="T86" fmla="*/ 31 w 280"/>
                  <a:gd name="T87" fmla="*/ 31 h 342"/>
                  <a:gd name="T88" fmla="*/ 31 w 280"/>
                  <a:gd name="T89" fmla="*/ 62 h 342"/>
                  <a:gd name="T90" fmla="*/ 31 w 280"/>
                  <a:gd name="T91" fmla="*/ 62 h 342"/>
                  <a:gd name="T92" fmla="*/ 31 w 280"/>
                  <a:gd name="T93" fmla="*/ 93 h 342"/>
                  <a:gd name="T94" fmla="*/ 31 w 280"/>
                  <a:gd name="T95" fmla="*/ 93 h 342"/>
                  <a:gd name="T96" fmla="*/ 0 w 280"/>
                  <a:gd name="T97" fmla="*/ 155 h 342"/>
                  <a:gd name="T98" fmla="*/ 0 w 280"/>
                  <a:gd name="T99" fmla="*/ 186 h 342"/>
                  <a:gd name="T100" fmla="*/ 0 w 280"/>
                  <a:gd name="T101" fmla="*/ 186 h 342"/>
                  <a:gd name="T102" fmla="*/ 31 w 280"/>
                  <a:gd name="T103" fmla="*/ 186 h 342"/>
                  <a:gd name="T104" fmla="*/ 62 w 280"/>
                  <a:gd name="T105" fmla="*/ 186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80" h="342">
                    <a:moveTo>
                      <a:pt x="62" y="186"/>
                    </a:moveTo>
                    <a:lnTo>
                      <a:pt x="62" y="186"/>
                    </a:lnTo>
                    <a:cubicBezTo>
                      <a:pt x="62" y="217"/>
                      <a:pt x="62" y="217"/>
                      <a:pt x="62" y="248"/>
                    </a:cubicBezTo>
                    <a:lnTo>
                      <a:pt x="62" y="248"/>
                    </a:lnTo>
                    <a:cubicBezTo>
                      <a:pt x="31" y="248"/>
                      <a:pt x="31" y="248"/>
                      <a:pt x="31" y="279"/>
                    </a:cubicBezTo>
                    <a:lnTo>
                      <a:pt x="31" y="279"/>
                    </a:lnTo>
                    <a:cubicBezTo>
                      <a:pt x="31" y="310"/>
                      <a:pt x="31" y="310"/>
                      <a:pt x="31" y="310"/>
                    </a:cubicBezTo>
                    <a:lnTo>
                      <a:pt x="31" y="310"/>
                    </a:lnTo>
                    <a:lnTo>
                      <a:pt x="31" y="310"/>
                    </a:lnTo>
                    <a:lnTo>
                      <a:pt x="31" y="310"/>
                    </a:lnTo>
                    <a:lnTo>
                      <a:pt x="31" y="310"/>
                    </a:lnTo>
                    <a:cubicBezTo>
                      <a:pt x="62" y="310"/>
                      <a:pt x="62" y="341"/>
                      <a:pt x="62" y="341"/>
                    </a:cubicBezTo>
                    <a:lnTo>
                      <a:pt x="62" y="341"/>
                    </a:lnTo>
                    <a:cubicBezTo>
                      <a:pt x="62" y="341"/>
                      <a:pt x="62" y="341"/>
                      <a:pt x="92" y="341"/>
                    </a:cubicBezTo>
                    <a:cubicBezTo>
                      <a:pt x="92" y="310"/>
                      <a:pt x="92" y="279"/>
                      <a:pt x="124" y="248"/>
                    </a:cubicBezTo>
                    <a:cubicBezTo>
                      <a:pt x="124" y="217"/>
                      <a:pt x="155" y="217"/>
                      <a:pt x="186" y="186"/>
                    </a:cubicBezTo>
                    <a:cubicBezTo>
                      <a:pt x="217" y="186"/>
                      <a:pt x="217" y="186"/>
                      <a:pt x="248" y="155"/>
                    </a:cubicBezTo>
                    <a:lnTo>
                      <a:pt x="248" y="155"/>
                    </a:lnTo>
                    <a:lnTo>
                      <a:pt x="248" y="155"/>
                    </a:lnTo>
                    <a:lnTo>
                      <a:pt x="248" y="155"/>
                    </a:lnTo>
                    <a:lnTo>
                      <a:pt x="248" y="155"/>
                    </a:lnTo>
                    <a:lnTo>
                      <a:pt x="248" y="155"/>
                    </a:lnTo>
                    <a:lnTo>
                      <a:pt x="248" y="124"/>
                    </a:lnTo>
                    <a:lnTo>
                      <a:pt x="248" y="124"/>
                    </a:lnTo>
                    <a:cubicBezTo>
                      <a:pt x="248" y="124"/>
                      <a:pt x="248" y="124"/>
                      <a:pt x="279" y="124"/>
                    </a:cubicBezTo>
                    <a:cubicBezTo>
                      <a:pt x="279" y="124"/>
                      <a:pt x="279" y="124"/>
                      <a:pt x="279" y="93"/>
                    </a:cubicBezTo>
                    <a:lnTo>
                      <a:pt x="248" y="93"/>
                    </a:lnTo>
                    <a:lnTo>
                      <a:pt x="248" y="93"/>
                    </a:lnTo>
                    <a:lnTo>
                      <a:pt x="248" y="93"/>
                    </a:lnTo>
                    <a:lnTo>
                      <a:pt x="248" y="93"/>
                    </a:lnTo>
                    <a:lnTo>
                      <a:pt x="248" y="62"/>
                    </a:lnTo>
                    <a:lnTo>
                      <a:pt x="248" y="62"/>
                    </a:lnTo>
                    <a:cubicBezTo>
                      <a:pt x="217" y="62"/>
                      <a:pt x="217" y="93"/>
                      <a:pt x="217" y="93"/>
                    </a:cubicBezTo>
                    <a:cubicBezTo>
                      <a:pt x="217" y="93"/>
                      <a:pt x="186" y="93"/>
                      <a:pt x="186" y="62"/>
                    </a:cubicBezTo>
                    <a:lnTo>
                      <a:pt x="186" y="62"/>
                    </a:lnTo>
                    <a:lnTo>
                      <a:pt x="186" y="62"/>
                    </a:lnTo>
                    <a:cubicBezTo>
                      <a:pt x="155" y="62"/>
                      <a:pt x="155" y="62"/>
                      <a:pt x="155" y="62"/>
                    </a:cubicBezTo>
                    <a:lnTo>
                      <a:pt x="155" y="62"/>
                    </a:lnTo>
                    <a:cubicBezTo>
                      <a:pt x="155" y="62"/>
                      <a:pt x="124" y="62"/>
                      <a:pt x="124" y="31"/>
                    </a:cubicBezTo>
                    <a:cubicBezTo>
                      <a:pt x="124" y="31"/>
                      <a:pt x="124" y="31"/>
                      <a:pt x="92" y="31"/>
                    </a:cubicBezTo>
                    <a:lnTo>
                      <a:pt x="92" y="0"/>
                    </a:lnTo>
                    <a:lnTo>
                      <a:pt x="92" y="0"/>
                    </a:lnTo>
                    <a:cubicBezTo>
                      <a:pt x="62" y="0"/>
                      <a:pt x="62" y="0"/>
                      <a:pt x="62" y="31"/>
                    </a:cubicBezTo>
                    <a:lnTo>
                      <a:pt x="31" y="31"/>
                    </a:lnTo>
                    <a:cubicBezTo>
                      <a:pt x="31" y="31"/>
                      <a:pt x="31" y="31"/>
                      <a:pt x="31" y="62"/>
                    </a:cubicBezTo>
                    <a:lnTo>
                      <a:pt x="31" y="62"/>
                    </a:lnTo>
                    <a:cubicBezTo>
                      <a:pt x="31" y="93"/>
                      <a:pt x="31" y="93"/>
                      <a:pt x="31" y="93"/>
                    </a:cubicBezTo>
                    <a:lnTo>
                      <a:pt x="31" y="93"/>
                    </a:lnTo>
                    <a:cubicBezTo>
                      <a:pt x="31" y="124"/>
                      <a:pt x="0" y="124"/>
                      <a:pt x="0" y="155"/>
                    </a:cubicBezTo>
                    <a:cubicBezTo>
                      <a:pt x="0" y="155"/>
                      <a:pt x="0" y="155"/>
                      <a:pt x="0" y="186"/>
                    </a:cubicBezTo>
                    <a:lnTo>
                      <a:pt x="0" y="186"/>
                    </a:lnTo>
                    <a:lnTo>
                      <a:pt x="31" y="186"/>
                    </a:lnTo>
                    <a:cubicBezTo>
                      <a:pt x="31" y="155"/>
                      <a:pt x="31" y="186"/>
                      <a:pt x="62" y="18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04" name="Freeform 153">
                <a:extLst>
                  <a:ext uri="{FF2B5EF4-FFF2-40B4-BE49-F238E27FC236}">
                    <a16:creationId xmlns:a16="http://schemas.microsoft.com/office/drawing/2014/main" id="{111FD7A5-09DF-75F3-D6C3-AF146AFC146C}"/>
                  </a:ext>
                </a:extLst>
              </p:cNvPr>
              <p:cNvSpPr>
                <a:spLocks noChangeArrowheads="1"/>
              </p:cNvSpPr>
              <p:nvPr/>
            </p:nvSpPr>
            <p:spPr bwMode="auto">
              <a:xfrm>
                <a:off x="2106613" y="2393950"/>
                <a:ext cx="201612" cy="312738"/>
              </a:xfrm>
              <a:custGeom>
                <a:avLst/>
                <a:gdLst>
                  <a:gd name="T0" fmla="*/ 62 w 558"/>
                  <a:gd name="T1" fmla="*/ 310 h 869"/>
                  <a:gd name="T2" fmla="*/ 62 w 558"/>
                  <a:gd name="T3" fmla="*/ 403 h 869"/>
                  <a:gd name="T4" fmla="*/ 62 w 558"/>
                  <a:gd name="T5" fmla="*/ 434 h 869"/>
                  <a:gd name="T6" fmla="*/ 62 w 558"/>
                  <a:gd name="T7" fmla="*/ 527 h 869"/>
                  <a:gd name="T8" fmla="*/ 0 w 558"/>
                  <a:gd name="T9" fmla="*/ 589 h 869"/>
                  <a:gd name="T10" fmla="*/ 0 w 558"/>
                  <a:gd name="T11" fmla="*/ 589 h 869"/>
                  <a:gd name="T12" fmla="*/ 0 w 558"/>
                  <a:gd name="T13" fmla="*/ 620 h 869"/>
                  <a:gd name="T14" fmla="*/ 62 w 558"/>
                  <a:gd name="T15" fmla="*/ 651 h 869"/>
                  <a:gd name="T16" fmla="*/ 93 w 558"/>
                  <a:gd name="T17" fmla="*/ 682 h 869"/>
                  <a:gd name="T18" fmla="*/ 124 w 558"/>
                  <a:gd name="T19" fmla="*/ 651 h 869"/>
                  <a:gd name="T20" fmla="*/ 155 w 558"/>
                  <a:gd name="T21" fmla="*/ 682 h 869"/>
                  <a:gd name="T22" fmla="*/ 155 w 558"/>
                  <a:gd name="T23" fmla="*/ 682 h 869"/>
                  <a:gd name="T24" fmla="*/ 217 w 558"/>
                  <a:gd name="T25" fmla="*/ 713 h 869"/>
                  <a:gd name="T26" fmla="*/ 248 w 558"/>
                  <a:gd name="T27" fmla="*/ 775 h 869"/>
                  <a:gd name="T28" fmla="*/ 279 w 558"/>
                  <a:gd name="T29" fmla="*/ 806 h 869"/>
                  <a:gd name="T30" fmla="*/ 309 w 558"/>
                  <a:gd name="T31" fmla="*/ 837 h 869"/>
                  <a:gd name="T32" fmla="*/ 309 w 558"/>
                  <a:gd name="T33" fmla="*/ 837 h 869"/>
                  <a:gd name="T34" fmla="*/ 341 w 558"/>
                  <a:gd name="T35" fmla="*/ 837 h 869"/>
                  <a:gd name="T36" fmla="*/ 433 w 558"/>
                  <a:gd name="T37" fmla="*/ 837 h 869"/>
                  <a:gd name="T38" fmla="*/ 433 w 558"/>
                  <a:gd name="T39" fmla="*/ 744 h 869"/>
                  <a:gd name="T40" fmla="*/ 433 w 558"/>
                  <a:gd name="T41" fmla="*/ 713 h 869"/>
                  <a:gd name="T42" fmla="*/ 433 w 558"/>
                  <a:gd name="T43" fmla="*/ 682 h 869"/>
                  <a:gd name="T44" fmla="*/ 433 w 558"/>
                  <a:gd name="T45" fmla="*/ 651 h 869"/>
                  <a:gd name="T46" fmla="*/ 433 w 558"/>
                  <a:gd name="T47" fmla="*/ 589 h 869"/>
                  <a:gd name="T48" fmla="*/ 465 w 558"/>
                  <a:gd name="T49" fmla="*/ 558 h 869"/>
                  <a:gd name="T50" fmla="*/ 527 w 558"/>
                  <a:gd name="T51" fmla="*/ 589 h 869"/>
                  <a:gd name="T52" fmla="*/ 527 w 558"/>
                  <a:gd name="T53" fmla="*/ 589 h 869"/>
                  <a:gd name="T54" fmla="*/ 557 w 558"/>
                  <a:gd name="T55" fmla="*/ 558 h 869"/>
                  <a:gd name="T56" fmla="*/ 557 w 558"/>
                  <a:gd name="T57" fmla="*/ 527 h 869"/>
                  <a:gd name="T58" fmla="*/ 557 w 558"/>
                  <a:gd name="T59" fmla="*/ 434 h 869"/>
                  <a:gd name="T60" fmla="*/ 557 w 558"/>
                  <a:gd name="T61" fmla="*/ 403 h 869"/>
                  <a:gd name="T62" fmla="*/ 557 w 558"/>
                  <a:gd name="T63" fmla="*/ 372 h 869"/>
                  <a:gd name="T64" fmla="*/ 527 w 558"/>
                  <a:gd name="T65" fmla="*/ 341 h 869"/>
                  <a:gd name="T66" fmla="*/ 496 w 558"/>
                  <a:gd name="T67" fmla="*/ 341 h 869"/>
                  <a:gd name="T68" fmla="*/ 465 w 558"/>
                  <a:gd name="T69" fmla="*/ 310 h 869"/>
                  <a:gd name="T70" fmla="*/ 403 w 558"/>
                  <a:gd name="T71" fmla="*/ 280 h 869"/>
                  <a:gd name="T72" fmla="*/ 341 w 558"/>
                  <a:gd name="T73" fmla="*/ 280 h 869"/>
                  <a:gd name="T74" fmla="*/ 279 w 558"/>
                  <a:gd name="T75" fmla="*/ 217 h 869"/>
                  <a:gd name="T76" fmla="*/ 309 w 558"/>
                  <a:gd name="T77" fmla="*/ 186 h 869"/>
                  <a:gd name="T78" fmla="*/ 279 w 558"/>
                  <a:gd name="T79" fmla="*/ 156 h 869"/>
                  <a:gd name="T80" fmla="*/ 248 w 558"/>
                  <a:gd name="T81" fmla="*/ 124 h 869"/>
                  <a:gd name="T82" fmla="*/ 248 w 558"/>
                  <a:gd name="T83" fmla="*/ 124 h 869"/>
                  <a:gd name="T84" fmla="*/ 279 w 558"/>
                  <a:gd name="T85" fmla="*/ 93 h 869"/>
                  <a:gd name="T86" fmla="*/ 279 w 558"/>
                  <a:gd name="T87" fmla="*/ 0 h 869"/>
                  <a:gd name="T88" fmla="*/ 248 w 558"/>
                  <a:gd name="T89" fmla="*/ 0 h 869"/>
                  <a:gd name="T90" fmla="*/ 185 w 558"/>
                  <a:gd name="T91" fmla="*/ 32 h 869"/>
                  <a:gd name="T92" fmla="*/ 155 w 558"/>
                  <a:gd name="T93" fmla="*/ 93 h 869"/>
                  <a:gd name="T94" fmla="*/ 93 w 558"/>
                  <a:gd name="T95" fmla="*/ 186 h 869"/>
                  <a:gd name="T96" fmla="*/ 93 w 558"/>
                  <a:gd name="T97" fmla="*/ 186 h 869"/>
                  <a:gd name="T98" fmla="*/ 62 w 558"/>
                  <a:gd name="T99" fmla="*/ 248 h 8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58" h="869">
                    <a:moveTo>
                      <a:pt x="31" y="248"/>
                    </a:moveTo>
                    <a:lnTo>
                      <a:pt x="31" y="248"/>
                    </a:lnTo>
                    <a:lnTo>
                      <a:pt x="62" y="310"/>
                    </a:lnTo>
                    <a:cubicBezTo>
                      <a:pt x="93" y="341"/>
                      <a:pt x="62" y="372"/>
                      <a:pt x="62" y="372"/>
                    </a:cubicBezTo>
                    <a:lnTo>
                      <a:pt x="62" y="372"/>
                    </a:lnTo>
                    <a:lnTo>
                      <a:pt x="62" y="403"/>
                    </a:lnTo>
                    <a:lnTo>
                      <a:pt x="62" y="403"/>
                    </a:lnTo>
                    <a:lnTo>
                      <a:pt x="62" y="434"/>
                    </a:lnTo>
                    <a:lnTo>
                      <a:pt x="62" y="434"/>
                    </a:lnTo>
                    <a:cubicBezTo>
                      <a:pt x="93" y="465"/>
                      <a:pt x="62" y="496"/>
                      <a:pt x="62" y="496"/>
                    </a:cubicBezTo>
                    <a:lnTo>
                      <a:pt x="62" y="496"/>
                    </a:lnTo>
                    <a:cubicBezTo>
                      <a:pt x="62" y="527"/>
                      <a:pt x="62" y="527"/>
                      <a:pt x="62" y="527"/>
                    </a:cubicBezTo>
                    <a:cubicBezTo>
                      <a:pt x="62" y="558"/>
                      <a:pt x="31" y="558"/>
                      <a:pt x="31" y="558"/>
                    </a:cubicBezTo>
                    <a:cubicBezTo>
                      <a:pt x="31" y="558"/>
                      <a:pt x="31" y="589"/>
                      <a:pt x="0" y="589"/>
                    </a:cubicBezTo>
                    <a:lnTo>
                      <a:pt x="0" y="589"/>
                    </a:lnTo>
                    <a:lnTo>
                      <a:pt x="0" y="589"/>
                    </a:lnTo>
                    <a:lnTo>
                      <a:pt x="0" y="589"/>
                    </a:lnTo>
                    <a:lnTo>
                      <a:pt x="0" y="589"/>
                    </a:lnTo>
                    <a:lnTo>
                      <a:pt x="0" y="620"/>
                    </a:lnTo>
                    <a:lnTo>
                      <a:pt x="0" y="620"/>
                    </a:lnTo>
                    <a:lnTo>
                      <a:pt x="0" y="620"/>
                    </a:lnTo>
                    <a:cubicBezTo>
                      <a:pt x="31" y="620"/>
                      <a:pt x="31" y="651"/>
                      <a:pt x="31" y="651"/>
                    </a:cubicBezTo>
                    <a:cubicBezTo>
                      <a:pt x="31" y="651"/>
                      <a:pt x="31" y="651"/>
                      <a:pt x="62" y="651"/>
                    </a:cubicBezTo>
                    <a:lnTo>
                      <a:pt x="62" y="651"/>
                    </a:lnTo>
                    <a:cubicBezTo>
                      <a:pt x="62" y="651"/>
                      <a:pt x="62" y="651"/>
                      <a:pt x="62" y="682"/>
                    </a:cubicBezTo>
                    <a:lnTo>
                      <a:pt x="62" y="682"/>
                    </a:lnTo>
                    <a:lnTo>
                      <a:pt x="93" y="682"/>
                    </a:lnTo>
                    <a:cubicBezTo>
                      <a:pt x="93" y="651"/>
                      <a:pt x="93" y="651"/>
                      <a:pt x="93" y="651"/>
                    </a:cubicBezTo>
                    <a:cubicBezTo>
                      <a:pt x="124" y="651"/>
                      <a:pt x="124" y="651"/>
                      <a:pt x="124" y="651"/>
                    </a:cubicBezTo>
                    <a:lnTo>
                      <a:pt x="124" y="651"/>
                    </a:lnTo>
                    <a:lnTo>
                      <a:pt x="155" y="682"/>
                    </a:lnTo>
                    <a:lnTo>
                      <a:pt x="155" y="682"/>
                    </a:lnTo>
                    <a:lnTo>
                      <a:pt x="155" y="682"/>
                    </a:lnTo>
                    <a:lnTo>
                      <a:pt x="155" y="682"/>
                    </a:lnTo>
                    <a:lnTo>
                      <a:pt x="155" y="682"/>
                    </a:lnTo>
                    <a:lnTo>
                      <a:pt x="155" y="682"/>
                    </a:lnTo>
                    <a:cubicBezTo>
                      <a:pt x="185" y="682"/>
                      <a:pt x="185" y="682"/>
                      <a:pt x="185" y="682"/>
                    </a:cubicBezTo>
                    <a:lnTo>
                      <a:pt x="185" y="682"/>
                    </a:lnTo>
                    <a:cubicBezTo>
                      <a:pt x="185" y="713"/>
                      <a:pt x="185" y="713"/>
                      <a:pt x="217" y="713"/>
                    </a:cubicBezTo>
                    <a:cubicBezTo>
                      <a:pt x="217" y="713"/>
                      <a:pt x="217" y="713"/>
                      <a:pt x="217" y="744"/>
                    </a:cubicBezTo>
                    <a:lnTo>
                      <a:pt x="217" y="744"/>
                    </a:lnTo>
                    <a:cubicBezTo>
                      <a:pt x="248" y="744"/>
                      <a:pt x="248" y="775"/>
                      <a:pt x="248" y="775"/>
                    </a:cubicBezTo>
                    <a:cubicBezTo>
                      <a:pt x="279" y="775"/>
                      <a:pt x="279" y="775"/>
                      <a:pt x="279" y="775"/>
                    </a:cubicBezTo>
                    <a:lnTo>
                      <a:pt x="279" y="775"/>
                    </a:lnTo>
                    <a:cubicBezTo>
                      <a:pt x="279" y="806"/>
                      <a:pt x="279" y="806"/>
                      <a:pt x="279" y="806"/>
                    </a:cubicBezTo>
                    <a:cubicBezTo>
                      <a:pt x="309" y="806"/>
                      <a:pt x="309" y="837"/>
                      <a:pt x="309" y="837"/>
                    </a:cubicBezTo>
                    <a:lnTo>
                      <a:pt x="309" y="837"/>
                    </a:lnTo>
                    <a:lnTo>
                      <a:pt x="309" y="837"/>
                    </a:lnTo>
                    <a:lnTo>
                      <a:pt x="309" y="837"/>
                    </a:lnTo>
                    <a:lnTo>
                      <a:pt x="309" y="837"/>
                    </a:lnTo>
                    <a:lnTo>
                      <a:pt x="309" y="837"/>
                    </a:lnTo>
                    <a:lnTo>
                      <a:pt x="309" y="837"/>
                    </a:lnTo>
                    <a:cubicBezTo>
                      <a:pt x="341" y="837"/>
                      <a:pt x="341" y="837"/>
                      <a:pt x="341" y="837"/>
                    </a:cubicBezTo>
                    <a:lnTo>
                      <a:pt x="341" y="837"/>
                    </a:lnTo>
                    <a:cubicBezTo>
                      <a:pt x="372" y="837"/>
                      <a:pt x="372" y="837"/>
                      <a:pt x="372" y="837"/>
                    </a:cubicBezTo>
                    <a:lnTo>
                      <a:pt x="403" y="837"/>
                    </a:lnTo>
                    <a:cubicBezTo>
                      <a:pt x="433" y="837"/>
                      <a:pt x="433" y="837"/>
                      <a:pt x="433" y="837"/>
                    </a:cubicBezTo>
                    <a:cubicBezTo>
                      <a:pt x="433" y="837"/>
                      <a:pt x="433" y="868"/>
                      <a:pt x="465" y="868"/>
                    </a:cubicBezTo>
                    <a:cubicBezTo>
                      <a:pt x="465" y="837"/>
                      <a:pt x="465" y="806"/>
                      <a:pt x="465" y="775"/>
                    </a:cubicBezTo>
                    <a:cubicBezTo>
                      <a:pt x="465" y="775"/>
                      <a:pt x="433" y="775"/>
                      <a:pt x="433" y="744"/>
                    </a:cubicBezTo>
                    <a:cubicBezTo>
                      <a:pt x="433" y="744"/>
                      <a:pt x="433" y="744"/>
                      <a:pt x="433" y="713"/>
                    </a:cubicBezTo>
                    <a:lnTo>
                      <a:pt x="433" y="713"/>
                    </a:lnTo>
                    <a:lnTo>
                      <a:pt x="433" y="713"/>
                    </a:lnTo>
                    <a:lnTo>
                      <a:pt x="433" y="713"/>
                    </a:lnTo>
                    <a:cubicBezTo>
                      <a:pt x="433" y="682"/>
                      <a:pt x="433" y="682"/>
                      <a:pt x="433" y="682"/>
                    </a:cubicBezTo>
                    <a:lnTo>
                      <a:pt x="433" y="682"/>
                    </a:lnTo>
                    <a:lnTo>
                      <a:pt x="433" y="682"/>
                    </a:lnTo>
                    <a:lnTo>
                      <a:pt x="433" y="651"/>
                    </a:lnTo>
                    <a:lnTo>
                      <a:pt x="433" y="651"/>
                    </a:lnTo>
                    <a:lnTo>
                      <a:pt x="433" y="651"/>
                    </a:lnTo>
                    <a:cubicBezTo>
                      <a:pt x="433" y="620"/>
                      <a:pt x="433" y="620"/>
                      <a:pt x="433" y="620"/>
                    </a:cubicBezTo>
                    <a:cubicBezTo>
                      <a:pt x="433" y="620"/>
                      <a:pt x="433" y="620"/>
                      <a:pt x="433" y="589"/>
                    </a:cubicBezTo>
                    <a:lnTo>
                      <a:pt x="433" y="589"/>
                    </a:lnTo>
                    <a:lnTo>
                      <a:pt x="465" y="558"/>
                    </a:lnTo>
                    <a:lnTo>
                      <a:pt x="465" y="558"/>
                    </a:lnTo>
                    <a:cubicBezTo>
                      <a:pt x="465" y="558"/>
                      <a:pt x="465" y="558"/>
                      <a:pt x="496" y="589"/>
                    </a:cubicBezTo>
                    <a:lnTo>
                      <a:pt x="496" y="589"/>
                    </a:lnTo>
                    <a:lnTo>
                      <a:pt x="527" y="589"/>
                    </a:lnTo>
                    <a:lnTo>
                      <a:pt x="527" y="589"/>
                    </a:lnTo>
                    <a:lnTo>
                      <a:pt x="527" y="589"/>
                    </a:lnTo>
                    <a:lnTo>
                      <a:pt x="527" y="589"/>
                    </a:lnTo>
                    <a:cubicBezTo>
                      <a:pt x="527" y="558"/>
                      <a:pt x="557" y="558"/>
                      <a:pt x="557" y="558"/>
                    </a:cubicBezTo>
                    <a:lnTo>
                      <a:pt x="557" y="558"/>
                    </a:lnTo>
                    <a:lnTo>
                      <a:pt x="557" y="558"/>
                    </a:lnTo>
                    <a:lnTo>
                      <a:pt x="557" y="558"/>
                    </a:lnTo>
                    <a:lnTo>
                      <a:pt x="557" y="527"/>
                    </a:lnTo>
                    <a:lnTo>
                      <a:pt x="557" y="527"/>
                    </a:lnTo>
                    <a:lnTo>
                      <a:pt x="557" y="496"/>
                    </a:lnTo>
                    <a:lnTo>
                      <a:pt x="557" y="496"/>
                    </a:lnTo>
                    <a:cubicBezTo>
                      <a:pt x="557" y="465"/>
                      <a:pt x="557" y="434"/>
                      <a:pt x="557" y="434"/>
                    </a:cubicBezTo>
                    <a:lnTo>
                      <a:pt x="557" y="403"/>
                    </a:lnTo>
                    <a:lnTo>
                      <a:pt x="557" y="403"/>
                    </a:lnTo>
                    <a:lnTo>
                      <a:pt x="557" y="403"/>
                    </a:lnTo>
                    <a:lnTo>
                      <a:pt x="557" y="372"/>
                    </a:lnTo>
                    <a:lnTo>
                      <a:pt x="557" y="372"/>
                    </a:lnTo>
                    <a:lnTo>
                      <a:pt x="557" y="372"/>
                    </a:lnTo>
                    <a:cubicBezTo>
                      <a:pt x="557" y="341"/>
                      <a:pt x="557" y="341"/>
                      <a:pt x="557" y="341"/>
                    </a:cubicBezTo>
                    <a:cubicBezTo>
                      <a:pt x="557" y="341"/>
                      <a:pt x="557" y="341"/>
                      <a:pt x="527" y="341"/>
                    </a:cubicBezTo>
                    <a:lnTo>
                      <a:pt x="527" y="341"/>
                    </a:lnTo>
                    <a:lnTo>
                      <a:pt x="527" y="341"/>
                    </a:lnTo>
                    <a:lnTo>
                      <a:pt x="527" y="341"/>
                    </a:lnTo>
                    <a:cubicBezTo>
                      <a:pt x="496" y="341"/>
                      <a:pt x="496" y="341"/>
                      <a:pt x="496" y="341"/>
                    </a:cubicBezTo>
                    <a:lnTo>
                      <a:pt x="496" y="341"/>
                    </a:lnTo>
                    <a:cubicBezTo>
                      <a:pt x="465" y="341"/>
                      <a:pt x="465" y="341"/>
                      <a:pt x="465" y="341"/>
                    </a:cubicBezTo>
                    <a:cubicBezTo>
                      <a:pt x="465" y="341"/>
                      <a:pt x="465" y="341"/>
                      <a:pt x="465" y="310"/>
                    </a:cubicBezTo>
                    <a:cubicBezTo>
                      <a:pt x="465" y="310"/>
                      <a:pt x="465" y="310"/>
                      <a:pt x="433" y="310"/>
                    </a:cubicBezTo>
                    <a:lnTo>
                      <a:pt x="433" y="280"/>
                    </a:lnTo>
                    <a:lnTo>
                      <a:pt x="403" y="280"/>
                    </a:lnTo>
                    <a:lnTo>
                      <a:pt x="403" y="280"/>
                    </a:lnTo>
                    <a:lnTo>
                      <a:pt x="372" y="310"/>
                    </a:lnTo>
                    <a:cubicBezTo>
                      <a:pt x="341" y="310"/>
                      <a:pt x="341" y="280"/>
                      <a:pt x="341" y="280"/>
                    </a:cubicBezTo>
                    <a:cubicBezTo>
                      <a:pt x="309" y="280"/>
                      <a:pt x="309" y="280"/>
                      <a:pt x="309" y="248"/>
                    </a:cubicBezTo>
                    <a:cubicBezTo>
                      <a:pt x="309" y="248"/>
                      <a:pt x="279" y="248"/>
                      <a:pt x="279" y="217"/>
                    </a:cubicBezTo>
                    <a:lnTo>
                      <a:pt x="279" y="217"/>
                    </a:lnTo>
                    <a:lnTo>
                      <a:pt x="279" y="217"/>
                    </a:lnTo>
                    <a:cubicBezTo>
                      <a:pt x="279" y="217"/>
                      <a:pt x="279" y="217"/>
                      <a:pt x="309" y="217"/>
                    </a:cubicBezTo>
                    <a:cubicBezTo>
                      <a:pt x="309" y="186"/>
                      <a:pt x="309" y="186"/>
                      <a:pt x="309" y="186"/>
                    </a:cubicBezTo>
                    <a:cubicBezTo>
                      <a:pt x="279" y="186"/>
                      <a:pt x="279" y="186"/>
                      <a:pt x="279" y="156"/>
                    </a:cubicBezTo>
                    <a:lnTo>
                      <a:pt x="279" y="156"/>
                    </a:lnTo>
                    <a:lnTo>
                      <a:pt x="279" y="156"/>
                    </a:lnTo>
                    <a:lnTo>
                      <a:pt x="279" y="156"/>
                    </a:lnTo>
                    <a:cubicBezTo>
                      <a:pt x="248" y="156"/>
                      <a:pt x="248" y="124"/>
                      <a:pt x="248" y="124"/>
                    </a:cubicBezTo>
                    <a:lnTo>
                      <a:pt x="248" y="124"/>
                    </a:lnTo>
                    <a:lnTo>
                      <a:pt x="248" y="124"/>
                    </a:lnTo>
                    <a:lnTo>
                      <a:pt x="248" y="124"/>
                    </a:lnTo>
                    <a:lnTo>
                      <a:pt x="248" y="124"/>
                    </a:lnTo>
                    <a:lnTo>
                      <a:pt x="248" y="93"/>
                    </a:lnTo>
                    <a:lnTo>
                      <a:pt x="248" y="93"/>
                    </a:lnTo>
                    <a:cubicBezTo>
                      <a:pt x="248" y="93"/>
                      <a:pt x="248" y="93"/>
                      <a:pt x="279" y="93"/>
                    </a:cubicBezTo>
                    <a:lnTo>
                      <a:pt x="279" y="62"/>
                    </a:lnTo>
                    <a:cubicBezTo>
                      <a:pt x="279" y="62"/>
                      <a:pt x="279" y="32"/>
                      <a:pt x="279" y="0"/>
                    </a:cubicBezTo>
                    <a:lnTo>
                      <a:pt x="279" y="0"/>
                    </a:lnTo>
                    <a:lnTo>
                      <a:pt x="279" y="0"/>
                    </a:lnTo>
                    <a:lnTo>
                      <a:pt x="248" y="0"/>
                    </a:lnTo>
                    <a:lnTo>
                      <a:pt x="248" y="0"/>
                    </a:lnTo>
                    <a:cubicBezTo>
                      <a:pt x="217" y="124"/>
                      <a:pt x="217" y="124"/>
                      <a:pt x="217" y="124"/>
                    </a:cubicBezTo>
                    <a:cubicBezTo>
                      <a:pt x="185" y="32"/>
                      <a:pt x="185" y="32"/>
                      <a:pt x="185" y="32"/>
                    </a:cubicBezTo>
                    <a:lnTo>
                      <a:pt x="185" y="32"/>
                    </a:lnTo>
                    <a:lnTo>
                      <a:pt x="185" y="62"/>
                    </a:lnTo>
                    <a:lnTo>
                      <a:pt x="155" y="93"/>
                    </a:lnTo>
                    <a:lnTo>
                      <a:pt x="155" y="93"/>
                    </a:lnTo>
                    <a:cubicBezTo>
                      <a:pt x="155" y="124"/>
                      <a:pt x="155" y="124"/>
                      <a:pt x="155" y="156"/>
                    </a:cubicBezTo>
                    <a:lnTo>
                      <a:pt x="124" y="156"/>
                    </a:lnTo>
                    <a:cubicBezTo>
                      <a:pt x="93" y="156"/>
                      <a:pt x="93" y="156"/>
                      <a:pt x="93" y="186"/>
                    </a:cubicBezTo>
                    <a:lnTo>
                      <a:pt x="93" y="186"/>
                    </a:lnTo>
                    <a:lnTo>
                      <a:pt x="93" y="186"/>
                    </a:lnTo>
                    <a:lnTo>
                      <a:pt x="93" y="186"/>
                    </a:lnTo>
                    <a:cubicBezTo>
                      <a:pt x="93" y="217"/>
                      <a:pt x="93" y="217"/>
                      <a:pt x="93" y="217"/>
                    </a:cubicBezTo>
                    <a:lnTo>
                      <a:pt x="93" y="217"/>
                    </a:lnTo>
                    <a:cubicBezTo>
                      <a:pt x="93" y="248"/>
                      <a:pt x="62" y="248"/>
                      <a:pt x="62" y="248"/>
                    </a:cubicBezTo>
                    <a:cubicBezTo>
                      <a:pt x="62" y="248"/>
                      <a:pt x="62" y="248"/>
                      <a:pt x="31" y="24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05" name="Freeform 154">
                <a:extLst>
                  <a:ext uri="{FF2B5EF4-FFF2-40B4-BE49-F238E27FC236}">
                    <a16:creationId xmlns:a16="http://schemas.microsoft.com/office/drawing/2014/main" id="{5A30775F-3762-C76D-67E9-E7BF2C9E4D30}"/>
                  </a:ext>
                </a:extLst>
              </p:cNvPr>
              <p:cNvSpPr>
                <a:spLocks noChangeArrowheads="1"/>
              </p:cNvSpPr>
              <p:nvPr/>
            </p:nvSpPr>
            <p:spPr bwMode="auto">
              <a:xfrm>
                <a:off x="2228850" y="2393950"/>
                <a:ext cx="223838" cy="223838"/>
              </a:xfrm>
              <a:custGeom>
                <a:avLst/>
                <a:gdLst>
                  <a:gd name="T0" fmla="*/ 62 w 621"/>
                  <a:gd name="T1" fmla="*/ 124 h 621"/>
                  <a:gd name="T2" fmla="*/ 0 w 621"/>
                  <a:gd name="T3" fmla="*/ 124 h 621"/>
                  <a:gd name="T4" fmla="*/ 0 w 621"/>
                  <a:gd name="T5" fmla="*/ 186 h 621"/>
                  <a:gd name="T6" fmla="*/ 0 w 621"/>
                  <a:gd name="T7" fmla="*/ 217 h 621"/>
                  <a:gd name="T8" fmla="*/ 31 w 621"/>
                  <a:gd name="T9" fmla="*/ 248 h 621"/>
                  <a:gd name="T10" fmla="*/ 92 w 621"/>
                  <a:gd name="T11" fmla="*/ 248 h 621"/>
                  <a:gd name="T12" fmla="*/ 155 w 621"/>
                  <a:gd name="T13" fmla="*/ 280 h 621"/>
                  <a:gd name="T14" fmla="*/ 186 w 621"/>
                  <a:gd name="T15" fmla="*/ 280 h 621"/>
                  <a:gd name="T16" fmla="*/ 248 w 621"/>
                  <a:gd name="T17" fmla="*/ 280 h 621"/>
                  <a:gd name="T18" fmla="*/ 279 w 621"/>
                  <a:gd name="T19" fmla="*/ 310 h 621"/>
                  <a:gd name="T20" fmla="*/ 279 w 621"/>
                  <a:gd name="T21" fmla="*/ 341 h 621"/>
                  <a:gd name="T22" fmla="*/ 248 w 621"/>
                  <a:gd name="T23" fmla="*/ 403 h 621"/>
                  <a:gd name="T24" fmla="*/ 279 w 621"/>
                  <a:gd name="T25" fmla="*/ 465 h 621"/>
                  <a:gd name="T26" fmla="*/ 279 w 621"/>
                  <a:gd name="T27" fmla="*/ 527 h 621"/>
                  <a:gd name="T28" fmla="*/ 279 w 621"/>
                  <a:gd name="T29" fmla="*/ 527 h 621"/>
                  <a:gd name="T30" fmla="*/ 279 w 621"/>
                  <a:gd name="T31" fmla="*/ 589 h 621"/>
                  <a:gd name="T32" fmla="*/ 310 w 621"/>
                  <a:gd name="T33" fmla="*/ 620 h 621"/>
                  <a:gd name="T34" fmla="*/ 310 w 621"/>
                  <a:gd name="T35" fmla="*/ 620 h 621"/>
                  <a:gd name="T36" fmla="*/ 372 w 621"/>
                  <a:gd name="T37" fmla="*/ 620 h 621"/>
                  <a:gd name="T38" fmla="*/ 372 w 621"/>
                  <a:gd name="T39" fmla="*/ 620 h 621"/>
                  <a:gd name="T40" fmla="*/ 434 w 621"/>
                  <a:gd name="T41" fmla="*/ 558 h 621"/>
                  <a:gd name="T42" fmla="*/ 403 w 621"/>
                  <a:gd name="T43" fmla="*/ 496 h 621"/>
                  <a:gd name="T44" fmla="*/ 403 w 621"/>
                  <a:gd name="T45" fmla="*/ 465 h 621"/>
                  <a:gd name="T46" fmla="*/ 403 w 621"/>
                  <a:gd name="T47" fmla="*/ 434 h 621"/>
                  <a:gd name="T48" fmla="*/ 434 w 621"/>
                  <a:gd name="T49" fmla="*/ 403 h 621"/>
                  <a:gd name="T50" fmla="*/ 464 w 621"/>
                  <a:gd name="T51" fmla="*/ 403 h 621"/>
                  <a:gd name="T52" fmla="*/ 464 w 621"/>
                  <a:gd name="T53" fmla="*/ 434 h 621"/>
                  <a:gd name="T54" fmla="*/ 527 w 621"/>
                  <a:gd name="T55" fmla="*/ 434 h 621"/>
                  <a:gd name="T56" fmla="*/ 527 w 621"/>
                  <a:gd name="T57" fmla="*/ 434 h 621"/>
                  <a:gd name="T58" fmla="*/ 558 w 621"/>
                  <a:gd name="T59" fmla="*/ 434 h 621"/>
                  <a:gd name="T60" fmla="*/ 588 w 621"/>
                  <a:gd name="T61" fmla="*/ 403 h 621"/>
                  <a:gd name="T62" fmla="*/ 588 w 621"/>
                  <a:gd name="T63" fmla="*/ 403 h 621"/>
                  <a:gd name="T64" fmla="*/ 588 w 621"/>
                  <a:gd name="T65" fmla="*/ 403 h 621"/>
                  <a:gd name="T66" fmla="*/ 588 w 621"/>
                  <a:gd name="T67" fmla="*/ 372 h 621"/>
                  <a:gd name="T68" fmla="*/ 558 w 621"/>
                  <a:gd name="T69" fmla="*/ 310 h 621"/>
                  <a:gd name="T70" fmla="*/ 588 w 621"/>
                  <a:gd name="T71" fmla="*/ 280 h 621"/>
                  <a:gd name="T72" fmla="*/ 620 w 621"/>
                  <a:gd name="T73" fmla="*/ 217 h 621"/>
                  <a:gd name="T74" fmla="*/ 588 w 621"/>
                  <a:gd name="T75" fmla="*/ 156 h 621"/>
                  <a:gd name="T76" fmla="*/ 588 w 621"/>
                  <a:gd name="T77" fmla="*/ 124 h 621"/>
                  <a:gd name="T78" fmla="*/ 496 w 621"/>
                  <a:gd name="T79" fmla="*/ 62 h 621"/>
                  <a:gd name="T80" fmla="*/ 464 w 621"/>
                  <a:gd name="T81" fmla="*/ 62 h 621"/>
                  <a:gd name="T82" fmla="*/ 403 w 621"/>
                  <a:gd name="T83" fmla="*/ 93 h 621"/>
                  <a:gd name="T84" fmla="*/ 310 w 621"/>
                  <a:gd name="T85" fmla="*/ 62 h 621"/>
                  <a:gd name="T86" fmla="*/ 248 w 621"/>
                  <a:gd name="T87" fmla="*/ 62 h 621"/>
                  <a:gd name="T88" fmla="*/ 186 w 621"/>
                  <a:gd name="T89" fmla="*/ 0 h 621"/>
                  <a:gd name="T90" fmla="*/ 92 w 621"/>
                  <a:gd name="T91" fmla="*/ 0 h 621"/>
                  <a:gd name="T92" fmla="*/ 62 w 621"/>
                  <a:gd name="T93" fmla="*/ 32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21" h="621">
                    <a:moveTo>
                      <a:pt x="62" y="62"/>
                    </a:moveTo>
                    <a:lnTo>
                      <a:pt x="62" y="62"/>
                    </a:lnTo>
                    <a:cubicBezTo>
                      <a:pt x="62" y="93"/>
                      <a:pt x="62" y="124"/>
                      <a:pt x="62" y="124"/>
                    </a:cubicBezTo>
                    <a:lnTo>
                      <a:pt x="31" y="156"/>
                    </a:lnTo>
                    <a:lnTo>
                      <a:pt x="0" y="156"/>
                    </a:lnTo>
                    <a:cubicBezTo>
                      <a:pt x="0" y="156"/>
                      <a:pt x="0" y="156"/>
                      <a:pt x="0" y="124"/>
                    </a:cubicBezTo>
                    <a:cubicBezTo>
                      <a:pt x="0" y="156"/>
                      <a:pt x="0" y="156"/>
                      <a:pt x="0" y="156"/>
                    </a:cubicBezTo>
                    <a:lnTo>
                      <a:pt x="0" y="156"/>
                    </a:lnTo>
                    <a:cubicBezTo>
                      <a:pt x="0" y="186"/>
                      <a:pt x="0" y="186"/>
                      <a:pt x="0" y="186"/>
                    </a:cubicBezTo>
                    <a:lnTo>
                      <a:pt x="0" y="217"/>
                    </a:lnTo>
                    <a:lnTo>
                      <a:pt x="0" y="217"/>
                    </a:lnTo>
                    <a:lnTo>
                      <a:pt x="0" y="217"/>
                    </a:lnTo>
                    <a:cubicBezTo>
                      <a:pt x="0" y="217"/>
                      <a:pt x="0" y="248"/>
                      <a:pt x="31" y="248"/>
                    </a:cubicBezTo>
                    <a:lnTo>
                      <a:pt x="31" y="248"/>
                    </a:lnTo>
                    <a:lnTo>
                      <a:pt x="31" y="248"/>
                    </a:lnTo>
                    <a:cubicBezTo>
                      <a:pt x="62" y="217"/>
                      <a:pt x="62" y="217"/>
                      <a:pt x="62" y="217"/>
                    </a:cubicBezTo>
                    <a:cubicBezTo>
                      <a:pt x="62" y="217"/>
                      <a:pt x="92" y="217"/>
                      <a:pt x="92" y="248"/>
                    </a:cubicBezTo>
                    <a:lnTo>
                      <a:pt x="92" y="248"/>
                    </a:lnTo>
                    <a:cubicBezTo>
                      <a:pt x="124" y="248"/>
                      <a:pt x="155" y="280"/>
                      <a:pt x="155" y="280"/>
                    </a:cubicBezTo>
                    <a:lnTo>
                      <a:pt x="155" y="280"/>
                    </a:lnTo>
                    <a:lnTo>
                      <a:pt x="155" y="280"/>
                    </a:lnTo>
                    <a:lnTo>
                      <a:pt x="155" y="280"/>
                    </a:lnTo>
                    <a:lnTo>
                      <a:pt x="186" y="280"/>
                    </a:lnTo>
                    <a:lnTo>
                      <a:pt x="186" y="280"/>
                    </a:lnTo>
                    <a:lnTo>
                      <a:pt x="186" y="280"/>
                    </a:lnTo>
                    <a:cubicBezTo>
                      <a:pt x="216" y="280"/>
                      <a:pt x="216" y="280"/>
                      <a:pt x="216" y="280"/>
                    </a:cubicBezTo>
                    <a:cubicBezTo>
                      <a:pt x="216" y="280"/>
                      <a:pt x="216" y="280"/>
                      <a:pt x="248" y="280"/>
                    </a:cubicBezTo>
                    <a:lnTo>
                      <a:pt x="248" y="280"/>
                    </a:lnTo>
                    <a:lnTo>
                      <a:pt x="248" y="280"/>
                    </a:lnTo>
                    <a:cubicBezTo>
                      <a:pt x="248" y="280"/>
                      <a:pt x="279" y="280"/>
                      <a:pt x="279" y="310"/>
                    </a:cubicBezTo>
                    <a:lnTo>
                      <a:pt x="279" y="310"/>
                    </a:lnTo>
                    <a:cubicBezTo>
                      <a:pt x="279" y="341"/>
                      <a:pt x="279" y="341"/>
                      <a:pt x="279" y="341"/>
                    </a:cubicBezTo>
                    <a:lnTo>
                      <a:pt x="279" y="341"/>
                    </a:lnTo>
                    <a:cubicBezTo>
                      <a:pt x="279" y="372"/>
                      <a:pt x="248" y="372"/>
                      <a:pt x="248" y="372"/>
                    </a:cubicBezTo>
                    <a:lnTo>
                      <a:pt x="248" y="372"/>
                    </a:lnTo>
                    <a:lnTo>
                      <a:pt x="248" y="403"/>
                    </a:lnTo>
                    <a:lnTo>
                      <a:pt x="248" y="403"/>
                    </a:lnTo>
                    <a:cubicBezTo>
                      <a:pt x="248" y="403"/>
                      <a:pt x="248" y="403"/>
                      <a:pt x="248" y="434"/>
                    </a:cubicBezTo>
                    <a:cubicBezTo>
                      <a:pt x="248" y="434"/>
                      <a:pt x="279" y="434"/>
                      <a:pt x="279" y="465"/>
                    </a:cubicBezTo>
                    <a:lnTo>
                      <a:pt x="279" y="465"/>
                    </a:lnTo>
                    <a:cubicBezTo>
                      <a:pt x="279" y="496"/>
                      <a:pt x="279" y="496"/>
                      <a:pt x="279" y="496"/>
                    </a:cubicBezTo>
                    <a:lnTo>
                      <a:pt x="279" y="527"/>
                    </a:lnTo>
                    <a:lnTo>
                      <a:pt x="279" y="527"/>
                    </a:lnTo>
                    <a:lnTo>
                      <a:pt x="279" y="527"/>
                    </a:lnTo>
                    <a:lnTo>
                      <a:pt x="279" y="527"/>
                    </a:lnTo>
                    <a:cubicBezTo>
                      <a:pt x="279" y="558"/>
                      <a:pt x="279" y="558"/>
                      <a:pt x="279" y="558"/>
                    </a:cubicBezTo>
                    <a:cubicBezTo>
                      <a:pt x="279" y="558"/>
                      <a:pt x="279" y="558"/>
                      <a:pt x="279" y="589"/>
                    </a:cubicBezTo>
                    <a:lnTo>
                      <a:pt x="279" y="589"/>
                    </a:lnTo>
                    <a:lnTo>
                      <a:pt x="279" y="589"/>
                    </a:lnTo>
                    <a:cubicBezTo>
                      <a:pt x="310" y="589"/>
                      <a:pt x="310" y="589"/>
                      <a:pt x="310" y="620"/>
                    </a:cubicBezTo>
                    <a:lnTo>
                      <a:pt x="310" y="620"/>
                    </a:lnTo>
                    <a:lnTo>
                      <a:pt x="310" y="620"/>
                    </a:lnTo>
                    <a:lnTo>
                      <a:pt x="310" y="620"/>
                    </a:lnTo>
                    <a:lnTo>
                      <a:pt x="310" y="620"/>
                    </a:lnTo>
                    <a:cubicBezTo>
                      <a:pt x="340" y="620"/>
                      <a:pt x="340" y="620"/>
                      <a:pt x="340" y="620"/>
                    </a:cubicBezTo>
                    <a:lnTo>
                      <a:pt x="372" y="620"/>
                    </a:lnTo>
                    <a:lnTo>
                      <a:pt x="372" y="620"/>
                    </a:lnTo>
                    <a:lnTo>
                      <a:pt x="372" y="620"/>
                    </a:lnTo>
                    <a:lnTo>
                      <a:pt x="372" y="620"/>
                    </a:lnTo>
                    <a:lnTo>
                      <a:pt x="372" y="620"/>
                    </a:lnTo>
                    <a:cubicBezTo>
                      <a:pt x="403" y="589"/>
                      <a:pt x="403" y="589"/>
                      <a:pt x="403" y="589"/>
                    </a:cubicBezTo>
                    <a:lnTo>
                      <a:pt x="403" y="589"/>
                    </a:lnTo>
                    <a:cubicBezTo>
                      <a:pt x="434" y="589"/>
                      <a:pt x="434" y="589"/>
                      <a:pt x="434" y="558"/>
                    </a:cubicBezTo>
                    <a:cubicBezTo>
                      <a:pt x="434" y="558"/>
                      <a:pt x="403" y="558"/>
                      <a:pt x="403" y="527"/>
                    </a:cubicBezTo>
                    <a:lnTo>
                      <a:pt x="403" y="527"/>
                    </a:lnTo>
                    <a:cubicBezTo>
                      <a:pt x="403" y="527"/>
                      <a:pt x="403" y="527"/>
                      <a:pt x="403" y="496"/>
                    </a:cubicBezTo>
                    <a:lnTo>
                      <a:pt x="403" y="496"/>
                    </a:lnTo>
                    <a:cubicBezTo>
                      <a:pt x="403" y="496"/>
                      <a:pt x="403" y="496"/>
                      <a:pt x="403" y="465"/>
                    </a:cubicBezTo>
                    <a:lnTo>
                      <a:pt x="403" y="465"/>
                    </a:lnTo>
                    <a:cubicBezTo>
                      <a:pt x="403" y="465"/>
                      <a:pt x="372" y="465"/>
                      <a:pt x="372" y="434"/>
                    </a:cubicBezTo>
                    <a:lnTo>
                      <a:pt x="372" y="434"/>
                    </a:lnTo>
                    <a:lnTo>
                      <a:pt x="403" y="434"/>
                    </a:lnTo>
                    <a:cubicBezTo>
                      <a:pt x="403" y="403"/>
                      <a:pt x="403" y="403"/>
                      <a:pt x="403" y="403"/>
                    </a:cubicBezTo>
                    <a:lnTo>
                      <a:pt x="403" y="403"/>
                    </a:lnTo>
                    <a:lnTo>
                      <a:pt x="434" y="403"/>
                    </a:lnTo>
                    <a:lnTo>
                      <a:pt x="434" y="403"/>
                    </a:lnTo>
                    <a:cubicBezTo>
                      <a:pt x="434" y="434"/>
                      <a:pt x="434" y="434"/>
                      <a:pt x="434" y="434"/>
                    </a:cubicBezTo>
                    <a:cubicBezTo>
                      <a:pt x="434" y="434"/>
                      <a:pt x="434" y="403"/>
                      <a:pt x="464" y="403"/>
                    </a:cubicBezTo>
                    <a:lnTo>
                      <a:pt x="464" y="403"/>
                    </a:lnTo>
                    <a:lnTo>
                      <a:pt x="464" y="434"/>
                    </a:lnTo>
                    <a:lnTo>
                      <a:pt x="464" y="434"/>
                    </a:lnTo>
                    <a:lnTo>
                      <a:pt x="464" y="434"/>
                    </a:lnTo>
                    <a:cubicBezTo>
                      <a:pt x="496" y="434"/>
                      <a:pt x="496" y="434"/>
                      <a:pt x="496" y="434"/>
                    </a:cubicBezTo>
                    <a:lnTo>
                      <a:pt x="527" y="434"/>
                    </a:lnTo>
                    <a:lnTo>
                      <a:pt x="527" y="434"/>
                    </a:lnTo>
                    <a:lnTo>
                      <a:pt x="527" y="434"/>
                    </a:lnTo>
                    <a:lnTo>
                      <a:pt x="527" y="434"/>
                    </a:lnTo>
                    <a:cubicBezTo>
                      <a:pt x="527" y="434"/>
                      <a:pt x="527" y="434"/>
                      <a:pt x="558" y="434"/>
                    </a:cubicBezTo>
                    <a:lnTo>
                      <a:pt x="558" y="434"/>
                    </a:lnTo>
                    <a:lnTo>
                      <a:pt x="558" y="434"/>
                    </a:lnTo>
                    <a:lnTo>
                      <a:pt x="558" y="434"/>
                    </a:lnTo>
                    <a:cubicBezTo>
                      <a:pt x="558" y="403"/>
                      <a:pt x="588" y="403"/>
                      <a:pt x="588" y="403"/>
                    </a:cubicBezTo>
                    <a:lnTo>
                      <a:pt x="588" y="403"/>
                    </a:lnTo>
                    <a:lnTo>
                      <a:pt x="588" y="403"/>
                    </a:lnTo>
                    <a:lnTo>
                      <a:pt x="588" y="403"/>
                    </a:lnTo>
                    <a:lnTo>
                      <a:pt x="588" y="403"/>
                    </a:lnTo>
                    <a:cubicBezTo>
                      <a:pt x="588" y="403"/>
                      <a:pt x="588" y="403"/>
                      <a:pt x="620" y="403"/>
                    </a:cubicBezTo>
                    <a:cubicBezTo>
                      <a:pt x="588" y="403"/>
                      <a:pt x="588" y="403"/>
                      <a:pt x="588" y="403"/>
                    </a:cubicBezTo>
                    <a:lnTo>
                      <a:pt x="588" y="403"/>
                    </a:lnTo>
                    <a:lnTo>
                      <a:pt x="588" y="403"/>
                    </a:lnTo>
                    <a:cubicBezTo>
                      <a:pt x="588" y="403"/>
                      <a:pt x="588" y="403"/>
                      <a:pt x="588" y="372"/>
                    </a:cubicBezTo>
                    <a:lnTo>
                      <a:pt x="588" y="372"/>
                    </a:lnTo>
                    <a:cubicBezTo>
                      <a:pt x="588" y="341"/>
                      <a:pt x="558" y="341"/>
                      <a:pt x="558" y="341"/>
                    </a:cubicBezTo>
                    <a:cubicBezTo>
                      <a:pt x="558" y="341"/>
                      <a:pt x="558" y="341"/>
                      <a:pt x="558" y="310"/>
                    </a:cubicBezTo>
                    <a:lnTo>
                      <a:pt x="558" y="310"/>
                    </a:lnTo>
                    <a:cubicBezTo>
                      <a:pt x="558" y="310"/>
                      <a:pt x="558" y="310"/>
                      <a:pt x="588" y="280"/>
                    </a:cubicBezTo>
                    <a:lnTo>
                      <a:pt x="588" y="280"/>
                    </a:lnTo>
                    <a:lnTo>
                      <a:pt x="588" y="280"/>
                    </a:lnTo>
                    <a:cubicBezTo>
                      <a:pt x="588" y="280"/>
                      <a:pt x="588" y="248"/>
                      <a:pt x="620" y="248"/>
                    </a:cubicBezTo>
                    <a:lnTo>
                      <a:pt x="620" y="217"/>
                    </a:lnTo>
                    <a:lnTo>
                      <a:pt x="620" y="217"/>
                    </a:lnTo>
                    <a:lnTo>
                      <a:pt x="620" y="217"/>
                    </a:lnTo>
                    <a:cubicBezTo>
                      <a:pt x="620" y="186"/>
                      <a:pt x="620" y="186"/>
                      <a:pt x="620" y="186"/>
                    </a:cubicBezTo>
                    <a:cubicBezTo>
                      <a:pt x="620" y="186"/>
                      <a:pt x="588" y="186"/>
                      <a:pt x="588" y="156"/>
                    </a:cubicBezTo>
                    <a:cubicBezTo>
                      <a:pt x="558" y="186"/>
                      <a:pt x="558" y="186"/>
                      <a:pt x="558" y="186"/>
                    </a:cubicBezTo>
                    <a:cubicBezTo>
                      <a:pt x="588" y="124"/>
                      <a:pt x="588" y="124"/>
                      <a:pt x="588" y="124"/>
                    </a:cubicBezTo>
                    <a:lnTo>
                      <a:pt x="588" y="124"/>
                    </a:lnTo>
                    <a:lnTo>
                      <a:pt x="588" y="124"/>
                    </a:lnTo>
                    <a:cubicBezTo>
                      <a:pt x="558" y="124"/>
                      <a:pt x="527" y="93"/>
                      <a:pt x="527" y="93"/>
                    </a:cubicBezTo>
                    <a:cubicBezTo>
                      <a:pt x="496" y="93"/>
                      <a:pt x="496" y="62"/>
                      <a:pt x="496" y="62"/>
                    </a:cubicBezTo>
                    <a:lnTo>
                      <a:pt x="496" y="62"/>
                    </a:lnTo>
                    <a:cubicBezTo>
                      <a:pt x="496" y="62"/>
                      <a:pt x="496" y="62"/>
                      <a:pt x="464" y="62"/>
                    </a:cubicBezTo>
                    <a:lnTo>
                      <a:pt x="464" y="62"/>
                    </a:lnTo>
                    <a:lnTo>
                      <a:pt x="464" y="62"/>
                    </a:lnTo>
                    <a:cubicBezTo>
                      <a:pt x="403" y="93"/>
                      <a:pt x="403" y="93"/>
                      <a:pt x="403" y="93"/>
                    </a:cubicBezTo>
                    <a:lnTo>
                      <a:pt x="403" y="93"/>
                    </a:lnTo>
                    <a:cubicBezTo>
                      <a:pt x="403" y="93"/>
                      <a:pt x="372" y="62"/>
                      <a:pt x="340" y="62"/>
                    </a:cubicBezTo>
                    <a:cubicBezTo>
                      <a:pt x="340" y="62"/>
                      <a:pt x="340" y="62"/>
                      <a:pt x="310" y="62"/>
                    </a:cubicBezTo>
                    <a:lnTo>
                      <a:pt x="310" y="62"/>
                    </a:lnTo>
                    <a:cubicBezTo>
                      <a:pt x="279" y="62"/>
                      <a:pt x="279" y="62"/>
                      <a:pt x="248" y="62"/>
                    </a:cubicBezTo>
                    <a:lnTo>
                      <a:pt x="248" y="62"/>
                    </a:lnTo>
                    <a:lnTo>
                      <a:pt x="248" y="62"/>
                    </a:lnTo>
                    <a:cubicBezTo>
                      <a:pt x="216" y="62"/>
                      <a:pt x="216" y="62"/>
                      <a:pt x="216" y="62"/>
                    </a:cubicBezTo>
                    <a:cubicBezTo>
                      <a:pt x="216" y="62"/>
                      <a:pt x="186" y="62"/>
                      <a:pt x="186" y="32"/>
                    </a:cubicBezTo>
                    <a:cubicBezTo>
                      <a:pt x="186" y="32"/>
                      <a:pt x="186" y="32"/>
                      <a:pt x="186" y="0"/>
                    </a:cubicBezTo>
                    <a:cubicBezTo>
                      <a:pt x="186" y="0"/>
                      <a:pt x="155" y="0"/>
                      <a:pt x="124" y="0"/>
                    </a:cubicBezTo>
                    <a:lnTo>
                      <a:pt x="124" y="0"/>
                    </a:lnTo>
                    <a:lnTo>
                      <a:pt x="92" y="0"/>
                    </a:lnTo>
                    <a:lnTo>
                      <a:pt x="62" y="32"/>
                    </a:lnTo>
                    <a:lnTo>
                      <a:pt x="62" y="32"/>
                    </a:lnTo>
                    <a:lnTo>
                      <a:pt x="62" y="32"/>
                    </a:lnTo>
                    <a:lnTo>
                      <a:pt x="62" y="32"/>
                    </a:lnTo>
                    <a:lnTo>
                      <a:pt x="62" y="6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06" name="Freeform 155">
                <a:extLst>
                  <a:ext uri="{FF2B5EF4-FFF2-40B4-BE49-F238E27FC236}">
                    <a16:creationId xmlns:a16="http://schemas.microsoft.com/office/drawing/2014/main" id="{6917218B-8D76-F8CF-6D20-CD66400DAAA8}"/>
                  </a:ext>
                </a:extLst>
              </p:cNvPr>
              <p:cNvSpPr>
                <a:spLocks noChangeArrowheads="1"/>
              </p:cNvSpPr>
              <p:nvPr/>
            </p:nvSpPr>
            <p:spPr bwMode="auto">
              <a:xfrm>
                <a:off x="2486025" y="2605088"/>
                <a:ext cx="1588" cy="1587"/>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07" name="Freeform 156">
                <a:extLst>
                  <a:ext uri="{FF2B5EF4-FFF2-40B4-BE49-F238E27FC236}">
                    <a16:creationId xmlns:a16="http://schemas.microsoft.com/office/drawing/2014/main" id="{7ED976B4-F14B-5D00-5142-F5D01407730C}"/>
                  </a:ext>
                </a:extLst>
              </p:cNvPr>
              <p:cNvSpPr>
                <a:spLocks noChangeArrowheads="1"/>
              </p:cNvSpPr>
              <p:nvPr/>
            </p:nvSpPr>
            <p:spPr bwMode="auto">
              <a:xfrm>
                <a:off x="2452688" y="2471738"/>
                <a:ext cx="66675" cy="134937"/>
              </a:xfrm>
              <a:custGeom>
                <a:avLst/>
                <a:gdLst>
                  <a:gd name="T0" fmla="*/ 31 w 187"/>
                  <a:gd name="T1" fmla="*/ 0 h 373"/>
                  <a:gd name="T2" fmla="*/ 62 w 187"/>
                  <a:gd name="T3" fmla="*/ 63 h 373"/>
                  <a:gd name="T4" fmla="*/ 31 w 187"/>
                  <a:gd name="T5" fmla="*/ 93 h 373"/>
                  <a:gd name="T6" fmla="*/ 31 w 187"/>
                  <a:gd name="T7" fmla="*/ 93 h 373"/>
                  <a:gd name="T8" fmla="*/ 0 w 187"/>
                  <a:gd name="T9" fmla="*/ 93 h 373"/>
                  <a:gd name="T10" fmla="*/ 0 w 187"/>
                  <a:gd name="T11" fmla="*/ 93 h 373"/>
                  <a:gd name="T12" fmla="*/ 31 w 187"/>
                  <a:gd name="T13" fmla="*/ 124 h 373"/>
                  <a:gd name="T14" fmla="*/ 31 w 187"/>
                  <a:gd name="T15" fmla="*/ 124 h 373"/>
                  <a:gd name="T16" fmla="*/ 92 w 187"/>
                  <a:gd name="T17" fmla="*/ 155 h 373"/>
                  <a:gd name="T18" fmla="*/ 62 w 187"/>
                  <a:gd name="T19" fmla="*/ 186 h 373"/>
                  <a:gd name="T20" fmla="*/ 92 w 187"/>
                  <a:gd name="T21" fmla="*/ 248 h 373"/>
                  <a:gd name="T22" fmla="*/ 62 w 187"/>
                  <a:gd name="T23" fmla="*/ 279 h 373"/>
                  <a:gd name="T24" fmla="*/ 92 w 187"/>
                  <a:gd name="T25" fmla="*/ 310 h 373"/>
                  <a:gd name="T26" fmla="*/ 92 w 187"/>
                  <a:gd name="T27" fmla="*/ 372 h 373"/>
                  <a:gd name="T28" fmla="*/ 92 w 187"/>
                  <a:gd name="T29" fmla="*/ 372 h 373"/>
                  <a:gd name="T30" fmla="*/ 92 w 187"/>
                  <a:gd name="T31" fmla="*/ 372 h 373"/>
                  <a:gd name="T32" fmla="*/ 124 w 187"/>
                  <a:gd name="T33" fmla="*/ 372 h 373"/>
                  <a:gd name="T34" fmla="*/ 155 w 187"/>
                  <a:gd name="T35" fmla="*/ 372 h 373"/>
                  <a:gd name="T36" fmla="*/ 186 w 187"/>
                  <a:gd name="T37" fmla="*/ 341 h 373"/>
                  <a:gd name="T38" fmla="*/ 186 w 187"/>
                  <a:gd name="T39" fmla="*/ 341 h 373"/>
                  <a:gd name="T40" fmla="*/ 155 w 187"/>
                  <a:gd name="T41" fmla="*/ 310 h 373"/>
                  <a:gd name="T42" fmla="*/ 124 w 187"/>
                  <a:gd name="T43" fmla="*/ 248 h 373"/>
                  <a:gd name="T44" fmla="*/ 124 w 187"/>
                  <a:gd name="T45" fmla="*/ 186 h 373"/>
                  <a:gd name="T46" fmla="*/ 124 w 187"/>
                  <a:gd name="T47" fmla="*/ 186 h 373"/>
                  <a:gd name="T48" fmla="*/ 124 w 187"/>
                  <a:gd name="T49" fmla="*/ 186 h 373"/>
                  <a:gd name="T50" fmla="*/ 155 w 187"/>
                  <a:gd name="T51" fmla="*/ 155 h 373"/>
                  <a:gd name="T52" fmla="*/ 186 w 187"/>
                  <a:gd name="T53" fmla="*/ 155 h 373"/>
                  <a:gd name="T54" fmla="*/ 186 w 187"/>
                  <a:gd name="T55" fmla="*/ 124 h 373"/>
                  <a:gd name="T56" fmla="*/ 186 w 187"/>
                  <a:gd name="T57" fmla="*/ 124 h 373"/>
                  <a:gd name="T58" fmla="*/ 186 w 187"/>
                  <a:gd name="T59" fmla="*/ 124 h 373"/>
                  <a:gd name="T60" fmla="*/ 155 w 187"/>
                  <a:gd name="T61" fmla="*/ 93 h 373"/>
                  <a:gd name="T62" fmla="*/ 92 w 187"/>
                  <a:gd name="T63" fmla="*/ 31 h 373"/>
                  <a:gd name="T64" fmla="*/ 62 w 187"/>
                  <a:gd name="T65" fmla="*/ 0 h 373"/>
                  <a:gd name="T66" fmla="*/ 62 w 187"/>
                  <a:gd name="T67" fmla="*/ 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7" h="373">
                    <a:moveTo>
                      <a:pt x="31" y="0"/>
                    </a:moveTo>
                    <a:lnTo>
                      <a:pt x="31" y="0"/>
                    </a:lnTo>
                    <a:cubicBezTo>
                      <a:pt x="62" y="31"/>
                      <a:pt x="62" y="31"/>
                      <a:pt x="62" y="63"/>
                    </a:cubicBezTo>
                    <a:lnTo>
                      <a:pt x="62" y="63"/>
                    </a:lnTo>
                    <a:lnTo>
                      <a:pt x="62" y="63"/>
                    </a:lnTo>
                    <a:cubicBezTo>
                      <a:pt x="31" y="93"/>
                      <a:pt x="31" y="93"/>
                      <a:pt x="31" y="93"/>
                    </a:cubicBezTo>
                    <a:lnTo>
                      <a:pt x="31" y="93"/>
                    </a:lnTo>
                    <a:lnTo>
                      <a:pt x="31" y="93"/>
                    </a:lnTo>
                    <a:lnTo>
                      <a:pt x="0" y="93"/>
                    </a:lnTo>
                    <a:lnTo>
                      <a:pt x="0" y="93"/>
                    </a:lnTo>
                    <a:lnTo>
                      <a:pt x="0" y="93"/>
                    </a:lnTo>
                    <a:lnTo>
                      <a:pt x="0" y="93"/>
                    </a:lnTo>
                    <a:cubicBezTo>
                      <a:pt x="0" y="124"/>
                      <a:pt x="0" y="124"/>
                      <a:pt x="0" y="124"/>
                    </a:cubicBezTo>
                    <a:cubicBezTo>
                      <a:pt x="31" y="124"/>
                      <a:pt x="31" y="124"/>
                      <a:pt x="31" y="124"/>
                    </a:cubicBezTo>
                    <a:lnTo>
                      <a:pt x="31" y="124"/>
                    </a:lnTo>
                    <a:lnTo>
                      <a:pt x="31" y="124"/>
                    </a:lnTo>
                    <a:cubicBezTo>
                      <a:pt x="62" y="124"/>
                      <a:pt x="62" y="124"/>
                      <a:pt x="62" y="155"/>
                    </a:cubicBezTo>
                    <a:cubicBezTo>
                      <a:pt x="92" y="155"/>
                      <a:pt x="92" y="155"/>
                      <a:pt x="92" y="155"/>
                    </a:cubicBezTo>
                    <a:cubicBezTo>
                      <a:pt x="92" y="186"/>
                      <a:pt x="92" y="186"/>
                      <a:pt x="92" y="186"/>
                    </a:cubicBezTo>
                    <a:lnTo>
                      <a:pt x="62" y="186"/>
                    </a:lnTo>
                    <a:cubicBezTo>
                      <a:pt x="92" y="217"/>
                      <a:pt x="92" y="217"/>
                      <a:pt x="92" y="248"/>
                    </a:cubicBezTo>
                    <a:lnTo>
                      <a:pt x="92" y="248"/>
                    </a:lnTo>
                    <a:lnTo>
                      <a:pt x="92" y="248"/>
                    </a:lnTo>
                    <a:cubicBezTo>
                      <a:pt x="92" y="248"/>
                      <a:pt x="92" y="279"/>
                      <a:pt x="62" y="279"/>
                    </a:cubicBezTo>
                    <a:lnTo>
                      <a:pt x="62" y="279"/>
                    </a:lnTo>
                    <a:cubicBezTo>
                      <a:pt x="62" y="310"/>
                      <a:pt x="92" y="310"/>
                      <a:pt x="92" y="310"/>
                    </a:cubicBezTo>
                    <a:cubicBezTo>
                      <a:pt x="92" y="310"/>
                      <a:pt x="62" y="310"/>
                      <a:pt x="62" y="341"/>
                    </a:cubicBezTo>
                    <a:cubicBezTo>
                      <a:pt x="92" y="341"/>
                      <a:pt x="92" y="372"/>
                      <a:pt x="92" y="372"/>
                    </a:cubicBezTo>
                    <a:lnTo>
                      <a:pt x="92" y="372"/>
                    </a:lnTo>
                    <a:lnTo>
                      <a:pt x="92" y="372"/>
                    </a:lnTo>
                    <a:lnTo>
                      <a:pt x="92" y="372"/>
                    </a:lnTo>
                    <a:lnTo>
                      <a:pt x="92" y="372"/>
                    </a:lnTo>
                    <a:cubicBezTo>
                      <a:pt x="124" y="372"/>
                      <a:pt x="124" y="372"/>
                      <a:pt x="124" y="372"/>
                    </a:cubicBezTo>
                    <a:lnTo>
                      <a:pt x="124" y="372"/>
                    </a:lnTo>
                    <a:lnTo>
                      <a:pt x="124" y="372"/>
                    </a:lnTo>
                    <a:cubicBezTo>
                      <a:pt x="155" y="372"/>
                      <a:pt x="155" y="372"/>
                      <a:pt x="155" y="372"/>
                    </a:cubicBezTo>
                    <a:lnTo>
                      <a:pt x="155" y="372"/>
                    </a:lnTo>
                    <a:cubicBezTo>
                      <a:pt x="155" y="372"/>
                      <a:pt x="155" y="341"/>
                      <a:pt x="186" y="341"/>
                    </a:cubicBezTo>
                    <a:lnTo>
                      <a:pt x="186" y="341"/>
                    </a:lnTo>
                    <a:lnTo>
                      <a:pt x="186" y="341"/>
                    </a:lnTo>
                    <a:lnTo>
                      <a:pt x="155" y="310"/>
                    </a:lnTo>
                    <a:lnTo>
                      <a:pt x="155" y="310"/>
                    </a:lnTo>
                    <a:lnTo>
                      <a:pt x="155" y="279"/>
                    </a:lnTo>
                    <a:cubicBezTo>
                      <a:pt x="124" y="279"/>
                      <a:pt x="124" y="248"/>
                      <a:pt x="124" y="248"/>
                    </a:cubicBezTo>
                    <a:cubicBezTo>
                      <a:pt x="124" y="217"/>
                      <a:pt x="124" y="217"/>
                      <a:pt x="124" y="217"/>
                    </a:cubicBezTo>
                    <a:cubicBezTo>
                      <a:pt x="124" y="217"/>
                      <a:pt x="124" y="217"/>
                      <a:pt x="124" y="186"/>
                    </a:cubicBezTo>
                    <a:lnTo>
                      <a:pt x="124" y="186"/>
                    </a:lnTo>
                    <a:lnTo>
                      <a:pt x="124" y="186"/>
                    </a:lnTo>
                    <a:lnTo>
                      <a:pt x="124" y="186"/>
                    </a:lnTo>
                    <a:lnTo>
                      <a:pt x="124" y="186"/>
                    </a:lnTo>
                    <a:lnTo>
                      <a:pt x="155" y="155"/>
                    </a:lnTo>
                    <a:lnTo>
                      <a:pt x="155" y="155"/>
                    </a:lnTo>
                    <a:cubicBezTo>
                      <a:pt x="155" y="155"/>
                      <a:pt x="155" y="155"/>
                      <a:pt x="186" y="155"/>
                    </a:cubicBezTo>
                    <a:lnTo>
                      <a:pt x="186" y="155"/>
                    </a:lnTo>
                    <a:lnTo>
                      <a:pt x="186" y="155"/>
                    </a:lnTo>
                    <a:cubicBezTo>
                      <a:pt x="186" y="124"/>
                      <a:pt x="186" y="124"/>
                      <a:pt x="186" y="124"/>
                    </a:cubicBezTo>
                    <a:lnTo>
                      <a:pt x="186" y="124"/>
                    </a:lnTo>
                    <a:lnTo>
                      <a:pt x="186" y="124"/>
                    </a:lnTo>
                    <a:lnTo>
                      <a:pt x="186" y="124"/>
                    </a:lnTo>
                    <a:lnTo>
                      <a:pt x="186" y="124"/>
                    </a:lnTo>
                    <a:cubicBezTo>
                      <a:pt x="155" y="93"/>
                      <a:pt x="155" y="93"/>
                      <a:pt x="155" y="93"/>
                    </a:cubicBezTo>
                    <a:lnTo>
                      <a:pt x="155" y="93"/>
                    </a:lnTo>
                    <a:cubicBezTo>
                      <a:pt x="124" y="93"/>
                      <a:pt x="124" y="93"/>
                      <a:pt x="124" y="93"/>
                    </a:cubicBezTo>
                    <a:cubicBezTo>
                      <a:pt x="92" y="63"/>
                      <a:pt x="92" y="63"/>
                      <a:pt x="92" y="31"/>
                    </a:cubicBezTo>
                    <a:cubicBezTo>
                      <a:pt x="92" y="31"/>
                      <a:pt x="92" y="0"/>
                      <a:pt x="62" y="0"/>
                    </a:cubicBezTo>
                    <a:lnTo>
                      <a:pt x="62" y="0"/>
                    </a:lnTo>
                    <a:lnTo>
                      <a:pt x="62" y="0"/>
                    </a:lnTo>
                    <a:lnTo>
                      <a:pt x="62" y="0"/>
                    </a:lnTo>
                    <a:lnTo>
                      <a:pt x="3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08" name="Freeform 157">
                <a:extLst>
                  <a:ext uri="{FF2B5EF4-FFF2-40B4-BE49-F238E27FC236}">
                    <a16:creationId xmlns:a16="http://schemas.microsoft.com/office/drawing/2014/main" id="{C0AE4D39-6D14-4BDE-14C1-EB39F850CFA3}"/>
                  </a:ext>
                </a:extLst>
              </p:cNvPr>
              <p:cNvSpPr>
                <a:spLocks noChangeArrowheads="1"/>
              </p:cNvSpPr>
              <p:nvPr/>
            </p:nvSpPr>
            <p:spPr bwMode="auto">
              <a:xfrm>
                <a:off x="2519363" y="2527300"/>
                <a:ext cx="100012" cy="66675"/>
              </a:xfrm>
              <a:custGeom>
                <a:avLst/>
                <a:gdLst>
                  <a:gd name="T0" fmla="*/ 0 w 279"/>
                  <a:gd name="T1" fmla="*/ 62 h 187"/>
                  <a:gd name="T2" fmla="*/ 0 w 279"/>
                  <a:gd name="T3" fmla="*/ 62 h 187"/>
                  <a:gd name="T4" fmla="*/ 0 w 279"/>
                  <a:gd name="T5" fmla="*/ 62 h 187"/>
                  <a:gd name="T6" fmla="*/ 0 w 279"/>
                  <a:gd name="T7" fmla="*/ 93 h 187"/>
                  <a:gd name="T8" fmla="*/ 0 w 279"/>
                  <a:gd name="T9" fmla="*/ 93 h 187"/>
                  <a:gd name="T10" fmla="*/ 30 w 279"/>
                  <a:gd name="T11" fmla="*/ 93 h 187"/>
                  <a:gd name="T12" fmla="*/ 30 w 279"/>
                  <a:gd name="T13" fmla="*/ 93 h 187"/>
                  <a:gd name="T14" fmla="*/ 30 w 279"/>
                  <a:gd name="T15" fmla="*/ 155 h 187"/>
                  <a:gd name="T16" fmla="*/ 30 w 279"/>
                  <a:gd name="T17" fmla="*/ 155 h 187"/>
                  <a:gd name="T18" fmla="*/ 30 w 279"/>
                  <a:gd name="T19" fmla="*/ 155 h 187"/>
                  <a:gd name="T20" fmla="*/ 30 w 279"/>
                  <a:gd name="T21" fmla="*/ 155 h 187"/>
                  <a:gd name="T22" fmla="*/ 30 w 279"/>
                  <a:gd name="T23" fmla="*/ 155 h 187"/>
                  <a:gd name="T24" fmla="*/ 30 w 279"/>
                  <a:gd name="T25" fmla="*/ 155 h 187"/>
                  <a:gd name="T26" fmla="*/ 62 w 279"/>
                  <a:gd name="T27" fmla="*/ 155 h 187"/>
                  <a:gd name="T28" fmla="*/ 62 w 279"/>
                  <a:gd name="T29" fmla="*/ 155 h 187"/>
                  <a:gd name="T30" fmla="*/ 93 w 279"/>
                  <a:gd name="T31" fmla="*/ 155 h 187"/>
                  <a:gd name="T32" fmla="*/ 93 w 279"/>
                  <a:gd name="T33" fmla="*/ 155 h 187"/>
                  <a:gd name="T34" fmla="*/ 124 w 279"/>
                  <a:gd name="T35" fmla="*/ 155 h 187"/>
                  <a:gd name="T36" fmla="*/ 154 w 279"/>
                  <a:gd name="T37" fmla="*/ 155 h 187"/>
                  <a:gd name="T38" fmla="*/ 154 w 279"/>
                  <a:gd name="T39" fmla="*/ 155 h 187"/>
                  <a:gd name="T40" fmla="*/ 154 w 279"/>
                  <a:gd name="T41" fmla="*/ 155 h 187"/>
                  <a:gd name="T42" fmla="*/ 186 w 279"/>
                  <a:gd name="T43" fmla="*/ 186 h 187"/>
                  <a:gd name="T44" fmla="*/ 186 w 279"/>
                  <a:gd name="T45" fmla="*/ 186 h 187"/>
                  <a:gd name="T46" fmla="*/ 186 w 279"/>
                  <a:gd name="T47" fmla="*/ 186 h 187"/>
                  <a:gd name="T48" fmla="*/ 217 w 279"/>
                  <a:gd name="T49" fmla="*/ 186 h 187"/>
                  <a:gd name="T50" fmla="*/ 248 w 279"/>
                  <a:gd name="T51" fmla="*/ 186 h 187"/>
                  <a:gd name="T52" fmla="*/ 248 w 279"/>
                  <a:gd name="T53" fmla="*/ 186 h 187"/>
                  <a:gd name="T54" fmla="*/ 248 w 279"/>
                  <a:gd name="T55" fmla="*/ 186 h 187"/>
                  <a:gd name="T56" fmla="*/ 248 w 279"/>
                  <a:gd name="T57" fmla="*/ 155 h 187"/>
                  <a:gd name="T58" fmla="*/ 248 w 279"/>
                  <a:gd name="T59" fmla="*/ 155 h 187"/>
                  <a:gd name="T60" fmla="*/ 248 w 279"/>
                  <a:gd name="T61" fmla="*/ 155 h 187"/>
                  <a:gd name="T62" fmla="*/ 278 w 279"/>
                  <a:gd name="T63" fmla="*/ 93 h 187"/>
                  <a:gd name="T64" fmla="*/ 278 w 279"/>
                  <a:gd name="T65" fmla="*/ 93 h 187"/>
                  <a:gd name="T66" fmla="*/ 278 w 279"/>
                  <a:gd name="T67" fmla="*/ 93 h 187"/>
                  <a:gd name="T68" fmla="*/ 278 w 279"/>
                  <a:gd name="T69" fmla="*/ 62 h 187"/>
                  <a:gd name="T70" fmla="*/ 278 w 279"/>
                  <a:gd name="T71" fmla="*/ 62 h 187"/>
                  <a:gd name="T72" fmla="*/ 278 w 279"/>
                  <a:gd name="T73" fmla="*/ 62 h 187"/>
                  <a:gd name="T74" fmla="*/ 278 w 279"/>
                  <a:gd name="T75" fmla="*/ 31 h 187"/>
                  <a:gd name="T76" fmla="*/ 248 w 279"/>
                  <a:gd name="T77" fmla="*/ 31 h 187"/>
                  <a:gd name="T78" fmla="*/ 248 w 279"/>
                  <a:gd name="T79" fmla="*/ 31 h 187"/>
                  <a:gd name="T80" fmla="*/ 217 w 279"/>
                  <a:gd name="T81" fmla="*/ 31 h 187"/>
                  <a:gd name="T82" fmla="*/ 154 w 279"/>
                  <a:gd name="T83" fmla="*/ 62 h 187"/>
                  <a:gd name="T84" fmla="*/ 154 w 279"/>
                  <a:gd name="T85" fmla="*/ 31 h 187"/>
                  <a:gd name="T86" fmla="*/ 124 w 279"/>
                  <a:gd name="T87" fmla="*/ 0 h 187"/>
                  <a:gd name="T88" fmla="*/ 124 w 279"/>
                  <a:gd name="T89" fmla="*/ 0 h 187"/>
                  <a:gd name="T90" fmla="*/ 93 w 279"/>
                  <a:gd name="T91" fmla="*/ 0 h 187"/>
                  <a:gd name="T92" fmla="*/ 62 w 279"/>
                  <a:gd name="T93" fmla="*/ 0 h 187"/>
                  <a:gd name="T94" fmla="*/ 30 w 279"/>
                  <a:gd name="T95" fmla="*/ 0 h 187"/>
                  <a:gd name="T96" fmla="*/ 30 w 279"/>
                  <a:gd name="T97" fmla="*/ 0 h 187"/>
                  <a:gd name="T98" fmla="*/ 30 w 279"/>
                  <a:gd name="T99" fmla="*/ 31 h 187"/>
                  <a:gd name="T100" fmla="*/ 0 w 279"/>
                  <a:gd name="T101" fmla="*/ 6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79" h="187">
                    <a:moveTo>
                      <a:pt x="0" y="62"/>
                    </a:moveTo>
                    <a:lnTo>
                      <a:pt x="0" y="62"/>
                    </a:lnTo>
                    <a:lnTo>
                      <a:pt x="0" y="62"/>
                    </a:lnTo>
                    <a:cubicBezTo>
                      <a:pt x="0" y="93"/>
                      <a:pt x="0" y="93"/>
                      <a:pt x="0" y="93"/>
                    </a:cubicBezTo>
                    <a:lnTo>
                      <a:pt x="0" y="93"/>
                    </a:lnTo>
                    <a:cubicBezTo>
                      <a:pt x="0" y="93"/>
                      <a:pt x="0" y="93"/>
                      <a:pt x="30" y="93"/>
                    </a:cubicBezTo>
                    <a:lnTo>
                      <a:pt x="30" y="93"/>
                    </a:lnTo>
                    <a:cubicBezTo>
                      <a:pt x="30" y="124"/>
                      <a:pt x="30" y="124"/>
                      <a:pt x="30" y="155"/>
                    </a:cubicBezTo>
                    <a:lnTo>
                      <a:pt x="30" y="155"/>
                    </a:lnTo>
                    <a:lnTo>
                      <a:pt x="30" y="155"/>
                    </a:lnTo>
                    <a:lnTo>
                      <a:pt x="30" y="155"/>
                    </a:lnTo>
                    <a:lnTo>
                      <a:pt x="30" y="155"/>
                    </a:lnTo>
                    <a:lnTo>
                      <a:pt x="30" y="155"/>
                    </a:lnTo>
                    <a:lnTo>
                      <a:pt x="62" y="155"/>
                    </a:lnTo>
                    <a:lnTo>
                      <a:pt x="62" y="155"/>
                    </a:lnTo>
                    <a:lnTo>
                      <a:pt x="93" y="155"/>
                    </a:lnTo>
                    <a:lnTo>
                      <a:pt x="93" y="155"/>
                    </a:lnTo>
                    <a:cubicBezTo>
                      <a:pt x="124" y="155"/>
                      <a:pt x="124" y="155"/>
                      <a:pt x="124" y="155"/>
                    </a:cubicBezTo>
                    <a:lnTo>
                      <a:pt x="154" y="155"/>
                    </a:lnTo>
                    <a:lnTo>
                      <a:pt x="154" y="155"/>
                    </a:lnTo>
                    <a:lnTo>
                      <a:pt x="154" y="155"/>
                    </a:lnTo>
                    <a:cubicBezTo>
                      <a:pt x="154" y="155"/>
                      <a:pt x="186" y="155"/>
                      <a:pt x="186" y="186"/>
                    </a:cubicBezTo>
                    <a:lnTo>
                      <a:pt x="186" y="186"/>
                    </a:lnTo>
                    <a:lnTo>
                      <a:pt x="186" y="186"/>
                    </a:lnTo>
                    <a:cubicBezTo>
                      <a:pt x="217" y="186"/>
                      <a:pt x="217" y="186"/>
                      <a:pt x="217" y="186"/>
                    </a:cubicBezTo>
                    <a:lnTo>
                      <a:pt x="248" y="186"/>
                    </a:lnTo>
                    <a:lnTo>
                      <a:pt x="248" y="186"/>
                    </a:lnTo>
                    <a:lnTo>
                      <a:pt x="248" y="186"/>
                    </a:lnTo>
                    <a:cubicBezTo>
                      <a:pt x="248" y="155"/>
                      <a:pt x="248" y="155"/>
                      <a:pt x="248" y="155"/>
                    </a:cubicBezTo>
                    <a:lnTo>
                      <a:pt x="248" y="155"/>
                    </a:lnTo>
                    <a:lnTo>
                      <a:pt x="248" y="155"/>
                    </a:lnTo>
                    <a:cubicBezTo>
                      <a:pt x="248" y="124"/>
                      <a:pt x="278" y="124"/>
                      <a:pt x="278" y="93"/>
                    </a:cubicBezTo>
                    <a:lnTo>
                      <a:pt x="278" y="93"/>
                    </a:lnTo>
                    <a:lnTo>
                      <a:pt x="278" y="93"/>
                    </a:lnTo>
                    <a:lnTo>
                      <a:pt x="278" y="62"/>
                    </a:lnTo>
                    <a:lnTo>
                      <a:pt x="278" y="62"/>
                    </a:lnTo>
                    <a:lnTo>
                      <a:pt x="278" y="62"/>
                    </a:lnTo>
                    <a:cubicBezTo>
                      <a:pt x="278" y="31"/>
                      <a:pt x="278" y="31"/>
                      <a:pt x="278" y="31"/>
                    </a:cubicBezTo>
                    <a:cubicBezTo>
                      <a:pt x="248" y="31"/>
                      <a:pt x="248" y="31"/>
                      <a:pt x="248" y="31"/>
                    </a:cubicBezTo>
                    <a:lnTo>
                      <a:pt x="248" y="31"/>
                    </a:lnTo>
                    <a:lnTo>
                      <a:pt x="217" y="31"/>
                    </a:lnTo>
                    <a:cubicBezTo>
                      <a:pt x="154" y="62"/>
                      <a:pt x="154" y="62"/>
                      <a:pt x="154" y="62"/>
                    </a:cubicBezTo>
                    <a:cubicBezTo>
                      <a:pt x="154" y="31"/>
                      <a:pt x="154" y="31"/>
                      <a:pt x="154" y="31"/>
                    </a:cubicBezTo>
                    <a:cubicBezTo>
                      <a:pt x="154" y="0"/>
                      <a:pt x="154" y="0"/>
                      <a:pt x="124" y="0"/>
                    </a:cubicBezTo>
                    <a:lnTo>
                      <a:pt x="124" y="0"/>
                    </a:lnTo>
                    <a:cubicBezTo>
                      <a:pt x="124" y="0"/>
                      <a:pt x="124" y="0"/>
                      <a:pt x="93" y="0"/>
                    </a:cubicBezTo>
                    <a:cubicBezTo>
                      <a:pt x="93" y="0"/>
                      <a:pt x="93" y="0"/>
                      <a:pt x="62" y="0"/>
                    </a:cubicBezTo>
                    <a:cubicBezTo>
                      <a:pt x="62" y="0"/>
                      <a:pt x="62" y="0"/>
                      <a:pt x="30" y="0"/>
                    </a:cubicBezTo>
                    <a:lnTo>
                      <a:pt x="30" y="0"/>
                    </a:lnTo>
                    <a:lnTo>
                      <a:pt x="30" y="31"/>
                    </a:lnTo>
                    <a:lnTo>
                      <a:pt x="0" y="6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09" name="Freeform 158">
                <a:extLst>
                  <a:ext uri="{FF2B5EF4-FFF2-40B4-BE49-F238E27FC236}">
                    <a16:creationId xmlns:a16="http://schemas.microsoft.com/office/drawing/2014/main" id="{EDD136C8-BAC2-D691-2FAC-DCA351F7C39A}"/>
                  </a:ext>
                </a:extLst>
              </p:cNvPr>
              <p:cNvSpPr>
                <a:spLocks noChangeArrowheads="1"/>
              </p:cNvSpPr>
              <p:nvPr/>
            </p:nvSpPr>
            <p:spPr bwMode="auto">
              <a:xfrm>
                <a:off x="2286000" y="2884488"/>
                <a:ext cx="223838" cy="279400"/>
              </a:xfrm>
              <a:custGeom>
                <a:avLst/>
                <a:gdLst>
                  <a:gd name="T0" fmla="*/ 185 w 621"/>
                  <a:gd name="T1" fmla="*/ 31 h 776"/>
                  <a:gd name="T2" fmla="*/ 185 w 621"/>
                  <a:gd name="T3" fmla="*/ 0 h 776"/>
                  <a:gd name="T4" fmla="*/ 124 w 621"/>
                  <a:gd name="T5" fmla="*/ 31 h 776"/>
                  <a:gd name="T6" fmla="*/ 93 w 621"/>
                  <a:gd name="T7" fmla="*/ 62 h 776"/>
                  <a:gd name="T8" fmla="*/ 61 w 621"/>
                  <a:gd name="T9" fmla="*/ 93 h 776"/>
                  <a:gd name="T10" fmla="*/ 31 w 621"/>
                  <a:gd name="T11" fmla="*/ 93 h 776"/>
                  <a:gd name="T12" fmla="*/ 61 w 621"/>
                  <a:gd name="T13" fmla="*/ 154 h 776"/>
                  <a:gd name="T14" fmla="*/ 31 w 621"/>
                  <a:gd name="T15" fmla="*/ 217 h 776"/>
                  <a:gd name="T16" fmla="*/ 31 w 621"/>
                  <a:gd name="T17" fmla="*/ 248 h 776"/>
                  <a:gd name="T18" fmla="*/ 31 w 621"/>
                  <a:gd name="T19" fmla="*/ 310 h 776"/>
                  <a:gd name="T20" fmla="*/ 31 w 621"/>
                  <a:gd name="T21" fmla="*/ 341 h 776"/>
                  <a:gd name="T22" fmla="*/ 31 w 621"/>
                  <a:gd name="T23" fmla="*/ 403 h 776"/>
                  <a:gd name="T24" fmla="*/ 0 w 621"/>
                  <a:gd name="T25" fmla="*/ 465 h 776"/>
                  <a:gd name="T26" fmla="*/ 0 w 621"/>
                  <a:gd name="T27" fmla="*/ 465 h 776"/>
                  <a:gd name="T28" fmla="*/ 61 w 621"/>
                  <a:gd name="T29" fmla="*/ 558 h 776"/>
                  <a:gd name="T30" fmla="*/ 61 w 621"/>
                  <a:gd name="T31" fmla="*/ 619 h 776"/>
                  <a:gd name="T32" fmla="*/ 61 w 621"/>
                  <a:gd name="T33" fmla="*/ 651 h 776"/>
                  <a:gd name="T34" fmla="*/ 61 w 621"/>
                  <a:gd name="T35" fmla="*/ 651 h 776"/>
                  <a:gd name="T36" fmla="*/ 93 w 621"/>
                  <a:gd name="T37" fmla="*/ 743 h 776"/>
                  <a:gd name="T38" fmla="*/ 93 w 621"/>
                  <a:gd name="T39" fmla="*/ 775 h 776"/>
                  <a:gd name="T40" fmla="*/ 124 w 621"/>
                  <a:gd name="T41" fmla="*/ 743 h 776"/>
                  <a:gd name="T42" fmla="*/ 155 w 621"/>
                  <a:gd name="T43" fmla="*/ 743 h 776"/>
                  <a:gd name="T44" fmla="*/ 185 w 621"/>
                  <a:gd name="T45" fmla="*/ 743 h 776"/>
                  <a:gd name="T46" fmla="*/ 217 w 621"/>
                  <a:gd name="T47" fmla="*/ 743 h 776"/>
                  <a:gd name="T48" fmla="*/ 217 w 621"/>
                  <a:gd name="T49" fmla="*/ 743 h 776"/>
                  <a:gd name="T50" fmla="*/ 309 w 621"/>
                  <a:gd name="T51" fmla="*/ 743 h 776"/>
                  <a:gd name="T52" fmla="*/ 341 w 621"/>
                  <a:gd name="T53" fmla="*/ 743 h 776"/>
                  <a:gd name="T54" fmla="*/ 372 w 621"/>
                  <a:gd name="T55" fmla="*/ 713 h 776"/>
                  <a:gd name="T56" fmla="*/ 372 w 621"/>
                  <a:gd name="T57" fmla="*/ 682 h 776"/>
                  <a:gd name="T58" fmla="*/ 372 w 621"/>
                  <a:gd name="T59" fmla="*/ 651 h 776"/>
                  <a:gd name="T60" fmla="*/ 403 w 621"/>
                  <a:gd name="T61" fmla="*/ 589 h 776"/>
                  <a:gd name="T62" fmla="*/ 496 w 621"/>
                  <a:gd name="T63" fmla="*/ 558 h 776"/>
                  <a:gd name="T64" fmla="*/ 589 w 621"/>
                  <a:gd name="T65" fmla="*/ 558 h 776"/>
                  <a:gd name="T66" fmla="*/ 620 w 621"/>
                  <a:gd name="T67" fmla="*/ 527 h 776"/>
                  <a:gd name="T68" fmla="*/ 620 w 621"/>
                  <a:gd name="T69" fmla="*/ 495 h 776"/>
                  <a:gd name="T70" fmla="*/ 557 w 621"/>
                  <a:gd name="T71" fmla="*/ 434 h 776"/>
                  <a:gd name="T72" fmla="*/ 527 w 621"/>
                  <a:gd name="T73" fmla="*/ 434 h 776"/>
                  <a:gd name="T74" fmla="*/ 496 w 621"/>
                  <a:gd name="T75" fmla="*/ 434 h 776"/>
                  <a:gd name="T76" fmla="*/ 465 w 621"/>
                  <a:gd name="T77" fmla="*/ 341 h 776"/>
                  <a:gd name="T78" fmla="*/ 465 w 621"/>
                  <a:gd name="T79" fmla="*/ 310 h 776"/>
                  <a:gd name="T80" fmla="*/ 465 w 621"/>
                  <a:gd name="T81" fmla="*/ 279 h 776"/>
                  <a:gd name="T82" fmla="*/ 465 w 621"/>
                  <a:gd name="T83" fmla="*/ 248 h 776"/>
                  <a:gd name="T84" fmla="*/ 403 w 621"/>
                  <a:gd name="T85" fmla="*/ 248 h 776"/>
                  <a:gd name="T86" fmla="*/ 341 w 621"/>
                  <a:gd name="T87" fmla="*/ 186 h 776"/>
                  <a:gd name="T88" fmla="*/ 279 w 621"/>
                  <a:gd name="T89" fmla="*/ 186 h 776"/>
                  <a:gd name="T90" fmla="*/ 279 w 621"/>
                  <a:gd name="T91" fmla="*/ 186 h 776"/>
                  <a:gd name="T92" fmla="*/ 248 w 621"/>
                  <a:gd name="T93" fmla="*/ 154 h 776"/>
                  <a:gd name="T94" fmla="*/ 217 w 621"/>
                  <a:gd name="T95" fmla="*/ 124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21" h="776">
                    <a:moveTo>
                      <a:pt x="185" y="62"/>
                    </a:moveTo>
                    <a:lnTo>
                      <a:pt x="185" y="62"/>
                    </a:lnTo>
                    <a:cubicBezTo>
                      <a:pt x="185" y="31"/>
                      <a:pt x="185" y="31"/>
                      <a:pt x="185" y="31"/>
                    </a:cubicBezTo>
                    <a:lnTo>
                      <a:pt x="185" y="31"/>
                    </a:lnTo>
                    <a:lnTo>
                      <a:pt x="185" y="0"/>
                    </a:lnTo>
                    <a:lnTo>
                      <a:pt x="185" y="0"/>
                    </a:lnTo>
                    <a:cubicBezTo>
                      <a:pt x="185" y="0"/>
                      <a:pt x="185" y="0"/>
                      <a:pt x="155" y="0"/>
                    </a:cubicBezTo>
                    <a:lnTo>
                      <a:pt x="155" y="0"/>
                    </a:lnTo>
                    <a:cubicBezTo>
                      <a:pt x="155" y="0"/>
                      <a:pt x="155" y="31"/>
                      <a:pt x="124" y="31"/>
                    </a:cubicBezTo>
                    <a:lnTo>
                      <a:pt x="124" y="31"/>
                    </a:lnTo>
                    <a:cubicBezTo>
                      <a:pt x="93" y="62"/>
                      <a:pt x="93" y="62"/>
                      <a:pt x="93" y="62"/>
                    </a:cubicBezTo>
                    <a:lnTo>
                      <a:pt x="93" y="62"/>
                    </a:lnTo>
                    <a:cubicBezTo>
                      <a:pt x="93" y="62"/>
                      <a:pt x="93" y="62"/>
                      <a:pt x="61" y="62"/>
                    </a:cubicBezTo>
                    <a:lnTo>
                      <a:pt x="61" y="62"/>
                    </a:lnTo>
                    <a:lnTo>
                      <a:pt x="61" y="93"/>
                    </a:lnTo>
                    <a:cubicBezTo>
                      <a:pt x="61" y="93"/>
                      <a:pt x="61" y="93"/>
                      <a:pt x="31" y="93"/>
                    </a:cubicBezTo>
                    <a:lnTo>
                      <a:pt x="31" y="93"/>
                    </a:lnTo>
                    <a:lnTo>
                      <a:pt x="31" y="93"/>
                    </a:lnTo>
                    <a:cubicBezTo>
                      <a:pt x="31" y="93"/>
                      <a:pt x="31" y="93"/>
                      <a:pt x="31" y="124"/>
                    </a:cubicBezTo>
                    <a:cubicBezTo>
                      <a:pt x="31" y="124"/>
                      <a:pt x="61" y="124"/>
                      <a:pt x="61" y="154"/>
                    </a:cubicBezTo>
                    <a:lnTo>
                      <a:pt x="61" y="154"/>
                    </a:lnTo>
                    <a:cubicBezTo>
                      <a:pt x="61" y="154"/>
                      <a:pt x="61" y="186"/>
                      <a:pt x="31" y="186"/>
                    </a:cubicBezTo>
                    <a:lnTo>
                      <a:pt x="31" y="186"/>
                    </a:lnTo>
                    <a:cubicBezTo>
                      <a:pt x="31" y="217"/>
                      <a:pt x="31" y="217"/>
                      <a:pt x="31" y="217"/>
                    </a:cubicBezTo>
                    <a:lnTo>
                      <a:pt x="31" y="248"/>
                    </a:lnTo>
                    <a:lnTo>
                      <a:pt x="31" y="248"/>
                    </a:lnTo>
                    <a:lnTo>
                      <a:pt x="31" y="248"/>
                    </a:lnTo>
                    <a:cubicBezTo>
                      <a:pt x="31" y="248"/>
                      <a:pt x="31" y="248"/>
                      <a:pt x="31" y="279"/>
                    </a:cubicBezTo>
                    <a:lnTo>
                      <a:pt x="31" y="310"/>
                    </a:lnTo>
                    <a:lnTo>
                      <a:pt x="31" y="310"/>
                    </a:lnTo>
                    <a:lnTo>
                      <a:pt x="31" y="341"/>
                    </a:lnTo>
                    <a:lnTo>
                      <a:pt x="31" y="341"/>
                    </a:lnTo>
                    <a:lnTo>
                      <a:pt x="31" y="341"/>
                    </a:lnTo>
                    <a:cubicBezTo>
                      <a:pt x="31" y="341"/>
                      <a:pt x="31" y="341"/>
                      <a:pt x="31" y="371"/>
                    </a:cubicBezTo>
                    <a:cubicBezTo>
                      <a:pt x="31" y="371"/>
                      <a:pt x="31" y="371"/>
                      <a:pt x="31" y="403"/>
                    </a:cubicBezTo>
                    <a:lnTo>
                      <a:pt x="31" y="403"/>
                    </a:lnTo>
                    <a:cubicBezTo>
                      <a:pt x="31" y="403"/>
                      <a:pt x="31" y="403"/>
                      <a:pt x="31" y="434"/>
                    </a:cubicBezTo>
                    <a:lnTo>
                      <a:pt x="31" y="434"/>
                    </a:lnTo>
                    <a:cubicBezTo>
                      <a:pt x="31" y="434"/>
                      <a:pt x="31" y="434"/>
                      <a:pt x="0" y="465"/>
                    </a:cubicBezTo>
                    <a:lnTo>
                      <a:pt x="0" y="465"/>
                    </a:lnTo>
                    <a:lnTo>
                      <a:pt x="0" y="465"/>
                    </a:lnTo>
                    <a:lnTo>
                      <a:pt x="0" y="465"/>
                    </a:lnTo>
                    <a:cubicBezTo>
                      <a:pt x="0" y="495"/>
                      <a:pt x="31" y="495"/>
                      <a:pt x="31" y="495"/>
                    </a:cubicBezTo>
                    <a:cubicBezTo>
                      <a:pt x="31" y="527"/>
                      <a:pt x="31" y="527"/>
                      <a:pt x="31" y="558"/>
                    </a:cubicBezTo>
                    <a:cubicBezTo>
                      <a:pt x="31" y="558"/>
                      <a:pt x="31" y="558"/>
                      <a:pt x="61" y="558"/>
                    </a:cubicBezTo>
                    <a:lnTo>
                      <a:pt x="61" y="558"/>
                    </a:lnTo>
                    <a:lnTo>
                      <a:pt x="61" y="589"/>
                    </a:lnTo>
                    <a:cubicBezTo>
                      <a:pt x="61" y="589"/>
                      <a:pt x="61" y="589"/>
                      <a:pt x="61" y="619"/>
                    </a:cubicBezTo>
                    <a:cubicBezTo>
                      <a:pt x="61" y="619"/>
                      <a:pt x="61" y="619"/>
                      <a:pt x="61" y="651"/>
                    </a:cubicBezTo>
                    <a:lnTo>
                      <a:pt x="61" y="651"/>
                    </a:lnTo>
                    <a:lnTo>
                      <a:pt x="61" y="651"/>
                    </a:lnTo>
                    <a:lnTo>
                      <a:pt x="61" y="651"/>
                    </a:lnTo>
                    <a:lnTo>
                      <a:pt x="61" y="651"/>
                    </a:lnTo>
                    <a:lnTo>
                      <a:pt x="61" y="651"/>
                    </a:lnTo>
                    <a:cubicBezTo>
                      <a:pt x="61" y="682"/>
                      <a:pt x="61" y="682"/>
                      <a:pt x="61" y="713"/>
                    </a:cubicBezTo>
                    <a:lnTo>
                      <a:pt x="61" y="713"/>
                    </a:lnTo>
                    <a:cubicBezTo>
                      <a:pt x="93" y="713"/>
                      <a:pt x="93" y="743"/>
                      <a:pt x="93" y="743"/>
                    </a:cubicBezTo>
                    <a:lnTo>
                      <a:pt x="93" y="775"/>
                    </a:lnTo>
                    <a:lnTo>
                      <a:pt x="93" y="775"/>
                    </a:lnTo>
                    <a:lnTo>
                      <a:pt x="93" y="775"/>
                    </a:lnTo>
                    <a:lnTo>
                      <a:pt x="93" y="775"/>
                    </a:lnTo>
                    <a:lnTo>
                      <a:pt x="93" y="775"/>
                    </a:lnTo>
                    <a:cubicBezTo>
                      <a:pt x="124" y="775"/>
                      <a:pt x="124" y="743"/>
                      <a:pt x="124" y="743"/>
                    </a:cubicBezTo>
                    <a:cubicBezTo>
                      <a:pt x="124" y="743"/>
                      <a:pt x="124" y="743"/>
                      <a:pt x="155" y="743"/>
                    </a:cubicBezTo>
                    <a:lnTo>
                      <a:pt x="155" y="743"/>
                    </a:lnTo>
                    <a:lnTo>
                      <a:pt x="155" y="743"/>
                    </a:lnTo>
                    <a:cubicBezTo>
                      <a:pt x="185" y="713"/>
                      <a:pt x="185" y="713"/>
                      <a:pt x="185" y="713"/>
                    </a:cubicBezTo>
                    <a:cubicBezTo>
                      <a:pt x="185" y="743"/>
                      <a:pt x="185" y="743"/>
                      <a:pt x="185" y="743"/>
                    </a:cubicBezTo>
                    <a:lnTo>
                      <a:pt x="185" y="743"/>
                    </a:lnTo>
                    <a:cubicBezTo>
                      <a:pt x="185" y="743"/>
                      <a:pt x="185" y="743"/>
                      <a:pt x="217" y="743"/>
                    </a:cubicBezTo>
                    <a:lnTo>
                      <a:pt x="217" y="743"/>
                    </a:lnTo>
                    <a:lnTo>
                      <a:pt x="217" y="743"/>
                    </a:lnTo>
                    <a:lnTo>
                      <a:pt x="217" y="743"/>
                    </a:lnTo>
                    <a:lnTo>
                      <a:pt x="217" y="743"/>
                    </a:lnTo>
                    <a:lnTo>
                      <a:pt x="217" y="743"/>
                    </a:lnTo>
                    <a:cubicBezTo>
                      <a:pt x="248" y="743"/>
                      <a:pt x="248" y="743"/>
                      <a:pt x="279" y="743"/>
                    </a:cubicBezTo>
                    <a:cubicBezTo>
                      <a:pt x="279" y="743"/>
                      <a:pt x="279" y="743"/>
                      <a:pt x="309" y="743"/>
                    </a:cubicBezTo>
                    <a:lnTo>
                      <a:pt x="309" y="743"/>
                    </a:lnTo>
                    <a:lnTo>
                      <a:pt x="309" y="743"/>
                    </a:lnTo>
                    <a:lnTo>
                      <a:pt x="309" y="743"/>
                    </a:lnTo>
                    <a:lnTo>
                      <a:pt x="341" y="743"/>
                    </a:lnTo>
                    <a:lnTo>
                      <a:pt x="341" y="713"/>
                    </a:lnTo>
                    <a:lnTo>
                      <a:pt x="341" y="713"/>
                    </a:lnTo>
                    <a:lnTo>
                      <a:pt x="372" y="713"/>
                    </a:lnTo>
                    <a:lnTo>
                      <a:pt x="372" y="713"/>
                    </a:lnTo>
                    <a:cubicBezTo>
                      <a:pt x="372" y="682"/>
                      <a:pt x="372" y="682"/>
                      <a:pt x="372" y="682"/>
                    </a:cubicBezTo>
                    <a:lnTo>
                      <a:pt x="372" y="682"/>
                    </a:lnTo>
                    <a:cubicBezTo>
                      <a:pt x="372" y="651"/>
                      <a:pt x="372" y="651"/>
                      <a:pt x="372" y="651"/>
                    </a:cubicBezTo>
                    <a:lnTo>
                      <a:pt x="372" y="651"/>
                    </a:lnTo>
                    <a:lnTo>
                      <a:pt x="372" y="651"/>
                    </a:lnTo>
                    <a:cubicBezTo>
                      <a:pt x="372" y="619"/>
                      <a:pt x="372" y="619"/>
                      <a:pt x="372" y="619"/>
                    </a:cubicBezTo>
                    <a:lnTo>
                      <a:pt x="372" y="619"/>
                    </a:lnTo>
                    <a:lnTo>
                      <a:pt x="403" y="589"/>
                    </a:lnTo>
                    <a:cubicBezTo>
                      <a:pt x="433" y="589"/>
                      <a:pt x="465" y="558"/>
                      <a:pt x="496" y="558"/>
                    </a:cubicBezTo>
                    <a:lnTo>
                      <a:pt x="496" y="558"/>
                    </a:lnTo>
                    <a:lnTo>
                      <a:pt x="496" y="558"/>
                    </a:lnTo>
                    <a:lnTo>
                      <a:pt x="527" y="558"/>
                    </a:lnTo>
                    <a:lnTo>
                      <a:pt x="527" y="558"/>
                    </a:lnTo>
                    <a:cubicBezTo>
                      <a:pt x="557" y="558"/>
                      <a:pt x="589" y="558"/>
                      <a:pt x="589" y="558"/>
                    </a:cubicBezTo>
                    <a:lnTo>
                      <a:pt x="589" y="558"/>
                    </a:lnTo>
                    <a:cubicBezTo>
                      <a:pt x="620" y="558"/>
                      <a:pt x="620" y="527"/>
                      <a:pt x="620" y="527"/>
                    </a:cubicBezTo>
                    <a:lnTo>
                      <a:pt x="620" y="527"/>
                    </a:lnTo>
                    <a:cubicBezTo>
                      <a:pt x="620" y="495"/>
                      <a:pt x="620" y="495"/>
                      <a:pt x="620" y="495"/>
                    </a:cubicBezTo>
                    <a:lnTo>
                      <a:pt x="620" y="495"/>
                    </a:lnTo>
                    <a:lnTo>
                      <a:pt x="620" y="495"/>
                    </a:lnTo>
                    <a:lnTo>
                      <a:pt x="589" y="495"/>
                    </a:lnTo>
                    <a:cubicBezTo>
                      <a:pt x="589" y="495"/>
                      <a:pt x="557" y="465"/>
                      <a:pt x="557" y="434"/>
                    </a:cubicBezTo>
                    <a:lnTo>
                      <a:pt x="557" y="434"/>
                    </a:lnTo>
                    <a:lnTo>
                      <a:pt x="557" y="434"/>
                    </a:lnTo>
                    <a:lnTo>
                      <a:pt x="557" y="434"/>
                    </a:lnTo>
                    <a:lnTo>
                      <a:pt x="527" y="434"/>
                    </a:lnTo>
                    <a:lnTo>
                      <a:pt x="527" y="434"/>
                    </a:lnTo>
                    <a:cubicBezTo>
                      <a:pt x="527" y="434"/>
                      <a:pt x="527" y="434"/>
                      <a:pt x="496" y="434"/>
                    </a:cubicBezTo>
                    <a:lnTo>
                      <a:pt x="496" y="434"/>
                    </a:lnTo>
                    <a:cubicBezTo>
                      <a:pt x="496" y="434"/>
                      <a:pt x="496" y="434"/>
                      <a:pt x="465" y="403"/>
                    </a:cubicBezTo>
                    <a:lnTo>
                      <a:pt x="465" y="371"/>
                    </a:lnTo>
                    <a:cubicBezTo>
                      <a:pt x="465" y="341"/>
                      <a:pt x="465" y="341"/>
                      <a:pt x="465" y="341"/>
                    </a:cubicBezTo>
                    <a:lnTo>
                      <a:pt x="465" y="341"/>
                    </a:lnTo>
                    <a:lnTo>
                      <a:pt x="465" y="341"/>
                    </a:lnTo>
                    <a:lnTo>
                      <a:pt x="465" y="310"/>
                    </a:lnTo>
                    <a:lnTo>
                      <a:pt x="465" y="310"/>
                    </a:lnTo>
                    <a:cubicBezTo>
                      <a:pt x="465" y="279"/>
                      <a:pt x="465" y="279"/>
                      <a:pt x="465" y="279"/>
                    </a:cubicBezTo>
                    <a:lnTo>
                      <a:pt x="465" y="279"/>
                    </a:lnTo>
                    <a:lnTo>
                      <a:pt x="465" y="279"/>
                    </a:lnTo>
                    <a:cubicBezTo>
                      <a:pt x="465" y="248"/>
                      <a:pt x="465" y="248"/>
                      <a:pt x="465" y="248"/>
                    </a:cubicBezTo>
                    <a:lnTo>
                      <a:pt x="465" y="248"/>
                    </a:lnTo>
                    <a:lnTo>
                      <a:pt x="465" y="248"/>
                    </a:lnTo>
                    <a:lnTo>
                      <a:pt x="433" y="248"/>
                    </a:lnTo>
                    <a:cubicBezTo>
                      <a:pt x="433" y="248"/>
                      <a:pt x="433" y="248"/>
                      <a:pt x="403" y="248"/>
                    </a:cubicBezTo>
                    <a:cubicBezTo>
                      <a:pt x="403" y="248"/>
                      <a:pt x="372" y="248"/>
                      <a:pt x="372" y="217"/>
                    </a:cubicBezTo>
                    <a:cubicBezTo>
                      <a:pt x="372" y="217"/>
                      <a:pt x="372" y="217"/>
                      <a:pt x="341" y="217"/>
                    </a:cubicBezTo>
                    <a:cubicBezTo>
                      <a:pt x="341" y="186"/>
                      <a:pt x="341" y="186"/>
                      <a:pt x="341" y="186"/>
                    </a:cubicBezTo>
                    <a:lnTo>
                      <a:pt x="341" y="186"/>
                    </a:lnTo>
                    <a:lnTo>
                      <a:pt x="341" y="186"/>
                    </a:lnTo>
                    <a:cubicBezTo>
                      <a:pt x="309" y="186"/>
                      <a:pt x="309" y="186"/>
                      <a:pt x="279" y="186"/>
                    </a:cubicBezTo>
                    <a:lnTo>
                      <a:pt x="279" y="186"/>
                    </a:lnTo>
                    <a:lnTo>
                      <a:pt x="279" y="186"/>
                    </a:lnTo>
                    <a:lnTo>
                      <a:pt x="279" y="186"/>
                    </a:lnTo>
                    <a:lnTo>
                      <a:pt x="279" y="186"/>
                    </a:lnTo>
                    <a:lnTo>
                      <a:pt x="279" y="186"/>
                    </a:lnTo>
                    <a:cubicBezTo>
                      <a:pt x="279" y="186"/>
                      <a:pt x="248" y="186"/>
                      <a:pt x="248" y="154"/>
                    </a:cubicBezTo>
                    <a:lnTo>
                      <a:pt x="248" y="154"/>
                    </a:lnTo>
                    <a:cubicBezTo>
                      <a:pt x="217" y="154"/>
                      <a:pt x="217" y="154"/>
                      <a:pt x="217" y="124"/>
                    </a:cubicBezTo>
                    <a:lnTo>
                      <a:pt x="217" y="124"/>
                    </a:lnTo>
                    <a:cubicBezTo>
                      <a:pt x="185" y="124"/>
                      <a:pt x="185" y="93"/>
                      <a:pt x="185"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10" name="Freeform 159">
                <a:extLst>
                  <a:ext uri="{FF2B5EF4-FFF2-40B4-BE49-F238E27FC236}">
                    <a16:creationId xmlns:a16="http://schemas.microsoft.com/office/drawing/2014/main" id="{2F0FCA99-CEBF-E486-886E-6CFF282964B3}"/>
                  </a:ext>
                </a:extLst>
              </p:cNvPr>
              <p:cNvSpPr>
                <a:spLocks noChangeArrowheads="1"/>
              </p:cNvSpPr>
              <p:nvPr/>
            </p:nvSpPr>
            <p:spPr bwMode="auto">
              <a:xfrm>
                <a:off x="2195513" y="3632200"/>
                <a:ext cx="1587" cy="11113"/>
              </a:xfrm>
              <a:custGeom>
                <a:avLst/>
                <a:gdLst>
                  <a:gd name="T0" fmla="*/ 0 w 1"/>
                  <a:gd name="T1" fmla="*/ 0 h 32"/>
                  <a:gd name="T2" fmla="*/ 0 w 1"/>
                  <a:gd name="T3" fmla="*/ 0 h 32"/>
                  <a:gd name="T4" fmla="*/ 0 w 1"/>
                  <a:gd name="T5" fmla="*/ 31 h 32"/>
                  <a:gd name="T6" fmla="*/ 0 w 1"/>
                  <a:gd name="T7" fmla="*/ 31 h 32"/>
                  <a:gd name="T8" fmla="*/ 0 w 1"/>
                  <a:gd name="T9" fmla="*/ 31 h 32"/>
                  <a:gd name="T10" fmla="*/ 0 w 1"/>
                  <a:gd name="T11" fmla="*/ 0 h 32"/>
                </a:gdLst>
                <a:ahLst/>
                <a:cxnLst>
                  <a:cxn ang="0">
                    <a:pos x="T0" y="T1"/>
                  </a:cxn>
                  <a:cxn ang="0">
                    <a:pos x="T2" y="T3"/>
                  </a:cxn>
                  <a:cxn ang="0">
                    <a:pos x="T4" y="T5"/>
                  </a:cxn>
                  <a:cxn ang="0">
                    <a:pos x="T6" y="T7"/>
                  </a:cxn>
                  <a:cxn ang="0">
                    <a:pos x="T8" y="T9"/>
                  </a:cxn>
                  <a:cxn ang="0">
                    <a:pos x="T10" y="T11"/>
                  </a:cxn>
                </a:cxnLst>
                <a:rect l="0" t="0" r="r" b="b"/>
                <a:pathLst>
                  <a:path w="1" h="32">
                    <a:moveTo>
                      <a:pt x="0" y="0"/>
                    </a:moveTo>
                    <a:lnTo>
                      <a:pt x="0" y="0"/>
                    </a:lnTo>
                    <a:lnTo>
                      <a:pt x="0" y="31"/>
                    </a:lnTo>
                    <a:lnTo>
                      <a:pt x="0" y="31"/>
                    </a:lnTo>
                    <a:lnTo>
                      <a:pt x="0" y="31"/>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11" name="Freeform 160">
                <a:extLst>
                  <a:ext uri="{FF2B5EF4-FFF2-40B4-BE49-F238E27FC236}">
                    <a16:creationId xmlns:a16="http://schemas.microsoft.com/office/drawing/2014/main" id="{8C9611A7-4A2A-19DB-A272-9BA00D0DFC5F}"/>
                  </a:ext>
                </a:extLst>
              </p:cNvPr>
              <p:cNvSpPr>
                <a:spLocks noChangeArrowheads="1"/>
              </p:cNvSpPr>
              <p:nvPr/>
            </p:nvSpPr>
            <p:spPr bwMode="auto">
              <a:xfrm>
                <a:off x="2062163" y="2673350"/>
                <a:ext cx="257175" cy="938213"/>
              </a:xfrm>
              <a:custGeom>
                <a:avLst/>
                <a:gdLst>
                  <a:gd name="T0" fmla="*/ 465 w 714"/>
                  <a:gd name="T1" fmla="*/ 2511 h 2605"/>
                  <a:gd name="T2" fmla="*/ 465 w 714"/>
                  <a:gd name="T3" fmla="*/ 2448 h 2605"/>
                  <a:gd name="T4" fmla="*/ 496 w 714"/>
                  <a:gd name="T5" fmla="*/ 2356 h 2605"/>
                  <a:gd name="T6" fmla="*/ 496 w 714"/>
                  <a:gd name="T7" fmla="*/ 2293 h 2605"/>
                  <a:gd name="T8" fmla="*/ 527 w 714"/>
                  <a:gd name="T9" fmla="*/ 2232 h 2605"/>
                  <a:gd name="T10" fmla="*/ 557 w 714"/>
                  <a:gd name="T11" fmla="*/ 2108 h 2605"/>
                  <a:gd name="T12" fmla="*/ 527 w 714"/>
                  <a:gd name="T13" fmla="*/ 1984 h 2605"/>
                  <a:gd name="T14" fmla="*/ 527 w 714"/>
                  <a:gd name="T15" fmla="*/ 1922 h 2605"/>
                  <a:gd name="T16" fmla="*/ 557 w 714"/>
                  <a:gd name="T17" fmla="*/ 1828 h 2605"/>
                  <a:gd name="T18" fmla="*/ 589 w 714"/>
                  <a:gd name="T19" fmla="*/ 1704 h 2605"/>
                  <a:gd name="T20" fmla="*/ 620 w 714"/>
                  <a:gd name="T21" fmla="*/ 1674 h 2605"/>
                  <a:gd name="T22" fmla="*/ 651 w 714"/>
                  <a:gd name="T23" fmla="*/ 1612 h 2605"/>
                  <a:gd name="T24" fmla="*/ 651 w 714"/>
                  <a:gd name="T25" fmla="*/ 1550 h 2605"/>
                  <a:gd name="T26" fmla="*/ 713 w 714"/>
                  <a:gd name="T27" fmla="*/ 1456 h 2605"/>
                  <a:gd name="T28" fmla="*/ 681 w 714"/>
                  <a:gd name="T29" fmla="*/ 1395 h 2605"/>
                  <a:gd name="T30" fmla="*/ 651 w 714"/>
                  <a:gd name="T31" fmla="*/ 1302 h 2605"/>
                  <a:gd name="T32" fmla="*/ 620 w 714"/>
                  <a:gd name="T33" fmla="*/ 1208 h 2605"/>
                  <a:gd name="T34" fmla="*/ 620 w 714"/>
                  <a:gd name="T35" fmla="*/ 1178 h 2605"/>
                  <a:gd name="T36" fmla="*/ 589 w 714"/>
                  <a:gd name="T37" fmla="*/ 1116 h 2605"/>
                  <a:gd name="T38" fmla="*/ 557 w 714"/>
                  <a:gd name="T39" fmla="*/ 1054 h 2605"/>
                  <a:gd name="T40" fmla="*/ 620 w 714"/>
                  <a:gd name="T41" fmla="*/ 992 h 2605"/>
                  <a:gd name="T42" fmla="*/ 589 w 714"/>
                  <a:gd name="T43" fmla="*/ 930 h 2605"/>
                  <a:gd name="T44" fmla="*/ 620 w 714"/>
                  <a:gd name="T45" fmla="*/ 868 h 2605"/>
                  <a:gd name="T46" fmla="*/ 620 w 714"/>
                  <a:gd name="T47" fmla="*/ 775 h 2605"/>
                  <a:gd name="T48" fmla="*/ 620 w 714"/>
                  <a:gd name="T49" fmla="*/ 743 h 2605"/>
                  <a:gd name="T50" fmla="*/ 589 w 714"/>
                  <a:gd name="T51" fmla="*/ 682 h 2605"/>
                  <a:gd name="T52" fmla="*/ 557 w 714"/>
                  <a:gd name="T53" fmla="*/ 682 h 2605"/>
                  <a:gd name="T54" fmla="*/ 465 w 714"/>
                  <a:gd name="T55" fmla="*/ 620 h 2605"/>
                  <a:gd name="T56" fmla="*/ 433 w 714"/>
                  <a:gd name="T57" fmla="*/ 589 h 2605"/>
                  <a:gd name="T58" fmla="*/ 372 w 714"/>
                  <a:gd name="T59" fmla="*/ 527 h 2605"/>
                  <a:gd name="T60" fmla="*/ 341 w 714"/>
                  <a:gd name="T61" fmla="*/ 465 h 2605"/>
                  <a:gd name="T62" fmla="*/ 341 w 714"/>
                  <a:gd name="T63" fmla="*/ 403 h 2605"/>
                  <a:gd name="T64" fmla="*/ 372 w 714"/>
                  <a:gd name="T65" fmla="*/ 341 h 2605"/>
                  <a:gd name="T66" fmla="*/ 372 w 714"/>
                  <a:gd name="T67" fmla="*/ 310 h 2605"/>
                  <a:gd name="T68" fmla="*/ 403 w 714"/>
                  <a:gd name="T69" fmla="*/ 248 h 2605"/>
                  <a:gd name="T70" fmla="*/ 527 w 714"/>
                  <a:gd name="T71" fmla="*/ 186 h 2605"/>
                  <a:gd name="T72" fmla="*/ 527 w 714"/>
                  <a:gd name="T73" fmla="*/ 124 h 2605"/>
                  <a:gd name="T74" fmla="*/ 433 w 714"/>
                  <a:gd name="T75" fmla="*/ 124 h 2605"/>
                  <a:gd name="T76" fmla="*/ 372 w 714"/>
                  <a:gd name="T77" fmla="*/ 31 h 2605"/>
                  <a:gd name="T78" fmla="*/ 309 w 714"/>
                  <a:gd name="T79" fmla="*/ 31 h 2605"/>
                  <a:gd name="T80" fmla="*/ 186 w 714"/>
                  <a:gd name="T81" fmla="*/ 124 h 2605"/>
                  <a:gd name="T82" fmla="*/ 92 w 714"/>
                  <a:gd name="T83" fmla="*/ 310 h 2605"/>
                  <a:gd name="T84" fmla="*/ 31 w 714"/>
                  <a:gd name="T85" fmla="*/ 248 h 2605"/>
                  <a:gd name="T86" fmla="*/ 0 w 714"/>
                  <a:gd name="T87" fmla="*/ 279 h 2605"/>
                  <a:gd name="T88" fmla="*/ 62 w 714"/>
                  <a:gd name="T89" fmla="*/ 434 h 2605"/>
                  <a:gd name="T90" fmla="*/ 124 w 714"/>
                  <a:gd name="T91" fmla="*/ 558 h 2605"/>
                  <a:gd name="T92" fmla="*/ 186 w 714"/>
                  <a:gd name="T93" fmla="*/ 682 h 2605"/>
                  <a:gd name="T94" fmla="*/ 279 w 714"/>
                  <a:gd name="T95" fmla="*/ 868 h 2605"/>
                  <a:gd name="T96" fmla="*/ 433 w 714"/>
                  <a:gd name="T97" fmla="*/ 992 h 2605"/>
                  <a:gd name="T98" fmla="*/ 557 w 714"/>
                  <a:gd name="T99" fmla="*/ 1116 h 2605"/>
                  <a:gd name="T100" fmla="*/ 589 w 714"/>
                  <a:gd name="T101" fmla="*/ 1271 h 2605"/>
                  <a:gd name="T102" fmla="*/ 557 w 714"/>
                  <a:gd name="T103" fmla="*/ 1426 h 2605"/>
                  <a:gd name="T104" fmla="*/ 557 w 714"/>
                  <a:gd name="T105" fmla="*/ 1550 h 2605"/>
                  <a:gd name="T106" fmla="*/ 527 w 714"/>
                  <a:gd name="T107" fmla="*/ 1736 h 2605"/>
                  <a:gd name="T108" fmla="*/ 527 w 714"/>
                  <a:gd name="T109" fmla="*/ 1828 h 2605"/>
                  <a:gd name="T110" fmla="*/ 496 w 714"/>
                  <a:gd name="T111" fmla="*/ 1952 h 2605"/>
                  <a:gd name="T112" fmla="*/ 496 w 714"/>
                  <a:gd name="T113" fmla="*/ 2139 h 2605"/>
                  <a:gd name="T114" fmla="*/ 433 w 714"/>
                  <a:gd name="T115" fmla="*/ 2293 h 2605"/>
                  <a:gd name="T116" fmla="*/ 403 w 714"/>
                  <a:gd name="T117" fmla="*/ 2356 h 2605"/>
                  <a:gd name="T118" fmla="*/ 372 w 714"/>
                  <a:gd name="T119" fmla="*/ 2572 h 2605"/>
                  <a:gd name="T120" fmla="*/ 433 w 714"/>
                  <a:gd name="T121" fmla="*/ 2572 h 2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14" h="2605">
                    <a:moveTo>
                      <a:pt x="433" y="2541"/>
                    </a:moveTo>
                    <a:lnTo>
                      <a:pt x="433" y="2541"/>
                    </a:lnTo>
                    <a:lnTo>
                      <a:pt x="433" y="2541"/>
                    </a:lnTo>
                    <a:cubicBezTo>
                      <a:pt x="433" y="2541"/>
                      <a:pt x="433" y="2541"/>
                      <a:pt x="465" y="2511"/>
                    </a:cubicBezTo>
                    <a:lnTo>
                      <a:pt x="465" y="2511"/>
                    </a:lnTo>
                    <a:lnTo>
                      <a:pt x="465" y="2511"/>
                    </a:lnTo>
                    <a:lnTo>
                      <a:pt x="465" y="2511"/>
                    </a:lnTo>
                    <a:lnTo>
                      <a:pt x="465" y="2480"/>
                    </a:lnTo>
                    <a:lnTo>
                      <a:pt x="465" y="2480"/>
                    </a:lnTo>
                    <a:cubicBezTo>
                      <a:pt x="465" y="2480"/>
                      <a:pt x="465" y="2480"/>
                      <a:pt x="465" y="2448"/>
                    </a:cubicBezTo>
                    <a:lnTo>
                      <a:pt x="465" y="2448"/>
                    </a:lnTo>
                    <a:lnTo>
                      <a:pt x="465" y="2448"/>
                    </a:lnTo>
                    <a:cubicBezTo>
                      <a:pt x="465" y="2417"/>
                      <a:pt x="465" y="2417"/>
                      <a:pt x="496" y="2417"/>
                    </a:cubicBezTo>
                    <a:lnTo>
                      <a:pt x="496" y="2387"/>
                    </a:lnTo>
                    <a:cubicBezTo>
                      <a:pt x="496" y="2387"/>
                      <a:pt x="496" y="2387"/>
                      <a:pt x="496" y="2356"/>
                    </a:cubicBezTo>
                    <a:lnTo>
                      <a:pt x="496" y="2356"/>
                    </a:lnTo>
                    <a:cubicBezTo>
                      <a:pt x="496" y="2356"/>
                      <a:pt x="496" y="2356"/>
                      <a:pt x="496" y="2324"/>
                    </a:cubicBezTo>
                    <a:lnTo>
                      <a:pt x="496" y="2324"/>
                    </a:lnTo>
                    <a:lnTo>
                      <a:pt x="496" y="2324"/>
                    </a:lnTo>
                    <a:lnTo>
                      <a:pt x="496" y="2293"/>
                    </a:lnTo>
                    <a:lnTo>
                      <a:pt x="496" y="2293"/>
                    </a:lnTo>
                    <a:cubicBezTo>
                      <a:pt x="496" y="2263"/>
                      <a:pt x="496" y="2263"/>
                      <a:pt x="496" y="2263"/>
                    </a:cubicBezTo>
                    <a:cubicBezTo>
                      <a:pt x="496" y="2263"/>
                      <a:pt x="527" y="2263"/>
                      <a:pt x="527" y="2232"/>
                    </a:cubicBezTo>
                    <a:lnTo>
                      <a:pt x="527" y="2232"/>
                    </a:lnTo>
                    <a:lnTo>
                      <a:pt x="527" y="2232"/>
                    </a:lnTo>
                    <a:lnTo>
                      <a:pt x="527" y="2232"/>
                    </a:lnTo>
                    <a:lnTo>
                      <a:pt x="527" y="2200"/>
                    </a:lnTo>
                    <a:cubicBezTo>
                      <a:pt x="527" y="2200"/>
                      <a:pt x="527" y="2200"/>
                      <a:pt x="527" y="2169"/>
                    </a:cubicBezTo>
                    <a:cubicBezTo>
                      <a:pt x="527" y="2169"/>
                      <a:pt x="527" y="2169"/>
                      <a:pt x="557" y="2169"/>
                    </a:cubicBezTo>
                    <a:cubicBezTo>
                      <a:pt x="557" y="2169"/>
                      <a:pt x="557" y="2139"/>
                      <a:pt x="557" y="2108"/>
                    </a:cubicBezTo>
                    <a:lnTo>
                      <a:pt x="557" y="2108"/>
                    </a:lnTo>
                    <a:lnTo>
                      <a:pt x="557" y="2076"/>
                    </a:lnTo>
                    <a:cubicBezTo>
                      <a:pt x="557" y="2076"/>
                      <a:pt x="557" y="2076"/>
                      <a:pt x="557" y="2046"/>
                    </a:cubicBezTo>
                    <a:cubicBezTo>
                      <a:pt x="557" y="2046"/>
                      <a:pt x="527" y="2046"/>
                      <a:pt x="527" y="2015"/>
                    </a:cubicBezTo>
                    <a:cubicBezTo>
                      <a:pt x="527" y="2015"/>
                      <a:pt x="527" y="2015"/>
                      <a:pt x="527" y="1984"/>
                    </a:cubicBezTo>
                    <a:lnTo>
                      <a:pt x="527" y="1984"/>
                    </a:lnTo>
                    <a:lnTo>
                      <a:pt x="527" y="1952"/>
                    </a:lnTo>
                    <a:lnTo>
                      <a:pt x="527" y="1952"/>
                    </a:lnTo>
                    <a:cubicBezTo>
                      <a:pt x="527" y="1922"/>
                      <a:pt x="527" y="1922"/>
                      <a:pt x="527" y="1922"/>
                    </a:cubicBezTo>
                    <a:lnTo>
                      <a:pt x="527" y="1922"/>
                    </a:lnTo>
                    <a:lnTo>
                      <a:pt x="527" y="1922"/>
                    </a:lnTo>
                    <a:cubicBezTo>
                      <a:pt x="557" y="1891"/>
                      <a:pt x="557" y="1891"/>
                      <a:pt x="557" y="1891"/>
                    </a:cubicBezTo>
                    <a:lnTo>
                      <a:pt x="557" y="1860"/>
                    </a:lnTo>
                    <a:lnTo>
                      <a:pt x="557" y="1860"/>
                    </a:lnTo>
                    <a:cubicBezTo>
                      <a:pt x="557" y="1828"/>
                      <a:pt x="557" y="1828"/>
                      <a:pt x="557" y="1828"/>
                    </a:cubicBezTo>
                    <a:lnTo>
                      <a:pt x="557" y="1828"/>
                    </a:lnTo>
                    <a:lnTo>
                      <a:pt x="557" y="1798"/>
                    </a:lnTo>
                    <a:lnTo>
                      <a:pt x="557" y="1798"/>
                    </a:lnTo>
                    <a:lnTo>
                      <a:pt x="557" y="1798"/>
                    </a:lnTo>
                    <a:cubicBezTo>
                      <a:pt x="557" y="1767"/>
                      <a:pt x="589" y="1736"/>
                      <a:pt x="589" y="1704"/>
                    </a:cubicBezTo>
                    <a:cubicBezTo>
                      <a:pt x="620" y="1704"/>
                      <a:pt x="620" y="1674"/>
                      <a:pt x="620" y="1674"/>
                    </a:cubicBezTo>
                    <a:lnTo>
                      <a:pt x="620" y="1674"/>
                    </a:lnTo>
                    <a:lnTo>
                      <a:pt x="620" y="1674"/>
                    </a:lnTo>
                    <a:lnTo>
                      <a:pt x="620" y="1674"/>
                    </a:lnTo>
                    <a:lnTo>
                      <a:pt x="620" y="1674"/>
                    </a:lnTo>
                    <a:cubicBezTo>
                      <a:pt x="620" y="1643"/>
                      <a:pt x="620" y="1643"/>
                      <a:pt x="620" y="1643"/>
                    </a:cubicBezTo>
                    <a:lnTo>
                      <a:pt x="651" y="1643"/>
                    </a:lnTo>
                    <a:lnTo>
                      <a:pt x="651" y="1643"/>
                    </a:lnTo>
                    <a:lnTo>
                      <a:pt x="651" y="1612"/>
                    </a:lnTo>
                    <a:lnTo>
                      <a:pt x="651" y="1612"/>
                    </a:lnTo>
                    <a:lnTo>
                      <a:pt x="651" y="1612"/>
                    </a:lnTo>
                    <a:lnTo>
                      <a:pt x="651" y="1580"/>
                    </a:lnTo>
                    <a:lnTo>
                      <a:pt x="620" y="1580"/>
                    </a:lnTo>
                    <a:lnTo>
                      <a:pt x="651" y="1550"/>
                    </a:lnTo>
                    <a:lnTo>
                      <a:pt x="651" y="1550"/>
                    </a:lnTo>
                    <a:lnTo>
                      <a:pt x="620" y="1519"/>
                    </a:lnTo>
                    <a:lnTo>
                      <a:pt x="651" y="1488"/>
                    </a:lnTo>
                    <a:lnTo>
                      <a:pt x="651" y="1488"/>
                    </a:lnTo>
                    <a:cubicBezTo>
                      <a:pt x="681" y="1488"/>
                      <a:pt x="681" y="1456"/>
                      <a:pt x="713" y="1456"/>
                    </a:cubicBezTo>
                    <a:lnTo>
                      <a:pt x="713" y="1456"/>
                    </a:lnTo>
                    <a:lnTo>
                      <a:pt x="713" y="1456"/>
                    </a:lnTo>
                    <a:lnTo>
                      <a:pt x="713" y="1426"/>
                    </a:lnTo>
                    <a:lnTo>
                      <a:pt x="713" y="1426"/>
                    </a:lnTo>
                    <a:lnTo>
                      <a:pt x="713" y="1426"/>
                    </a:lnTo>
                    <a:cubicBezTo>
                      <a:pt x="681" y="1426"/>
                      <a:pt x="681" y="1426"/>
                      <a:pt x="681" y="1395"/>
                    </a:cubicBezTo>
                    <a:lnTo>
                      <a:pt x="681" y="1395"/>
                    </a:lnTo>
                    <a:cubicBezTo>
                      <a:pt x="681" y="1364"/>
                      <a:pt x="681" y="1364"/>
                      <a:pt x="681" y="1364"/>
                    </a:cubicBezTo>
                    <a:lnTo>
                      <a:pt x="681" y="1364"/>
                    </a:lnTo>
                    <a:cubicBezTo>
                      <a:pt x="651" y="1364"/>
                      <a:pt x="651" y="1332"/>
                      <a:pt x="651" y="1302"/>
                    </a:cubicBezTo>
                    <a:lnTo>
                      <a:pt x="651" y="1302"/>
                    </a:lnTo>
                    <a:lnTo>
                      <a:pt x="651" y="1302"/>
                    </a:lnTo>
                    <a:lnTo>
                      <a:pt x="651" y="1302"/>
                    </a:lnTo>
                    <a:cubicBezTo>
                      <a:pt x="620" y="1271"/>
                      <a:pt x="620" y="1240"/>
                      <a:pt x="620" y="1240"/>
                    </a:cubicBezTo>
                    <a:lnTo>
                      <a:pt x="620" y="1240"/>
                    </a:lnTo>
                    <a:lnTo>
                      <a:pt x="620" y="1208"/>
                    </a:lnTo>
                    <a:lnTo>
                      <a:pt x="620" y="1208"/>
                    </a:lnTo>
                    <a:lnTo>
                      <a:pt x="620" y="1178"/>
                    </a:lnTo>
                    <a:lnTo>
                      <a:pt x="620" y="1178"/>
                    </a:lnTo>
                    <a:lnTo>
                      <a:pt x="620" y="1178"/>
                    </a:lnTo>
                    <a:lnTo>
                      <a:pt x="620" y="1178"/>
                    </a:lnTo>
                    <a:lnTo>
                      <a:pt x="620" y="1178"/>
                    </a:lnTo>
                    <a:lnTo>
                      <a:pt x="620" y="1147"/>
                    </a:lnTo>
                    <a:lnTo>
                      <a:pt x="620" y="1147"/>
                    </a:lnTo>
                    <a:lnTo>
                      <a:pt x="620" y="1116"/>
                    </a:lnTo>
                    <a:lnTo>
                      <a:pt x="589" y="1116"/>
                    </a:lnTo>
                    <a:lnTo>
                      <a:pt x="589" y="1116"/>
                    </a:lnTo>
                    <a:cubicBezTo>
                      <a:pt x="589" y="1116"/>
                      <a:pt x="589" y="1116"/>
                      <a:pt x="589" y="1084"/>
                    </a:cubicBezTo>
                    <a:lnTo>
                      <a:pt x="589" y="1084"/>
                    </a:lnTo>
                    <a:lnTo>
                      <a:pt x="557" y="1054"/>
                    </a:lnTo>
                    <a:lnTo>
                      <a:pt x="557" y="1054"/>
                    </a:lnTo>
                    <a:cubicBezTo>
                      <a:pt x="557" y="1054"/>
                      <a:pt x="557" y="1054"/>
                      <a:pt x="589" y="1023"/>
                    </a:cubicBezTo>
                    <a:cubicBezTo>
                      <a:pt x="589" y="1023"/>
                      <a:pt x="589" y="1023"/>
                      <a:pt x="589" y="992"/>
                    </a:cubicBezTo>
                    <a:lnTo>
                      <a:pt x="589" y="992"/>
                    </a:lnTo>
                    <a:lnTo>
                      <a:pt x="620" y="992"/>
                    </a:lnTo>
                    <a:lnTo>
                      <a:pt x="620" y="992"/>
                    </a:lnTo>
                    <a:lnTo>
                      <a:pt x="620" y="992"/>
                    </a:lnTo>
                    <a:cubicBezTo>
                      <a:pt x="589" y="992"/>
                      <a:pt x="589" y="960"/>
                      <a:pt x="589" y="930"/>
                    </a:cubicBezTo>
                    <a:lnTo>
                      <a:pt x="589" y="930"/>
                    </a:lnTo>
                    <a:lnTo>
                      <a:pt x="589" y="930"/>
                    </a:lnTo>
                    <a:lnTo>
                      <a:pt x="589" y="930"/>
                    </a:lnTo>
                    <a:cubicBezTo>
                      <a:pt x="589" y="899"/>
                      <a:pt x="589" y="899"/>
                      <a:pt x="589" y="899"/>
                    </a:cubicBezTo>
                    <a:lnTo>
                      <a:pt x="589" y="899"/>
                    </a:lnTo>
                    <a:cubicBezTo>
                      <a:pt x="589" y="868"/>
                      <a:pt x="589" y="868"/>
                      <a:pt x="589" y="868"/>
                    </a:cubicBezTo>
                    <a:lnTo>
                      <a:pt x="620" y="868"/>
                    </a:lnTo>
                    <a:lnTo>
                      <a:pt x="620" y="868"/>
                    </a:lnTo>
                    <a:cubicBezTo>
                      <a:pt x="620" y="868"/>
                      <a:pt x="620" y="868"/>
                      <a:pt x="620" y="837"/>
                    </a:cubicBezTo>
                    <a:lnTo>
                      <a:pt x="589" y="837"/>
                    </a:lnTo>
                    <a:cubicBezTo>
                      <a:pt x="589" y="806"/>
                      <a:pt x="589" y="806"/>
                      <a:pt x="620" y="806"/>
                    </a:cubicBezTo>
                    <a:lnTo>
                      <a:pt x="620" y="806"/>
                    </a:lnTo>
                    <a:cubicBezTo>
                      <a:pt x="620" y="775"/>
                      <a:pt x="620" y="775"/>
                      <a:pt x="620" y="775"/>
                    </a:cubicBezTo>
                    <a:lnTo>
                      <a:pt x="620" y="775"/>
                    </a:lnTo>
                    <a:lnTo>
                      <a:pt x="620" y="775"/>
                    </a:lnTo>
                    <a:lnTo>
                      <a:pt x="620" y="775"/>
                    </a:lnTo>
                    <a:lnTo>
                      <a:pt x="620" y="775"/>
                    </a:lnTo>
                    <a:cubicBezTo>
                      <a:pt x="620" y="743"/>
                      <a:pt x="620" y="743"/>
                      <a:pt x="620" y="743"/>
                    </a:cubicBezTo>
                    <a:lnTo>
                      <a:pt x="620" y="743"/>
                    </a:lnTo>
                    <a:cubicBezTo>
                      <a:pt x="620" y="713"/>
                      <a:pt x="589" y="682"/>
                      <a:pt x="589" y="682"/>
                    </a:cubicBezTo>
                    <a:lnTo>
                      <a:pt x="589" y="682"/>
                    </a:lnTo>
                    <a:lnTo>
                      <a:pt x="589" y="682"/>
                    </a:lnTo>
                    <a:lnTo>
                      <a:pt x="589" y="682"/>
                    </a:lnTo>
                    <a:cubicBezTo>
                      <a:pt x="557" y="682"/>
                      <a:pt x="557" y="682"/>
                      <a:pt x="557" y="682"/>
                    </a:cubicBezTo>
                    <a:lnTo>
                      <a:pt x="557" y="682"/>
                    </a:lnTo>
                    <a:lnTo>
                      <a:pt x="557" y="682"/>
                    </a:lnTo>
                    <a:lnTo>
                      <a:pt x="557" y="682"/>
                    </a:lnTo>
                    <a:lnTo>
                      <a:pt x="557" y="682"/>
                    </a:lnTo>
                    <a:cubicBezTo>
                      <a:pt x="527" y="682"/>
                      <a:pt x="527" y="651"/>
                      <a:pt x="527" y="620"/>
                    </a:cubicBezTo>
                    <a:lnTo>
                      <a:pt x="527" y="620"/>
                    </a:lnTo>
                    <a:lnTo>
                      <a:pt x="527" y="620"/>
                    </a:lnTo>
                    <a:cubicBezTo>
                      <a:pt x="496" y="620"/>
                      <a:pt x="496" y="620"/>
                      <a:pt x="496" y="620"/>
                    </a:cubicBezTo>
                    <a:cubicBezTo>
                      <a:pt x="496" y="620"/>
                      <a:pt x="496" y="620"/>
                      <a:pt x="465" y="620"/>
                    </a:cubicBezTo>
                    <a:lnTo>
                      <a:pt x="465" y="620"/>
                    </a:lnTo>
                    <a:lnTo>
                      <a:pt x="465" y="620"/>
                    </a:lnTo>
                    <a:lnTo>
                      <a:pt x="465" y="620"/>
                    </a:lnTo>
                    <a:lnTo>
                      <a:pt x="465" y="620"/>
                    </a:lnTo>
                    <a:cubicBezTo>
                      <a:pt x="465" y="620"/>
                      <a:pt x="433" y="620"/>
                      <a:pt x="433" y="589"/>
                    </a:cubicBezTo>
                    <a:lnTo>
                      <a:pt x="433" y="589"/>
                    </a:lnTo>
                    <a:lnTo>
                      <a:pt x="433" y="589"/>
                    </a:lnTo>
                    <a:cubicBezTo>
                      <a:pt x="403" y="589"/>
                      <a:pt x="403" y="589"/>
                      <a:pt x="403" y="558"/>
                    </a:cubicBezTo>
                    <a:cubicBezTo>
                      <a:pt x="403" y="558"/>
                      <a:pt x="372" y="558"/>
                      <a:pt x="372" y="527"/>
                    </a:cubicBezTo>
                    <a:lnTo>
                      <a:pt x="372" y="527"/>
                    </a:lnTo>
                    <a:lnTo>
                      <a:pt x="372" y="527"/>
                    </a:lnTo>
                    <a:lnTo>
                      <a:pt x="372" y="527"/>
                    </a:lnTo>
                    <a:cubicBezTo>
                      <a:pt x="372" y="527"/>
                      <a:pt x="372" y="527"/>
                      <a:pt x="372" y="496"/>
                    </a:cubicBezTo>
                    <a:lnTo>
                      <a:pt x="372" y="496"/>
                    </a:lnTo>
                    <a:lnTo>
                      <a:pt x="341" y="465"/>
                    </a:lnTo>
                    <a:cubicBezTo>
                      <a:pt x="341" y="434"/>
                      <a:pt x="341" y="434"/>
                      <a:pt x="341" y="434"/>
                    </a:cubicBezTo>
                    <a:lnTo>
                      <a:pt x="341" y="434"/>
                    </a:lnTo>
                    <a:cubicBezTo>
                      <a:pt x="341" y="403"/>
                      <a:pt x="341" y="403"/>
                      <a:pt x="341" y="403"/>
                    </a:cubicBezTo>
                    <a:lnTo>
                      <a:pt x="341" y="403"/>
                    </a:lnTo>
                    <a:lnTo>
                      <a:pt x="341" y="403"/>
                    </a:lnTo>
                    <a:lnTo>
                      <a:pt x="341" y="372"/>
                    </a:lnTo>
                    <a:lnTo>
                      <a:pt x="341" y="372"/>
                    </a:lnTo>
                    <a:lnTo>
                      <a:pt x="341" y="372"/>
                    </a:lnTo>
                    <a:lnTo>
                      <a:pt x="372" y="341"/>
                    </a:lnTo>
                    <a:lnTo>
                      <a:pt x="372" y="341"/>
                    </a:lnTo>
                    <a:lnTo>
                      <a:pt x="372" y="341"/>
                    </a:lnTo>
                    <a:lnTo>
                      <a:pt x="372" y="341"/>
                    </a:lnTo>
                    <a:lnTo>
                      <a:pt x="372" y="341"/>
                    </a:lnTo>
                    <a:lnTo>
                      <a:pt x="372" y="341"/>
                    </a:lnTo>
                    <a:cubicBezTo>
                      <a:pt x="372" y="310"/>
                      <a:pt x="372" y="310"/>
                      <a:pt x="372" y="310"/>
                    </a:cubicBezTo>
                    <a:lnTo>
                      <a:pt x="372" y="310"/>
                    </a:lnTo>
                    <a:cubicBezTo>
                      <a:pt x="372" y="279"/>
                      <a:pt x="372" y="279"/>
                      <a:pt x="372" y="279"/>
                    </a:cubicBezTo>
                    <a:cubicBezTo>
                      <a:pt x="403" y="248"/>
                      <a:pt x="403" y="248"/>
                      <a:pt x="403" y="248"/>
                    </a:cubicBezTo>
                    <a:lnTo>
                      <a:pt x="403" y="248"/>
                    </a:lnTo>
                    <a:lnTo>
                      <a:pt x="403" y="248"/>
                    </a:lnTo>
                    <a:cubicBezTo>
                      <a:pt x="433" y="248"/>
                      <a:pt x="433" y="248"/>
                      <a:pt x="433" y="217"/>
                    </a:cubicBezTo>
                    <a:cubicBezTo>
                      <a:pt x="433" y="217"/>
                      <a:pt x="465" y="217"/>
                      <a:pt x="465" y="186"/>
                    </a:cubicBezTo>
                    <a:lnTo>
                      <a:pt x="496" y="186"/>
                    </a:lnTo>
                    <a:lnTo>
                      <a:pt x="496" y="186"/>
                    </a:lnTo>
                    <a:lnTo>
                      <a:pt x="527" y="186"/>
                    </a:lnTo>
                    <a:lnTo>
                      <a:pt x="527" y="186"/>
                    </a:lnTo>
                    <a:lnTo>
                      <a:pt x="527" y="186"/>
                    </a:lnTo>
                    <a:cubicBezTo>
                      <a:pt x="527" y="155"/>
                      <a:pt x="527" y="155"/>
                      <a:pt x="527" y="155"/>
                    </a:cubicBezTo>
                    <a:lnTo>
                      <a:pt x="527" y="124"/>
                    </a:lnTo>
                    <a:lnTo>
                      <a:pt x="527" y="124"/>
                    </a:lnTo>
                    <a:lnTo>
                      <a:pt x="527" y="124"/>
                    </a:lnTo>
                    <a:lnTo>
                      <a:pt x="527" y="124"/>
                    </a:lnTo>
                    <a:lnTo>
                      <a:pt x="496" y="124"/>
                    </a:lnTo>
                    <a:lnTo>
                      <a:pt x="465" y="124"/>
                    </a:lnTo>
                    <a:cubicBezTo>
                      <a:pt x="465" y="124"/>
                      <a:pt x="465" y="124"/>
                      <a:pt x="433" y="124"/>
                    </a:cubicBezTo>
                    <a:lnTo>
                      <a:pt x="433" y="124"/>
                    </a:lnTo>
                    <a:cubicBezTo>
                      <a:pt x="403" y="124"/>
                      <a:pt x="372" y="124"/>
                      <a:pt x="372" y="93"/>
                    </a:cubicBezTo>
                    <a:lnTo>
                      <a:pt x="372" y="62"/>
                    </a:lnTo>
                    <a:lnTo>
                      <a:pt x="372" y="62"/>
                    </a:lnTo>
                    <a:lnTo>
                      <a:pt x="372" y="31"/>
                    </a:lnTo>
                    <a:lnTo>
                      <a:pt x="372" y="31"/>
                    </a:lnTo>
                    <a:lnTo>
                      <a:pt x="341" y="31"/>
                    </a:lnTo>
                    <a:cubicBezTo>
                      <a:pt x="341" y="31"/>
                      <a:pt x="309" y="31"/>
                      <a:pt x="309" y="0"/>
                    </a:cubicBezTo>
                    <a:lnTo>
                      <a:pt x="309" y="0"/>
                    </a:lnTo>
                    <a:lnTo>
                      <a:pt x="309" y="31"/>
                    </a:lnTo>
                    <a:cubicBezTo>
                      <a:pt x="309" y="31"/>
                      <a:pt x="309" y="31"/>
                      <a:pt x="279" y="31"/>
                    </a:cubicBezTo>
                    <a:cubicBezTo>
                      <a:pt x="279" y="62"/>
                      <a:pt x="279" y="62"/>
                      <a:pt x="279" y="62"/>
                    </a:cubicBezTo>
                    <a:lnTo>
                      <a:pt x="279" y="62"/>
                    </a:lnTo>
                    <a:lnTo>
                      <a:pt x="279" y="62"/>
                    </a:lnTo>
                    <a:cubicBezTo>
                      <a:pt x="279" y="93"/>
                      <a:pt x="248" y="124"/>
                      <a:pt x="186" y="124"/>
                    </a:cubicBezTo>
                    <a:cubicBezTo>
                      <a:pt x="155" y="124"/>
                      <a:pt x="155" y="155"/>
                      <a:pt x="155" y="155"/>
                    </a:cubicBezTo>
                    <a:cubicBezTo>
                      <a:pt x="155" y="186"/>
                      <a:pt x="124" y="217"/>
                      <a:pt x="124" y="248"/>
                    </a:cubicBezTo>
                    <a:cubicBezTo>
                      <a:pt x="124" y="248"/>
                      <a:pt x="124" y="248"/>
                      <a:pt x="124" y="279"/>
                    </a:cubicBezTo>
                    <a:lnTo>
                      <a:pt x="92" y="279"/>
                    </a:lnTo>
                    <a:cubicBezTo>
                      <a:pt x="92" y="310"/>
                      <a:pt x="92" y="310"/>
                      <a:pt x="92" y="310"/>
                    </a:cubicBezTo>
                    <a:cubicBezTo>
                      <a:pt x="62" y="310"/>
                      <a:pt x="62" y="310"/>
                      <a:pt x="62" y="310"/>
                    </a:cubicBezTo>
                    <a:lnTo>
                      <a:pt x="62" y="310"/>
                    </a:lnTo>
                    <a:cubicBezTo>
                      <a:pt x="62" y="279"/>
                      <a:pt x="31" y="279"/>
                      <a:pt x="31" y="248"/>
                    </a:cubicBezTo>
                    <a:lnTo>
                      <a:pt x="31" y="248"/>
                    </a:lnTo>
                    <a:lnTo>
                      <a:pt x="31" y="248"/>
                    </a:lnTo>
                    <a:lnTo>
                      <a:pt x="31" y="248"/>
                    </a:lnTo>
                    <a:cubicBezTo>
                      <a:pt x="31" y="248"/>
                      <a:pt x="31" y="248"/>
                      <a:pt x="0" y="248"/>
                    </a:cubicBezTo>
                    <a:lnTo>
                      <a:pt x="0" y="248"/>
                    </a:lnTo>
                    <a:cubicBezTo>
                      <a:pt x="0" y="279"/>
                      <a:pt x="0" y="279"/>
                      <a:pt x="0" y="279"/>
                    </a:cubicBezTo>
                    <a:lnTo>
                      <a:pt x="0" y="279"/>
                    </a:lnTo>
                    <a:lnTo>
                      <a:pt x="0" y="310"/>
                    </a:lnTo>
                    <a:lnTo>
                      <a:pt x="0" y="310"/>
                    </a:lnTo>
                    <a:cubicBezTo>
                      <a:pt x="0" y="310"/>
                      <a:pt x="31" y="341"/>
                      <a:pt x="62" y="372"/>
                    </a:cubicBezTo>
                    <a:lnTo>
                      <a:pt x="62" y="372"/>
                    </a:lnTo>
                    <a:cubicBezTo>
                      <a:pt x="62" y="403"/>
                      <a:pt x="62" y="403"/>
                      <a:pt x="62" y="434"/>
                    </a:cubicBezTo>
                    <a:lnTo>
                      <a:pt x="92" y="434"/>
                    </a:lnTo>
                    <a:lnTo>
                      <a:pt x="92" y="465"/>
                    </a:lnTo>
                    <a:cubicBezTo>
                      <a:pt x="92" y="465"/>
                      <a:pt x="92" y="465"/>
                      <a:pt x="124" y="465"/>
                    </a:cubicBezTo>
                    <a:cubicBezTo>
                      <a:pt x="124" y="496"/>
                      <a:pt x="124" y="527"/>
                      <a:pt x="124" y="527"/>
                    </a:cubicBezTo>
                    <a:cubicBezTo>
                      <a:pt x="124" y="527"/>
                      <a:pt x="124" y="527"/>
                      <a:pt x="124" y="558"/>
                    </a:cubicBezTo>
                    <a:lnTo>
                      <a:pt x="155" y="589"/>
                    </a:lnTo>
                    <a:cubicBezTo>
                      <a:pt x="186" y="620"/>
                      <a:pt x="186" y="620"/>
                      <a:pt x="186" y="651"/>
                    </a:cubicBezTo>
                    <a:cubicBezTo>
                      <a:pt x="186" y="682"/>
                      <a:pt x="186" y="682"/>
                      <a:pt x="186" y="682"/>
                    </a:cubicBezTo>
                    <a:lnTo>
                      <a:pt x="186" y="682"/>
                    </a:lnTo>
                    <a:lnTo>
                      <a:pt x="186" y="682"/>
                    </a:lnTo>
                    <a:cubicBezTo>
                      <a:pt x="186" y="682"/>
                      <a:pt x="186" y="682"/>
                      <a:pt x="217" y="713"/>
                    </a:cubicBezTo>
                    <a:cubicBezTo>
                      <a:pt x="217" y="713"/>
                      <a:pt x="217" y="743"/>
                      <a:pt x="248" y="743"/>
                    </a:cubicBezTo>
                    <a:cubicBezTo>
                      <a:pt x="248" y="775"/>
                      <a:pt x="248" y="806"/>
                      <a:pt x="248" y="806"/>
                    </a:cubicBezTo>
                    <a:cubicBezTo>
                      <a:pt x="248" y="837"/>
                      <a:pt x="248" y="837"/>
                      <a:pt x="248" y="837"/>
                    </a:cubicBezTo>
                    <a:cubicBezTo>
                      <a:pt x="248" y="868"/>
                      <a:pt x="248" y="868"/>
                      <a:pt x="279" y="868"/>
                    </a:cubicBezTo>
                    <a:lnTo>
                      <a:pt x="279" y="868"/>
                    </a:lnTo>
                    <a:lnTo>
                      <a:pt x="309" y="899"/>
                    </a:lnTo>
                    <a:cubicBezTo>
                      <a:pt x="341" y="899"/>
                      <a:pt x="341" y="930"/>
                      <a:pt x="341" y="930"/>
                    </a:cubicBezTo>
                    <a:cubicBezTo>
                      <a:pt x="372" y="930"/>
                      <a:pt x="372" y="960"/>
                      <a:pt x="372" y="960"/>
                    </a:cubicBezTo>
                    <a:cubicBezTo>
                      <a:pt x="403" y="960"/>
                      <a:pt x="433" y="992"/>
                      <a:pt x="433" y="992"/>
                    </a:cubicBezTo>
                    <a:cubicBezTo>
                      <a:pt x="433" y="992"/>
                      <a:pt x="433" y="992"/>
                      <a:pt x="465" y="992"/>
                    </a:cubicBezTo>
                    <a:lnTo>
                      <a:pt x="496" y="1023"/>
                    </a:lnTo>
                    <a:cubicBezTo>
                      <a:pt x="496" y="1054"/>
                      <a:pt x="496" y="1054"/>
                      <a:pt x="527" y="1054"/>
                    </a:cubicBezTo>
                    <a:lnTo>
                      <a:pt x="527" y="1054"/>
                    </a:lnTo>
                    <a:cubicBezTo>
                      <a:pt x="557" y="1084"/>
                      <a:pt x="557" y="1084"/>
                      <a:pt x="557" y="1116"/>
                    </a:cubicBezTo>
                    <a:cubicBezTo>
                      <a:pt x="589" y="1116"/>
                      <a:pt x="589" y="1147"/>
                      <a:pt x="589" y="1208"/>
                    </a:cubicBezTo>
                    <a:lnTo>
                      <a:pt x="589" y="1208"/>
                    </a:lnTo>
                    <a:lnTo>
                      <a:pt x="589" y="1240"/>
                    </a:lnTo>
                    <a:lnTo>
                      <a:pt x="589" y="1271"/>
                    </a:lnTo>
                    <a:lnTo>
                      <a:pt x="589" y="1271"/>
                    </a:lnTo>
                    <a:lnTo>
                      <a:pt x="589" y="1271"/>
                    </a:lnTo>
                    <a:cubicBezTo>
                      <a:pt x="589" y="1271"/>
                      <a:pt x="589" y="1302"/>
                      <a:pt x="589" y="1332"/>
                    </a:cubicBezTo>
                    <a:cubicBezTo>
                      <a:pt x="589" y="1364"/>
                      <a:pt x="589" y="1364"/>
                      <a:pt x="589" y="1395"/>
                    </a:cubicBezTo>
                    <a:lnTo>
                      <a:pt x="589" y="1395"/>
                    </a:lnTo>
                    <a:cubicBezTo>
                      <a:pt x="589" y="1426"/>
                      <a:pt x="589" y="1426"/>
                      <a:pt x="557" y="1426"/>
                    </a:cubicBezTo>
                    <a:cubicBezTo>
                      <a:pt x="557" y="1456"/>
                      <a:pt x="557" y="1456"/>
                      <a:pt x="557" y="1456"/>
                    </a:cubicBezTo>
                    <a:cubicBezTo>
                      <a:pt x="589" y="1456"/>
                      <a:pt x="557" y="1488"/>
                      <a:pt x="557" y="1519"/>
                    </a:cubicBezTo>
                    <a:lnTo>
                      <a:pt x="557" y="1519"/>
                    </a:lnTo>
                    <a:cubicBezTo>
                      <a:pt x="557" y="1519"/>
                      <a:pt x="557" y="1519"/>
                      <a:pt x="557" y="1550"/>
                    </a:cubicBezTo>
                    <a:lnTo>
                      <a:pt x="557" y="1550"/>
                    </a:lnTo>
                    <a:cubicBezTo>
                      <a:pt x="557" y="1580"/>
                      <a:pt x="557" y="1580"/>
                      <a:pt x="557" y="1612"/>
                    </a:cubicBezTo>
                    <a:lnTo>
                      <a:pt x="557" y="1643"/>
                    </a:lnTo>
                    <a:cubicBezTo>
                      <a:pt x="557" y="1643"/>
                      <a:pt x="557" y="1643"/>
                      <a:pt x="557" y="1674"/>
                    </a:cubicBezTo>
                    <a:lnTo>
                      <a:pt x="557" y="1704"/>
                    </a:lnTo>
                    <a:cubicBezTo>
                      <a:pt x="557" y="1704"/>
                      <a:pt x="557" y="1736"/>
                      <a:pt x="527" y="1736"/>
                    </a:cubicBezTo>
                    <a:lnTo>
                      <a:pt x="527" y="1767"/>
                    </a:lnTo>
                    <a:cubicBezTo>
                      <a:pt x="527" y="1798"/>
                      <a:pt x="527" y="1798"/>
                      <a:pt x="527" y="1798"/>
                    </a:cubicBezTo>
                    <a:lnTo>
                      <a:pt x="527" y="1798"/>
                    </a:lnTo>
                    <a:lnTo>
                      <a:pt x="527" y="1798"/>
                    </a:lnTo>
                    <a:lnTo>
                      <a:pt x="527" y="1828"/>
                    </a:lnTo>
                    <a:lnTo>
                      <a:pt x="527" y="1828"/>
                    </a:lnTo>
                    <a:cubicBezTo>
                      <a:pt x="527" y="1828"/>
                      <a:pt x="527" y="1828"/>
                      <a:pt x="527" y="1860"/>
                    </a:cubicBezTo>
                    <a:cubicBezTo>
                      <a:pt x="527" y="1860"/>
                      <a:pt x="527" y="1891"/>
                      <a:pt x="496" y="1891"/>
                    </a:cubicBezTo>
                    <a:lnTo>
                      <a:pt x="496" y="1922"/>
                    </a:lnTo>
                    <a:cubicBezTo>
                      <a:pt x="496" y="1922"/>
                      <a:pt x="496" y="1922"/>
                      <a:pt x="496" y="1952"/>
                    </a:cubicBezTo>
                    <a:cubicBezTo>
                      <a:pt x="496" y="1952"/>
                      <a:pt x="496" y="1952"/>
                      <a:pt x="496" y="1984"/>
                    </a:cubicBezTo>
                    <a:cubicBezTo>
                      <a:pt x="527" y="1984"/>
                      <a:pt x="496" y="2046"/>
                      <a:pt x="496" y="2046"/>
                    </a:cubicBezTo>
                    <a:lnTo>
                      <a:pt x="496" y="2076"/>
                    </a:lnTo>
                    <a:cubicBezTo>
                      <a:pt x="496" y="2076"/>
                      <a:pt x="496" y="2108"/>
                      <a:pt x="496" y="2139"/>
                    </a:cubicBezTo>
                    <a:lnTo>
                      <a:pt x="496" y="2139"/>
                    </a:lnTo>
                    <a:cubicBezTo>
                      <a:pt x="496" y="2139"/>
                      <a:pt x="496" y="2139"/>
                      <a:pt x="496" y="2169"/>
                    </a:cubicBezTo>
                    <a:cubicBezTo>
                      <a:pt x="496" y="2169"/>
                      <a:pt x="496" y="2200"/>
                      <a:pt x="465" y="2232"/>
                    </a:cubicBezTo>
                    <a:lnTo>
                      <a:pt x="433" y="2263"/>
                    </a:lnTo>
                    <a:lnTo>
                      <a:pt x="433" y="2293"/>
                    </a:lnTo>
                    <a:lnTo>
                      <a:pt x="433" y="2293"/>
                    </a:lnTo>
                    <a:cubicBezTo>
                      <a:pt x="433" y="2293"/>
                      <a:pt x="433" y="2293"/>
                      <a:pt x="433" y="2324"/>
                    </a:cubicBezTo>
                    <a:lnTo>
                      <a:pt x="403" y="2324"/>
                    </a:lnTo>
                    <a:lnTo>
                      <a:pt x="403" y="2324"/>
                    </a:lnTo>
                    <a:cubicBezTo>
                      <a:pt x="403" y="2356"/>
                      <a:pt x="403" y="2356"/>
                      <a:pt x="403" y="2356"/>
                    </a:cubicBezTo>
                    <a:lnTo>
                      <a:pt x="403" y="2356"/>
                    </a:lnTo>
                    <a:cubicBezTo>
                      <a:pt x="403" y="2387"/>
                      <a:pt x="403" y="2387"/>
                      <a:pt x="403" y="2417"/>
                    </a:cubicBezTo>
                    <a:lnTo>
                      <a:pt x="403" y="2417"/>
                    </a:lnTo>
                    <a:lnTo>
                      <a:pt x="403" y="2448"/>
                    </a:lnTo>
                    <a:cubicBezTo>
                      <a:pt x="403" y="2448"/>
                      <a:pt x="433" y="2480"/>
                      <a:pt x="403" y="2511"/>
                    </a:cubicBezTo>
                    <a:cubicBezTo>
                      <a:pt x="403" y="2541"/>
                      <a:pt x="372" y="2572"/>
                      <a:pt x="372" y="2572"/>
                    </a:cubicBezTo>
                    <a:lnTo>
                      <a:pt x="372" y="2572"/>
                    </a:lnTo>
                    <a:cubicBezTo>
                      <a:pt x="403" y="2572"/>
                      <a:pt x="403" y="2572"/>
                      <a:pt x="403" y="2572"/>
                    </a:cubicBezTo>
                    <a:lnTo>
                      <a:pt x="433" y="2572"/>
                    </a:lnTo>
                    <a:lnTo>
                      <a:pt x="433" y="2572"/>
                    </a:lnTo>
                    <a:lnTo>
                      <a:pt x="433" y="2572"/>
                    </a:lnTo>
                    <a:lnTo>
                      <a:pt x="433" y="2572"/>
                    </a:lnTo>
                    <a:cubicBezTo>
                      <a:pt x="465" y="2604"/>
                      <a:pt x="465" y="2604"/>
                      <a:pt x="465" y="2604"/>
                    </a:cubicBezTo>
                    <a:cubicBezTo>
                      <a:pt x="465" y="2604"/>
                      <a:pt x="433" y="2572"/>
                      <a:pt x="433" y="254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12" name="Freeform 161">
                <a:extLst>
                  <a:ext uri="{FF2B5EF4-FFF2-40B4-BE49-F238E27FC236}">
                    <a16:creationId xmlns:a16="http://schemas.microsoft.com/office/drawing/2014/main" id="{E9A041B4-FCC3-1393-E5DF-854D430DB0BB}"/>
                  </a:ext>
                </a:extLst>
              </p:cNvPr>
              <p:cNvSpPr>
                <a:spLocks noChangeArrowheads="1"/>
              </p:cNvSpPr>
              <p:nvPr/>
            </p:nvSpPr>
            <p:spPr bwMode="auto">
              <a:xfrm>
                <a:off x="2184400" y="3810000"/>
                <a:ext cx="33338" cy="34925"/>
              </a:xfrm>
              <a:custGeom>
                <a:avLst/>
                <a:gdLst>
                  <a:gd name="T0" fmla="*/ 92 w 93"/>
                  <a:gd name="T1" fmla="*/ 63 h 95"/>
                  <a:gd name="T2" fmla="*/ 92 w 93"/>
                  <a:gd name="T3" fmla="*/ 63 h 95"/>
                  <a:gd name="T4" fmla="*/ 31 w 93"/>
                  <a:gd name="T5" fmla="*/ 31 h 95"/>
                  <a:gd name="T6" fmla="*/ 31 w 93"/>
                  <a:gd name="T7" fmla="*/ 0 h 95"/>
                  <a:gd name="T8" fmla="*/ 31 w 93"/>
                  <a:gd name="T9" fmla="*/ 0 h 95"/>
                  <a:gd name="T10" fmla="*/ 31 w 93"/>
                  <a:gd name="T11" fmla="*/ 0 h 95"/>
                  <a:gd name="T12" fmla="*/ 0 w 93"/>
                  <a:gd name="T13" fmla="*/ 0 h 95"/>
                  <a:gd name="T14" fmla="*/ 0 w 93"/>
                  <a:gd name="T15" fmla="*/ 0 h 95"/>
                  <a:gd name="T16" fmla="*/ 31 w 93"/>
                  <a:gd name="T17" fmla="*/ 63 h 95"/>
                  <a:gd name="T18" fmla="*/ 31 w 93"/>
                  <a:gd name="T19" fmla="*/ 94 h 95"/>
                  <a:gd name="T20" fmla="*/ 31 w 93"/>
                  <a:gd name="T21" fmla="*/ 94 h 95"/>
                  <a:gd name="T22" fmla="*/ 62 w 93"/>
                  <a:gd name="T23" fmla="*/ 94 h 95"/>
                  <a:gd name="T24" fmla="*/ 92 w 93"/>
                  <a:gd name="T25" fmla="*/ 94 h 95"/>
                  <a:gd name="T26" fmla="*/ 92 w 93"/>
                  <a:gd name="T27" fmla="*/ 94 h 95"/>
                  <a:gd name="T28" fmla="*/ 92 w 93"/>
                  <a:gd name="T29" fmla="*/ 94 h 95"/>
                  <a:gd name="T30" fmla="*/ 92 w 93"/>
                  <a:gd name="T31" fmla="*/ 6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3" h="95">
                    <a:moveTo>
                      <a:pt x="92" y="63"/>
                    </a:moveTo>
                    <a:lnTo>
                      <a:pt x="92" y="63"/>
                    </a:lnTo>
                    <a:cubicBezTo>
                      <a:pt x="62" y="63"/>
                      <a:pt x="62" y="63"/>
                      <a:pt x="31" y="31"/>
                    </a:cubicBezTo>
                    <a:cubicBezTo>
                      <a:pt x="31" y="31"/>
                      <a:pt x="31" y="31"/>
                      <a:pt x="31" y="0"/>
                    </a:cubicBezTo>
                    <a:lnTo>
                      <a:pt x="31" y="0"/>
                    </a:lnTo>
                    <a:lnTo>
                      <a:pt x="31" y="0"/>
                    </a:lnTo>
                    <a:cubicBezTo>
                      <a:pt x="0" y="0"/>
                      <a:pt x="0" y="0"/>
                      <a:pt x="0" y="0"/>
                    </a:cubicBezTo>
                    <a:lnTo>
                      <a:pt x="0" y="0"/>
                    </a:lnTo>
                    <a:cubicBezTo>
                      <a:pt x="31" y="0"/>
                      <a:pt x="31" y="31"/>
                      <a:pt x="31" y="63"/>
                    </a:cubicBezTo>
                    <a:cubicBezTo>
                      <a:pt x="31" y="63"/>
                      <a:pt x="31" y="63"/>
                      <a:pt x="31" y="94"/>
                    </a:cubicBezTo>
                    <a:lnTo>
                      <a:pt x="31" y="94"/>
                    </a:lnTo>
                    <a:lnTo>
                      <a:pt x="62" y="94"/>
                    </a:lnTo>
                    <a:cubicBezTo>
                      <a:pt x="92" y="94"/>
                      <a:pt x="92" y="94"/>
                      <a:pt x="92" y="94"/>
                    </a:cubicBezTo>
                    <a:lnTo>
                      <a:pt x="92" y="94"/>
                    </a:lnTo>
                    <a:lnTo>
                      <a:pt x="92" y="94"/>
                    </a:lnTo>
                    <a:cubicBezTo>
                      <a:pt x="92" y="63"/>
                      <a:pt x="92" y="63"/>
                      <a:pt x="92" y="6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13" name="Freeform 162">
                <a:extLst>
                  <a:ext uri="{FF2B5EF4-FFF2-40B4-BE49-F238E27FC236}">
                    <a16:creationId xmlns:a16="http://schemas.microsoft.com/office/drawing/2014/main" id="{8193E7CB-E1B6-EE3F-DBB3-B8F619574F12}"/>
                  </a:ext>
                </a:extLst>
              </p:cNvPr>
              <p:cNvSpPr>
                <a:spLocks noChangeArrowheads="1"/>
              </p:cNvSpPr>
              <p:nvPr/>
            </p:nvSpPr>
            <p:spPr bwMode="auto">
              <a:xfrm>
                <a:off x="2051050" y="2751138"/>
                <a:ext cx="1588" cy="11112"/>
              </a:xfrm>
              <a:custGeom>
                <a:avLst/>
                <a:gdLst>
                  <a:gd name="T0" fmla="*/ 0 w 1"/>
                  <a:gd name="T1" fmla="*/ 31 h 32"/>
                  <a:gd name="T2" fmla="*/ 0 w 1"/>
                  <a:gd name="T3" fmla="*/ 31 h 32"/>
                  <a:gd name="T4" fmla="*/ 0 w 1"/>
                  <a:gd name="T5" fmla="*/ 31 h 32"/>
                  <a:gd name="T6" fmla="*/ 0 w 1"/>
                  <a:gd name="T7" fmla="*/ 0 h 32"/>
                  <a:gd name="T8" fmla="*/ 0 w 1"/>
                  <a:gd name="T9" fmla="*/ 0 h 32"/>
                  <a:gd name="T10" fmla="*/ 0 w 1"/>
                  <a:gd name="T11" fmla="*/ 0 h 32"/>
                  <a:gd name="T12" fmla="*/ 0 w 1"/>
                  <a:gd name="T13" fmla="*/ 31 h 32"/>
                </a:gdLst>
                <a:ahLst/>
                <a:cxnLst>
                  <a:cxn ang="0">
                    <a:pos x="T0" y="T1"/>
                  </a:cxn>
                  <a:cxn ang="0">
                    <a:pos x="T2" y="T3"/>
                  </a:cxn>
                  <a:cxn ang="0">
                    <a:pos x="T4" y="T5"/>
                  </a:cxn>
                  <a:cxn ang="0">
                    <a:pos x="T6" y="T7"/>
                  </a:cxn>
                  <a:cxn ang="0">
                    <a:pos x="T8" y="T9"/>
                  </a:cxn>
                  <a:cxn ang="0">
                    <a:pos x="T10" y="T11"/>
                  </a:cxn>
                  <a:cxn ang="0">
                    <a:pos x="T12" y="T13"/>
                  </a:cxn>
                </a:cxnLst>
                <a:rect l="0" t="0" r="r" b="b"/>
                <a:pathLst>
                  <a:path w="1" h="32">
                    <a:moveTo>
                      <a:pt x="0" y="31"/>
                    </a:moveTo>
                    <a:lnTo>
                      <a:pt x="0" y="31"/>
                    </a:lnTo>
                    <a:lnTo>
                      <a:pt x="0" y="31"/>
                    </a:lnTo>
                    <a:lnTo>
                      <a:pt x="0" y="0"/>
                    </a:lnTo>
                    <a:lnTo>
                      <a:pt x="0" y="0"/>
                    </a:lnTo>
                    <a:lnTo>
                      <a:pt x="0" y="0"/>
                    </a:lnTo>
                    <a:lnTo>
                      <a:pt x="0" y="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14" name="Freeform 163">
                <a:extLst>
                  <a:ext uri="{FF2B5EF4-FFF2-40B4-BE49-F238E27FC236}">
                    <a16:creationId xmlns:a16="http://schemas.microsoft.com/office/drawing/2014/main" id="{20877A17-4D65-F256-1D49-8009DB41A815}"/>
                  </a:ext>
                </a:extLst>
              </p:cNvPr>
              <p:cNvSpPr>
                <a:spLocks noChangeArrowheads="1"/>
              </p:cNvSpPr>
              <p:nvPr/>
            </p:nvSpPr>
            <p:spPr bwMode="auto">
              <a:xfrm>
                <a:off x="2239963" y="3867150"/>
                <a:ext cx="1587" cy="1588"/>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15" name="Freeform 164">
                <a:extLst>
                  <a:ext uri="{FF2B5EF4-FFF2-40B4-BE49-F238E27FC236}">
                    <a16:creationId xmlns:a16="http://schemas.microsoft.com/office/drawing/2014/main" id="{7DAA525F-241F-20E5-F158-C0573ABE6574}"/>
                  </a:ext>
                </a:extLst>
              </p:cNvPr>
              <p:cNvSpPr>
                <a:spLocks noChangeArrowheads="1"/>
              </p:cNvSpPr>
              <p:nvPr/>
            </p:nvSpPr>
            <p:spPr bwMode="auto">
              <a:xfrm>
                <a:off x="2217738" y="3654425"/>
                <a:ext cx="11112" cy="22225"/>
              </a:xfrm>
              <a:custGeom>
                <a:avLst/>
                <a:gdLst>
                  <a:gd name="T0" fmla="*/ 0 w 33"/>
                  <a:gd name="T1" fmla="*/ 31 h 62"/>
                  <a:gd name="T2" fmla="*/ 0 w 33"/>
                  <a:gd name="T3" fmla="*/ 31 h 62"/>
                  <a:gd name="T4" fmla="*/ 32 w 33"/>
                  <a:gd name="T5" fmla="*/ 61 h 62"/>
                  <a:gd name="T6" fmla="*/ 32 w 33"/>
                  <a:gd name="T7" fmla="*/ 61 h 62"/>
                  <a:gd name="T8" fmla="*/ 32 w 33"/>
                  <a:gd name="T9" fmla="*/ 61 h 62"/>
                  <a:gd name="T10" fmla="*/ 32 w 33"/>
                  <a:gd name="T11" fmla="*/ 31 h 62"/>
                  <a:gd name="T12" fmla="*/ 32 w 33"/>
                  <a:gd name="T13" fmla="*/ 31 h 62"/>
                  <a:gd name="T14" fmla="*/ 32 w 33"/>
                  <a:gd name="T15" fmla="*/ 31 h 62"/>
                  <a:gd name="T16" fmla="*/ 0 w 33"/>
                  <a:gd name="T17" fmla="*/ 0 h 62"/>
                  <a:gd name="T18" fmla="*/ 0 w 33"/>
                  <a:gd name="T19" fmla="*/ 0 h 62"/>
                  <a:gd name="T20" fmla="*/ 0 w 33"/>
                  <a:gd name="T21" fmla="*/ 0 h 62"/>
                  <a:gd name="T22" fmla="*/ 0 w 33"/>
                  <a:gd name="T23" fmla="*/ 0 h 62"/>
                  <a:gd name="T24" fmla="*/ 0 w 33"/>
                  <a:gd name="T25"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62">
                    <a:moveTo>
                      <a:pt x="0" y="31"/>
                    </a:moveTo>
                    <a:lnTo>
                      <a:pt x="0" y="31"/>
                    </a:lnTo>
                    <a:lnTo>
                      <a:pt x="32" y="61"/>
                    </a:lnTo>
                    <a:lnTo>
                      <a:pt x="32" y="61"/>
                    </a:lnTo>
                    <a:lnTo>
                      <a:pt x="32" y="61"/>
                    </a:lnTo>
                    <a:cubicBezTo>
                      <a:pt x="32" y="61"/>
                      <a:pt x="32" y="61"/>
                      <a:pt x="32" y="31"/>
                    </a:cubicBezTo>
                    <a:lnTo>
                      <a:pt x="32" y="31"/>
                    </a:lnTo>
                    <a:lnTo>
                      <a:pt x="32" y="31"/>
                    </a:lnTo>
                    <a:cubicBezTo>
                      <a:pt x="0" y="31"/>
                      <a:pt x="0" y="0"/>
                      <a:pt x="0" y="0"/>
                    </a:cubicBezTo>
                    <a:lnTo>
                      <a:pt x="0" y="0"/>
                    </a:lnTo>
                    <a:lnTo>
                      <a:pt x="0" y="0"/>
                    </a:lnTo>
                    <a:lnTo>
                      <a:pt x="0" y="0"/>
                    </a:lnTo>
                    <a:cubicBezTo>
                      <a:pt x="0" y="31"/>
                      <a:pt x="0" y="31"/>
                      <a:pt x="0"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16" name="Freeform 165">
                <a:extLst>
                  <a:ext uri="{FF2B5EF4-FFF2-40B4-BE49-F238E27FC236}">
                    <a16:creationId xmlns:a16="http://schemas.microsoft.com/office/drawing/2014/main" id="{E64F939F-547D-FCE5-4E81-2582F9BBDD60}"/>
                  </a:ext>
                </a:extLst>
              </p:cNvPr>
              <p:cNvSpPr>
                <a:spLocks noChangeArrowheads="1"/>
              </p:cNvSpPr>
              <p:nvPr/>
            </p:nvSpPr>
            <p:spPr bwMode="auto">
              <a:xfrm>
                <a:off x="2173288" y="3687763"/>
                <a:ext cx="57150" cy="88900"/>
              </a:xfrm>
              <a:custGeom>
                <a:avLst/>
                <a:gdLst>
                  <a:gd name="T0" fmla="*/ 63 w 157"/>
                  <a:gd name="T1" fmla="*/ 248 h 249"/>
                  <a:gd name="T2" fmla="*/ 63 w 157"/>
                  <a:gd name="T3" fmla="*/ 248 h 249"/>
                  <a:gd name="T4" fmla="*/ 63 w 157"/>
                  <a:gd name="T5" fmla="*/ 248 h 249"/>
                  <a:gd name="T6" fmla="*/ 94 w 157"/>
                  <a:gd name="T7" fmla="*/ 248 h 249"/>
                  <a:gd name="T8" fmla="*/ 94 w 157"/>
                  <a:gd name="T9" fmla="*/ 248 h 249"/>
                  <a:gd name="T10" fmla="*/ 124 w 157"/>
                  <a:gd name="T11" fmla="*/ 217 h 249"/>
                  <a:gd name="T12" fmla="*/ 124 w 157"/>
                  <a:gd name="T13" fmla="*/ 217 h 249"/>
                  <a:gd name="T14" fmla="*/ 124 w 157"/>
                  <a:gd name="T15" fmla="*/ 217 h 249"/>
                  <a:gd name="T16" fmla="*/ 124 w 157"/>
                  <a:gd name="T17" fmla="*/ 217 h 249"/>
                  <a:gd name="T18" fmla="*/ 124 w 157"/>
                  <a:gd name="T19" fmla="*/ 187 h 249"/>
                  <a:gd name="T20" fmla="*/ 124 w 157"/>
                  <a:gd name="T21" fmla="*/ 156 h 249"/>
                  <a:gd name="T22" fmla="*/ 124 w 157"/>
                  <a:gd name="T23" fmla="*/ 124 h 249"/>
                  <a:gd name="T24" fmla="*/ 124 w 157"/>
                  <a:gd name="T25" fmla="*/ 124 h 249"/>
                  <a:gd name="T26" fmla="*/ 124 w 157"/>
                  <a:gd name="T27" fmla="*/ 124 h 249"/>
                  <a:gd name="T28" fmla="*/ 156 w 157"/>
                  <a:gd name="T29" fmla="*/ 93 h 249"/>
                  <a:gd name="T30" fmla="*/ 156 w 157"/>
                  <a:gd name="T31" fmla="*/ 93 h 249"/>
                  <a:gd name="T32" fmla="*/ 156 w 157"/>
                  <a:gd name="T33" fmla="*/ 93 h 249"/>
                  <a:gd name="T34" fmla="*/ 156 w 157"/>
                  <a:gd name="T35" fmla="*/ 93 h 249"/>
                  <a:gd name="T36" fmla="*/ 156 w 157"/>
                  <a:gd name="T37" fmla="*/ 63 h 249"/>
                  <a:gd name="T38" fmla="*/ 156 w 157"/>
                  <a:gd name="T39" fmla="*/ 63 h 249"/>
                  <a:gd name="T40" fmla="*/ 156 w 157"/>
                  <a:gd name="T41" fmla="*/ 63 h 249"/>
                  <a:gd name="T42" fmla="*/ 156 w 157"/>
                  <a:gd name="T43" fmla="*/ 32 h 249"/>
                  <a:gd name="T44" fmla="*/ 156 w 157"/>
                  <a:gd name="T45" fmla="*/ 32 h 249"/>
                  <a:gd name="T46" fmla="*/ 156 w 157"/>
                  <a:gd name="T47" fmla="*/ 32 h 249"/>
                  <a:gd name="T48" fmla="*/ 156 w 157"/>
                  <a:gd name="T49" fmla="*/ 0 h 249"/>
                  <a:gd name="T50" fmla="*/ 124 w 157"/>
                  <a:gd name="T51" fmla="*/ 32 h 249"/>
                  <a:gd name="T52" fmla="*/ 124 w 157"/>
                  <a:gd name="T53" fmla="*/ 32 h 249"/>
                  <a:gd name="T54" fmla="*/ 124 w 157"/>
                  <a:gd name="T55" fmla="*/ 63 h 249"/>
                  <a:gd name="T56" fmla="*/ 94 w 157"/>
                  <a:gd name="T57" fmla="*/ 63 h 249"/>
                  <a:gd name="T58" fmla="*/ 94 w 157"/>
                  <a:gd name="T59" fmla="*/ 63 h 249"/>
                  <a:gd name="T60" fmla="*/ 94 w 157"/>
                  <a:gd name="T61" fmla="*/ 93 h 249"/>
                  <a:gd name="T62" fmla="*/ 63 w 157"/>
                  <a:gd name="T63" fmla="*/ 63 h 249"/>
                  <a:gd name="T64" fmla="*/ 32 w 157"/>
                  <a:gd name="T65" fmla="*/ 93 h 249"/>
                  <a:gd name="T66" fmla="*/ 32 w 157"/>
                  <a:gd name="T67" fmla="*/ 93 h 249"/>
                  <a:gd name="T68" fmla="*/ 32 w 157"/>
                  <a:gd name="T69" fmla="*/ 93 h 249"/>
                  <a:gd name="T70" fmla="*/ 0 w 157"/>
                  <a:gd name="T71" fmla="*/ 93 h 249"/>
                  <a:gd name="T72" fmla="*/ 32 w 157"/>
                  <a:gd name="T73" fmla="*/ 93 h 249"/>
                  <a:gd name="T74" fmla="*/ 32 w 157"/>
                  <a:gd name="T75" fmla="*/ 93 h 249"/>
                  <a:gd name="T76" fmla="*/ 63 w 157"/>
                  <a:gd name="T77" fmla="*/ 124 h 249"/>
                  <a:gd name="T78" fmla="*/ 63 w 157"/>
                  <a:gd name="T79" fmla="*/ 156 h 249"/>
                  <a:gd name="T80" fmla="*/ 94 w 157"/>
                  <a:gd name="T81" fmla="*/ 187 h 249"/>
                  <a:gd name="T82" fmla="*/ 94 w 157"/>
                  <a:gd name="T83" fmla="*/ 217 h 249"/>
                  <a:gd name="T84" fmla="*/ 63 w 157"/>
                  <a:gd name="T85" fmla="*/ 217 h 249"/>
                  <a:gd name="T86" fmla="*/ 32 w 157"/>
                  <a:gd name="T87" fmla="*/ 217 h 249"/>
                  <a:gd name="T88" fmla="*/ 32 w 157"/>
                  <a:gd name="T89" fmla="*/ 217 h 249"/>
                  <a:gd name="T90" fmla="*/ 63 w 157"/>
                  <a:gd name="T91" fmla="*/ 248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57" h="249">
                    <a:moveTo>
                      <a:pt x="63" y="248"/>
                    </a:moveTo>
                    <a:lnTo>
                      <a:pt x="63" y="248"/>
                    </a:lnTo>
                    <a:lnTo>
                      <a:pt x="63" y="248"/>
                    </a:lnTo>
                    <a:cubicBezTo>
                      <a:pt x="94" y="248"/>
                      <a:pt x="94" y="248"/>
                      <a:pt x="94" y="248"/>
                    </a:cubicBezTo>
                    <a:lnTo>
                      <a:pt x="94" y="248"/>
                    </a:lnTo>
                    <a:cubicBezTo>
                      <a:pt x="94" y="217"/>
                      <a:pt x="94" y="217"/>
                      <a:pt x="124" y="217"/>
                    </a:cubicBezTo>
                    <a:lnTo>
                      <a:pt x="124" y="217"/>
                    </a:lnTo>
                    <a:lnTo>
                      <a:pt x="124" y="217"/>
                    </a:lnTo>
                    <a:lnTo>
                      <a:pt x="124" y="217"/>
                    </a:lnTo>
                    <a:cubicBezTo>
                      <a:pt x="124" y="187"/>
                      <a:pt x="124" y="187"/>
                      <a:pt x="124" y="187"/>
                    </a:cubicBezTo>
                    <a:cubicBezTo>
                      <a:pt x="124" y="156"/>
                      <a:pt x="124" y="156"/>
                      <a:pt x="124" y="156"/>
                    </a:cubicBezTo>
                    <a:cubicBezTo>
                      <a:pt x="124" y="124"/>
                      <a:pt x="124" y="124"/>
                      <a:pt x="124" y="124"/>
                    </a:cubicBezTo>
                    <a:lnTo>
                      <a:pt x="124" y="124"/>
                    </a:lnTo>
                    <a:lnTo>
                      <a:pt x="124" y="124"/>
                    </a:lnTo>
                    <a:lnTo>
                      <a:pt x="156" y="93"/>
                    </a:lnTo>
                    <a:lnTo>
                      <a:pt x="156" y="93"/>
                    </a:lnTo>
                    <a:lnTo>
                      <a:pt x="156" y="93"/>
                    </a:lnTo>
                    <a:lnTo>
                      <a:pt x="156" y="93"/>
                    </a:lnTo>
                    <a:lnTo>
                      <a:pt x="156" y="63"/>
                    </a:lnTo>
                    <a:lnTo>
                      <a:pt x="156" y="63"/>
                    </a:lnTo>
                    <a:lnTo>
                      <a:pt x="156" y="63"/>
                    </a:lnTo>
                    <a:cubicBezTo>
                      <a:pt x="156" y="63"/>
                      <a:pt x="156" y="63"/>
                      <a:pt x="156" y="32"/>
                    </a:cubicBezTo>
                    <a:lnTo>
                      <a:pt x="156" y="32"/>
                    </a:lnTo>
                    <a:lnTo>
                      <a:pt x="156" y="32"/>
                    </a:lnTo>
                    <a:cubicBezTo>
                      <a:pt x="156" y="32"/>
                      <a:pt x="156" y="32"/>
                      <a:pt x="156" y="0"/>
                    </a:cubicBezTo>
                    <a:cubicBezTo>
                      <a:pt x="124" y="32"/>
                      <a:pt x="124" y="32"/>
                      <a:pt x="124" y="32"/>
                    </a:cubicBezTo>
                    <a:lnTo>
                      <a:pt x="124" y="32"/>
                    </a:lnTo>
                    <a:cubicBezTo>
                      <a:pt x="124" y="63"/>
                      <a:pt x="124" y="63"/>
                      <a:pt x="124" y="63"/>
                    </a:cubicBezTo>
                    <a:cubicBezTo>
                      <a:pt x="94" y="63"/>
                      <a:pt x="94" y="63"/>
                      <a:pt x="94" y="63"/>
                    </a:cubicBezTo>
                    <a:lnTo>
                      <a:pt x="94" y="63"/>
                    </a:lnTo>
                    <a:cubicBezTo>
                      <a:pt x="94" y="93"/>
                      <a:pt x="94" y="93"/>
                      <a:pt x="94" y="93"/>
                    </a:cubicBezTo>
                    <a:cubicBezTo>
                      <a:pt x="63" y="93"/>
                      <a:pt x="63" y="63"/>
                      <a:pt x="63" y="63"/>
                    </a:cubicBezTo>
                    <a:cubicBezTo>
                      <a:pt x="63" y="63"/>
                      <a:pt x="63" y="63"/>
                      <a:pt x="32" y="93"/>
                    </a:cubicBezTo>
                    <a:lnTo>
                      <a:pt x="32" y="93"/>
                    </a:lnTo>
                    <a:lnTo>
                      <a:pt x="32" y="93"/>
                    </a:lnTo>
                    <a:cubicBezTo>
                      <a:pt x="32" y="93"/>
                      <a:pt x="32" y="93"/>
                      <a:pt x="0" y="93"/>
                    </a:cubicBezTo>
                    <a:cubicBezTo>
                      <a:pt x="32" y="93"/>
                      <a:pt x="32" y="93"/>
                      <a:pt x="32" y="93"/>
                    </a:cubicBezTo>
                    <a:lnTo>
                      <a:pt x="32" y="93"/>
                    </a:lnTo>
                    <a:lnTo>
                      <a:pt x="63" y="124"/>
                    </a:lnTo>
                    <a:cubicBezTo>
                      <a:pt x="63" y="124"/>
                      <a:pt x="63" y="124"/>
                      <a:pt x="63" y="156"/>
                    </a:cubicBezTo>
                    <a:cubicBezTo>
                      <a:pt x="63" y="156"/>
                      <a:pt x="94" y="156"/>
                      <a:pt x="94" y="187"/>
                    </a:cubicBezTo>
                    <a:lnTo>
                      <a:pt x="94" y="217"/>
                    </a:lnTo>
                    <a:lnTo>
                      <a:pt x="63" y="217"/>
                    </a:lnTo>
                    <a:lnTo>
                      <a:pt x="32" y="217"/>
                    </a:lnTo>
                    <a:lnTo>
                      <a:pt x="32" y="217"/>
                    </a:lnTo>
                    <a:cubicBezTo>
                      <a:pt x="63" y="248"/>
                      <a:pt x="63" y="248"/>
                      <a:pt x="63" y="24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17" name="Freeform 166">
                <a:extLst>
                  <a:ext uri="{FF2B5EF4-FFF2-40B4-BE49-F238E27FC236}">
                    <a16:creationId xmlns:a16="http://schemas.microsoft.com/office/drawing/2014/main" id="{A182EF30-DAB3-3D4C-DBB3-ED7A3CD65AE3}"/>
                  </a:ext>
                </a:extLst>
              </p:cNvPr>
              <p:cNvSpPr>
                <a:spLocks noChangeArrowheads="1"/>
              </p:cNvSpPr>
              <p:nvPr/>
            </p:nvSpPr>
            <p:spPr bwMode="auto">
              <a:xfrm>
                <a:off x="3167063" y="987425"/>
                <a:ext cx="55562" cy="33338"/>
              </a:xfrm>
              <a:custGeom>
                <a:avLst/>
                <a:gdLst>
                  <a:gd name="T0" fmla="*/ 61 w 156"/>
                  <a:gd name="T1" fmla="*/ 62 h 94"/>
                  <a:gd name="T2" fmla="*/ 61 w 156"/>
                  <a:gd name="T3" fmla="*/ 62 h 94"/>
                  <a:gd name="T4" fmla="*/ 61 w 156"/>
                  <a:gd name="T5" fmla="*/ 62 h 94"/>
                  <a:gd name="T6" fmla="*/ 61 w 156"/>
                  <a:gd name="T7" fmla="*/ 62 h 94"/>
                  <a:gd name="T8" fmla="*/ 124 w 156"/>
                  <a:gd name="T9" fmla="*/ 93 h 94"/>
                  <a:gd name="T10" fmla="*/ 124 w 156"/>
                  <a:gd name="T11" fmla="*/ 93 h 94"/>
                  <a:gd name="T12" fmla="*/ 155 w 156"/>
                  <a:gd name="T13" fmla="*/ 93 h 94"/>
                  <a:gd name="T14" fmla="*/ 155 w 156"/>
                  <a:gd name="T15" fmla="*/ 93 h 94"/>
                  <a:gd name="T16" fmla="*/ 155 w 156"/>
                  <a:gd name="T17" fmla="*/ 93 h 94"/>
                  <a:gd name="T18" fmla="*/ 155 w 156"/>
                  <a:gd name="T19" fmla="*/ 93 h 94"/>
                  <a:gd name="T20" fmla="*/ 155 w 156"/>
                  <a:gd name="T21" fmla="*/ 31 h 94"/>
                  <a:gd name="T22" fmla="*/ 155 w 156"/>
                  <a:gd name="T23" fmla="*/ 31 h 94"/>
                  <a:gd name="T24" fmla="*/ 155 w 156"/>
                  <a:gd name="T25" fmla="*/ 31 h 94"/>
                  <a:gd name="T26" fmla="*/ 124 w 156"/>
                  <a:gd name="T27" fmla="*/ 31 h 94"/>
                  <a:gd name="T28" fmla="*/ 92 w 156"/>
                  <a:gd name="T29" fmla="*/ 31 h 94"/>
                  <a:gd name="T30" fmla="*/ 31 w 156"/>
                  <a:gd name="T31" fmla="*/ 0 h 94"/>
                  <a:gd name="T32" fmla="*/ 0 w 156"/>
                  <a:gd name="T33" fmla="*/ 0 h 94"/>
                  <a:gd name="T34" fmla="*/ 0 w 156"/>
                  <a:gd name="T35" fmla="*/ 0 h 94"/>
                  <a:gd name="T36" fmla="*/ 0 w 156"/>
                  <a:gd name="T37" fmla="*/ 0 h 94"/>
                  <a:gd name="T38" fmla="*/ 61 w 156"/>
                  <a:gd name="T39" fmla="*/ 6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6" h="94">
                    <a:moveTo>
                      <a:pt x="61" y="62"/>
                    </a:moveTo>
                    <a:lnTo>
                      <a:pt x="61" y="62"/>
                    </a:lnTo>
                    <a:lnTo>
                      <a:pt x="61" y="62"/>
                    </a:lnTo>
                    <a:lnTo>
                      <a:pt x="61" y="62"/>
                    </a:lnTo>
                    <a:cubicBezTo>
                      <a:pt x="92" y="62"/>
                      <a:pt x="124" y="62"/>
                      <a:pt x="124" y="93"/>
                    </a:cubicBezTo>
                    <a:lnTo>
                      <a:pt x="124" y="93"/>
                    </a:lnTo>
                    <a:cubicBezTo>
                      <a:pt x="155" y="93"/>
                      <a:pt x="155" y="93"/>
                      <a:pt x="155" y="93"/>
                    </a:cubicBezTo>
                    <a:lnTo>
                      <a:pt x="155" y="93"/>
                    </a:lnTo>
                    <a:lnTo>
                      <a:pt x="155" y="93"/>
                    </a:lnTo>
                    <a:lnTo>
                      <a:pt x="155" y="93"/>
                    </a:lnTo>
                    <a:cubicBezTo>
                      <a:pt x="155" y="62"/>
                      <a:pt x="155" y="62"/>
                      <a:pt x="155" y="31"/>
                    </a:cubicBezTo>
                    <a:lnTo>
                      <a:pt x="155" y="31"/>
                    </a:lnTo>
                    <a:lnTo>
                      <a:pt x="155" y="31"/>
                    </a:lnTo>
                    <a:lnTo>
                      <a:pt x="124" y="31"/>
                    </a:lnTo>
                    <a:cubicBezTo>
                      <a:pt x="124" y="31"/>
                      <a:pt x="124" y="31"/>
                      <a:pt x="92" y="31"/>
                    </a:cubicBezTo>
                    <a:cubicBezTo>
                      <a:pt x="92" y="31"/>
                      <a:pt x="61" y="0"/>
                      <a:pt x="31" y="0"/>
                    </a:cubicBezTo>
                    <a:cubicBezTo>
                      <a:pt x="31" y="0"/>
                      <a:pt x="31" y="0"/>
                      <a:pt x="0" y="0"/>
                    </a:cubicBezTo>
                    <a:lnTo>
                      <a:pt x="0" y="0"/>
                    </a:lnTo>
                    <a:lnTo>
                      <a:pt x="0" y="0"/>
                    </a:lnTo>
                    <a:cubicBezTo>
                      <a:pt x="31" y="31"/>
                      <a:pt x="61" y="31"/>
                      <a:pt x="61"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18" name="Freeform 167">
                <a:extLst>
                  <a:ext uri="{FF2B5EF4-FFF2-40B4-BE49-F238E27FC236}">
                    <a16:creationId xmlns:a16="http://schemas.microsoft.com/office/drawing/2014/main" id="{6503310A-798E-E5BE-C2AC-9C823BB82EB3}"/>
                  </a:ext>
                </a:extLst>
              </p:cNvPr>
              <p:cNvSpPr>
                <a:spLocks noChangeArrowheads="1"/>
              </p:cNvSpPr>
              <p:nvPr/>
            </p:nvSpPr>
            <p:spPr bwMode="auto">
              <a:xfrm>
                <a:off x="2239963" y="731838"/>
                <a:ext cx="1027112" cy="525462"/>
              </a:xfrm>
              <a:custGeom>
                <a:avLst/>
                <a:gdLst>
                  <a:gd name="T0" fmla="*/ 2541 w 2853"/>
                  <a:gd name="T1" fmla="*/ 837 h 1458"/>
                  <a:gd name="T2" fmla="*/ 2356 w 2853"/>
                  <a:gd name="T3" fmla="*/ 837 h 1458"/>
                  <a:gd name="T4" fmla="*/ 2293 w 2853"/>
                  <a:gd name="T5" fmla="*/ 651 h 1458"/>
                  <a:gd name="T6" fmla="*/ 2510 w 2853"/>
                  <a:gd name="T7" fmla="*/ 682 h 1458"/>
                  <a:gd name="T8" fmla="*/ 2541 w 2853"/>
                  <a:gd name="T9" fmla="*/ 589 h 1458"/>
                  <a:gd name="T10" fmla="*/ 2697 w 2853"/>
                  <a:gd name="T11" fmla="*/ 589 h 1458"/>
                  <a:gd name="T12" fmla="*/ 2697 w 2853"/>
                  <a:gd name="T13" fmla="*/ 496 h 1458"/>
                  <a:gd name="T14" fmla="*/ 2852 w 2853"/>
                  <a:gd name="T15" fmla="*/ 496 h 1458"/>
                  <a:gd name="T16" fmla="*/ 2728 w 2853"/>
                  <a:gd name="T17" fmla="*/ 434 h 1458"/>
                  <a:gd name="T18" fmla="*/ 2789 w 2853"/>
                  <a:gd name="T19" fmla="*/ 248 h 1458"/>
                  <a:gd name="T20" fmla="*/ 2852 w 2853"/>
                  <a:gd name="T21" fmla="*/ 186 h 1458"/>
                  <a:gd name="T22" fmla="*/ 2821 w 2853"/>
                  <a:gd name="T23" fmla="*/ 124 h 1458"/>
                  <a:gd name="T24" fmla="*/ 2665 w 2853"/>
                  <a:gd name="T25" fmla="*/ 93 h 1458"/>
                  <a:gd name="T26" fmla="*/ 2480 w 2853"/>
                  <a:gd name="T27" fmla="*/ 124 h 1458"/>
                  <a:gd name="T28" fmla="*/ 2201 w 2853"/>
                  <a:gd name="T29" fmla="*/ 124 h 1458"/>
                  <a:gd name="T30" fmla="*/ 2201 w 2853"/>
                  <a:gd name="T31" fmla="*/ 31 h 1458"/>
                  <a:gd name="T32" fmla="*/ 2480 w 2853"/>
                  <a:gd name="T33" fmla="*/ 31 h 1458"/>
                  <a:gd name="T34" fmla="*/ 2325 w 2853"/>
                  <a:gd name="T35" fmla="*/ 0 h 1458"/>
                  <a:gd name="T36" fmla="*/ 2076 w 2853"/>
                  <a:gd name="T37" fmla="*/ 0 h 1458"/>
                  <a:gd name="T38" fmla="*/ 1860 w 2853"/>
                  <a:gd name="T39" fmla="*/ 0 h 1458"/>
                  <a:gd name="T40" fmla="*/ 1642 w 2853"/>
                  <a:gd name="T41" fmla="*/ 31 h 1458"/>
                  <a:gd name="T42" fmla="*/ 1518 w 2853"/>
                  <a:gd name="T43" fmla="*/ 31 h 1458"/>
                  <a:gd name="T44" fmla="*/ 1333 w 2853"/>
                  <a:gd name="T45" fmla="*/ 93 h 1458"/>
                  <a:gd name="T46" fmla="*/ 1116 w 2853"/>
                  <a:gd name="T47" fmla="*/ 93 h 1458"/>
                  <a:gd name="T48" fmla="*/ 929 w 2853"/>
                  <a:gd name="T49" fmla="*/ 62 h 1458"/>
                  <a:gd name="T50" fmla="*/ 681 w 2853"/>
                  <a:gd name="T51" fmla="*/ 93 h 1458"/>
                  <a:gd name="T52" fmla="*/ 557 w 2853"/>
                  <a:gd name="T53" fmla="*/ 155 h 1458"/>
                  <a:gd name="T54" fmla="*/ 433 w 2853"/>
                  <a:gd name="T55" fmla="*/ 155 h 1458"/>
                  <a:gd name="T56" fmla="*/ 309 w 2853"/>
                  <a:gd name="T57" fmla="*/ 279 h 1458"/>
                  <a:gd name="T58" fmla="*/ 93 w 2853"/>
                  <a:gd name="T59" fmla="*/ 310 h 1458"/>
                  <a:gd name="T60" fmla="*/ 124 w 2853"/>
                  <a:gd name="T61" fmla="*/ 341 h 1458"/>
                  <a:gd name="T62" fmla="*/ 279 w 2853"/>
                  <a:gd name="T63" fmla="*/ 341 h 1458"/>
                  <a:gd name="T64" fmla="*/ 155 w 2853"/>
                  <a:gd name="T65" fmla="*/ 403 h 1458"/>
                  <a:gd name="T66" fmla="*/ 248 w 2853"/>
                  <a:gd name="T67" fmla="*/ 434 h 1458"/>
                  <a:gd name="T68" fmla="*/ 372 w 2853"/>
                  <a:gd name="T69" fmla="*/ 434 h 1458"/>
                  <a:gd name="T70" fmla="*/ 681 w 2853"/>
                  <a:gd name="T71" fmla="*/ 434 h 1458"/>
                  <a:gd name="T72" fmla="*/ 837 w 2853"/>
                  <a:gd name="T73" fmla="*/ 558 h 1458"/>
                  <a:gd name="T74" fmla="*/ 899 w 2853"/>
                  <a:gd name="T75" fmla="*/ 589 h 1458"/>
                  <a:gd name="T76" fmla="*/ 899 w 2853"/>
                  <a:gd name="T77" fmla="*/ 744 h 1458"/>
                  <a:gd name="T78" fmla="*/ 961 w 2853"/>
                  <a:gd name="T79" fmla="*/ 713 h 1458"/>
                  <a:gd name="T80" fmla="*/ 1177 w 2853"/>
                  <a:gd name="T81" fmla="*/ 806 h 1458"/>
                  <a:gd name="T82" fmla="*/ 1085 w 2853"/>
                  <a:gd name="T83" fmla="*/ 961 h 1458"/>
                  <a:gd name="T84" fmla="*/ 992 w 2853"/>
                  <a:gd name="T85" fmla="*/ 1023 h 1458"/>
                  <a:gd name="T86" fmla="*/ 1116 w 2853"/>
                  <a:gd name="T87" fmla="*/ 1116 h 1458"/>
                  <a:gd name="T88" fmla="*/ 1177 w 2853"/>
                  <a:gd name="T89" fmla="*/ 1209 h 1458"/>
                  <a:gd name="T90" fmla="*/ 1240 w 2853"/>
                  <a:gd name="T91" fmla="*/ 1364 h 1458"/>
                  <a:gd name="T92" fmla="*/ 1333 w 2853"/>
                  <a:gd name="T93" fmla="*/ 1426 h 1458"/>
                  <a:gd name="T94" fmla="*/ 1394 w 2853"/>
                  <a:gd name="T95" fmla="*/ 1394 h 1458"/>
                  <a:gd name="T96" fmla="*/ 1488 w 2853"/>
                  <a:gd name="T97" fmla="*/ 1457 h 1458"/>
                  <a:gd name="T98" fmla="*/ 1581 w 2853"/>
                  <a:gd name="T99" fmla="*/ 1426 h 1458"/>
                  <a:gd name="T100" fmla="*/ 1581 w 2853"/>
                  <a:gd name="T101" fmla="*/ 1270 h 1458"/>
                  <a:gd name="T102" fmla="*/ 1581 w 2853"/>
                  <a:gd name="T103" fmla="*/ 1178 h 1458"/>
                  <a:gd name="T104" fmla="*/ 1766 w 2853"/>
                  <a:gd name="T105" fmla="*/ 1116 h 1458"/>
                  <a:gd name="T106" fmla="*/ 1890 w 2853"/>
                  <a:gd name="T107" fmla="*/ 1085 h 1458"/>
                  <a:gd name="T108" fmla="*/ 2076 w 2853"/>
                  <a:gd name="T109" fmla="*/ 1023 h 1458"/>
                  <a:gd name="T110" fmla="*/ 2201 w 2853"/>
                  <a:gd name="T111" fmla="*/ 930 h 1458"/>
                  <a:gd name="T112" fmla="*/ 2293 w 2853"/>
                  <a:gd name="T113" fmla="*/ 930 h 1458"/>
                  <a:gd name="T114" fmla="*/ 2541 w 2853"/>
                  <a:gd name="T115" fmla="*/ 899 h 1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53" h="1458">
                    <a:moveTo>
                      <a:pt x="2604" y="868"/>
                    </a:moveTo>
                    <a:lnTo>
                      <a:pt x="2604" y="868"/>
                    </a:lnTo>
                    <a:cubicBezTo>
                      <a:pt x="2604" y="837"/>
                      <a:pt x="2604" y="837"/>
                      <a:pt x="2573" y="837"/>
                    </a:cubicBezTo>
                    <a:lnTo>
                      <a:pt x="2573" y="837"/>
                    </a:lnTo>
                    <a:lnTo>
                      <a:pt x="2541" y="837"/>
                    </a:lnTo>
                    <a:lnTo>
                      <a:pt x="2541" y="837"/>
                    </a:lnTo>
                    <a:cubicBezTo>
                      <a:pt x="2510" y="837"/>
                      <a:pt x="2510" y="837"/>
                      <a:pt x="2510" y="837"/>
                    </a:cubicBezTo>
                    <a:cubicBezTo>
                      <a:pt x="2480" y="837"/>
                      <a:pt x="2449" y="837"/>
                      <a:pt x="2449" y="837"/>
                    </a:cubicBezTo>
                    <a:lnTo>
                      <a:pt x="2449" y="837"/>
                    </a:lnTo>
                    <a:cubicBezTo>
                      <a:pt x="2449" y="837"/>
                      <a:pt x="2449" y="837"/>
                      <a:pt x="2417" y="837"/>
                    </a:cubicBezTo>
                    <a:cubicBezTo>
                      <a:pt x="2417" y="837"/>
                      <a:pt x="2417" y="837"/>
                      <a:pt x="2386" y="837"/>
                    </a:cubicBezTo>
                    <a:cubicBezTo>
                      <a:pt x="2386" y="837"/>
                      <a:pt x="2386" y="837"/>
                      <a:pt x="2356" y="837"/>
                    </a:cubicBezTo>
                    <a:lnTo>
                      <a:pt x="2356" y="837"/>
                    </a:lnTo>
                    <a:cubicBezTo>
                      <a:pt x="2325" y="837"/>
                      <a:pt x="2325" y="806"/>
                      <a:pt x="2325" y="806"/>
                    </a:cubicBezTo>
                    <a:cubicBezTo>
                      <a:pt x="2325" y="775"/>
                      <a:pt x="2356" y="775"/>
                      <a:pt x="2356" y="744"/>
                    </a:cubicBezTo>
                    <a:lnTo>
                      <a:pt x="2356" y="744"/>
                    </a:lnTo>
                    <a:cubicBezTo>
                      <a:pt x="2356" y="713"/>
                      <a:pt x="2356" y="713"/>
                      <a:pt x="2356" y="713"/>
                    </a:cubicBezTo>
                    <a:cubicBezTo>
                      <a:pt x="2293" y="651"/>
                      <a:pt x="2293" y="651"/>
                      <a:pt x="2293" y="651"/>
                    </a:cubicBezTo>
                    <a:cubicBezTo>
                      <a:pt x="2386" y="682"/>
                      <a:pt x="2386" y="682"/>
                      <a:pt x="2386" y="682"/>
                    </a:cubicBezTo>
                    <a:cubicBezTo>
                      <a:pt x="2449" y="682"/>
                      <a:pt x="2449" y="713"/>
                      <a:pt x="2480" y="713"/>
                    </a:cubicBezTo>
                    <a:lnTo>
                      <a:pt x="2510" y="713"/>
                    </a:lnTo>
                    <a:lnTo>
                      <a:pt x="2510" y="713"/>
                    </a:lnTo>
                    <a:lnTo>
                      <a:pt x="2510" y="682"/>
                    </a:lnTo>
                    <a:lnTo>
                      <a:pt x="2510" y="682"/>
                    </a:lnTo>
                    <a:cubicBezTo>
                      <a:pt x="2510" y="682"/>
                      <a:pt x="2510" y="651"/>
                      <a:pt x="2480" y="651"/>
                    </a:cubicBezTo>
                    <a:cubicBezTo>
                      <a:pt x="2480" y="651"/>
                      <a:pt x="2480" y="651"/>
                      <a:pt x="2480" y="620"/>
                    </a:cubicBezTo>
                    <a:lnTo>
                      <a:pt x="2480" y="620"/>
                    </a:lnTo>
                    <a:cubicBezTo>
                      <a:pt x="2480" y="620"/>
                      <a:pt x="2480" y="620"/>
                      <a:pt x="2510" y="620"/>
                    </a:cubicBezTo>
                    <a:lnTo>
                      <a:pt x="2510" y="620"/>
                    </a:lnTo>
                    <a:cubicBezTo>
                      <a:pt x="2510" y="589"/>
                      <a:pt x="2510" y="589"/>
                      <a:pt x="2541" y="589"/>
                    </a:cubicBezTo>
                    <a:lnTo>
                      <a:pt x="2541" y="589"/>
                    </a:lnTo>
                    <a:cubicBezTo>
                      <a:pt x="2573" y="589"/>
                      <a:pt x="2573" y="589"/>
                      <a:pt x="2573" y="589"/>
                    </a:cubicBezTo>
                    <a:lnTo>
                      <a:pt x="2573" y="589"/>
                    </a:lnTo>
                    <a:cubicBezTo>
                      <a:pt x="2573" y="589"/>
                      <a:pt x="2573" y="589"/>
                      <a:pt x="2604" y="589"/>
                    </a:cubicBezTo>
                    <a:cubicBezTo>
                      <a:pt x="2604" y="589"/>
                      <a:pt x="2634" y="558"/>
                      <a:pt x="2665" y="558"/>
                    </a:cubicBezTo>
                    <a:lnTo>
                      <a:pt x="2697" y="589"/>
                    </a:lnTo>
                    <a:lnTo>
                      <a:pt x="2697" y="589"/>
                    </a:lnTo>
                    <a:lnTo>
                      <a:pt x="2697" y="589"/>
                    </a:lnTo>
                    <a:lnTo>
                      <a:pt x="2697" y="558"/>
                    </a:lnTo>
                    <a:lnTo>
                      <a:pt x="2697" y="558"/>
                    </a:lnTo>
                    <a:cubicBezTo>
                      <a:pt x="2697" y="527"/>
                      <a:pt x="2697" y="527"/>
                      <a:pt x="2697" y="527"/>
                    </a:cubicBezTo>
                    <a:cubicBezTo>
                      <a:pt x="2665" y="496"/>
                      <a:pt x="2665" y="496"/>
                      <a:pt x="2697" y="496"/>
                    </a:cubicBezTo>
                    <a:cubicBezTo>
                      <a:pt x="2697" y="465"/>
                      <a:pt x="2728" y="465"/>
                      <a:pt x="2758" y="465"/>
                    </a:cubicBezTo>
                    <a:cubicBezTo>
                      <a:pt x="2789" y="465"/>
                      <a:pt x="2789" y="465"/>
                      <a:pt x="2789" y="496"/>
                    </a:cubicBezTo>
                    <a:cubicBezTo>
                      <a:pt x="2789" y="496"/>
                      <a:pt x="2789" y="496"/>
                      <a:pt x="2821" y="496"/>
                    </a:cubicBezTo>
                    <a:lnTo>
                      <a:pt x="2821" y="496"/>
                    </a:lnTo>
                    <a:lnTo>
                      <a:pt x="2821" y="496"/>
                    </a:lnTo>
                    <a:lnTo>
                      <a:pt x="2852" y="496"/>
                    </a:lnTo>
                    <a:lnTo>
                      <a:pt x="2852" y="465"/>
                    </a:lnTo>
                    <a:lnTo>
                      <a:pt x="2852" y="465"/>
                    </a:lnTo>
                    <a:lnTo>
                      <a:pt x="2821" y="465"/>
                    </a:lnTo>
                    <a:lnTo>
                      <a:pt x="2789" y="465"/>
                    </a:lnTo>
                    <a:lnTo>
                      <a:pt x="2789" y="465"/>
                    </a:lnTo>
                    <a:cubicBezTo>
                      <a:pt x="2789" y="465"/>
                      <a:pt x="2728" y="465"/>
                      <a:pt x="2728" y="434"/>
                    </a:cubicBezTo>
                    <a:cubicBezTo>
                      <a:pt x="2697" y="434"/>
                      <a:pt x="2697" y="403"/>
                      <a:pt x="2697" y="403"/>
                    </a:cubicBezTo>
                    <a:cubicBezTo>
                      <a:pt x="2728" y="372"/>
                      <a:pt x="2728" y="372"/>
                      <a:pt x="2728" y="372"/>
                    </a:cubicBezTo>
                    <a:cubicBezTo>
                      <a:pt x="2728" y="372"/>
                      <a:pt x="2728" y="372"/>
                      <a:pt x="2728" y="341"/>
                    </a:cubicBezTo>
                    <a:lnTo>
                      <a:pt x="2728" y="310"/>
                    </a:lnTo>
                    <a:cubicBezTo>
                      <a:pt x="2758" y="310"/>
                      <a:pt x="2758" y="279"/>
                      <a:pt x="2758" y="279"/>
                    </a:cubicBezTo>
                    <a:cubicBezTo>
                      <a:pt x="2758" y="248"/>
                      <a:pt x="2789" y="248"/>
                      <a:pt x="2789" y="248"/>
                    </a:cubicBezTo>
                    <a:lnTo>
                      <a:pt x="2821" y="248"/>
                    </a:lnTo>
                    <a:lnTo>
                      <a:pt x="2852" y="248"/>
                    </a:lnTo>
                    <a:lnTo>
                      <a:pt x="2852" y="248"/>
                    </a:lnTo>
                    <a:cubicBezTo>
                      <a:pt x="2852" y="217"/>
                      <a:pt x="2852" y="217"/>
                      <a:pt x="2852" y="217"/>
                    </a:cubicBezTo>
                    <a:lnTo>
                      <a:pt x="2852" y="217"/>
                    </a:lnTo>
                    <a:cubicBezTo>
                      <a:pt x="2852" y="217"/>
                      <a:pt x="2852" y="217"/>
                      <a:pt x="2852" y="186"/>
                    </a:cubicBezTo>
                    <a:lnTo>
                      <a:pt x="2821" y="217"/>
                    </a:lnTo>
                    <a:cubicBezTo>
                      <a:pt x="2821" y="217"/>
                      <a:pt x="2789" y="217"/>
                      <a:pt x="2789" y="186"/>
                    </a:cubicBezTo>
                    <a:lnTo>
                      <a:pt x="2789" y="155"/>
                    </a:lnTo>
                    <a:cubicBezTo>
                      <a:pt x="2789" y="124"/>
                      <a:pt x="2821" y="124"/>
                      <a:pt x="2852" y="124"/>
                    </a:cubicBezTo>
                    <a:lnTo>
                      <a:pt x="2852" y="124"/>
                    </a:lnTo>
                    <a:cubicBezTo>
                      <a:pt x="2821" y="124"/>
                      <a:pt x="2821" y="124"/>
                      <a:pt x="2821" y="124"/>
                    </a:cubicBezTo>
                    <a:cubicBezTo>
                      <a:pt x="2821" y="124"/>
                      <a:pt x="2728" y="155"/>
                      <a:pt x="2697" y="155"/>
                    </a:cubicBezTo>
                    <a:lnTo>
                      <a:pt x="2697" y="155"/>
                    </a:lnTo>
                    <a:cubicBezTo>
                      <a:pt x="2634" y="186"/>
                      <a:pt x="2634" y="186"/>
                      <a:pt x="2634" y="186"/>
                    </a:cubicBezTo>
                    <a:cubicBezTo>
                      <a:pt x="2604" y="186"/>
                      <a:pt x="2604" y="186"/>
                      <a:pt x="2604" y="186"/>
                    </a:cubicBezTo>
                    <a:lnTo>
                      <a:pt x="2604" y="155"/>
                    </a:lnTo>
                    <a:cubicBezTo>
                      <a:pt x="2634" y="124"/>
                      <a:pt x="2634" y="124"/>
                      <a:pt x="2665" y="93"/>
                    </a:cubicBezTo>
                    <a:lnTo>
                      <a:pt x="2665" y="93"/>
                    </a:lnTo>
                    <a:lnTo>
                      <a:pt x="2634" y="93"/>
                    </a:lnTo>
                    <a:cubicBezTo>
                      <a:pt x="2634" y="93"/>
                      <a:pt x="2634" y="124"/>
                      <a:pt x="2604" y="124"/>
                    </a:cubicBezTo>
                    <a:cubicBezTo>
                      <a:pt x="2573" y="124"/>
                      <a:pt x="2541" y="124"/>
                      <a:pt x="2541" y="124"/>
                    </a:cubicBezTo>
                    <a:cubicBezTo>
                      <a:pt x="2510" y="124"/>
                      <a:pt x="2510" y="124"/>
                      <a:pt x="2510" y="124"/>
                    </a:cubicBezTo>
                    <a:lnTo>
                      <a:pt x="2480" y="124"/>
                    </a:lnTo>
                    <a:lnTo>
                      <a:pt x="2480" y="124"/>
                    </a:lnTo>
                    <a:cubicBezTo>
                      <a:pt x="2449" y="124"/>
                      <a:pt x="2449" y="124"/>
                      <a:pt x="2417" y="124"/>
                    </a:cubicBezTo>
                    <a:lnTo>
                      <a:pt x="2386" y="124"/>
                    </a:lnTo>
                    <a:cubicBezTo>
                      <a:pt x="2356" y="124"/>
                      <a:pt x="2356" y="124"/>
                      <a:pt x="2325" y="124"/>
                    </a:cubicBezTo>
                    <a:cubicBezTo>
                      <a:pt x="2325" y="124"/>
                      <a:pt x="2293" y="124"/>
                      <a:pt x="2262" y="124"/>
                    </a:cubicBezTo>
                    <a:cubicBezTo>
                      <a:pt x="2232" y="124"/>
                      <a:pt x="2232" y="124"/>
                      <a:pt x="2201" y="124"/>
                    </a:cubicBezTo>
                    <a:lnTo>
                      <a:pt x="2169" y="124"/>
                    </a:lnTo>
                    <a:cubicBezTo>
                      <a:pt x="2138" y="124"/>
                      <a:pt x="2138" y="93"/>
                      <a:pt x="2138" y="93"/>
                    </a:cubicBezTo>
                    <a:lnTo>
                      <a:pt x="2138" y="93"/>
                    </a:lnTo>
                    <a:cubicBezTo>
                      <a:pt x="2138" y="62"/>
                      <a:pt x="2138" y="62"/>
                      <a:pt x="2169" y="31"/>
                    </a:cubicBezTo>
                    <a:lnTo>
                      <a:pt x="2201" y="31"/>
                    </a:lnTo>
                    <a:lnTo>
                      <a:pt x="2201" y="31"/>
                    </a:lnTo>
                    <a:cubicBezTo>
                      <a:pt x="2262" y="31"/>
                      <a:pt x="2293" y="31"/>
                      <a:pt x="2325" y="31"/>
                    </a:cubicBezTo>
                    <a:cubicBezTo>
                      <a:pt x="2356" y="31"/>
                      <a:pt x="2356" y="31"/>
                      <a:pt x="2356" y="31"/>
                    </a:cubicBezTo>
                    <a:cubicBezTo>
                      <a:pt x="2386" y="31"/>
                      <a:pt x="2417" y="31"/>
                      <a:pt x="2417" y="31"/>
                    </a:cubicBezTo>
                    <a:cubicBezTo>
                      <a:pt x="2449" y="31"/>
                      <a:pt x="2449" y="31"/>
                      <a:pt x="2480" y="31"/>
                    </a:cubicBezTo>
                    <a:lnTo>
                      <a:pt x="2480" y="31"/>
                    </a:lnTo>
                    <a:lnTo>
                      <a:pt x="2480" y="31"/>
                    </a:lnTo>
                    <a:lnTo>
                      <a:pt x="2510" y="31"/>
                    </a:lnTo>
                    <a:cubicBezTo>
                      <a:pt x="2510" y="31"/>
                      <a:pt x="2510" y="31"/>
                      <a:pt x="2541" y="31"/>
                    </a:cubicBezTo>
                    <a:lnTo>
                      <a:pt x="2510" y="0"/>
                    </a:lnTo>
                    <a:cubicBezTo>
                      <a:pt x="2510" y="0"/>
                      <a:pt x="2510" y="0"/>
                      <a:pt x="2480" y="0"/>
                    </a:cubicBezTo>
                    <a:cubicBezTo>
                      <a:pt x="2449" y="0"/>
                      <a:pt x="2449" y="0"/>
                      <a:pt x="2417" y="0"/>
                    </a:cubicBezTo>
                    <a:cubicBezTo>
                      <a:pt x="2386" y="0"/>
                      <a:pt x="2356" y="0"/>
                      <a:pt x="2325" y="0"/>
                    </a:cubicBezTo>
                    <a:lnTo>
                      <a:pt x="2293" y="0"/>
                    </a:lnTo>
                    <a:cubicBezTo>
                      <a:pt x="2262" y="0"/>
                      <a:pt x="2262" y="0"/>
                      <a:pt x="2262" y="0"/>
                    </a:cubicBezTo>
                    <a:lnTo>
                      <a:pt x="2232" y="0"/>
                    </a:lnTo>
                    <a:lnTo>
                      <a:pt x="2201" y="0"/>
                    </a:lnTo>
                    <a:cubicBezTo>
                      <a:pt x="2169" y="0"/>
                      <a:pt x="2169" y="0"/>
                      <a:pt x="2169" y="0"/>
                    </a:cubicBezTo>
                    <a:cubicBezTo>
                      <a:pt x="2138" y="0"/>
                      <a:pt x="2108" y="0"/>
                      <a:pt x="2076" y="0"/>
                    </a:cubicBezTo>
                    <a:cubicBezTo>
                      <a:pt x="2076" y="0"/>
                      <a:pt x="2076" y="0"/>
                      <a:pt x="2045" y="0"/>
                    </a:cubicBezTo>
                    <a:cubicBezTo>
                      <a:pt x="2014" y="0"/>
                      <a:pt x="2014" y="0"/>
                      <a:pt x="1984" y="0"/>
                    </a:cubicBezTo>
                    <a:cubicBezTo>
                      <a:pt x="1953" y="0"/>
                      <a:pt x="1953" y="0"/>
                      <a:pt x="1953" y="0"/>
                    </a:cubicBezTo>
                    <a:cubicBezTo>
                      <a:pt x="1921" y="0"/>
                      <a:pt x="1921" y="0"/>
                      <a:pt x="1890" y="0"/>
                    </a:cubicBezTo>
                    <a:lnTo>
                      <a:pt x="1890" y="0"/>
                    </a:lnTo>
                    <a:cubicBezTo>
                      <a:pt x="1890" y="0"/>
                      <a:pt x="1890" y="0"/>
                      <a:pt x="1860" y="0"/>
                    </a:cubicBezTo>
                    <a:cubicBezTo>
                      <a:pt x="1860" y="0"/>
                      <a:pt x="1860" y="0"/>
                      <a:pt x="1829" y="0"/>
                    </a:cubicBezTo>
                    <a:lnTo>
                      <a:pt x="1829" y="31"/>
                    </a:lnTo>
                    <a:cubicBezTo>
                      <a:pt x="1829" y="62"/>
                      <a:pt x="1829" y="62"/>
                      <a:pt x="1797" y="62"/>
                    </a:cubicBezTo>
                    <a:lnTo>
                      <a:pt x="1797" y="62"/>
                    </a:lnTo>
                    <a:cubicBezTo>
                      <a:pt x="1797" y="62"/>
                      <a:pt x="1736" y="31"/>
                      <a:pt x="1673" y="31"/>
                    </a:cubicBezTo>
                    <a:lnTo>
                      <a:pt x="1642" y="31"/>
                    </a:lnTo>
                    <a:cubicBezTo>
                      <a:pt x="1642" y="31"/>
                      <a:pt x="1642" y="31"/>
                      <a:pt x="1612" y="31"/>
                    </a:cubicBezTo>
                    <a:lnTo>
                      <a:pt x="1612" y="31"/>
                    </a:lnTo>
                    <a:cubicBezTo>
                      <a:pt x="1612" y="31"/>
                      <a:pt x="1612" y="31"/>
                      <a:pt x="1581" y="31"/>
                    </a:cubicBezTo>
                    <a:lnTo>
                      <a:pt x="1549" y="31"/>
                    </a:lnTo>
                    <a:lnTo>
                      <a:pt x="1549" y="31"/>
                    </a:lnTo>
                    <a:cubicBezTo>
                      <a:pt x="1518" y="31"/>
                      <a:pt x="1518" y="31"/>
                      <a:pt x="1518" y="31"/>
                    </a:cubicBezTo>
                    <a:lnTo>
                      <a:pt x="1488" y="31"/>
                    </a:lnTo>
                    <a:cubicBezTo>
                      <a:pt x="1488" y="31"/>
                      <a:pt x="1518" y="31"/>
                      <a:pt x="1518" y="62"/>
                    </a:cubicBezTo>
                    <a:cubicBezTo>
                      <a:pt x="1518" y="93"/>
                      <a:pt x="1488" y="93"/>
                      <a:pt x="1488" y="93"/>
                    </a:cubicBezTo>
                    <a:cubicBezTo>
                      <a:pt x="1488" y="124"/>
                      <a:pt x="1488" y="124"/>
                      <a:pt x="1488" y="124"/>
                    </a:cubicBezTo>
                    <a:cubicBezTo>
                      <a:pt x="1457" y="124"/>
                      <a:pt x="1457" y="124"/>
                      <a:pt x="1457" y="124"/>
                    </a:cubicBezTo>
                    <a:cubicBezTo>
                      <a:pt x="1457" y="124"/>
                      <a:pt x="1394" y="93"/>
                      <a:pt x="1333" y="93"/>
                    </a:cubicBezTo>
                    <a:cubicBezTo>
                      <a:pt x="1301" y="93"/>
                      <a:pt x="1301" y="93"/>
                      <a:pt x="1271" y="62"/>
                    </a:cubicBezTo>
                    <a:cubicBezTo>
                      <a:pt x="1271" y="62"/>
                      <a:pt x="1271" y="62"/>
                      <a:pt x="1240" y="62"/>
                    </a:cubicBezTo>
                    <a:cubicBezTo>
                      <a:pt x="1240" y="62"/>
                      <a:pt x="1240" y="62"/>
                      <a:pt x="1208" y="62"/>
                    </a:cubicBezTo>
                    <a:cubicBezTo>
                      <a:pt x="1240" y="62"/>
                      <a:pt x="1240" y="93"/>
                      <a:pt x="1240" y="93"/>
                    </a:cubicBezTo>
                    <a:cubicBezTo>
                      <a:pt x="1208" y="124"/>
                      <a:pt x="1177" y="124"/>
                      <a:pt x="1177" y="124"/>
                    </a:cubicBezTo>
                    <a:cubicBezTo>
                      <a:pt x="1147" y="124"/>
                      <a:pt x="1116" y="93"/>
                      <a:pt x="1116" y="93"/>
                    </a:cubicBezTo>
                    <a:lnTo>
                      <a:pt x="1085" y="93"/>
                    </a:lnTo>
                    <a:lnTo>
                      <a:pt x="1053" y="93"/>
                    </a:lnTo>
                    <a:lnTo>
                      <a:pt x="1053" y="93"/>
                    </a:lnTo>
                    <a:cubicBezTo>
                      <a:pt x="1023" y="93"/>
                      <a:pt x="1023" y="124"/>
                      <a:pt x="992" y="124"/>
                    </a:cubicBezTo>
                    <a:lnTo>
                      <a:pt x="961" y="124"/>
                    </a:lnTo>
                    <a:cubicBezTo>
                      <a:pt x="929" y="93"/>
                      <a:pt x="929" y="93"/>
                      <a:pt x="929" y="62"/>
                    </a:cubicBezTo>
                    <a:lnTo>
                      <a:pt x="929" y="62"/>
                    </a:lnTo>
                    <a:lnTo>
                      <a:pt x="929" y="62"/>
                    </a:lnTo>
                    <a:cubicBezTo>
                      <a:pt x="899" y="93"/>
                      <a:pt x="837" y="93"/>
                      <a:pt x="805" y="93"/>
                    </a:cubicBezTo>
                    <a:cubicBezTo>
                      <a:pt x="775" y="93"/>
                      <a:pt x="775" y="93"/>
                      <a:pt x="744" y="93"/>
                    </a:cubicBezTo>
                    <a:lnTo>
                      <a:pt x="713" y="93"/>
                    </a:lnTo>
                    <a:lnTo>
                      <a:pt x="681" y="93"/>
                    </a:lnTo>
                    <a:cubicBezTo>
                      <a:pt x="651" y="93"/>
                      <a:pt x="651" y="93"/>
                      <a:pt x="651" y="93"/>
                    </a:cubicBezTo>
                    <a:cubicBezTo>
                      <a:pt x="651" y="93"/>
                      <a:pt x="620" y="93"/>
                      <a:pt x="620" y="124"/>
                    </a:cubicBezTo>
                    <a:lnTo>
                      <a:pt x="620" y="124"/>
                    </a:lnTo>
                    <a:cubicBezTo>
                      <a:pt x="620" y="124"/>
                      <a:pt x="620" y="155"/>
                      <a:pt x="589" y="155"/>
                    </a:cubicBezTo>
                    <a:cubicBezTo>
                      <a:pt x="589" y="155"/>
                      <a:pt x="589" y="155"/>
                      <a:pt x="557" y="155"/>
                    </a:cubicBezTo>
                    <a:lnTo>
                      <a:pt x="557" y="155"/>
                    </a:lnTo>
                    <a:lnTo>
                      <a:pt x="527" y="155"/>
                    </a:lnTo>
                    <a:cubicBezTo>
                      <a:pt x="496" y="155"/>
                      <a:pt x="496" y="155"/>
                      <a:pt x="465" y="155"/>
                    </a:cubicBezTo>
                    <a:lnTo>
                      <a:pt x="465" y="155"/>
                    </a:lnTo>
                    <a:cubicBezTo>
                      <a:pt x="433" y="155"/>
                      <a:pt x="433" y="155"/>
                      <a:pt x="433" y="155"/>
                    </a:cubicBezTo>
                    <a:cubicBezTo>
                      <a:pt x="465" y="155"/>
                      <a:pt x="465" y="155"/>
                      <a:pt x="465" y="155"/>
                    </a:cubicBezTo>
                    <a:cubicBezTo>
                      <a:pt x="465" y="155"/>
                      <a:pt x="465" y="155"/>
                      <a:pt x="433" y="155"/>
                    </a:cubicBezTo>
                    <a:cubicBezTo>
                      <a:pt x="465" y="186"/>
                      <a:pt x="465" y="186"/>
                      <a:pt x="465" y="186"/>
                    </a:cubicBezTo>
                    <a:cubicBezTo>
                      <a:pt x="465" y="186"/>
                      <a:pt x="465" y="217"/>
                      <a:pt x="433" y="217"/>
                    </a:cubicBezTo>
                    <a:lnTo>
                      <a:pt x="433" y="217"/>
                    </a:lnTo>
                    <a:cubicBezTo>
                      <a:pt x="433" y="248"/>
                      <a:pt x="403" y="248"/>
                      <a:pt x="403" y="248"/>
                    </a:cubicBezTo>
                    <a:cubicBezTo>
                      <a:pt x="372" y="279"/>
                      <a:pt x="341" y="279"/>
                      <a:pt x="309" y="279"/>
                    </a:cubicBezTo>
                    <a:lnTo>
                      <a:pt x="309" y="279"/>
                    </a:lnTo>
                    <a:cubicBezTo>
                      <a:pt x="309" y="279"/>
                      <a:pt x="309" y="279"/>
                      <a:pt x="279" y="279"/>
                    </a:cubicBezTo>
                    <a:cubicBezTo>
                      <a:pt x="279" y="279"/>
                      <a:pt x="248" y="279"/>
                      <a:pt x="217" y="279"/>
                    </a:cubicBezTo>
                    <a:cubicBezTo>
                      <a:pt x="185" y="279"/>
                      <a:pt x="185" y="279"/>
                      <a:pt x="185" y="279"/>
                    </a:cubicBezTo>
                    <a:cubicBezTo>
                      <a:pt x="155" y="310"/>
                      <a:pt x="155" y="310"/>
                      <a:pt x="124" y="310"/>
                    </a:cubicBezTo>
                    <a:lnTo>
                      <a:pt x="124" y="310"/>
                    </a:lnTo>
                    <a:cubicBezTo>
                      <a:pt x="124" y="310"/>
                      <a:pt x="124" y="310"/>
                      <a:pt x="93" y="310"/>
                    </a:cubicBezTo>
                    <a:lnTo>
                      <a:pt x="93" y="310"/>
                    </a:lnTo>
                    <a:cubicBezTo>
                      <a:pt x="61" y="310"/>
                      <a:pt x="61" y="310"/>
                      <a:pt x="61" y="310"/>
                    </a:cubicBezTo>
                    <a:lnTo>
                      <a:pt x="31" y="310"/>
                    </a:lnTo>
                    <a:lnTo>
                      <a:pt x="0" y="310"/>
                    </a:lnTo>
                    <a:cubicBezTo>
                      <a:pt x="0" y="310"/>
                      <a:pt x="31" y="310"/>
                      <a:pt x="61" y="310"/>
                    </a:cubicBezTo>
                    <a:cubicBezTo>
                      <a:pt x="93" y="310"/>
                      <a:pt x="93" y="310"/>
                      <a:pt x="124" y="341"/>
                    </a:cubicBezTo>
                    <a:lnTo>
                      <a:pt x="124" y="341"/>
                    </a:lnTo>
                    <a:lnTo>
                      <a:pt x="124" y="341"/>
                    </a:lnTo>
                    <a:cubicBezTo>
                      <a:pt x="155" y="341"/>
                      <a:pt x="155" y="341"/>
                      <a:pt x="185" y="341"/>
                    </a:cubicBezTo>
                    <a:cubicBezTo>
                      <a:pt x="185" y="341"/>
                      <a:pt x="185" y="341"/>
                      <a:pt x="217" y="341"/>
                    </a:cubicBezTo>
                    <a:lnTo>
                      <a:pt x="217" y="341"/>
                    </a:lnTo>
                    <a:cubicBezTo>
                      <a:pt x="248" y="341"/>
                      <a:pt x="248" y="341"/>
                      <a:pt x="279" y="341"/>
                    </a:cubicBezTo>
                    <a:lnTo>
                      <a:pt x="279" y="341"/>
                    </a:lnTo>
                    <a:lnTo>
                      <a:pt x="279" y="341"/>
                    </a:lnTo>
                    <a:cubicBezTo>
                      <a:pt x="309" y="341"/>
                      <a:pt x="309" y="372"/>
                      <a:pt x="309" y="372"/>
                    </a:cubicBezTo>
                    <a:cubicBezTo>
                      <a:pt x="309" y="403"/>
                      <a:pt x="279" y="403"/>
                      <a:pt x="279" y="403"/>
                    </a:cubicBezTo>
                    <a:lnTo>
                      <a:pt x="279" y="403"/>
                    </a:lnTo>
                    <a:cubicBezTo>
                      <a:pt x="248" y="403"/>
                      <a:pt x="185" y="403"/>
                      <a:pt x="155" y="403"/>
                    </a:cubicBezTo>
                    <a:cubicBezTo>
                      <a:pt x="155" y="403"/>
                      <a:pt x="155" y="403"/>
                      <a:pt x="155" y="434"/>
                    </a:cubicBezTo>
                    <a:lnTo>
                      <a:pt x="155" y="434"/>
                    </a:lnTo>
                    <a:cubicBezTo>
                      <a:pt x="185" y="434"/>
                      <a:pt x="185" y="434"/>
                      <a:pt x="217" y="403"/>
                    </a:cubicBezTo>
                    <a:lnTo>
                      <a:pt x="217" y="403"/>
                    </a:lnTo>
                    <a:lnTo>
                      <a:pt x="248" y="403"/>
                    </a:lnTo>
                    <a:cubicBezTo>
                      <a:pt x="248" y="403"/>
                      <a:pt x="248" y="403"/>
                      <a:pt x="248" y="434"/>
                    </a:cubicBezTo>
                    <a:cubicBezTo>
                      <a:pt x="248" y="434"/>
                      <a:pt x="248" y="434"/>
                      <a:pt x="279" y="434"/>
                    </a:cubicBezTo>
                    <a:lnTo>
                      <a:pt x="279" y="403"/>
                    </a:lnTo>
                    <a:cubicBezTo>
                      <a:pt x="309" y="403"/>
                      <a:pt x="309" y="403"/>
                      <a:pt x="309" y="403"/>
                    </a:cubicBezTo>
                    <a:cubicBezTo>
                      <a:pt x="341" y="403"/>
                      <a:pt x="341" y="434"/>
                      <a:pt x="341" y="434"/>
                    </a:cubicBezTo>
                    <a:lnTo>
                      <a:pt x="341" y="434"/>
                    </a:lnTo>
                    <a:cubicBezTo>
                      <a:pt x="341" y="434"/>
                      <a:pt x="341" y="434"/>
                      <a:pt x="372" y="434"/>
                    </a:cubicBezTo>
                    <a:cubicBezTo>
                      <a:pt x="403" y="403"/>
                      <a:pt x="403" y="403"/>
                      <a:pt x="433" y="403"/>
                    </a:cubicBezTo>
                    <a:cubicBezTo>
                      <a:pt x="465" y="403"/>
                      <a:pt x="465" y="403"/>
                      <a:pt x="496" y="403"/>
                    </a:cubicBezTo>
                    <a:cubicBezTo>
                      <a:pt x="527" y="434"/>
                      <a:pt x="589" y="434"/>
                      <a:pt x="651" y="434"/>
                    </a:cubicBezTo>
                    <a:lnTo>
                      <a:pt x="651" y="434"/>
                    </a:lnTo>
                    <a:cubicBezTo>
                      <a:pt x="681" y="434"/>
                      <a:pt x="681" y="434"/>
                      <a:pt x="681" y="434"/>
                    </a:cubicBezTo>
                    <a:lnTo>
                      <a:pt x="681" y="434"/>
                    </a:lnTo>
                    <a:cubicBezTo>
                      <a:pt x="681" y="434"/>
                      <a:pt x="681" y="434"/>
                      <a:pt x="713" y="434"/>
                    </a:cubicBezTo>
                    <a:cubicBezTo>
                      <a:pt x="713" y="434"/>
                      <a:pt x="713" y="434"/>
                      <a:pt x="744" y="465"/>
                    </a:cubicBezTo>
                    <a:cubicBezTo>
                      <a:pt x="744" y="465"/>
                      <a:pt x="744" y="465"/>
                      <a:pt x="744" y="496"/>
                    </a:cubicBezTo>
                    <a:lnTo>
                      <a:pt x="744" y="496"/>
                    </a:lnTo>
                    <a:cubicBezTo>
                      <a:pt x="744" y="496"/>
                      <a:pt x="775" y="496"/>
                      <a:pt x="805" y="496"/>
                    </a:cubicBezTo>
                    <a:cubicBezTo>
                      <a:pt x="805" y="527"/>
                      <a:pt x="837" y="527"/>
                      <a:pt x="837" y="558"/>
                    </a:cubicBezTo>
                    <a:lnTo>
                      <a:pt x="837" y="558"/>
                    </a:lnTo>
                    <a:lnTo>
                      <a:pt x="868" y="558"/>
                    </a:lnTo>
                    <a:lnTo>
                      <a:pt x="868" y="589"/>
                    </a:lnTo>
                    <a:lnTo>
                      <a:pt x="868" y="589"/>
                    </a:lnTo>
                    <a:lnTo>
                      <a:pt x="868" y="589"/>
                    </a:lnTo>
                    <a:cubicBezTo>
                      <a:pt x="899" y="589"/>
                      <a:pt x="899" y="589"/>
                      <a:pt x="899" y="589"/>
                    </a:cubicBezTo>
                    <a:cubicBezTo>
                      <a:pt x="899" y="620"/>
                      <a:pt x="899" y="620"/>
                      <a:pt x="899" y="620"/>
                    </a:cubicBezTo>
                    <a:cubicBezTo>
                      <a:pt x="929" y="620"/>
                      <a:pt x="929" y="651"/>
                      <a:pt x="929" y="651"/>
                    </a:cubicBezTo>
                    <a:lnTo>
                      <a:pt x="929" y="682"/>
                    </a:lnTo>
                    <a:cubicBezTo>
                      <a:pt x="992" y="713"/>
                      <a:pt x="992" y="713"/>
                      <a:pt x="992" y="713"/>
                    </a:cubicBezTo>
                    <a:cubicBezTo>
                      <a:pt x="899" y="744"/>
                      <a:pt x="899" y="744"/>
                      <a:pt x="899" y="744"/>
                    </a:cubicBezTo>
                    <a:lnTo>
                      <a:pt x="899" y="744"/>
                    </a:lnTo>
                    <a:lnTo>
                      <a:pt x="899" y="744"/>
                    </a:lnTo>
                    <a:lnTo>
                      <a:pt x="929" y="744"/>
                    </a:lnTo>
                    <a:lnTo>
                      <a:pt x="929" y="744"/>
                    </a:lnTo>
                    <a:lnTo>
                      <a:pt x="961" y="744"/>
                    </a:lnTo>
                    <a:lnTo>
                      <a:pt x="961" y="744"/>
                    </a:lnTo>
                    <a:lnTo>
                      <a:pt x="961" y="713"/>
                    </a:lnTo>
                    <a:cubicBezTo>
                      <a:pt x="992" y="713"/>
                      <a:pt x="992" y="713"/>
                      <a:pt x="1023" y="713"/>
                    </a:cubicBezTo>
                    <a:cubicBezTo>
                      <a:pt x="1023" y="713"/>
                      <a:pt x="1023" y="713"/>
                      <a:pt x="1053" y="713"/>
                    </a:cubicBezTo>
                    <a:cubicBezTo>
                      <a:pt x="1053" y="744"/>
                      <a:pt x="1116" y="744"/>
                      <a:pt x="1147" y="775"/>
                    </a:cubicBezTo>
                    <a:cubicBezTo>
                      <a:pt x="1147" y="775"/>
                      <a:pt x="1177" y="775"/>
                      <a:pt x="1177" y="806"/>
                    </a:cubicBezTo>
                    <a:lnTo>
                      <a:pt x="1177" y="806"/>
                    </a:lnTo>
                    <a:lnTo>
                      <a:pt x="1177" y="806"/>
                    </a:lnTo>
                    <a:cubicBezTo>
                      <a:pt x="1177" y="806"/>
                      <a:pt x="1177" y="806"/>
                      <a:pt x="1177" y="837"/>
                    </a:cubicBezTo>
                    <a:cubicBezTo>
                      <a:pt x="1208" y="837"/>
                      <a:pt x="1177" y="868"/>
                      <a:pt x="1177" y="868"/>
                    </a:cubicBezTo>
                    <a:cubicBezTo>
                      <a:pt x="1177" y="868"/>
                      <a:pt x="1177" y="868"/>
                      <a:pt x="1177" y="899"/>
                    </a:cubicBezTo>
                    <a:cubicBezTo>
                      <a:pt x="1177" y="899"/>
                      <a:pt x="1177" y="899"/>
                      <a:pt x="1147" y="930"/>
                    </a:cubicBezTo>
                    <a:lnTo>
                      <a:pt x="1147" y="930"/>
                    </a:lnTo>
                    <a:cubicBezTo>
                      <a:pt x="1147" y="930"/>
                      <a:pt x="1116" y="961"/>
                      <a:pt x="1085" y="961"/>
                    </a:cubicBezTo>
                    <a:lnTo>
                      <a:pt x="1085" y="961"/>
                    </a:lnTo>
                    <a:cubicBezTo>
                      <a:pt x="1053" y="961"/>
                      <a:pt x="1023" y="961"/>
                      <a:pt x="1023" y="961"/>
                    </a:cubicBezTo>
                    <a:cubicBezTo>
                      <a:pt x="1023" y="992"/>
                      <a:pt x="1023" y="992"/>
                      <a:pt x="1023" y="992"/>
                    </a:cubicBezTo>
                    <a:cubicBezTo>
                      <a:pt x="1023" y="992"/>
                      <a:pt x="1023" y="1023"/>
                      <a:pt x="992" y="1023"/>
                    </a:cubicBezTo>
                    <a:lnTo>
                      <a:pt x="992" y="1023"/>
                    </a:lnTo>
                    <a:lnTo>
                      <a:pt x="992" y="1023"/>
                    </a:lnTo>
                    <a:lnTo>
                      <a:pt x="992" y="1054"/>
                    </a:lnTo>
                    <a:cubicBezTo>
                      <a:pt x="992" y="1085"/>
                      <a:pt x="1023" y="1085"/>
                      <a:pt x="1023" y="1085"/>
                    </a:cubicBezTo>
                    <a:cubicBezTo>
                      <a:pt x="1053" y="1116"/>
                      <a:pt x="1053" y="1116"/>
                      <a:pt x="1085" y="1147"/>
                    </a:cubicBezTo>
                    <a:lnTo>
                      <a:pt x="1085" y="1147"/>
                    </a:lnTo>
                    <a:lnTo>
                      <a:pt x="1085" y="1178"/>
                    </a:lnTo>
                    <a:cubicBezTo>
                      <a:pt x="1116" y="1147"/>
                      <a:pt x="1116" y="1116"/>
                      <a:pt x="1116" y="1116"/>
                    </a:cubicBezTo>
                    <a:cubicBezTo>
                      <a:pt x="1147" y="1116"/>
                      <a:pt x="1147" y="1147"/>
                      <a:pt x="1147" y="1147"/>
                    </a:cubicBezTo>
                    <a:cubicBezTo>
                      <a:pt x="1147" y="1147"/>
                      <a:pt x="1147" y="1147"/>
                      <a:pt x="1177" y="1147"/>
                    </a:cubicBezTo>
                    <a:lnTo>
                      <a:pt x="1177" y="1147"/>
                    </a:lnTo>
                    <a:cubicBezTo>
                      <a:pt x="1208" y="1178"/>
                      <a:pt x="1208" y="1178"/>
                      <a:pt x="1208" y="1178"/>
                    </a:cubicBezTo>
                    <a:cubicBezTo>
                      <a:pt x="1208" y="1209"/>
                      <a:pt x="1208" y="1209"/>
                      <a:pt x="1208" y="1209"/>
                    </a:cubicBezTo>
                    <a:cubicBezTo>
                      <a:pt x="1177" y="1209"/>
                      <a:pt x="1177" y="1209"/>
                      <a:pt x="1177" y="1209"/>
                    </a:cubicBezTo>
                    <a:cubicBezTo>
                      <a:pt x="1177" y="1240"/>
                      <a:pt x="1177" y="1240"/>
                      <a:pt x="1177" y="1270"/>
                    </a:cubicBezTo>
                    <a:lnTo>
                      <a:pt x="1177" y="1270"/>
                    </a:lnTo>
                    <a:cubicBezTo>
                      <a:pt x="1177" y="1302"/>
                      <a:pt x="1208" y="1333"/>
                      <a:pt x="1208" y="1333"/>
                    </a:cubicBezTo>
                    <a:cubicBezTo>
                      <a:pt x="1208" y="1333"/>
                      <a:pt x="1208" y="1333"/>
                      <a:pt x="1240" y="1333"/>
                    </a:cubicBezTo>
                    <a:lnTo>
                      <a:pt x="1240" y="1364"/>
                    </a:lnTo>
                    <a:lnTo>
                      <a:pt x="1240" y="1364"/>
                    </a:lnTo>
                    <a:lnTo>
                      <a:pt x="1271" y="1364"/>
                    </a:lnTo>
                    <a:cubicBezTo>
                      <a:pt x="1271" y="1364"/>
                      <a:pt x="1271" y="1364"/>
                      <a:pt x="1301" y="1394"/>
                    </a:cubicBezTo>
                    <a:lnTo>
                      <a:pt x="1301" y="1394"/>
                    </a:lnTo>
                    <a:cubicBezTo>
                      <a:pt x="1301" y="1394"/>
                      <a:pt x="1301" y="1394"/>
                      <a:pt x="1301" y="1426"/>
                    </a:cubicBezTo>
                    <a:lnTo>
                      <a:pt x="1333" y="1426"/>
                    </a:lnTo>
                    <a:lnTo>
                      <a:pt x="1333" y="1426"/>
                    </a:lnTo>
                    <a:cubicBezTo>
                      <a:pt x="1333" y="1394"/>
                      <a:pt x="1333" y="1394"/>
                      <a:pt x="1364" y="1394"/>
                    </a:cubicBezTo>
                    <a:lnTo>
                      <a:pt x="1364" y="1394"/>
                    </a:lnTo>
                    <a:lnTo>
                      <a:pt x="1364" y="1394"/>
                    </a:lnTo>
                    <a:lnTo>
                      <a:pt x="1364" y="1394"/>
                    </a:lnTo>
                    <a:cubicBezTo>
                      <a:pt x="1364" y="1394"/>
                      <a:pt x="1364" y="1394"/>
                      <a:pt x="1394" y="1394"/>
                    </a:cubicBezTo>
                    <a:lnTo>
                      <a:pt x="1394" y="1394"/>
                    </a:lnTo>
                    <a:lnTo>
                      <a:pt x="1425" y="1394"/>
                    </a:lnTo>
                    <a:cubicBezTo>
                      <a:pt x="1457" y="1394"/>
                      <a:pt x="1457" y="1394"/>
                      <a:pt x="1457" y="1394"/>
                    </a:cubicBezTo>
                    <a:cubicBezTo>
                      <a:pt x="1457" y="1394"/>
                      <a:pt x="1488" y="1394"/>
                      <a:pt x="1488" y="1426"/>
                    </a:cubicBezTo>
                    <a:cubicBezTo>
                      <a:pt x="1488" y="1426"/>
                      <a:pt x="1457" y="1426"/>
                      <a:pt x="1457" y="1457"/>
                    </a:cubicBezTo>
                    <a:lnTo>
                      <a:pt x="1457" y="1457"/>
                    </a:lnTo>
                    <a:cubicBezTo>
                      <a:pt x="1488" y="1457"/>
                      <a:pt x="1488" y="1457"/>
                      <a:pt x="1488" y="1457"/>
                    </a:cubicBezTo>
                    <a:cubicBezTo>
                      <a:pt x="1518" y="1457"/>
                      <a:pt x="1518" y="1457"/>
                      <a:pt x="1518" y="1457"/>
                    </a:cubicBezTo>
                    <a:cubicBezTo>
                      <a:pt x="1518" y="1457"/>
                      <a:pt x="1518" y="1457"/>
                      <a:pt x="1549" y="1457"/>
                    </a:cubicBezTo>
                    <a:lnTo>
                      <a:pt x="1549" y="1457"/>
                    </a:lnTo>
                    <a:lnTo>
                      <a:pt x="1549" y="1457"/>
                    </a:lnTo>
                    <a:cubicBezTo>
                      <a:pt x="1549" y="1426"/>
                      <a:pt x="1549" y="1426"/>
                      <a:pt x="1581" y="1426"/>
                    </a:cubicBezTo>
                    <a:lnTo>
                      <a:pt x="1581" y="1426"/>
                    </a:lnTo>
                    <a:cubicBezTo>
                      <a:pt x="1581" y="1394"/>
                      <a:pt x="1581" y="1394"/>
                      <a:pt x="1581" y="1394"/>
                    </a:cubicBezTo>
                    <a:cubicBezTo>
                      <a:pt x="1581" y="1394"/>
                      <a:pt x="1581" y="1394"/>
                      <a:pt x="1581" y="1364"/>
                    </a:cubicBezTo>
                    <a:cubicBezTo>
                      <a:pt x="1581" y="1364"/>
                      <a:pt x="1549" y="1364"/>
                      <a:pt x="1549" y="1333"/>
                    </a:cubicBezTo>
                    <a:lnTo>
                      <a:pt x="1549" y="1333"/>
                    </a:lnTo>
                    <a:cubicBezTo>
                      <a:pt x="1549" y="1333"/>
                      <a:pt x="1549" y="1333"/>
                      <a:pt x="1549" y="1302"/>
                    </a:cubicBezTo>
                    <a:lnTo>
                      <a:pt x="1581" y="1270"/>
                    </a:lnTo>
                    <a:cubicBezTo>
                      <a:pt x="1581" y="1270"/>
                      <a:pt x="1581" y="1270"/>
                      <a:pt x="1612" y="1270"/>
                    </a:cubicBezTo>
                    <a:cubicBezTo>
                      <a:pt x="1612" y="1270"/>
                      <a:pt x="1612" y="1270"/>
                      <a:pt x="1612" y="1240"/>
                    </a:cubicBezTo>
                    <a:lnTo>
                      <a:pt x="1642" y="1240"/>
                    </a:lnTo>
                    <a:lnTo>
                      <a:pt x="1642" y="1240"/>
                    </a:lnTo>
                    <a:cubicBezTo>
                      <a:pt x="1673" y="1240"/>
                      <a:pt x="1673" y="1240"/>
                      <a:pt x="1673" y="1240"/>
                    </a:cubicBezTo>
                    <a:cubicBezTo>
                      <a:pt x="1581" y="1178"/>
                      <a:pt x="1581" y="1178"/>
                      <a:pt x="1581" y="1178"/>
                    </a:cubicBezTo>
                    <a:cubicBezTo>
                      <a:pt x="1673" y="1178"/>
                      <a:pt x="1673" y="1178"/>
                      <a:pt x="1673" y="1178"/>
                    </a:cubicBezTo>
                    <a:lnTo>
                      <a:pt x="1673" y="1178"/>
                    </a:lnTo>
                    <a:cubicBezTo>
                      <a:pt x="1673" y="1147"/>
                      <a:pt x="1673" y="1147"/>
                      <a:pt x="1673" y="1116"/>
                    </a:cubicBezTo>
                    <a:cubicBezTo>
                      <a:pt x="1705" y="1116"/>
                      <a:pt x="1705" y="1116"/>
                      <a:pt x="1736" y="1116"/>
                    </a:cubicBezTo>
                    <a:lnTo>
                      <a:pt x="1736" y="1116"/>
                    </a:lnTo>
                    <a:lnTo>
                      <a:pt x="1766" y="1116"/>
                    </a:lnTo>
                    <a:cubicBezTo>
                      <a:pt x="1766" y="1085"/>
                      <a:pt x="1766" y="1085"/>
                      <a:pt x="1797" y="1085"/>
                    </a:cubicBezTo>
                    <a:lnTo>
                      <a:pt x="1797" y="1085"/>
                    </a:lnTo>
                    <a:lnTo>
                      <a:pt x="1829" y="1085"/>
                    </a:lnTo>
                    <a:lnTo>
                      <a:pt x="1829" y="1085"/>
                    </a:lnTo>
                    <a:lnTo>
                      <a:pt x="1860" y="1085"/>
                    </a:lnTo>
                    <a:lnTo>
                      <a:pt x="1890" y="1085"/>
                    </a:lnTo>
                    <a:lnTo>
                      <a:pt x="1921" y="1085"/>
                    </a:lnTo>
                    <a:lnTo>
                      <a:pt x="1953" y="1085"/>
                    </a:lnTo>
                    <a:lnTo>
                      <a:pt x="1984" y="1085"/>
                    </a:lnTo>
                    <a:cubicBezTo>
                      <a:pt x="1984" y="1085"/>
                      <a:pt x="2014" y="1085"/>
                      <a:pt x="2014" y="1054"/>
                    </a:cubicBezTo>
                    <a:cubicBezTo>
                      <a:pt x="2045" y="1054"/>
                      <a:pt x="2045" y="1054"/>
                      <a:pt x="2045" y="1023"/>
                    </a:cubicBezTo>
                    <a:cubicBezTo>
                      <a:pt x="2076" y="1023"/>
                      <a:pt x="2076" y="1023"/>
                      <a:pt x="2076" y="1023"/>
                    </a:cubicBezTo>
                    <a:cubicBezTo>
                      <a:pt x="2076" y="992"/>
                      <a:pt x="2076" y="992"/>
                      <a:pt x="2076" y="992"/>
                    </a:cubicBezTo>
                    <a:cubicBezTo>
                      <a:pt x="2108" y="961"/>
                      <a:pt x="2108" y="961"/>
                      <a:pt x="2138" y="961"/>
                    </a:cubicBezTo>
                    <a:lnTo>
                      <a:pt x="2138" y="930"/>
                    </a:lnTo>
                    <a:lnTo>
                      <a:pt x="2169" y="930"/>
                    </a:lnTo>
                    <a:lnTo>
                      <a:pt x="2169" y="930"/>
                    </a:lnTo>
                    <a:cubicBezTo>
                      <a:pt x="2201" y="930"/>
                      <a:pt x="2201" y="930"/>
                      <a:pt x="2201" y="930"/>
                    </a:cubicBezTo>
                    <a:lnTo>
                      <a:pt x="2201" y="930"/>
                    </a:lnTo>
                    <a:lnTo>
                      <a:pt x="2232" y="930"/>
                    </a:lnTo>
                    <a:cubicBezTo>
                      <a:pt x="2232" y="930"/>
                      <a:pt x="2232" y="930"/>
                      <a:pt x="2262" y="930"/>
                    </a:cubicBezTo>
                    <a:lnTo>
                      <a:pt x="2262" y="930"/>
                    </a:lnTo>
                    <a:lnTo>
                      <a:pt x="2293" y="930"/>
                    </a:lnTo>
                    <a:lnTo>
                      <a:pt x="2293" y="930"/>
                    </a:lnTo>
                    <a:cubicBezTo>
                      <a:pt x="2325" y="930"/>
                      <a:pt x="2325" y="930"/>
                      <a:pt x="2325" y="930"/>
                    </a:cubicBezTo>
                    <a:lnTo>
                      <a:pt x="2325" y="930"/>
                    </a:lnTo>
                    <a:cubicBezTo>
                      <a:pt x="2356" y="930"/>
                      <a:pt x="2356" y="930"/>
                      <a:pt x="2356" y="930"/>
                    </a:cubicBezTo>
                    <a:cubicBezTo>
                      <a:pt x="2356" y="930"/>
                      <a:pt x="2356" y="930"/>
                      <a:pt x="2386" y="930"/>
                    </a:cubicBezTo>
                    <a:cubicBezTo>
                      <a:pt x="2386" y="930"/>
                      <a:pt x="2417" y="930"/>
                      <a:pt x="2449" y="899"/>
                    </a:cubicBezTo>
                    <a:cubicBezTo>
                      <a:pt x="2480" y="899"/>
                      <a:pt x="2510" y="899"/>
                      <a:pt x="2541" y="899"/>
                    </a:cubicBezTo>
                    <a:cubicBezTo>
                      <a:pt x="2541" y="899"/>
                      <a:pt x="2541" y="899"/>
                      <a:pt x="2573" y="868"/>
                    </a:cubicBezTo>
                    <a:lnTo>
                      <a:pt x="2573" y="868"/>
                    </a:lnTo>
                    <a:cubicBezTo>
                      <a:pt x="2573" y="868"/>
                      <a:pt x="2573" y="868"/>
                      <a:pt x="2604" y="86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19" name="Freeform 168">
                <a:extLst>
                  <a:ext uri="{FF2B5EF4-FFF2-40B4-BE49-F238E27FC236}">
                    <a16:creationId xmlns:a16="http://schemas.microsoft.com/office/drawing/2014/main" id="{1F278E98-67A7-6818-CEDC-859893FB28A9}"/>
                  </a:ext>
                </a:extLst>
              </p:cNvPr>
              <p:cNvSpPr>
                <a:spLocks noChangeArrowheads="1"/>
              </p:cNvSpPr>
              <p:nvPr/>
            </p:nvSpPr>
            <p:spPr bwMode="auto">
              <a:xfrm>
                <a:off x="3311525" y="765175"/>
                <a:ext cx="79375" cy="11113"/>
              </a:xfrm>
              <a:custGeom>
                <a:avLst/>
                <a:gdLst>
                  <a:gd name="T0" fmla="*/ 62 w 219"/>
                  <a:gd name="T1" fmla="*/ 31 h 32"/>
                  <a:gd name="T2" fmla="*/ 62 w 219"/>
                  <a:gd name="T3" fmla="*/ 31 h 32"/>
                  <a:gd name="T4" fmla="*/ 94 w 219"/>
                  <a:gd name="T5" fmla="*/ 31 h 32"/>
                  <a:gd name="T6" fmla="*/ 155 w 219"/>
                  <a:gd name="T7" fmla="*/ 31 h 32"/>
                  <a:gd name="T8" fmla="*/ 218 w 219"/>
                  <a:gd name="T9" fmla="*/ 0 h 32"/>
                  <a:gd name="T10" fmla="*/ 218 w 219"/>
                  <a:gd name="T11" fmla="*/ 0 h 32"/>
                  <a:gd name="T12" fmla="*/ 155 w 219"/>
                  <a:gd name="T13" fmla="*/ 0 h 32"/>
                  <a:gd name="T14" fmla="*/ 124 w 219"/>
                  <a:gd name="T15" fmla="*/ 0 h 32"/>
                  <a:gd name="T16" fmla="*/ 94 w 219"/>
                  <a:gd name="T17" fmla="*/ 0 h 32"/>
                  <a:gd name="T18" fmla="*/ 62 w 219"/>
                  <a:gd name="T19" fmla="*/ 0 h 32"/>
                  <a:gd name="T20" fmla="*/ 62 w 219"/>
                  <a:gd name="T21" fmla="*/ 0 h 32"/>
                  <a:gd name="T22" fmla="*/ 0 w 219"/>
                  <a:gd name="T23" fmla="*/ 0 h 32"/>
                  <a:gd name="T24" fmla="*/ 0 w 219"/>
                  <a:gd name="T25" fmla="*/ 0 h 32"/>
                  <a:gd name="T26" fmla="*/ 0 w 219"/>
                  <a:gd name="T27" fmla="*/ 0 h 32"/>
                  <a:gd name="T28" fmla="*/ 0 w 219"/>
                  <a:gd name="T29" fmla="*/ 31 h 32"/>
                  <a:gd name="T30" fmla="*/ 31 w 219"/>
                  <a:gd name="T31" fmla="*/ 31 h 32"/>
                  <a:gd name="T32" fmla="*/ 62 w 219"/>
                  <a:gd name="T33" fmla="*/ 3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32">
                    <a:moveTo>
                      <a:pt x="62" y="31"/>
                    </a:moveTo>
                    <a:lnTo>
                      <a:pt x="62" y="31"/>
                    </a:lnTo>
                    <a:lnTo>
                      <a:pt x="94" y="31"/>
                    </a:lnTo>
                    <a:cubicBezTo>
                      <a:pt x="124" y="31"/>
                      <a:pt x="124" y="31"/>
                      <a:pt x="155" y="31"/>
                    </a:cubicBezTo>
                    <a:cubicBezTo>
                      <a:pt x="186" y="31"/>
                      <a:pt x="186" y="31"/>
                      <a:pt x="218" y="0"/>
                    </a:cubicBezTo>
                    <a:lnTo>
                      <a:pt x="218" y="0"/>
                    </a:lnTo>
                    <a:cubicBezTo>
                      <a:pt x="186" y="0"/>
                      <a:pt x="186" y="0"/>
                      <a:pt x="155" y="0"/>
                    </a:cubicBezTo>
                    <a:lnTo>
                      <a:pt x="124" y="0"/>
                    </a:lnTo>
                    <a:lnTo>
                      <a:pt x="94" y="0"/>
                    </a:lnTo>
                    <a:cubicBezTo>
                      <a:pt x="94" y="0"/>
                      <a:pt x="94" y="0"/>
                      <a:pt x="62" y="0"/>
                    </a:cubicBezTo>
                    <a:lnTo>
                      <a:pt x="62" y="0"/>
                    </a:lnTo>
                    <a:cubicBezTo>
                      <a:pt x="31" y="0"/>
                      <a:pt x="31" y="0"/>
                      <a:pt x="0" y="0"/>
                    </a:cubicBezTo>
                    <a:lnTo>
                      <a:pt x="0" y="0"/>
                    </a:lnTo>
                    <a:lnTo>
                      <a:pt x="0" y="0"/>
                    </a:lnTo>
                    <a:lnTo>
                      <a:pt x="0" y="31"/>
                    </a:lnTo>
                    <a:cubicBezTo>
                      <a:pt x="0" y="31"/>
                      <a:pt x="0" y="31"/>
                      <a:pt x="31" y="31"/>
                    </a:cubicBezTo>
                    <a:lnTo>
                      <a:pt x="62" y="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20" name="Freeform 169">
                <a:extLst>
                  <a:ext uri="{FF2B5EF4-FFF2-40B4-BE49-F238E27FC236}">
                    <a16:creationId xmlns:a16="http://schemas.microsoft.com/office/drawing/2014/main" id="{0AD6C2C7-E6CD-1EDF-4308-B700A2AD5B87}"/>
                  </a:ext>
                </a:extLst>
              </p:cNvPr>
              <p:cNvSpPr>
                <a:spLocks noChangeArrowheads="1"/>
              </p:cNvSpPr>
              <p:nvPr/>
            </p:nvSpPr>
            <p:spPr bwMode="auto">
              <a:xfrm>
                <a:off x="3233738" y="1122363"/>
                <a:ext cx="146050" cy="55562"/>
              </a:xfrm>
              <a:custGeom>
                <a:avLst/>
                <a:gdLst>
                  <a:gd name="T0" fmla="*/ 341 w 404"/>
                  <a:gd name="T1" fmla="*/ 93 h 156"/>
                  <a:gd name="T2" fmla="*/ 341 w 404"/>
                  <a:gd name="T3" fmla="*/ 93 h 156"/>
                  <a:gd name="T4" fmla="*/ 372 w 404"/>
                  <a:gd name="T5" fmla="*/ 93 h 156"/>
                  <a:gd name="T6" fmla="*/ 372 w 404"/>
                  <a:gd name="T7" fmla="*/ 93 h 156"/>
                  <a:gd name="T8" fmla="*/ 403 w 404"/>
                  <a:gd name="T9" fmla="*/ 62 h 156"/>
                  <a:gd name="T10" fmla="*/ 403 w 404"/>
                  <a:gd name="T11" fmla="*/ 31 h 156"/>
                  <a:gd name="T12" fmla="*/ 403 w 404"/>
                  <a:gd name="T13" fmla="*/ 0 h 156"/>
                  <a:gd name="T14" fmla="*/ 372 w 404"/>
                  <a:gd name="T15" fmla="*/ 0 h 156"/>
                  <a:gd name="T16" fmla="*/ 341 w 404"/>
                  <a:gd name="T17" fmla="*/ 31 h 156"/>
                  <a:gd name="T18" fmla="*/ 341 w 404"/>
                  <a:gd name="T19" fmla="*/ 31 h 156"/>
                  <a:gd name="T20" fmla="*/ 341 w 404"/>
                  <a:gd name="T21" fmla="*/ 31 h 156"/>
                  <a:gd name="T22" fmla="*/ 311 w 404"/>
                  <a:gd name="T23" fmla="*/ 31 h 156"/>
                  <a:gd name="T24" fmla="*/ 311 w 404"/>
                  <a:gd name="T25" fmla="*/ 0 h 156"/>
                  <a:gd name="T26" fmla="*/ 279 w 404"/>
                  <a:gd name="T27" fmla="*/ 0 h 156"/>
                  <a:gd name="T28" fmla="*/ 279 w 404"/>
                  <a:gd name="T29" fmla="*/ 0 h 156"/>
                  <a:gd name="T30" fmla="*/ 248 w 404"/>
                  <a:gd name="T31" fmla="*/ 31 h 156"/>
                  <a:gd name="T32" fmla="*/ 217 w 404"/>
                  <a:gd name="T33" fmla="*/ 31 h 156"/>
                  <a:gd name="T34" fmla="*/ 187 w 404"/>
                  <a:gd name="T35" fmla="*/ 31 h 156"/>
                  <a:gd name="T36" fmla="*/ 187 w 404"/>
                  <a:gd name="T37" fmla="*/ 62 h 156"/>
                  <a:gd name="T38" fmla="*/ 187 w 404"/>
                  <a:gd name="T39" fmla="*/ 62 h 156"/>
                  <a:gd name="T40" fmla="*/ 155 w 404"/>
                  <a:gd name="T41" fmla="*/ 31 h 156"/>
                  <a:gd name="T42" fmla="*/ 155 w 404"/>
                  <a:gd name="T43" fmla="*/ 31 h 156"/>
                  <a:gd name="T44" fmla="*/ 155 w 404"/>
                  <a:gd name="T45" fmla="*/ 31 h 156"/>
                  <a:gd name="T46" fmla="*/ 124 w 404"/>
                  <a:gd name="T47" fmla="*/ 31 h 156"/>
                  <a:gd name="T48" fmla="*/ 124 w 404"/>
                  <a:gd name="T49" fmla="*/ 31 h 156"/>
                  <a:gd name="T50" fmla="*/ 124 w 404"/>
                  <a:gd name="T51" fmla="*/ 62 h 156"/>
                  <a:gd name="T52" fmla="*/ 124 w 404"/>
                  <a:gd name="T53" fmla="*/ 62 h 156"/>
                  <a:gd name="T54" fmla="*/ 94 w 404"/>
                  <a:gd name="T55" fmla="*/ 31 h 156"/>
                  <a:gd name="T56" fmla="*/ 94 w 404"/>
                  <a:gd name="T57" fmla="*/ 31 h 156"/>
                  <a:gd name="T58" fmla="*/ 94 w 404"/>
                  <a:gd name="T59" fmla="*/ 62 h 156"/>
                  <a:gd name="T60" fmla="*/ 63 w 404"/>
                  <a:gd name="T61" fmla="*/ 62 h 156"/>
                  <a:gd name="T62" fmla="*/ 31 w 404"/>
                  <a:gd name="T63" fmla="*/ 93 h 156"/>
                  <a:gd name="T64" fmla="*/ 31 w 404"/>
                  <a:gd name="T65" fmla="*/ 93 h 156"/>
                  <a:gd name="T66" fmla="*/ 0 w 404"/>
                  <a:gd name="T67" fmla="*/ 93 h 156"/>
                  <a:gd name="T68" fmla="*/ 0 w 404"/>
                  <a:gd name="T69" fmla="*/ 93 h 156"/>
                  <a:gd name="T70" fmla="*/ 31 w 404"/>
                  <a:gd name="T71" fmla="*/ 124 h 156"/>
                  <a:gd name="T72" fmla="*/ 31 w 404"/>
                  <a:gd name="T73" fmla="*/ 124 h 156"/>
                  <a:gd name="T74" fmla="*/ 31 w 404"/>
                  <a:gd name="T75" fmla="*/ 124 h 156"/>
                  <a:gd name="T76" fmla="*/ 63 w 404"/>
                  <a:gd name="T77" fmla="*/ 124 h 156"/>
                  <a:gd name="T78" fmla="*/ 155 w 404"/>
                  <a:gd name="T79" fmla="*/ 155 h 156"/>
                  <a:gd name="T80" fmla="*/ 155 w 404"/>
                  <a:gd name="T81" fmla="*/ 155 h 156"/>
                  <a:gd name="T82" fmla="*/ 155 w 404"/>
                  <a:gd name="T83" fmla="*/ 155 h 156"/>
                  <a:gd name="T84" fmla="*/ 217 w 404"/>
                  <a:gd name="T85" fmla="*/ 124 h 156"/>
                  <a:gd name="T86" fmla="*/ 279 w 404"/>
                  <a:gd name="T87" fmla="*/ 124 h 156"/>
                  <a:gd name="T88" fmla="*/ 311 w 404"/>
                  <a:gd name="T89" fmla="*/ 124 h 156"/>
                  <a:gd name="T90" fmla="*/ 311 w 404"/>
                  <a:gd name="T91" fmla="*/ 93 h 156"/>
                  <a:gd name="T92" fmla="*/ 341 w 404"/>
                  <a:gd name="T93" fmla="*/ 93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04" h="156">
                    <a:moveTo>
                      <a:pt x="341" y="93"/>
                    </a:moveTo>
                    <a:lnTo>
                      <a:pt x="341" y="93"/>
                    </a:lnTo>
                    <a:cubicBezTo>
                      <a:pt x="372" y="93"/>
                      <a:pt x="372" y="93"/>
                      <a:pt x="372" y="93"/>
                    </a:cubicBezTo>
                    <a:lnTo>
                      <a:pt x="372" y="93"/>
                    </a:lnTo>
                    <a:cubicBezTo>
                      <a:pt x="372" y="62"/>
                      <a:pt x="403" y="62"/>
                      <a:pt x="403" y="62"/>
                    </a:cubicBezTo>
                    <a:lnTo>
                      <a:pt x="403" y="31"/>
                    </a:lnTo>
                    <a:lnTo>
                      <a:pt x="403" y="0"/>
                    </a:lnTo>
                    <a:lnTo>
                      <a:pt x="372" y="0"/>
                    </a:lnTo>
                    <a:cubicBezTo>
                      <a:pt x="372" y="31"/>
                      <a:pt x="372" y="31"/>
                      <a:pt x="341" y="31"/>
                    </a:cubicBezTo>
                    <a:lnTo>
                      <a:pt x="341" y="31"/>
                    </a:lnTo>
                    <a:lnTo>
                      <a:pt x="341" y="31"/>
                    </a:lnTo>
                    <a:cubicBezTo>
                      <a:pt x="341" y="31"/>
                      <a:pt x="341" y="31"/>
                      <a:pt x="311" y="31"/>
                    </a:cubicBezTo>
                    <a:cubicBezTo>
                      <a:pt x="311" y="0"/>
                      <a:pt x="311" y="0"/>
                      <a:pt x="311" y="0"/>
                    </a:cubicBezTo>
                    <a:cubicBezTo>
                      <a:pt x="279" y="0"/>
                      <a:pt x="279" y="0"/>
                      <a:pt x="279" y="0"/>
                    </a:cubicBezTo>
                    <a:lnTo>
                      <a:pt x="279" y="0"/>
                    </a:lnTo>
                    <a:cubicBezTo>
                      <a:pt x="279" y="31"/>
                      <a:pt x="248" y="31"/>
                      <a:pt x="248" y="31"/>
                    </a:cubicBezTo>
                    <a:lnTo>
                      <a:pt x="217" y="31"/>
                    </a:lnTo>
                    <a:cubicBezTo>
                      <a:pt x="217" y="31"/>
                      <a:pt x="217" y="31"/>
                      <a:pt x="187" y="31"/>
                    </a:cubicBezTo>
                    <a:lnTo>
                      <a:pt x="187" y="62"/>
                    </a:lnTo>
                    <a:lnTo>
                      <a:pt x="187" y="62"/>
                    </a:lnTo>
                    <a:lnTo>
                      <a:pt x="155" y="31"/>
                    </a:lnTo>
                    <a:lnTo>
                      <a:pt x="155" y="31"/>
                    </a:lnTo>
                    <a:lnTo>
                      <a:pt x="155" y="31"/>
                    </a:lnTo>
                    <a:cubicBezTo>
                      <a:pt x="155" y="31"/>
                      <a:pt x="155" y="31"/>
                      <a:pt x="124" y="31"/>
                    </a:cubicBezTo>
                    <a:lnTo>
                      <a:pt x="124" y="31"/>
                    </a:lnTo>
                    <a:lnTo>
                      <a:pt x="124" y="62"/>
                    </a:lnTo>
                    <a:lnTo>
                      <a:pt x="124" y="62"/>
                    </a:lnTo>
                    <a:cubicBezTo>
                      <a:pt x="94" y="62"/>
                      <a:pt x="94" y="62"/>
                      <a:pt x="94" y="31"/>
                    </a:cubicBezTo>
                    <a:lnTo>
                      <a:pt x="94" y="31"/>
                    </a:lnTo>
                    <a:cubicBezTo>
                      <a:pt x="94" y="31"/>
                      <a:pt x="94" y="31"/>
                      <a:pt x="94" y="62"/>
                    </a:cubicBezTo>
                    <a:lnTo>
                      <a:pt x="63" y="62"/>
                    </a:lnTo>
                    <a:cubicBezTo>
                      <a:pt x="63" y="93"/>
                      <a:pt x="31" y="93"/>
                      <a:pt x="31" y="93"/>
                    </a:cubicBezTo>
                    <a:lnTo>
                      <a:pt x="31" y="93"/>
                    </a:lnTo>
                    <a:lnTo>
                      <a:pt x="0" y="93"/>
                    </a:lnTo>
                    <a:lnTo>
                      <a:pt x="0" y="93"/>
                    </a:lnTo>
                    <a:cubicBezTo>
                      <a:pt x="31" y="93"/>
                      <a:pt x="31" y="124"/>
                      <a:pt x="31" y="124"/>
                    </a:cubicBezTo>
                    <a:lnTo>
                      <a:pt x="31" y="124"/>
                    </a:lnTo>
                    <a:lnTo>
                      <a:pt x="31" y="124"/>
                    </a:lnTo>
                    <a:lnTo>
                      <a:pt x="63" y="124"/>
                    </a:lnTo>
                    <a:cubicBezTo>
                      <a:pt x="94" y="124"/>
                      <a:pt x="124" y="155"/>
                      <a:pt x="155" y="155"/>
                    </a:cubicBezTo>
                    <a:lnTo>
                      <a:pt x="155" y="155"/>
                    </a:lnTo>
                    <a:lnTo>
                      <a:pt x="155" y="155"/>
                    </a:lnTo>
                    <a:cubicBezTo>
                      <a:pt x="187" y="155"/>
                      <a:pt x="187" y="155"/>
                      <a:pt x="217" y="124"/>
                    </a:cubicBezTo>
                    <a:cubicBezTo>
                      <a:pt x="248" y="124"/>
                      <a:pt x="248" y="124"/>
                      <a:pt x="279" y="124"/>
                    </a:cubicBezTo>
                    <a:cubicBezTo>
                      <a:pt x="279" y="124"/>
                      <a:pt x="279" y="124"/>
                      <a:pt x="311" y="124"/>
                    </a:cubicBezTo>
                    <a:cubicBezTo>
                      <a:pt x="311" y="124"/>
                      <a:pt x="311" y="124"/>
                      <a:pt x="311" y="93"/>
                    </a:cubicBezTo>
                    <a:lnTo>
                      <a:pt x="341" y="9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21" name="Freeform 170">
                <a:extLst>
                  <a:ext uri="{FF2B5EF4-FFF2-40B4-BE49-F238E27FC236}">
                    <a16:creationId xmlns:a16="http://schemas.microsoft.com/office/drawing/2014/main" id="{EB824123-9C72-E933-1C7A-4103EB83EE43}"/>
                  </a:ext>
                </a:extLst>
              </p:cNvPr>
              <p:cNvSpPr>
                <a:spLocks noChangeArrowheads="1"/>
              </p:cNvSpPr>
              <p:nvPr/>
            </p:nvSpPr>
            <p:spPr bwMode="auto">
              <a:xfrm>
                <a:off x="2106613" y="2147888"/>
                <a:ext cx="44450" cy="34925"/>
              </a:xfrm>
              <a:custGeom>
                <a:avLst/>
                <a:gdLst>
                  <a:gd name="T0" fmla="*/ 62 w 125"/>
                  <a:gd name="T1" fmla="*/ 62 h 95"/>
                  <a:gd name="T2" fmla="*/ 62 w 125"/>
                  <a:gd name="T3" fmla="*/ 62 h 95"/>
                  <a:gd name="T4" fmla="*/ 31 w 125"/>
                  <a:gd name="T5" fmla="*/ 0 h 95"/>
                  <a:gd name="T6" fmla="*/ 0 w 125"/>
                  <a:gd name="T7" fmla="*/ 0 h 95"/>
                  <a:gd name="T8" fmla="*/ 0 w 125"/>
                  <a:gd name="T9" fmla="*/ 0 h 95"/>
                  <a:gd name="T10" fmla="*/ 0 w 125"/>
                  <a:gd name="T11" fmla="*/ 31 h 95"/>
                  <a:gd name="T12" fmla="*/ 62 w 125"/>
                  <a:gd name="T13" fmla="*/ 62 h 95"/>
                  <a:gd name="T14" fmla="*/ 62 w 125"/>
                  <a:gd name="T15" fmla="*/ 62 h 95"/>
                  <a:gd name="T16" fmla="*/ 93 w 125"/>
                  <a:gd name="T17" fmla="*/ 62 h 95"/>
                  <a:gd name="T18" fmla="*/ 93 w 125"/>
                  <a:gd name="T19" fmla="*/ 94 h 95"/>
                  <a:gd name="T20" fmla="*/ 93 w 125"/>
                  <a:gd name="T21" fmla="*/ 94 h 95"/>
                  <a:gd name="T22" fmla="*/ 124 w 125"/>
                  <a:gd name="T23" fmla="*/ 94 h 95"/>
                  <a:gd name="T24" fmla="*/ 124 w 125"/>
                  <a:gd name="T25" fmla="*/ 94 h 95"/>
                  <a:gd name="T26" fmla="*/ 124 w 125"/>
                  <a:gd name="T27" fmla="*/ 62 h 95"/>
                  <a:gd name="T28" fmla="*/ 62 w 125"/>
                  <a:gd name="T29" fmla="*/ 6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5" h="95">
                    <a:moveTo>
                      <a:pt x="62" y="62"/>
                    </a:moveTo>
                    <a:lnTo>
                      <a:pt x="62" y="62"/>
                    </a:lnTo>
                    <a:cubicBezTo>
                      <a:pt x="62" y="31"/>
                      <a:pt x="31" y="31"/>
                      <a:pt x="31" y="0"/>
                    </a:cubicBezTo>
                    <a:lnTo>
                      <a:pt x="0" y="0"/>
                    </a:lnTo>
                    <a:lnTo>
                      <a:pt x="0" y="0"/>
                    </a:lnTo>
                    <a:cubicBezTo>
                      <a:pt x="0" y="31"/>
                      <a:pt x="0" y="31"/>
                      <a:pt x="0" y="31"/>
                    </a:cubicBezTo>
                    <a:cubicBezTo>
                      <a:pt x="31" y="31"/>
                      <a:pt x="31" y="62"/>
                      <a:pt x="62" y="62"/>
                    </a:cubicBezTo>
                    <a:lnTo>
                      <a:pt x="62" y="62"/>
                    </a:lnTo>
                    <a:lnTo>
                      <a:pt x="93" y="62"/>
                    </a:lnTo>
                    <a:cubicBezTo>
                      <a:pt x="93" y="94"/>
                      <a:pt x="93" y="94"/>
                      <a:pt x="93" y="94"/>
                    </a:cubicBezTo>
                    <a:lnTo>
                      <a:pt x="93" y="94"/>
                    </a:lnTo>
                    <a:cubicBezTo>
                      <a:pt x="93" y="94"/>
                      <a:pt x="93" y="94"/>
                      <a:pt x="124" y="94"/>
                    </a:cubicBezTo>
                    <a:lnTo>
                      <a:pt x="124" y="94"/>
                    </a:lnTo>
                    <a:cubicBezTo>
                      <a:pt x="124" y="62"/>
                      <a:pt x="124" y="62"/>
                      <a:pt x="124" y="62"/>
                    </a:cubicBezTo>
                    <a:cubicBezTo>
                      <a:pt x="93" y="62"/>
                      <a:pt x="62" y="62"/>
                      <a:pt x="62"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22" name="Freeform 171">
                <a:extLst>
                  <a:ext uri="{FF2B5EF4-FFF2-40B4-BE49-F238E27FC236}">
                    <a16:creationId xmlns:a16="http://schemas.microsoft.com/office/drawing/2014/main" id="{777A3579-BFCF-1967-FA10-41F8D5E38B3B}"/>
                  </a:ext>
                </a:extLst>
              </p:cNvPr>
              <p:cNvSpPr>
                <a:spLocks noChangeArrowheads="1"/>
              </p:cNvSpPr>
              <p:nvPr/>
            </p:nvSpPr>
            <p:spPr bwMode="auto">
              <a:xfrm>
                <a:off x="2151063" y="2182813"/>
                <a:ext cx="11112" cy="1587"/>
              </a:xfrm>
              <a:custGeom>
                <a:avLst/>
                <a:gdLst>
                  <a:gd name="T0" fmla="*/ 0 w 32"/>
                  <a:gd name="T1" fmla="*/ 0 h 1"/>
                  <a:gd name="T2" fmla="*/ 0 w 32"/>
                  <a:gd name="T3" fmla="*/ 0 h 1"/>
                  <a:gd name="T4" fmla="*/ 0 w 32"/>
                  <a:gd name="T5" fmla="*/ 0 h 1"/>
                  <a:gd name="T6" fmla="*/ 0 w 32"/>
                  <a:gd name="T7" fmla="*/ 0 h 1"/>
                  <a:gd name="T8" fmla="*/ 31 w 32"/>
                  <a:gd name="T9" fmla="*/ 0 h 1"/>
                  <a:gd name="T10" fmla="*/ 31 w 32"/>
                  <a:gd name="T11" fmla="*/ 0 h 1"/>
                  <a:gd name="T12" fmla="*/ 31 w 32"/>
                  <a:gd name="T13" fmla="*/ 0 h 1"/>
                  <a:gd name="T14" fmla="*/ 0 w 32"/>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1">
                    <a:moveTo>
                      <a:pt x="0" y="0"/>
                    </a:moveTo>
                    <a:lnTo>
                      <a:pt x="0" y="0"/>
                    </a:lnTo>
                    <a:lnTo>
                      <a:pt x="0" y="0"/>
                    </a:lnTo>
                    <a:lnTo>
                      <a:pt x="0" y="0"/>
                    </a:lnTo>
                    <a:cubicBezTo>
                      <a:pt x="31" y="0"/>
                      <a:pt x="31" y="0"/>
                      <a:pt x="31" y="0"/>
                    </a:cubicBezTo>
                    <a:lnTo>
                      <a:pt x="31" y="0"/>
                    </a:lnTo>
                    <a:lnTo>
                      <a:pt x="31" y="0"/>
                    </a:lnTo>
                    <a:cubicBezTo>
                      <a:pt x="31" y="0"/>
                      <a:pt x="31" y="0"/>
                      <a:pt x="0"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23" name="Freeform 172">
                <a:extLst>
                  <a:ext uri="{FF2B5EF4-FFF2-40B4-BE49-F238E27FC236}">
                    <a16:creationId xmlns:a16="http://schemas.microsoft.com/office/drawing/2014/main" id="{AD06607B-DF06-B14B-81A4-8F60A68848BB}"/>
                  </a:ext>
                </a:extLst>
              </p:cNvPr>
              <p:cNvSpPr>
                <a:spLocks noChangeArrowheads="1"/>
              </p:cNvSpPr>
              <p:nvPr/>
            </p:nvSpPr>
            <p:spPr bwMode="auto">
              <a:xfrm>
                <a:off x="2062163" y="2125663"/>
                <a:ext cx="44450" cy="22225"/>
              </a:xfrm>
              <a:custGeom>
                <a:avLst/>
                <a:gdLst>
                  <a:gd name="T0" fmla="*/ 92 w 125"/>
                  <a:gd name="T1" fmla="*/ 32 h 63"/>
                  <a:gd name="T2" fmla="*/ 92 w 125"/>
                  <a:gd name="T3" fmla="*/ 32 h 63"/>
                  <a:gd name="T4" fmla="*/ 92 w 125"/>
                  <a:gd name="T5" fmla="*/ 32 h 63"/>
                  <a:gd name="T6" fmla="*/ 62 w 125"/>
                  <a:gd name="T7" fmla="*/ 32 h 63"/>
                  <a:gd name="T8" fmla="*/ 62 w 125"/>
                  <a:gd name="T9" fmla="*/ 32 h 63"/>
                  <a:gd name="T10" fmla="*/ 31 w 125"/>
                  <a:gd name="T11" fmla="*/ 32 h 63"/>
                  <a:gd name="T12" fmla="*/ 0 w 125"/>
                  <a:gd name="T13" fmla="*/ 0 h 63"/>
                  <a:gd name="T14" fmla="*/ 0 w 125"/>
                  <a:gd name="T15" fmla="*/ 0 h 63"/>
                  <a:gd name="T16" fmla="*/ 0 w 125"/>
                  <a:gd name="T17" fmla="*/ 0 h 63"/>
                  <a:gd name="T18" fmla="*/ 0 w 125"/>
                  <a:gd name="T19" fmla="*/ 0 h 63"/>
                  <a:gd name="T20" fmla="*/ 0 w 125"/>
                  <a:gd name="T21" fmla="*/ 32 h 63"/>
                  <a:gd name="T22" fmla="*/ 31 w 125"/>
                  <a:gd name="T23" fmla="*/ 32 h 63"/>
                  <a:gd name="T24" fmla="*/ 31 w 125"/>
                  <a:gd name="T25" fmla="*/ 32 h 63"/>
                  <a:gd name="T26" fmla="*/ 92 w 125"/>
                  <a:gd name="T27" fmla="*/ 62 h 63"/>
                  <a:gd name="T28" fmla="*/ 124 w 125"/>
                  <a:gd name="T29" fmla="*/ 62 h 63"/>
                  <a:gd name="T30" fmla="*/ 92 w 125"/>
                  <a:gd name="T31" fmla="*/ 3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5" h="63">
                    <a:moveTo>
                      <a:pt x="92" y="32"/>
                    </a:moveTo>
                    <a:lnTo>
                      <a:pt x="92" y="32"/>
                    </a:lnTo>
                    <a:lnTo>
                      <a:pt x="92" y="32"/>
                    </a:lnTo>
                    <a:lnTo>
                      <a:pt x="62" y="32"/>
                    </a:lnTo>
                    <a:lnTo>
                      <a:pt x="62" y="32"/>
                    </a:lnTo>
                    <a:cubicBezTo>
                      <a:pt x="31" y="32"/>
                      <a:pt x="31" y="32"/>
                      <a:pt x="31" y="32"/>
                    </a:cubicBezTo>
                    <a:cubicBezTo>
                      <a:pt x="31" y="32"/>
                      <a:pt x="31" y="32"/>
                      <a:pt x="0" y="0"/>
                    </a:cubicBezTo>
                    <a:lnTo>
                      <a:pt x="0" y="0"/>
                    </a:lnTo>
                    <a:lnTo>
                      <a:pt x="0" y="0"/>
                    </a:lnTo>
                    <a:lnTo>
                      <a:pt x="0" y="0"/>
                    </a:lnTo>
                    <a:cubicBezTo>
                      <a:pt x="0" y="32"/>
                      <a:pt x="0" y="32"/>
                      <a:pt x="0" y="32"/>
                    </a:cubicBezTo>
                    <a:cubicBezTo>
                      <a:pt x="31" y="32"/>
                      <a:pt x="31" y="32"/>
                      <a:pt x="31" y="32"/>
                    </a:cubicBezTo>
                    <a:lnTo>
                      <a:pt x="31" y="32"/>
                    </a:lnTo>
                    <a:cubicBezTo>
                      <a:pt x="62" y="32"/>
                      <a:pt x="92" y="62"/>
                      <a:pt x="92" y="62"/>
                    </a:cubicBezTo>
                    <a:cubicBezTo>
                      <a:pt x="124" y="62"/>
                      <a:pt x="124" y="62"/>
                      <a:pt x="124" y="62"/>
                    </a:cubicBezTo>
                    <a:cubicBezTo>
                      <a:pt x="124" y="32"/>
                      <a:pt x="124" y="32"/>
                      <a:pt x="92" y="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24" name="Freeform 173">
                <a:extLst>
                  <a:ext uri="{FF2B5EF4-FFF2-40B4-BE49-F238E27FC236}">
                    <a16:creationId xmlns:a16="http://schemas.microsoft.com/office/drawing/2014/main" id="{AF1A4276-318C-0A2C-0308-B8A5DAF3C4D8}"/>
                  </a:ext>
                </a:extLst>
              </p:cNvPr>
              <p:cNvSpPr>
                <a:spLocks noChangeArrowheads="1"/>
              </p:cNvSpPr>
              <p:nvPr/>
            </p:nvSpPr>
            <p:spPr bwMode="auto">
              <a:xfrm>
                <a:off x="1893888" y="2293938"/>
                <a:ext cx="100012" cy="44450"/>
              </a:xfrm>
              <a:custGeom>
                <a:avLst/>
                <a:gdLst>
                  <a:gd name="T0" fmla="*/ 0 w 280"/>
                  <a:gd name="T1" fmla="*/ 62 h 124"/>
                  <a:gd name="T2" fmla="*/ 0 w 280"/>
                  <a:gd name="T3" fmla="*/ 62 h 124"/>
                  <a:gd name="T4" fmla="*/ 0 w 280"/>
                  <a:gd name="T5" fmla="*/ 62 h 124"/>
                  <a:gd name="T6" fmla="*/ 0 w 280"/>
                  <a:gd name="T7" fmla="*/ 62 h 124"/>
                  <a:gd name="T8" fmla="*/ 31 w 280"/>
                  <a:gd name="T9" fmla="*/ 62 h 124"/>
                  <a:gd name="T10" fmla="*/ 31 w 280"/>
                  <a:gd name="T11" fmla="*/ 62 h 124"/>
                  <a:gd name="T12" fmla="*/ 31 w 280"/>
                  <a:gd name="T13" fmla="*/ 62 h 124"/>
                  <a:gd name="T14" fmla="*/ 62 w 280"/>
                  <a:gd name="T15" fmla="*/ 62 h 124"/>
                  <a:gd name="T16" fmla="*/ 62 w 280"/>
                  <a:gd name="T17" fmla="*/ 62 h 124"/>
                  <a:gd name="T18" fmla="*/ 93 w 280"/>
                  <a:gd name="T19" fmla="*/ 123 h 124"/>
                  <a:gd name="T20" fmla="*/ 93 w 280"/>
                  <a:gd name="T21" fmla="*/ 123 h 124"/>
                  <a:gd name="T22" fmla="*/ 93 w 280"/>
                  <a:gd name="T23" fmla="*/ 123 h 124"/>
                  <a:gd name="T24" fmla="*/ 93 w 280"/>
                  <a:gd name="T25" fmla="*/ 123 h 124"/>
                  <a:gd name="T26" fmla="*/ 93 w 280"/>
                  <a:gd name="T27" fmla="*/ 123 h 124"/>
                  <a:gd name="T28" fmla="*/ 93 w 280"/>
                  <a:gd name="T29" fmla="*/ 92 h 124"/>
                  <a:gd name="T30" fmla="*/ 124 w 280"/>
                  <a:gd name="T31" fmla="*/ 92 h 124"/>
                  <a:gd name="T32" fmla="*/ 124 w 280"/>
                  <a:gd name="T33" fmla="*/ 62 h 124"/>
                  <a:gd name="T34" fmla="*/ 124 w 280"/>
                  <a:gd name="T35" fmla="*/ 62 h 124"/>
                  <a:gd name="T36" fmla="*/ 155 w 280"/>
                  <a:gd name="T37" fmla="*/ 62 h 124"/>
                  <a:gd name="T38" fmla="*/ 155 w 280"/>
                  <a:gd name="T39" fmla="*/ 62 h 124"/>
                  <a:gd name="T40" fmla="*/ 155 w 280"/>
                  <a:gd name="T41" fmla="*/ 62 h 124"/>
                  <a:gd name="T42" fmla="*/ 186 w 280"/>
                  <a:gd name="T43" fmla="*/ 62 h 124"/>
                  <a:gd name="T44" fmla="*/ 186 w 280"/>
                  <a:gd name="T45" fmla="*/ 62 h 124"/>
                  <a:gd name="T46" fmla="*/ 186 w 280"/>
                  <a:gd name="T47" fmla="*/ 62 h 124"/>
                  <a:gd name="T48" fmla="*/ 186 w 280"/>
                  <a:gd name="T49" fmla="*/ 30 h 124"/>
                  <a:gd name="T50" fmla="*/ 217 w 280"/>
                  <a:gd name="T51" fmla="*/ 30 h 124"/>
                  <a:gd name="T52" fmla="*/ 217 w 280"/>
                  <a:gd name="T53" fmla="*/ 30 h 124"/>
                  <a:gd name="T54" fmla="*/ 248 w 280"/>
                  <a:gd name="T55" fmla="*/ 30 h 124"/>
                  <a:gd name="T56" fmla="*/ 248 w 280"/>
                  <a:gd name="T57" fmla="*/ 30 h 124"/>
                  <a:gd name="T58" fmla="*/ 248 w 280"/>
                  <a:gd name="T59" fmla="*/ 30 h 124"/>
                  <a:gd name="T60" fmla="*/ 279 w 280"/>
                  <a:gd name="T61" fmla="*/ 30 h 124"/>
                  <a:gd name="T62" fmla="*/ 217 w 280"/>
                  <a:gd name="T63" fmla="*/ 0 h 124"/>
                  <a:gd name="T64" fmla="*/ 186 w 280"/>
                  <a:gd name="T65" fmla="*/ 0 h 124"/>
                  <a:gd name="T66" fmla="*/ 186 w 280"/>
                  <a:gd name="T67" fmla="*/ 0 h 124"/>
                  <a:gd name="T68" fmla="*/ 155 w 280"/>
                  <a:gd name="T69" fmla="*/ 0 h 124"/>
                  <a:gd name="T70" fmla="*/ 155 w 280"/>
                  <a:gd name="T71" fmla="*/ 0 h 124"/>
                  <a:gd name="T72" fmla="*/ 155 w 280"/>
                  <a:gd name="T73" fmla="*/ 0 h 124"/>
                  <a:gd name="T74" fmla="*/ 124 w 280"/>
                  <a:gd name="T75" fmla="*/ 0 h 124"/>
                  <a:gd name="T76" fmla="*/ 62 w 280"/>
                  <a:gd name="T77" fmla="*/ 0 h 124"/>
                  <a:gd name="T78" fmla="*/ 62 w 280"/>
                  <a:gd name="T79" fmla="*/ 0 h 124"/>
                  <a:gd name="T80" fmla="*/ 62 w 280"/>
                  <a:gd name="T81" fmla="*/ 0 h 124"/>
                  <a:gd name="T82" fmla="*/ 62 w 280"/>
                  <a:gd name="T83" fmla="*/ 0 h 124"/>
                  <a:gd name="T84" fmla="*/ 62 w 280"/>
                  <a:gd name="T85" fmla="*/ 0 h 124"/>
                  <a:gd name="T86" fmla="*/ 31 w 280"/>
                  <a:gd name="T87" fmla="*/ 0 h 124"/>
                  <a:gd name="T88" fmla="*/ 31 w 280"/>
                  <a:gd name="T89" fmla="*/ 30 h 124"/>
                  <a:gd name="T90" fmla="*/ 0 w 280"/>
                  <a:gd name="T91" fmla="*/ 6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80" h="124">
                    <a:moveTo>
                      <a:pt x="0" y="62"/>
                    </a:moveTo>
                    <a:lnTo>
                      <a:pt x="0" y="62"/>
                    </a:lnTo>
                    <a:lnTo>
                      <a:pt x="0" y="62"/>
                    </a:lnTo>
                    <a:lnTo>
                      <a:pt x="0" y="62"/>
                    </a:lnTo>
                    <a:cubicBezTo>
                      <a:pt x="0" y="62"/>
                      <a:pt x="0" y="62"/>
                      <a:pt x="31" y="62"/>
                    </a:cubicBezTo>
                    <a:lnTo>
                      <a:pt x="31" y="62"/>
                    </a:lnTo>
                    <a:lnTo>
                      <a:pt x="31" y="62"/>
                    </a:lnTo>
                    <a:cubicBezTo>
                      <a:pt x="31" y="62"/>
                      <a:pt x="31" y="62"/>
                      <a:pt x="62" y="62"/>
                    </a:cubicBezTo>
                    <a:lnTo>
                      <a:pt x="62" y="62"/>
                    </a:lnTo>
                    <a:cubicBezTo>
                      <a:pt x="62" y="62"/>
                      <a:pt x="93" y="92"/>
                      <a:pt x="93" y="123"/>
                    </a:cubicBezTo>
                    <a:lnTo>
                      <a:pt x="93" y="123"/>
                    </a:lnTo>
                    <a:lnTo>
                      <a:pt x="93" y="123"/>
                    </a:lnTo>
                    <a:lnTo>
                      <a:pt x="93" y="123"/>
                    </a:lnTo>
                    <a:lnTo>
                      <a:pt x="93" y="123"/>
                    </a:lnTo>
                    <a:cubicBezTo>
                      <a:pt x="93" y="92"/>
                      <a:pt x="93" y="92"/>
                      <a:pt x="93" y="92"/>
                    </a:cubicBezTo>
                    <a:cubicBezTo>
                      <a:pt x="93" y="92"/>
                      <a:pt x="93" y="92"/>
                      <a:pt x="124" y="92"/>
                    </a:cubicBezTo>
                    <a:cubicBezTo>
                      <a:pt x="124" y="92"/>
                      <a:pt x="124" y="92"/>
                      <a:pt x="124" y="62"/>
                    </a:cubicBezTo>
                    <a:lnTo>
                      <a:pt x="124" y="62"/>
                    </a:lnTo>
                    <a:lnTo>
                      <a:pt x="155" y="62"/>
                    </a:lnTo>
                    <a:lnTo>
                      <a:pt x="155" y="62"/>
                    </a:lnTo>
                    <a:lnTo>
                      <a:pt x="155" y="62"/>
                    </a:lnTo>
                    <a:cubicBezTo>
                      <a:pt x="155" y="62"/>
                      <a:pt x="155" y="62"/>
                      <a:pt x="186" y="62"/>
                    </a:cubicBezTo>
                    <a:lnTo>
                      <a:pt x="186" y="62"/>
                    </a:lnTo>
                    <a:lnTo>
                      <a:pt x="186" y="62"/>
                    </a:lnTo>
                    <a:cubicBezTo>
                      <a:pt x="186" y="30"/>
                      <a:pt x="186" y="30"/>
                      <a:pt x="186" y="30"/>
                    </a:cubicBezTo>
                    <a:cubicBezTo>
                      <a:pt x="217" y="30"/>
                      <a:pt x="217" y="30"/>
                      <a:pt x="217" y="30"/>
                    </a:cubicBezTo>
                    <a:lnTo>
                      <a:pt x="217" y="30"/>
                    </a:lnTo>
                    <a:cubicBezTo>
                      <a:pt x="248" y="30"/>
                      <a:pt x="248" y="30"/>
                      <a:pt x="248" y="30"/>
                    </a:cubicBezTo>
                    <a:lnTo>
                      <a:pt x="248" y="30"/>
                    </a:lnTo>
                    <a:lnTo>
                      <a:pt x="248" y="30"/>
                    </a:lnTo>
                    <a:lnTo>
                      <a:pt x="279" y="30"/>
                    </a:lnTo>
                    <a:cubicBezTo>
                      <a:pt x="248" y="0"/>
                      <a:pt x="248" y="0"/>
                      <a:pt x="217" y="0"/>
                    </a:cubicBezTo>
                    <a:cubicBezTo>
                      <a:pt x="217" y="0"/>
                      <a:pt x="217" y="0"/>
                      <a:pt x="186" y="0"/>
                    </a:cubicBezTo>
                    <a:lnTo>
                      <a:pt x="186" y="0"/>
                    </a:lnTo>
                    <a:cubicBezTo>
                      <a:pt x="155" y="0"/>
                      <a:pt x="155" y="0"/>
                      <a:pt x="155" y="0"/>
                    </a:cubicBezTo>
                    <a:lnTo>
                      <a:pt x="155" y="0"/>
                    </a:lnTo>
                    <a:lnTo>
                      <a:pt x="155" y="0"/>
                    </a:lnTo>
                    <a:cubicBezTo>
                      <a:pt x="124" y="0"/>
                      <a:pt x="124" y="0"/>
                      <a:pt x="124" y="0"/>
                    </a:cubicBezTo>
                    <a:cubicBezTo>
                      <a:pt x="93" y="0"/>
                      <a:pt x="93" y="0"/>
                      <a:pt x="62" y="0"/>
                    </a:cubicBezTo>
                    <a:lnTo>
                      <a:pt x="62" y="0"/>
                    </a:lnTo>
                    <a:lnTo>
                      <a:pt x="62" y="0"/>
                    </a:lnTo>
                    <a:lnTo>
                      <a:pt x="62" y="0"/>
                    </a:lnTo>
                    <a:lnTo>
                      <a:pt x="62" y="0"/>
                    </a:lnTo>
                    <a:cubicBezTo>
                      <a:pt x="62" y="0"/>
                      <a:pt x="62" y="0"/>
                      <a:pt x="31" y="0"/>
                    </a:cubicBezTo>
                    <a:cubicBezTo>
                      <a:pt x="31" y="30"/>
                      <a:pt x="31" y="30"/>
                      <a:pt x="31" y="30"/>
                    </a:cubicBezTo>
                    <a:lnTo>
                      <a:pt x="0" y="6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25" name="Freeform 174">
                <a:extLst>
                  <a:ext uri="{FF2B5EF4-FFF2-40B4-BE49-F238E27FC236}">
                    <a16:creationId xmlns:a16="http://schemas.microsoft.com/office/drawing/2014/main" id="{CD10DF75-D3B5-491B-FAFB-208B04378599}"/>
                  </a:ext>
                </a:extLst>
              </p:cNvPr>
              <p:cNvSpPr>
                <a:spLocks noChangeArrowheads="1"/>
              </p:cNvSpPr>
              <p:nvPr/>
            </p:nvSpPr>
            <p:spPr bwMode="auto">
              <a:xfrm>
                <a:off x="2508250" y="1512888"/>
                <a:ext cx="66675" cy="44450"/>
              </a:xfrm>
              <a:custGeom>
                <a:avLst/>
                <a:gdLst>
                  <a:gd name="T0" fmla="*/ 0 w 186"/>
                  <a:gd name="T1" fmla="*/ 92 h 125"/>
                  <a:gd name="T2" fmla="*/ 0 w 186"/>
                  <a:gd name="T3" fmla="*/ 92 h 125"/>
                  <a:gd name="T4" fmla="*/ 31 w 186"/>
                  <a:gd name="T5" fmla="*/ 92 h 125"/>
                  <a:gd name="T6" fmla="*/ 31 w 186"/>
                  <a:gd name="T7" fmla="*/ 92 h 125"/>
                  <a:gd name="T8" fmla="*/ 61 w 186"/>
                  <a:gd name="T9" fmla="*/ 92 h 125"/>
                  <a:gd name="T10" fmla="*/ 61 w 186"/>
                  <a:gd name="T11" fmla="*/ 92 h 125"/>
                  <a:gd name="T12" fmla="*/ 93 w 186"/>
                  <a:gd name="T13" fmla="*/ 62 h 125"/>
                  <a:gd name="T14" fmla="*/ 93 w 186"/>
                  <a:gd name="T15" fmla="*/ 62 h 125"/>
                  <a:gd name="T16" fmla="*/ 124 w 186"/>
                  <a:gd name="T17" fmla="*/ 62 h 125"/>
                  <a:gd name="T18" fmla="*/ 155 w 186"/>
                  <a:gd name="T19" fmla="*/ 62 h 125"/>
                  <a:gd name="T20" fmla="*/ 155 w 186"/>
                  <a:gd name="T21" fmla="*/ 92 h 125"/>
                  <a:gd name="T22" fmla="*/ 155 w 186"/>
                  <a:gd name="T23" fmla="*/ 92 h 125"/>
                  <a:gd name="T24" fmla="*/ 155 w 186"/>
                  <a:gd name="T25" fmla="*/ 124 h 125"/>
                  <a:gd name="T26" fmla="*/ 155 w 186"/>
                  <a:gd name="T27" fmla="*/ 124 h 125"/>
                  <a:gd name="T28" fmla="*/ 155 w 186"/>
                  <a:gd name="T29" fmla="*/ 124 h 125"/>
                  <a:gd name="T30" fmla="*/ 185 w 186"/>
                  <a:gd name="T31" fmla="*/ 124 h 125"/>
                  <a:gd name="T32" fmla="*/ 185 w 186"/>
                  <a:gd name="T33" fmla="*/ 124 h 125"/>
                  <a:gd name="T34" fmla="*/ 185 w 186"/>
                  <a:gd name="T35" fmla="*/ 92 h 125"/>
                  <a:gd name="T36" fmla="*/ 185 w 186"/>
                  <a:gd name="T37" fmla="*/ 62 h 125"/>
                  <a:gd name="T38" fmla="*/ 185 w 186"/>
                  <a:gd name="T39" fmla="*/ 62 h 125"/>
                  <a:gd name="T40" fmla="*/ 185 w 186"/>
                  <a:gd name="T41" fmla="*/ 31 h 125"/>
                  <a:gd name="T42" fmla="*/ 185 w 186"/>
                  <a:gd name="T43" fmla="*/ 31 h 125"/>
                  <a:gd name="T44" fmla="*/ 185 w 186"/>
                  <a:gd name="T45" fmla="*/ 31 h 125"/>
                  <a:gd name="T46" fmla="*/ 185 w 186"/>
                  <a:gd name="T47" fmla="*/ 0 h 125"/>
                  <a:gd name="T48" fmla="*/ 185 w 186"/>
                  <a:gd name="T49" fmla="*/ 0 h 125"/>
                  <a:gd name="T50" fmla="*/ 155 w 186"/>
                  <a:gd name="T51" fmla="*/ 31 h 125"/>
                  <a:gd name="T52" fmla="*/ 124 w 186"/>
                  <a:gd name="T53" fmla="*/ 31 h 125"/>
                  <a:gd name="T54" fmla="*/ 93 w 186"/>
                  <a:gd name="T55" fmla="*/ 0 h 125"/>
                  <a:gd name="T56" fmla="*/ 31 w 186"/>
                  <a:gd name="T57" fmla="*/ 31 h 125"/>
                  <a:gd name="T58" fmla="*/ 0 w 186"/>
                  <a:gd name="T59" fmla="*/ 9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86" h="125">
                    <a:moveTo>
                      <a:pt x="0" y="92"/>
                    </a:moveTo>
                    <a:lnTo>
                      <a:pt x="0" y="92"/>
                    </a:lnTo>
                    <a:cubicBezTo>
                      <a:pt x="0" y="92"/>
                      <a:pt x="0" y="92"/>
                      <a:pt x="31" y="92"/>
                    </a:cubicBezTo>
                    <a:lnTo>
                      <a:pt x="31" y="92"/>
                    </a:lnTo>
                    <a:cubicBezTo>
                      <a:pt x="61" y="92"/>
                      <a:pt x="61" y="92"/>
                      <a:pt x="61" y="92"/>
                    </a:cubicBezTo>
                    <a:lnTo>
                      <a:pt x="61" y="92"/>
                    </a:lnTo>
                    <a:cubicBezTo>
                      <a:pt x="61" y="92"/>
                      <a:pt x="93" y="92"/>
                      <a:pt x="93" y="62"/>
                    </a:cubicBezTo>
                    <a:lnTo>
                      <a:pt x="93" y="62"/>
                    </a:lnTo>
                    <a:cubicBezTo>
                      <a:pt x="124" y="62"/>
                      <a:pt x="124" y="62"/>
                      <a:pt x="124" y="62"/>
                    </a:cubicBezTo>
                    <a:cubicBezTo>
                      <a:pt x="124" y="62"/>
                      <a:pt x="124" y="62"/>
                      <a:pt x="155" y="62"/>
                    </a:cubicBezTo>
                    <a:cubicBezTo>
                      <a:pt x="155" y="92"/>
                      <a:pt x="155" y="92"/>
                      <a:pt x="155" y="92"/>
                    </a:cubicBezTo>
                    <a:lnTo>
                      <a:pt x="155" y="92"/>
                    </a:lnTo>
                    <a:lnTo>
                      <a:pt x="155" y="124"/>
                    </a:lnTo>
                    <a:lnTo>
                      <a:pt x="155" y="124"/>
                    </a:lnTo>
                    <a:lnTo>
                      <a:pt x="155" y="124"/>
                    </a:lnTo>
                    <a:cubicBezTo>
                      <a:pt x="155" y="124"/>
                      <a:pt x="155" y="124"/>
                      <a:pt x="185" y="124"/>
                    </a:cubicBezTo>
                    <a:lnTo>
                      <a:pt x="185" y="124"/>
                    </a:lnTo>
                    <a:cubicBezTo>
                      <a:pt x="185" y="92"/>
                      <a:pt x="185" y="92"/>
                      <a:pt x="185" y="92"/>
                    </a:cubicBezTo>
                    <a:cubicBezTo>
                      <a:pt x="185" y="62"/>
                      <a:pt x="185" y="62"/>
                      <a:pt x="185" y="62"/>
                    </a:cubicBezTo>
                    <a:lnTo>
                      <a:pt x="185" y="62"/>
                    </a:lnTo>
                    <a:lnTo>
                      <a:pt x="185" y="31"/>
                    </a:lnTo>
                    <a:lnTo>
                      <a:pt x="185" y="31"/>
                    </a:lnTo>
                    <a:lnTo>
                      <a:pt x="185" y="31"/>
                    </a:lnTo>
                    <a:cubicBezTo>
                      <a:pt x="185" y="0"/>
                      <a:pt x="185" y="0"/>
                      <a:pt x="185" y="0"/>
                    </a:cubicBezTo>
                    <a:lnTo>
                      <a:pt x="185" y="0"/>
                    </a:lnTo>
                    <a:cubicBezTo>
                      <a:pt x="185" y="31"/>
                      <a:pt x="155" y="31"/>
                      <a:pt x="155" y="31"/>
                    </a:cubicBezTo>
                    <a:cubicBezTo>
                      <a:pt x="124" y="31"/>
                      <a:pt x="124" y="31"/>
                      <a:pt x="124" y="31"/>
                    </a:cubicBezTo>
                    <a:cubicBezTo>
                      <a:pt x="124" y="31"/>
                      <a:pt x="124" y="0"/>
                      <a:pt x="93" y="0"/>
                    </a:cubicBezTo>
                    <a:cubicBezTo>
                      <a:pt x="31" y="31"/>
                      <a:pt x="31" y="31"/>
                      <a:pt x="31" y="31"/>
                    </a:cubicBezTo>
                    <a:cubicBezTo>
                      <a:pt x="0" y="62"/>
                      <a:pt x="0" y="62"/>
                      <a:pt x="0" y="9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26" name="Freeform 175">
                <a:extLst>
                  <a:ext uri="{FF2B5EF4-FFF2-40B4-BE49-F238E27FC236}">
                    <a16:creationId xmlns:a16="http://schemas.microsoft.com/office/drawing/2014/main" id="{F8FD01D2-8A93-EAA6-D1EB-05FE9E38B369}"/>
                  </a:ext>
                </a:extLst>
              </p:cNvPr>
              <p:cNvSpPr>
                <a:spLocks noChangeArrowheads="1"/>
              </p:cNvSpPr>
              <p:nvPr/>
            </p:nvSpPr>
            <p:spPr bwMode="auto">
              <a:xfrm>
                <a:off x="2297113" y="1524000"/>
                <a:ext cx="66675" cy="77788"/>
              </a:xfrm>
              <a:custGeom>
                <a:avLst/>
                <a:gdLst>
                  <a:gd name="T0" fmla="*/ 0 w 187"/>
                  <a:gd name="T1" fmla="*/ 61 h 218"/>
                  <a:gd name="T2" fmla="*/ 0 w 187"/>
                  <a:gd name="T3" fmla="*/ 61 h 218"/>
                  <a:gd name="T4" fmla="*/ 0 w 187"/>
                  <a:gd name="T5" fmla="*/ 61 h 218"/>
                  <a:gd name="T6" fmla="*/ 30 w 187"/>
                  <a:gd name="T7" fmla="*/ 61 h 218"/>
                  <a:gd name="T8" fmla="*/ 30 w 187"/>
                  <a:gd name="T9" fmla="*/ 61 h 218"/>
                  <a:gd name="T10" fmla="*/ 62 w 187"/>
                  <a:gd name="T11" fmla="*/ 93 h 218"/>
                  <a:gd name="T12" fmla="*/ 62 w 187"/>
                  <a:gd name="T13" fmla="*/ 124 h 218"/>
                  <a:gd name="T14" fmla="*/ 62 w 187"/>
                  <a:gd name="T15" fmla="*/ 155 h 218"/>
                  <a:gd name="T16" fmla="*/ 62 w 187"/>
                  <a:gd name="T17" fmla="*/ 185 h 218"/>
                  <a:gd name="T18" fmla="*/ 93 w 187"/>
                  <a:gd name="T19" fmla="*/ 217 h 218"/>
                  <a:gd name="T20" fmla="*/ 93 w 187"/>
                  <a:gd name="T21" fmla="*/ 217 h 218"/>
                  <a:gd name="T22" fmla="*/ 93 w 187"/>
                  <a:gd name="T23" fmla="*/ 217 h 218"/>
                  <a:gd name="T24" fmla="*/ 124 w 187"/>
                  <a:gd name="T25" fmla="*/ 217 h 218"/>
                  <a:gd name="T26" fmla="*/ 124 w 187"/>
                  <a:gd name="T27" fmla="*/ 217 h 218"/>
                  <a:gd name="T28" fmla="*/ 154 w 187"/>
                  <a:gd name="T29" fmla="*/ 185 h 218"/>
                  <a:gd name="T30" fmla="*/ 154 w 187"/>
                  <a:gd name="T31" fmla="*/ 185 h 218"/>
                  <a:gd name="T32" fmla="*/ 154 w 187"/>
                  <a:gd name="T33" fmla="*/ 185 h 218"/>
                  <a:gd name="T34" fmla="*/ 186 w 187"/>
                  <a:gd name="T35" fmla="*/ 185 h 218"/>
                  <a:gd name="T36" fmla="*/ 186 w 187"/>
                  <a:gd name="T37" fmla="*/ 155 h 218"/>
                  <a:gd name="T38" fmla="*/ 186 w 187"/>
                  <a:gd name="T39" fmla="*/ 124 h 218"/>
                  <a:gd name="T40" fmla="*/ 186 w 187"/>
                  <a:gd name="T41" fmla="*/ 124 h 218"/>
                  <a:gd name="T42" fmla="*/ 186 w 187"/>
                  <a:gd name="T43" fmla="*/ 124 h 218"/>
                  <a:gd name="T44" fmla="*/ 154 w 187"/>
                  <a:gd name="T45" fmla="*/ 93 h 218"/>
                  <a:gd name="T46" fmla="*/ 154 w 187"/>
                  <a:gd name="T47" fmla="*/ 93 h 218"/>
                  <a:gd name="T48" fmla="*/ 124 w 187"/>
                  <a:gd name="T49" fmla="*/ 61 h 218"/>
                  <a:gd name="T50" fmla="*/ 124 w 187"/>
                  <a:gd name="T51" fmla="*/ 61 h 218"/>
                  <a:gd name="T52" fmla="*/ 124 w 187"/>
                  <a:gd name="T53" fmla="*/ 61 h 218"/>
                  <a:gd name="T54" fmla="*/ 124 w 187"/>
                  <a:gd name="T55" fmla="*/ 0 h 218"/>
                  <a:gd name="T56" fmla="*/ 154 w 187"/>
                  <a:gd name="T57" fmla="*/ 0 h 218"/>
                  <a:gd name="T58" fmla="*/ 154 w 187"/>
                  <a:gd name="T59" fmla="*/ 0 h 218"/>
                  <a:gd name="T60" fmla="*/ 186 w 187"/>
                  <a:gd name="T61" fmla="*/ 31 h 218"/>
                  <a:gd name="T62" fmla="*/ 186 w 187"/>
                  <a:gd name="T63" fmla="*/ 0 h 218"/>
                  <a:gd name="T64" fmla="*/ 186 w 187"/>
                  <a:gd name="T65" fmla="*/ 0 h 218"/>
                  <a:gd name="T66" fmla="*/ 186 w 187"/>
                  <a:gd name="T67" fmla="*/ 0 h 218"/>
                  <a:gd name="T68" fmla="*/ 186 w 187"/>
                  <a:gd name="T69" fmla="*/ 0 h 218"/>
                  <a:gd name="T70" fmla="*/ 186 w 187"/>
                  <a:gd name="T71" fmla="*/ 0 h 218"/>
                  <a:gd name="T72" fmla="*/ 154 w 187"/>
                  <a:gd name="T73" fmla="*/ 0 h 218"/>
                  <a:gd name="T74" fmla="*/ 124 w 187"/>
                  <a:gd name="T75" fmla="*/ 0 h 218"/>
                  <a:gd name="T76" fmla="*/ 62 w 187"/>
                  <a:gd name="T77" fmla="*/ 31 h 218"/>
                  <a:gd name="T78" fmla="*/ 62 w 187"/>
                  <a:gd name="T79" fmla="*/ 31 h 218"/>
                  <a:gd name="T80" fmla="*/ 0 w 187"/>
                  <a:gd name="T81" fmla="*/ 61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87" h="218">
                    <a:moveTo>
                      <a:pt x="0" y="61"/>
                    </a:moveTo>
                    <a:lnTo>
                      <a:pt x="0" y="61"/>
                    </a:lnTo>
                    <a:lnTo>
                      <a:pt x="0" y="61"/>
                    </a:lnTo>
                    <a:lnTo>
                      <a:pt x="30" y="61"/>
                    </a:lnTo>
                    <a:lnTo>
                      <a:pt x="30" y="61"/>
                    </a:lnTo>
                    <a:lnTo>
                      <a:pt x="62" y="93"/>
                    </a:lnTo>
                    <a:cubicBezTo>
                      <a:pt x="62" y="124"/>
                      <a:pt x="62" y="124"/>
                      <a:pt x="62" y="124"/>
                    </a:cubicBezTo>
                    <a:cubicBezTo>
                      <a:pt x="62" y="155"/>
                      <a:pt x="62" y="155"/>
                      <a:pt x="62" y="155"/>
                    </a:cubicBezTo>
                    <a:cubicBezTo>
                      <a:pt x="62" y="185"/>
                      <a:pt x="62" y="185"/>
                      <a:pt x="62" y="185"/>
                    </a:cubicBezTo>
                    <a:cubicBezTo>
                      <a:pt x="93" y="185"/>
                      <a:pt x="93" y="185"/>
                      <a:pt x="93" y="217"/>
                    </a:cubicBezTo>
                    <a:lnTo>
                      <a:pt x="93" y="217"/>
                    </a:lnTo>
                    <a:lnTo>
                      <a:pt x="93" y="217"/>
                    </a:lnTo>
                    <a:cubicBezTo>
                      <a:pt x="124" y="217"/>
                      <a:pt x="124" y="217"/>
                      <a:pt x="124" y="217"/>
                    </a:cubicBezTo>
                    <a:lnTo>
                      <a:pt x="124" y="217"/>
                    </a:lnTo>
                    <a:cubicBezTo>
                      <a:pt x="124" y="217"/>
                      <a:pt x="154" y="217"/>
                      <a:pt x="154" y="185"/>
                    </a:cubicBezTo>
                    <a:lnTo>
                      <a:pt x="154" y="185"/>
                    </a:lnTo>
                    <a:lnTo>
                      <a:pt x="154" y="185"/>
                    </a:lnTo>
                    <a:lnTo>
                      <a:pt x="186" y="185"/>
                    </a:lnTo>
                    <a:cubicBezTo>
                      <a:pt x="186" y="155"/>
                      <a:pt x="186" y="155"/>
                      <a:pt x="186" y="155"/>
                    </a:cubicBezTo>
                    <a:cubicBezTo>
                      <a:pt x="186" y="155"/>
                      <a:pt x="186" y="155"/>
                      <a:pt x="186" y="124"/>
                    </a:cubicBezTo>
                    <a:lnTo>
                      <a:pt x="186" y="124"/>
                    </a:lnTo>
                    <a:lnTo>
                      <a:pt x="186" y="124"/>
                    </a:lnTo>
                    <a:cubicBezTo>
                      <a:pt x="154" y="124"/>
                      <a:pt x="154" y="124"/>
                      <a:pt x="154" y="93"/>
                    </a:cubicBezTo>
                    <a:lnTo>
                      <a:pt x="154" y="93"/>
                    </a:lnTo>
                    <a:lnTo>
                      <a:pt x="124" y="61"/>
                    </a:lnTo>
                    <a:lnTo>
                      <a:pt x="124" y="61"/>
                    </a:lnTo>
                    <a:lnTo>
                      <a:pt x="124" y="61"/>
                    </a:lnTo>
                    <a:cubicBezTo>
                      <a:pt x="124" y="31"/>
                      <a:pt x="124" y="31"/>
                      <a:pt x="124" y="0"/>
                    </a:cubicBezTo>
                    <a:lnTo>
                      <a:pt x="154" y="0"/>
                    </a:lnTo>
                    <a:lnTo>
                      <a:pt x="154" y="0"/>
                    </a:lnTo>
                    <a:lnTo>
                      <a:pt x="186" y="31"/>
                    </a:lnTo>
                    <a:lnTo>
                      <a:pt x="186" y="0"/>
                    </a:lnTo>
                    <a:lnTo>
                      <a:pt x="186" y="0"/>
                    </a:lnTo>
                    <a:lnTo>
                      <a:pt x="186" y="0"/>
                    </a:lnTo>
                    <a:lnTo>
                      <a:pt x="186" y="0"/>
                    </a:lnTo>
                    <a:lnTo>
                      <a:pt x="186" y="0"/>
                    </a:lnTo>
                    <a:cubicBezTo>
                      <a:pt x="186" y="0"/>
                      <a:pt x="186" y="0"/>
                      <a:pt x="154" y="0"/>
                    </a:cubicBezTo>
                    <a:cubicBezTo>
                      <a:pt x="154" y="0"/>
                      <a:pt x="154" y="0"/>
                      <a:pt x="124" y="0"/>
                    </a:cubicBezTo>
                    <a:cubicBezTo>
                      <a:pt x="93" y="0"/>
                      <a:pt x="62" y="31"/>
                      <a:pt x="62" y="31"/>
                    </a:cubicBezTo>
                    <a:lnTo>
                      <a:pt x="62" y="31"/>
                    </a:lnTo>
                    <a:cubicBezTo>
                      <a:pt x="62" y="31"/>
                      <a:pt x="30" y="61"/>
                      <a:pt x="0" y="6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27" name="Freeform 176">
                <a:extLst>
                  <a:ext uri="{FF2B5EF4-FFF2-40B4-BE49-F238E27FC236}">
                    <a16:creationId xmlns:a16="http://schemas.microsoft.com/office/drawing/2014/main" id="{D049C431-6DD0-484D-8AC2-0BAB6A87F07E}"/>
                  </a:ext>
                </a:extLst>
              </p:cNvPr>
              <p:cNvSpPr>
                <a:spLocks noChangeArrowheads="1"/>
              </p:cNvSpPr>
              <p:nvPr/>
            </p:nvSpPr>
            <p:spPr bwMode="auto">
              <a:xfrm>
                <a:off x="868363" y="1033463"/>
                <a:ext cx="1674812" cy="625475"/>
              </a:xfrm>
              <a:custGeom>
                <a:avLst/>
                <a:gdLst>
                  <a:gd name="T0" fmla="*/ 2759 w 4651"/>
                  <a:gd name="T1" fmla="*/ 155 h 1737"/>
                  <a:gd name="T2" fmla="*/ 2604 w 4651"/>
                  <a:gd name="T3" fmla="*/ 124 h 1737"/>
                  <a:gd name="T4" fmla="*/ 2418 w 4651"/>
                  <a:gd name="T5" fmla="*/ 155 h 1737"/>
                  <a:gd name="T6" fmla="*/ 2325 w 4651"/>
                  <a:gd name="T7" fmla="*/ 186 h 1737"/>
                  <a:gd name="T8" fmla="*/ 2139 w 4651"/>
                  <a:gd name="T9" fmla="*/ 186 h 1737"/>
                  <a:gd name="T10" fmla="*/ 2046 w 4651"/>
                  <a:gd name="T11" fmla="*/ 155 h 1737"/>
                  <a:gd name="T12" fmla="*/ 1829 w 4651"/>
                  <a:gd name="T13" fmla="*/ 155 h 1737"/>
                  <a:gd name="T14" fmla="*/ 1767 w 4651"/>
                  <a:gd name="T15" fmla="*/ 186 h 1737"/>
                  <a:gd name="T16" fmla="*/ 1643 w 4651"/>
                  <a:gd name="T17" fmla="*/ 155 h 1737"/>
                  <a:gd name="T18" fmla="*/ 1457 w 4651"/>
                  <a:gd name="T19" fmla="*/ 186 h 1737"/>
                  <a:gd name="T20" fmla="*/ 1147 w 4651"/>
                  <a:gd name="T21" fmla="*/ 62 h 1737"/>
                  <a:gd name="T22" fmla="*/ 931 w 4651"/>
                  <a:gd name="T23" fmla="*/ 93 h 1737"/>
                  <a:gd name="T24" fmla="*/ 837 w 4651"/>
                  <a:gd name="T25" fmla="*/ 62 h 1737"/>
                  <a:gd name="T26" fmla="*/ 683 w 4651"/>
                  <a:gd name="T27" fmla="*/ 0 h 1737"/>
                  <a:gd name="T28" fmla="*/ 496 w 4651"/>
                  <a:gd name="T29" fmla="*/ 62 h 1737"/>
                  <a:gd name="T30" fmla="*/ 248 w 4651"/>
                  <a:gd name="T31" fmla="*/ 93 h 1737"/>
                  <a:gd name="T32" fmla="*/ 0 w 4651"/>
                  <a:gd name="T33" fmla="*/ 589 h 1737"/>
                  <a:gd name="T34" fmla="*/ 63 w 4651"/>
                  <a:gd name="T35" fmla="*/ 620 h 1737"/>
                  <a:gd name="T36" fmla="*/ 187 w 4651"/>
                  <a:gd name="T37" fmla="*/ 713 h 1737"/>
                  <a:gd name="T38" fmla="*/ 403 w 4651"/>
                  <a:gd name="T39" fmla="*/ 775 h 1737"/>
                  <a:gd name="T40" fmla="*/ 527 w 4651"/>
                  <a:gd name="T41" fmla="*/ 899 h 1737"/>
                  <a:gd name="T42" fmla="*/ 559 w 4651"/>
                  <a:gd name="T43" fmla="*/ 1053 h 1737"/>
                  <a:gd name="T44" fmla="*/ 683 w 4651"/>
                  <a:gd name="T45" fmla="*/ 1116 h 1737"/>
                  <a:gd name="T46" fmla="*/ 837 w 4651"/>
                  <a:gd name="T47" fmla="*/ 1240 h 1737"/>
                  <a:gd name="T48" fmla="*/ 961 w 4651"/>
                  <a:gd name="T49" fmla="*/ 1301 h 1737"/>
                  <a:gd name="T50" fmla="*/ 2511 w 4651"/>
                  <a:gd name="T51" fmla="*/ 1301 h 1737"/>
                  <a:gd name="T52" fmla="*/ 2604 w 4651"/>
                  <a:gd name="T53" fmla="*/ 1364 h 1737"/>
                  <a:gd name="T54" fmla="*/ 2759 w 4651"/>
                  <a:gd name="T55" fmla="*/ 1364 h 1737"/>
                  <a:gd name="T56" fmla="*/ 2852 w 4651"/>
                  <a:gd name="T57" fmla="*/ 1395 h 1737"/>
                  <a:gd name="T58" fmla="*/ 3162 w 4651"/>
                  <a:gd name="T59" fmla="*/ 1488 h 1737"/>
                  <a:gd name="T60" fmla="*/ 3255 w 4651"/>
                  <a:gd name="T61" fmla="*/ 1612 h 1737"/>
                  <a:gd name="T62" fmla="*/ 3317 w 4651"/>
                  <a:gd name="T63" fmla="*/ 1705 h 1737"/>
                  <a:gd name="T64" fmla="*/ 3534 w 4651"/>
                  <a:gd name="T65" fmla="*/ 1643 h 1737"/>
                  <a:gd name="T66" fmla="*/ 3813 w 4651"/>
                  <a:gd name="T67" fmla="*/ 1549 h 1737"/>
                  <a:gd name="T68" fmla="*/ 3906 w 4651"/>
                  <a:gd name="T69" fmla="*/ 1457 h 1737"/>
                  <a:gd name="T70" fmla="*/ 4122 w 4651"/>
                  <a:gd name="T71" fmla="*/ 1240 h 1737"/>
                  <a:gd name="T72" fmla="*/ 4370 w 4651"/>
                  <a:gd name="T73" fmla="*/ 1240 h 1737"/>
                  <a:gd name="T74" fmla="*/ 4650 w 4651"/>
                  <a:gd name="T75" fmla="*/ 1085 h 1737"/>
                  <a:gd name="T76" fmla="*/ 4494 w 4651"/>
                  <a:gd name="T77" fmla="*/ 1085 h 1737"/>
                  <a:gd name="T78" fmla="*/ 4464 w 4651"/>
                  <a:gd name="T79" fmla="*/ 992 h 1737"/>
                  <a:gd name="T80" fmla="*/ 4309 w 4651"/>
                  <a:gd name="T81" fmla="*/ 929 h 1737"/>
                  <a:gd name="T82" fmla="*/ 4278 w 4651"/>
                  <a:gd name="T83" fmla="*/ 805 h 1737"/>
                  <a:gd name="T84" fmla="*/ 4216 w 4651"/>
                  <a:gd name="T85" fmla="*/ 681 h 1737"/>
                  <a:gd name="T86" fmla="*/ 4154 w 4651"/>
                  <a:gd name="T87" fmla="*/ 744 h 1737"/>
                  <a:gd name="T88" fmla="*/ 3998 w 4651"/>
                  <a:gd name="T89" fmla="*/ 775 h 1737"/>
                  <a:gd name="T90" fmla="*/ 3874 w 4651"/>
                  <a:gd name="T91" fmla="*/ 681 h 1737"/>
                  <a:gd name="T92" fmla="*/ 3844 w 4651"/>
                  <a:gd name="T93" fmla="*/ 589 h 1737"/>
                  <a:gd name="T94" fmla="*/ 3658 w 4651"/>
                  <a:gd name="T95" fmla="*/ 527 h 1737"/>
                  <a:gd name="T96" fmla="*/ 3503 w 4651"/>
                  <a:gd name="T97" fmla="*/ 527 h 1737"/>
                  <a:gd name="T98" fmla="*/ 3441 w 4651"/>
                  <a:gd name="T99" fmla="*/ 744 h 1737"/>
                  <a:gd name="T100" fmla="*/ 3441 w 4651"/>
                  <a:gd name="T101" fmla="*/ 992 h 1737"/>
                  <a:gd name="T102" fmla="*/ 3441 w 4651"/>
                  <a:gd name="T103" fmla="*/ 1209 h 1737"/>
                  <a:gd name="T104" fmla="*/ 3286 w 4651"/>
                  <a:gd name="T105" fmla="*/ 1209 h 1737"/>
                  <a:gd name="T106" fmla="*/ 3193 w 4651"/>
                  <a:gd name="T107" fmla="*/ 1023 h 1737"/>
                  <a:gd name="T108" fmla="*/ 2914 w 4651"/>
                  <a:gd name="T109" fmla="*/ 929 h 1737"/>
                  <a:gd name="T110" fmla="*/ 2635 w 4651"/>
                  <a:gd name="T111" fmla="*/ 868 h 1737"/>
                  <a:gd name="T112" fmla="*/ 2480 w 4651"/>
                  <a:gd name="T113" fmla="*/ 681 h 1737"/>
                  <a:gd name="T114" fmla="*/ 2604 w 4651"/>
                  <a:gd name="T115" fmla="*/ 496 h 1737"/>
                  <a:gd name="T116" fmla="*/ 2635 w 4651"/>
                  <a:gd name="T117" fmla="*/ 433 h 1737"/>
                  <a:gd name="T118" fmla="*/ 2759 w 4651"/>
                  <a:gd name="T119" fmla="*/ 403 h 1737"/>
                  <a:gd name="T120" fmla="*/ 2883 w 4651"/>
                  <a:gd name="T121" fmla="*/ 372 h 1737"/>
                  <a:gd name="T122" fmla="*/ 2883 w 4651"/>
                  <a:gd name="T123" fmla="*/ 186 h 17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651" h="1737">
                    <a:moveTo>
                      <a:pt x="2945" y="186"/>
                    </a:moveTo>
                    <a:lnTo>
                      <a:pt x="2945" y="186"/>
                    </a:lnTo>
                    <a:cubicBezTo>
                      <a:pt x="2914" y="186"/>
                      <a:pt x="2914" y="155"/>
                      <a:pt x="2914" y="155"/>
                    </a:cubicBezTo>
                    <a:lnTo>
                      <a:pt x="2914" y="155"/>
                    </a:lnTo>
                    <a:cubicBezTo>
                      <a:pt x="2914" y="124"/>
                      <a:pt x="2883" y="93"/>
                      <a:pt x="2852" y="93"/>
                    </a:cubicBezTo>
                    <a:lnTo>
                      <a:pt x="2852" y="93"/>
                    </a:lnTo>
                    <a:cubicBezTo>
                      <a:pt x="2821" y="93"/>
                      <a:pt x="2821" y="124"/>
                      <a:pt x="2790" y="124"/>
                    </a:cubicBezTo>
                    <a:cubicBezTo>
                      <a:pt x="2759" y="155"/>
                      <a:pt x="2759" y="155"/>
                      <a:pt x="2759" y="155"/>
                    </a:cubicBezTo>
                    <a:cubicBezTo>
                      <a:pt x="2759" y="124"/>
                      <a:pt x="2759" y="124"/>
                      <a:pt x="2759" y="124"/>
                    </a:cubicBezTo>
                    <a:cubicBezTo>
                      <a:pt x="2759" y="124"/>
                      <a:pt x="2759" y="93"/>
                      <a:pt x="2759" y="62"/>
                    </a:cubicBezTo>
                    <a:cubicBezTo>
                      <a:pt x="2728" y="62"/>
                      <a:pt x="2697" y="62"/>
                      <a:pt x="2666" y="62"/>
                    </a:cubicBezTo>
                    <a:lnTo>
                      <a:pt x="2635" y="62"/>
                    </a:lnTo>
                    <a:lnTo>
                      <a:pt x="2635" y="62"/>
                    </a:lnTo>
                    <a:cubicBezTo>
                      <a:pt x="2604" y="62"/>
                      <a:pt x="2604" y="62"/>
                      <a:pt x="2604" y="62"/>
                    </a:cubicBezTo>
                    <a:lnTo>
                      <a:pt x="2604" y="62"/>
                    </a:lnTo>
                    <a:cubicBezTo>
                      <a:pt x="2635" y="93"/>
                      <a:pt x="2604" y="124"/>
                      <a:pt x="2604" y="124"/>
                    </a:cubicBezTo>
                    <a:cubicBezTo>
                      <a:pt x="2604" y="124"/>
                      <a:pt x="2604" y="124"/>
                      <a:pt x="2573" y="155"/>
                    </a:cubicBezTo>
                    <a:cubicBezTo>
                      <a:pt x="2542" y="155"/>
                      <a:pt x="2542" y="155"/>
                      <a:pt x="2542" y="155"/>
                    </a:cubicBezTo>
                    <a:lnTo>
                      <a:pt x="2542" y="155"/>
                    </a:lnTo>
                    <a:cubicBezTo>
                      <a:pt x="2511" y="155"/>
                      <a:pt x="2511" y="155"/>
                      <a:pt x="2511" y="155"/>
                    </a:cubicBezTo>
                    <a:lnTo>
                      <a:pt x="2511" y="155"/>
                    </a:lnTo>
                    <a:cubicBezTo>
                      <a:pt x="2511" y="186"/>
                      <a:pt x="2480" y="217"/>
                      <a:pt x="2480" y="217"/>
                    </a:cubicBezTo>
                    <a:cubicBezTo>
                      <a:pt x="2449" y="279"/>
                      <a:pt x="2449" y="279"/>
                      <a:pt x="2449" y="279"/>
                    </a:cubicBezTo>
                    <a:cubicBezTo>
                      <a:pt x="2418" y="155"/>
                      <a:pt x="2418" y="155"/>
                      <a:pt x="2418" y="155"/>
                    </a:cubicBezTo>
                    <a:cubicBezTo>
                      <a:pt x="2418" y="124"/>
                      <a:pt x="2418" y="124"/>
                      <a:pt x="2418" y="124"/>
                    </a:cubicBezTo>
                    <a:cubicBezTo>
                      <a:pt x="2418" y="155"/>
                      <a:pt x="2387" y="155"/>
                      <a:pt x="2387" y="155"/>
                    </a:cubicBezTo>
                    <a:lnTo>
                      <a:pt x="2387" y="155"/>
                    </a:lnTo>
                    <a:cubicBezTo>
                      <a:pt x="2387" y="155"/>
                      <a:pt x="2387" y="186"/>
                      <a:pt x="2356" y="186"/>
                    </a:cubicBezTo>
                    <a:lnTo>
                      <a:pt x="2356" y="186"/>
                    </a:lnTo>
                    <a:lnTo>
                      <a:pt x="2325" y="186"/>
                    </a:lnTo>
                    <a:lnTo>
                      <a:pt x="2325" y="186"/>
                    </a:lnTo>
                    <a:lnTo>
                      <a:pt x="2325" y="186"/>
                    </a:lnTo>
                    <a:cubicBezTo>
                      <a:pt x="2294" y="186"/>
                      <a:pt x="2294" y="186"/>
                      <a:pt x="2294" y="186"/>
                    </a:cubicBezTo>
                    <a:cubicBezTo>
                      <a:pt x="2294" y="186"/>
                      <a:pt x="2294" y="186"/>
                      <a:pt x="2263" y="186"/>
                    </a:cubicBezTo>
                    <a:lnTo>
                      <a:pt x="2263" y="186"/>
                    </a:lnTo>
                    <a:cubicBezTo>
                      <a:pt x="2263" y="186"/>
                      <a:pt x="2232" y="186"/>
                      <a:pt x="2232" y="155"/>
                    </a:cubicBezTo>
                    <a:lnTo>
                      <a:pt x="2232" y="155"/>
                    </a:lnTo>
                    <a:lnTo>
                      <a:pt x="2232" y="155"/>
                    </a:lnTo>
                    <a:cubicBezTo>
                      <a:pt x="2201" y="155"/>
                      <a:pt x="2201" y="155"/>
                      <a:pt x="2201" y="186"/>
                    </a:cubicBezTo>
                    <a:cubicBezTo>
                      <a:pt x="2170" y="186"/>
                      <a:pt x="2170" y="186"/>
                      <a:pt x="2139" y="186"/>
                    </a:cubicBezTo>
                    <a:lnTo>
                      <a:pt x="2139" y="186"/>
                    </a:lnTo>
                    <a:lnTo>
                      <a:pt x="2139" y="186"/>
                    </a:lnTo>
                    <a:cubicBezTo>
                      <a:pt x="2108" y="186"/>
                      <a:pt x="2108" y="186"/>
                      <a:pt x="2077" y="186"/>
                    </a:cubicBezTo>
                    <a:cubicBezTo>
                      <a:pt x="2077" y="155"/>
                      <a:pt x="2077" y="155"/>
                      <a:pt x="2077" y="155"/>
                    </a:cubicBezTo>
                    <a:lnTo>
                      <a:pt x="2077" y="155"/>
                    </a:lnTo>
                    <a:cubicBezTo>
                      <a:pt x="2046" y="155"/>
                      <a:pt x="2046" y="155"/>
                      <a:pt x="2046" y="155"/>
                    </a:cubicBezTo>
                    <a:lnTo>
                      <a:pt x="2046" y="155"/>
                    </a:lnTo>
                    <a:lnTo>
                      <a:pt x="2046" y="155"/>
                    </a:lnTo>
                    <a:lnTo>
                      <a:pt x="2015" y="155"/>
                    </a:lnTo>
                    <a:cubicBezTo>
                      <a:pt x="2015" y="155"/>
                      <a:pt x="2015" y="155"/>
                      <a:pt x="1984" y="155"/>
                    </a:cubicBezTo>
                    <a:lnTo>
                      <a:pt x="1984" y="155"/>
                    </a:lnTo>
                    <a:cubicBezTo>
                      <a:pt x="1953" y="155"/>
                      <a:pt x="1953" y="124"/>
                      <a:pt x="1922" y="124"/>
                    </a:cubicBezTo>
                    <a:cubicBezTo>
                      <a:pt x="1922" y="124"/>
                      <a:pt x="1922" y="124"/>
                      <a:pt x="1891" y="155"/>
                    </a:cubicBezTo>
                    <a:cubicBezTo>
                      <a:pt x="1891" y="155"/>
                      <a:pt x="1891" y="155"/>
                      <a:pt x="1860" y="155"/>
                    </a:cubicBezTo>
                    <a:lnTo>
                      <a:pt x="1860" y="155"/>
                    </a:lnTo>
                    <a:lnTo>
                      <a:pt x="1829" y="155"/>
                    </a:lnTo>
                    <a:lnTo>
                      <a:pt x="1860" y="155"/>
                    </a:lnTo>
                    <a:cubicBezTo>
                      <a:pt x="1860" y="186"/>
                      <a:pt x="1860" y="186"/>
                      <a:pt x="1860" y="186"/>
                    </a:cubicBezTo>
                    <a:cubicBezTo>
                      <a:pt x="1860" y="217"/>
                      <a:pt x="1860" y="248"/>
                      <a:pt x="1860" y="248"/>
                    </a:cubicBezTo>
                    <a:cubicBezTo>
                      <a:pt x="1829" y="310"/>
                      <a:pt x="1829" y="310"/>
                      <a:pt x="1829" y="310"/>
                    </a:cubicBezTo>
                    <a:cubicBezTo>
                      <a:pt x="1829" y="248"/>
                      <a:pt x="1829" y="248"/>
                      <a:pt x="1829" y="248"/>
                    </a:cubicBezTo>
                    <a:cubicBezTo>
                      <a:pt x="1799" y="248"/>
                      <a:pt x="1799" y="217"/>
                      <a:pt x="1799" y="217"/>
                    </a:cubicBezTo>
                    <a:lnTo>
                      <a:pt x="1799" y="217"/>
                    </a:lnTo>
                    <a:cubicBezTo>
                      <a:pt x="1767" y="186"/>
                      <a:pt x="1767" y="186"/>
                      <a:pt x="1767" y="186"/>
                    </a:cubicBezTo>
                    <a:lnTo>
                      <a:pt x="1767" y="186"/>
                    </a:lnTo>
                    <a:lnTo>
                      <a:pt x="1767" y="186"/>
                    </a:lnTo>
                    <a:lnTo>
                      <a:pt x="1736" y="186"/>
                    </a:lnTo>
                    <a:lnTo>
                      <a:pt x="1705" y="186"/>
                    </a:lnTo>
                    <a:cubicBezTo>
                      <a:pt x="1705" y="155"/>
                      <a:pt x="1705" y="155"/>
                      <a:pt x="1675" y="155"/>
                    </a:cubicBezTo>
                    <a:lnTo>
                      <a:pt x="1675" y="155"/>
                    </a:lnTo>
                    <a:lnTo>
                      <a:pt x="1675" y="155"/>
                    </a:lnTo>
                    <a:lnTo>
                      <a:pt x="1643" y="155"/>
                    </a:lnTo>
                    <a:lnTo>
                      <a:pt x="1643" y="155"/>
                    </a:lnTo>
                    <a:lnTo>
                      <a:pt x="1643" y="155"/>
                    </a:lnTo>
                    <a:lnTo>
                      <a:pt x="1612" y="186"/>
                    </a:lnTo>
                    <a:cubicBezTo>
                      <a:pt x="1612" y="186"/>
                      <a:pt x="1612" y="186"/>
                      <a:pt x="1581" y="186"/>
                    </a:cubicBezTo>
                    <a:lnTo>
                      <a:pt x="1551" y="186"/>
                    </a:lnTo>
                    <a:cubicBezTo>
                      <a:pt x="1519" y="186"/>
                      <a:pt x="1519" y="186"/>
                      <a:pt x="1519" y="186"/>
                    </a:cubicBezTo>
                    <a:cubicBezTo>
                      <a:pt x="1519" y="186"/>
                      <a:pt x="1519" y="186"/>
                      <a:pt x="1488" y="186"/>
                    </a:cubicBezTo>
                    <a:lnTo>
                      <a:pt x="1457" y="186"/>
                    </a:lnTo>
                    <a:lnTo>
                      <a:pt x="1427" y="186"/>
                    </a:lnTo>
                    <a:lnTo>
                      <a:pt x="1395" y="186"/>
                    </a:lnTo>
                    <a:cubicBezTo>
                      <a:pt x="1364" y="155"/>
                      <a:pt x="1364" y="155"/>
                      <a:pt x="1364" y="155"/>
                    </a:cubicBezTo>
                    <a:cubicBezTo>
                      <a:pt x="1395" y="93"/>
                      <a:pt x="1395" y="93"/>
                      <a:pt x="1395" y="93"/>
                    </a:cubicBezTo>
                    <a:cubicBezTo>
                      <a:pt x="1364" y="93"/>
                      <a:pt x="1303" y="93"/>
                      <a:pt x="1303" y="93"/>
                    </a:cubicBezTo>
                    <a:cubicBezTo>
                      <a:pt x="1271" y="93"/>
                      <a:pt x="1240" y="93"/>
                      <a:pt x="1209" y="93"/>
                    </a:cubicBezTo>
                    <a:lnTo>
                      <a:pt x="1209" y="93"/>
                    </a:lnTo>
                    <a:cubicBezTo>
                      <a:pt x="1179" y="62"/>
                      <a:pt x="1147" y="62"/>
                      <a:pt x="1147" y="62"/>
                    </a:cubicBezTo>
                    <a:lnTo>
                      <a:pt x="1147" y="62"/>
                    </a:lnTo>
                    <a:lnTo>
                      <a:pt x="1147" y="62"/>
                    </a:lnTo>
                    <a:cubicBezTo>
                      <a:pt x="1116" y="62"/>
                      <a:pt x="1116" y="62"/>
                      <a:pt x="1085" y="62"/>
                    </a:cubicBezTo>
                    <a:cubicBezTo>
                      <a:pt x="1085" y="62"/>
                      <a:pt x="1055" y="62"/>
                      <a:pt x="992" y="62"/>
                    </a:cubicBezTo>
                    <a:lnTo>
                      <a:pt x="992" y="62"/>
                    </a:lnTo>
                    <a:lnTo>
                      <a:pt x="992" y="62"/>
                    </a:lnTo>
                    <a:lnTo>
                      <a:pt x="961" y="62"/>
                    </a:lnTo>
                    <a:cubicBezTo>
                      <a:pt x="961" y="93"/>
                      <a:pt x="931" y="93"/>
                      <a:pt x="931" y="93"/>
                    </a:cubicBezTo>
                    <a:lnTo>
                      <a:pt x="931" y="93"/>
                    </a:lnTo>
                    <a:lnTo>
                      <a:pt x="931" y="93"/>
                    </a:lnTo>
                    <a:lnTo>
                      <a:pt x="931" y="93"/>
                    </a:lnTo>
                    <a:cubicBezTo>
                      <a:pt x="931" y="93"/>
                      <a:pt x="931" y="93"/>
                      <a:pt x="899" y="93"/>
                    </a:cubicBezTo>
                    <a:cubicBezTo>
                      <a:pt x="899" y="93"/>
                      <a:pt x="899" y="62"/>
                      <a:pt x="868" y="62"/>
                    </a:cubicBezTo>
                    <a:lnTo>
                      <a:pt x="868" y="62"/>
                    </a:lnTo>
                    <a:cubicBezTo>
                      <a:pt x="868" y="62"/>
                      <a:pt x="868" y="62"/>
                      <a:pt x="868" y="31"/>
                    </a:cubicBezTo>
                    <a:cubicBezTo>
                      <a:pt x="837" y="62"/>
                      <a:pt x="837" y="62"/>
                      <a:pt x="837" y="62"/>
                    </a:cubicBezTo>
                    <a:cubicBezTo>
                      <a:pt x="837" y="93"/>
                      <a:pt x="837" y="93"/>
                      <a:pt x="807" y="93"/>
                    </a:cubicBezTo>
                    <a:lnTo>
                      <a:pt x="775" y="62"/>
                    </a:lnTo>
                    <a:lnTo>
                      <a:pt x="775" y="62"/>
                    </a:lnTo>
                    <a:cubicBezTo>
                      <a:pt x="744" y="62"/>
                      <a:pt x="744" y="62"/>
                      <a:pt x="744" y="62"/>
                    </a:cubicBezTo>
                    <a:cubicBezTo>
                      <a:pt x="744" y="62"/>
                      <a:pt x="713" y="0"/>
                      <a:pt x="683" y="0"/>
                    </a:cubicBezTo>
                    <a:lnTo>
                      <a:pt x="683" y="0"/>
                    </a:lnTo>
                    <a:lnTo>
                      <a:pt x="683" y="0"/>
                    </a:lnTo>
                    <a:lnTo>
                      <a:pt x="683" y="0"/>
                    </a:lnTo>
                    <a:lnTo>
                      <a:pt x="683" y="0"/>
                    </a:lnTo>
                    <a:cubicBezTo>
                      <a:pt x="683" y="0"/>
                      <a:pt x="683" y="31"/>
                      <a:pt x="651" y="31"/>
                    </a:cubicBezTo>
                    <a:lnTo>
                      <a:pt x="620" y="31"/>
                    </a:lnTo>
                    <a:lnTo>
                      <a:pt x="620" y="31"/>
                    </a:lnTo>
                    <a:lnTo>
                      <a:pt x="620" y="31"/>
                    </a:lnTo>
                    <a:cubicBezTo>
                      <a:pt x="620" y="31"/>
                      <a:pt x="589" y="31"/>
                      <a:pt x="589" y="62"/>
                    </a:cubicBezTo>
                    <a:lnTo>
                      <a:pt x="559" y="62"/>
                    </a:lnTo>
                    <a:cubicBezTo>
                      <a:pt x="559" y="62"/>
                      <a:pt x="527" y="62"/>
                      <a:pt x="496" y="62"/>
                    </a:cubicBezTo>
                    <a:cubicBezTo>
                      <a:pt x="496" y="62"/>
                      <a:pt x="496" y="62"/>
                      <a:pt x="465" y="62"/>
                    </a:cubicBezTo>
                    <a:cubicBezTo>
                      <a:pt x="465" y="62"/>
                      <a:pt x="465" y="93"/>
                      <a:pt x="435" y="93"/>
                    </a:cubicBezTo>
                    <a:cubicBezTo>
                      <a:pt x="403" y="93"/>
                      <a:pt x="403" y="93"/>
                      <a:pt x="372" y="93"/>
                    </a:cubicBezTo>
                    <a:cubicBezTo>
                      <a:pt x="372" y="93"/>
                      <a:pt x="341" y="93"/>
                      <a:pt x="341" y="124"/>
                    </a:cubicBezTo>
                    <a:lnTo>
                      <a:pt x="341" y="124"/>
                    </a:lnTo>
                    <a:cubicBezTo>
                      <a:pt x="341" y="124"/>
                      <a:pt x="341" y="124"/>
                      <a:pt x="311" y="124"/>
                    </a:cubicBezTo>
                    <a:cubicBezTo>
                      <a:pt x="311" y="124"/>
                      <a:pt x="311" y="124"/>
                      <a:pt x="279" y="124"/>
                    </a:cubicBezTo>
                    <a:lnTo>
                      <a:pt x="248" y="93"/>
                    </a:lnTo>
                    <a:cubicBezTo>
                      <a:pt x="218" y="93"/>
                      <a:pt x="187" y="93"/>
                      <a:pt x="124" y="93"/>
                    </a:cubicBezTo>
                    <a:lnTo>
                      <a:pt x="124" y="93"/>
                    </a:lnTo>
                    <a:cubicBezTo>
                      <a:pt x="94" y="93"/>
                      <a:pt x="94" y="93"/>
                      <a:pt x="94" y="62"/>
                    </a:cubicBezTo>
                    <a:cubicBezTo>
                      <a:pt x="63" y="62"/>
                      <a:pt x="63" y="62"/>
                      <a:pt x="63" y="62"/>
                    </a:cubicBezTo>
                    <a:lnTo>
                      <a:pt x="31" y="62"/>
                    </a:lnTo>
                    <a:cubicBezTo>
                      <a:pt x="0" y="62"/>
                      <a:pt x="0" y="62"/>
                      <a:pt x="0" y="62"/>
                    </a:cubicBezTo>
                    <a:cubicBezTo>
                      <a:pt x="0" y="589"/>
                      <a:pt x="0" y="589"/>
                      <a:pt x="0" y="589"/>
                    </a:cubicBezTo>
                    <a:lnTo>
                      <a:pt x="0" y="589"/>
                    </a:lnTo>
                    <a:lnTo>
                      <a:pt x="0" y="589"/>
                    </a:lnTo>
                    <a:lnTo>
                      <a:pt x="0" y="589"/>
                    </a:lnTo>
                    <a:cubicBezTo>
                      <a:pt x="31" y="589"/>
                      <a:pt x="31" y="589"/>
                      <a:pt x="31" y="589"/>
                    </a:cubicBezTo>
                    <a:lnTo>
                      <a:pt x="31" y="620"/>
                    </a:lnTo>
                    <a:cubicBezTo>
                      <a:pt x="31" y="589"/>
                      <a:pt x="31" y="589"/>
                      <a:pt x="63" y="589"/>
                    </a:cubicBezTo>
                    <a:lnTo>
                      <a:pt x="63" y="589"/>
                    </a:lnTo>
                    <a:lnTo>
                      <a:pt x="63" y="589"/>
                    </a:lnTo>
                    <a:cubicBezTo>
                      <a:pt x="63" y="589"/>
                      <a:pt x="63" y="589"/>
                      <a:pt x="63" y="620"/>
                    </a:cubicBezTo>
                    <a:cubicBezTo>
                      <a:pt x="94" y="620"/>
                      <a:pt x="94" y="620"/>
                      <a:pt x="94" y="651"/>
                    </a:cubicBezTo>
                    <a:lnTo>
                      <a:pt x="94" y="651"/>
                    </a:lnTo>
                    <a:lnTo>
                      <a:pt x="94" y="651"/>
                    </a:lnTo>
                    <a:lnTo>
                      <a:pt x="94" y="651"/>
                    </a:lnTo>
                    <a:cubicBezTo>
                      <a:pt x="94" y="651"/>
                      <a:pt x="94" y="651"/>
                      <a:pt x="124" y="681"/>
                    </a:cubicBezTo>
                    <a:lnTo>
                      <a:pt x="124" y="681"/>
                    </a:lnTo>
                    <a:cubicBezTo>
                      <a:pt x="155" y="681"/>
                      <a:pt x="155" y="713"/>
                      <a:pt x="155" y="713"/>
                    </a:cubicBezTo>
                    <a:lnTo>
                      <a:pt x="187" y="713"/>
                    </a:lnTo>
                    <a:lnTo>
                      <a:pt x="218" y="713"/>
                    </a:lnTo>
                    <a:lnTo>
                      <a:pt x="248" y="713"/>
                    </a:lnTo>
                    <a:cubicBezTo>
                      <a:pt x="248" y="744"/>
                      <a:pt x="248" y="744"/>
                      <a:pt x="248" y="744"/>
                    </a:cubicBezTo>
                    <a:cubicBezTo>
                      <a:pt x="248" y="713"/>
                      <a:pt x="279" y="713"/>
                      <a:pt x="279" y="713"/>
                    </a:cubicBezTo>
                    <a:cubicBezTo>
                      <a:pt x="279" y="713"/>
                      <a:pt x="279" y="713"/>
                      <a:pt x="311" y="713"/>
                    </a:cubicBezTo>
                    <a:lnTo>
                      <a:pt x="311" y="713"/>
                    </a:lnTo>
                    <a:cubicBezTo>
                      <a:pt x="341" y="744"/>
                      <a:pt x="403" y="775"/>
                      <a:pt x="403" y="775"/>
                    </a:cubicBezTo>
                    <a:lnTo>
                      <a:pt x="403" y="775"/>
                    </a:lnTo>
                    <a:lnTo>
                      <a:pt x="403" y="805"/>
                    </a:lnTo>
                    <a:lnTo>
                      <a:pt x="403" y="805"/>
                    </a:lnTo>
                    <a:cubicBezTo>
                      <a:pt x="435" y="837"/>
                      <a:pt x="435" y="837"/>
                      <a:pt x="435" y="837"/>
                    </a:cubicBezTo>
                    <a:lnTo>
                      <a:pt x="435" y="868"/>
                    </a:lnTo>
                    <a:cubicBezTo>
                      <a:pt x="465" y="899"/>
                      <a:pt x="465" y="899"/>
                      <a:pt x="465" y="899"/>
                    </a:cubicBezTo>
                    <a:cubicBezTo>
                      <a:pt x="465" y="899"/>
                      <a:pt x="496" y="899"/>
                      <a:pt x="496" y="868"/>
                    </a:cubicBezTo>
                    <a:cubicBezTo>
                      <a:pt x="527" y="868"/>
                      <a:pt x="527" y="868"/>
                      <a:pt x="527" y="868"/>
                    </a:cubicBezTo>
                    <a:cubicBezTo>
                      <a:pt x="527" y="899"/>
                      <a:pt x="527" y="899"/>
                      <a:pt x="527" y="899"/>
                    </a:cubicBezTo>
                    <a:lnTo>
                      <a:pt x="527" y="899"/>
                    </a:lnTo>
                    <a:lnTo>
                      <a:pt x="527" y="899"/>
                    </a:lnTo>
                    <a:cubicBezTo>
                      <a:pt x="527" y="899"/>
                      <a:pt x="527" y="929"/>
                      <a:pt x="559" y="929"/>
                    </a:cubicBezTo>
                    <a:cubicBezTo>
                      <a:pt x="559" y="929"/>
                      <a:pt x="559" y="929"/>
                      <a:pt x="559" y="960"/>
                    </a:cubicBezTo>
                    <a:lnTo>
                      <a:pt x="559" y="960"/>
                    </a:lnTo>
                    <a:lnTo>
                      <a:pt x="559" y="992"/>
                    </a:lnTo>
                    <a:cubicBezTo>
                      <a:pt x="559" y="992"/>
                      <a:pt x="589" y="1023"/>
                      <a:pt x="559" y="1023"/>
                    </a:cubicBezTo>
                    <a:lnTo>
                      <a:pt x="559" y="1053"/>
                    </a:lnTo>
                    <a:cubicBezTo>
                      <a:pt x="589" y="1023"/>
                      <a:pt x="589" y="1023"/>
                      <a:pt x="589" y="1023"/>
                    </a:cubicBezTo>
                    <a:cubicBezTo>
                      <a:pt x="589" y="1023"/>
                      <a:pt x="620" y="1023"/>
                      <a:pt x="620" y="1053"/>
                    </a:cubicBezTo>
                    <a:lnTo>
                      <a:pt x="620" y="1053"/>
                    </a:lnTo>
                    <a:cubicBezTo>
                      <a:pt x="651" y="1053"/>
                      <a:pt x="651" y="1053"/>
                      <a:pt x="651" y="1053"/>
                    </a:cubicBezTo>
                    <a:cubicBezTo>
                      <a:pt x="651" y="1085"/>
                      <a:pt x="651" y="1085"/>
                      <a:pt x="651" y="1116"/>
                    </a:cubicBezTo>
                    <a:lnTo>
                      <a:pt x="651" y="1116"/>
                    </a:lnTo>
                    <a:lnTo>
                      <a:pt x="651" y="1116"/>
                    </a:lnTo>
                    <a:lnTo>
                      <a:pt x="683" y="1116"/>
                    </a:lnTo>
                    <a:cubicBezTo>
                      <a:pt x="713" y="1116"/>
                      <a:pt x="713" y="1116"/>
                      <a:pt x="713" y="1116"/>
                    </a:cubicBezTo>
                    <a:cubicBezTo>
                      <a:pt x="744" y="1177"/>
                      <a:pt x="744" y="1177"/>
                      <a:pt x="744" y="1177"/>
                    </a:cubicBezTo>
                    <a:lnTo>
                      <a:pt x="713" y="1177"/>
                    </a:lnTo>
                    <a:cubicBezTo>
                      <a:pt x="713" y="1177"/>
                      <a:pt x="713" y="1177"/>
                      <a:pt x="713" y="1209"/>
                    </a:cubicBezTo>
                    <a:lnTo>
                      <a:pt x="713" y="1209"/>
                    </a:lnTo>
                    <a:cubicBezTo>
                      <a:pt x="744" y="1209"/>
                      <a:pt x="744" y="1209"/>
                      <a:pt x="744" y="1209"/>
                    </a:cubicBezTo>
                    <a:cubicBezTo>
                      <a:pt x="775" y="1209"/>
                      <a:pt x="775" y="1209"/>
                      <a:pt x="775" y="1240"/>
                    </a:cubicBezTo>
                    <a:cubicBezTo>
                      <a:pt x="807" y="1240"/>
                      <a:pt x="807" y="1240"/>
                      <a:pt x="837" y="1240"/>
                    </a:cubicBezTo>
                    <a:lnTo>
                      <a:pt x="837" y="1240"/>
                    </a:lnTo>
                    <a:cubicBezTo>
                      <a:pt x="837" y="1209"/>
                      <a:pt x="868" y="1209"/>
                      <a:pt x="868" y="1209"/>
                    </a:cubicBezTo>
                    <a:lnTo>
                      <a:pt x="868" y="1209"/>
                    </a:lnTo>
                    <a:cubicBezTo>
                      <a:pt x="899" y="1209"/>
                      <a:pt x="899" y="1240"/>
                      <a:pt x="899" y="1240"/>
                    </a:cubicBezTo>
                    <a:cubicBezTo>
                      <a:pt x="899" y="1271"/>
                      <a:pt x="931" y="1271"/>
                      <a:pt x="931" y="1301"/>
                    </a:cubicBezTo>
                    <a:lnTo>
                      <a:pt x="931" y="1301"/>
                    </a:lnTo>
                    <a:lnTo>
                      <a:pt x="931" y="1301"/>
                    </a:lnTo>
                    <a:cubicBezTo>
                      <a:pt x="931" y="1301"/>
                      <a:pt x="931" y="1301"/>
                      <a:pt x="961" y="1301"/>
                    </a:cubicBezTo>
                    <a:lnTo>
                      <a:pt x="992" y="1301"/>
                    </a:lnTo>
                    <a:cubicBezTo>
                      <a:pt x="992" y="1333"/>
                      <a:pt x="992" y="1333"/>
                      <a:pt x="992" y="1333"/>
                    </a:cubicBezTo>
                    <a:cubicBezTo>
                      <a:pt x="2480" y="1333"/>
                      <a:pt x="2480" y="1333"/>
                      <a:pt x="2480" y="1333"/>
                    </a:cubicBezTo>
                    <a:cubicBezTo>
                      <a:pt x="2480" y="1301"/>
                      <a:pt x="2511" y="1301"/>
                      <a:pt x="2511" y="1301"/>
                    </a:cubicBezTo>
                    <a:lnTo>
                      <a:pt x="2511" y="1301"/>
                    </a:lnTo>
                    <a:lnTo>
                      <a:pt x="2511" y="1301"/>
                    </a:lnTo>
                    <a:lnTo>
                      <a:pt x="2511" y="1301"/>
                    </a:lnTo>
                    <a:lnTo>
                      <a:pt x="2511" y="1301"/>
                    </a:lnTo>
                    <a:cubicBezTo>
                      <a:pt x="2542" y="1301"/>
                      <a:pt x="2542" y="1333"/>
                      <a:pt x="2542" y="1333"/>
                    </a:cubicBezTo>
                    <a:lnTo>
                      <a:pt x="2542" y="1333"/>
                    </a:lnTo>
                    <a:lnTo>
                      <a:pt x="2542" y="1333"/>
                    </a:lnTo>
                    <a:cubicBezTo>
                      <a:pt x="2542" y="1364"/>
                      <a:pt x="2573" y="1364"/>
                      <a:pt x="2573" y="1364"/>
                    </a:cubicBezTo>
                    <a:lnTo>
                      <a:pt x="2573" y="1364"/>
                    </a:lnTo>
                    <a:cubicBezTo>
                      <a:pt x="2573" y="1364"/>
                      <a:pt x="2573" y="1364"/>
                      <a:pt x="2604" y="1364"/>
                    </a:cubicBezTo>
                    <a:lnTo>
                      <a:pt x="2604" y="1364"/>
                    </a:lnTo>
                    <a:lnTo>
                      <a:pt x="2604" y="1364"/>
                    </a:lnTo>
                    <a:cubicBezTo>
                      <a:pt x="2635" y="1364"/>
                      <a:pt x="2635" y="1364"/>
                      <a:pt x="2635" y="1364"/>
                    </a:cubicBezTo>
                    <a:cubicBezTo>
                      <a:pt x="2666" y="1364"/>
                      <a:pt x="2697" y="1364"/>
                      <a:pt x="2697" y="1395"/>
                    </a:cubicBezTo>
                    <a:lnTo>
                      <a:pt x="2697" y="1395"/>
                    </a:lnTo>
                    <a:cubicBezTo>
                      <a:pt x="2728" y="1364"/>
                      <a:pt x="2728" y="1364"/>
                      <a:pt x="2728" y="1364"/>
                    </a:cubicBezTo>
                    <a:lnTo>
                      <a:pt x="2728" y="1364"/>
                    </a:lnTo>
                    <a:lnTo>
                      <a:pt x="2728" y="1364"/>
                    </a:lnTo>
                    <a:cubicBezTo>
                      <a:pt x="2759" y="1364"/>
                      <a:pt x="2759" y="1364"/>
                      <a:pt x="2759" y="1364"/>
                    </a:cubicBezTo>
                    <a:lnTo>
                      <a:pt x="2759" y="1364"/>
                    </a:lnTo>
                    <a:cubicBezTo>
                      <a:pt x="2790" y="1364"/>
                      <a:pt x="2790" y="1364"/>
                      <a:pt x="2790" y="1364"/>
                    </a:cubicBezTo>
                    <a:lnTo>
                      <a:pt x="2790" y="1364"/>
                    </a:lnTo>
                    <a:cubicBezTo>
                      <a:pt x="2790" y="1364"/>
                      <a:pt x="2790" y="1364"/>
                      <a:pt x="2790" y="1395"/>
                    </a:cubicBezTo>
                    <a:lnTo>
                      <a:pt x="2790" y="1395"/>
                    </a:lnTo>
                    <a:lnTo>
                      <a:pt x="2790" y="1395"/>
                    </a:lnTo>
                    <a:cubicBezTo>
                      <a:pt x="2790" y="1395"/>
                      <a:pt x="2790" y="1395"/>
                      <a:pt x="2821" y="1395"/>
                    </a:cubicBezTo>
                    <a:lnTo>
                      <a:pt x="2821" y="1395"/>
                    </a:lnTo>
                    <a:cubicBezTo>
                      <a:pt x="2852" y="1395"/>
                      <a:pt x="2852" y="1395"/>
                      <a:pt x="2852" y="1395"/>
                    </a:cubicBezTo>
                    <a:lnTo>
                      <a:pt x="2852" y="1364"/>
                    </a:lnTo>
                    <a:cubicBezTo>
                      <a:pt x="2883" y="1333"/>
                      <a:pt x="2914" y="1333"/>
                      <a:pt x="2945" y="1301"/>
                    </a:cubicBezTo>
                    <a:cubicBezTo>
                      <a:pt x="2945" y="1301"/>
                      <a:pt x="2945" y="1301"/>
                      <a:pt x="2976" y="1301"/>
                    </a:cubicBezTo>
                    <a:lnTo>
                      <a:pt x="3007" y="1301"/>
                    </a:lnTo>
                    <a:cubicBezTo>
                      <a:pt x="3007" y="1301"/>
                      <a:pt x="3007" y="1333"/>
                      <a:pt x="3038" y="1333"/>
                    </a:cubicBezTo>
                    <a:cubicBezTo>
                      <a:pt x="3069" y="1333"/>
                      <a:pt x="3069" y="1364"/>
                      <a:pt x="3100" y="1395"/>
                    </a:cubicBezTo>
                    <a:cubicBezTo>
                      <a:pt x="3100" y="1425"/>
                      <a:pt x="3100" y="1425"/>
                      <a:pt x="3100" y="1457"/>
                    </a:cubicBezTo>
                    <a:cubicBezTo>
                      <a:pt x="3131" y="1488"/>
                      <a:pt x="3131" y="1488"/>
                      <a:pt x="3162" y="1488"/>
                    </a:cubicBezTo>
                    <a:lnTo>
                      <a:pt x="3193" y="1488"/>
                    </a:lnTo>
                    <a:lnTo>
                      <a:pt x="3193" y="1488"/>
                    </a:lnTo>
                    <a:lnTo>
                      <a:pt x="3224" y="1488"/>
                    </a:lnTo>
                    <a:lnTo>
                      <a:pt x="3224" y="1488"/>
                    </a:lnTo>
                    <a:lnTo>
                      <a:pt x="3255" y="1488"/>
                    </a:lnTo>
                    <a:cubicBezTo>
                      <a:pt x="3286" y="1519"/>
                      <a:pt x="3286" y="1519"/>
                      <a:pt x="3286" y="1549"/>
                    </a:cubicBezTo>
                    <a:cubicBezTo>
                      <a:pt x="3255" y="1549"/>
                      <a:pt x="3255" y="1581"/>
                      <a:pt x="3255" y="1581"/>
                    </a:cubicBezTo>
                    <a:cubicBezTo>
                      <a:pt x="3255" y="1581"/>
                      <a:pt x="3255" y="1581"/>
                      <a:pt x="3255" y="1612"/>
                    </a:cubicBezTo>
                    <a:cubicBezTo>
                      <a:pt x="3224" y="1612"/>
                      <a:pt x="3224" y="1612"/>
                      <a:pt x="3255" y="1612"/>
                    </a:cubicBezTo>
                    <a:cubicBezTo>
                      <a:pt x="3255" y="1643"/>
                      <a:pt x="3255" y="1643"/>
                      <a:pt x="3255" y="1643"/>
                    </a:cubicBezTo>
                    <a:cubicBezTo>
                      <a:pt x="3255" y="1673"/>
                      <a:pt x="3255" y="1705"/>
                      <a:pt x="3224" y="1705"/>
                    </a:cubicBezTo>
                    <a:cubicBezTo>
                      <a:pt x="3224" y="1736"/>
                      <a:pt x="3224" y="1736"/>
                      <a:pt x="3224" y="1736"/>
                    </a:cubicBezTo>
                    <a:lnTo>
                      <a:pt x="3224" y="1736"/>
                    </a:lnTo>
                    <a:lnTo>
                      <a:pt x="3255" y="1736"/>
                    </a:lnTo>
                    <a:lnTo>
                      <a:pt x="3255" y="1736"/>
                    </a:lnTo>
                    <a:cubicBezTo>
                      <a:pt x="3286" y="1705"/>
                      <a:pt x="3286" y="1705"/>
                      <a:pt x="3317" y="1705"/>
                    </a:cubicBezTo>
                    <a:lnTo>
                      <a:pt x="3317" y="1705"/>
                    </a:lnTo>
                    <a:cubicBezTo>
                      <a:pt x="3317" y="1705"/>
                      <a:pt x="3317" y="1705"/>
                      <a:pt x="3348" y="1705"/>
                    </a:cubicBezTo>
                    <a:lnTo>
                      <a:pt x="3348" y="1705"/>
                    </a:lnTo>
                    <a:lnTo>
                      <a:pt x="3379" y="1705"/>
                    </a:lnTo>
                    <a:lnTo>
                      <a:pt x="3379" y="1705"/>
                    </a:lnTo>
                    <a:cubicBezTo>
                      <a:pt x="3379" y="1673"/>
                      <a:pt x="3379" y="1673"/>
                      <a:pt x="3379" y="1643"/>
                    </a:cubicBezTo>
                    <a:cubicBezTo>
                      <a:pt x="3409" y="1643"/>
                      <a:pt x="3441" y="1643"/>
                      <a:pt x="3472" y="1643"/>
                    </a:cubicBezTo>
                    <a:cubicBezTo>
                      <a:pt x="3503" y="1643"/>
                      <a:pt x="3503" y="1643"/>
                      <a:pt x="3534" y="1643"/>
                    </a:cubicBezTo>
                    <a:cubicBezTo>
                      <a:pt x="3626" y="1581"/>
                      <a:pt x="3626" y="1581"/>
                      <a:pt x="3626" y="1581"/>
                    </a:cubicBezTo>
                    <a:lnTo>
                      <a:pt x="3626" y="1581"/>
                    </a:lnTo>
                    <a:cubicBezTo>
                      <a:pt x="3626" y="1581"/>
                      <a:pt x="3750" y="1581"/>
                      <a:pt x="3782" y="1581"/>
                    </a:cubicBezTo>
                    <a:lnTo>
                      <a:pt x="3782" y="1581"/>
                    </a:lnTo>
                    <a:lnTo>
                      <a:pt x="3782" y="1581"/>
                    </a:lnTo>
                    <a:cubicBezTo>
                      <a:pt x="3813" y="1581"/>
                      <a:pt x="3813" y="1581"/>
                      <a:pt x="3813" y="1581"/>
                    </a:cubicBezTo>
                    <a:lnTo>
                      <a:pt x="3813" y="1581"/>
                    </a:lnTo>
                    <a:cubicBezTo>
                      <a:pt x="3813" y="1549"/>
                      <a:pt x="3813" y="1549"/>
                      <a:pt x="3813" y="1549"/>
                    </a:cubicBezTo>
                    <a:lnTo>
                      <a:pt x="3813" y="1549"/>
                    </a:lnTo>
                    <a:cubicBezTo>
                      <a:pt x="3844" y="1549"/>
                      <a:pt x="3844" y="1549"/>
                      <a:pt x="3844" y="1549"/>
                    </a:cubicBezTo>
                    <a:lnTo>
                      <a:pt x="3844" y="1549"/>
                    </a:lnTo>
                    <a:cubicBezTo>
                      <a:pt x="3844" y="1549"/>
                      <a:pt x="3874" y="1549"/>
                      <a:pt x="3874" y="1519"/>
                    </a:cubicBezTo>
                    <a:lnTo>
                      <a:pt x="3874" y="1519"/>
                    </a:lnTo>
                    <a:lnTo>
                      <a:pt x="3874" y="1488"/>
                    </a:lnTo>
                    <a:cubicBezTo>
                      <a:pt x="3874" y="1488"/>
                      <a:pt x="3874" y="1457"/>
                      <a:pt x="3906" y="1457"/>
                    </a:cubicBezTo>
                    <a:lnTo>
                      <a:pt x="3906" y="1457"/>
                    </a:lnTo>
                    <a:cubicBezTo>
                      <a:pt x="3813" y="1488"/>
                      <a:pt x="3813" y="1488"/>
                      <a:pt x="3813" y="1488"/>
                    </a:cubicBezTo>
                    <a:cubicBezTo>
                      <a:pt x="3906" y="1395"/>
                      <a:pt x="3906" y="1395"/>
                      <a:pt x="3906" y="1395"/>
                    </a:cubicBezTo>
                    <a:cubicBezTo>
                      <a:pt x="3968" y="1333"/>
                      <a:pt x="3968" y="1333"/>
                      <a:pt x="3968" y="1333"/>
                    </a:cubicBezTo>
                    <a:cubicBezTo>
                      <a:pt x="3998" y="1301"/>
                      <a:pt x="3998" y="1301"/>
                      <a:pt x="3998" y="1301"/>
                    </a:cubicBezTo>
                    <a:lnTo>
                      <a:pt x="4030" y="1301"/>
                    </a:lnTo>
                    <a:cubicBezTo>
                      <a:pt x="4030" y="1301"/>
                      <a:pt x="4030" y="1301"/>
                      <a:pt x="4061" y="1271"/>
                    </a:cubicBezTo>
                    <a:lnTo>
                      <a:pt x="4061" y="1271"/>
                    </a:lnTo>
                    <a:cubicBezTo>
                      <a:pt x="4061" y="1240"/>
                      <a:pt x="4122" y="1240"/>
                      <a:pt x="4122" y="1240"/>
                    </a:cubicBezTo>
                    <a:lnTo>
                      <a:pt x="4122" y="1240"/>
                    </a:lnTo>
                    <a:cubicBezTo>
                      <a:pt x="4122" y="1240"/>
                      <a:pt x="4122" y="1240"/>
                      <a:pt x="4154" y="1240"/>
                    </a:cubicBezTo>
                    <a:cubicBezTo>
                      <a:pt x="4154" y="1240"/>
                      <a:pt x="4185" y="1240"/>
                      <a:pt x="4216" y="1240"/>
                    </a:cubicBezTo>
                    <a:lnTo>
                      <a:pt x="4216" y="1240"/>
                    </a:lnTo>
                    <a:lnTo>
                      <a:pt x="4216" y="1240"/>
                    </a:lnTo>
                    <a:cubicBezTo>
                      <a:pt x="4246" y="1240"/>
                      <a:pt x="4246" y="1240"/>
                      <a:pt x="4246" y="1240"/>
                    </a:cubicBezTo>
                    <a:lnTo>
                      <a:pt x="4278" y="1240"/>
                    </a:lnTo>
                    <a:cubicBezTo>
                      <a:pt x="4309" y="1240"/>
                      <a:pt x="4340" y="1240"/>
                      <a:pt x="4370" y="1240"/>
                    </a:cubicBezTo>
                    <a:lnTo>
                      <a:pt x="4402" y="1240"/>
                    </a:lnTo>
                    <a:cubicBezTo>
                      <a:pt x="4433" y="1240"/>
                      <a:pt x="4464" y="1240"/>
                      <a:pt x="4464" y="1240"/>
                    </a:cubicBezTo>
                    <a:cubicBezTo>
                      <a:pt x="4494" y="1240"/>
                      <a:pt x="4494" y="1209"/>
                      <a:pt x="4494" y="1209"/>
                    </a:cubicBezTo>
                    <a:cubicBezTo>
                      <a:pt x="4526" y="1177"/>
                      <a:pt x="4526" y="1177"/>
                      <a:pt x="4526" y="1177"/>
                    </a:cubicBezTo>
                    <a:cubicBezTo>
                      <a:pt x="4526" y="1177"/>
                      <a:pt x="4526" y="1177"/>
                      <a:pt x="4588" y="1177"/>
                    </a:cubicBezTo>
                    <a:lnTo>
                      <a:pt x="4618" y="1177"/>
                    </a:lnTo>
                    <a:cubicBezTo>
                      <a:pt x="4618" y="1177"/>
                      <a:pt x="4650" y="1147"/>
                      <a:pt x="4650" y="1116"/>
                    </a:cubicBezTo>
                    <a:cubicBezTo>
                      <a:pt x="4650" y="1116"/>
                      <a:pt x="4650" y="1116"/>
                      <a:pt x="4650" y="1085"/>
                    </a:cubicBezTo>
                    <a:lnTo>
                      <a:pt x="4618" y="1085"/>
                    </a:lnTo>
                    <a:lnTo>
                      <a:pt x="4618" y="1085"/>
                    </a:lnTo>
                    <a:cubicBezTo>
                      <a:pt x="4588" y="1116"/>
                      <a:pt x="4588" y="1116"/>
                      <a:pt x="4588" y="1116"/>
                    </a:cubicBezTo>
                    <a:cubicBezTo>
                      <a:pt x="4588" y="1053"/>
                      <a:pt x="4588" y="1053"/>
                      <a:pt x="4588" y="1053"/>
                    </a:cubicBezTo>
                    <a:lnTo>
                      <a:pt x="4588" y="1053"/>
                    </a:lnTo>
                    <a:cubicBezTo>
                      <a:pt x="4557" y="1053"/>
                      <a:pt x="4557" y="1053"/>
                      <a:pt x="4557" y="1053"/>
                    </a:cubicBezTo>
                    <a:lnTo>
                      <a:pt x="4557" y="1053"/>
                    </a:lnTo>
                    <a:cubicBezTo>
                      <a:pt x="4557" y="1053"/>
                      <a:pt x="4526" y="1053"/>
                      <a:pt x="4494" y="1085"/>
                    </a:cubicBezTo>
                    <a:lnTo>
                      <a:pt x="4464" y="1085"/>
                    </a:lnTo>
                    <a:cubicBezTo>
                      <a:pt x="4464" y="1116"/>
                      <a:pt x="4433" y="1116"/>
                      <a:pt x="4433" y="1116"/>
                    </a:cubicBezTo>
                    <a:cubicBezTo>
                      <a:pt x="4433" y="1116"/>
                      <a:pt x="4402" y="1116"/>
                      <a:pt x="4402" y="1085"/>
                    </a:cubicBezTo>
                    <a:cubicBezTo>
                      <a:pt x="4402" y="1053"/>
                      <a:pt x="4402" y="1023"/>
                      <a:pt x="4433" y="1023"/>
                    </a:cubicBezTo>
                    <a:cubicBezTo>
                      <a:pt x="4433" y="1023"/>
                      <a:pt x="4464" y="992"/>
                      <a:pt x="4494" y="992"/>
                    </a:cubicBezTo>
                    <a:lnTo>
                      <a:pt x="4464" y="992"/>
                    </a:lnTo>
                    <a:lnTo>
                      <a:pt x="4464" y="992"/>
                    </a:lnTo>
                    <a:lnTo>
                      <a:pt x="4464" y="992"/>
                    </a:lnTo>
                    <a:cubicBezTo>
                      <a:pt x="4433" y="992"/>
                      <a:pt x="4433" y="992"/>
                      <a:pt x="4433" y="992"/>
                    </a:cubicBezTo>
                    <a:lnTo>
                      <a:pt x="4433" y="992"/>
                    </a:lnTo>
                    <a:lnTo>
                      <a:pt x="4433" y="992"/>
                    </a:lnTo>
                    <a:cubicBezTo>
                      <a:pt x="4402" y="992"/>
                      <a:pt x="4402" y="992"/>
                      <a:pt x="4402" y="960"/>
                    </a:cubicBezTo>
                    <a:cubicBezTo>
                      <a:pt x="4370" y="960"/>
                      <a:pt x="4370" y="960"/>
                      <a:pt x="4370" y="960"/>
                    </a:cubicBezTo>
                    <a:lnTo>
                      <a:pt x="4370" y="960"/>
                    </a:lnTo>
                    <a:lnTo>
                      <a:pt x="4370" y="929"/>
                    </a:lnTo>
                    <a:cubicBezTo>
                      <a:pt x="4309" y="929"/>
                      <a:pt x="4309" y="929"/>
                      <a:pt x="4309" y="929"/>
                    </a:cubicBezTo>
                    <a:cubicBezTo>
                      <a:pt x="4340" y="899"/>
                      <a:pt x="4340" y="899"/>
                      <a:pt x="4340" y="899"/>
                    </a:cubicBezTo>
                    <a:lnTo>
                      <a:pt x="4340" y="868"/>
                    </a:lnTo>
                    <a:cubicBezTo>
                      <a:pt x="4309" y="837"/>
                      <a:pt x="4309" y="837"/>
                      <a:pt x="4309" y="837"/>
                    </a:cubicBezTo>
                    <a:lnTo>
                      <a:pt x="4340" y="837"/>
                    </a:lnTo>
                    <a:lnTo>
                      <a:pt x="4340" y="837"/>
                    </a:lnTo>
                    <a:cubicBezTo>
                      <a:pt x="4309" y="805"/>
                      <a:pt x="4309" y="805"/>
                      <a:pt x="4309" y="805"/>
                    </a:cubicBezTo>
                    <a:cubicBezTo>
                      <a:pt x="4309" y="805"/>
                      <a:pt x="4309" y="805"/>
                      <a:pt x="4309" y="775"/>
                    </a:cubicBezTo>
                    <a:lnTo>
                      <a:pt x="4278" y="805"/>
                    </a:lnTo>
                    <a:cubicBezTo>
                      <a:pt x="4185" y="837"/>
                      <a:pt x="4185" y="837"/>
                      <a:pt x="4185" y="837"/>
                    </a:cubicBezTo>
                    <a:cubicBezTo>
                      <a:pt x="4246" y="775"/>
                      <a:pt x="4246" y="775"/>
                      <a:pt x="4246" y="775"/>
                    </a:cubicBezTo>
                    <a:cubicBezTo>
                      <a:pt x="4216" y="775"/>
                      <a:pt x="4216" y="775"/>
                      <a:pt x="4216" y="775"/>
                    </a:cubicBezTo>
                    <a:cubicBezTo>
                      <a:pt x="4246" y="744"/>
                      <a:pt x="4246" y="744"/>
                      <a:pt x="4246" y="744"/>
                    </a:cubicBezTo>
                    <a:cubicBezTo>
                      <a:pt x="4216" y="744"/>
                      <a:pt x="4216" y="744"/>
                      <a:pt x="4216" y="744"/>
                    </a:cubicBezTo>
                    <a:cubicBezTo>
                      <a:pt x="4216" y="713"/>
                      <a:pt x="4216" y="713"/>
                      <a:pt x="4216" y="713"/>
                    </a:cubicBezTo>
                    <a:lnTo>
                      <a:pt x="4216" y="713"/>
                    </a:lnTo>
                    <a:cubicBezTo>
                      <a:pt x="4216" y="681"/>
                      <a:pt x="4216" y="681"/>
                      <a:pt x="4216" y="681"/>
                    </a:cubicBezTo>
                    <a:cubicBezTo>
                      <a:pt x="4185" y="681"/>
                      <a:pt x="4185" y="681"/>
                      <a:pt x="4185" y="651"/>
                    </a:cubicBezTo>
                    <a:lnTo>
                      <a:pt x="4185" y="651"/>
                    </a:lnTo>
                    <a:lnTo>
                      <a:pt x="4185" y="651"/>
                    </a:lnTo>
                    <a:cubicBezTo>
                      <a:pt x="4185" y="681"/>
                      <a:pt x="4185" y="713"/>
                      <a:pt x="4185" y="713"/>
                    </a:cubicBezTo>
                    <a:cubicBezTo>
                      <a:pt x="4185" y="713"/>
                      <a:pt x="4185" y="744"/>
                      <a:pt x="4154" y="744"/>
                    </a:cubicBezTo>
                    <a:lnTo>
                      <a:pt x="4154" y="744"/>
                    </a:lnTo>
                    <a:lnTo>
                      <a:pt x="4154" y="744"/>
                    </a:lnTo>
                    <a:lnTo>
                      <a:pt x="4154" y="744"/>
                    </a:lnTo>
                    <a:cubicBezTo>
                      <a:pt x="4122" y="805"/>
                      <a:pt x="4122" y="805"/>
                      <a:pt x="4122" y="805"/>
                    </a:cubicBezTo>
                    <a:cubicBezTo>
                      <a:pt x="4092" y="775"/>
                      <a:pt x="4092" y="775"/>
                      <a:pt x="4092" y="775"/>
                    </a:cubicBezTo>
                    <a:lnTo>
                      <a:pt x="4092" y="744"/>
                    </a:lnTo>
                    <a:lnTo>
                      <a:pt x="4061" y="744"/>
                    </a:lnTo>
                    <a:cubicBezTo>
                      <a:pt x="4061" y="775"/>
                      <a:pt x="4061" y="775"/>
                      <a:pt x="4061" y="775"/>
                    </a:cubicBezTo>
                    <a:lnTo>
                      <a:pt x="4061" y="775"/>
                    </a:lnTo>
                    <a:cubicBezTo>
                      <a:pt x="4030" y="837"/>
                      <a:pt x="4030" y="837"/>
                      <a:pt x="4030" y="837"/>
                    </a:cubicBezTo>
                    <a:cubicBezTo>
                      <a:pt x="3998" y="775"/>
                      <a:pt x="3998" y="775"/>
                      <a:pt x="3998" y="775"/>
                    </a:cubicBezTo>
                    <a:cubicBezTo>
                      <a:pt x="3998" y="805"/>
                      <a:pt x="3968" y="805"/>
                      <a:pt x="3968" y="805"/>
                    </a:cubicBezTo>
                    <a:lnTo>
                      <a:pt x="3937" y="805"/>
                    </a:lnTo>
                    <a:cubicBezTo>
                      <a:pt x="3874" y="775"/>
                      <a:pt x="3874" y="775"/>
                      <a:pt x="3874" y="775"/>
                    </a:cubicBezTo>
                    <a:cubicBezTo>
                      <a:pt x="3937" y="744"/>
                      <a:pt x="3937" y="744"/>
                      <a:pt x="3937" y="744"/>
                    </a:cubicBezTo>
                    <a:lnTo>
                      <a:pt x="3937" y="744"/>
                    </a:lnTo>
                    <a:lnTo>
                      <a:pt x="3906" y="713"/>
                    </a:lnTo>
                    <a:cubicBezTo>
                      <a:pt x="3874" y="713"/>
                      <a:pt x="3874" y="713"/>
                      <a:pt x="3874" y="713"/>
                    </a:cubicBezTo>
                    <a:cubicBezTo>
                      <a:pt x="3874" y="681"/>
                      <a:pt x="3874" y="681"/>
                      <a:pt x="3874" y="681"/>
                    </a:cubicBezTo>
                    <a:lnTo>
                      <a:pt x="3874" y="681"/>
                    </a:lnTo>
                    <a:cubicBezTo>
                      <a:pt x="3874" y="681"/>
                      <a:pt x="3874" y="681"/>
                      <a:pt x="3844" y="681"/>
                    </a:cubicBezTo>
                    <a:cubicBezTo>
                      <a:pt x="3844" y="620"/>
                      <a:pt x="3844" y="620"/>
                      <a:pt x="3844" y="620"/>
                    </a:cubicBezTo>
                    <a:cubicBezTo>
                      <a:pt x="3844" y="620"/>
                      <a:pt x="3874" y="620"/>
                      <a:pt x="3906" y="620"/>
                    </a:cubicBezTo>
                    <a:lnTo>
                      <a:pt x="3906" y="620"/>
                    </a:lnTo>
                    <a:cubicBezTo>
                      <a:pt x="3906" y="620"/>
                      <a:pt x="3906" y="620"/>
                      <a:pt x="3874" y="620"/>
                    </a:cubicBezTo>
                    <a:cubicBezTo>
                      <a:pt x="3874" y="589"/>
                      <a:pt x="3874" y="589"/>
                      <a:pt x="3844" y="589"/>
                    </a:cubicBezTo>
                    <a:lnTo>
                      <a:pt x="3844" y="589"/>
                    </a:lnTo>
                    <a:cubicBezTo>
                      <a:pt x="3813" y="589"/>
                      <a:pt x="3813" y="589"/>
                      <a:pt x="3813" y="589"/>
                    </a:cubicBezTo>
                    <a:cubicBezTo>
                      <a:pt x="3813" y="589"/>
                      <a:pt x="3782" y="589"/>
                      <a:pt x="3782" y="557"/>
                    </a:cubicBezTo>
                    <a:lnTo>
                      <a:pt x="3782" y="557"/>
                    </a:lnTo>
                    <a:lnTo>
                      <a:pt x="3782" y="557"/>
                    </a:lnTo>
                    <a:lnTo>
                      <a:pt x="3750" y="557"/>
                    </a:lnTo>
                    <a:lnTo>
                      <a:pt x="3689" y="527"/>
                    </a:lnTo>
                    <a:cubicBezTo>
                      <a:pt x="3689" y="527"/>
                      <a:pt x="3689" y="527"/>
                      <a:pt x="3658" y="527"/>
                    </a:cubicBezTo>
                    <a:lnTo>
                      <a:pt x="3658" y="527"/>
                    </a:lnTo>
                    <a:lnTo>
                      <a:pt x="3626" y="527"/>
                    </a:lnTo>
                    <a:lnTo>
                      <a:pt x="3596" y="527"/>
                    </a:lnTo>
                    <a:cubicBezTo>
                      <a:pt x="3565" y="527"/>
                      <a:pt x="3565" y="527"/>
                      <a:pt x="3565" y="527"/>
                    </a:cubicBezTo>
                    <a:lnTo>
                      <a:pt x="3565" y="527"/>
                    </a:lnTo>
                    <a:cubicBezTo>
                      <a:pt x="3565" y="527"/>
                      <a:pt x="3565" y="527"/>
                      <a:pt x="3534" y="527"/>
                    </a:cubicBezTo>
                    <a:lnTo>
                      <a:pt x="3534" y="527"/>
                    </a:lnTo>
                    <a:lnTo>
                      <a:pt x="3534" y="527"/>
                    </a:lnTo>
                    <a:lnTo>
                      <a:pt x="3503" y="527"/>
                    </a:lnTo>
                    <a:lnTo>
                      <a:pt x="3503" y="527"/>
                    </a:lnTo>
                    <a:cubicBezTo>
                      <a:pt x="3503" y="557"/>
                      <a:pt x="3503" y="557"/>
                      <a:pt x="3503" y="589"/>
                    </a:cubicBezTo>
                    <a:lnTo>
                      <a:pt x="3503" y="589"/>
                    </a:lnTo>
                    <a:lnTo>
                      <a:pt x="3503" y="620"/>
                    </a:lnTo>
                    <a:lnTo>
                      <a:pt x="3503" y="651"/>
                    </a:lnTo>
                    <a:cubicBezTo>
                      <a:pt x="3503" y="681"/>
                      <a:pt x="3503" y="681"/>
                      <a:pt x="3472" y="681"/>
                    </a:cubicBezTo>
                    <a:cubicBezTo>
                      <a:pt x="3472" y="713"/>
                      <a:pt x="3472" y="713"/>
                      <a:pt x="3472" y="713"/>
                    </a:cubicBezTo>
                    <a:cubicBezTo>
                      <a:pt x="3441" y="713"/>
                      <a:pt x="3441" y="713"/>
                      <a:pt x="3441" y="744"/>
                    </a:cubicBezTo>
                    <a:lnTo>
                      <a:pt x="3472" y="744"/>
                    </a:lnTo>
                    <a:lnTo>
                      <a:pt x="3472" y="744"/>
                    </a:lnTo>
                    <a:cubicBezTo>
                      <a:pt x="3503" y="744"/>
                      <a:pt x="3534" y="775"/>
                      <a:pt x="3534" y="805"/>
                    </a:cubicBezTo>
                    <a:cubicBezTo>
                      <a:pt x="3565" y="805"/>
                      <a:pt x="3565" y="837"/>
                      <a:pt x="3565" y="899"/>
                    </a:cubicBezTo>
                    <a:cubicBezTo>
                      <a:pt x="3565" y="929"/>
                      <a:pt x="3534" y="929"/>
                      <a:pt x="3534" y="929"/>
                    </a:cubicBezTo>
                    <a:cubicBezTo>
                      <a:pt x="3534" y="960"/>
                      <a:pt x="3534" y="960"/>
                      <a:pt x="3503" y="960"/>
                    </a:cubicBezTo>
                    <a:lnTo>
                      <a:pt x="3503" y="960"/>
                    </a:lnTo>
                    <a:cubicBezTo>
                      <a:pt x="3472" y="960"/>
                      <a:pt x="3441" y="992"/>
                      <a:pt x="3441" y="992"/>
                    </a:cubicBezTo>
                    <a:lnTo>
                      <a:pt x="3409" y="992"/>
                    </a:lnTo>
                    <a:cubicBezTo>
                      <a:pt x="3409" y="992"/>
                      <a:pt x="3409" y="992"/>
                      <a:pt x="3409" y="1023"/>
                    </a:cubicBezTo>
                    <a:lnTo>
                      <a:pt x="3409" y="1023"/>
                    </a:lnTo>
                    <a:cubicBezTo>
                      <a:pt x="3409" y="1023"/>
                      <a:pt x="3441" y="1053"/>
                      <a:pt x="3441" y="1116"/>
                    </a:cubicBezTo>
                    <a:cubicBezTo>
                      <a:pt x="3472" y="1177"/>
                      <a:pt x="3472" y="1177"/>
                      <a:pt x="3472" y="1177"/>
                    </a:cubicBezTo>
                    <a:cubicBezTo>
                      <a:pt x="3441" y="1177"/>
                      <a:pt x="3441" y="1177"/>
                      <a:pt x="3441" y="1177"/>
                    </a:cubicBezTo>
                    <a:cubicBezTo>
                      <a:pt x="3441" y="1177"/>
                      <a:pt x="3441" y="1177"/>
                      <a:pt x="3409" y="1177"/>
                    </a:cubicBezTo>
                    <a:lnTo>
                      <a:pt x="3441" y="1209"/>
                    </a:lnTo>
                    <a:cubicBezTo>
                      <a:pt x="3441" y="1271"/>
                      <a:pt x="3441" y="1271"/>
                      <a:pt x="3441" y="1271"/>
                    </a:cubicBezTo>
                    <a:cubicBezTo>
                      <a:pt x="3379" y="1240"/>
                      <a:pt x="3379" y="1240"/>
                      <a:pt x="3379" y="1240"/>
                    </a:cubicBezTo>
                    <a:lnTo>
                      <a:pt x="3379" y="1240"/>
                    </a:lnTo>
                    <a:cubicBezTo>
                      <a:pt x="3379" y="1271"/>
                      <a:pt x="3379" y="1271"/>
                      <a:pt x="3379" y="1271"/>
                    </a:cubicBezTo>
                    <a:cubicBezTo>
                      <a:pt x="3348" y="1271"/>
                      <a:pt x="3348" y="1240"/>
                      <a:pt x="3317" y="1240"/>
                    </a:cubicBezTo>
                    <a:lnTo>
                      <a:pt x="3317" y="1209"/>
                    </a:lnTo>
                    <a:cubicBezTo>
                      <a:pt x="3286" y="1209"/>
                      <a:pt x="3286" y="1209"/>
                      <a:pt x="3286" y="1209"/>
                    </a:cubicBezTo>
                    <a:lnTo>
                      <a:pt x="3286" y="1209"/>
                    </a:lnTo>
                    <a:cubicBezTo>
                      <a:pt x="3286" y="1209"/>
                      <a:pt x="3286" y="1209"/>
                      <a:pt x="3255" y="1209"/>
                    </a:cubicBezTo>
                    <a:cubicBezTo>
                      <a:pt x="3255" y="1177"/>
                      <a:pt x="3224" y="1177"/>
                      <a:pt x="3224" y="1177"/>
                    </a:cubicBezTo>
                    <a:cubicBezTo>
                      <a:pt x="3193" y="1147"/>
                      <a:pt x="3193" y="1147"/>
                      <a:pt x="3193" y="1116"/>
                    </a:cubicBezTo>
                    <a:lnTo>
                      <a:pt x="3193" y="1116"/>
                    </a:lnTo>
                    <a:lnTo>
                      <a:pt x="3193" y="1116"/>
                    </a:lnTo>
                    <a:cubicBezTo>
                      <a:pt x="3193" y="1085"/>
                      <a:pt x="3162" y="1053"/>
                      <a:pt x="3193" y="1053"/>
                    </a:cubicBezTo>
                    <a:lnTo>
                      <a:pt x="3193" y="1023"/>
                    </a:lnTo>
                    <a:lnTo>
                      <a:pt x="3193" y="1023"/>
                    </a:lnTo>
                    <a:lnTo>
                      <a:pt x="3193" y="992"/>
                    </a:lnTo>
                    <a:lnTo>
                      <a:pt x="3193" y="992"/>
                    </a:lnTo>
                    <a:cubicBezTo>
                      <a:pt x="3162" y="992"/>
                      <a:pt x="3162" y="992"/>
                      <a:pt x="3162" y="992"/>
                    </a:cubicBezTo>
                    <a:lnTo>
                      <a:pt x="3162" y="992"/>
                    </a:lnTo>
                    <a:cubicBezTo>
                      <a:pt x="3162" y="992"/>
                      <a:pt x="3100" y="960"/>
                      <a:pt x="3069" y="960"/>
                    </a:cubicBezTo>
                    <a:cubicBezTo>
                      <a:pt x="3038" y="992"/>
                      <a:pt x="3038" y="992"/>
                      <a:pt x="3038" y="992"/>
                    </a:cubicBezTo>
                    <a:cubicBezTo>
                      <a:pt x="3038" y="960"/>
                      <a:pt x="3038" y="960"/>
                      <a:pt x="3038" y="960"/>
                    </a:cubicBezTo>
                    <a:cubicBezTo>
                      <a:pt x="3007" y="960"/>
                      <a:pt x="2945" y="929"/>
                      <a:pt x="2914" y="929"/>
                    </a:cubicBezTo>
                    <a:cubicBezTo>
                      <a:pt x="2883" y="929"/>
                      <a:pt x="2883" y="899"/>
                      <a:pt x="2852" y="868"/>
                    </a:cubicBezTo>
                    <a:lnTo>
                      <a:pt x="2852" y="868"/>
                    </a:lnTo>
                    <a:lnTo>
                      <a:pt x="2852" y="868"/>
                    </a:lnTo>
                    <a:cubicBezTo>
                      <a:pt x="2821" y="868"/>
                      <a:pt x="2790" y="868"/>
                      <a:pt x="2759" y="868"/>
                    </a:cubicBezTo>
                    <a:lnTo>
                      <a:pt x="2759" y="868"/>
                    </a:lnTo>
                    <a:cubicBezTo>
                      <a:pt x="2728" y="868"/>
                      <a:pt x="2728" y="868"/>
                      <a:pt x="2728" y="868"/>
                    </a:cubicBezTo>
                    <a:cubicBezTo>
                      <a:pt x="2697" y="868"/>
                      <a:pt x="2666" y="868"/>
                      <a:pt x="2666" y="868"/>
                    </a:cubicBezTo>
                    <a:cubicBezTo>
                      <a:pt x="2635" y="868"/>
                      <a:pt x="2635" y="868"/>
                      <a:pt x="2635" y="868"/>
                    </a:cubicBezTo>
                    <a:cubicBezTo>
                      <a:pt x="2573" y="868"/>
                      <a:pt x="2573" y="868"/>
                      <a:pt x="2573" y="868"/>
                    </a:cubicBezTo>
                    <a:cubicBezTo>
                      <a:pt x="2635" y="805"/>
                      <a:pt x="2635" y="805"/>
                      <a:pt x="2635" y="805"/>
                    </a:cubicBezTo>
                    <a:cubicBezTo>
                      <a:pt x="2604" y="744"/>
                      <a:pt x="2604" y="744"/>
                      <a:pt x="2604" y="744"/>
                    </a:cubicBezTo>
                    <a:cubicBezTo>
                      <a:pt x="2573" y="744"/>
                      <a:pt x="2573" y="744"/>
                      <a:pt x="2573" y="744"/>
                    </a:cubicBezTo>
                    <a:cubicBezTo>
                      <a:pt x="2542" y="775"/>
                      <a:pt x="2542" y="775"/>
                      <a:pt x="2542" y="775"/>
                    </a:cubicBezTo>
                    <a:lnTo>
                      <a:pt x="2542" y="775"/>
                    </a:lnTo>
                    <a:cubicBezTo>
                      <a:pt x="2542" y="744"/>
                      <a:pt x="2511" y="744"/>
                      <a:pt x="2511" y="744"/>
                    </a:cubicBezTo>
                    <a:cubicBezTo>
                      <a:pt x="2511" y="744"/>
                      <a:pt x="2480" y="713"/>
                      <a:pt x="2480" y="681"/>
                    </a:cubicBezTo>
                    <a:lnTo>
                      <a:pt x="2480" y="651"/>
                    </a:lnTo>
                    <a:cubicBezTo>
                      <a:pt x="2480" y="620"/>
                      <a:pt x="2480" y="620"/>
                      <a:pt x="2480" y="620"/>
                    </a:cubicBezTo>
                    <a:cubicBezTo>
                      <a:pt x="2480" y="589"/>
                      <a:pt x="2511" y="589"/>
                      <a:pt x="2511" y="557"/>
                    </a:cubicBezTo>
                    <a:cubicBezTo>
                      <a:pt x="2542" y="557"/>
                      <a:pt x="2542" y="557"/>
                      <a:pt x="2542" y="557"/>
                    </a:cubicBezTo>
                    <a:lnTo>
                      <a:pt x="2542" y="557"/>
                    </a:lnTo>
                    <a:cubicBezTo>
                      <a:pt x="2573" y="527"/>
                      <a:pt x="2573" y="527"/>
                      <a:pt x="2573" y="527"/>
                    </a:cubicBezTo>
                    <a:cubicBezTo>
                      <a:pt x="2542" y="465"/>
                      <a:pt x="2542" y="465"/>
                      <a:pt x="2542" y="465"/>
                    </a:cubicBezTo>
                    <a:cubicBezTo>
                      <a:pt x="2604" y="496"/>
                      <a:pt x="2604" y="496"/>
                      <a:pt x="2604" y="496"/>
                    </a:cubicBezTo>
                    <a:cubicBezTo>
                      <a:pt x="2604" y="465"/>
                      <a:pt x="2604" y="465"/>
                      <a:pt x="2604" y="465"/>
                    </a:cubicBezTo>
                    <a:lnTo>
                      <a:pt x="2604" y="465"/>
                    </a:lnTo>
                    <a:cubicBezTo>
                      <a:pt x="2635" y="465"/>
                      <a:pt x="2666" y="433"/>
                      <a:pt x="2666" y="433"/>
                    </a:cubicBezTo>
                    <a:cubicBezTo>
                      <a:pt x="2697" y="433"/>
                      <a:pt x="2697" y="433"/>
                      <a:pt x="2697" y="433"/>
                    </a:cubicBezTo>
                    <a:lnTo>
                      <a:pt x="2697" y="433"/>
                    </a:lnTo>
                    <a:cubicBezTo>
                      <a:pt x="2697" y="433"/>
                      <a:pt x="2697" y="433"/>
                      <a:pt x="2666" y="433"/>
                    </a:cubicBezTo>
                    <a:cubicBezTo>
                      <a:pt x="2666" y="433"/>
                      <a:pt x="2666" y="433"/>
                      <a:pt x="2635" y="433"/>
                    </a:cubicBezTo>
                    <a:lnTo>
                      <a:pt x="2635" y="433"/>
                    </a:lnTo>
                    <a:cubicBezTo>
                      <a:pt x="2635" y="433"/>
                      <a:pt x="2604" y="403"/>
                      <a:pt x="2573" y="403"/>
                    </a:cubicBezTo>
                    <a:cubicBezTo>
                      <a:pt x="2511" y="372"/>
                      <a:pt x="2511" y="372"/>
                      <a:pt x="2511" y="372"/>
                    </a:cubicBezTo>
                    <a:cubicBezTo>
                      <a:pt x="2635" y="372"/>
                      <a:pt x="2635" y="372"/>
                      <a:pt x="2635" y="372"/>
                    </a:cubicBezTo>
                    <a:cubicBezTo>
                      <a:pt x="2635" y="372"/>
                      <a:pt x="2635" y="372"/>
                      <a:pt x="2666" y="372"/>
                    </a:cubicBezTo>
                    <a:lnTo>
                      <a:pt x="2666" y="372"/>
                    </a:lnTo>
                    <a:cubicBezTo>
                      <a:pt x="2697" y="372"/>
                      <a:pt x="2697" y="372"/>
                      <a:pt x="2697" y="372"/>
                    </a:cubicBezTo>
                    <a:cubicBezTo>
                      <a:pt x="2697" y="372"/>
                      <a:pt x="2728" y="372"/>
                      <a:pt x="2728" y="403"/>
                    </a:cubicBezTo>
                    <a:cubicBezTo>
                      <a:pt x="2728" y="403"/>
                      <a:pt x="2728" y="403"/>
                      <a:pt x="2759" y="403"/>
                    </a:cubicBezTo>
                    <a:lnTo>
                      <a:pt x="2759" y="403"/>
                    </a:lnTo>
                    <a:cubicBezTo>
                      <a:pt x="2759" y="403"/>
                      <a:pt x="2759" y="403"/>
                      <a:pt x="2759" y="372"/>
                    </a:cubicBezTo>
                    <a:cubicBezTo>
                      <a:pt x="2790" y="372"/>
                      <a:pt x="2790" y="372"/>
                      <a:pt x="2790" y="341"/>
                    </a:cubicBezTo>
                    <a:lnTo>
                      <a:pt x="2821" y="341"/>
                    </a:lnTo>
                    <a:cubicBezTo>
                      <a:pt x="2821" y="341"/>
                      <a:pt x="2821" y="372"/>
                      <a:pt x="2852" y="372"/>
                    </a:cubicBezTo>
                    <a:lnTo>
                      <a:pt x="2852" y="372"/>
                    </a:lnTo>
                    <a:lnTo>
                      <a:pt x="2852" y="372"/>
                    </a:lnTo>
                    <a:cubicBezTo>
                      <a:pt x="2852" y="372"/>
                      <a:pt x="2852" y="372"/>
                      <a:pt x="2883" y="372"/>
                    </a:cubicBezTo>
                    <a:lnTo>
                      <a:pt x="2883" y="372"/>
                    </a:lnTo>
                    <a:lnTo>
                      <a:pt x="2914" y="341"/>
                    </a:lnTo>
                    <a:cubicBezTo>
                      <a:pt x="2914" y="310"/>
                      <a:pt x="2914" y="310"/>
                      <a:pt x="2914" y="310"/>
                    </a:cubicBezTo>
                    <a:cubicBezTo>
                      <a:pt x="2914" y="279"/>
                      <a:pt x="2914" y="279"/>
                      <a:pt x="2914" y="279"/>
                    </a:cubicBezTo>
                    <a:lnTo>
                      <a:pt x="2945" y="248"/>
                    </a:lnTo>
                    <a:cubicBezTo>
                      <a:pt x="2945" y="248"/>
                      <a:pt x="2945" y="248"/>
                      <a:pt x="2945" y="217"/>
                    </a:cubicBezTo>
                    <a:lnTo>
                      <a:pt x="2945" y="217"/>
                    </a:lnTo>
                    <a:cubicBezTo>
                      <a:pt x="2883" y="186"/>
                      <a:pt x="2883" y="186"/>
                      <a:pt x="2883" y="186"/>
                    </a:cubicBezTo>
                    <a:lnTo>
                      <a:pt x="2945" y="186"/>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28" name="Freeform 177">
                <a:extLst>
                  <a:ext uri="{FF2B5EF4-FFF2-40B4-BE49-F238E27FC236}">
                    <a16:creationId xmlns:a16="http://schemas.microsoft.com/office/drawing/2014/main" id="{42BF4C3E-6BA9-5D1A-7FAE-F0E5DB7E3A32}"/>
                  </a:ext>
                </a:extLst>
              </p:cNvPr>
              <p:cNvSpPr>
                <a:spLocks noChangeArrowheads="1"/>
              </p:cNvSpPr>
              <p:nvPr/>
            </p:nvSpPr>
            <p:spPr bwMode="auto">
              <a:xfrm>
                <a:off x="1760538" y="1000125"/>
                <a:ext cx="44450" cy="33338"/>
              </a:xfrm>
              <a:custGeom>
                <a:avLst/>
                <a:gdLst>
                  <a:gd name="T0" fmla="*/ 124 w 125"/>
                  <a:gd name="T1" fmla="*/ 31 h 94"/>
                  <a:gd name="T2" fmla="*/ 124 w 125"/>
                  <a:gd name="T3" fmla="*/ 31 h 94"/>
                  <a:gd name="T4" fmla="*/ 93 w 125"/>
                  <a:gd name="T5" fmla="*/ 0 h 94"/>
                  <a:gd name="T6" fmla="*/ 62 w 125"/>
                  <a:gd name="T7" fmla="*/ 0 h 94"/>
                  <a:gd name="T8" fmla="*/ 31 w 125"/>
                  <a:gd name="T9" fmla="*/ 31 h 94"/>
                  <a:gd name="T10" fmla="*/ 0 w 125"/>
                  <a:gd name="T11" fmla="*/ 31 h 94"/>
                  <a:gd name="T12" fmla="*/ 31 w 125"/>
                  <a:gd name="T13" fmla="*/ 62 h 94"/>
                  <a:gd name="T14" fmla="*/ 0 w 125"/>
                  <a:gd name="T15" fmla="*/ 93 h 94"/>
                  <a:gd name="T16" fmla="*/ 0 w 125"/>
                  <a:gd name="T17" fmla="*/ 93 h 94"/>
                  <a:gd name="T18" fmla="*/ 0 w 125"/>
                  <a:gd name="T19" fmla="*/ 93 h 94"/>
                  <a:gd name="T20" fmla="*/ 0 w 125"/>
                  <a:gd name="T21" fmla="*/ 93 h 94"/>
                  <a:gd name="T22" fmla="*/ 31 w 125"/>
                  <a:gd name="T23" fmla="*/ 93 h 94"/>
                  <a:gd name="T24" fmla="*/ 93 w 125"/>
                  <a:gd name="T25" fmla="*/ 93 h 94"/>
                  <a:gd name="T26" fmla="*/ 124 w 125"/>
                  <a:gd name="T27" fmla="*/ 93 h 94"/>
                  <a:gd name="T28" fmla="*/ 124 w 125"/>
                  <a:gd name="T29" fmla="*/ 93 h 94"/>
                  <a:gd name="T30" fmla="*/ 124 w 125"/>
                  <a:gd name="T31" fmla="*/ 3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5" h="94">
                    <a:moveTo>
                      <a:pt x="124" y="31"/>
                    </a:moveTo>
                    <a:lnTo>
                      <a:pt x="124" y="31"/>
                    </a:lnTo>
                    <a:cubicBezTo>
                      <a:pt x="93" y="31"/>
                      <a:pt x="93" y="0"/>
                      <a:pt x="93" y="0"/>
                    </a:cubicBezTo>
                    <a:lnTo>
                      <a:pt x="62" y="0"/>
                    </a:lnTo>
                    <a:cubicBezTo>
                      <a:pt x="31" y="0"/>
                      <a:pt x="31" y="31"/>
                      <a:pt x="31" y="31"/>
                    </a:cubicBezTo>
                    <a:lnTo>
                      <a:pt x="0" y="31"/>
                    </a:lnTo>
                    <a:cubicBezTo>
                      <a:pt x="31" y="62"/>
                      <a:pt x="31" y="62"/>
                      <a:pt x="31" y="62"/>
                    </a:cubicBezTo>
                    <a:cubicBezTo>
                      <a:pt x="0" y="93"/>
                      <a:pt x="0" y="93"/>
                      <a:pt x="0" y="93"/>
                    </a:cubicBezTo>
                    <a:lnTo>
                      <a:pt x="0" y="93"/>
                    </a:lnTo>
                    <a:lnTo>
                      <a:pt x="0" y="93"/>
                    </a:lnTo>
                    <a:lnTo>
                      <a:pt x="0" y="93"/>
                    </a:lnTo>
                    <a:lnTo>
                      <a:pt x="31" y="93"/>
                    </a:lnTo>
                    <a:cubicBezTo>
                      <a:pt x="31" y="93"/>
                      <a:pt x="31" y="93"/>
                      <a:pt x="93" y="93"/>
                    </a:cubicBezTo>
                    <a:lnTo>
                      <a:pt x="124" y="93"/>
                    </a:lnTo>
                    <a:lnTo>
                      <a:pt x="124" y="93"/>
                    </a:lnTo>
                    <a:lnTo>
                      <a:pt x="124" y="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29" name="Freeform 178">
                <a:extLst>
                  <a:ext uri="{FF2B5EF4-FFF2-40B4-BE49-F238E27FC236}">
                    <a16:creationId xmlns:a16="http://schemas.microsoft.com/office/drawing/2014/main" id="{9AB333F7-DAC1-5610-4408-9FD15C336620}"/>
                  </a:ext>
                </a:extLst>
              </p:cNvPr>
              <p:cNvSpPr>
                <a:spLocks noChangeArrowheads="1"/>
              </p:cNvSpPr>
              <p:nvPr/>
            </p:nvSpPr>
            <p:spPr bwMode="auto">
              <a:xfrm>
                <a:off x="1951038" y="1044575"/>
                <a:ext cx="77787" cy="66675"/>
              </a:xfrm>
              <a:custGeom>
                <a:avLst/>
                <a:gdLst>
                  <a:gd name="T0" fmla="*/ 186 w 218"/>
                  <a:gd name="T1" fmla="*/ 124 h 187"/>
                  <a:gd name="T2" fmla="*/ 186 w 218"/>
                  <a:gd name="T3" fmla="*/ 124 h 187"/>
                  <a:gd name="T4" fmla="*/ 186 w 218"/>
                  <a:gd name="T5" fmla="*/ 124 h 187"/>
                  <a:gd name="T6" fmla="*/ 186 w 218"/>
                  <a:gd name="T7" fmla="*/ 93 h 187"/>
                  <a:gd name="T8" fmla="*/ 186 w 218"/>
                  <a:gd name="T9" fmla="*/ 62 h 187"/>
                  <a:gd name="T10" fmla="*/ 186 w 218"/>
                  <a:gd name="T11" fmla="*/ 62 h 187"/>
                  <a:gd name="T12" fmla="*/ 124 w 218"/>
                  <a:gd name="T13" fmla="*/ 31 h 187"/>
                  <a:gd name="T14" fmla="*/ 186 w 218"/>
                  <a:gd name="T15" fmla="*/ 31 h 187"/>
                  <a:gd name="T16" fmla="*/ 62 w 218"/>
                  <a:gd name="T17" fmla="*/ 31 h 187"/>
                  <a:gd name="T18" fmla="*/ 31 w 218"/>
                  <a:gd name="T19" fmla="*/ 0 h 187"/>
                  <a:gd name="T20" fmla="*/ 31 w 218"/>
                  <a:gd name="T21" fmla="*/ 31 h 187"/>
                  <a:gd name="T22" fmla="*/ 31 w 218"/>
                  <a:gd name="T23" fmla="*/ 93 h 187"/>
                  <a:gd name="T24" fmla="*/ 0 w 218"/>
                  <a:gd name="T25" fmla="*/ 124 h 187"/>
                  <a:gd name="T26" fmla="*/ 0 w 218"/>
                  <a:gd name="T27" fmla="*/ 124 h 187"/>
                  <a:gd name="T28" fmla="*/ 0 w 218"/>
                  <a:gd name="T29" fmla="*/ 155 h 187"/>
                  <a:gd name="T30" fmla="*/ 0 w 218"/>
                  <a:gd name="T31" fmla="*/ 155 h 187"/>
                  <a:gd name="T32" fmla="*/ 62 w 218"/>
                  <a:gd name="T33" fmla="*/ 155 h 187"/>
                  <a:gd name="T34" fmla="*/ 93 w 218"/>
                  <a:gd name="T35" fmla="*/ 155 h 187"/>
                  <a:gd name="T36" fmla="*/ 155 w 218"/>
                  <a:gd name="T37" fmla="*/ 186 h 187"/>
                  <a:gd name="T38" fmla="*/ 155 w 218"/>
                  <a:gd name="T39" fmla="*/ 186 h 187"/>
                  <a:gd name="T40" fmla="*/ 186 w 218"/>
                  <a:gd name="T41" fmla="*/ 155 h 187"/>
                  <a:gd name="T42" fmla="*/ 186 w 218"/>
                  <a:gd name="T43" fmla="*/ 155 h 187"/>
                  <a:gd name="T44" fmla="*/ 217 w 218"/>
                  <a:gd name="T45" fmla="*/ 155 h 187"/>
                  <a:gd name="T46" fmla="*/ 217 w 218"/>
                  <a:gd name="T47" fmla="*/ 124 h 187"/>
                  <a:gd name="T48" fmla="*/ 217 w 218"/>
                  <a:gd name="T49" fmla="*/ 124 h 187"/>
                  <a:gd name="T50" fmla="*/ 186 w 218"/>
                  <a:gd name="T51" fmla="*/ 124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18" h="187">
                    <a:moveTo>
                      <a:pt x="186" y="124"/>
                    </a:moveTo>
                    <a:lnTo>
                      <a:pt x="186" y="124"/>
                    </a:lnTo>
                    <a:lnTo>
                      <a:pt x="186" y="124"/>
                    </a:lnTo>
                    <a:lnTo>
                      <a:pt x="186" y="93"/>
                    </a:lnTo>
                    <a:lnTo>
                      <a:pt x="186" y="62"/>
                    </a:lnTo>
                    <a:lnTo>
                      <a:pt x="186" y="62"/>
                    </a:lnTo>
                    <a:cubicBezTo>
                      <a:pt x="124" y="31"/>
                      <a:pt x="124" y="31"/>
                      <a:pt x="124" y="31"/>
                    </a:cubicBezTo>
                    <a:cubicBezTo>
                      <a:pt x="186" y="31"/>
                      <a:pt x="186" y="31"/>
                      <a:pt x="186" y="31"/>
                    </a:cubicBezTo>
                    <a:cubicBezTo>
                      <a:pt x="155" y="31"/>
                      <a:pt x="62" y="31"/>
                      <a:pt x="62" y="31"/>
                    </a:cubicBezTo>
                    <a:cubicBezTo>
                      <a:pt x="62" y="31"/>
                      <a:pt x="62" y="31"/>
                      <a:pt x="31" y="0"/>
                    </a:cubicBezTo>
                    <a:cubicBezTo>
                      <a:pt x="31" y="31"/>
                      <a:pt x="31" y="31"/>
                      <a:pt x="31" y="31"/>
                    </a:cubicBezTo>
                    <a:cubicBezTo>
                      <a:pt x="31" y="62"/>
                      <a:pt x="31" y="62"/>
                      <a:pt x="31" y="93"/>
                    </a:cubicBezTo>
                    <a:cubicBezTo>
                      <a:pt x="31" y="93"/>
                      <a:pt x="31" y="124"/>
                      <a:pt x="0" y="124"/>
                    </a:cubicBezTo>
                    <a:lnTo>
                      <a:pt x="0" y="124"/>
                    </a:lnTo>
                    <a:cubicBezTo>
                      <a:pt x="0" y="124"/>
                      <a:pt x="0" y="124"/>
                      <a:pt x="0" y="155"/>
                    </a:cubicBezTo>
                    <a:lnTo>
                      <a:pt x="0" y="155"/>
                    </a:lnTo>
                    <a:cubicBezTo>
                      <a:pt x="62" y="155"/>
                      <a:pt x="62" y="155"/>
                      <a:pt x="62" y="155"/>
                    </a:cubicBezTo>
                    <a:lnTo>
                      <a:pt x="93" y="155"/>
                    </a:lnTo>
                    <a:cubicBezTo>
                      <a:pt x="124" y="155"/>
                      <a:pt x="155" y="186"/>
                      <a:pt x="155" y="186"/>
                    </a:cubicBezTo>
                    <a:lnTo>
                      <a:pt x="155" y="186"/>
                    </a:lnTo>
                    <a:cubicBezTo>
                      <a:pt x="155" y="155"/>
                      <a:pt x="186" y="155"/>
                      <a:pt x="186" y="155"/>
                    </a:cubicBezTo>
                    <a:lnTo>
                      <a:pt x="186" y="155"/>
                    </a:lnTo>
                    <a:lnTo>
                      <a:pt x="217" y="155"/>
                    </a:lnTo>
                    <a:lnTo>
                      <a:pt x="217" y="124"/>
                    </a:lnTo>
                    <a:lnTo>
                      <a:pt x="217" y="124"/>
                    </a:lnTo>
                    <a:cubicBezTo>
                      <a:pt x="217" y="124"/>
                      <a:pt x="217" y="124"/>
                      <a:pt x="186" y="1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30" name="Freeform 179">
                <a:extLst>
                  <a:ext uri="{FF2B5EF4-FFF2-40B4-BE49-F238E27FC236}">
                    <a16:creationId xmlns:a16="http://schemas.microsoft.com/office/drawing/2014/main" id="{9E0E99D6-6590-97E5-FDD4-13BE99C161CE}"/>
                  </a:ext>
                </a:extLst>
              </p:cNvPr>
              <p:cNvSpPr>
                <a:spLocks noChangeArrowheads="1"/>
              </p:cNvSpPr>
              <p:nvPr/>
            </p:nvSpPr>
            <p:spPr bwMode="auto">
              <a:xfrm>
                <a:off x="354013" y="1011238"/>
                <a:ext cx="492125" cy="323850"/>
              </a:xfrm>
              <a:custGeom>
                <a:avLst/>
                <a:gdLst>
                  <a:gd name="T0" fmla="*/ 1272 w 1366"/>
                  <a:gd name="T1" fmla="*/ 93 h 900"/>
                  <a:gd name="T2" fmla="*/ 1148 w 1366"/>
                  <a:gd name="T3" fmla="*/ 93 h 900"/>
                  <a:gd name="T4" fmla="*/ 1085 w 1366"/>
                  <a:gd name="T5" fmla="*/ 93 h 900"/>
                  <a:gd name="T6" fmla="*/ 930 w 1366"/>
                  <a:gd name="T7" fmla="*/ 62 h 900"/>
                  <a:gd name="T8" fmla="*/ 806 w 1366"/>
                  <a:gd name="T9" fmla="*/ 62 h 900"/>
                  <a:gd name="T10" fmla="*/ 713 w 1366"/>
                  <a:gd name="T11" fmla="*/ 31 h 900"/>
                  <a:gd name="T12" fmla="*/ 682 w 1366"/>
                  <a:gd name="T13" fmla="*/ 31 h 900"/>
                  <a:gd name="T14" fmla="*/ 621 w 1366"/>
                  <a:gd name="T15" fmla="*/ 31 h 900"/>
                  <a:gd name="T16" fmla="*/ 558 w 1366"/>
                  <a:gd name="T17" fmla="*/ 0 h 900"/>
                  <a:gd name="T18" fmla="*/ 434 w 1366"/>
                  <a:gd name="T19" fmla="*/ 31 h 900"/>
                  <a:gd name="T20" fmla="*/ 341 w 1366"/>
                  <a:gd name="T21" fmla="*/ 62 h 900"/>
                  <a:gd name="T22" fmla="*/ 217 w 1366"/>
                  <a:gd name="T23" fmla="*/ 93 h 900"/>
                  <a:gd name="T24" fmla="*/ 156 w 1366"/>
                  <a:gd name="T25" fmla="*/ 155 h 900"/>
                  <a:gd name="T26" fmla="*/ 93 w 1366"/>
                  <a:gd name="T27" fmla="*/ 186 h 900"/>
                  <a:gd name="T28" fmla="*/ 156 w 1366"/>
                  <a:gd name="T29" fmla="*/ 217 h 900"/>
                  <a:gd name="T30" fmla="*/ 249 w 1366"/>
                  <a:gd name="T31" fmla="*/ 217 h 900"/>
                  <a:gd name="T32" fmla="*/ 341 w 1366"/>
                  <a:gd name="T33" fmla="*/ 279 h 900"/>
                  <a:gd name="T34" fmla="*/ 280 w 1366"/>
                  <a:gd name="T35" fmla="*/ 310 h 900"/>
                  <a:gd name="T36" fmla="*/ 186 w 1366"/>
                  <a:gd name="T37" fmla="*/ 341 h 900"/>
                  <a:gd name="T38" fmla="*/ 93 w 1366"/>
                  <a:gd name="T39" fmla="*/ 310 h 900"/>
                  <a:gd name="T40" fmla="*/ 0 w 1366"/>
                  <a:gd name="T41" fmla="*/ 372 h 900"/>
                  <a:gd name="T42" fmla="*/ 156 w 1366"/>
                  <a:gd name="T43" fmla="*/ 403 h 900"/>
                  <a:gd name="T44" fmla="*/ 186 w 1366"/>
                  <a:gd name="T45" fmla="*/ 403 h 900"/>
                  <a:gd name="T46" fmla="*/ 280 w 1366"/>
                  <a:gd name="T47" fmla="*/ 372 h 900"/>
                  <a:gd name="T48" fmla="*/ 310 w 1366"/>
                  <a:gd name="T49" fmla="*/ 495 h 900"/>
                  <a:gd name="T50" fmla="*/ 217 w 1366"/>
                  <a:gd name="T51" fmla="*/ 495 h 900"/>
                  <a:gd name="T52" fmla="*/ 124 w 1366"/>
                  <a:gd name="T53" fmla="*/ 527 h 900"/>
                  <a:gd name="T54" fmla="*/ 93 w 1366"/>
                  <a:gd name="T55" fmla="*/ 558 h 900"/>
                  <a:gd name="T56" fmla="*/ 93 w 1366"/>
                  <a:gd name="T57" fmla="*/ 589 h 900"/>
                  <a:gd name="T58" fmla="*/ 124 w 1366"/>
                  <a:gd name="T59" fmla="*/ 619 h 900"/>
                  <a:gd name="T60" fmla="*/ 186 w 1366"/>
                  <a:gd name="T61" fmla="*/ 682 h 900"/>
                  <a:gd name="T62" fmla="*/ 249 w 1366"/>
                  <a:gd name="T63" fmla="*/ 651 h 900"/>
                  <a:gd name="T64" fmla="*/ 280 w 1366"/>
                  <a:gd name="T65" fmla="*/ 743 h 900"/>
                  <a:gd name="T66" fmla="*/ 280 w 1366"/>
                  <a:gd name="T67" fmla="*/ 775 h 900"/>
                  <a:gd name="T68" fmla="*/ 310 w 1366"/>
                  <a:gd name="T69" fmla="*/ 743 h 900"/>
                  <a:gd name="T70" fmla="*/ 373 w 1366"/>
                  <a:gd name="T71" fmla="*/ 775 h 900"/>
                  <a:gd name="T72" fmla="*/ 434 w 1366"/>
                  <a:gd name="T73" fmla="*/ 775 h 900"/>
                  <a:gd name="T74" fmla="*/ 465 w 1366"/>
                  <a:gd name="T75" fmla="*/ 775 h 900"/>
                  <a:gd name="T76" fmla="*/ 528 w 1366"/>
                  <a:gd name="T77" fmla="*/ 806 h 900"/>
                  <a:gd name="T78" fmla="*/ 497 w 1366"/>
                  <a:gd name="T79" fmla="*/ 867 h 900"/>
                  <a:gd name="T80" fmla="*/ 528 w 1366"/>
                  <a:gd name="T81" fmla="*/ 867 h 900"/>
                  <a:gd name="T82" fmla="*/ 621 w 1366"/>
                  <a:gd name="T83" fmla="*/ 806 h 900"/>
                  <a:gd name="T84" fmla="*/ 652 w 1366"/>
                  <a:gd name="T85" fmla="*/ 806 h 900"/>
                  <a:gd name="T86" fmla="*/ 713 w 1366"/>
                  <a:gd name="T87" fmla="*/ 713 h 900"/>
                  <a:gd name="T88" fmla="*/ 776 w 1366"/>
                  <a:gd name="T89" fmla="*/ 651 h 900"/>
                  <a:gd name="T90" fmla="*/ 930 w 1366"/>
                  <a:gd name="T91" fmla="*/ 589 h 900"/>
                  <a:gd name="T92" fmla="*/ 961 w 1366"/>
                  <a:gd name="T93" fmla="*/ 619 h 900"/>
                  <a:gd name="T94" fmla="*/ 1054 w 1366"/>
                  <a:gd name="T95" fmla="*/ 619 h 900"/>
                  <a:gd name="T96" fmla="*/ 1117 w 1366"/>
                  <a:gd name="T97" fmla="*/ 651 h 900"/>
                  <a:gd name="T98" fmla="*/ 1148 w 1366"/>
                  <a:gd name="T99" fmla="*/ 651 h 900"/>
                  <a:gd name="T100" fmla="*/ 1272 w 1366"/>
                  <a:gd name="T101" fmla="*/ 589 h 900"/>
                  <a:gd name="T102" fmla="*/ 1241 w 1366"/>
                  <a:gd name="T103" fmla="*/ 682 h 900"/>
                  <a:gd name="T104" fmla="*/ 1302 w 1366"/>
                  <a:gd name="T105" fmla="*/ 682 h 900"/>
                  <a:gd name="T106" fmla="*/ 1333 w 1366"/>
                  <a:gd name="T107" fmla="*/ 682 h 900"/>
                  <a:gd name="T108" fmla="*/ 1365 w 1366"/>
                  <a:gd name="T109" fmla="*/ 682 h 900"/>
                  <a:gd name="T110" fmla="*/ 1365 w 1366"/>
                  <a:gd name="T111" fmla="*/ 682 h 900"/>
                  <a:gd name="T112" fmla="*/ 1302 w 1366"/>
                  <a:gd name="T113" fmla="*/ 93 h 9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66" h="900">
                    <a:moveTo>
                      <a:pt x="1302" y="93"/>
                    </a:moveTo>
                    <a:lnTo>
                      <a:pt x="1302" y="93"/>
                    </a:lnTo>
                    <a:lnTo>
                      <a:pt x="1272" y="93"/>
                    </a:lnTo>
                    <a:lnTo>
                      <a:pt x="1241" y="93"/>
                    </a:lnTo>
                    <a:cubicBezTo>
                      <a:pt x="1209" y="93"/>
                      <a:pt x="1209" y="93"/>
                      <a:pt x="1209" y="93"/>
                    </a:cubicBezTo>
                    <a:cubicBezTo>
                      <a:pt x="1178" y="93"/>
                      <a:pt x="1148" y="93"/>
                      <a:pt x="1148" y="93"/>
                    </a:cubicBezTo>
                    <a:lnTo>
                      <a:pt x="1148" y="93"/>
                    </a:lnTo>
                    <a:cubicBezTo>
                      <a:pt x="1148" y="93"/>
                      <a:pt x="1148" y="93"/>
                      <a:pt x="1117" y="93"/>
                    </a:cubicBezTo>
                    <a:cubicBezTo>
                      <a:pt x="1117" y="93"/>
                      <a:pt x="1117" y="93"/>
                      <a:pt x="1085" y="93"/>
                    </a:cubicBezTo>
                    <a:lnTo>
                      <a:pt x="1085" y="93"/>
                    </a:lnTo>
                    <a:cubicBezTo>
                      <a:pt x="1085" y="93"/>
                      <a:pt x="1054" y="93"/>
                      <a:pt x="1024" y="93"/>
                    </a:cubicBezTo>
                    <a:cubicBezTo>
                      <a:pt x="993" y="62"/>
                      <a:pt x="961" y="62"/>
                      <a:pt x="930" y="62"/>
                    </a:cubicBezTo>
                    <a:lnTo>
                      <a:pt x="930" y="62"/>
                    </a:lnTo>
                    <a:cubicBezTo>
                      <a:pt x="930" y="62"/>
                      <a:pt x="900" y="62"/>
                      <a:pt x="869" y="62"/>
                    </a:cubicBezTo>
                    <a:cubicBezTo>
                      <a:pt x="837" y="62"/>
                      <a:pt x="806" y="62"/>
                      <a:pt x="806" y="62"/>
                    </a:cubicBezTo>
                    <a:cubicBezTo>
                      <a:pt x="806" y="62"/>
                      <a:pt x="776" y="62"/>
                      <a:pt x="745" y="62"/>
                    </a:cubicBezTo>
                    <a:cubicBezTo>
                      <a:pt x="713" y="31"/>
                      <a:pt x="713" y="31"/>
                      <a:pt x="713" y="31"/>
                    </a:cubicBezTo>
                    <a:lnTo>
                      <a:pt x="713" y="31"/>
                    </a:lnTo>
                    <a:lnTo>
                      <a:pt x="713" y="31"/>
                    </a:lnTo>
                    <a:lnTo>
                      <a:pt x="682" y="31"/>
                    </a:lnTo>
                    <a:lnTo>
                      <a:pt x="682" y="31"/>
                    </a:lnTo>
                    <a:lnTo>
                      <a:pt x="652" y="31"/>
                    </a:lnTo>
                    <a:cubicBezTo>
                      <a:pt x="652" y="31"/>
                      <a:pt x="652" y="31"/>
                      <a:pt x="621" y="31"/>
                    </a:cubicBezTo>
                    <a:lnTo>
                      <a:pt x="621" y="31"/>
                    </a:lnTo>
                    <a:lnTo>
                      <a:pt x="621" y="31"/>
                    </a:lnTo>
                    <a:cubicBezTo>
                      <a:pt x="528" y="62"/>
                      <a:pt x="528" y="62"/>
                      <a:pt x="528" y="62"/>
                    </a:cubicBezTo>
                    <a:cubicBezTo>
                      <a:pt x="558" y="0"/>
                      <a:pt x="558" y="0"/>
                      <a:pt x="558" y="0"/>
                    </a:cubicBezTo>
                    <a:lnTo>
                      <a:pt x="558" y="0"/>
                    </a:lnTo>
                    <a:cubicBezTo>
                      <a:pt x="528" y="0"/>
                      <a:pt x="528" y="31"/>
                      <a:pt x="497" y="31"/>
                    </a:cubicBezTo>
                    <a:cubicBezTo>
                      <a:pt x="497" y="31"/>
                      <a:pt x="465" y="31"/>
                      <a:pt x="434" y="31"/>
                    </a:cubicBezTo>
                    <a:lnTo>
                      <a:pt x="434" y="62"/>
                    </a:lnTo>
                    <a:cubicBezTo>
                      <a:pt x="404" y="62"/>
                      <a:pt x="373" y="62"/>
                      <a:pt x="373" y="62"/>
                    </a:cubicBezTo>
                    <a:cubicBezTo>
                      <a:pt x="341" y="62"/>
                      <a:pt x="341" y="62"/>
                      <a:pt x="341" y="62"/>
                    </a:cubicBezTo>
                    <a:lnTo>
                      <a:pt x="341" y="62"/>
                    </a:lnTo>
                    <a:cubicBezTo>
                      <a:pt x="310" y="62"/>
                      <a:pt x="280" y="62"/>
                      <a:pt x="280" y="62"/>
                    </a:cubicBezTo>
                    <a:cubicBezTo>
                      <a:pt x="249" y="62"/>
                      <a:pt x="249" y="93"/>
                      <a:pt x="217" y="93"/>
                    </a:cubicBezTo>
                    <a:lnTo>
                      <a:pt x="186" y="124"/>
                    </a:lnTo>
                    <a:cubicBezTo>
                      <a:pt x="156" y="155"/>
                      <a:pt x="156" y="155"/>
                      <a:pt x="156" y="155"/>
                    </a:cubicBezTo>
                    <a:lnTo>
                      <a:pt x="156" y="155"/>
                    </a:lnTo>
                    <a:cubicBezTo>
                      <a:pt x="156" y="155"/>
                      <a:pt x="156" y="155"/>
                      <a:pt x="124" y="155"/>
                    </a:cubicBezTo>
                    <a:cubicBezTo>
                      <a:pt x="93" y="155"/>
                      <a:pt x="62" y="155"/>
                      <a:pt x="62" y="155"/>
                    </a:cubicBezTo>
                    <a:lnTo>
                      <a:pt x="93" y="186"/>
                    </a:lnTo>
                    <a:lnTo>
                      <a:pt x="93" y="186"/>
                    </a:lnTo>
                    <a:cubicBezTo>
                      <a:pt x="124" y="186"/>
                      <a:pt x="156" y="186"/>
                      <a:pt x="156" y="217"/>
                    </a:cubicBezTo>
                    <a:lnTo>
                      <a:pt x="156" y="217"/>
                    </a:lnTo>
                    <a:lnTo>
                      <a:pt x="186" y="217"/>
                    </a:lnTo>
                    <a:cubicBezTo>
                      <a:pt x="217" y="217"/>
                      <a:pt x="217" y="217"/>
                      <a:pt x="217" y="217"/>
                    </a:cubicBezTo>
                    <a:cubicBezTo>
                      <a:pt x="249" y="217"/>
                      <a:pt x="249" y="217"/>
                      <a:pt x="249" y="217"/>
                    </a:cubicBezTo>
                    <a:cubicBezTo>
                      <a:pt x="280" y="217"/>
                      <a:pt x="280" y="217"/>
                      <a:pt x="280" y="217"/>
                    </a:cubicBezTo>
                    <a:cubicBezTo>
                      <a:pt x="280" y="248"/>
                      <a:pt x="280" y="248"/>
                      <a:pt x="280" y="248"/>
                    </a:cubicBezTo>
                    <a:cubicBezTo>
                      <a:pt x="341" y="279"/>
                      <a:pt x="341" y="279"/>
                      <a:pt x="341" y="279"/>
                    </a:cubicBezTo>
                    <a:cubicBezTo>
                      <a:pt x="341" y="341"/>
                      <a:pt x="341" y="341"/>
                      <a:pt x="341" y="341"/>
                    </a:cubicBezTo>
                    <a:cubicBezTo>
                      <a:pt x="310" y="341"/>
                      <a:pt x="310" y="341"/>
                      <a:pt x="310" y="341"/>
                    </a:cubicBezTo>
                    <a:cubicBezTo>
                      <a:pt x="310" y="341"/>
                      <a:pt x="310" y="310"/>
                      <a:pt x="280" y="310"/>
                    </a:cubicBezTo>
                    <a:cubicBezTo>
                      <a:pt x="280" y="310"/>
                      <a:pt x="280" y="310"/>
                      <a:pt x="249" y="310"/>
                    </a:cubicBezTo>
                    <a:cubicBezTo>
                      <a:pt x="249" y="341"/>
                      <a:pt x="217" y="341"/>
                      <a:pt x="186" y="341"/>
                    </a:cubicBezTo>
                    <a:lnTo>
                      <a:pt x="186" y="341"/>
                    </a:lnTo>
                    <a:lnTo>
                      <a:pt x="124" y="341"/>
                    </a:lnTo>
                    <a:cubicBezTo>
                      <a:pt x="124" y="341"/>
                      <a:pt x="93" y="341"/>
                      <a:pt x="93" y="310"/>
                    </a:cubicBezTo>
                    <a:lnTo>
                      <a:pt x="93" y="310"/>
                    </a:lnTo>
                    <a:cubicBezTo>
                      <a:pt x="0" y="341"/>
                      <a:pt x="0" y="341"/>
                      <a:pt x="0" y="341"/>
                    </a:cubicBezTo>
                    <a:lnTo>
                      <a:pt x="0" y="372"/>
                    </a:lnTo>
                    <a:lnTo>
                      <a:pt x="0" y="372"/>
                    </a:lnTo>
                    <a:cubicBezTo>
                      <a:pt x="32" y="403"/>
                      <a:pt x="32" y="403"/>
                      <a:pt x="62" y="403"/>
                    </a:cubicBezTo>
                    <a:lnTo>
                      <a:pt x="62" y="403"/>
                    </a:lnTo>
                    <a:cubicBezTo>
                      <a:pt x="93" y="403"/>
                      <a:pt x="124" y="403"/>
                      <a:pt x="156" y="403"/>
                    </a:cubicBezTo>
                    <a:lnTo>
                      <a:pt x="156" y="403"/>
                    </a:lnTo>
                    <a:cubicBezTo>
                      <a:pt x="186" y="372"/>
                      <a:pt x="186" y="372"/>
                      <a:pt x="186" y="372"/>
                    </a:cubicBezTo>
                    <a:cubicBezTo>
                      <a:pt x="186" y="403"/>
                      <a:pt x="186" y="403"/>
                      <a:pt x="186" y="403"/>
                    </a:cubicBezTo>
                    <a:lnTo>
                      <a:pt x="217" y="403"/>
                    </a:lnTo>
                    <a:lnTo>
                      <a:pt x="217" y="403"/>
                    </a:lnTo>
                    <a:lnTo>
                      <a:pt x="280" y="372"/>
                    </a:lnTo>
                    <a:cubicBezTo>
                      <a:pt x="310" y="341"/>
                      <a:pt x="310" y="341"/>
                      <a:pt x="310" y="341"/>
                    </a:cubicBezTo>
                    <a:cubicBezTo>
                      <a:pt x="310" y="403"/>
                      <a:pt x="310" y="403"/>
                      <a:pt x="310" y="403"/>
                    </a:cubicBezTo>
                    <a:cubicBezTo>
                      <a:pt x="310" y="434"/>
                      <a:pt x="310" y="465"/>
                      <a:pt x="310" y="495"/>
                    </a:cubicBezTo>
                    <a:cubicBezTo>
                      <a:pt x="310" y="495"/>
                      <a:pt x="280" y="527"/>
                      <a:pt x="249" y="527"/>
                    </a:cubicBezTo>
                    <a:lnTo>
                      <a:pt x="249" y="527"/>
                    </a:lnTo>
                    <a:lnTo>
                      <a:pt x="217" y="495"/>
                    </a:lnTo>
                    <a:lnTo>
                      <a:pt x="217" y="495"/>
                    </a:lnTo>
                    <a:lnTo>
                      <a:pt x="186" y="527"/>
                    </a:lnTo>
                    <a:cubicBezTo>
                      <a:pt x="156" y="527"/>
                      <a:pt x="156" y="527"/>
                      <a:pt x="124" y="527"/>
                    </a:cubicBezTo>
                    <a:lnTo>
                      <a:pt x="124" y="527"/>
                    </a:lnTo>
                    <a:lnTo>
                      <a:pt x="124" y="527"/>
                    </a:lnTo>
                    <a:cubicBezTo>
                      <a:pt x="93" y="558"/>
                      <a:pt x="93" y="558"/>
                      <a:pt x="93" y="558"/>
                    </a:cubicBezTo>
                    <a:lnTo>
                      <a:pt x="93" y="558"/>
                    </a:lnTo>
                    <a:cubicBezTo>
                      <a:pt x="62" y="558"/>
                      <a:pt x="62" y="589"/>
                      <a:pt x="62" y="589"/>
                    </a:cubicBezTo>
                    <a:cubicBezTo>
                      <a:pt x="93" y="589"/>
                      <a:pt x="93" y="589"/>
                      <a:pt x="93" y="589"/>
                    </a:cubicBezTo>
                    <a:cubicBezTo>
                      <a:pt x="93" y="619"/>
                      <a:pt x="93" y="619"/>
                      <a:pt x="93" y="619"/>
                    </a:cubicBezTo>
                    <a:lnTo>
                      <a:pt x="93" y="619"/>
                    </a:lnTo>
                    <a:cubicBezTo>
                      <a:pt x="93" y="619"/>
                      <a:pt x="93" y="619"/>
                      <a:pt x="124" y="619"/>
                    </a:cubicBezTo>
                    <a:cubicBezTo>
                      <a:pt x="156" y="619"/>
                      <a:pt x="156" y="619"/>
                      <a:pt x="186" y="651"/>
                    </a:cubicBezTo>
                    <a:cubicBezTo>
                      <a:pt x="186" y="682"/>
                      <a:pt x="186" y="682"/>
                      <a:pt x="186" y="682"/>
                    </a:cubicBezTo>
                    <a:lnTo>
                      <a:pt x="186" y="682"/>
                    </a:lnTo>
                    <a:lnTo>
                      <a:pt x="186" y="682"/>
                    </a:lnTo>
                    <a:cubicBezTo>
                      <a:pt x="217" y="651"/>
                      <a:pt x="217" y="651"/>
                      <a:pt x="217" y="651"/>
                    </a:cubicBezTo>
                    <a:cubicBezTo>
                      <a:pt x="249" y="651"/>
                      <a:pt x="249" y="651"/>
                      <a:pt x="249" y="651"/>
                    </a:cubicBezTo>
                    <a:lnTo>
                      <a:pt x="249" y="651"/>
                    </a:lnTo>
                    <a:cubicBezTo>
                      <a:pt x="249" y="651"/>
                      <a:pt x="280" y="682"/>
                      <a:pt x="280" y="713"/>
                    </a:cubicBezTo>
                    <a:lnTo>
                      <a:pt x="280" y="743"/>
                    </a:lnTo>
                    <a:lnTo>
                      <a:pt x="280" y="743"/>
                    </a:lnTo>
                    <a:lnTo>
                      <a:pt x="280" y="743"/>
                    </a:lnTo>
                    <a:lnTo>
                      <a:pt x="280" y="775"/>
                    </a:lnTo>
                    <a:lnTo>
                      <a:pt x="280" y="775"/>
                    </a:lnTo>
                    <a:lnTo>
                      <a:pt x="280" y="775"/>
                    </a:lnTo>
                    <a:cubicBezTo>
                      <a:pt x="280" y="743"/>
                      <a:pt x="310" y="743"/>
                      <a:pt x="310" y="743"/>
                    </a:cubicBezTo>
                    <a:cubicBezTo>
                      <a:pt x="341" y="743"/>
                      <a:pt x="341" y="743"/>
                      <a:pt x="341" y="775"/>
                    </a:cubicBezTo>
                    <a:cubicBezTo>
                      <a:pt x="341" y="775"/>
                      <a:pt x="341" y="775"/>
                      <a:pt x="373" y="775"/>
                    </a:cubicBezTo>
                    <a:lnTo>
                      <a:pt x="373" y="775"/>
                    </a:lnTo>
                    <a:lnTo>
                      <a:pt x="404" y="775"/>
                    </a:lnTo>
                    <a:cubicBezTo>
                      <a:pt x="434" y="713"/>
                      <a:pt x="434" y="713"/>
                      <a:pt x="434" y="713"/>
                    </a:cubicBezTo>
                    <a:cubicBezTo>
                      <a:pt x="434" y="775"/>
                      <a:pt x="434" y="775"/>
                      <a:pt x="434" y="775"/>
                    </a:cubicBezTo>
                    <a:lnTo>
                      <a:pt x="434" y="775"/>
                    </a:lnTo>
                    <a:cubicBezTo>
                      <a:pt x="465" y="775"/>
                      <a:pt x="465" y="775"/>
                      <a:pt x="465" y="775"/>
                    </a:cubicBezTo>
                    <a:lnTo>
                      <a:pt x="465" y="775"/>
                    </a:lnTo>
                    <a:cubicBezTo>
                      <a:pt x="465" y="775"/>
                      <a:pt x="497" y="775"/>
                      <a:pt x="497" y="743"/>
                    </a:cubicBezTo>
                    <a:cubicBezTo>
                      <a:pt x="652" y="651"/>
                      <a:pt x="652" y="651"/>
                      <a:pt x="652" y="651"/>
                    </a:cubicBezTo>
                    <a:cubicBezTo>
                      <a:pt x="528" y="806"/>
                      <a:pt x="528" y="806"/>
                      <a:pt x="528" y="806"/>
                    </a:cubicBezTo>
                    <a:lnTo>
                      <a:pt x="497" y="837"/>
                    </a:lnTo>
                    <a:lnTo>
                      <a:pt x="497" y="837"/>
                    </a:lnTo>
                    <a:cubicBezTo>
                      <a:pt x="497" y="867"/>
                      <a:pt x="497" y="867"/>
                      <a:pt x="497" y="867"/>
                    </a:cubicBezTo>
                    <a:lnTo>
                      <a:pt x="497" y="899"/>
                    </a:lnTo>
                    <a:cubicBezTo>
                      <a:pt x="497" y="899"/>
                      <a:pt x="497" y="899"/>
                      <a:pt x="528" y="899"/>
                    </a:cubicBezTo>
                    <a:lnTo>
                      <a:pt x="528" y="867"/>
                    </a:lnTo>
                    <a:lnTo>
                      <a:pt x="528" y="867"/>
                    </a:lnTo>
                    <a:cubicBezTo>
                      <a:pt x="589" y="837"/>
                      <a:pt x="589" y="837"/>
                      <a:pt x="589" y="837"/>
                    </a:cubicBezTo>
                    <a:cubicBezTo>
                      <a:pt x="589" y="837"/>
                      <a:pt x="589" y="837"/>
                      <a:pt x="621" y="806"/>
                    </a:cubicBezTo>
                    <a:lnTo>
                      <a:pt x="621" y="806"/>
                    </a:lnTo>
                    <a:cubicBezTo>
                      <a:pt x="621" y="806"/>
                      <a:pt x="621" y="806"/>
                      <a:pt x="652" y="806"/>
                    </a:cubicBezTo>
                    <a:lnTo>
                      <a:pt x="652" y="806"/>
                    </a:lnTo>
                    <a:cubicBezTo>
                      <a:pt x="682" y="775"/>
                      <a:pt x="713" y="743"/>
                      <a:pt x="713" y="743"/>
                    </a:cubicBezTo>
                    <a:cubicBezTo>
                      <a:pt x="713" y="713"/>
                      <a:pt x="713" y="713"/>
                      <a:pt x="713" y="713"/>
                    </a:cubicBezTo>
                    <a:lnTo>
                      <a:pt x="713" y="713"/>
                    </a:lnTo>
                    <a:cubicBezTo>
                      <a:pt x="652" y="651"/>
                      <a:pt x="652" y="651"/>
                      <a:pt x="652" y="651"/>
                    </a:cubicBezTo>
                    <a:cubicBezTo>
                      <a:pt x="745" y="682"/>
                      <a:pt x="745" y="682"/>
                      <a:pt x="745" y="682"/>
                    </a:cubicBezTo>
                    <a:cubicBezTo>
                      <a:pt x="745" y="651"/>
                      <a:pt x="776" y="651"/>
                      <a:pt x="776" y="651"/>
                    </a:cubicBezTo>
                    <a:lnTo>
                      <a:pt x="776" y="619"/>
                    </a:lnTo>
                    <a:cubicBezTo>
                      <a:pt x="806" y="619"/>
                      <a:pt x="806" y="619"/>
                      <a:pt x="837" y="619"/>
                    </a:cubicBezTo>
                    <a:cubicBezTo>
                      <a:pt x="837" y="619"/>
                      <a:pt x="900" y="589"/>
                      <a:pt x="930" y="589"/>
                    </a:cubicBezTo>
                    <a:cubicBezTo>
                      <a:pt x="961" y="651"/>
                      <a:pt x="961" y="651"/>
                      <a:pt x="961" y="651"/>
                    </a:cubicBezTo>
                    <a:lnTo>
                      <a:pt x="961" y="651"/>
                    </a:lnTo>
                    <a:lnTo>
                      <a:pt x="961" y="619"/>
                    </a:lnTo>
                    <a:cubicBezTo>
                      <a:pt x="993" y="619"/>
                      <a:pt x="993" y="619"/>
                      <a:pt x="1024" y="619"/>
                    </a:cubicBezTo>
                    <a:lnTo>
                      <a:pt x="1024" y="619"/>
                    </a:lnTo>
                    <a:cubicBezTo>
                      <a:pt x="1054" y="619"/>
                      <a:pt x="1054" y="619"/>
                      <a:pt x="1054" y="619"/>
                    </a:cubicBezTo>
                    <a:lnTo>
                      <a:pt x="1085" y="651"/>
                    </a:lnTo>
                    <a:lnTo>
                      <a:pt x="1085" y="651"/>
                    </a:lnTo>
                    <a:cubicBezTo>
                      <a:pt x="1117" y="651"/>
                      <a:pt x="1117" y="651"/>
                      <a:pt x="1117" y="651"/>
                    </a:cubicBezTo>
                    <a:lnTo>
                      <a:pt x="1117" y="651"/>
                    </a:lnTo>
                    <a:lnTo>
                      <a:pt x="1117" y="651"/>
                    </a:lnTo>
                    <a:cubicBezTo>
                      <a:pt x="1148" y="651"/>
                      <a:pt x="1148" y="651"/>
                      <a:pt x="1148" y="651"/>
                    </a:cubicBezTo>
                    <a:lnTo>
                      <a:pt x="1148" y="651"/>
                    </a:lnTo>
                    <a:cubicBezTo>
                      <a:pt x="1178" y="651"/>
                      <a:pt x="1178" y="651"/>
                      <a:pt x="1178" y="651"/>
                    </a:cubicBezTo>
                    <a:cubicBezTo>
                      <a:pt x="1272" y="589"/>
                      <a:pt x="1272" y="589"/>
                      <a:pt x="1272" y="589"/>
                    </a:cubicBezTo>
                    <a:cubicBezTo>
                      <a:pt x="1209" y="682"/>
                      <a:pt x="1209" y="682"/>
                      <a:pt x="1209" y="682"/>
                    </a:cubicBezTo>
                    <a:lnTo>
                      <a:pt x="1209" y="682"/>
                    </a:lnTo>
                    <a:cubicBezTo>
                      <a:pt x="1241" y="682"/>
                      <a:pt x="1241" y="682"/>
                      <a:pt x="1241" y="682"/>
                    </a:cubicBezTo>
                    <a:lnTo>
                      <a:pt x="1272" y="682"/>
                    </a:lnTo>
                    <a:cubicBezTo>
                      <a:pt x="1272" y="682"/>
                      <a:pt x="1272" y="682"/>
                      <a:pt x="1302" y="682"/>
                    </a:cubicBezTo>
                    <a:lnTo>
                      <a:pt x="1302" y="682"/>
                    </a:lnTo>
                    <a:cubicBezTo>
                      <a:pt x="1333" y="682"/>
                      <a:pt x="1333" y="682"/>
                      <a:pt x="1333" y="682"/>
                    </a:cubicBezTo>
                    <a:lnTo>
                      <a:pt x="1333" y="682"/>
                    </a:lnTo>
                    <a:lnTo>
                      <a:pt x="1333" y="682"/>
                    </a:lnTo>
                    <a:lnTo>
                      <a:pt x="1365" y="682"/>
                    </a:lnTo>
                    <a:lnTo>
                      <a:pt x="1365" y="682"/>
                    </a:lnTo>
                    <a:lnTo>
                      <a:pt x="1365" y="682"/>
                    </a:lnTo>
                    <a:lnTo>
                      <a:pt x="1365" y="682"/>
                    </a:lnTo>
                    <a:lnTo>
                      <a:pt x="1365" y="682"/>
                    </a:lnTo>
                    <a:lnTo>
                      <a:pt x="1365" y="682"/>
                    </a:lnTo>
                    <a:cubicBezTo>
                      <a:pt x="1365" y="124"/>
                      <a:pt x="1365" y="124"/>
                      <a:pt x="1365" y="124"/>
                    </a:cubicBezTo>
                    <a:cubicBezTo>
                      <a:pt x="1365" y="124"/>
                      <a:pt x="1365" y="93"/>
                      <a:pt x="1333" y="93"/>
                    </a:cubicBezTo>
                    <a:lnTo>
                      <a:pt x="1302" y="9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31" name="Freeform 180">
                <a:extLst>
                  <a:ext uri="{FF2B5EF4-FFF2-40B4-BE49-F238E27FC236}">
                    <a16:creationId xmlns:a16="http://schemas.microsoft.com/office/drawing/2014/main" id="{2D3145A7-7C6B-6F86-3961-21D1E3D88144}"/>
                  </a:ext>
                </a:extLst>
              </p:cNvPr>
              <p:cNvSpPr>
                <a:spLocks noChangeArrowheads="1"/>
              </p:cNvSpPr>
              <p:nvPr/>
            </p:nvSpPr>
            <p:spPr bwMode="auto">
              <a:xfrm>
                <a:off x="1838325" y="2249488"/>
                <a:ext cx="44450" cy="77787"/>
              </a:xfrm>
              <a:custGeom>
                <a:avLst/>
                <a:gdLst>
                  <a:gd name="T0" fmla="*/ 124 w 125"/>
                  <a:gd name="T1" fmla="*/ 186 h 217"/>
                  <a:gd name="T2" fmla="*/ 124 w 125"/>
                  <a:gd name="T3" fmla="*/ 186 h 217"/>
                  <a:gd name="T4" fmla="*/ 124 w 125"/>
                  <a:gd name="T5" fmla="*/ 154 h 217"/>
                  <a:gd name="T6" fmla="*/ 124 w 125"/>
                  <a:gd name="T7" fmla="*/ 124 h 217"/>
                  <a:gd name="T8" fmla="*/ 124 w 125"/>
                  <a:gd name="T9" fmla="*/ 124 h 217"/>
                  <a:gd name="T10" fmla="*/ 124 w 125"/>
                  <a:gd name="T11" fmla="*/ 93 h 217"/>
                  <a:gd name="T12" fmla="*/ 124 w 125"/>
                  <a:gd name="T13" fmla="*/ 31 h 217"/>
                  <a:gd name="T14" fmla="*/ 124 w 125"/>
                  <a:gd name="T15" fmla="*/ 0 h 217"/>
                  <a:gd name="T16" fmla="*/ 62 w 125"/>
                  <a:gd name="T17" fmla="*/ 0 h 217"/>
                  <a:gd name="T18" fmla="*/ 62 w 125"/>
                  <a:gd name="T19" fmla="*/ 0 h 217"/>
                  <a:gd name="T20" fmla="*/ 62 w 125"/>
                  <a:gd name="T21" fmla="*/ 0 h 217"/>
                  <a:gd name="T22" fmla="*/ 62 w 125"/>
                  <a:gd name="T23" fmla="*/ 0 h 217"/>
                  <a:gd name="T24" fmla="*/ 93 w 125"/>
                  <a:gd name="T25" fmla="*/ 31 h 217"/>
                  <a:gd name="T26" fmla="*/ 93 w 125"/>
                  <a:gd name="T27" fmla="*/ 31 h 217"/>
                  <a:gd name="T28" fmla="*/ 93 w 125"/>
                  <a:gd name="T29" fmla="*/ 63 h 217"/>
                  <a:gd name="T30" fmla="*/ 93 w 125"/>
                  <a:gd name="T31" fmla="*/ 63 h 217"/>
                  <a:gd name="T32" fmla="*/ 93 w 125"/>
                  <a:gd name="T33" fmla="*/ 63 h 217"/>
                  <a:gd name="T34" fmla="*/ 93 w 125"/>
                  <a:gd name="T35" fmla="*/ 93 h 217"/>
                  <a:gd name="T36" fmla="*/ 62 w 125"/>
                  <a:gd name="T37" fmla="*/ 124 h 217"/>
                  <a:gd name="T38" fmla="*/ 62 w 125"/>
                  <a:gd name="T39" fmla="*/ 124 h 217"/>
                  <a:gd name="T40" fmla="*/ 62 w 125"/>
                  <a:gd name="T41" fmla="*/ 124 h 217"/>
                  <a:gd name="T42" fmla="*/ 31 w 125"/>
                  <a:gd name="T43" fmla="*/ 124 h 217"/>
                  <a:gd name="T44" fmla="*/ 0 w 125"/>
                  <a:gd name="T45" fmla="*/ 124 h 217"/>
                  <a:gd name="T46" fmla="*/ 0 w 125"/>
                  <a:gd name="T47" fmla="*/ 124 h 217"/>
                  <a:gd name="T48" fmla="*/ 0 w 125"/>
                  <a:gd name="T49" fmla="*/ 124 h 217"/>
                  <a:gd name="T50" fmla="*/ 0 w 125"/>
                  <a:gd name="T51" fmla="*/ 124 h 217"/>
                  <a:gd name="T52" fmla="*/ 0 w 125"/>
                  <a:gd name="T53" fmla="*/ 154 h 217"/>
                  <a:gd name="T54" fmla="*/ 0 w 125"/>
                  <a:gd name="T55" fmla="*/ 154 h 217"/>
                  <a:gd name="T56" fmla="*/ 62 w 125"/>
                  <a:gd name="T57" fmla="*/ 216 h 217"/>
                  <a:gd name="T58" fmla="*/ 62 w 125"/>
                  <a:gd name="T59" fmla="*/ 216 h 217"/>
                  <a:gd name="T60" fmla="*/ 93 w 125"/>
                  <a:gd name="T61" fmla="*/ 186 h 217"/>
                  <a:gd name="T62" fmla="*/ 124 w 125"/>
                  <a:gd name="T63" fmla="*/ 18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5" h="217">
                    <a:moveTo>
                      <a:pt x="124" y="186"/>
                    </a:moveTo>
                    <a:lnTo>
                      <a:pt x="124" y="186"/>
                    </a:lnTo>
                    <a:lnTo>
                      <a:pt x="124" y="154"/>
                    </a:lnTo>
                    <a:cubicBezTo>
                      <a:pt x="124" y="154"/>
                      <a:pt x="124" y="154"/>
                      <a:pt x="124" y="124"/>
                    </a:cubicBezTo>
                    <a:lnTo>
                      <a:pt x="124" y="124"/>
                    </a:lnTo>
                    <a:cubicBezTo>
                      <a:pt x="124" y="93"/>
                      <a:pt x="124" y="93"/>
                      <a:pt x="124" y="93"/>
                    </a:cubicBezTo>
                    <a:cubicBezTo>
                      <a:pt x="124" y="93"/>
                      <a:pt x="124" y="63"/>
                      <a:pt x="124" y="31"/>
                    </a:cubicBezTo>
                    <a:cubicBezTo>
                      <a:pt x="124" y="31"/>
                      <a:pt x="124" y="31"/>
                      <a:pt x="124" y="0"/>
                    </a:cubicBezTo>
                    <a:cubicBezTo>
                      <a:pt x="62" y="0"/>
                      <a:pt x="62" y="0"/>
                      <a:pt x="62" y="0"/>
                    </a:cubicBezTo>
                    <a:lnTo>
                      <a:pt x="62" y="0"/>
                    </a:lnTo>
                    <a:lnTo>
                      <a:pt x="62" y="0"/>
                    </a:lnTo>
                    <a:lnTo>
                      <a:pt x="62" y="0"/>
                    </a:lnTo>
                    <a:cubicBezTo>
                      <a:pt x="62" y="0"/>
                      <a:pt x="93" y="0"/>
                      <a:pt x="93" y="31"/>
                    </a:cubicBezTo>
                    <a:lnTo>
                      <a:pt x="93" y="31"/>
                    </a:lnTo>
                    <a:cubicBezTo>
                      <a:pt x="93" y="63"/>
                      <a:pt x="93" y="63"/>
                      <a:pt x="93" y="63"/>
                    </a:cubicBezTo>
                    <a:lnTo>
                      <a:pt x="93" y="63"/>
                    </a:lnTo>
                    <a:lnTo>
                      <a:pt x="93" y="63"/>
                    </a:lnTo>
                    <a:cubicBezTo>
                      <a:pt x="93" y="63"/>
                      <a:pt x="93" y="63"/>
                      <a:pt x="93" y="93"/>
                    </a:cubicBezTo>
                    <a:cubicBezTo>
                      <a:pt x="93" y="93"/>
                      <a:pt x="93" y="93"/>
                      <a:pt x="62" y="124"/>
                    </a:cubicBezTo>
                    <a:lnTo>
                      <a:pt x="62" y="124"/>
                    </a:lnTo>
                    <a:lnTo>
                      <a:pt x="62" y="124"/>
                    </a:lnTo>
                    <a:cubicBezTo>
                      <a:pt x="62" y="124"/>
                      <a:pt x="62" y="124"/>
                      <a:pt x="31" y="124"/>
                    </a:cubicBezTo>
                    <a:cubicBezTo>
                      <a:pt x="31" y="124"/>
                      <a:pt x="31" y="124"/>
                      <a:pt x="0" y="124"/>
                    </a:cubicBezTo>
                    <a:lnTo>
                      <a:pt x="0" y="124"/>
                    </a:lnTo>
                    <a:lnTo>
                      <a:pt x="0" y="124"/>
                    </a:lnTo>
                    <a:lnTo>
                      <a:pt x="0" y="124"/>
                    </a:lnTo>
                    <a:cubicBezTo>
                      <a:pt x="0" y="124"/>
                      <a:pt x="0" y="124"/>
                      <a:pt x="0" y="154"/>
                    </a:cubicBezTo>
                    <a:lnTo>
                      <a:pt x="0" y="154"/>
                    </a:lnTo>
                    <a:cubicBezTo>
                      <a:pt x="0" y="186"/>
                      <a:pt x="31" y="216"/>
                      <a:pt x="62" y="216"/>
                    </a:cubicBezTo>
                    <a:lnTo>
                      <a:pt x="62" y="216"/>
                    </a:lnTo>
                    <a:cubicBezTo>
                      <a:pt x="62" y="186"/>
                      <a:pt x="93" y="186"/>
                      <a:pt x="93" y="186"/>
                    </a:cubicBezTo>
                    <a:lnTo>
                      <a:pt x="124" y="186"/>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32" name="Freeform 181">
                <a:extLst>
                  <a:ext uri="{FF2B5EF4-FFF2-40B4-BE49-F238E27FC236}">
                    <a16:creationId xmlns:a16="http://schemas.microsoft.com/office/drawing/2014/main" id="{3406B406-3B88-4F74-A99B-C4BBDE47C425}"/>
                  </a:ext>
                </a:extLst>
              </p:cNvPr>
              <p:cNvSpPr>
                <a:spLocks noChangeArrowheads="1"/>
              </p:cNvSpPr>
              <p:nvPr/>
            </p:nvSpPr>
            <p:spPr bwMode="auto">
              <a:xfrm>
                <a:off x="2239963" y="2205038"/>
                <a:ext cx="33337" cy="23812"/>
              </a:xfrm>
              <a:custGeom>
                <a:avLst/>
                <a:gdLst>
                  <a:gd name="T0" fmla="*/ 31 w 94"/>
                  <a:gd name="T1" fmla="*/ 31 h 64"/>
                  <a:gd name="T2" fmla="*/ 31 w 94"/>
                  <a:gd name="T3" fmla="*/ 31 h 64"/>
                  <a:gd name="T4" fmla="*/ 61 w 94"/>
                  <a:gd name="T5" fmla="*/ 63 h 64"/>
                  <a:gd name="T6" fmla="*/ 93 w 94"/>
                  <a:gd name="T7" fmla="*/ 31 h 64"/>
                  <a:gd name="T8" fmla="*/ 93 w 94"/>
                  <a:gd name="T9" fmla="*/ 31 h 64"/>
                  <a:gd name="T10" fmla="*/ 61 w 94"/>
                  <a:gd name="T11" fmla="*/ 31 h 64"/>
                  <a:gd name="T12" fmla="*/ 61 w 94"/>
                  <a:gd name="T13" fmla="*/ 0 h 64"/>
                  <a:gd name="T14" fmla="*/ 61 w 94"/>
                  <a:gd name="T15" fmla="*/ 0 h 64"/>
                  <a:gd name="T16" fmla="*/ 31 w 94"/>
                  <a:gd name="T17" fmla="*/ 0 h 64"/>
                  <a:gd name="T18" fmla="*/ 31 w 94"/>
                  <a:gd name="T19" fmla="*/ 0 h 64"/>
                  <a:gd name="T20" fmla="*/ 0 w 94"/>
                  <a:gd name="T21" fmla="*/ 31 h 64"/>
                  <a:gd name="T22" fmla="*/ 31 w 94"/>
                  <a:gd name="T23" fmla="*/ 3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64">
                    <a:moveTo>
                      <a:pt x="31" y="31"/>
                    </a:moveTo>
                    <a:lnTo>
                      <a:pt x="31" y="31"/>
                    </a:lnTo>
                    <a:lnTo>
                      <a:pt x="61" y="63"/>
                    </a:lnTo>
                    <a:cubicBezTo>
                      <a:pt x="61" y="31"/>
                      <a:pt x="93" y="31"/>
                      <a:pt x="93" y="31"/>
                    </a:cubicBezTo>
                    <a:lnTo>
                      <a:pt x="93" y="31"/>
                    </a:lnTo>
                    <a:cubicBezTo>
                      <a:pt x="93" y="31"/>
                      <a:pt x="93" y="31"/>
                      <a:pt x="61" y="31"/>
                    </a:cubicBezTo>
                    <a:lnTo>
                      <a:pt x="61" y="0"/>
                    </a:lnTo>
                    <a:lnTo>
                      <a:pt x="61" y="0"/>
                    </a:lnTo>
                    <a:lnTo>
                      <a:pt x="31" y="0"/>
                    </a:lnTo>
                    <a:lnTo>
                      <a:pt x="31" y="0"/>
                    </a:lnTo>
                    <a:cubicBezTo>
                      <a:pt x="31" y="31"/>
                      <a:pt x="31" y="31"/>
                      <a:pt x="0" y="31"/>
                    </a:cubicBezTo>
                    <a:cubicBezTo>
                      <a:pt x="31" y="31"/>
                      <a:pt x="31" y="31"/>
                      <a:pt x="31"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33" name="Freeform 182">
                <a:extLst>
                  <a:ext uri="{FF2B5EF4-FFF2-40B4-BE49-F238E27FC236}">
                    <a16:creationId xmlns:a16="http://schemas.microsoft.com/office/drawing/2014/main" id="{DD7B992B-7CA0-1F8A-75D5-5B037CACBFCA}"/>
                  </a:ext>
                </a:extLst>
              </p:cNvPr>
              <p:cNvSpPr>
                <a:spLocks noChangeArrowheads="1"/>
              </p:cNvSpPr>
              <p:nvPr/>
            </p:nvSpPr>
            <p:spPr bwMode="auto">
              <a:xfrm>
                <a:off x="1169988" y="942975"/>
                <a:ext cx="168275" cy="55563"/>
              </a:xfrm>
              <a:custGeom>
                <a:avLst/>
                <a:gdLst>
                  <a:gd name="T0" fmla="*/ 466 w 467"/>
                  <a:gd name="T1" fmla="*/ 31 h 156"/>
                  <a:gd name="T2" fmla="*/ 466 w 467"/>
                  <a:gd name="T3" fmla="*/ 31 h 156"/>
                  <a:gd name="T4" fmla="*/ 434 w 467"/>
                  <a:gd name="T5" fmla="*/ 0 h 156"/>
                  <a:gd name="T6" fmla="*/ 403 w 467"/>
                  <a:gd name="T7" fmla="*/ 0 h 156"/>
                  <a:gd name="T8" fmla="*/ 342 w 467"/>
                  <a:gd name="T9" fmla="*/ 31 h 156"/>
                  <a:gd name="T10" fmla="*/ 310 w 467"/>
                  <a:gd name="T11" fmla="*/ 31 h 156"/>
                  <a:gd name="T12" fmla="*/ 248 w 467"/>
                  <a:gd name="T13" fmla="*/ 0 h 156"/>
                  <a:gd name="T14" fmla="*/ 186 w 467"/>
                  <a:gd name="T15" fmla="*/ 0 h 156"/>
                  <a:gd name="T16" fmla="*/ 186 w 467"/>
                  <a:gd name="T17" fmla="*/ 0 h 156"/>
                  <a:gd name="T18" fmla="*/ 94 w 467"/>
                  <a:gd name="T19" fmla="*/ 0 h 156"/>
                  <a:gd name="T20" fmla="*/ 94 w 467"/>
                  <a:gd name="T21" fmla="*/ 31 h 156"/>
                  <a:gd name="T22" fmla="*/ 94 w 467"/>
                  <a:gd name="T23" fmla="*/ 62 h 156"/>
                  <a:gd name="T24" fmla="*/ 94 w 467"/>
                  <a:gd name="T25" fmla="*/ 62 h 156"/>
                  <a:gd name="T26" fmla="*/ 62 w 467"/>
                  <a:gd name="T27" fmla="*/ 93 h 156"/>
                  <a:gd name="T28" fmla="*/ 31 w 467"/>
                  <a:gd name="T29" fmla="*/ 93 h 156"/>
                  <a:gd name="T30" fmla="*/ 31 w 467"/>
                  <a:gd name="T31" fmla="*/ 93 h 156"/>
                  <a:gd name="T32" fmla="*/ 0 w 467"/>
                  <a:gd name="T33" fmla="*/ 93 h 156"/>
                  <a:gd name="T34" fmla="*/ 31 w 467"/>
                  <a:gd name="T35" fmla="*/ 93 h 156"/>
                  <a:gd name="T36" fmla="*/ 62 w 467"/>
                  <a:gd name="T37" fmla="*/ 124 h 156"/>
                  <a:gd name="T38" fmla="*/ 94 w 467"/>
                  <a:gd name="T39" fmla="*/ 155 h 156"/>
                  <a:gd name="T40" fmla="*/ 124 w 467"/>
                  <a:gd name="T41" fmla="*/ 155 h 156"/>
                  <a:gd name="T42" fmla="*/ 124 w 467"/>
                  <a:gd name="T43" fmla="*/ 155 h 156"/>
                  <a:gd name="T44" fmla="*/ 248 w 467"/>
                  <a:gd name="T45" fmla="*/ 124 h 156"/>
                  <a:gd name="T46" fmla="*/ 248 w 467"/>
                  <a:gd name="T47" fmla="*/ 124 h 156"/>
                  <a:gd name="T48" fmla="*/ 248 w 467"/>
                  <a:gd name="T49" fmla="*/ 93 h 156"/>
                  <a:gd name="T50" fmla="*/ 310 w 467"/>
                  <a:gd name="T51" fmla="*/ 62 h 156"/>
                  <a:gd name="T52" fmla="*/ 310 w 467"/>
                  <a:gd name="T53" fmla="*/ 62 h 156"/>
                  <a:gd name="T54" fmla="*/ 310 w 467"/>
                  <a:gd name="T55" fmla="*/ 62 h 156"/>
                  <a:gd name="T56" fmla="*/ 310 w 467"/>
                  <a:gd name="T57" fmla="*/ 62 h 156"/>
                  <a:gd name="T58" fmla="*/ 342 w 467"/>
                  <a:gd name="T59" fmla="*/ 62 h 156"/>
                  <a:gd name="T60" fmla="*/ 403 w 467"/>
                  <a:gd name="T61" fmla="*/ 31 h 156"/>
                  <a:gd name="T62" fmla="*/ 466 w 467"/>
                  <a:gd name="T63" fmla="*/ 31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7" h="156">
                    <a:moveTo>
                      <a:pt x="466" y="31"/>
                    </a:moveTo>
                    <a:lnTo>
                      <a:pt x="466" y="31"/>
                    </a:lnTo>
                    <a:cubicBezTo>
                      <a:pt x="466" y="31"/>
                      <a:pt x="434" y="31"/>
                      <a:pt x="434" y="0"/>
                    </a:cubicBezTo>
                    <a:lnTo>
                      <a:pt x="403" y="0"/>
                    </a:lnTo>
                    <a:cubicBezTo>
                      <a:pt x="372" y="0"/>
                      <a:pt x="372" y="0"/>
                      <a:pt x="342" y="31"/>
                    </a:cubicBezTo>
                    <a:cubicBezTo>
                      <a:pt x="342" y="31"/>
                      <a:pt x="342" y="31"/>
                      <a:pt x="310" y="31"/>
                    </a:cubicBezTo>
                    <a:cubicBezTo>
                      <a:pt x="279" y="31"/>
                      <a:pt x="279" y="31"/>
                      <a:pt x="248" y="0"/>
                    </a:cubicBezTo>
                    <a:cubicBezTo>
                      <a:pt x="218" y="0"/>
                      <a:pt x="218" y="0"/>
                      <a:pt x="186" y="0"/>
                    </a:cubicBezTo>
                    <a:lnTo>
                      <a:pt x="186" y="0"/>
                    </a:lnTo>
                    <a:cubicBezTo>
                      <a:pt x="155" y="0"/>
                      <a:pt x="124" y="0"/>
                      <a:pt x="94" y="0"/>
                    </a:cubicBezTo>
                    <a:cubicBezTo>
                      <a:pt x="94" y="0"/>
                      <a:pt x="94" y="0"/>
                      <a:pt x="94" y="31"/>
                    </a:cubicBezTo>
                    <a:lnTo>
                      <a:pt x="94" y="62"/>
                    </a:lnTo>
                    <a:lnTo>
                      <a:pt x="94" y="62"/>
                    </a:lnTo>
                    <a:cubicBezTo>
                      <a:pt x="62" y="62"/>
                      <a:pt x="62" y="62"/>
                      <a:pt x="62" y="93"/>
                    </a:cubicBezTo>
                    <a:cubicBezTo>
                      <a:pt x="62" y="93"/>
                      <a:pt x="62" y="93"/>
                      <a:pt x="31" y="93"/>
                    </a:cubicBezTo>
                    <a:lnTo>
                      <a:pt x="31" y="93"/>
                    </a:lnTo>
                    <a:lnTo>
                      <a:pt x="0" y="93"/>
                    </a:lnTo>
                    <a:lnTo>
                      <a:pt x="31" y="93"/>
                    </a:lnTo>
                    <a:cubicBezTo>
                      <a:pt x="31" y="93"/>
                      <a:pt x="31" y="93"/>
                      <a:pt x="62" y="124"/>
                    </a:cubicBezTo>
                    <a:cubicBezTo>
                      <a:pt x="62" y="124"/>
                      <a:pt x="94" y="124"/>
                      <a:pt x="94" y="155"/>
                    </a:cubicBezTo>
                    <a:lnTo>
                      <a:pt x="124" y="155"/>
                    </a:lnTo>
                    <a:lnTo>
                      <a:pt x="124" y="155"/>
                    </a:lnTo>
                    <a:cubicBezTo>
                      <a:pt x="124" y="155"/>
                      <a:pt x="218" y="124"/>
                      <a:pt x="248" y="124"/>
                    </a:cubicBezTo>
                    <a:lnTo>
                      <a:pt x="248" y="124"/>
                    </a:lnTo>
                    <a:lnTo>
                      <a:pt x="248" y="93"/>
                    </a:lnTo>
                    <a:cubicBezTo>
                      <a:pt x="248" y="62"/>
                      <a:pt x="279" y="62"/>
                      <a:pt x="310" y="62"/>
                    </a:cubicBezTo>
                    <a:lnTo>
                      <a:pt x="310" y="62"/>
                    </a:lnTo>
                    <a:lnTo>
                      <a:pt x="310" y="62"/>
                    </a:lnTo>
                    <a:lnTo>
                      <a:pt x="310" y="62"/>
                    </a:lnTo>
                    <a:cubicBezTo>
                      <a:pt x="342" y="62"/>
                      <a:pt x="342" y="62"/>
                      <a:pt x="342" y="62"/>
                    </a:cubicBezTo>
                    <a:cubicBezTo>
                      <a:pt x="372" y="62"/>
                      <a:pt x="372" y="31"/>
                      <a:pt x="403" y="31"/>
                    </a:cubicBezTo>
                    <a:cubicBezTo>
                      <a:pt x="403" y="31"/>
                      <a:pt x="434" y="31"/>
                      <a:pt x="466"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34" name="Freeform 183">
                <a:extLst>
                  <a:ext uri="{FF2B5EF4-FFF2-40B4-BE49-F238E27FC236}">
                    <a16:creationId xmlns:a16="http://schemas.microsoft.com/office/drawing/2014/main" id="{639C6788-FF48-6D39-4827-91FF1B72E729}"/>
                  </a:ext>
                </a:extLst>
              </p:cNvPr>
              <p:cNvSpPr>
                <a:spLocks noChangeArrowheads="1"/>
              </p:cNvSpPr>
              <p:nvPr/>
            </p:nvSpPr>
            <p:spPr bwMode="auto">
              <a:xfrm>
                <a:off x="1984375" y="754063"/>
                <a:ext cx="22225" cy="11112"/>
              </a:xfrm>
              <a:custGeom>
                <a:avLst/>
                <a:gdLst>
                  <a:gd name="T0" fmla="*/ 0 w 63"/>
                  <a:gd name="T1" fmla="*/ 0 h 32"/>
                  <a:gd name="T2" fmla="*/ 0 w 63"/>
                  <a:gd name="T3" fmla="*/ 0 h 32"/>
                  <a:gd name="T4" fmla="*/ 0 w 63"/>
                  <a:gd name="T5" fmla="*/ 31 h 32"/>
                  <a:gd name="T6" fmla="*/ 62 w 63"/>
                  <a:gd name="T7" fmla="*/ 31 h 32"/>
                  <a:gd name="T8" fmla="*/ 31 w 63"/>
                  <a:gd name="T9" fmla="*/ 31 h 32"/>
                  <a:gd name="T10" fmla="*/ 0 w 63"/>
                  <a:gd name="T11" fmla="*/ 0 h 32"/>
                </a:gdLst>
                <a:ahLst/>
                <a:cxnLst>
                  <a:cxn ang="0">
                    <a:pos x="T0" y="T1"/>
                  </a:cxn>
                  <a:cxn ang="0">
                    <a:pos x="T2" y="T3"/>
                  </a:cxn>
                  <a:cxn ang="0">
                    <a:pos x="T4" y="T5"/>
                  </a:cxn>
                  <a:cxn ang="0">
                    <a:pos x="T6" y="T7"/>
                  </a:cxn>
                  <a:cxn ang="0">
                    <a:pos x="T8" y="T9"/>
                  </a:cxn>
                  <a:cxn ang="0">
                    <a:pos x="T10" y="T11"/>
                  </a:cxn>
                </a:cxnLst>
                <a:rect l="0" t="0" r="r" b="b"/>
                <a:pathLst>
                  <a:path w="63" h="32">
                    <a:moveTo>
                      <a:pt x="0" y="0"/>
                    </a:moveTo>
                    <a:lnTo>
                      <a:pt x="0" y="0"/>
                    </a:lnTo>
                    <a:lnTo>
                      <a:pt x="0" y="31"/>
                    </a:lnTo>
                    <a:cubicBezTo>
                      <a:pt x="31" y="31"/>
                      <a:pt x="31" y="31"/>
                      <a:pt x="62" y="31"/>
                    </a:cubicBezTo>
                    <a:cubicBezTo>
                      <a:pt x="62" y="31"/>
                      <a:pt x="62" y="31"/>
                      <a:pt x="31" y="31"/>
                    </a:cubicBezTo>
                    <a:cubicBezTo>
                      <a:pt x="31" y="31"/>
                      <a:pt x="31" y="0"/>
                      <a:pt x="0"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35" name="Freeform 184">
                <a:extLst>
                  <a:ext uri="{FF2B5EF4-FFF2-40B4-BE49-F238E27FC236}">
                    <a16:creationId xmlns:a16="http://schemas.microsoft.com/office/drawing/2014/main" id="{CF8CDA73-C9A3-BCAE-0B9E-6A687CCDC22E}"/>
                  </a:ext>
                </a:extLst>
              </p:cNvPr>
              <p:cNvSpPr>
                <a:spLocks noChangeArrowheads="1"/>
              </p:cNvSpPr>
              <p:nvPr/>
            </p:nvSpPr>
            <p:spPr bwMode="auto">
              <a:xfrm>
                <a:off x="1893888" y="865188"/>
                <a:ext cx="123825" cy="11112"/>
              </a:xfrm>
              <a:custGeom>
                <a:avLst/>
                <a:gdLst>
                  <a:gd name="T0" fmla="*/ 279 w 342"/>
                  <a:gd name="T1" fmla="*/ 31 h 32"/>
                  <a:gd name="T2" fmla="*/ 279 w 342"/>
                  <a:gd name="T3" fmla="*/ 31 h 32"/>
                  <a:gd name="T4" fmla="*/ 248 w 342"/>
                  <a:gd name="T5" fmla="*/ 31 h 32"/>
                  <a:gd name="T6" fmla="*/ 248 w 342"/>
                  <a:gd name="T7" fmla="*/ 31 h 32"/>
                  <a:gd name="T8" fmla="*/ 217 w 342"/>
                  <a:gd name="T9" fmla="*/ 31 h 32"/>
                  <a:gd name="T10" fmla="*/ 186 w 342"/>
                  <a:gd name="T11" fmla="*/ 31 h 32"/>
                  <a:gd name="T12" fmla="*/ 155 w 342"/>
                  <a:gd name="T13" fmla="*/ 31 h 32"/>
                  <a:gd name="T14" fmla="*/ 124 w 342"/>
                  <a:gd name="T15" fmla="*/ 0 h 32"/>
                  <a:gd name="T16" fmla="*/ 124 w 342"/>
                  <a:gd name="T17" fmla="*/ 0 h 32"/>
                  <a:gd name="T18" fmla="*/ 93 w 342"/>
                  <a:gd name="T19" fmla="*/ 0 h 32"/>
                  <a:gd name="T20" fmla="*/ 62 w 342"/>
                  <a:gd name="T21" fmla="*/ 0 h 32"/>
                  <a:gd name="T22" fmla="*/ 31 w 342"/>
                  <a:gd name="T23" fmla="*/ 0 h 32"/>
                  <a:gd name="T24" fmla="*/ 31 w 342"/>
                  <a:gd name="T25" fmla="*/ 0 h 32"/>
                  <a:gd name="T26" fmla="*/ 0 w 342"/>
                  <a:gd name="T27" fmla="*/ 31 h 32"/>
                  <a:gd name="T28" fmla="*/ 0 w 342"/>
                  <a:gd name="T29" fmla="*/ 31 h 32"/>
                  <a:gd name="T30" fmla="*/ 31 w 342"/>
                  <a:gd name="T31" fmla="*/ 31 h 32"/>
                  <a:gd name="T32" fmla="*/ 62 w 342"/>
                  <a:gd name="T33" fmla="*/ 31 h 32"/>
                  <a:gd name="T34" fmla="*/ 93 w 342"/>
                  <a:gd name="T35" fmla="*/ 0 h 32"/>
                  <a:gd name="T36" fmla="*/ 93 w 342"/>
                  <a:gd name="T37" fmla="*/ 31 h 32"/>
                  <a:gd name="T38" fmla="*/ 93 w 342"/>
                  <a:gd name="T39" fmla="*/ 31 h 32"/>
                  <a:gd name="T40" fmla="*/ 124 w 342"/>
                  <a:gd name="T41" fmla="*/ 31 h 32"/>
                  <a:gd name="T42" fmla="*/ 155 w 342"/>
                  <a:gd name="T43" fmla="*/ 31 h 32"/>
                  <a:gd name="T44" fmla="*/ 155 w 342"/>
                  <a:gd name="T45" fmla="*/ 31 h 32"/>
                  <a:gd name="T46" fmla="*/ 186 w 342"/>
                  <a:gd name="T47" fmla="*/ 31 h 32"/>
                  <a:gd name="T48" fmla="*/ 186 w 342"/>
                  <a:gd name="T49" fmla="*/ 31 h 32"/>
                  <a:gd name="T50" fmla="*/ 186 w 342"/>
                  <a:gd name="T51" fmla="*/ 31 h 32"/>
                  <a:gd name="T52" fmla="*/ 279 w 342"/>
                  <a:gd name="T53" fmla="*/ 31 h 32"/>
                  <a:gd name="T54" fmla="*/ 279 w 342"/>
                  <a:gd name="T55" fmla="*/ 31 h 32"/>
                  <a:gd name="T56" fmla="*/ 310 w 342"/>
                  <a:gd name="T57" fmla="*/ 31 h 32"/>
                  <a:gd name="T58" fmla="*/ 310 w 342"/>
                  <a:gd name="T59" fmla="*/ 31 h 32"/>
                  <a:gd name="T60" fmla="*/ 341 w 342"/>
                  <a:gd name="T61" fmla="*/ 31 h 32"/>
                  <a:gd name="T62" fmla="*/ 341 w 342"/>
                  <a:gd name="T63" fmla="*/ 31 h 32"/>
                  <a:gd name="T64" fmla="*/ 341 w 342"/>
                  <a:gd name="T65" fmla="*/ 0 h 32"/>
                  <a:gd name="T66" fmla="*/ 341 w 342"/>
                  <a:gd name="T67" fmla="*/ 0 h 32"/>
                  <a:gd name="T68" fmla="*/ 341 w 342"/>
                  <a:gd name="T69" fmla="*/ 0 h 32"/>
                  <a:gd name="T70" fmla="*/ 279 w 342"/>
                  <a:gd name="T71" fmla="*/ 3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2" h="32">
                    <a:moveTo>
                      <a:pt x="279" y="31"/>
                    </a:moveTo>
                    <a:lnTo>
                      <a:pt x="279" y="31"/>
                    </a:lnTo>
                    <a:lnTo>
                      <a:pt x="248" y="31"/>
                    </a:lnTo>
                    <a:lnTo>
                      <a:pt x="248" y="31"/>
                    </a:lnTo>
                    <a:lnTo>
                      <a:pt x="217" y="31"/>
                    </a:lnTo>
                    <a:lnTo>
                      <a:pt x="186" y="31"/>
                    </a:lnTo>
                    <a:cubicBezTo>
                      <a:pt x="155" y="31"/>
                      <a:pt x="155" y="31"/>
                      <a:pt x="155" y="31"/>
                    </a:cubicBezTo>
                    <a:cubicBezTo>
                      <a:pt x="124" y="0"/>
                      <a:pt x="124" y="0"/>
                      <a:pt x="124" y="0"/>
                    </a:cubicBezTo>
                    <a:lnTo>
                      <a:pt x="124" y="0"/>
                    </a:lnTo>
                    <a:cubicBezTo>
                      <a:pt x="93" y="0"/>
                      <a:pt x="93" y="0"/>
                      <a:pt x="93" y="0"/>
                    </a:cubicBezTo>
                    <a:lnTo>
                      <a:pt x="62" y="0"/>
                    </a:lnTo>
                    <a:lnTo>
                      <a:pt x="31" y="0"/>
                    </a:lnTo>
                    <a:lnTo>
                      <a:pt x="31" y="0"/>
                    </a:lnTo>
                    <a:cubicBezTo>
                      <a:pt x="31" y="0"/>
                      <a:pt x="31" y="31"/>
                      <a:pt x="0" y="31"/>
                    </a:cubicBezTo>
                    <a:lnTo>
                      <a:pt x="0" y="31"/>
                    </a:lnTo>
                    <a:cubicBezTo>
                      <a:pt x="31" y="31"/>
                      <a:pt x="31" y="31"/>
                      <a:pt x="31" y="31"/>
                    </a:cubicBezTo>
                    <a:lnTo>
                      <a:pt x="62" y="31"/>
                    </a:lnTo>
                    <a:cubicBezTo>
                      <a:pt x="62" y="31"/>
                      <a:pt x="62" y="0"/>
                      <a:pt x="93" y="0"/>
                    </a:cubicBezTo>
                    <a:lnTo>
                      <a:pt x="93" y="31"/>
                    </a:lnTo>
                    <a:lnTo>
                      <a:pt x="93" y="31"/>
                    </a:lnTo>
                    <a:cubicBezTo>
                      <a:pt x="124" y="31"/>
                      <a:pt x="124" y="31"/>
                      <a:pt x="124" y="31"/>
                    </a:cubicBezTo>
                    <a:cubicBezTo>
                      <a:pt x="155" y="31"/>
                      <a:pt x="155" y="31"/>
                      <a:pt x="155" y="31"/>
                    </a:cubicBezTo>
                    <a:lnTo>
                      <a:pt x="155" y="31"/>
                    </a:lnTo>
                    <a:cubicBezTo>
                      <a:pt x="186" y="31"/>
                      <a:pt x="186" y="31"/>
                      <a:pt x="186" y="31"/>
                    </a:cubicBezTo>
                    <a:lnTo>
                      <a:pt x="186" y="31"/>
                    </a:lnTo>
                    <a:lnTo>
                      <a:pt x="186" y="31"/>
                    </a:lnTo>
                    <a:cubicBezTo>
                      <a:pt x="217" y="31"/>
                      <a:pt x="248" y="31"/>
                      <a:pt x="279" y="31"/>
                    </a:cubicBezTo>
                    <a:lnTo>
                      <a:pt x="279" y="31"/>
                    </a:lnTo>
                    <a:cubicBezTo>
                      <a:pt x="279" y="31"/>
                      <a:pt x="279" y="31"/>
                      <a:pt x="310" y="31"/>
                    </a:cubicBezTo>
                    <a:lnTo>
                      <a:pt x="310" y="31"/>
                    </a:lnTo>
                    <a:lnTo>
                      <a:pt x="341" y="31"/>
                    </a:lnTo>
                    <a:lnTo>
                      <a:pt x="341" y="31"/>
                    </a:lnTo>
                    <a:lnTo>
                      <a:pt x="341" y="0"/>
                    </a:lnTo>
                    <a:lnTo>
                      <a:pt x="341" y="0"/>
                    </a:lnTo>
                    <a:lnTo>
                      <a:pt x="341" y="0"/>
                    </a:lnTo>
                    <a:cubicBezTo>
                      <a:pt x="341" y="0"/>
                      <a:pt x="310" y="31"/>
                      <a:pt x="279"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36" name="Freeform 185">
                <a:extLst>
                  <a:ext uri="{FF2B5EF4-FFF2-40B4-BE49-F238E27FC236}">
                    <a16:creationId xmlns:a16="http://schemas.microsoft.com/office/drawing/2014/main" id="{EE976C76-6E47-012C-7DE9-5C430E18C7AF}"/>
                  </a:ext>
                </a:extLst>
              </p:cNvPr>
              <p:cNvSpPr>
                <a:spLocks noChangeArrowheads="1"/>
              </p:cNvSpPr>
              <p:nvPr/>
            </p:nvSpPr>
            <p:spPr bwMode="auto">
              <a:xfrm>
                <a:off x="1995488" y="842963"/>
                <a:ext cx="22225" cy="1587"/>
              </a:xfrm>
              <a:custGeom>
                <a:avLst/>
                <a:gdLst>
                  <a:gd name="T0" fmla="*/ 0 w 63"/>
                  <a:gd name="T1" fmla="*/ 0 h 1"/>
                  <a:gd name="T2" fmla="*/ 0 w 63"/>
                  <a:gd name="T3" fmla="*/ 0 h 1"/>
                  <a:gd name="T4" fmla="*/ 0 w 63"/>
                  <a:gd name="T5" fmla="*/ 0 h 1"/>
                  <a:gd name="T6" fmla="*/ 0 w 63"/>
                  <a:gd name="T7" fmla="*/ 0 h 1"/>
                  <a:gd name="T8" fmla="*/ 62 w 63"/>
                  <a:gd name="T9" fmla="*/ 0 h 1"/>
                  <a:gd name="T10" fmla="*/ 31 w 63"/>
                  <a:gd name="T11" fmla="*/ 0 h 1"/>
                  <a:gd name="T12" fmla="*/ 0 w 63"/>
                  <a:gd name="T13" fmla="*/ 0 h 1"/>
                </a:gdLst>
                <a:ahLst/>
                <a:cxnLst>
                  <a:cxn ang="0">
                    <a:pos x="T0" y="T1"/>
                  </a:cxn>
                  <a:cxn ang="0">
                    <a:pos x="T2" y="T3"/>
                  </a:cxn>
                  <a:cxn ang="0">
                    <a:pos x="T4" y="T5"/>
                  </a:cxn>
                  <a:cxn ang="0">
                    <a:pos x="T6" y="T7"/>
                  </a:cxn>
                  <a:cxn ang="0">
                    <a:pos x="T8" y="T9"/>
                  </a:cxn>
                  <a:cxn ang="0">
                    <a:pos x="T10" y="T11"/>
                  </a:cxn>
                  <a:cxn ang="0">
                    <a:pos x="T12" y="T13"/>
                  </a:cxn>
                </a:cxnLst>
                <a:rect l="0" t="0" r="r" b="b"/>
                <a:pathLst>
                  <a:path w="63" h="1">
                    <a:moveTo>
                      <a:pt x="0" y="0"/>
                    </a:moveTo>
                    <a:lnTo>
                      <a:pt x="0" y="0"/>
                    </a:lnTo>
                    <a:lnTo>
                      <a:pt x="0" y="0"/>
                    </a:lnTo>
                    <a:lnTo>
                      <a:pt x="0" y="0"/>
                    </a:lnTo>
                    <a:cubicBezTo>
                      <a:pt x="62" y="0"/>
                      <a:pt x="62" y="0"/>
                      <a:pt x="62" y="0"/>
                    </a:cubicBezTo>
                    <a:lnTo>
                      <a:pt x="31"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37" name="Freeform 186">
                <a:extLst>
                  <a:ext uri="{FF2B5EF4-FFF2-40B4-BE49-F238E27FC236}">
                    <a16:creationId xmlns:a16="http://schemas.microsoft.com/office/drawing/2014/main" id="{02F87A42-B0F8-0115-6B8E-D8CFD21E36CB}"/>
                  </a:ext>
                </a:extLst>
              </p:cNvPr>
              <p:cNvSpPr>
                <a:spLocks noChangeArrowheads="1"/>
              </p:cNvSpPr>
              <p:nvPr/>
            </p:nvSpPr>
            <p:spPr bwMode="auto">
              <a:xfrm>
                <a:off x="2062163" y="742950"/>
                <a:ext cx="77787" cy="22225"/>
              </a:xfrm>
              <a:custGeom>
                <a:avLst/>
                <a:gdLst>
                  <a:gd name="T0" fmla="*/ 186 w 218"/>
                  <a:gd name="T1" fmla="*/ 0 h 63"/>
                  <a:gd name="T2" fmla="*/ 186 w 218"/>
                  <a:gd name="T3" fmla="*/ 0 h 63"/>
                  <a:gd name="T4" fmla="*/ 186 w 218"/>
                  <a:gd name="T5" fmla="*/ 0 h 63"/>
                  <a:gd name="T6" fmla="*/ 124 w 218"/>
                  <a:gd name="T7" fmla="*/ 0 h 63"/>
                  <a:gd name="T8" fmla="*/ 92 w 218"/>
                  <a:gd name="T9" fmla="*/ 0 h 63"/>
                  <a:gd name="T10" fmla="*/ 62 w 218"/>
                  <a:gd name="T11" fmla="*/ 31 h 63"/>
                  <a:gd name="T12" fmla="*/ 62 w 218"/>
                  <a:gd name="T13" fmla="*/ 31 h 63"/>
                  <a:gd name="T14" fmla="*/ 0 w 218"/>
                  <a:gd name="T15" fmla="*/ 0 h 63"/>
                  <a:gd name="T16" fmla="*/ 0 w 218"/>
                  <a:gd name="T17" fmla="*/ 0 h 63"/>
                  <a:gd name="T18" fmla="*/ 0 w 218"/>
                  <a:gd name="T19" fmla="*/ 0 h 63"/>
                  <a:gd name="T20" fmla="*/ 0 w 218"/>
                  <a:gd name="T21" fmla="*/ 31 h 63"/>
                  <a:gd name="T22" fmla="*/ 62 w 218"/>
                  <a:gd name="T23" fmla="*/ 31 h 63"/>
                  <a:gd name="T24" fmla="*/ 62 w 218"/>
                  <a:gd name="T25" fmla="*/ 62 h 63"/>
                  <a:gd name="T26" fmla="*/ 62 w 218"/>
                  <a:gd name="T27" fmla="*/ 62 h 63"/>
                  <a:gd name="T28" fmla="*/ 62 w 218"/>
                  <a:gd name="T29" fmla="*/ 62 h 63"/>
                  <a:gd name="T30" fmla="*/ 92 w 218"/>
                  <a:gd name="T31" fmla="*/ 62 h 63"/>
                  <a:gd name="T32" fmla="*/ 92 w 218"/>
                  <a:gd name="T33" fmla="*/ 62 h 63"/>
                  <a:gd name="T34" fmla="*/ 124 w 218"/>
                  <a:gd name="T35" fmla="*/ 62 h 63"/>
                  <a:gd name="T36" fmla="*/ 186 w 218"/>
                  <a:gd name="T37" fmla="*/ 31 h 63"/>
                  <a:gd name="T38" fmla="*/ 217 w 218"/>
                  <a:gd name="T39" fmla="*/ 31 h 63"/>
                  <a:gd name="T40" fmla="*/ 186 w 218"/>
                  <a:gd name="T41"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8" h="63">
                    <a:moveTo>
                      <a:pt x="186" y="0"/>
                    </a:moveTo>
                    <a:lnTo>
                      <a:pt x="186" y="0"/>
                    </a:lnTo>
                    <a:lnTo>
                      <a:pt x="186" y="0"/>
                    </a:lnTo>
                    <a:cubicBezTo>
                      <a:pt x="155" y="0"/>
                      <a:pt x="155" y="0"/>
                      <a:pt x="124" y="0"/>
                    </a:cubicBezTo>
                    <a:lnTo>
                      <a:pt x="92" y="0"/>
                    </a:lnTo>
                    <a:cubicBezTo>
                      <a:pt x="92" y="31"/>
                      <a:pt x="62" y="31"/>
                      <a:pt x="62" y="31"/>
                    </a:cubicBezTo>
                    <a:lnTo>
                      <a:pt x="62" y="31"/>
                    </a:lnTo>
                    <a:cubicBezTo>
                      <a:pt x="31" y="31"/>
                      <a:pt x="31" y="0"/>
                      <a:pt x="0" y="0"/>
                    </a:cubicBezTo>
                    <a:lnTo>
                      <a:pt x="0" y="0"/>
                    </a:lnTo>
                    <a:lnTo>
                      <a:pt x="0" y="0"/>
                    </a:lnTo>
                    <a:lnTo>
                      <a:pt x="0" y="31"/>
                    </a:lnTo>
                    <a:cubicBezTo>
                      <a:pt x="31" y="31"/>
                      <a:pt x="62" y="31"/>
                      <a:pt x="62" y="31"/>
                    </a:cubicBezTo>
                    <a:cubicBezTo>
                      <a:pt x="62" y="62"/>
                      <a:pt x="62" y="62"/>
                      <a:pt x="62" y="62"/>
                    </a:cubicBezTo>
                    <a:lnTo>
                      <a:pt x="62" y="62"/>
                    </a:lnTo>
                    <a:lnTo>
                      <a:pt x="62" y="62"/>
                    </a:lnTo>
                    <a:lnTo>
                      <a:pt x="92" y="62"/>
                    </a:lnTo>
                    <a:lnTo>
                      <a:pt x="92" y="62"/>
                    </a:lnTo>
                    <a:cubicBezTo>
                      <a:pt x="92" y="62"/>
                      <a:pt x="92" y="62"/>
                      <a:pt x="124" y="62"/>
                    </a:cubicBezTo>
                    <a:cubicBezTo>
                      <a:pt x="155" y="62"/>
                      <a:pt x="186" y="31"/>
                      <a:pt x="186" y="31"/>
                    </a:cubicBezTo>
                    <a:lnTo>
                      <a:pt x="217" y="31"/>
                    </a:lnTo>
                    <a:cubicBezTo>
                      <a:pt x="186" y="0"/>
                      <a:pt x="186" y="0"/>
                      <a:pt x="186"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38" name="Freeform 187">
                <a:extLst>
                  <a:ext uri="{FF2B5EF4-FFF2-40B4-BE49-F238E27FC236}">
                    <a16:creationId xmlns:a16="http://schemas.microsoft.com/office/drawing/2014/main" id="{70673361-ADCA-1CA7-AB2A-745D8BAA3944}"/>
                  </a:ext>
                </a:extLst>
              </p:cNvPr>
              <p:cNvSpPr>
                <a:spLocks noChangeArrowheads="1"/>
              </p:cNvSpPr>
              <p:nvPr/>
            </p:nvSpPr>
            <p:spPr bwMode="auto">
              <a:xfrm>
                <a:off x="2039938" y="776288"/>
                <a:ext cx="33337" cy="1587"/>
              </a:xfrm>
              <a:custGeom>
                <a:avLst/>
                <a:gdLst>
                  <a:gd name="T0" fmla="*/ 0 w 94"/>
                  <a:gd name="T1" fmla="*/ 0 h 1"/>
                  <a:gd name="T2" fmla="*/ 0 w 94"/>
                  <a:gd name="T3" fmla="*/ 0 h 1"/>
                  <a:gd name="T4" fmla="*/ 31 w 94"/>
                  <a:gd name="T5" fmla="*/ 0 h 1"/>
                  <a:gd name="T6" fmla="*/ 62 w 94"/>
                  <a:gd name="T7" fmla="*/ 0 h 1"/>
                  <a:gd name="T8" fmla="*/ 93 w 94"/>
                  <a:gd name="T9" fmla="*/ 0 h 1"/>
                  <a:gd name="T10" fmla="*/ 93 w 94"/>
                  <a:gd name="T11" fmla="*/ 0 h 1"/>
                  <a:gd name="T12" fmla="*/ 62 w 94"/>
                  <a:gd name="T13" fmla="*/ 0 h 1"/>
                  <a:gd name="T14" fmla="*/ 0 w 94"/>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4" h="1">
                    <a:moveTo>
                      <a:pt x="0" y="0"/>
                    </a:moveTo>
                    <a:lnTo>
                      <a:pt x="0" y="0"/>
                    </a:lnTo>
                    <a:cubicBezTo>
                      <a:pt x="31" y="0"/>
                      <a:pt x="31" y="0"/>
                      <a:pt x="31" y="0"/>
                    </a:cubicBezTo>
                    <a:cubicBezTo>
                      <a:pt x="62" y="0"/>
                      <a:pt x="62" y="0"/>
                      <a:pt x="62" y="0"/>
                    </a:cubicBezTo>
                    <a:lnTo>
                      <a:pt x="93" y="0"/>
                    </a:lnTo>
                    <a:lnTo>
                      <a:pt x="93" y="0"/>
                    </a:lnTo>
                    <a:lnTo>
                      <a:pt x="62" y="0"/>
                    </a:lnTo>
                    <a:lnTo>
                      <a:pt x="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39" name="Freeform 188">
                <a:extLst>
                  <a:ext uri="{FF2B5EF4-FFF2-40B4-BE49-F238E27FC236}">
                    <a16:creationId xmlns:a16="http://schemas.microsoft.com/office/drawing/2014/main" id="{7BA028CB-405E-FDC6-45BA-84AB9013F865}"/>
                  </a:ext>
                </a:extLst>
              </p:cNvPr>
              <p:cNvSpPr>
                <a:spLocks noChangeArrowheads="1"/>
              </p:cNvSpPr>
              <p:nvPr/>
            </p:nvSpPr>
            <p:spPr bwMode="auto">
              <a:xfrm>
                <a:off x="2039938" y="742950"/>
                <a:ext cx="368300" cy="112713"/>
              </a:xfrm>
              <a:custGeom>
                <a:avLst/>
                <a:gdLst>
                  <a:gd name="T0" fmla="*/ 930 w 1024"/>
                  <a:gd name="T1" fmla="*/ 62 h 311"/>
                  <a:gd name="T2" fmla="*/ 961 w 1024"/>
                  <a:gd name="T3" fmla="*/ 31 h 311"/>
                  <a:gd name="T4" fmla="*/ 991 w 1024"/>
                  <a:gd name="T5" fmla="*/ 31 h 311"/>
                  <a:gd name="T6" fmla="*/ 1023 w 1024"/>
                  <a:gd name="T7" fmla="*/ 31 h 311"/>
                  <a:gd name="T8" fmla="*/ 991 w 1024"/>
                  <a:gd name="T9" fmla="*/ 0 h 311"/>
                  <a:gd name="T10" fmla="*/ 930 w 1024"/>
                  <a:gd name="T11" fmla="*/ 0 h 311"/>
                  <a:gd name="T12" fmla="*/ 899 w 1024"/>
                  <a:gd name="T13" fmla="*/ 0 h 311"/>
                  <a:gd name="T14" fmla="*/ 806 w 1024"/>
                  <a:gd name="T15" fmla="*/ 31 h 311"/>
                  <a:gd name="T16" fmla="*/ 743 w 1024"/>
                  <a:gd name="T17" fmla="*/ 31 h 311"/>
                  <a:gd name="T18" fmla="*/ 713 w 1024"/>
                  <a:gd name="T19" fmla="*/ 0 h 311"/>
                  <a:gd name="T20" fmla="*/ 682 w 1024"/>
                  <a:gd name="T21" fmla="*/ 0 h 311"/>
                  <a:gd name="T22" fmla="*/ 651 w 1024"/>
                  <a:gd name="T23" fmla="*/ 0 h 311"/>
                  <a:gd name="T24" fmla="*/ 589 w 1024"/>
                  <a:gd name="T25" fmla="*/ 0 h 311"/>
                  <a:gd name="T26" fmla="*/ 558 w 1024"/>
                  <a:gd name="T27" fmla="*/ 0 h 311"/>
                  <a:gd name="T28" fmla="*/ 495 w 1024"/>
                  <a:gd name="T29" fmla="*/ 0 h 311"/>
                  <a:gd name="T30" fmla="*/ 434 w 1024"/>
                  <a:gd name="T31" fmla="*/ 31 h 311"/>
                  <a:gd name="T32" fmla="*/ 310 w 1024"/>
                  <a:gd name="T33" fmla="*/ 0 h 311"/>
                  <a:gd name="T34" fmla="*/ 310 w 1024"/>
                  <a:gd name="T35" fmla="*/ 124 h 311"/>
                  <a:gd name="T36" fmla="*/ 248 w 1024"/>
                  <a:gd name="T37" fmla="*/ 124 h 311"/>
                  <a:gd name="T38" fmla="*/ 217 w 1024"/>
                  <a:gd name="T39" fmla="*/ 155 h 311"/>
                  <a:gd name="T40" fmla="*/ 154 w 1024"/>
                  <a:gd name="T41" fmla="*/ 155 h 311"/>
                  <a:gd name="T42" fmla="*/ 93 w 1024"/>
                  <a:gd name="T43" fmla="*/ 186 h 311"/>
                  <a:gd name="T44" fmla="*/ 31 w 1024"/>
                  <a:gd name="T45" fmla="*/ 217 h 311"/>
                  <a:gd name="T46" fmla="*/ 31 w 1024"/>
                  <a:gd name="T47" fmla="*/ 217 h 311"/>
                  <a:gd name="T48" fmla="*/ 0 w 1024"/>
                  <a:gd name="T49" fmla="*/ 248 h 311"/>
                  <a:gd name="T50" fmla="*/ 0 w 1024"/>
                  <a:gd name="T51" fmla="*/ 310 h 311"/>
                  <a:gd name="T52" fmla="*/ 31 w 1024"/>
                  <a:gd name="T53" fmla="*/ 310 h 311"/>
                  <a:gd name="T54" fmla="*/ 93 w 1024"/>
                  <a:gd name="T55" fmla="*/ 310 h 311"/>
                  <a:gd name="T56" fmla="*/ 186 w 1024"/>
                  <a:gd name="T57" fmla="*/ 310 h 311"/>
                  <a:gd name="T58" fmla="*/ 217 w 1024"/>
                  <a:gd name="T59" fmla="*/ 279 h 311"/>
                  <a:gd name="T60" fmla="*/ 248 w 1024"/>
                  <a:gd name="T61" fmla="*/ 279 h 311"/>
                  <a:gd name="T62" fmla="*/ 279 w 1024"/>
                  <a:gd name="T63" fmla="*/ 248 h 311"/>
                  <a:gd name="T64" fmla="*/ 217 w 1024"/>
                  <a:gd name="T65" fmla="*/ 248 h 311"/>
                  <a:gd name="T66" fmla="*/ 154 w 1024"/>
                  <a:gd name="T67" fmla="*/ 217 h 311"/>
                  <a:gd name="T68" fmla="*/ 217 w 1024"/>
                  <a:gd name="T69" fmla="*/ 186 h 311"/>
                  <a:gd name="T70" fmla="*/ 279 w 1024"/>
                  <a:gd name="T71" fmla="*/ 186 h 311"/>
                  <a:gd name="T72" fmla="*/ 341 w 1024"/>
                  <a:gd name="T73" fmla="*/ 186 h 311"/>
                  <a:gd name="T74" fmla="*/ 371 w 1024"/>
                  <a:gd name="T75" fmla="*/ 186 h 311"/>
                  <a:gd name="T76" fmla="*/ 403 w 1024"/>
                  <a:gd name="T77" fmla="*/ 155 h 311"/>
                  <a:gd name="T78" fmla="*/ 495 w 1024"/>
                  <a:gd name="T79" fmla="*/ 155 h 311"/>
                  <a:gd name="T80" fmla="*/ 527 w 1024"/>
                  <a:gd name="T81" fmla="*/ 155 h 311"/>
                  <a:gd name="T82" fmla="*/ 558 w 1024"/>
                  <a:gd name="T83" fmla="*/ 155 h 311"/>
                  <a:gd name="T84" fmla="*/ 558 w 1024"/>
                  <a:gd name="T85" fmla="*/ 93 h 311"/>
                  <a:gd name="T86" fmla="*/ 651 w 1024"/>
                  <a:gd name="T87" fmla="*/ 124 h 311"/>
                  <a:gd name="T88" fmla="*/ 775 w 1024"/>
                  <a:gd name="T89" fmla="*/ 93 h 311"/>
                  <a:gd name="T90" fmla="*/ 775 w 1024"/>
                  <a:gd name="T91" fmla="*/ 93 h 311"/>
                  <a:gd name="T92" fmla="*/ 899 w 1024"/>
                  <a:gd name="T93" fmla="*/ 62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24" h="311">
                    <a:moveTo>
                      <a:pt x="930" y="62"/>
                    </a:moveTo>
                    <a:lnTo>
                      <a:pt x="930" y="62"/>
                    </a:lnTo>
                    <a:cubicBezTo>
                      <a:pt x="930" y="62"/>
                      <a:pt x="930" y="62"/>
                      <a:pt x="930" y="31"/>
                    </a:cubicBezTo>
                    <a:cubicBezTo>
                      <a:pt x="961" y="31"/>
                      <a:pt x="961" y="31"/>
                      <a:pt x="961" y="31"/>
                    </a:cubicBezTo>
                    <a:lnTo>
                      <a:pt x="991" y="31"/>
                    </a:lnTo>
                    <a:lnTo>
                      <a:pt x="991" y="31"/>
                    </a:lnTo>
                    <a:cubicBezTo>
                      <a:pt x="1023" y="31"/>
                      <a:pt x="1023" y="31"/>
                      <a:pt x="1023" y="31"/>
                    </a:cubicBezTo>
                    <a:lnTo>
                      <a:pt x="1023" y="31"/>
                    </a:lnTo>
                    <a:lnTo>
                      <a:pt x="1023" y="31"/>
                    </a:lnTo>
                    <a:cubicBezTo>
                      <a:pt x="991" y="31"/>
                      <a:pt x="991" y="31"/>
                      <a:pt x="991" y="0"/>
                    </a:cubicBezTo>
                    <a:lnTo>
                      <a:pt x="961" y="0"/>
                    </a:lnTo>
                    <a:cubicBezTo>
                      <a:pt x="961" y="0"/>
                      <a:pt x="961" y="0"/>
                      <a:pt x="930" y="0"/>
                    </a:cubicBezTo>
                    <a:cubicBezTo>
                      <a:pt x="930" y="0"/>
                      <a:pt x="930" y="0"/>
                      <a:pt x="899" y="0"/>
                    </a:cubicBezTo>
                    <a:lnTo>
                      <a:pt x="899" y="0"/>
                    </a:lnTo>
                    <a:lnTo>
                      <a:pt x="867" y="0"/>
                    </a:lnTo>
                    <a:cubicBezTo>
                      <a:pt x="867" y="0"/>
                      <a:pt x="837" y="0"/>
                      <a:pt x="806" y="31"/>
                    </a:cubicBezTo>
                    <a:lnTo>
                      <a:pt x="806" y="31"/>
                    </a:lnTo>
                    <a:cubicBezTo>
                      <a:pt x="775" y="31"/>
                      <a:pt x="775" y="31"/>
                      <a:pt x="743" y="31"/>
                    </a:cubicBezTo>
                    <a:lnTo>
                      <a:pt x="743" y="31"/>
                    </a:lnTo>
                    <a:cubicBezTo>
                      <a:pt x="743" y="0"/>
                      <a:pt x="713" y="0"/>
                      <a:pt x="713" y="0"/>
                    </a:cubicBezTo>
                    <a:lnTo>
                      <a:pt x="713" y="0"/>
                    </a:lnTo>
                    <a:cubicBezTo>
                      <a:pt x="713" y="0"/>
                      <a:pt x="713" y="0"/>
                      <a:pt x="682" y="0"/>
                    </a:cubicBezTo>
                    <a:lnTo>
                      <a:pt x="682" y="0"/>
                    </a:lnTo>
                    <a:lnTo>
                      <a:pt x="651" y="0"/>
                    </a:lnTo>
                    <a:lnTo>
                      <a:pt x="651" y="0"/>
                    </a:lnTo>
                    <a:cubicBezTo>
                      <a:pt x="619" y="0"/>
                      <a:pt x="589" y="0"/>
                      <a:pt x="589" y="0"/>
                    </a:cubicBezTo>
                    <a:lnTo>
                      <a:pt x="558" y="0"/>
                    </a:lnTo>
                    <a:lnTo>
                      <a:pt x="558" y="0"/>
                    </a:lnTo>
                    <a:cubicBezTo>
                      <a:pt x="527" y="0"/>
                      <a:pt x="527" y="0"/>
                      <a:pt x="495" y="0"/>
                    </a:cubicBezTo>
                    <a:lnTo>
                      <a:pt x="495" y="0"/>
                    </a:lnTo>
                    <a:cubicBezTo>
                      <a:pt x="495" y="31"/>
                      <a:pt x="495" y="31"/>
                      <a:pt x="465" y="31"/>
                    </a:cubicBezTo>
                    <a:cubicBezTo>
                      <a:pt x="465" y="31"/>
                      <a:pt x="465" y="31"/>
                      <a:pt x="434" y="31"/>
                    </a:cubicBezTo>
                    <a:cubicBezTo>
                      <a:pt x="403" y="0"/>
                      <a:pt x="371" y="0"/>
                      <a:pt x="341" y="0"/>
                    </a:cubicBezTo>
                    <a:lnTo>
                      <a:pt x="310" y="0"/>
                    </a:lnTo>
                    <a:cubicBezTo>
                      <a:pt x="310" y="124"/>
                      <a:pt x="310" y="124"/>
                      <a:pt x="310" y="124"/>
                    </a:cubicBezTo>
                    <a:lnTo>
                      <a:pt x="310" y="124"/>
                    </a:lnTo>
                    <a:lnTo>
                      <a:pt x="279" y="124"/>
                    </a:lnTo>
                    <a:lnTo>
                      <a:pt x="248" y="124"/>
                    </a:lnTo>
                    <a:lnTo>
                      <a:pt x="217" y="124"/>
                    </a:lnTo>
                    <a:lnTo>
                      <a:pt x="217" y="155"/>
                    </a:lnTo>
                    <a:cubicBezTo>
                      <a:pt x="217" y="155"/>
                      <a:pt x="217" y="155"/>
                      <a:pt x="186" y="155"/>
                    </a:cubicBezTo>
                    <a:cubicBezTo>
                      <a:pt x="186" y="155"/>
                      <a:pt x="186" y="155"/>
                      <a:pt x="154" y="155"/>
                    </a:cubicBezTo>
                    <a:cubicBezTo>
                      <a:pt x="154" y="155"/>
                      <a:pt x="124" y="155"/>
                      <a:pt x="62" y="155"/>
                    </a:cubicBezTo>
                    <a:cubicBezTo>
                      <a:pt x="93" y="186"/>
                      <a:pt x="93" y="186"/>
                      <a:pt x="93" y="186"/>
                    </a:cubicBezTo>
                    <a:cubicBezTo>
                      <a:pt x="93" y="186"/>
                      <a:pt x="93" y="217"/>
                      <a:pt x="62" y="217"/>
                    </a:cubicBezTo>
                    <a:cubicBezTo>
                      <a:pt x="62" y="217"/>
                      <a:pt x="62" y="217"/>
                      <a:pt x="31" y="217"/>
                    </a:cubicBezTo>
                    <a:lnTo>
                      <a:pt x="31" y="217"/>
                    </a:lnTo>
                    <a:lnTo>
                      <a:pt x="31" y="217"/>
                    </a:lnTo>
                    <a:cubicBezTo>
                      <a:pt x="31" y="217"/>
                      <a:pt x="31" y="248"/>
                      <a:pt x="0" y="248"/>
                    </a:cubicBezTo>
                    <a:lnTo>
                      <a:pt x="0" y="248"/>
                    </a:lnTo>
                    <a:cubicBezTo>
                      <a:pt x="62" y="248"/>
                      <a:pt x="62" y="248"/>
                      <a:pt x="62" y="248"/>
                    </a:cubicBezTo>
                    <a:cubicBezTo>
                      <a:pt x="0" y="310"/>
                      <a:pt x="0" y="310"/>
                      <a:pt x="0" y="310"/>
                    </a:cubicBezTo>
                    <a:lnTo>
                      <a:pt x="0" y="310"/>
                    </a:lnTo>
                    <a:cubicBezTo>
                      <a:pt x="31" y="310"/>
                      <a:pt x="31" y="310"/>
                      <a:pt x="31" y="310"/>
                    </a:cubicBezTo>
                    <a:cubicBezTo>
                      <a:pt x="62" y="310"/>
                      <a:pt x="62" y="310"/>
                      <a:pt x="62" y="310"/>
                    </a:cubicBezTo>
                    <a:cubicBezTo>
                      <a:pt x="62" y="310"/>
                      <a:pt x="62" y="310"/>
                      <a:pt x="93" y="310"/>
                    </a:cubicBezTo>
                    <a:cubicBezTo>
                      <a:pt x="93" y="310"/>
                      <a:pt x="124" y="310"/>
                      <a:pt x="154" y="310"/>
                    </a:cubicBezTo>
                    <a:cubicBezTo>
                      <a:pt x="154" y="310"/>
                      <a:pt x="154" y="310"/>
                      <a:pt x="186" y="310"/>
                    </a:cubicBezTo>
                    <a:cubicBezTo>
                      <a:pt x="186" y="310"/>
                      <a:pt x="154" y="310"/>
                      <a:pt x="186" y="279"/>
                    </a:cubicBezTo>
                    <a:cubicBezTo>
                      <a:pt x="186" y="279"/>
                      <a:pt x="186" y="279"/>
                      <a:pt x="217" y="279"/>
                    </a:cubicBezTo>
                    <a:lnTo>
                      <a:pt x="217" y="279"/>
                    </a:lnTo>
                    <a:lnTo>
                      <a:pt x="248" y="279"/>
                    </a:lnTo>
                    <a:lnTo>
                      <a:pt x="279" y="279"/>
                    </a:lnTo>
                    <a:lnTo>
                      <a:pt x="279" y="248"/>
                    </a:lnTo>
                    <a:cubicBezTo>
                      <a:pt x="248" y="248"/>
                      <a:pt x="248" y="248"/>
                      <a:pt x="248" y="248"/>
                    </a:cubicBezTo>
                    <a:cubicBezTo>
                      <a:pt x="248" y="248"/>
                      <a:pt x="248" y="248"/>
                      <a:pt x="217" y="248"/>
                    </a:cubicBezTo>
                    <a:lnTo>
                      <a:pt x="186" y="248"/>
                    </a:lnTo>
                    <a:cubicBezTo>
                      <a:pt x="186" y="248"/>
                      <a:pt x="154" y="248"/>
                      <a:pt x="154" y="217"/>
                    </a:cubicBezTo>
                    <a:cubicBezTo>
                      <a:pt x="154" y="217"/>
                      <a:pt x="154" y="186"/>
                      <a:pt x="186" y="186"/>
                    </a:cubicBezTo>
                    <a:lnTo>
                      <a:pt x="217" y="186"/>
                    </a:lnTo>
                    <a:cubicBezTo>
                      <a:pt x="248" y="186"/>
                      <a:pt x="248" y="186"/>
                      <a:pt x="248" y="186"/>
                    </a:cubicBezTo>
                    <a:cubicBezTo>
                      <a:pt x="279" y="186"/>
                      <a:pt x="279" y="186"/>
                      <a:pt x="279" y="186"/>
                    </a:cubicBezTo>
                    <a:cubicBezTo>
                      <a:pt x="310" y="186"/>
                      <a:pt x="310" y="186"/>
                      <a:pt x="310" y="186"/>
                    </a:cubicBezTo>
                    <a:cubicBezTo>
                      <a:pt x="341" y="186"/>
                      <a:pt x="341" y="186"/>
                      <a:pt x="341" y="186"/>
                    </a:cubicBezTo>
                    <a:lnTo>
                      <a:pt x="371" y="186"/>
                    </a:lnTo>
                    <a:lnTo>
                      <a:pt x="371" y="186"/>
                    </a:lnTo>
                    <a:cubicBezTo>
                      <a:pt x="371" y="155"/>
                      <a:pt x="371" y="155"/>
                      <a:pt x="403" y="155"/>
                    </a:cubicBezTo>
                    <a:lnTo>
                      <a:pt x="403" y="155"/>
                    </a:lnTo>
                    <a:lnTo>
                      <a:pt x="434" y="155"/>
                    </a:lnTo>
                    <a:cubicBezTo>
                      <a:pt x="465" y="155"/>
                      <a:pt x="465" y="155"/>
                      <a:pt x="495" y="155"/>
                    </a:cubicBezTo>
                    <a:lnTo>
                      <a:pt x="495" y="155"/>
                    </a:lnTo>
                    <a:lnTo>
                      <a:pt x="527" y="155"/>
                    </a:lnTo>
                    <a:lnTo>
                      <a:pt x="527" y="155"/>
                    </a:lnTo>
                    <a:cubicBezTo>
                      <a:pt x="558" y="155"/>
                      <a:pt x="558" y="155"/>
                      <a:pt x="558" y="155"/>
                    </a:cubicBezTo>
                    <a:lnTo>
                      <a:pt x="558" y="124"/>
                    </a:lnTo>
                    <a:cubicBezTo>
                      <a:pt x="558" y="93"/>
                      <a:pt x="558" y="93"/>
                      <a:pt x="558" y="93"/>
                    </a:cubicBezTo>
                    <a:cubicBezTo>
                      <a:pt x="589" y="124"/>
                      <a:pt x="589" y="124"/>
                      <a:pt x="589" y="124"/>
                    </a:cubicBezTo>
                    <a:cubicBezTo>
                      <a:pt x="589" y="124"/>
                      <a:pt x="619" y="124"/>
                      <a:pt x="651" y="124"/>
                    </a:cubicBezTo>
                    <a:lnTo>
                      <a:pt x="651" y="124"/>
                    </a:lnTo>
                    <a:cubicBezTo>
                      <a:pt x="682" y="93"/>
                      <a:pt x="743" y="93"/>
                      <a:pt x="775" y="93"/>
                    </a:cubicBezTo>
                    <a:lnTo>
                      <a:pt x="775" y="93"/>
                    </a:lnTo>
                    <a:lnTo>
                      <a:pt x="775" y="93"/>
                    </a:lnTo>
                    <a:cubicBezTo>
                      <a:pt x="775" y="93"/>
                      <a:pt x="806" y="93"/>
                      <a:pt x="837" y="93"/>
                    </a:cubicBezTo>
                    <a:cubicBezTo>
                      <a:pt x="837" y="62"/>
                      <a:pt x="867" y="62"/>
                      <a:pt x="899" y="62"/>
                    </a:cubicBezTo>
                    <a:lnTo>
                      <a:pt x="930" y="6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40" name="Freeform 189">
                <a:extLst>
                  <a:ext uri="{FF2B5EF4-FFF2-40B4-BE49-F238E27FC236}">
                    <a16:creationId xmlns:a16="http://schemas.microsoft.com/office/drawing/2014/main" id="{3EB716CC-BEA7-E6EB-8B3C-79D8ADD0CAE8}"/>
                  </a:ext>
                </a:extLst>
              </p:cNvPr>
              <p:cNvSpPr>
                <a:spLocks noChangeArrowheads="1"/>
              </p:cNvSpPr>
              <p:nvPr/>
            </p:nvSpPr>
            <p:spPr bwMode="auto">
              <a:xfrm>
                <a:off x="1973263" y="809625"/>
                <a:ext cx="55562" cy="11113"/>
              </a:xfrm>
              <a:custGeom>
                <a:avLst/>
                <a:gdLst>
                  <a:gd name="T0" fmla="*/ 124 w 156"/>
                  <a:gd name="T1" fmla="*/ 31 h 32"/>
                  <a:gd name="T2" fmla="*/ 124 w 156"/>
                  <a:gd name="T3" fmla="*/ 31 h 32"/>
                  <a:gd name="T4" fmla="*/ 62 w 156"/>
                  <a:gd name="T5" fmla="*/ 0 h 32"/>
                  <a:gd name="T6" fmla="*/ 0 w 156"/>
                  <a:gd name="T7" fmla="*/ 0 h 32"/>
                  <a:gd name="T8" fmla="*/ 31 w 156"/>
                  <a:gd name="T9" fmla="*/ 0 h 32"/>
                  <a:gd name="T10" fmla="*/ 31 w 156"/>
                  <a:gd name="T11" fmla="*/ 0 h 32"/>
                  <a:gd name="T12" fmla="*/ 31 w 156"/>
                  <a:gd name="T13" fmla="*/ 0 h 32"/>
                  <a:gd name="T14" fmla="*/ 62 w 156"/>
                  <a:gd name="T15" fmla="*/ 0 h 32"/>
                  <a:gd name="T16" fmla="*/ 124 w 156"/>
                  <a:gd name="T17" fmla="*/ 31 h 32"/>
                  <a:gd name="T18" fmla="*/ 124 w 156"/>
                  <a:gd name="T19" fmla="*/ 31 h 32"/>
                  <a:gd name="T20" fmla="*/ 155 w 156"/>
                  <a:gd name="T21" fmla="*/ 31 h 32"/>
                  <a:gd name="T22" fmla="*/ 155 w 156"/>
                  <a:gd name="T23" fmla="*/ 31 h 32"/>
                  <a:gd name="T24" fmla="*/ 124 w 156"/>
                  <a:gd name="T25" fmla="*/ 3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 h="32">
                    <a:moveTo>
                      <a:pt x="124" y="31"/>
                    </a:moveTo>
                    <a:lnTo>
                      <a:pt x="124" y="31"/>
                    </a:lnTo>
                    <a:cubicBezTo>
                      <a:pt x="93" y="0"/>
                      <a:pt x="93" y="0"/>
                      <a:pt x="62" y="0"/>
                    </a:cubicBezTo>
                    <a:cubicBezTo>
                      <a:pt x="62" y="0"/>
                      <a:pt x="31" y="0"/>
                      <a:pt x="0" y="0"/>
                    </a:cubicBezTo>
                    <a:cubicBezTo>
                      <a:pt x="31" y="0"/>
                      <a:pt x="31" y="0"/>
                      <a:pt x="31" y="0"/>
                    </a:cubicBezTo>
                    <a:lnTo>
                      <a:pt x="31" y="0"/>
                    </a:lnTo>
                    <a:lnTo>
                      <a:pt x="31" y="0"/>
                    </a:lnTo>
                    <a:cubicBezTo>
                      <a:pt x="31" y="0"/>
                      <a:pt x="31" y="0"/>
                      <a:pt x="62" y="0"/>
                    </a:cubicBezTo>
                    <a:cubicBezTo>
                      <a:pt x="93" y="0"/>
                      <a:pt x="93" y="31"/>
                      <a:pt x="124" y="31"/>
                    </a:cubicBezTo>
                    <a:lnTo>
                      <a:pt x="124" y="31"/>
                    </a:lnTo>
                    <a:lnTo>
                      <a:pt x="155" y="31"/>
                    </a:lnTo>
                    <a:lnTo>
                      <a:pt x="155" y="31"/>
                    </a:lnTo>
                    <a:lnTo>
                      <a:pt x="124" y="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41" name="Freeform 190">
                <a:extLst>
                  <a:ext uri="{FF2B5EF4-FFF2-40B4-BE49-F238E27FC236}">
                    <a16:creationId xmlns:a16="http://schemas.microsoft.com/office/drawing/2014/main" id="{B4F01324-194E-026A-62D0-6425B32DD298}"/>
                  </a:ext>
                </a:extLst>
              </p:cNvPr>
              <p:cNvSpPr>
                <a:spLocks noChangeArrowheads="1"/>
              </p:cNvSpPr>
              <p:nvPr/>
            </p:nvSpPr>
            <p:spPr bwMode="auto">
              <a:xfrm>
                <a:off x="2062163" y="876300"/>
                <a:ext cx="22225" cy="11113"/>
              </a:xfrm>
              <a:custGeom>
                <a:avLst/>
                <a:gdLst>
                  <a:gd name="T0" fmla="*/ 62 w 63"/>
                  <a:gd name="T1" fmla="*/ 0 h 32"/>
                  <a:gd name="T2" fmla="*/ 62 w 63"/>
                  <a:gd name="T3" fmla="*/ 0 h 32"/>
                  <a:gd name="T4" fmla="*/ 62 w 63"/>
                  <a:gd name="T5" fmla="*/ 0 h 32"/>
                  <a:gd name="T6" fmla="*/ 62 w 63"/>
                  <a:gd name="T7" fmla="*/ 0 h 32"/>
                  <a:gd name="T8" fmla="*/ 31 w 63"/>
                  <a:gd name="T9" fmla="*/ 0 h 32"/>
                  <a:gd name="T10" fmla="*/ 0 w 63"/>
                  <a:gd name="T11" fmla="*/ 0 h 32"/>
                  <a:gd name="T12" fmla="*/ 0 w 63"/>
                  <a:gd name="T13" fmla="*/ 0 h 32"/>
                  <a:gd name="T14" fmla="*/ 0 w 63"/>
                  <a:gd name="T15" fmla="*/ 31 h 32"/>
                  <a:gd name="T16" fmla="*/ 62 w 6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32">
                    <a:moveTo>
                      <a:pt x="62" y="0"/>
                    </a:moveTo>
                    <a:lnTo>
                      <a:pt x="62" y="0"/>
                    </a:lnTo>
                    <a:lnTo>
                      <a:pt x="62" y="0"/>
                    </a:lnTo>
                    <a:lnTo>
                      <a:pt x="62" y="0"/>
                    </a:lnTo>
                    <a:cubicBezTo>
                      <a:pt x="62" y="0"/>
                      <a:pt x="62" y="0"/>
                      <a:pt x="31" y="0"/>
                    </a:cubicBezTo>
                    <a:cubicBezTo>
                      <a:pt x="31" y="0"/>
                      <a:pt x="31" y="0"/>
                      <a:pt x="0" y="0"/>
                    </a:cubicBezTo>
                    <a:lnTo>
                      <a:pt x="0" y="0"/>
                    </a:lnTo>
                    <a:cubicBezTo>
                      <a:pt x="0" y="0"/>
                      <a:pt x="0" y="0"/>
                      <a:pt x="0" y="31"/>
                    </a:cubicBezTo>
                    <a:cubicBezTo>
                      <a:pt x="31" y="31"/>
                      <a:pt x="31" y="31"/>
                      <a:pt x="6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42" name="Freeform 191">
                <a:extLst>
                  <a:ext uri="{FF2B5EF4-FFF2-40B4-BE49-F238E27FC236}">
                    <a16:creationId xmlns:a16="http://schemas.microsoft.com/office/drawing/2014/main" id="{822AC37E-222C-038A-F5FE-E5793784BC27}"/>
                  </a:ext>
                </a:extLst>
              </p:cNvPr>
              <p:cNvSpPr>
                <a:spLocks noChangeArrowheads="1"/>
              </p:cNvSpPr>
              <p:nvPr/>
            </p:nvSpPr>
            <p:spPr bwMode="auto">
              <a:xfrm>
                <a:off x="1882775" y="765175"/>
                <a:ext cx="66675" cy="11113"/>
              </a:xfrm>
              <a:custGeom>
                <a:avLst/>
                <a:gdLst>
                  <a:gd name="T0" fmla="*/ 155 w 187"/>
                  <a:gd name="T1" fmla="*/ 0 h 32"/>
                  <a:gd name="T2" fmla="*/ 155 w 187"/>
                  <a:gd name="T3" fmla="*/ 0 h 32"/>
                  <a:gd name="T4" fmla="*/ 93 w 187"/>
                  <a:gd name="T5" fmla="*/ 0 h 32"/>
                  <a:gd name="T6" fmla="*/ 31 w 187"/>
                  <a:gd name="T7" fmla="*/ 0 h 32"/>
                  <a:gd name="T8" fmla="*/ 0 w 187"/>
                  <a:gd name="T9" fmla="*/ 31 h 32"/>
                  <a:gd name="T10" fmla="*/ 31 w 187"/>
                  <a:gd name="T11" fmla="*/ 31 h 32"/>
                  <a:gd name="T12" fmla="*/ 62 w 187"/>
                  <a:gd name="T13" fmla="*/ 31 h 32"/>
                  <a:gd name="T14" fmla="*/ 93 w 187"/>
                  <a:gd name="T15" fmla="*/ 31 h 32"/>
                  <a:gd name="T16" fmla="*/ 155 w 187"/>
                  <a:gd name="T17" fmla="*/ 31 h 32"/>
                  <a:gd name="T18" fmla="*/ 155 w 187"/>
                  <a:gd name="T19" fmla="*/ 0 h 32"/>
                  <a:gd name="T20" fmla="*/ 186 w 187"/>
                  <a:gd name="T21" fmla="*/ 0 h 32"/>
                  <a:gd name="T22" fmla="*/ 155 w 187"/>
                  <a:gd name="T2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 h="32">
                    <a:moveTo>
                      <a:pt x="155" y="0"/>
                    </a:moveTo>
                    <a:lnTo>
                      <a:pt x="155" y="0"/>
                    </a:lnTo>
                    <a:cubicBezTo>
                      <a:pt x="124" y="0"/>
                      <a:pt x="124" y="0"/>
                      <a:pt x="93" y="0"/>
                    </a:cubicBezTo>
                    <a:cubicBezTo>
                      <a:pt x="93" y="0"/>
                      <a:pt x="62" y="0"/>
                      <a:pt x="31" y="0"/>
                    </a:cubicBezTo>
                    <a:cubicBezTo>
                      <a:pt x="31" y="31"/>
                      <a:pt x="0" y="31"/>
                      <a:pt x="0" y="31"/>
                    </a:cubicBezTo>
                    <a:lnTo>
                      <a:pt x="31" y="31"/>
                    </a:lnTo>
                    <a:lnTo>
                      <a:pt x="62" y="31"/>
                    </a:lnTo>
                    <a:cubicBezTo>
                      <a:pt x="93" y="31"/>
                      <a:pt x="93" y="31"/>
                      <a:pt x="93" y="31"/>
                    </a:cubicBezTo>
                    <a:cubicBezTo>
                      <a:pt x="93" y="31"/>
                      <a:pt x="124" y="31"/>
                      <a:pt x="155" y="31"/>
                    </a:cubicBezTo>
                    <a:lnTo>
                      <a:pt x="155" y="0"/>
                    </a:lnTo>
                    <a:lnTo>
                      <a:pt x="186" y="0"/>
                    </a:lnTo>
                    <a:lnTo>
                      <a:pt x="155"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43" name="Freeform 192">
                <a:extLst>
                  <a:ext uri="{FF2B5EF4-FFF2-40B4-BE49-F238E27FC236}">
                    <a16:creationId xmlns:a16="http://schemas.microsoft.com/office/drawing/2014/main" id="{C45C3A6C-7802-C814-5B68-DB0DD6BB80AA}"/>
                  </a:ext>
                </a:extLst>
              </p:cNvPr>
              <p:cNvSpPr>
                <a:spLocks noChangeArrowheads="1"/>
              </p:cNvSpPr>
              <p:nvPr/>
            </p:nvSpPr>
            <p:spPr bwMode="auto">
              <a:xfrm>
                <a:off x="2017713" y="1166813"/>
                <a:ext cx="11112" cy="11112"/>
              </a:xfrm>
              <a:custGeom>
                <a:avLst/>
                <a:gdLst>
                  <a:gd name="T0" fmla="*/ 31 w 32"/>
                  <a:gd name="T1" fmla="*/ 31 h 32"/>
                  <a:gd name="T2" fmla="*/ 31 w 32"/>
                  <a:gd name="T3" fmla="*/ 31 h 32"/>
                  <a:gd name="T4" fmla="*/ 31 w 32"/>
                  <a:gd name="T5" fmla="*/ 0 h 32"/>
                  <a:gd name="T6" fmla="*/ 0 w 32"/>
                  <a:gd name="T7" fmla="*/ 0 h 32"/>
                  <a:gd name="T8" fmla="*/ 0 w 32"/>
                  <a:gd name="T9" fmla="*/ 0 h 32"/>
                  <a:gd name="T10" fmla="*/ 31 w 32"/>
                  <a:gd name="T11" fmla="*/ 31 h 32"/>
                </a:gdLst>
                <a:ahLst/>
                <a:cxnLst>
                  <a:cxn ang="0">
                    <a:pos x="T0" y="T1"/>
                  </a:cxn>
                  <a:cxn ang="0">
                    <a:pos x="T2" y="T3"/>
                  </a:cxn>
                  <a:cxn ang="0">
                    <a:pos x="T4" y="T5"/>
                  </a:cxn>
                  <a:cxn ang="0">
                    <a:pos x="T6" y="T7"/>
                  </a:cxn>
                  <a:cxn ang="0">
                    <a:pos x="T8" y="T9"/>
                  </a:cxn>
                  <a:cxn ang="0">
                    <a:pos x="T10" y="T11"/>
                  </a:cxn>
                </a:cxnLst>
                <a:rect l="0" t="0" r="r" b="b"/>
                <a:pathLst>
                  <a:path w="32" h="32">
                    <a:moveTo>
                      <a:pt x="31" y="31"/>
                    </a:moveTo>
                    <a:lnTo>
                      <a:pt x="31" y="31"/>
                    </a:lnTo>
                    <a:cubicBezTo>
                      <a:pt x="31" y="0"/>
                      <a:pt x="31" y="0"/>
                      <a:pt x="31" y="0"/>
                    </a:cubicBezTo>
                    <a:cubicBezTo>
                      <a:pt x="31" y="0"/>
                      <a:pt x="31" y="0"/>
                      <a:pt x="0" y="0"/>
                    </a:cubicBezTo>
                    <a:lnTo>
                      <a:pt x="0" y="0"/>
                    </a:lnTo>
                    <a:cubicBezTo>
                      <a:pt x="31" y="0"/>
                      <a:pt x="31" y="31"/>
                      <a:pt x="31"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44" name="Freeform 193">
                <a:extLst>
                  <a:ext uri="{FF2B5EF4-FFF2-40B4-BE49-F238E27FC236}">
                    <a16:creationId xmlns:a16="http://schemas.microsoft.com/office/drawing/2014/main" id="{544490C4-765F-8E3D-7BC0-503494681376}"/>
                  </a:ext>
                </a:extLst>
              </p:cNvPr>
              <p:cNvSpPr>
                <a:spLocks noChangeArrowheads="1"/>
              </p:cNvSpPr>
              <p:nvPr/>
            </p:nvSpPr>
            <p:spPr bwMode="auto">
              <a:xfrm>
                <a:off x="1951038" y="1144588"/>
                <a:ext cx="55562" cy="33337"/>
              </a:xfrm>
              <a:custGeom>
                <a:avLst/>
                <a:gdLst>
                  <a:gd name="T0" fmla="*/ 62 w 156"/>
                  <a:gd name="T1" fmla="*/ 31 h 94"/>
                  <a:gd name="T2" fmla="*/ 62 w 156"/>
                  <a:gd name="T3" fmla="*/ 31 h 94"/>
                  <a:gd name="T4" fmla="*/ 62 w 156"/>
                  <a:gd name="T5" fmla="*/ 62 h 94"/>
                  <a:gd name="T6" fmla="*/ 31 w 156"/>
                  <a:gd name="T7" fmla="*/ 0 h 94"/>
                  <a:gd name="T8" fmla="*/ 0 w 156"/>
                  <a:gd name="T9" fmla="*/ 0 h 94"/>
                  <a:gd name="T10" fmla="*/ 0 w 156"/>
                  <a:gd name="T11" fmla="*/ 0 h 94"/>
                  <a:gd name="T12" fmla="*/ 0 w 156"/>
                  <a:gd name="T13" fmla="*/ 31 h 94"/>
                  <a:gd name="T14" fmla="*/ 0 w 156"/>
                  <a:gd name="T15" fmla="*/ 31 h 94"/>
                  <a:gd name="T16" fmla="*/ 0 w 156"/>
                  <a:gd name="T17" fmla="*/ 62 h 94"/>
                  <a:gd name="T18" fmla="*/ 0 w 156"/>
                  <a:gd name="T19" fmla="*/ 62 h 94"/>
                  <a:gd name="T20" fmla="*/ 31 w 156"/>
                  <a:gd name="T21" fmla="*/ 93 h 94"/>
                  <a:gd name="T22" fmla="*/ 62 w 156"/>
                  <a:gd name="T23" fmla="*/ 93 h 94"/>
                  <a:gd name="T24" fmla="*/ 93 w 156"/>
                  <a:gd name="T25" fmla="*/ 93 h 94"/>
                  <a:gd name="T26" fmla="*/ 124 w 156"/>
                  <a:gd name="T27" fmla="*/ 62 h 94"/>
                  <a:gd name="T28" fmla="*/ 124 w 156"/>
                  <a:gd name="T29" fmla="*/ 62 h 94"/>
                  <a:gd name="T30" fmla="*/ 155 w 156"/>
                  <a:gd name="T31" fmla="*/ 62 h 94"/>
                  <a:gd name="T32" fmla="*/ 155 w 156"/>
                  <a:gd name="T33" fmla="*/ 62 h 94"/>
                  <a:gd name="T34" fmla="*/ 124 w 156"/>
                  <a:gd name="T35" fmla="*/ 31 h 94"/>
                  <a:gd name="T36" fmla="*/ 93 w 156"/>
                  <a:gd name="T37" fmla="*/ 31 h 94"/>
                  <a:gd name="T38" fmla="*/ 93 w 156"/>
                  <a:gd name="T39" fmla="*/ 31 h 94"/>
                  <a:gd name="T40" fmla="*/ 62 w 156"/>
                  <a:gd name="T41" fmla="*/ 3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6" h="94">
                    <a:moveTo>
                      <a:pt x="62" y="31"/>
                    </a:moveTo>
                    <a:lnTo>
                      <a:pt x="62" y="31"/>
                    </a:lnTo>
                    <a:cubicBezTo>
                      <a:pt x="62" y="62"/>
                      <a:pt x="62" y="62"/>
                      <a:pt x="62" y="62"/>
                    </a:cubicBezTo>
                    <a:cubicBezTo>
                      <a:pt x="31" y="0"/>
                      <a:pt x="31" y="0"/>
                      <a:pt x="31" y="0"/>
                    </a:cubicBezTo>
                    <a:lnTo>
                      <a:pt x="0" y="0"/>
                    </a:lnTo>
                    <a:lnTo>
                      <a:pt x="0" y="0"/>
                    </a:lnTo>
                    <a:cubicBezTo>
                      <a:pt x="0" y="31"/>
                      <a:pt x="0" y="31"/>
                      <a:pt x="0" y="31"/>
                    </a:cubicBezTo>
                    <a:lnTo>
                      <a:pt x="0" y="31"/>
                    </a:lnTo>
                    <a:cubicBezTo>
                      <a:pt x="0" y="62"/>
                      <a:pt x="0" y="62"/>
                      <a:pt x="0" y="62"/>
                    </a:cubicBezTo>
                    <a:lnTo>
                      <a:pt x="0" y="62"/>
                    </a:lnTo>
                    <a:cubicBezTo>
                      <a:pt x="31" y="62"/>
                      <a:pt x="31" y="93"/>
                      <a:pt x="31" y="93"/>
                    </a:cubicBezTo>
                    <a:lnTo>
                      <a:pt x="62" y="93"/>
                    </a:lnTo>
                    <a:lnTo>
                      <a:pt x="93" y="93"/>
                    </a:lnTo>
                    <a:cubicBezTo>
                      <a:pt x="93" y="62"/>
                      <a:pt x="124" y="62"/>
                      <a:pt x="124" y="62"/>
                    </a:cubicBezTo>
                    <a:lnTo>
                      <a:pt x="124" y="62"/>
                    </a:lnTo>
                    <a:lnTo>
                      <a:pt x="155" y="62"/>
                    </a:lnTo>
                    <a:lnTo>
                      <a:pt x="155" y="62"/>
                    </a:lnTo>
                    <a:cubicBezTo>
                      <a:pt x="155" y="31"/>
                      <a:pt x="155" y="31"/>
                      <a:pt x="124" y="31"/>
                    </a:cubicBezTo>
                    <a:lnTo>
                      <a:pt x="93" y="31"/>
                    </a:lnTo>
                    <a:lnTo>
                      <a:pt x="93" y="31"/>
                    </a:lnTo>
                    <a:cubicBezTo>
                      <a:pt x="62" y="31"/>
                      <a:pt x="62" y="31"/>
                      <a:pt x="62"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45" name="Freeform 194">
                <a:extLst>
                  <a:ext uri="{FF2B5EF4-FFF2-40B4-BE49-F238E27FC236}">
                    <a16:creationId xmlns:a16="http://schemas.microsoft.com/office/drawing/2014/main" id="{9A1A5216-555B-C6E6-9456-6C230F01EA36}"/>
                  </a:ext>
                </a:extLst>
              </p:cNvPr>
              <p:cNvSpPr>
                <a:spLocks noChangeArrowheads="1"/>
              </p:cNvSpPr>
              <p:nvPr/>
            </p:nvSpPr>
            <p:spPr bwMode="auto">
              <a:xfrm>
                <a:off x="2419350" y="1122363"/>
                <a:ext cx="1588" cy="11112"/>
              </a:xfrm>
              <a:custGeom>
                <a:avLst/>
                <a:gdLst>
                  <a:gd name="T0" fmla="*/ 0 w 1"/>
                  <a:gd name="T1" fmla="*/ 31 h 32"/>
                  <a:gd name="T2" fmla="*/ 0 w 1"/>
                  <a:gd name="T3" fmla="*/ 31 h 32"/>
                  <a:gd name="T4" fmla="*/ 0 w 1"/>
                  <a:gd name="T5" fmla="*/ 0 h 32"/>
                  <a:gd name="T6" fmla="*/ 0 w 1"/>
                  <a:gd name="T7" fmla="*/ 0 h 32"/>
                  <a:gd name="T8" fmla="*/ 0 w 1"/>
                  <a:gd name="T9" fmla="*/ 31 h 32"/>
                </a:gdLst>
                <a:ahLst/>
                <a:cxnLst>
                  <a:cxn ang="0">
                    <a:pos x="T0" y="T1"/>
                  </a:cxn>
                  <a:cxn ang="0">
                    <a:pos x="T2" y="T3"/>
                  </a:cxn>
                  <a:cxn ang="0">
                    <a:pos x="T4" y="T5"/>
                  </a:cxn>
                  <a:cxn ang="0">
                    <a:pos x="T6" y="T7"/>
                  </a:cxn>
                  <a:cxn ang="0">
                    <a:pos x="T8" y="T9"/>
                  </a:cxn>
                </a:cxnLst>
                <a:rect l="0" t="0" r="r" b="b"/>
                <a:pathLst>
                  <a:path w="1" h="32">
                    <a:moveTo>
                      <a:pt x="0" y="31"/>
                    </a:moveTo>
                    <a:lnTo>
                      <a:pt x="0" y="31"/>
                    </a:lnTo>
                    <a:cubicBezTo>
                      <a:pt x="0" y="0"/>
                      <a:pt x="0" y="0"/>
                      <a:pt x="0" y="0"/>
                    </a:cubicBezTo>
                    <a:lnTo>
                      <a:pt x="0" y="0"/>
                    </a:lnTo>
                    <a:cubicBezTo>
                      <a:pt x="0" y="0"/>
                      <a:pt x="0" y="0"/>
                      <a:pt x="0"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46" name="Freeform 195">
                <a:extLst>
                  <a:ext uri="{FF2B5EF4-FFF2-40B4-BE49-F238E27FC236}">
                    <a16:creationId xmlns:a16="http://schemas.microsoft.com/office/drawing/2014/main" id="{19E6FD2D-7A97-0E58-A3A7-4586D391280C}"/>
                  </a:ext>
                </a:extLst>
              </p:cNvPr>
              <p:cNvSpPr>
                <a:spLocks noChangeArrowheads="1"/>
              </p:cNvSpPr>
              <p:nvPr/>
            </p:nvSpPr>
            <p:spPr bwMode="auto">
              <a:xfrm>
                <a:off x="2017713" y="987425"/>
                <a:ext cx="401637" cy="223838"/>
              </a:xfrm>
              <a:custGeom>
                <a:avLst/>
                <a:gdLst>
                  <a:gd name="T0" fmla="*/ 248 w 1117"/>
                  <a:gd name="T1" fmla="*/ 31 h 621"/>
                  <a:gd name="T2" fmla="*/ 186 w 1117"/>
                  <a:gd name="T3" fmla="*/ 31 h 621"/>
                  <a:gd name="T4" fmla="*/ 155 w 1117"/>
                  <a:gd name="T5" fmla="*/ 0 h 621"/>
                  <a:gd name="T6" fmla="*/ 0 w 1117"/>
                  <a:gd name="T7" fmla="*/ 62 h 621"/>
                  <a:gd name="T8" fmla="*/ 31 w 1117"/>
                  <a:gd name="T9" fmla="*/ 93 h 621"/>
                  <a:gd name="T10" fmla="*/ 62 w 1117"/>
                  <a:gd name="T11" fmla="*/ 93 h 621"/>
                  <a:gd name="T12" fmla="*/ 124 w 1117"/>
                  <a:gd name="T13" fmla="*/ 124 h 621"/>
                  <a:gd name="T14" fmla="*/ 186 w 1117"/>
                  <a:gd name="T15" fmla="*/ 93 h 621"/>
                  <a:gd name="T16" fmla="*/ 248 w 1117"/>
                  <a:gd name="T17" fmla="*/ 93 h 621"/>
                  <a:gd name="T18" fmla="*/ 341 w 1117"/>
                  <a:gd name="T19" fmla="*/ 93 h 621"/>
                  <a:gd name="T20" fmla="*/ 372 w 1117"/>
                  <a:gd name="T21" fmla="*/ 155 h 621"/>
                  <a:gd name="T22" fmla="*/ 433 w 1117"/>
                  <a:gd name="T23" fmla="*/ 155 h 621"/>
                  <a:gd name="T24" fmla="*/ 433 w 1117"/>
                  <a:gd name="T25" fmla="*/ 186 h 621"/>
                  <a:gd name="T26" fmla="*/ 496 w 1117"/>
                  <a:gd name="T27" fmla="*/ 217 h 621"/>
                  <a:gd name="T28" fmla="*/ 557 w 1117"/>
                  <a:gd name="T29" fmla="*/ 248 h 621"/>
                  <a:gd name="T30" fmla="*/ 589 w 1117"/>
                  <a:gd name="T31" fmla="*/ 341 h 621"/>
                  <a:gd name="T32" fmla="*/ 496 w 1117"/>
                  <a:gd name="T33" fmla="*/ 372 h 621"/>
                  <a:gd name="T34" fmla="*/ 527 w 1117"/>
                  <a:gd name="T35" fmla="*/ 465 h 621"/>
                  <a:gd name="T36" fmla="*/ 589 w 1117"/>
                  <a:gd name="T37" fmla="*/ 527 h 621"/>
                  <a:gd name="T38" fmla="*/ 651 w 1117"/>
                  <a:gd name="T39" fmla="*/ 557 h 621"/>
                  <a:gd name="T40" fmla="*/ 713 w 1117"/>
                  <a:gd name="T41" fmla="*/ 557 h 621"/>
                  <a:gd name="T42" fmla="*/ 805 w 1117"/>
                  <a:gd name="T43" fmla="*/ 620 h 621"/>
                  <a:gd name="T44" fmla="*/ 899 w 1117"/>
                  <a:gd name="T45" fmla="*/ 620 h 621"/>
                  <a:gd name="T46" fmla="*/ 929 w 1117"/>
                  <a:gd name="T47" fmla="*/ 620 h 621"/>
                  <a:gd name="T48" fmla="*/ 992 w 1117"/>
                  <a:gd name="T49" fmla="*/ 557 h 621"/>
                  <a:gd name="T50" fmla="*/ 992 w 1117"/>
                  <a:gd name="T51" fmla="*/ 527 h 621"/>
                  <a:gd name="T52" fmla="*/ 929 w 1117"/>
                  <a:gd name="T53" fmla="*/ 496 h 621"/>
                  <a:gd name="T54" fmla="*/ 899 w 1117"/>
                  <a:gd name="T55" fmla="*/ 496 h 621"/>
                  <a:gd name="T56" fmla="*/ 837 w 1117"/>
                  <a:gd name="T57" fmla="*/ 465 h 621"/>
                  <a:gd name="T58" fmla="*/ 744 w 1117"/>
                  <a:gd name="T59" fmla="*/ 403 h 621"/>
                  <a:gd name="T60" fmla="*/ 837 w 1117"/>
                  <a:gd name="T61" fmla="*/ 310 h 621"/>
                  <a:gd name="T62" fmla="*/ 929 w 1117"/>
                  <a:gd name="T63" fmla="*/ 341 h 621"/>
                  <a:gd name="T64" fmla="*/ 961 w 1117"/>
                  <a:gd name="T65" fmla="*/ 310 h 621"/>
                  <a:gd name="T66" fmla="*/ 1023 w 1117"/>
                  <a:gd name="T67" fmla="*/ 341 h 621"/>
                  <a:gd name="T68" fmla="*/ 1053 w 1117"/>
                  <a:gd name="T69" fmla="*/ 403 h 621"/>
                  <a:gd name="T70" fmla="*/ 1116 w 1117"/>
                  <a:gd name="T71" fmla="*/ 372 h 621"/>
                  <a:gd name="T72" fmla="*/ 1116 w 1117"/>
                  <a:gd name="T73" fmla="*/ 372 h 621"/>
                  <a:gd name="T74" fmla="*/ 1085 w 1117"/>
                  <a:gd name="T75" fmla="*/ 341 h 621"/>
                  <a:gd name="T76" fmla="*/ 1053 w 1117"/>
                  <a:gd name="T77" fmla="*/ 341 h 621"/>
                  <a:gd name="T78" fmla="*/ 1023 w 1117"/>
                  <a:gd name="T79" fmla="*/ 310 h 621"/>
                  <a:gd name="T80" fmla="*/ 961 w 1117"/>
                  <a:gd name="T81" fmla="*/ 279 h 621"/>
                  <a:gd name="T82" fmla="*/ 929 w 1117"/>
                  <a:gd name="T83" fmla="*/ 279 h 621"/>
                  <a:gd name="T84" fmla="*/ 899 w 1117"/>
                  <a:gd name="T85" fmla="*/ 279 h 621"/>
                  <a:gd name="T86" fmla="*/ 868 w 1117"/>
                  <a:gd name="T87" fmla="*/ 279 h 621"/>
                  <a:gd name="T88" fmla="*/ 775 w 1117"/>
                  <a:gd name="T89" fmla="*/ 217 h 621"/>
                  <a:gd name="T90" fmla="*/ 713 w 1117"/>
                  <a:gd name="T91" fmla="*/ 155 h 621"/>
                  <a:gd name="T92" fmla="*/ 713 w 1117"/>
                  <a:gd name="T93" fmla="*/ 93 h 621"/>
                  <a:gd name="T94" fmla="*/ 651 w 1117"/>
                  <a:gd name="T95" fmla="*/ 124 h 621"/>
                  <a:gd name="T96" fmla="*/ 620 w 1117"/>
                  <a:gd name="T97" fmla="*/ 155 h 621"/>
                  <a:gd name="T98" fmla="*/ 527 w 1117"/>
                  <a:gd name="T99" fmla="*/ 93 h 621"/>
                  <a:gd name="T100" fmla="*/ 527 w 1117"/>
                  <a:gd name="T101" fmla="*/ 93 h 621"/>
                  <a:gd name="T102" fmla="*/ 433 w 1117"/>
                  <a:gd name="T103" fmla="*/ 62 h 621"/>
                  <a:gd name="T104" fmla="*/ 403 w 1117"/>
                  <a:gd name="T105" fmla="*/ 62 h 621"/>
                  <a:gd name="T106" fmla="*/ 403 w 1117"/>
                  <a:gd name="T107" fmla="*/ 0 h 621"/>
                  <a:gd name="T108" fmla="*/ 310 w 1117"/>
                  <a:gd name="T109" fmla="*/ 0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17" h="621">
                    <a:moveTo>
                      <a:pt x="279" y="31"/>
                    </a:moveTo>
                    <a:lnTo>
                      <a:pt x="279" y="31"/>
                    </a:lnTo>
                    <a:cubicBezTo>
                      <a:pt x="248" y="31"/>
                      <a:pt x="248" y="31"/>
                      <a:pt x="248" y="31"/>
                    </a:cubicBezTo>
                    <a:cubicBezTo>
                      <a:pt x="216" y="31"/>
                      <a:pt x="216" y="31"/>
                      <a:pt x="216" y="31"/>
                    </a:cubicBezTo>
                    <a:lnTo>
                      <a:pt x="216" y="31"/>
                    </a:lnTo>
                    <a:lnTo>
                      <a:pt x="186" y="31"/>
                    </a:lnTo>
                    <a:cubicBezTo>
                      <a:pt x="186" y="31"/>
                      <a:pt x="186" y="31"/>
                      <a:pt x="155" y="31"/>
                    </a:cubicBezTo>
                    <a:cubicBezTo>
                      <a:pt x="155" y="0"/>
                      <a:pt x="155" y="0"/>
                      <a:pt x="155" y="0"/>
                    </a:cubicBezTo>
                    <a:lnTo>
                      <a:pt x="155" y="0"/>
                    </a:lnTo>
                    <a:lnTo>
                      <a:pt x="155" y="0"/>
                    </a:lnTo>
                    <a:cubicBezTo>
                      <a:pt x="155" y="0"/>
                      <a:pt x="124" y="0"/>
                      <a:pt x="124" y="31"/>
                    </a:cubicBezTo>
                    <a:cubicBezTo>
                      <a:pt x="0" y="62"/>
                      <a:pt x="0" y="62"/>
                      <a:pt x="0" y="62"/>
                    </a:cubicBezTo>
                    <a:lnTo>
                      <a:pt x="31" y="93"/>
                    </a:lnTo>
                    <a:lnTo>
                      <a:pt x="31" y="93"/>
                    </a:lnTo>
                    <a:lnTo>
                      <a:pt x="31" y="93"/>
                    </a:lnTo>
                    <a:lnTo>
                      <a:pt x="31" y="93"/>
                    </a:lnTo>
                    <a:lnTo>
                      <a:pt x="62" y="93"/>
                    </a:lnTo>
                    <a:lnTo>
                      <a:pt x="62" y="93"/>
                    </a:lnTo>
                    <a:cubicBezTo>
                      <a:pt x="93" y="93"/>
                      <a:pt x="93" y="124"/>
                      <a:pt x="93" y="124"/>
                    </a:cubicBezTo>
                    <a:lnTo>
                      <a:pt x="93" y="124"/>
                    </a:lnTo>
                    <a:cubicBezTo>
                      <a:pt x="124" y="124"/>
                      <a:pt x="124" y="124"/>
                      <a:pt x="124" y="124"/>
                    </a:cubicBezTo>
                    <a:cubicBezTo>
                      <a:pt x="155" y="124"/>
                      <a:pt x="155" y="124"/>
                      <a:pt x="155" y="124"/>
                    </a:cubicBezTo>
                    <a:lnTo>
                      <a:pt x="155" y="124"/>
                    </a:lnTo>
                    <a:cubicBezTo>
                      <a:pt x="186" y="93"/>
                      <a:pt x="186" y="93"/>
                      <a:pt x="186" y="93"/>
                    </a:cubicBezTo>
                    <a:cubicBezTo>
                      <a:pt x="186" y="93"/>
                      <a:pt x="186" y="62"/>
                      <a:pt x="216" y="62"/>
                    </a:cubicBezTo>
                    <a:cubicBezTo>
                      <a:pt x="216" y="62"/>
                      <a:pt x="216" y="62"/>
                      <a:pt x="248" y="62"/>
                    </a:cubicBezTo>
                    <a:cubicBezTo>
                      <a:pt x="248" y="93"/>
                      <a:pt x="248" y="93"/>
                      <a:pt x="248" y="93"/>
                    </a:cubicBezTo>
                    <a:lnTo>
                      <a:pt x="248" y="93"/>
                    </a:lnTo>
                    <a:cubicBezTo>
                      <a:pt x="279" y="93"/>
                      <a:pt x="279" y="93"/>
                      <a:pt x="310" y="124"/>
                    </a:cubicBezTo>
                    <a:cubicBezTo>
                      <a:pt x="341" y="93"/>
                      <a:pt x="341" y="93"/>
                      <a:pt x="341" y="93"/>
                    </a:cubicBezTo>
                    <a:cubicBezTo>
                      <a:pt x="341" y="155"/>
                      <a:pt x="341" y="155"/>
                      <a:pt x="341" y="155"/>
                    </a:cubicBezTo>
                    <a:cubicBezTo>
                      <a:pt x="341" y="155"/>
                      <a:pt x="341" y="155"/>
                      <a:pt x="372" y="155"/>
                    </a:cubicBezTo>
                    <a:lnTo>
                      <a:pt x="372" y="155"/>
                    </a:lnTo>
                    <a:cubicBezTo>
                      <a:pt x="372" y="155"/>
                      <a:pt x="372" y="155"/>
                      <a:pt x="372" y="186"/>
                    </a:cubicBezTo>
                    <a:cubicBezTo>
                      <a:pt x="403" y="186"/>
                      <a:pt x="403" y="186"/>
                      <a:pt x="403" y="186"/>
                    </a:cubicBezTo>
                    <a:cubicBezTo>
                      <a:pt x="433" y="155"/>
                      <a:pt x="433" y="155"/>
                      <a:pt x="433" y="155"/>
                    </a:cubicBezTo>
                    <a:cubicBezTo>
                      <a:pt x="433" y="186"/>
                      <a:pt x="433" y="186"/>
                      <a:pt x="433" y="186"/>
                    </a:cubicBezTo>
                    <a:lnTo>
                      <a:pt x="433" y="186"/>
                    </a:lnTo>
                    <a:lnTo>
                      <a:pt x="433" y="186"/>
                    </a:lnTo>
                    <a:lnTo>
                      <a:pt x="465" y="186"/>
                    </a:lnTo>
                    <a:cubicBezTo>
                      <a:pt x="496" y="186"/>
                      <a:pt x="496" y="186"/>
                      <a:pt x="496" y="217"/>
                    </a:cubicBezTo>
                    <a:lnTo>
                      <a:pt x="496" y="217"/>
                    </a:lnTo>
                    <a:cubicBezTo>
                      <a:pt x="496" y="217"/>
                      <a:pt x="496" y="217"/>
                      <a:pt x="527" y="217"/>
                    </a:cubicBezTo>
                    <a:lnTo>
                      <a:pt x="527" y="217"/>
                    </a:lnTo>
                    <a:cubicBezTo>
                      <a:pt x="557" y="217"/>
                      <a:pt x="557" y="217"/>
                      <a:pt x="557" y="248"/>
                    </a:cubicBezTo>
                    <a:lnTo>
                      <a:pt x="589" y="279"/>
                    </a:lnTo>
                    <a:lnTo>
                      <a:pt x="589" y="279"/>
                    </a:lnTo>
                    <a:cubicBezTo>
                      <a:pt x="589" y="341"/>
                      <a:pt x="589" y="341"/>
                      <a:pt x="589" y="341"/>
                    </a:cubicBezTo>
                    <a:lnTo>
                      <a:pt x="589" y="341"/>
                    </a:lnTo>
                    <a:cubicBezTo>
                      <a:pt x="557" y="341"/>
                      <a:pt x="527" y="372"/>
                      <a:pt x="496" y="372"/>
                    </a:cubicBezTo>
                    <a:lnTo>
                      <a:pt x="496" y="372"/>
                    </a:lnTo>
                    <a:cubicBezTo>
                      <a:pt x="496" y="403"/>
                      <a:pt x="527" y="403"/>
                      <a:pt x="527" y="403"/>
                    </a:cubicBezTo>
                    <a:cubicBezTo>
                      <a:pt x="527" y="465"/>
                      <a:pt x="527" y="465"/>
                      <a:pt x="527" y="465"/>
                    </a:cubicBezTo>
                    <a:lnTo>
                      <a:pt x="527" y="465"/>
                    </a:lnTo>
                    <a:lnTo>
                      <a:pt x="527" y="465"/>
                    </a:lnTo>
                    <a:cubicBezTo>
                      <a:pt x="557" y="465"/>
                      <a:pt x="557" y="465"/>
                      <a:pt x="557" y="496"/>
                    </a:cubicBezTo>
                    <a:cubicBezTo>
                      <a:pt x="589" y="496"/>
                      <a:pt x="589" y="496"/>
                      <a:pt x="589" y="527"/>
                    </a:cubicBezTo>
                    <a:cubicBezTo>
                      <a:pt x="713" y="527"/>
                      <a:pt x="713" y="527"/>
                      <a:pt x="713" y="527"/>
                    </a:cubicBezTo>
                    <a:cubicBezTo>
                      <a:pt x="651" y="557"/>
                      <a:pt x="651" y="557"/>
                      <a:pt x="651" y="557"/>
                    </a:cubicBezTo>
                    <a:lnTo>
                      <a:pt x="651" y="557"/>
                    </a:lnTo>
                    <a:cubicBezTo>
                      <a:pt x="651" y="557"/>
                      <a:pt x="681" y="557"/>
                      <a:pt x="681" y="589"/>
                    </a:cubicBezTo>
                    <a:cubicBezTo>
                      <a:pt x="681" y="557"/>
                      <a:pt x="713" y="557"/>
                      <a:pt x="713" y="557"/>
                    </a:cubicBezTo>
                    <a:lnTo>
                      <a:pt x="713" y="557"/>
                    </a:lnTo>
                    <a:cubicBezTo>
                      <a:pt x="744" y="557"/>
                      <a:pt x="775" y="589"/>
                      <a:pt x="775" y="589"/>
                    </a:cubicBezTo>
                    <a:lnTo>
                      <a:pt x="805" y="589"/>
                    </a:lnTo>
                    <a:cubicBezTo>
                      <a:pt x="805" y="620"/>
                      <a:pt x="805" y="620"/>
                      <a:pt x="805" y="620"/>
                    </a:cubicBezTo>
                    <a:cubicBezTo>
                      <a:pt x="805" y="620"/>
                      <a:pt x="805" y="620"/>
                      <a:pt x="837" y="620"/>
                    </a:cubicBezTo>
                    <a:lnTo>
                      <a:pt x="837" y="620"/>
                    </a:lnTo>
                    <a:cubicBezTo>
                      <a:pt x="868" y="620"/>
                      <a:pt x="868" y="620"/>
                      <a:pt x="899" y="620"/>
                    </a:cubicBezTo>
                    <a:lnTo>
                      <a:pt x="899" y="620"/>
                    </a:lnTo>
                    <a:lnTo>
                      <a:pt x="899" y="620"/>
                    </a:lnTo>
                    <a:cubicBezTo>
                      <a:pt x="899" y="620"/>
                      <a:pt x="899" y="620"/>
                      <a:pt x="929" y="620"/>
                    </a:cubicBezTo>
                    <a:cubicBezTo>
                      <a:pt x="929" y="620"/>
                      <a:pt x="929" y="620"/>
                      <a:pt x="929" y="589"/>
                    </a:cubicBezTo>
                    <a:cubicBezTo>
                      <a:pt x="929" y="589"/>
                      <a:pt x="929" y="557"/>
                      <a:pt x="961" y="557"/>
                    </a:cubicBezTo>
                    <a:cubicBezTo>
                      <a:pt x="961" y="557"/>
                      <a:pt x="961" y="557"/>
                      <a:pt x="992" y="557"/>
                    </a:cubicBezTo>
                    <a:lnTo>
                      <a:pt x="992" y="557"/>
                    </a:lnTo>
                    <a:lnTo>
                      <a:pt x="992" y="527"/>
                    </a:lnTo>
                    <a:lnTo>
                      <a:pt x="992" y="527"/>
                    </a:lnTo>
                    <a:cubicBezTo>
                      <a:pt x="961" y="527"/>
                      <a:pt x="961" y="527"/>
                      <a:pt x="961" y="527"/>
                    </a:cubicBezTo>
                    <a:lnTo>
                      <a:pt x="929" y="496"/>
                    </a:lnTo>
                    <a:lnTo>
                      <a:pt x="929" y="496"/>
                    </a:lnTo>
                    <a:lnTo>
                      <a:pt x="929" y="496"/>
                    </a:lnTo>
                    <a:lnTo>
                      <a:pt x="899" y="496"/>
                    </a:lnTo>
                    <a:lnTo>
                      <a:pt x="899" y="496"/>
                    </a:lnTo>
                    <a:cubicBezTo>
                      <a:pt x="899" y="496"/>
                      <a:pt x="899" y="496"/>
                      <a:pt x="868" y="496"/>
                    </a:cubicBezTo>
                    <a:lnTo>
                      <a:pt x="868" y="496"/>
                    </a:lnTo>
                    <a:cubicBezTo>
                      <a:pt x="868" y="465"/>
                      <a:pt x="837" y="465"/>
                      <a:pt x="837" y="465"/>
                    </a:cubicBezTo>
                    <a:cubicBezTo>
                      <a:pt x="837" y="434"/>
                      <a:pt x="805" y="434"/>
                      <a:pt x="805" y="403"/>
                    </a:cubicBezTo>
                    <a:lnTo>
                      <a:pt x="775" y="403"/>
                    </a:lnTo>
                    <a:cubicBezTo>
                      <a:pt x="744" y="403"/>
                      <a:pt x="744" y="403"/>
                      <a:pt x="744" y="403"/>
                    </a:cubicBezTo>
                    <a:cubicBezTo>
                      <a:pt x="775" y="341"/>
                      <a:pt x="775" y="341"/>
                      <a:pt x="775" y="341"/>
                    </a:cubicBezTo>
                    <a:cubicBezTo>
                      <a:pt x="775" y="341"/>
                      <a:pt x="805" y="310"/>
                      <a:pt x="837" y="310"/>
                    </a:cubicBezTo>
                    <a:lnTo>
                      <a:pt x="837" y="310"/>
                    </a:lnTo>
                    <a:cubicBezTo>
                      <a:pt x="868" y="310"/>
                      <a:pt x="868" y="310"/>
                      <a:pt x="868" y="310"/>
                    </a:cubicBezTo>
                    <a:cubicBezTo>
                      <a:pt x="868" y="310"/>
                      <a:pt x="899" y="310"/>
                      <a:pt x="899" y="341"/>
                    </a:cubicBezTo>
                    <a:lnTo>
                      <a:pt x="929" y="341"/>
                    </a:lnTo>
                    <a:lnTo>
                      <a:pt x="929" y="341"/>
                    </a:lnTo>
                    <a:lnTo>
                      <a:pt x="929" y="341"/>
                    </a:lnTo>
                    <a:cubicBezTo>
                      <a:pt x="961" y="310"/>
                      <a:pt x="961" y="310"/>
                      <a:pt x="961" y="310"/>
                    </a:cubicBezTo>
                    <a:cubicBezTo>
                      <a:pt x="961" y="341"/>
                      <a:pt x="961" y="341"/>
                      <a:pt x="961" y="341"/>
                    </a:cubicBezTo>
                    <a:cubicBezTo>
                      <a:pt x="992" y="341"/>
                      <a:pt x="1023" y="341"/>
                      <a:pt x="1023" y="341"/>
                    </a:cubicBezTo>
                    <a:lnTo>
                      <a:pt x="1023" y="341"/>
                    </a:lnTo>
                    <a:cubicBezTo>
                      <a:pt x="1023" y="341"/>
                      <a:pt x="1053" y="372"/>
                      <a:pt x="1053" y="403"/>
                    </a:cubicBezTo>
                    <a:lnTo>
                      <a:pt x="1053" y="403"/>
                    </a:lnTo>
                    <a:lnTo>
                      <a:pt x="1053" y="403"/>
                    </a:lnTo>
                    <a:lnTo>
                      <a:pt x="1053" y="372"/>
                    </a:lnTo>
                    <a:lnTo>
                      <a:pt x="1053" y="372"/>
                    </a:lnTo>
                    <a:cubicBezTo>
                      <a:pt x="1116" y="372"/>
                      <a:pt x="1116" y="372"/>
                      <a:pt x="1116" y="372"/>
                    </a:cubicBezTo>
                    <a:lnTo>
                      <a:pt x="1116" y="372"/>
                    </a:lnTo>
                    <a:lnTo>
                      <a:pt x="1116" y="372"/>
                    </a:lnTo>
                    <a:lnTo>
                      <a:pt x="1116" y="372"/>
                    </a:lnTo>
                    <a:cubicBezTo>
                      <a:pt x="1116" y="341"/>
                      <a:pt x="1116" y="341"/>
                      <a:pt x="1085" y="341"/>
                    </a:cubicBezTo>
                    <a:lnTo>
                      <a:pt x="1085" y="341"/>
                    </a:lnTo>
                    <a:lnTo>
                      <a:pt x="1085" y="341"/>
                    </a:lnTo>
                    <a:lnTo>
                      <a:pt x="1085" y="341"/>
                    </a:lnTo>
                    <a:cubicBezTo>
                      <a:pt x="1053" y="341"/>
                      <a:pt x="1053" y="341"/>
                      <a:pt x="1053" y="341"/>
                    </a:cubicBezTo>
                    <a:lnTo>
                      <a:pt x="1053" y="341"/>
                    </a:lnTo>
                    <a:cubicBezTo>
                      <a:pt x="1053" y="310"/>
                      <a:pt x="1023" y="310"/>
                      <a:pt x="1023" y="310"/>
                    </a:cubicBezTo>
                    <a:lnTo>
                      <a:pt x="1023" y="310"/>
                    </a:lnTo>
                    <a:lnTo>
                      <a:pt x="1023" y="310"/>
                    </a:lnTo>
                    <a:lnTo>
                      <a:pt x="992" y="279"/>
                    </a:lnTo>
                    <a:cubicBezTo>
                      <a:pt x="992" y="279"/>
                      <a:pt x="992" y="279"/>
                      <a:pt x="961" y="279"/>
                    </a:cubicBezTo>
                    <a:lnTo>
                      <a:pt x="961" y="279"/>
                    </a:lnTo>
                    <a:lnTo>
                      <a:pt x="961" y="279"/>
                    </a:lnTo>
                    <a:lnTo>
                      <a:pt x="961" y="279"/>
                    </a:lnTo>
                    <a:cubicBezTo>
                      <a:pt x="929" y="279"/>
                      <a:pt x="929" y="279"/>
                      <a:pt x="929" y="279"/>
                    </a:cubicBezTo>
                    <a:cubicBezTo>
                      <a:pt x="929" y="279"/>
                      <a:pt x="929" y="279"/>
                      <a:pt x="899" y="279"/>
                    </a:cubicBezTo>
                    <a:lnTo>
                      <a:pt x="899" y="279"/>
                    </a:lnTo>
                    <a:lnTo>
                      <a:pt x="899" y="279"/>
                    </a:lnTo>
                    <a:lnTo>
                      <a:pt x="899" y="279"/>
                    </a:lnTo>
                    <a:cubicBezTo>
                      <a:pt x="868" y="279"/>
                      <a:pt x="868" y="279"/>
                      <a:pt x="868" y="279"/>
                    </a:cubicBezTo>
                    <a:lnTo>
                      <a:pt x="868" y="279"/>
                    </a:lnTo>
                    <a:cubicBezTo>
                      <a:pt x="868" y="279"/>
                      <a:pt x="837" y="279"/>
                      <a:pt x="837" y="248"/>
                    </a:cubicBezTo>
                    <a:lnTo>
                      <a:pt x="805" y="248"/>
                    </a:lnTo>
                    <a:cubicBezTo>
                      <a:pt x="775" y="248"/>
                      <a:pt x="775" y="248"/>
                      <a:pt x="775" y="217"/>
                    </a:cubicBezTo>
                    <a:cubicBezTo>
                      <a:pt x="744" y="217"/>
                      <a:pt x="713" y="217"/>
                      <a:pt x="713" y="186"/>
                    </a:cubicBezTo>
                    <a:cubicBezTo>
                      <a:pt x="713" y="186"/>
                      <a:pt x="713" y="186"/>
                      <a:pt x="744" y="155"/>
                    </a:cubicBezTo>
                    <a:cubicBezTo>
                      <a:pt x="713" y="155"/>
                      <a:pt x="713" y="155"/>
                      <a:pt x="713" y="155"/>
                    </a:cubicBezTo>
                    <a:cubicBezTo>
                      <a:pt x="713" y="155"/>
                      <a:pt x="713" y="124"/>
                      <a:pt x="744" y="124"/>
                    </a:cubicBezTo>
                    <a:lnTo>
                      <a:pt x="713" y="124"/>
                    </a:lnTo>
                    <a:cubicBezTo>
                      <a:pt x="713" y="93"/>
                      <a:pt x="713" y="93"/>
                      <a:pt x="713" y="93"/>
                    </a:cubicBezTo>
                    <a:lnTo>
                      <a:pt x="713" y="93"/>
                    </a:lnTo>
                    <a:cubicBezTo>
                      <a:pt x="681" y="93"/>
                      <a:pt x="681" y="93"/>
                      <a:pt x="681" y="93"/>
                    </a:cubicBezTo>
                    <a:lnTo>
                      <a:pt x="651" y="124"/>
                    </a:lnTo>
                    <a:lnTo>
                      <a:pt x="651" y="124"/>
                    </a:lnTo>
                    <a:lnTo>
                      <a:pt x="651" y="124"/>
                    </a:lnTo>
                    <a:lnTo>
                      <a:pt x="620" y="155"/>
                    </a:lnTo>
                    <a:cubicBezTo>
                      <a:pt x="589" y="155"/>
                      <a:pt x="589" y="155"/>
                      <a:pt x="589" y="124"/>
                    </a:cubicBezTo>
                    <a:cubicBezTo>
                      <a:pt x="557" y="124"/>
                      <a:pt x="557" y="124"/>
                      <a:pt x="557" y="124"/>
                    </a:cubicBezTo>
                    <a:cubicBezTo>
                      <a:pt x="527" y="93"/>
                      <a:pt x="527" y="93"/>
                      <a:pt x="527" y="93"/>
                    </a:cubicBezTo>
                    <a:lnTo>
                      <a:pt x="527" y="93"/>
                    </a:lnTo>
                    <a:cubicBezTo>
                      <a:pt x="527" y="62"/>
                      <a:pt x="557" y="62"/>
                      <a:pt x="557" y="62"/>
                    </a:cubicBezTo>
                    <a:cubicBezTo>
                      <a:pt x="527" y="62"/>
                      <a:pt x="527" y="62"/>
                      <a:pt x="527" y="93"/>
                    </a:cubicBezTo>
                    <a:cubicBezTo>
                      <a:pt x="496" y="93"/>
                      <a:pt x="496" y="93"/>
                      <a:pt x="496" y="93"/>
                    </a:cubicBezTo>
                    <a:cubicBezTo>
                      <a:pt x="465" y="62"/>
                      <a:pt x="465" y="62"/>
                      <a:pt x="465" y="62"/>
                    </a:cubicBezTo>
                    <a:cubicBezTo>
                      <a:pt x="433" y="62"/>
                      <a:pt x="433" y="62"/>
                      <a:pt x="433" y="62"/>
                    </a:cubicBezTo>
                    <a:lnTo>
                      <a:pt x="433" y="62"/>
                    </a:lnTo>
                    <a:lnTo>
                      <a:pt x="433" y="62"/>
                    </a:lnTo>
                    <a:cubicBezTo>
                      <a:pt x="403" y="62"/>
                      <a:pt x="403" y="62"/>
                      <a:pt x="403" y="62"/>
                    </a:cubicBezTo>
                    <a:lnTo>
                      <a:pt x="403" y="31"/>
                    </a:lnTo>
                    <a:lnTo>
                      <a:pt x="403" y="0"/>
                    </a:lnTo>
                    <a:lnTo>
                      <a:pt x="403" y="0"/>
                    </a:lnTo>
                    <a:lnTo>
                      <a:pt x="403" y="0"/>
                    </a:lnTo>
                    <a:cubicBezTo>
                      <a:pt x="372" y="0"/>
                      <a:pt x="372" y="0"/>
                      <a:pt x="372" y="0"/>
                    </a:cubicBezTo>
                    <a:cubicBezTo>
                      <a:pt x="341" y="0"/>
                      <a:pt x="341" y="0"/>
                      <a:pt x="310" y="0"/>
                    </a:cubicBezTo>
                    <a:lnTo>
                      <a:pt x="310" y="0"/>
                    </a:lnTo>
                    <a:cubicBezTo>
                      <a:pt x="310" y="31"/>
                      <a:pt x="279" y="31"/>
                      <a:pt x="279"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47" name="Freeform 196">
                <a:extLst>
                  <a:ext uri="{FF2B5EF4-FFF2-40B4-BE49-F238E27FC236}">
                    <a16:creationId xmlns:a16="http://schemas.microsoft.com/office/drawing/2014/main" id="{2207C489-E7E6-F25F-16B9-D8300C2A8D42}"/>
                  </a:ext>
                </a:extLst>
              </p:cNvPr>
              <p:cNvSpPr>
                <a:spLocks noChangeArrowheads="1"/>
              </p:cNvSpPr>
              <p:nvPr/>
            </p:nvSpPr>
            <p:spPr bwMode="auto">
              <a:xfrm>
                <a:off x="1882775" y="954088"/>
                <a:ext cx="55563" cy="66675"/>
              </a:xfrm>
              <a:custGeom>
                <a:avLst/>
                <a:gdLst>
                  <a:gd name="T0" fmla="*/ 124 w 156"/>
                  <a:gd name="T1" fmla="*/ 124 h 187"/>
                  <a:gd name="T2" fmla="*/ 124 w 156"/>
                  <a:gd name="T3" fmla="*/ 124 h 187"/>
                  <a:gd name="T4" fmla="*/ 124 w 156"/>
                  <a:gd name="T5" fmla="*/ 124 h 187"/>
                  <a:gd name="T6" fmla="*/ 124 w 156"/>
                  <a:gd name="T7" fmla="*/ 124 h 187"/>
                  <a:gd name="T8" fmla="*/ 124 w 156"/>
                  <a:gd name="T9" fmla="*/ 93 h 187"/>
                  <a:gd name="T10" fmla="*/ 124 w 156"/>
                  <a:gd name="T11" fmla="*/ 93 h 187"/>
                  <a:gd name="T12" fmla="*/ 124 w 156"/>
                  <a:gd name="T13" fmla="*/ 31 h 187"/>
                  <a:gd name="T14" fmla="*/ 155 w 156"/>
                  <a:gd name="T15" fmla="*/ 31 h 187"/>
                  <a:gd name="T16" fmla="*/ 155 w 156"/>
                  <a:gd name="T17" fmla="*/ 0 h 187"/>
                  <a:gd name="T18" fmla="*/ 155 w 156"/>
                  <a:gd name="T19" fmla="*/ 0 h 187"/>
                  <a:gd name="T20" fmla="*/ 124 w 156"/>
                  <a:gd name="T21" fmla="*/ 0 h 187"/>
                  <a:gd name="T22" fmla="*/ 31 w 156"/>
                  <a:gd name="T23" fmla="*/ 31 h 187"/>
                  <a:gd name="T24" fmla="*/ 31 w 156"/>
                  <a:gd name="T25" fmla="*/ 62 h 187"/>
                  <a:gd name="T26" fmla="*/ 31 w 156"/>
                  <a:gd name="T27" fmla="*/ 93 h 187"/>
                  <a:gd name="T28" fmla="*/ 0 w 156"/>
                  <a:gd name="T29" fmla="*/ 124 h 187"/>
                  <a:gd name="T30" fmla="*/ 0 w 156"/>
                  <a:gd name="T31" fmla="*/ 124 h 187"/>
                  <a:gd name="T32" fmla="*/ 0 w 156"/>
                  <a:gd name="T33" fmla="*/ 124 h 187"/>
                  <a:gd name="T34" fmla="*/ 31 w 156"/>
                  <a:gd name="T35" fmla="*/ 186 h 187"/>
                  <a:gd name="T36" fmla="*/ 62 w 156"/>
                  <a:gd name="T37" fmla="*/ 186 h 187"/>
                  <a:gd name="T38" fmla="*/ 93 w 156"/>
                  <a:gd name="T39" fmla="*/ 186 h 187"/>
                  <a:gd name="T40" fmla="*/ 124 w 156"/>
                  <a:gd name="T41" fmla="*/ 186 h 187"/>
                  <a:gd name="T42" fmla="*/ 124 w 156"/>
                  <a:gd name="T43" fmla="*/ 186 h 187"/>
                  <a:gd name="T44" fmla="*/ 155 w 156"/>
                  <a:gd name="T45" fmla="*/ 186 h 187"/>
                  <a:gd name="T46" fmla="*/ 124 w 156"/>
                  <a:gd name="T47" fmla="*/ 186 h 187"/>
                  <a:gd name="T48" fmla="*/ 124 w 156"/>
                  <a:gd name="T49" fmla="*/ 124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87">
                    <a:moveTo>
                      <a:pt x="124" y="124"/>
                    </a:moveTo>
                    <a:lnTo>
                      <a:pt x="124" y="124"/>
                    </a:lnTo>
                    <a:lnTo>
                      <a:pt x="124" y="124"/>
                    </a:lnTo>
                    <a:lnTo>
                      <a:pt x="124" y="124"/>
                    </a:lnTo>
                    <a:cubicBezTo>
                      <a:pt x="124" y="124"/>
                      <a:pt x="155" y="93"/>
                      <a:pt x="124" y="93"/>
                    </a:cubicBezTo>
                    <a:lnTo>
                      <a:pt x="124" y="93"/>
                    </a:lnTo>
                    <a:cubicBezTo>
                      <a:pt x="124" y="62"/>
                      <a:pt x="124" y="62"/>
                      <a:pt x="124" y="31"/>
                    </a:cubicBezTo>
                    <a:cubicBezTo>
                      <a:pt x="124" y="31"/>
                      <a:pt x="124" y="31"/>
                      <a:pt x="155" y="31"/>
                    </a:cubicBezTo>
                    <a:cubicBezTo>
                      <a:pt x="155" y="0"/>
                      <a:pt x="155" y="0"/>
                      <a:pt x="155" y="0"/>
                    </a:cubicBezTo>
                    <a:lnTo>
                      <a:pt x="155" y="0"/>
                    </a:lnTo>
                    <a:lnTo>
                      <a:pt x="124" y="0"/>
                    </a:lnTo>
                    <a:cubicBezTo>
                      <a:pt x="93" y="31"/>
                      <a:pt x="62" y="31"/>
                      <a:pt x="31" y="31"/>
                    </a:cubicBezTo>
                    <a:cubicBezTo>
                      <a:pt x="31" y="62"/>
                      <a:pt x="31" y="62"/>
                      <a:pt x="31" y="62"/>
                    </a:cubicBezTo>
                    <a:lnTo>
                      <a:pt x="31" y="93"/>
                    </a:lnTo>
                    <a:cubicBezTo>
                      <a:pt x="0" y="93"/>
                      <a:pt x="0" y="124"/>
                      <a:pt x="0" y="124"/>
                    </a:cubicBezTo>
                    <a:lnTo>
                      <a:pt x="0" y="124"/>
                    </a:lnTo>
                    <a:lnTo>
                      <a:pt x="0" y="124"/>
                    </a:lnTo>
                    <a:cubicBezTo>
                      <a:pt x="31" y="155"/>
                      <a:pt x="31" y="155"/>
                      <a:pt x="31" y="186"/>
                    </a:cubicBezTo>
                    <a:lnTo>
                      <a:pt x="62" y="186"/>
                    </a:lnTo>
                    <a:lnTo>
                      <a:pt x="93" y="186"/>
                    </a:lnTo>
                    <a:lnTo>
                      <a:pt x="124" y="186"/>
                    </a:lnTo>
                    <a:lnTo>
                      <a:pt x="124" y="186"/>
                    </a:lnTo>
                    <a:cubicBezTo>
                      <a:pt x="124" y="186"/>
                      <a:pt x="124" y="186"/>
                      <a:pt x="155" y="186"/>
                    </a:cubicBezTo>
                    <a:cubicBezTo>
                      <a:pt x="155" y="186"/>
                      <a:pt x="155" y="186"/>
                      <a:pt x="124" y="186"/>
                    </a:cubicBezTo>
                    <a:cubicBezTo>
                      <a:pt x="124" y="186"/>
                      <a:pt x="124" y="155"/>
                      <a:pt x="124" y="1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48" name="Freeform 197">
                <a:extLst>
                  <a:ext uri="{FF2B5EF4-FFF2-40B4-BE49-F238E27FC236}">
                    <a16:creationId xmlns:a16="http://schemas.microsoft.com/office/drawing/2014/main" id="{6D36C691-9DF9-C9C0-6B6E-090B8B26C492}"/>
                  </a:ext>
                </a:extLst>
              </p:cNvPr>
              <p:cNvSpPr>
                <a:spLocks noChangeArrowheads="1"/>
              </p:cNvSpPr>
              <p:nvPr/>
            </p:nvSpPr>
            <p:spPr bwMode="auto">
              <a:xfrm>
                <a:off x="2173288" y="1144588"/>
                <a:ext cx="23812" cy="11112"/>
              </a:xfrm>
              <a:custGeom>
                <a:avLst/>
                <a:gdLst>
                  <a:gd name="T0" fmla="*/ 0 w 64"/>
                  <a:gd name="T1" fmla="*/ 31 h 32"/>
                  <a:gd name="T2" fmla="*/ 0 w 64"/>
                  <a:gd name="T3" fmla="*/ 31 h 32"/>
                  <a:gd name="T4" fmla="*/ 0 w 64"/>
                  <a:gd name="T5" fmla="*/ 31 h 32"/>
                  <a:gd name="T6" fmla="*/ 32 w 64"/>
                  <a:gd name="T7" fmla="*/ 31 h 32"/>
                  <a:gd name="T8" fmla="*/ 63 w 64"/>
                  <a:gd name="T9" fmla="*/ 31 h 32"/>
                  <a:gd name="T10" fmla="*/ 63 w 64"/>
                  <a:gd name="T11" fmla="*/ 31 h 32"/>
                  <a:gd name="T12" fmla="*/ 63 w 64"/>
                  <a:gd name="T13" fmla="*/ 0 h 32"/>
                  <a:gd name="T14" fmla="*/ 0 w 64"/>
                  <a:gd name="T15" fmla="*/ 31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 h="32">
                    <a:moveTo>
                      <a:pt x="0" y="31"/>
                    </a:moveTo>
                    <a:lnTo>
                      <a:pt x="0" y="31"/>
                    </a:lnTo>
                    <a:lnTo>
                      <a:pt x="0" y="31"/>
                    </a:lnTo>
                    <a:cubicBezTo>
                      <a:pt x="32" y="31"/>
                      <a:pt x="32" y="31"/>
                      <a:pt x="32" y="31"/>
                    </a:cubicBezTo>
                    <a:lnTo>
                      <a:pt x="63" y="31"/>
                    </a:lnTo>
                    <a:lnTo>
                      <a:pt x="63" y="31"/>
                    </a:lnTo>
                    <a:cubicBezTo>
                      <a:pt x="63" y="0"/>
                      <a:pt x="63" y="0"/>
                      <a:pt x="63" y="0"/>
                    </a:cubicBezTo>
                    <a:cubicBezTo>
                      <a:pt x="32" y="0"/>
                      <a:pt x="32" y="31"/>
                      <a:pt x="0"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49" name="Freeform 198">
                <a:extLst>
                  <a:ext uri="{FF2B5EF4-FFF2-40B4-BE49-F238E27FC236}">
                    <a16:creationId xmlns:a16="http://schemas.microsoft.com/office/drawing/2014/main" id="{5E7B64EF-1145-4C0D-BB2B-ED01971ADC45}"/>
                  </a:ext>
                </a:extLst>
              </p:cNvPr>
              <p:cNvSpPr>
                <a:spLocks noChangeArrowheads="1"/>
              </p:cNvSpPr>
              <p:nvPr/>
            </p:nvSpPr>
            <p:spPr bwMode="auto">
              <a:xfrm>
                <a:off x="1962150" y="954088"/>
                <a:ext cx="88900" cy="66675"/>
              </a:xfrm>
              <a:custGeom>
                <a:avLst/>
                <a:gdLst>
                  <a:gd name="T0" fmla="*/ 248 w 249"/>
                  <a:gd name="T1" fmla="*/ 62 h 187"/>
                  <a:gd name="T2" fmla="*/ 248 w 249"/>
                  <a:gd name="T3" fmla="*/ 62 h 187"/>
                  <a:gd name="T4" fmla="*/ 186 w 249"/>
                  <a:gd name="T5" fmla="*/ 0 h 187"/>
                  <a:gd name="T6" fmla="*/ 186 w 249"/>
                  <a:gd name="T7" fmla="*/ 0 h 187"/>
                  <a:gd name="T8" fmla="*/ 124 w 249"/>
                  <a:gd name="T9" fmla="*/ 31 h 187"/>
                  <a:gd name="T10" fmla="*/ 93 w 249"/>
                  <a:gd name="T11" fmla="*/ 31 h 187"/>
                  <a:gd name="T12" fmla="*/ 62 w 249"/>
                  <a:gd name="T13" fmla="*/ 31 h 187"/>
                  <a:gd name="T14" fmla="*/ 62 w 249"/>
                  <a:gd name="T15" fmla="*/ 31 h 187"/>
                  <a:gd name="T16" fmla="*/ 62 w 249"/>
                  <a:gd name="T17" fmla="*/ 31 h 187"/>
                  <a:gd name="T18" fmla="*/ 0 w 249"/>
                  <a:gd name="T19" fmla="*/ 62 h 187"/>
                  <a:gd name="T20" fmla="*/ 0 w 249"/>
                  <a:gd name="T21" fmla="*/ 93 h 187"/>
                  <a:gd name="T22" fmla="*/ 0 w 249"/>
                  <a:gd name="T23" fmla="*/ 93 h 187"/>
                  <a:gd name="T24" fmla="*/ 31 w 249"/>
                  <a:gd name="T25" fmla="*/ 93 h 187"/>
                  <a:gd name="T26" fmla="*/ 62 w 249"/>
                  <a:gd name="T27" fmla="*/ 93 h 187"/>
                  <a:gd name="T28" fmla="*/ 62 w 249"/>
                  <a:gd name="T29" fmla="*/ 155 h 187"/>
                  <a:gd name="T30" fmla="*/ 62 w 249"/>
                  <a:gd name="T31" fmla="*/ 155 h 187"/>
                  <a:gd name="T32" fmla="*/ 62 w 249"/>
                  <a:gd name="T33" fmla="*/ 186 h 187"/>
                  <a:gd name="T34" fmla="*/ 31 w 249"/>
                  <a:gd name="T35" fmla="*/ 186 h 187"/>
                  <a:gd name="T36" fmla="*/ 0 w 249"/>
                  <a:gd name="T37" fmla="*/ 186 h 187"/>
                  <a:gd name="T38" fmla="*/ 0 w 249"/>
                  <a:gd name="T39" fmla="*/ 186 h 187"/>
                  <a:gd name="T40" fmla="*/ 0 w 249"/>
                  <a:gd name="T41" fmla="*/ 186 h 187"/>
                  <a:gd name="T42" fmla="*/ 0 w 249"/>
                  <a:gd name="T43" fmla="*/ 186 h 187"/>
                  <a:gd name="T44" fmla="*/ 0 w 249"/>
                  <a:gd name="T45" fmla="*/ 186 h 187"/>
                  <a:gd name="T46" fmla="*/ 31 w 249"/>
                  <a:gd name="T47" fmla="*/ 186 h 187"/>
                  <a:gd name="T48" fmla="*/ 62 w 249"/>
                  <a:gd name="T49" fmla="*/ 186 h 187"/>
                  <a:gd name="T50" fmla="*/ 93 w 249"/>
                  <a:gd name="T51" fmla="*/ 186 h 187"/>
                  <a:gd name="T52" fmla="*/ 124 w 249"/>
                  <a:gd name="T53" fmla="*/ 186 h 187"/>
                  <a:gd name="T54" fmla="*/ 124 w 249"/>
                  <a:gd name="T55" fmla="*/ 186 h 187"/>
                  <a:gd name="T56" fmla="*/ 124 w 249"/>
                  <a:gd name="T57" fmla="*/ 186 h 187"/>
                  <a:gd name="T58" fmla="*/ 93 w 249"/>
                  <a:gd name="T59" fmla="*/ 186 h 187"/>
                  <a:gd name="T60" fmla="*/ 248 w 249"/>
                  <a:gd name="T61" fmla="*/ 6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49" h="187">
                    <a:moveTo>
                      <a:pt x="248" y="62"/>
                    </a:moveTo>
                    <a:lnTo>
                      <a:pt x="248" y="62"/>
                    </a:lnTo>
                    <a:cubicBezTo>
                      <a:pt x="248" y="31"/>
                      <a:pt x="217" y="0"/>
                      <a:pt x="186" y="0"/>
                    </a:cubicBezTo>
                    <a:lnTo>
                      <a:pt x="186" y="0"/>
                    </a:lnTo>
                    <a:cubicBezTo>
                      <a:pt x="155" y="0"/>
                      <a:pt x="124" y="31"/>
                      <a:pt x="124" y="31"/>
                    </a:cubicBezTo>
                    <a:cubicBezTo>
                      <a:pt x="93" y="31"/>
                      <a:pt x="93" y="31"/>
                      <a:pt x="93" y="31"/>
                    </a:cubicBezTo>
                    <a:lnTo>
                      <a:pt x="62" y="31"/>
                    </a:lnTo>
                    <a:lnTo>
                      <a:pt x="62" y="31"/>
                    </a:lnTo>
                    <a:lnTo>
                      <a:pt x="62" y="31"/>
                    </a:lnTo>
                    <a:cubicBezTo>
                      <a:pt x="31" y="31"/>
                      <a:pt x="0" y="62"/>
                      <a:pt x="0" y="62"/>
                    </a:cubicBezTo>
                    <a:cubicBezTo>
                      <a:pt x="0" y="62"/>
                      <a:pt x="0" y="62"/>
                      <a:pt x="0" y="93"/>
                    </a:cubicBezTo>
                    <a:lnTo>
                      <a:pt x="0" y="93"/>
                    </a:lnTo>
                    <a:lnTo>
                      <a:pt x="31" y="93"/>
                    </a:lnTo>
                    <a:cubicBezTo>
                      <a:pt x="62" y="93"/>
                      <a:pt x="62" y="93"/>
                      <a:pt x="62" y="93"/>
                    </a:cubicBezTo>
                    <a:cubicBezTo>
                      <a:pt x="62" y="124"/>
                      <a:pt x="62" y="124"/>
                      <a:pt x="62" y="155"/>
                    </a:cubicBezTo>
                    <a:lnTo>
                      <a:pt x="62" y="155"/>
                    </a:lnTo>
                    <a:cubicBezTo>
                      <a:pt x="62" y="186"/>
                      <a:pt x="62" y="186"/>
                      <a:pt x="62" y="186"/>
                    </a:cubicBezTo>
                    <a:cubicBezTo>
                      <a:pt x="31" y="186"/>
                      <a:pt x="31" y="186"/>
                      <a:pt x="31" y="186"/>
                    </a:cubicBezTo>
                    <a:lnTo>
                      <a:pt x="0" y="186"/>
                    </a:lnTo>
                    <a:lnTo>
                      <a:pt x="0" y="186"/>
                    </a:lnTo>
                    <a:lnTo>
                      <a:pt x="0" y="186"/>
                    </a:lnTo>
                    <a:lnTo>
                      <a:pt x="0" y="186"/>
                    </a:lnTo>
                    <a:lnTo>
                      <a:pt x="0" y="186"/>
                    </a:lnTo>
                    <a:lnTo>
                      <a:pt x="31" y="186"/>
                    </a:lnTo>
                    <a:lnTo>
                      <a:pt x="62" y="186"/>
                    </a:lnTo>
                    <a:lnTo>
                      <a:pt x="93" y="186"/>
                    </a:lnTo>
                    <a:cubicBezTo>
                      <a:pt x="124" y="186"/>
                      <a:pt x="124" y="186"/>
                      <a:pt x="124" y="186"/>
                    </a:cubicBezTo>
                    <a:lnTo>
                      <a:pt x="124" y="186"/>
                    </a:lnTo>
                    <a:lnTo>
                      <a:pt x="124" y="186"/>
                    </a:lnTo>
                    <a:cubicBezTo>
                      <a:pt x="93" y="186"/>
                      <a:pt x="93" y="186"/>
                      <a:pt x="93" y="186"/>
                    </a:cubicBezTo>
                    <a:cubicBezTo>
                      <a:pt x="248" y="62"/>
                      <a:pt x="248" y="62"/>
                      <a:pt x="248"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50" name="Freeform 199">
                <a:extLst>
                  <a:ext uri="{FF2B5EF4-FFF2-40B4-BE49-F238E27FC236}">
                    <a16:creationId xmlns:a16="http://schemas.microsoft.com/office/drawing/2014/main" id="{77231DA6-02E3-459E-FF14-22B2F9A3B186}"/>
                  </a:ext>
                </a:extLst>
              </p:cNvPr>
              <p:cNvSpPr>
                <a:spLocks noChangeArrowheads="1"/>
              </p:cNvSpPr>
              <p:nvPr/>
            </p:nvSpPr>
            <p:spPr bwMode="auto">
              <a:xfrm>
                <a:off x="1771650" y="954088"/>
                <a:ext cx="77788" cy="22225"/>
              </a:xfrm>
              <a:custGeom>
                <a:avLst/>
                <a:gdLst>
                  <a:gd name="T0" fmla="*/ 0 w 218"/>
                  <a:gd name="T1" fmla="*/ 62 h 63"/>
                  <a:gd name="T2" fmla="*/ 0 w 218"/>
                  <a:gd name="T3" fmla="*/ 62 h 63"/>
                  <a:gd name="T4" fmla="*/ 0 w 218"/>
                  <a:gd name="T5" fmla="*/ 62 h 63"/>
                  <a:gd name="T6" fmla="*/ 31 w 218"/>
                  <a:gd name="T7" fmla="*/ 62 h 63"/>
                  <a:gd name="T8" fmla="*/ 31 w 218"/>
                  <a:gd name="T9" fmla="*/ 31 h 63"/>
                  <a:gd name="T10" fmla="*/ 31 w 218"/>
                  <a:gd name="T11" fmla="*/ 0 h 63"/>
                  <a:gd name="T12" fmla="*/ 62 w 218"/>
                  <a:gd name="T13" fmla="*/ 0 h 63"/>
                  <a:gd name="T14" fmla="*/ 124 w 218"/>
                  <a:gd name="T15" fmla="*/ 31 h 63"/>
                  <a:gd name="T16" fmla="*/ 155 w 218"/>
                  <a:gd name="T17" fmla="*/ 31 h 63"/>
                  <a:gd name="T18" fmla="*/ 155 w 218"/>
                  <a:gd name="T19" fmla="*/ 31 h 63"/>
                  <a:gd name="T20" fmla="*/ 155 w 218"/>
                  <a:gd name="T21" fmla="*/ 31 h 63"/>
                  <a:gd name="T22" fmla="*/ 186 w 218"/>
                  <a:gd name="T23" fmla="*/ 0 h 63"/>
                  <a:gd name="T24" fmla="*/ 217 w 218"/>
                  <a:gd name="T25" fmla="*/ 0 h 63"/>
                  <a:gd name="T26" fmla="*/ 217 w 218"/>
                  <a:gd name="T27" fmla="*/ 0 h 63"/>
                  <a:gd name="T28" fmla="*/ 186 w 218"/>
                  <a:gd name="T29" fmla="*/ 0 h 63"/>
                  <a:gd name="T30" fmla="*/ 155 w 218"/>
                  <a:gd name="T31" fmla="*/ 0 h 63"/>
                  <a:gd name="T32" fmla="*/ 155 w 218"/>
                  <a:gd name="T33" fmla="*/ 0 h 63"/>
                  <a:gd name="T34" fmla="*/ 124 w 218"/>
                  <a:gd name="T35" fmla="*/ 0 h 63"/>
                  <a:gd name="T36" fmla="*/ 93 w 218"/>
                  <a:gd name="T37" fmla="*/ 0 h 63"/>
                  <a:gd name="T38" fmla="*/ 93 w 218"/>
                  <a:gd name="T39" fmla="*/ 0 h 63"/>
                  <a:gd name="T40" fmla="*/ 93 w 218"/>
                  <a:gd name="T41" fmla="*/ 0 h 63"/>
                  <a:gd name="T42" fmla="*/ 62 w 218"/>
                  <a:gd name="T43" fmla="*/ 0 h 63"/>
                  <a:gd name="T44" fmla="*/ 31 w 218"/>
                  <a:gd name="T45" fmla="*/ 0 h 63"/>
                  <a:gd name="T46" fmla="*/ 0 w 218"/>
                  <a:gd name="T47" fmla="*/ 0 h 63"/>
                  <a:gd name="T48" fmla="*/ 0 w 218"/>
                  <a:gd name="T49" fmla="*/ 0 h 63"/>
                  <a:gd name="T50" fmla="*/ 0 w 218"/>
                  <a:gd name="T51" fmla="*/ 0 h 63"/>
                  <a:gd name="T52" fmla="*/ 0 w 218"/>
                  <a:gd name="T53" fmla="*/ 31 h 63"/>
                  <a:gd name="T54" fmla="*/ 0 w 218"/>
                  <a:gd name="T55" fmla="*/ 6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8" h="63">
                    <a:moveTo>
                      <a:pt x="0" y="62"/>
                    </a:moveTo>
                    <a:lnTo>
                      <a:pt x="0" y="62"/>
                    </a:lnTo>
                    <a:lnTo>
                      <a:pt x="0" y="62"/>
                    </a:lnTo>
                    <a:cubicBezTo>
                      <a:pt x="0" y="62"/>
                      <a:pt x="0" y="62"/>
                      <a:pt x="31" y="62"/>
                    </a:cubicBezTo>
                    <a:cubicBezTo>
                      <a:pt x="31" y="62"/>
                      <a:pt x="31" y="62"/>
                      <a:pt x="31" y="31"/>
                    </a:cubicBezTo>
                    <a:cubicBezTo>
                      <a:pt x="31" y="31"/>
                      <a:pt x="31" y="31"/>
                      <a:pt x="31" y="0"/>
                    </a:cubicBezTo>
                    <a:lnTo>
                      <a:pt x="62" y="0"/>
                    </a:lnTo>
                    <a:cubicBezTo>
                      <a:pt x="62" y="0"/>
                      <a:pt x="93" y="31"/>
                      <a:pt x="124" y="31"/>
                    </a:cubicBezTo>
                    <a:lnTo>
                      <a:pt x="155" y="31"/>
                    </a:lnTo>
                    <a:lnTo>
                      <a:pt x="155" y="31"/>
                    </a:lnTo>
                    <a:lnTo>
                      <a:pt x="155" y="31"/>
                    </a:lnTo>
                    <a:cubicBezTo>
                      <a:pt x="155" y="0"/>
                      <a:pt x="186" y="0"/>
                      <a:pt x="186" y="0"/>
                    </a:cubicBezTo>
                    <a:cubicBezTo>
                      <a:pt x="186" y="0"/>
                      <a:pt x="186" y="0"/>
                      <a:pt x="217" y="0"/>
                    </a:cubicBezTo>
                    <a:lnTo>
                      <a:pt x="217" y="0"/>
                    </a:lnTo>
                    <a:lnTo>
                      <a:pt x="186" y="0"/>
                    </a:lnTo>
                    <a:cubicBezTo>
                      <a:pt x="186" y="0"/>
                      <a:pt x="186" y="0"/>
                      <a:pt x="155" y="0"/>
                    </a:cubicBezTo>
                    <a:lnTo>
                      <a:pt x="155" y="0"/>
                    </a:lnTo>
                    <a:cubicBezTo>
                      <a:pt x="124" y="0"/>
                      <a:pt x="124" y="0"/>
                      <a:pt x="124" y="0"/>
                    </a:cubicBezTo>
                    <a:cubicBezTo>
                      <a:pt x="124" y="0"/>
                      <a:pt x="124" y="0"/>
                      <a:pt x="93" y="0"/>
                    </a:cubicBezTo>
                    <a:lnTo>
                      <a:pt x="93" y="0"/>
                    </a:lnTo>
                    <a:lnTo>
                      <a:pt x="93" y="0"/>
                    </a:lnTo>
                    <a:cubicBezTo>
                      <a:pt x="62" y="0"/>
                      <a:pt x="62" y="0"/>
                      <a:pt x="62" y="0"/>
                    </a:cubicBezTo>
                    <a:lnTo>
                      <a:pt x="31" y="0"/>
                    </a:lnTo>
                    <a:cubicBezTo>
                      <a:pt x="31" y="0"/>
                      <a:pt x="31" y="0"/>
                      <a:pt x="0" y="0"/>
                    </a:cubicBezTo>
                    <a:lnTo>
                      <a:pt x="0" y="0"/>
                    </a:lnTo>
                    <a:lnTo>
                      <a:pt x="0" y="0"/>
                    </a:lnTo>
                    <a:cubicBezTo>
                      <a:pt x="0" y="31"/>
                      <a:pt x="0" y="31"/>
                      <a:pt x="0" y="31"/>
                    </a:cubicBezTo>
                    <a:cubicBezTo>
                      <a:pt x="0" y="62"/>
                      <a:pt x="0" y="62"/>
                      <a:pt x="0"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51" name="Freeform 200">
                <a:extLst>
                  <a:ext uri="{FF2B5EF4-FFF2-40B4-BE49-F238E27FC236}">
                    <a16:creationId xmlns:a16="http://schemas.microsoft.com/office/drawing/2014/main" id="{7A3B0F98-699B-7353-8BC4-6BC145DD4555}"/>
                  </a:ext>
                </a:extLst>
              </p:cNvPr>
              <p:cNvSpPr>
                <a:spLocks noChangeArrowheads="1"/>
              </p:cNvSpPr>
              <p:nvPr/>
            </p:nvSpPr>
            <p:spPr bwMode="auto">
              <a:xfrm>
                <a:off x="1325563" y="965200"/>
                <a:ext cx="312737" cy="100013"/>
              </a:xfrm>
              <a:custGeom>
                <a:avLst/>
                <a:gdLst>
                  <a:gd name="T0" fmla="*/ 62 w 869"/>
                  <a:gd name="T1" fmla="*/ 124 h 280"/>
                  <a:gd name="T2" fmla="*/ 186 w 869"/>
                  <a:gd name="T3" fmla="*/ 124 h 280"/>
                  <a:gd name="T4" fmla="*/ 310 w 869"/>
                  <a:gd name="T5" fmla="*/ 124 h 280"/>
                  <a:gd name="T6" fmla="*/ 341 w 869"/>
                  <a:gd name="T7" fmla="*/ 155 h 280"/>
                  <a:gd name="T8" fmla="*/ 280 w 869"/>
                  <a:gd name="T9" fmla="*/ 217 h 280"/>
                  <a:gd name="T10" fmla="*/ 186 w 869"/>
                  <a:gd name="T11" fmla="*/ 186 h 280"/>
                  <a:gd name="T12" fmla="*/ 93 w 869"/>
                  <a:gd name="T13" fmla="*/ 217 h 280"/>
                  <a:gd name="T14" fmla="*/ 156 w 869"/>
                  <a:gd name="T15" fmla="*/ 217 h 280"/>
                  <a:gd name="T16" fmla="*/ 186 w 869"/>
                  <a:gd name="T17" fmla="*/ 217 h 280"/>
                  <a:gd name="T18" fmla="*/ 248 w 869"/>
                  <a:gd name="T19" fmla="*/ 279 h 280"/>
                  <a:gd name="T20" fmla="*/ 248 w 869"/>
                  <a:gd name="T21" fmla="*/ 279 h 280"/>
                  <a:gd name="T22" fmla="*/ 310 w 869"/>
                  <a:gd name="T23" fmla="*/ 279 h 280"/>
                  <a:gd name="T24" fmla="*/ 341 w 869"/>
                  <a:gd name="T25" fmla="*/ 279 h 280"/>
                  <a:gd name="T26" fmla="*/ 404 w 869"/>
                  <a:gd name="T27" fmla="*/ 248 h 280"/>
                  <a:gd name="T28" fmla="*/ 465 w 869"/>
                  <a:gd name="T29" fmla="*/ 248 h 280"/>
                  <a:gd name="T30" fmla="*/ 558 w 869"/>
                  <a:gd name="T31" fmla="*/ 217 h 280"/>
                  <a:gd name="T32" fmla="*/ 620 w 869"/>
                  <a:gd name="T33" fmla="*/ 186 h 280"/>
                  <a:gd name="T34" fmla="*/ 620 w 869"/>
                  <a:gd name="T35" fmla="*/ 217 h 280"/>
                  <a:gd name="T36" fmla="*/ 682 w 869"/>
                  <a:gd name="T37" fmla="*/ 248 h 280"/>
                  <a:gd name="T38" fmla="*/ 806 w 869"/>
                  <a:gd name="T39" fmla="*/ 248 h 280"/>
                  <a:gd name="T40" fmla="*/ 868 w 869"/>
                  <a:gd name="T41" fmla="*/ 186 h 280"/>
                  <a:gd name="T42" fmla="*/ 806 w 869"/>
                  <a:gd name="T43" fmla="*/ 155 h 280"/>
                  <a:gd name="T44" fmla="*/ 775 w 869"/>
                  <a:gd name="T45" fmla="*/ 186 h 280"/>
                  <a:gd name="T46" fmla="*/ 713 w 869"/>
                  <a:gd name="T47" fmla="*/ 155 h 280"/>
                  <a:gd name="T48" fmla="*/ 651 w 869"/>
                  <a:gd name="T49" fmla="*/ 31 h 280"/>
                  <a:gd name="T50" fmla="*/ 589 w 869"/>
                  <a:gd name="T51" fmla="*/ 0 h 280"/>
                  <a:gd name="T52" fmla="*/ 558 w 869"/>
                  <a:gd name="T53" fmla="*/ 31 h 280"/>
                  <a:gd name="T54" fmla="*/ 589 w 869"/>
                  <a:gd name="T55" fmla="*/ 62 h 280"/>
                  <a:gd name="T56" fmla="*/ 528 w 869"/>
                  <a:gd name="T57" fmla="*/ 124 h 280"/>
                  <a:gd name="T58" fmla="*/ 496 w 869"/>
                  <a:gd name="T59" fmla="*/ 93 h 280"/>
                  <a:gd name="T60" fmla="*/ 496 w 869"/>
                  <a:gd name="T61" fmla="*/ 62 h 280"/>
                  <a:gd name="T62" fmla="*/ 465 w 869"/>
                  <a:gd name="T63" fmla="*/ 62 h 280"/>
                  <a:gd name="T64" fmla="*/ 372 w 869"/>
                  <a:gd name="T65" fmla="*/ 62 h 280"/>
                  <a:gd name="T66" fmla="*/ 341 w 869"/>
                  <a:gd name="T67" fmla="*/ 62 h 280"/>
                  <a:gd name="T68" fmla="*/ 310 w 869"/>
                  <a:gd name="T69" fmla="*/ 93 h 280"/>
                  <a:gd name="T70" fmla="*/ 310 w 869"/>
                  <a:gd name="T71" fmla="*/ 62 h 280"/>
                  <a:gd name="T72" fmla="*/ 280 w 869"/>
                  <a:gd name="T73" fmla="*/ 31 h 280"/>
                  <a:gd name="T74" fmla="*/ 248 w 869"/>
                  <a:gd name="T75" fmla="*/ 31 h 280"/>
                  <a:gd name="T76" fmla="*/ 186 w 869"/>
                  <a:gd name="T77" fmla="*/ 62 h 280"/>
                  <a:gd name="T78" fmla="*/ 156 w 869"/>
                  <a:gd name="T79" fmla="*/ 31 h 280"/>
                  <a:gd name="T80" fmla="*/ 156 w 869"/>
                  <a:gd name="T81" fmla="*/ 0 h 280"/>
                  <a:gd name="T82" fmla="*/ 93 w 869"/>
                  <a:gd name="T83" fmla="*/ 0 h 280"/>
                  <a:gd name="T84" fmla="*/ 93 w 869"/>
                  <a:gd name="T85" fmla="*/ 0 h 280"/>
                  <a:gd name="T86" fmla="*/ 32 w 869"/>
                  <a:gd name="T87" fmla="*/ 31 h 280"/>
                  <a:gd name="T88" fmla="*/ 0 w 869"/>
                  <a:gd name="T89" fmla="*/ 62 h 280"/>
                  <a:gd name="T90" fmla="*/ 0 w 869"/>
                  <a:gd name="T91" fmla="*/ 124 h 280"/>
                  <a:gd name="T92" fmla="*/ 0 w 869"/>
                  <a:gd name="T93" fmla="*/ 124 h 280"/>
                  <a:gd name="T94" fmla="*/ 32 w 869"/>
                  <a:gd name="T95" fmla="*/ 124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69" h="280">
                    <a:moveTo>
                      <a:pt x="62" y="124"/>
                    </a:moveTo>
                    <a:lnTo>
                      <a:pt x="62" y="124"/>
                    </a:lnTo>
                    <a:cubicBezTo>
                      <a:pt x="62" y="124"/>
                      <a:pt x="93" y="124"/>
                      <a:pt x="124" y="124"/>
                    </a:cubicBezTo>
                    <a:cubicBezTo>
                      <a:pt x="156" y="124"/>
                      <a:pt x="186" y="124"/>
                      <a:pt x="186" y="124"/>
                    </a:cubicBezTo>
                    <a:cubicBezTo>
                      <a:pt x="186" y="124"/>
                      <a:pt x="217" y="124"/>
                      <a:pt x="248" y="124"/>
                    </a:cubicBezTo>
                    <a:cubicBezTo>
                      <a:pt x="280" y="124"/>
                      <a:pt x="310" y="124"/>
                      <a:pt x="310" y="124"/>
                    </a:cubicBezTo>
                    <a:cubicBezTo>
                      <a:pt x="310" y="124"/>
                      <a:pt x="310" y="124"/>
                      <a:pt x="341" y="124"/>
                    </a:cubicBezTo>
                    <a:lnTo>
                      <a:pt x="341" y="155"/>
                    </a:lnTo>
                    <a:cubicBezTo>
                      <a:pt x="341" y="186"/>
                      <a:pt x="341" y="186"/>
                      <a:pt x="310" y="186"/>
                    </a:cubicBezTo>
                    <a:cubicBezTo>
                      <a:pt x="310" y="217"/>
                      <a:pt x="280" y="217"/>
                      <a:pt x="280" y="217"/>
                    </a:cubicBezTo>
                    <a:cubicBezTo>
                      <a:pt x="248" y="217"/>
                      <a:pt x="248" y="217"/>
                      <a:pt x="217" y="217"/>
                    </a:cubicBezTo>
                    <a:cubicBezTo>
                      <a:pt x="217" y="186"/>
                      <a:pt x="217" y="186"/>
                      <a:pt x="186" y="186"/>
                    </a:cubicBezTo>
                    <a:lnTo>
                      <a:pt x="186" y="186"/>
                    </a:lnTo>
                    <a:cubicBezTo>
                      <a:pt x="156" y="186"/>
                      <a:pt x="124" y="217"/>
                      <a:pt x="93" y="217"/>
                    </a:cubicBezTo>
                    <a:lnTo>
                      <a:pt x="93" y="217"/>
                    </a:lnTo>
                    <a:cubicBezTo>
                      <a:pt x="124" y="217"/>
                      <a:pt x="156" y="217"/>
                      <a:pt x="156" y="217"/>
                    </a:cubicBezTo>
                    <a:lnTo>
                      <a:pt x="186" y="217"/>
                    </a:lnTo>
                    <a:lnTo>
                      <a:pt x="186" y="217"/>
                    </a:lnTo>
                    <a:cubicBezTo>
                      <a:pt x="217" y="217"/>
                      <a:pt x="217" y="248"/>
                      <a:pt x="248" y="248"/>
                    </a:cubicBezTo>
                    <a:cubicBezTo>
                      <a:pt x="248" y="248"/>
                      <a:pt x="248" y="248"/>
                      <a:pt x="248" y="279"/>
                    </a:cubicBezTo>
                    <a:lnTo>
                      <a:pt x="248" y="279"/>
                    </a:lnTo>
                    <a:lnTo>
                      <a:pt x="248" y="279"/>
                    </a:lnTo>
                    <a:lnTo>
                      <a:pt x="248" y="279"/>
                    </a:lnTo>
                    <a:cubicBezTo>
                      <a:pt x="280" y="279"/>
                      <a:pt x="280" y="279"/>
                      <a:pt x="310" y="279"/>
                    </a:cubicBezTo>
                    <a:cubicBezTo>
                      <a:pt x="310" y="279"/>
                      <a:pt x="310" y="279"/>
                      <a:pt x="341" y="279"/>
                    </a:cubicBezTo>
                    <a:lnTo>
                      <a:pt x="341" y="279"/>
                    </a:lnTo>
                    <a:lnTo>
                      <a:pt x="341" y="279"/>
                    </a:lnTo>
                    <a:cubicBezTo>
                      <a:pt x="372" y="279"/>
                      <a:pt x="372" y="248"/>
                      <a:pt x="404" y="248"/>
                    </a:cubicBezTo>
                    <a:cubicBezTo>
                      <a:pt x="434" y="248"/>
                      <a:pt x="434" y="248"/>
                      <a:pt x="465" y="248"/>
                    </a:cubicBezTo>
                    <a:lnTo>
                      <a:pt x="465" y="248"/>
                    </a:lnTo>
                    <a:cubicBezTo>
                      <a:pt x="465" y="248"/>
                      <a:pt x="496" y="217"/>
                      <a:pt x="528" y="217"/>
                    </a:cubicBezTo>
                    <a:cubicBezTo>
                      <a:pt x="528" y="217"/>
                      <a:pt x="528" y="217"/>
                      <a:pt x="558" y="217"/>
                    </a:cubicBezTo>
                    <a:cubicBezTo>
                      <a:pt x="558" y="217"/>
                      <a:pt x="558" y="217"/>
                      <a:pt x="589" y="217"/>
                    </a:cubicBezTo>
                    <a:cubicBezTo>
                      <a:pt x="620" y="186"/>
                      <a:pt x="620" y="186"/>
                      <a:pt x="620" y="186"/>
                    </a:cubicBezTo>
                    <a:cubicBezTo>
                      <a:pt x="620" y="217"/>
                      <a:pt x="620" y="217"/>
                      <a:pt x="620" y="217"/>
                    </a:cubicBezTo>
                    <a:lnTo>
                      <a:pt x="620" y="217"/>
                    </a:lnTo>
                    <a:lnTo>
                      <a:pt x="620" y="217"/>
                    </a:lnTo>
                    <a:cubicBezTo>
                      <a:pt x="651" y="217"/>
                      <a:pt x="682" y="217"/>
                      <a:pt x="682" y="248"/>
                    </a:cubicBezTo>
                    <a:cubicBezTo>
                      <a:pt x="682" y="248"/>
                      <a:pt x="713" y="248"/>
                      <a:pt x="775" y="248"/>
                    </a:cubicBezTo>
                    <a:lnTo>
                      <a:pt x="806" y="248"/>
                    </a:lnTo>
                    <a:cubicBezTo>
                      <a:pt x="837" y="217"/>
                      <a:pt x="868" y="217"/>
                      <a:pt x="868" y="186"/>
                    </a:cubicBezTo>
                    <a:lnTo>
                      <a:pt x="868" y="186"/>
                    </a:lnTo>
                    <a:lnTo>
                      <a:pt x="806" y="155"/>
                    </a:lnTo>
                    <a:lnTo>
                      <a:pt x="806" y="155"/>
                    </a:lnTo>
                    <a:lnTo>
                      <a:pt x="806" y="155"/>
                    </a:lnTo>
                    <a:cubicBezTo>
                      <a:pt x="775" y="186"/>
                      <a:pt x="775" y="186"/>
                      <a:pt x="775" y="186"/>
                    </a:cubicBezTo>
                    <a:cubicBezTo>
                      <a:pt x="744" y="186"/>
                      <a:pt x="744" y="155"/>
                      <a:pt x="713" y="155"/>
                    </a:cubicBezTo>
                    <a:lnTo>
                      <a:pt x="713" y="155"/>
                    </a:lnTo>
                    <a:lnTo>
                      <a:pt x="713" y="155"/>
                    </a:lnTo>
                    <a:cubicBezTo>
                      <a:pt x="713" y="124"/>
                      <a:pt x="651" y="62"/>
                      <a:pt x="651" y="31"/>
                    </a:cubicBezTo>
                    <a:lnTo>
                      <a:pt x="620" y="0"/>
                    </a:lnTo>
                    <a:lnTo>
                      <a:pt x="589" y="0"/>
                    </a:lnTo>
                    <a:lnTo>
                      <a:pt x="558" y="0"/>
                    </a:lnTo>
                    <a:lnTo>
                      <a:pt x="558" y="31"/>
                    </a:lnTo>
                    <a:cubicBezTo>
                      <a:pt x="558" y="31"/>
                      <a:pt x="558" y="31"/>
                      <a:pt x="558" y="62"/>
                    </a:cubicBezTo>
                    <a:lnTo>
                      <a:pt x="589" y="62"/>
                    </a:lnTo>
                    <a:cubicBezTo>
                      <a:pt x="589" y="93"/>
                      <a:pt x="589" y="93"/>
                      <a:pt x="589" y="93"/>
                    </a:cubicBezTo>
                    <a:cubicBezTo>
                      <a:pt x="558" y="124"/>
                      <a:pt x="558" y="124"/>
                      <a:pt x="528" y="124"/>
                    </a:cubicBezTo>
                    <a:lnTo>
                      <a:pt x="528" y="124"/>
                    </a:lnTo>
                    <a:cubicBezTo>
                      <a:pt x="528" y="124"/>
                      <a:pt x="496" y="124"/>
                      <a:pt x="496" y="93"/>
                    </a:cubicBezTo>
                    <a:lnTo>
                      <a:pt x="496" y="62"/>
                    </a:lnTo>
                    <a:lnTo>
                      <a:pt x="496" y="62"/>
                    </a:lnTo>
                    <a:cubicBezTo>
                      <a:pt x="496" y="62"/>
                      <a:pt x="496" y="62"/>
                      <a:pt x="465" y="62"/>
                    </a:cubicBezTo>
                    <a:lnTo>
                      <a:pt x="465" y="62"/>
                    </a:lnTo>
                    <a:cubicBezTo>
                      <a:pt x="465" y="62"/>
                      <a:pt x="465" y="62"/>
                      <a:pt x="404" y="62"/>
                    </a:cubicBezTo>
                    <a:cubicBezTo>
                      <a:pt x="372" y="62"/>
                      <a:pt x="372" y="62"/>
                      <a:pt x="372" y="62"/>
                    </a:cubicBezTo>
                    <a:lnTo>
                      <a:pt x="372" y="62"/>
                    </a:lnTo>
                    <a:cubicBezTo>
                      <a:pt x="372" y="62"/>
                      <a:pt x="372" y="62"/>
                      <a:pt x="341" y="62"/>
                    </a:cubicBezTo>
                    <a:lnTo>
                      <a:pt x="341" y="62"/>
                    </a:lnTo>
                    <a:cubicBezTo>
                      <a:pt x="341" y="62"/>
                      <a:pt x="341" y="93"/>
                      <a:pt x="310" y="93"/>
                    </a:cubicBezTo>
                    <a:lnTo>
                      <a:pt x="310" y="93"/>
                    </a:lnTo>
                    <a:lnTo>
                      <a:pt x="310" y="62"/>
                    </a:lnTo>
                    <a:lnTo>
                      <a:pt x="310" y="31"/>
                    </a:lnTo>
                    <a:cubicBezTo>
                      <a:pt x="280" y="31"/>
                      <a:pt x="280" y="31"/>
                      <a:pt x="280" y="31"/>
                    </a:cubicBezTo>
                    <a:lnTo>
                      <a:pt x="280" y="31"/>
                    </a:lnTo>
                    <a:cubicBezTo>
                      <a:pt x="248" y="31"/>
                      <a:pt x="248" y="31"/>
                      <a:pt x="248" y="31"/>
                    </a:cubicBezTo>
                    <a:cubicBezTo>
                      <a:pt x="217" y="31"/>
                      <a:pt x="217" y="31"/>
                      <a:pt x="217" y="62"/>
                    </a:cubicBezTo>
                    <a:lnTo>
                      <a:pt x="186" y="62"/>
                    </a:lnTo>
                    <a:cubicBezTo>
                      <a:pt x="156" y="62"/>
                      <a:pt x="156" y="62"/>
                      <a:pt x="156" y="62"/>
                    </a:cubicBezTo>
                    <a:cubicBezTo>
                      <a:pt x="156" y="31"/>
                      <a:pt x="156" y="31"/>
                      <a:pt x="156" y="31"/>
                    </a:cubicBezTo>
                    <a:lnTo>
                      <a:pt x="156" y="31"/>
                    </a:lnTo>
                    <a:lnTo>
                      <a:pt x="156" y="0"/>
                    </a:lnTo>
                    <a:cubicBezTo>
                      <a:pt x="124" y="0"/>
                      <a:pt x="124" y="0"/>
                      <a:pt x="124" y="0"/>
                    </a:cubicBezTo>
                    <a:lnTo>
                      <a:pt x="93" y="0"/>
                    </a:lnTo>
                    <a:lnTo>
                      <a:pt x="93" y="0"/>
                    </a:lnTo>
                    <a:lnTo>
                      <a:pt x="93" y="0"/>
                    </a:lnTo>
                    <a:cubicBezTo>
                      <a:pt x="62" y="31"/>
                      <a:pt x="62" y="31"/>
                      <a:pt x="62" y="31"/>
                    </a:cubicBezTo>
                    <a:cubicBezTo>
                      <a:pt x="62" y="31"/>
                      <a:pt x="62" y="31"/>
                      <a:pt x="32" y="31"/>
                    </a:cubicBezTo>
                    <a:cubicBezTo>
                      <a:pt x="32" y="31"/>
                      <a:pt x="32" y="31"/>
                      <a:pt x="0" y="31"/>
                    </a:cubicBezTo>
                    <a:lnTo>
                      <a:pt x="0" y="62"/>
                    </a:lnTo>
                    <a:lnTo>
                      <a:pt x="32" y="62"/>
                    </a:lnTo>
                    <a:cubicBezTo>
                      <a:pt x="32" y="93"/>
                      <a:pt x="32" y="124"/>
                      <a:pt x="0" y="124"/>
                    </a:cubicBezTo>
                    <a:lnTo>
                      <a:pt x="0" y="124"/>
                    </a:lnTo>
                    <a:lnTo>
                      <a:pt x="0" y="124"/>
                    </a:lnTo>
                    <a:lnTo>
                      <a:pt x="32" y="124"/>
                    </a:lnTo>
                    <a:lnTo>
                      <a:pt x="32" y="124"/>
                    </a:lnTo>
                    <a:lnTo>
                      <a:pt x="62" y="124"/>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52" name="Freeform 201">
                <a:extLst>
                  <a:ext uri="{FF2B5EF4-FFF2-40B4-BE49-F238E27FC236}">
                    <a16:creationId xmlns:a16="http://schemas.microsoft.com/office/drawing/2014/main" id="{00C155B3-B1BC-24A6-264F-DCBCCE9995C1}"/>
                  </a:ext>
                </a:extLst>
              </p:cNvPr>
              <p:cNvSpPr>
                <a:spLocks noChangeArrowheads="1"/>
              </p:cNvSpPr>
              <p:nvPr/>
            </p:nvSpPr>
            <p:spPr bwMode="auto">
              <a:xfrm>
                <a:off x="1660525" y="954088"/>
                <a:ext cx="66675" cy="44450"/>
              </a:xfrm>
              <a:custGeom>
                <a:avLst/>
                <a:gdLst>
                  <a:gd name="T0" fmla="*/ 155 w 187"/>
                  <a:gd name="T1" fmla="*/ 62 h 125"/>
                  <a:gd name="T2" fmla="*/ 155 w 187"/>
                  <a:gd name="T3" fmla="*/ 62 h 125"/>
                  <a:gd name="T4" fmla="*/ 124 w 187"/>
                  <a:gd name="T5" fmla="*/ 62 h 125"/>
                  <a:gd name="T6" fmla="*/ 93 w 187"/>
                  <a:gd name="T7" fmla="*/ 31 h 125"/>
                  <a:gd name="T8" fmla="*/ 93 w 187"/>
                  <a:gd name="T9" fmla="*/ 0 h 125"/>
                  <a:gd name="T10" fmla="*/ 93 w 187"/>
                  <a:gd name="T11" fmla="*/ 0 h 125"/>
                  <a:gd name="T12" fmla="*/ 62 w 187"/>
                  <a:gd name="T13" fmla="*/ 0 h 125"/>
                  <a:gd name="T14" fmla="*/ 62 w 187"/>
                  <a:gd name="T15" fmla="*/ 0 h 125"/>
                  <a:gd name="T16" fmla="*/ 0 w 187"/>
                  <a:gd name="T17" fmla="*/ 62 h 125"/>
                  <a:gd name="T18" fmla="*/ 31 w 187"/>
                  <a:gd name="T19" fmla="*/ 62 h 125"/>
                  <a:gd name="T20" fmla="*/ 62 w 187"/>
                  <a:gd name="T21" fmla="*/ 93 h 125"/>
                  <a:gd name="T22" fmla="*/ 93 w 187"/>
                  <a:gd name="T23" fmla="*/ 124 h 125"/>
                  <a:gd name="T24" fmla="*/ 93 w 187"/>
                  <a:gd name="T25" fmla="*/ 124 h 125"/>
                  <a:gd name="T26" fmla="*/ 93 w 187"/>
                  <a:gd name="T27" fmla="*/ 62 h 125"/>
                  <a:gd name="T28" fmla="*/ 155 w 187"/>
                  <a:gd name="T29" fmla="*/ 93 h 125"/>
                  <a:gd name="T30" fmla="*/ 186 w 187"/>
                  <a:gd name="T31" fmla="*/ 93 h 125"/>
                  <a:gd name="T32" fmla="*/ 186 w 187"/>
                  <a:gd name="T33" fmla="*/ 93 h 125"/>
                  <a:gd name="T34" fmla="*/ 186 w 187"/>
                  <a:gd name="T35" fmla="*/ 93 h 125"/>
                  <a:gd name="T36" fmla="*/ 155 w 187"/>
                  <a:gd name="T37" fmla="*/ 6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7" h="125">
                    <a:moveTo>
                      <a:pt x="155" y="62"/>
                    </a:moveTo>
                    <a:lnTo>
                      <a:pt x="155" y="62"/>
                    </a:lnTo>
                    <a:cubicBezTo>
                      <a:pt x="155" y="62"/>
                      <a:pt x="155" y="62"/>
                      <a:pt x="124" y="62"/>
                    </a:cubicBezTo>
                    <a:cubicBezTo>
                      <a:pt x="124" y="62"/>
                      <a:pt x="93" y="62"/>
                      <a:pt x="93" y="31"/>
                    </a:cubicBezTo>
                    <a:lnTo>
                      <a:pt x="93" y="0"/>
                    </a:lnTo>
                    <a:lnTo>
                      <a:pt x="93" y="0"/>
                    </a:lnTo>
                    <a:cubicBezTo>
                      <a:pt x="62" y="0"/>
                      <a:pt x="62" y="0"/>
                      <a:pt x="62" y="0"/>
                    </a:cubicBezTo>
                    <a:lnTo>
                      <a:pt x="62" y="0"/>
                    </a:lnTo>
                    <a:cubicBezTo>
                      <a:pt x="62" y="31"/>
                      <a:pt x="31" y="62"/>
                      <a:pt x="0" y="62"/>
                    </a:cubicBezTo>
                    <a:cubicBezTo>
                      <a:pt x="31" y="62"/>
                      <a:pt x="31" y="62"/>
                      <a:pt x="31" y="62"/>
                    </a:cubicBezTo>
                    <a:cubicBezTo>
                      <a:pt x="31" y="62"/>
                      <a:pt x="31" y="62"/>
                      <a:pt x="62" y="93"/>
                    </a:cubicBezTo>
                    <a:cubicBezTo>
                      <a:pt x="62" y="93"/>
                      <a:pt x="93" y="93"/>
                      <a:pt x="93" y="124"/>
                    </a:cubicBezTo>
                    <a:lnTo>
                      <a:pt x="93" y="124"/>
                    </a:lnTo>
                    <a:cubicBezTo>
                      <a:pt x="93" y="62"/>
                      <a:pt x="93" y="62"/>
                      <a:pt x="93" y="62"/>
                    </a:cubicBezTo>
                    <a:cubicBezTo>
                      <a:pt x="155" y="93"/>
                      <a:pt x="155" y="93"/>
                      <a:pt x="155" y="93"/>
                    </a:cubicBezTo>
                    <a:cubicBezTo>
                      <a:pt x="155" y="93"/>
                      <a:pt x="155" y="93"/>
                      <a:pt x="186" y="93"/>
                    </a:cubicBezTo>
                    <a:lnTo>
                      <a:pt x="186" y="93"/>
                    </a:lnTo>
                    <a:lnTo>
                      <a:pt x="186" y="93"/>
                    </a:lnTo>
                    <a:cubicBezTo>
                      <a:pt x="186" y="93"/>
                      <a:pt x="186" y="93"/>
                      <a:pt x="155" y="6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53" name="Freeform 202">
                <a:extLst>
                  <a:ext uri="{FF2B5EF4-FFF2-40B4-BE49-F238E27FC236}">
                    <a16:creationId xmlns:a16="http://schemas.microsoft.com/office/drawing/2014/main" id="{894CC22B-A6E0-EB6B-02EE-19350A7F0729}"/>
                  </a:ext>
                </a:extLst>
              </p:cNvPr>
              <p:cNvSpPr>
                <a:spLocks noChangeArrowheads="1"/>
              </p:cNvSpPr>
              <p:nvPr/>
            </p:nvSpPr>
            <p:spPr bwMode="auto">
              <a:xfrm>
                <a:off x="1973263" y="909638"/>
                <a:ext cx="88900" cy="11112"/>
              </a:xfrm>
              <a:custGeom>
                <a:avLst/>
                <a:gdLst>
                  <a:gd name="T0" fmla="*/ 186 w 249"/>
                  <a:gd name="T1" fmla="*/ 0 h 32"/>
                  <a:gd name="T2" fmla="*/ 186 w 249"/>
                  <a:gd name="T3" fmla="*/ 0 h 32"/>
                  <a:gd name="T4" fmla="*/ 155 w 249"/>
                  <a:gd name="T5" fmla="*/ 0 h 32"/>
                  <a:gd name="T6" fmla="*/ 155 w 249"/>
                  <a:gd name="T7" fmla="*/ 0 h 32"/>
                  <a:gd name="T8" fmla="*/ 124 w 249"/>
                  <a:gd name="T9" fmla="*/ 0 h 32"/>
                  <a:gd name="T10" fmla="*/ 93 w 249"/>
                  <a:gd name="T11" fmla="*/ 0 h 32"/>
                  <a:gd name="T12" fmla="*/ 62 w 249"/>
                  <a:gd name="T13" fmla="*/ 0 h 32"/>
                  <a:gd name="T14" fmla="*/ 62 w 249"/>
                  <a:gd name="T15" fmla="*/ 0 h 32"/>
                  <a:gd name="T16" fmla="*/ 62 w 249"/>
                  <a:gd name="T17" fmla="*/ 0 h 32"/>
                  <a:gd name="T18" fmla="*/ 0 w 249"/>
                  <a:gd name="T19" fmla="*/ 31 h 32"/>
                  <a:gd name="T20" fmla="*/ 31 w 249"/>
                  <a:gd name="T21" fmla="*/ 31 h 32"/>
                  <a:gd name="T22" fmla="*/ 31 w 249"/>
                  <a:gd name="T23" fmla="*/ 31 h 32"/>
                  <a:gd name="T24" fmla="*/ 62 w 249"/>
                  <a:gd name="T25" fmla="*/ 0 h 32"/>
                  <a:gd name="T26" fmla="*/ 93 w 249"/>
                  <a:gd name="T27" fmla="*/ 0 h 32"/>
                  <a:gd name="T28" fmla="*/ 93 w 249"/>
                  <a:gd name="T29" fmla="*/ 0 h 32"/>
                  <a:gd name="T30" fmla="*/ 124 w 249"/>
                  <a:gd name="T31" fmla="*/ 31 h 32"/>
                  <a:gd name="T32" fmla="*/ 186 w 249"/>
                  <a:gd name="T33" fmla="*/ 31 h 32"/>
                  <a:gd name="T34" fmla="*/ 186 w 249"/>
                  <a:gd name="T35" fmla="*/ 31 h 32"/>
                  <a:gd name="T36" fmla="*/ 186 w 249"/>
                  <a:gd name="T37" fmla="*/ 31 h 32"/>
                  <a:gd name="T38" fmla="*/ 217 w 249"/>
                  <a:gd name="T39" fmla="*/ 31 h 32"/>
                  <a:gd name="T40" fmla="*/ 217 w 249"/>
                  <a:gd name="T41" fmla="*/ 31 h 32"/>
                  <a:gd name="T42" fmla="*/ 248 w 249"/>
                  <a:gd name="T43" fmla="*/ 31 h 32"/>
                  <a:gd name="T44" fmla="*/ 248 w 249"/>
                  <a:gd name="T45" fmla="*/ 31 h 32"/>
                  <a:gd name="T46" fmla="*/ 248 w 249"/>
                  <a:gd name="T47" fmla="*/ 0 h 32"/>
                  <a:gd name="T48" fmla="*/ 217 w 249"/>
                  <a:gd name="T49" fmla="*/ 0 h 32"/>
                  <a:gd name="T50" fmla="*/ 186 w 249"/>
                  <a:gd name="T5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9" h="32">
                    <a:moveTo>
                      <a:pt x="186" y="0"/>
                    </a:moveTo>
                    <a:lnTo>
                      <a:pt x="186" y="0"/>
                    </a:lnTo>
                    <a:cubicBezTo>
                      <a:pt x="186" y="0"/>
                      <a:pt x="186" y="0"/>
                      <a:pt x="155" y="0"/>
                    </a:cubicBezTo>
                    <a:lnTo>
                      <a:pt x="155" y="0"/>
                    </a:lnTo>
                    <a:cubicBezTo>
                      <a:pt x="124" y="0"/>
                      <a:pt x="124" y="0"/>
                      <a:pt x="124" y="0"/>
                    </a:cubicBezTo>
                    <a:cubicBezTo>
                      <a:pt x="93" y="0"/>
                      <a:pt x="93" y="0"/>
                      <a:pt x="93" y="0"/>
                    </a:cubicBezTo>
                    <a:lnTo>
                      <a:pt x="62" y="0"/>
                    </a:lnTo>
                    <a:lnTo>
                      <a:pt x="62" y="0"/>
                    </a:lnTo>
                    <a:lnTo>
                      <a:pt x="62" y="0"/>
                    </a:lnTo>
                    <a:cubicBezTo>
                      <a:pt x="31" y="0"/>
                      <a:pt x="31" y="31"/>
                      <a:pt x="0" y="31"/>
                    </a:cubicBezTo>
                    <a:cubicBezTo>
                      <a:pt x="0" y="31"/>
                      <a:pt x="0" y="31"/>
                      <a:pt x="31" y="31"/>
                    </a:cubicBezTo>
                    <a:lnTo>
                      <a:pt x="31" y="31"/>
                    </a:lnTo>
                    <a:cubicBezTo>
                      <a:pt x="31" y="31"/>
                      <a:pt x="62" y="31"/>
                      <a:pt x="62" y="0"/>
                    </a:cubicBezTo>
                    <a:cubicBezTo>
                      <a:pt x="93" y="0"/>
                      <a:pt x="93" y="0"/>
                      <a:pt x="93" y="0"/>
                    </a:cubicBezTo>
                    <a:lnTo>
                      <a:pt x="93" y="0"/>
                    </a:lnTo>
                    <a:cubicBezTo>
                      <a:pt x="93" y="31"/>
                      <a:pt x="124" y="31"/>
                      <a:pt x="124" y="31"/>
                    </a:cubicBezTo>
                    <a:cubicBezTo>
                      <a:pt x="155" y="31"/>
                      <a:pt x="155" y="31"/>
                      <a:pt x="186" y="31"/>
                    </a:cubicBezTo>
                    <a:lnTo>
                      <a:pt x="186" y="31"/>
                    </a:lnTo>
                    <a:lnTo>
                      <a:pt x="186" y="31"/>
                    </a:lnTo>
                    <a:cubicBezTo>
                      <a:pt x="186" y="31"/>
                      <a:pt x="186" y="31"/>
                      <a:pt x="217" y="31"/>
                    </a:cubicBezTo>
                    <a:lnTo>
                      <a:pt x="217" y="31"/>
                    </a:lnTo>
                    <a:cubicBezTo>
                      <a:pt x="248" y="31"/>
                      <a:pt x="248" y="31"/>
                      <a:pt x="248" y="31"/>
                    </a:cubicBezTo>
                    <a:lnTo>
                      <a:pt x="248" y="31"/>
                    </a:lnTo>
                    <a:cubicBezTo>
                      <a:pt x="248" y="0"/>
                      <a:pt x="248" y="0"/>
                      <a:pt x="248" y="0"/>
                    </a:cubicBezTo>
                    <a:lnTo>
                      <a:pt x="217" y="0"/>
                    </a:lnTo>
                    <a:lnTo>
                      <a:pt x="186"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54" name="Freeform 203">
                <a:extLst>
                  <a:ext uri="{FF2B5EF4-FFF2-40B4-BE49-F238E27FC236}">
                    <a16:creationId xmlns:a16="http://schemas.microsoft.com/office/drawing/2014/main" id="{B8524759-9823-0B13-9C3D-004AFE41759E}"/>
                  </a:ext>
                </a:extLst>
              </p:cNvPr>
              <p:cNvSpPr>
                <a:spLocks noChangeArrowheads="1"/>
              </p:cNvSpPr>
              <p:nvPr/>
            </p:nvSpPr>
            <p:spPr bwMode="auto">
              <a:xfrm>
                <a:off x="1951038" y="920750"/>
                <a:ext cx="11112" cy="1588"/>
              </a:xfrm>
              <a:custGeom>
                <a:avLst/>
                <a:gdLst>
                  <a:gd name="T0" fmla="*/ 0 w 32"/>
                  <a:gd name="T1" fmla="*/ 0 h 1"/>
                  <a:gd name="T2" fmla="*/ 0 w 32"/>
                  <a:gd name="T3" fmla="*/ 0 h 1"/>
                  <a:gd name="T4" fmla="*/ 31 w 32"/>
                  <a:gd name="T5" fmla="*/ 0 h 1"/>
                  <a:gd name="T6" fmla="*/ 31 w 32"/>
                  <a:gd name="T7" fmla="*/ 0 h 1"/>
                  <a:gd name="T8" fmla="*/ 31 w 32"/>
                  <a:gd name="T9" fmla="*/ 0 h 1"/>
                  <a:gd name="T10" fmla="*/ 0 w 32"/>
                  <a:gd name="T11" fmla="*/ 0 h 1"/>
                </a:gdLst>
                <a:ahLst/>
                <a:cxnLst>
                  <a:cxn ang="0">
                    <a:pos x="T0" y="T1"/>
                  </a:cxn>
                  <a:cxn ang="0">
                    <a:pos x="T2" y="T3"/>
                  </a:cxn>
                  <a:cxn ang="0">
                    <a:pos x="T4" y="T5"/>
                  </a:cxn>
                  <a:cxn ang="0">
                    <a:pos x="T6" y="T7"/>
                  </a:cxn>
                  <a:cxn ang="0">
                    <a:pos x="T8" y="T9"/>
                  </a:cxn>
                  <a:cxn ang="0">
                    <a:pos x="T10" y="T11"/>
                  </a:cxn>
                </a:cxnLst>
                <a:rect l="0" t="0" r="r" b="b"/>
                <a:pathLst>
                  <a:path w="32" h="1">
                    <a:moveTo>
                      <a:pt x="0" y="0"/>
                    </a:moveTo>
                    <a:lnTo>
                      <a:pt x="0" y="0"/>
                    </a:lnTo>
                    <a:lnTo>
                      <a:pt x="31" y="0"/>
                    </a:lnTo>
                    <a:lnTo>
                      <a:pt x="31" y="0"/>
                    </a:lnTo>
                    <a:lnTo>
                      <a:pt x="31" y="0"/>
                    </a:lnTo>
                    <a:cubicBezTo>
                      <a:pt x="31" y="0"/>
                      <a:pt x="31" y="0"/>
                      <a:pt x="0"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55" name="Freeform 204">
                <a:extLst>
                  <a:ext uri="{FF2B5EF4-FFF2-40B4-BE49-F238E27FC236}">
                    <a16:creationId xmlns:a16="http://schemas.microsoft.com/office/drawing/2014/main" id="{B03929BD-AF49-7B1F-1A24-1F56DFD0CBF3}"/>
                  </a:ext>
                </a:extLst>
              </p:cNvPr>
              <p:cNvSpPr>
                <a:spLocks noChangeArrowheads="1"/>
              </p:cNvSpPr>
              <p:nvPr/>
            </p:nvSpPr>
            <p:spPr bwMode="auto">
              <a:xfrm>
                <a:off x="1827213" y="887413"/>
                <a:ext cx="66675" cy="33337"/>
              </a:xfrm>
              <a:custGeom>
                <a:avLst/>
                <a:gdLst>
                  <a:gd name="T0" fmla="*/ 155 w 187"/>
                  <a:gd name="T1" fmla="*/ 31 h 94"/>
                  <a:gd name="T2" fmla="*/ 155 w 187"/>
                  <a:gd name="T3" fmla="*/ 31 h 94"/>
                  <a:gd name="T4" fmla="*/ 124 w 187"/>
                  <a:gd name="T5" fmla="*/ 31 h 94"/>
                  <a:gd name="T6" fmla="*/ 124 w 187"/>
                  <a:gd name="T7" fmla="*/ 31 h 94"/>
                  <a:gd name="T8" fmla="*/ 93 w 187"/>
                  <a:gd name="T9" fmla="*/ 31 h 94"/>
                  <a:gd name="T10" fmla="*/ 62 w 187"/>
                  <a:gd name="T11" fmla="*/ 31 h 94"/>
                  <a:gd name="T12" fmla="*/ 31 w 187"/>
                  <a:gd name="T13" fmla="*/ 31 h 94"/>
                  <a:gd name="T14" fmla="*/ 0 w 187"/>
                  <a:gd name="T15" fmla="*/ 0 h 94"/>
                  <a:gd name="T16" fmla="*/ 31 w 187"/>
                  <a:gd name="T17" fmla="*/ 62 h 94"/>
                  <a:gd name="T18" fmla="*/ 62 w 187"/>
                  <a:gd name="T19" fmla="*/ 93 h 94"/>
                  <a:gd name="T20" fmla="*/ 62 w 187"/>
                  <a:gd name="T21" fmla="*/ 93 h 94"/>
                  <a:gd name="T22" fmla="*/ 62 w 187"/>
                  <a:gd name="T23" fmla="*/ 93 h 94"/>
                  <a:gd name="T24" fmla="*/ 62 w 187"/>
                  <a:gd name="T25" fmla="*/ 93 h 94"/>
                  <a:gd name="T26" fmla="*/ 93 w 187"/>
                  <a:gd name="T27" fmla="*/ 93 h 94"/>
                  <a:gd name="T28" fmla="*/ 93 w 187"/>
                  <a:gd name="T29" fmla="*/ 93 h 94"/>
                  <a:gd name="T30" fmla="*/ 124 w 187"/>
                  <a:gd name="T31" fmla="*/ 93 h 94"/>
                  <a:gd name="T32" fmla="*/ 186 w 187"/>
                  <a:gd name="T33" fmla="*/ 93 h 94"/>
                  <a:gd name="T34" fmla="*/ 186 w 187"/>
                  <a:gd name="T35" fmla="*/ 93 h 94"/>
                  <a:gd name="T36" fmla="*/ 155 w 187"/>
                  <a:gd name="T37" fmla="*/ 3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7" h="94">
                    <a:moveTo>
                      <a:pt x="155" y="31"/>
                    </a:moveTo>
                    <a:lnTo>
                      <a:pt x="155" y="31"/>
                    </a:lnTo>
                    <a:lnTo>
                      <a:pt x="124" y="31"/>
                    </a:lnTo>
                    <a:lnTo>
                      <a:pt x="124" y="31"/>
                    </a:lnTo>
                    <a:cubicBezTo>
                      <a:pt x="124" y="31"/>
                      <a:pt x="124" y="31"/>
                      <a:pt x="93" y="31"/>
                    </a:cubicBezTo>
                    <a:lnTo>
                      <a:pt x="62" y="31"/>
                    </a:lnTo>
                    <a:lnTo>
                      <a:pt x="31" y="31"/>
                    </a:lnTo>
                    <a:cubicBezTo>
                      <a:pt x="31" y="0"/>
                      <a:pt x="31" y="0"/>
                      <a:pt x="0" y="0"/>
                    </a:cubicBezTo>
                    <a:cubicBezTo>
                      <a:pt x="31" y="31"/>
                      <a:pt x="31" y="62"/>
                      <a:pt x="31" y="62"/>
                    </a:cubicBezTo>
                    <a:cubicBezTo>
                      <a:pt x="31" y="62"/>
                      <a:pt x="31" y="93"/>
                      <a:pt x="62" y="93"/>
                    </a:cubicBezTo>
                    <a:lnTo>
                      <a:pt x="62" y="93"/>
                    </a:lnTo>
                    <a:lnTo>
                      <a:pt x="62" y="93"/>
                    </a:lnTo>
                    <a:lnTo>
                      <a:pt x="62" y="93"/>
                    </a:lnTo>
                    <a:cubicBezTo>
                      <a:pt x="93" y="93"/>
                      <a:pt x="93" y="93"/>
                      <a:pt x="93" y="93"/>
                    </a:cubicBezTo>
                    <a:lnTo>
                      <a:pt x="93" y="93"/>
                    </a:lnTo>
                    <a:lnTo>
                      <a:pt x="124" y="93"/>
                    </a:lnTo>
                    <a:cubicBezTo>
                      <a:pt x="124" y="93"/>
                      <a:pt x="155" y="93"/>
                      <a:pt x="186" y="93"/>
                    </a:cubicBezTo>
                    <a:lnTo>
                      <a:pt x="186" y="93"/>
                    </a:lnTo>
                    <a:cubicBezTo>
                      <a:pt x="155" y="62"/>
                      <a:pt x="155" y="62"/>
                      <a:pt x="155"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56" name="Freeform 205">
                <a:extLst>
                  <a:ext uri="{FF2B5EF4-FFF2-40B4-BE49-F238E27FC236}">
                    <a16:creationId xmlns:a16="http://schemas.microsoft.com/office/drawing/2014/main" id="{8F37F772-9EDF-8224-7D56-C81D57C437E8}"/>
                  </a:ext>
                </a:extLst>
              </p:cNvPr>
              <p:cNvSpPr>
                <a:spLocks noChangeArrowheads="1"/>
              </p:cNvSpPr>
              <p:nvPr/>
            </p:nvSpPr>
            <p:spPr bwMode="auto">
              <a:xfrm>
                <a:off x="1962150" y="909638"/>
                <a:ext cx="1588" cy="11112"/>
              </a:xfrm>
              <a:custGeom>
                <a:avLst/>
                <a:gdLst>
                  <a:gd name="T0" fmla="*/ 0 w 1"/>
                  <a:gd name="T1" fmla="*/ 0 h 32"/>
                  <a:gd name="T2" fmla="*/ 0 w 1"/>
                  <a:gd name="T3" fmla="*/ 0 h 32"/>
                  <a:gd name="T4" fmla="*/ 0 w 1"/>
                  <a:gd name="T5" fmla="*/ 31 h 32"/>
                  <a:gd name="T6" fmla="*/ 0 w 1"/>
                  <a:gd name="T7" fmla="*/ 0 h 32"/>
                </a:gdLst>
                <a:ahLst/>
                <a:cxnLst>
                  <a:cxn ang="0">
                    <a:pos x="T0" y="T1"/>
                  </a:cxn>
                  <a:cxn ang="0">
                    <a:pos x="T2" y="T3"/>
                  </a:cxn>
                  <a:cxn ang="0">
                    <a:pos x="T4" y="T5"/>
                  </a:cxn>
                  <a:cxn ang="0">
                    <a:pos x="T6" y="T7"/>
                  </a:cxn>
                </a:cxnLst>
                <a:rect l="0" t="0" r="r" b="b"/>
                <a:pathLst>
                  <a:path w="1" h="32">
                    <a:moveTo>
                      <a:pt x="0" y="0"/>
                    </a:moveTo>
                    <a:lnTo>
                      <a:pt x="0" y="0"/>
                    </a:lnTo>
                    <a:lnTo>
                      <a:pt x="0" y="31"/>
                    </a:lnTo>
                    <a:cubicBezTo>
                      <a:pt x="0" y="31"/>
                      <a:pt x="0" y="31"/>
                      <a:pt x="0"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57" name="Freeform 206">
                <a:extLst>
                  <a:ext uri="{FF2B5EF4-FFF2-40B4-BE49-F238E27FC236}">
                    <a16:creationId xmlns:a16="http://schemas.microsoft.com/office/drawing/2014/main" id="{BF3CD2A8-F6DB-BFB7-2611-E11FAA488C0B}"/>
                  </a:ext>
                </a:extLst>
              </p:cNvPr>
              <p:cNvSpPr>
                <a:spLocks noChangeArrowheads="1"/>
              </p:cNvSpPr>
              <p:nvPr/>
            </p:nvSpPr>
            <p:spPr bwMode="auto">
              <a:xfrm>
                <a:off x="1906588" y="909638"/>
                <a:ext cx="33337" cy="11112"/>
              </a:xfrm>
              <a:custGeom>
                <a:avLst/>
                <a:gdLst>
                  <a:gd name="T0" fmla="*/ 62 w 94"/>
                  <a:gd name="T1" fmla="*/ 31 h 32"/>
                  <a:gd name="T2" fmla="*/ 62 w 94"/>
                  <a:gd name="T3" fmla="*/ 31 h 32"/>
                  <a:gd name="T4" fmla="*/ 62 w 94"/>
                  <a:gd name="T5" fmla="*/ 0 h 32"/>
                  <a:gd name="T6" fmla="*/ 62 w 94"/>
                  <a:gd name="T7" fmla="*/ 31 h 32"/>
                  <a:gd name="T8" fmla="*/ 31 w 94"/>
                  <a:gd name="T9" fmla="*/ 0 h 32"/>
                  <a:gd name="T10" fmla="*/ 31 w 94"/>
                  <a:gd name="T11" fmla="*/ 0 h 32"/>
                  <a:gd name="T12" fmla="*/ 31 w 94"/>
                  <a:gd name="T13" fmla="*/ 0 h 32"/>
                  <a:gd name="T14" fmla="*/ 31 w 94"/>
                  <a:gd name="T15" fmla="*/ 0 h 32"/>
                  <a:gd name="T16" fmla="*/ 0 w 94"/>
                  <a:gd name="T17" fmla="*/ 31 h 32"/>
                  <a:gd name="T18" fmla="*/ 0 w 94"/>
                  <a:gd name="T19" fmla="*/ 31 h 32"/>
                  <a:gd name="T20" fmla="*/ 62 w 94"/>
                  <a:gd name="T21" fmla="*/ 31 h 32"/>
                  <a:gd name="T22" fmla="*/ 62 w 94"/>
                  <a:gd name="T23" fmla="*/ 31 h 32"/>
                  <a:gd name="T24" fmla="*/ 93 w 94"/>
                  <a:gd name="T25" fmla="*/ 31 h 32"/>
                  <a:gd name="T26" fmla="*/ 93 w 94"/>
                  <a:gd name="T27" fmla="*/ 31 h 32"/>
                  <a:gd name="T28" fmla="*/ 93 w 94"/>
                  <a:gd name="T29" fmla="*/ 31 h 32"/>
                  <a:gd name="T30" fmla="*/ 62 w 94"/>
                  <a:gd name="T31" fmla="*/ 3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4" h="32">
                    <a:moveTo>
                      <a:pt x="62" y="31"/>
                    </a:moveTo>
                    <a:lnTo>
                      <a:pt x="62" y="31"/>
                    </a:lnTo>
                    <a:lnTo>
                      <a:pt x="62" y="0"/>
                    </a:lnTo>
                    <a:cubicBezTo>
                      <a:pt x="62" y="31"/>
                      <a:pt x="62" y="31"/>
                      <a:pt x="62" y="31"/>
                    </a:cubicBezTo>
                    <a:cubicBezTo>
                      <a:pt x="31" y="31"/>
                      <a:pt x="31" y="31"/>
                      <a:pt x="31" y="0"/>
                    </a:cubicBezTo>
                    <a:lnTo>
                      <a:pt x="31" y="0"/>
                    </a:lnTo>
                    <a:lnTo>
                      <a:pt x="31" y="0"/>
                    </a:lnTo>
                    <a:lnTo>
                      <a:pt x="31" y="0"/>
                    </a:lnTo>
                    <a:cubicBezTo>
                      <a:pt x="0" y="31"/>
                      <a:pt x="0" y="31"/>
                      <a:pt x="0" y="31"/>
                    </a:cubicBezTo>
                    <a:lnTo>
                      <a:pt x="0" y="31"/>
                    </a:lnTo>
                    <a:cubicBezTo>
                      <a:pt x="31" y="31"/>
                      <a:pt x="62" y="31"/>
                      <a:pt x="62" y="31"/>
                    </a:cubicBezTo>
                    <a:lnTo>
                      <a:pt x="62" y="31"/>
                    </a:lnTo>
                    <a:cubicBezTo>
                      <a:pt x="93" y="31"/>
                      <a:pt x="93" y="31"/>
                      <a:pt x="93" y="31"/>
                    </a:cubicBezTo>
                    <a:lnTo>
                      <a:pt x="93" y="31"/>
                    </a:lnTo>
                    <a:lnTo>
                      <a:pt x="93" y="31"/>
                    </a:lnTo>
                    <a:cubicBezTo>
                      <a:pt x="93" y="31"/>
                      <a:pt x="93" y="31"/>
                      <a:pt x="62"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58" name="Freeform 207">
                <a:extLst>
                  <a:ext uri="{FF2B5EF4-FFF2-40B4-BE49-F238E27FC236}">
                    <a16:creationId xmlns:a16="http://schemas.microsoft.com/office/drawing/2014/main" id="{F3AA7339-E655-9EE6-9F52-ADE54094B937}"/>
                  </a:ext>
                </a:extLst>
              </p:cNvPr>
              <p:cNvSpPr>
                <a:spLocks noChangeArrowheads="1"/>
              </p:cNvSpPr>
              <p:nvPr/>
            </p:nvSpPr>
            <p:spPr bwMode="auto">
              <a:xfrm>
                <a:off x="2073275" y="954088"/>
                <a:ext cx="22225" cy="11112"/>
              </a:xfrm>
              <a:custGeom>
                <a:avLst/>
                <a:gdLst>
                  <a:gd name="T0" fmla="*/ 31 w 62"/>
                  <a:gd name="T1" fmla="*/ 31 h 32"/>
                  <a:gd name="T2" fmla="*/ 31 w 62"/>
                  <a:gd name="T3" fmla="*/ 31 h 32"/>
                  <a:gd name="T4" fmla="*/ 31 w 62"/>
                  <a:gd name="T5" fmla="*/ 31 h 32"/>
                  <a:gd name="T6" fmla="*/ 31 w 62"/>
                  <a:gd name="T7" fmla="*/ 31 h 32"/>
                  <a:gd name="T8" fmla="*/ 61 w 62"/>
                  <a:gd name="T9" fmla="*/ 0 h 32"/>
                  <a:gd name="T10" fmla="*/ 0 w 62"/>
                  <a:gd name="T11" fmla="*/ 0 h 32"/>
                  <a:gd name="T12" fmla="*/ 31 w 62"/>
                  <a:gd name="T13" fmla="*/ 31 h 32"/>
                </a:gdLst>
                <a:ahLst/>
                <a:cxnLst>
                  <a:cxn ang="0">
                    <a:pos x="T0" y="T1"/>
                  </a:cxn>
                  <a:cxn ang="0">
                    <a:pos x="T2" y="T3"/>
                  </a:cxn>
                  <a:cxn ang="0">
                    <a:pos x="T4" y="T5"/>
                  </a:cxn>
                  <a:cxn ang="0">
                    <a:pos x="T6" y="T7"/>
                  </a:cxn>
                  <a:cxn ang="0">
                    <a:pos x="T8" y="T9"/>
                  </a:cxn>
                  <a:cxn ang="0">
                    <a:pos x="T10" y="T11"/>
                  </a:cxn>
                  <a:cxn ang="0">
                    <a:pos x="T12" y="T13"/>
                  </a:cxn>
                </a:cxnLst>
                <a:rect l="0" t="0" r="r" b="b"/>
                <a:pathLst>
                  <a:path w="62" h="32">
                    <a:moveTo>
                      <a:pt x="31" y="31"/>
                    </a:moveTo>
                    <a:lnTo>
                      <a:pt x="31" y="31"/>
                    </a:lnTo>
                    <a:lnTo>
                      <a:pt x="31" y="31"/>
                    </a:lnTo>
                    <a:lnTo>
                      <a:pt x="31" y="31"/>
                    </a:lnTo>
                    <a:cubicBezTo>
                      <a:pt x="31" y="31"/>
                      <a:pt x="31" y="0"/>
                      <a:pt x="61" y="0"/>
                    </a:cubicBezTo>
                    <a:cubicBezTo>
                      <a:pt x="31" y="0"/>
                      <a:pt x="31" y="0"/>
                      <a:pt x="0" y="0"/>
                    </a:cubicBezTo>
                    <a:lnTo>
                      <a:pt x="31" y="31"/>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59" name="Freeform 208">
                <a:extLst>
                  <a:ext uri="{FF2B5EF4-FFF2-40B4-BE49-F238E27FC236}">
                    <a16:creationId xmlns:a16="http://schemas.microsoft.com/office/drawing/2014/main" id="{3C383EAA-C8C6-75DB-1D51-D22F9185CB41}"/>
                  </a:ext>
                </a:extLst>
              </p:cNvPr>
              <p:cNvSpPr>
                <a:spLocks noChangeArrowheads="1"/>
              </p:cNvSpPr>
              <p:nvPr/>
            </p:nvSpPr>
            <p:spPr bwMode="auto">
              <a:xfrm>
                <a:off x="1793875" y="787400"/>
                <a:ext cx="134938" cy="44450"/>
              </a:xfrm>
              <a:custGeom>
                <a:avLst/>
                <a:gdLst>
                  <a:gd name="T0" fmla="*/ 0 w 373"/>
                  <a:gd name="T1" fmla="*/ 62 h 125"/>
                  <a:gd name="T2" fmla="*/ 0 w 373"/>
                  <a:gd name="T3" fmla="*/ 62 h 125"/>
                  <a:gd name="T4" fmla="*/ 31 w 373"/>
                  <a:gd name="T5" fmla="*/ 62 h 125"/>
                  <a:gd name="T6" fmla="*/ 62 w 373"/>
                  <a:gd name="T7" fmla="*/ 62 h 125"/>
                  <a:gd name="T8" fmla="*/ 62 w 373"/>
                  <a:gd name="T9" fmla="*/ 62 h 125"/>
                  <a:gd name="T10" fmla="*/ 93 w 373"/>
                  <a:gd name="T11" fmla="*/ 62 h 125"/>
                  <a:gd name="T12" fmla="*/ 124 w 373"/>
                  <a:gd name="T13" fmla="*/ 62 h 125"/>
                  <a:gd name="T14" fmla="*/ 186 w 373"/>
                  <a:gd name="T15" fmla="*/ 62 h 125"/>
                  <a:gd name="T16" fmla="*/ 186 w 373"/>
                  <a:gd name="T17" fmla="*/ 93 h 125"/>
                  <a:gd name="T18" fmla="*/ 248 w 373"/>
                  <a:gd name="T19" fmla="*/ 124 h 125"/>
                  <a:gd name="T20" fmla="*/ 279 w 373"/>
                  <a:gd name="T21" fmla="*/ 124 h 125"/>
                  <a:gd name="T22" fmla="*/ 279 w 373"/>
                  <a:gd name="T23" fmla="*/ 124 h 125"/>
                  <a:gd name="T24" fmla="*/ 310 w 373"/>
                  <a:gd name="T25" fmla="*/ 124 h 125"/>
                  <a:gd name="T26" fmla="*/ 341 w 373"/>
                  <a:gd name="T27" fmla="*/ 124 h 125"/>
                  <a:gd name="T28" fmla="*/ 372 w 373"/>
                  <a:gd name="T29" fmla="*/ 93 h 125"/>
                  <a:gd name="T30" fmla="*/ 372 w 373"/>
                  <a:gd name="T31" fmla="*/ 93 h 125"/>
                  <a:gd name="T32" fmla="*/ 372 w 373"/>
                  <a:gd name="T33" fmla="*/ 93 h 125"/>
                  <a:gd name="T34" fmla="*/ 372 w 373"/>
                  <a:gd name="T35" fmla="*/ 93 h 125"/>
                  <a:gd name="T36" fmla="*/ 341 w 373"/>
                  <a:gd name="T37" fmla="*/ 93 h 125"/>
                  <a:gd name="T38" fmla="*/ 310 w 373"/>
                  <a:gd name="T39" fmla="*/ 62 h 125"/>
                  <a:gd name="T40" fmla="*/ 310 w 373"/>
                  <a:gd name="T41" fmla="*/ 62 h 125"/>
                  <a:gd name="T42" fmla="*/ 279 w 373"/>
                  <a:gd name="T43" fmla="*/ 62 h 125"/>
                  <a:gd name="T44" fmla="*/ 279 w 373"/>
                  <a:gd name="T45" fmla="*/ 62 h 125"/>
                  <a:gd name="T46" fmla="*/ 248 w 373"/>
                  <a:gd name="T47" fmla="*/ 31 h 125"/>
                  <a:gd name="T48" fmla="*/ 248 w 373"/>
                  <a:gd name="T49" fmla="*/ 31 h 125"/>
                  <a:gd name="T50" fmla="*/ 217 w 373"/>
                  <a:gd name="T51" fmla="*/ 31 h 125"/>
                  <a:gd name="T52" fmla="*/ 186 w 373"/>
                  <a:gd name="T53" fmla="*/ 31 h 125"/>
                  <a:gd name="T54" fmla="*/ 155 w 373"/>
                  <a:gd name="T55" fmla="*/ 31 h 125"/>
                  <a:gd name="T56" fmla="*/ 124 w 373"/>
                  <a:gd name="T57" fmla="*/ 0 h 125"/>
                  <a:gd name="T58" fmla="*/ 93 w 373"/>
                  <a:gd name="T59" fmla="*/ 0 h 125"/>
                  <a:gd name="T60" fmla="*/ 93 w 373"/>
                  <a:gd name="T61" fmla="*/ 0 h 125"/>
                  <a:gd name="T62" fmla="*/ 62 w 373"/>
                  <a:gd name="T63" fmla="*/ 0 h 125"/>
                  <a:gd name="T64" fmla="*/ 31 w 373"/>
                  <a:gd name="T65" fmla="*/ 0 h 125"/>
                  <a:gd name="T66" fmla="*/ 0 w 373"/>
                  <a:gd name="T67" fmla="*/ 0 h 125"/>
                  <a:gd name="T68" fmla="*/ 0 w 373"/>
                  <a:gd name="T69" fmla="*/ 0 h 125"/>
                  <a:gd name="T70" fmla="*/ 0 w 373"/>
                  <a:gd name="T71" fmla="*/ 31 h 125"/>
                  <a:gd name="T72" fmla="*/ 0 w 373"/>
                  <a:gd name="T73" fmla="*/ 6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73" h="125">
                    <a:moveTo>
                      <a:pt x="0" y="62"/>
                    </a:moveTo>
                    <a:lnTo>
                      <a:pt x="0" y="62"/>
                    </a:lnTo>
                    <a:cubicBezTo>
                      <a:pt x="0" y="62"/>
                      <a:pt x="0" y="62"/>
                      <a:pt x="31" y="62"/>
                    </a:cubicBezTo>
                    <a:cubicBezTo>
                      <a:pt x="31" y="62"/>
                      <a:pt x="31" y="62"/>
                      <a:pt x="62" y="62"/>
                    </a:cubicBezTo>
                    <a:lnTo>
                      <a:pt x="62" y="62"/>
                    </a:lnTo>
                    <a:lnTo>
                      <a:pt x="93" y="62"/>
                    </a:lnTo>
                    <a:cubicBezTo>
                      <a:pt x="93" y="62"/>
                      <a:pt x="93" y="62"/>
                      <a:pt x="124" y="62"/>
                    </a:cubicBezTo>
                    <a:cubicBezTo>
                      <a:pt x="155" y="62"/>
                      <a:pt x="155" y="62"/>
                      <a:pt x="186" y="62"/>
                    </a:cubicBezTo>
                    <a:lnTo>
                      <a:pt x="186" y="93"/>
                    </a:lnTo>
                    <a:cubicBezTo>
                      <a:pt x="248" y="124"/>
                      <a:pt x="248" y="124"/>
                      <a:pt x="248" y="124"/>
                    </a:cubicBezTo>
                    <a:cubicBezTo>
                      <a:pt x="248" y="124"/>
                      <a:pt x="248" y="124"/>
                      <a:pt x="279" y="124"/>
                    </a:cubicBezTo>
                    <a:lnTo>
                      <a:pt x="279" y="124"/>
                    </a:lnTo>
                    <a:lnTo>
                      <a:pt x="310" y="124"/>
                    </a:lnTo>
                    <a:cubicBezTo>
                      <a:pt x="341" y="124"/>
                      <a:pt x="341" y="124"/>
                      <a:pt x="341" y="124"/>
                    </a:cubicBezTo>
                    <a:cubicBezTo>
                      <a:pt x="372" y="124"/>
                      <a:pt x="372" y="93"/>
                      <a:pt x="372" y="93"/>
                    </a:cubicBezTo>
                    <a:lnTo>
                      <a:pt x="372" y="93"/>
                    </a:lnTo>
                    <a:lnTo>
                      <a:pt x="372" y="93"/>
                    </a:lnTo>
                    <a:lnTo>
                      <a:pt x="372" y="93"/>
                    </a:lnTo>
                    <a:cubicBezTo>
                      <a:pt x="341" y="93"/>
                      <a:pt x="341" y="93"/>
                      <a:pt x="341" y="93"/>
                    </a:cubicBezTo>
                    <a:cubicBezTo>
                      <a:pt x="310" y="93"/>
                      <a:pt x="310" y="62"/>
                      <a:pt x="310" y="62"/>
                    </a:cubicBezTo>
                    <a:lnTo>
                      <a:pt x="310" y="62"/>
                    </a:lnTo>
                    <a:cubicBezTo>
                      <a:pt x="310" y="62"/>
                      <a:pt x="310" y="62"/>
                      <a:pt x="279" y="62"/>
                    </a:cubicBezTo>
                    <a:lnTo>
                      <a:pt x="279" y="62"/>
                    </a:lnTo>
                    <a:cubicBezTo>
                      <a:pt x="248" y="31"/>
                      <a:pt x="248" y="31"/>
                      <a:pt x="248" y="31"/>
                    </a:cubicBezTo>
                    <a:lnTo>
                      <a:pt x="248" y="31"/>
                    </a:lnTo>
                    <a:cubicBezTo>
                      <a:pt x="217" y="31"/>
                      <a:pt x="217" y="31"/>
                      <a:pt x="217" y="31"/>
                    </a:cubicBezTo>
                    <a:cubicBezTo>
                      <a:pt x="186" y="31"/>
                      <a:pt x="186" y="31"/>
                      <a:pt x="186" y="31"/>
                    </a:cubicBezTo>
                    <a:lnTo>
                      <a:pt x="155" y="31"/>
                    </a:lnTo>
                    <a:cubicBezTo>
                      <a:pt x="124" y="31"/>
                      <a:pt x="124" y="0"/>
                      <a:pt x="124" y="0"/>
                    </a:cubicBezTo>
                    <a:cubicBezTo>
                      <a:pt x="124" y="0"/>
                      <a:pt x="124" y="0"/>
                      <a:pt x="93" y="0"/>
                    </a:cubicBezTo>
                    <a:lnTo>
                      <a:pt x="93" y="0"/>
                    </a:lnTo>
                    <a:cubicBezTo>
                      <a:pt x="62" y="0"/>
                      <a:pt x="62" y="0"/>
                      <a:pt x="62" y="0"/>
                    </a:cubicBezTo>
                    <a:lnTo>
                      <a:pt x="31" y="0"/>
                    </a:lnTo>
                    <a:lnTo>
                      <a:pt x="0" y="0"/>
                    </a:lnTo>
                    <a:lnTo>
                      <a:pt x="0" y="0"/>
                    </a:lnTo>
                    <a:lnTo>
                      <a:pt x="0" y="31"/>
                    </a:lnTo>
                    <a:lnTo>
                      <a:pt x="0" y="6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60" name="Freeform 209">
                <a:extLst>
                  <a:ext uri="{FF2B5EF4-FFF2-40B4-BE49-F238E27FC236}">
                    <a16:creationId xmlns:a16="http://schemas.microsoft.com/office/drawing/2014/main" id="{A716174D-0D0C-F928-9240-E9A2ABC8BE50}"/>
                  </a:ext>
                </a:extLst>
              </p:cNvPr>
              <p:cNvSpPr>
                <a:spLocks noChangeArrowheads="1"/>
              </p:cNvSpPr>
              <p:nvPr/>
            </p:nvSpPr>
            <p:spPr bwMode="auto">
              <a:xfrm>
                <a:off x="1827213" y="831850"/>
                <a:ext cx="44450" cy="11113"/>
              </a:xfrm>
              <a:custGeom>
                <a:avLst/>
                <a:gdLst>
                  <a:gd name="T0" fmla="*/ 62 w 125"/>
                  <a:gd name="T1" fmla="*/ 0 h 32"/>
                  <a:gd name="T2" fmla="*/ 62 w 125"/>
                  <a:gd name="T3" fmla="*/ 0 h 32"/>
                  <a:gd name="T4" fmla="*/ 62 w 125"/>
                  <a:gd name="T5" fmla="*/ 0 h 32"/>
                  <a:gd name="T6" fmla="*/ 0 w 125"/>
                  <a:gd name="T7" fmla="*/ 0 h 32"/>
                  <a:gd name="T8" fmla="*/ 0 w 125"/>
                  <a:gd name="T9" fmla="*/ 0 h 32"/>
                  <a:gd name="T10" fmla="*/ 0 w 125"/>
                  <a:gd name="T11" fmla="*/ 31 h 32"/>
                  <a:gd name="T12" fmla="*/ 31 w 125"/>
                  <a:gd name="T13" fmla="*/ 31 h 32"/>
                  <a:gd name="T14" fmla="*/ 62 w 125"/>
                  <a:gd name="T15" fmla="*/ 31 h 32"/>
                  <a:gd name="T16" fmla="*/ 93 w 125"/>
                  <a:gd name="T17" fmla="*/ 31 h 32"/>
                  <a:gd name="T18" fmla="*/ 124 w 125"/>
                  <a:gd name="T19" fmla="*/ 31 h 32"/>
                  <a:gd name="T20" fmla="*/ 93 w 125"/>
                  <a:gd name="T21" fmla="*/ 0 h 32"/>
                  <a:gd name="T22" fmla="*/ 62 w 125"/>
                  <a:gd name="T2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5" h="32">
                    <a:moveTo>
                      <a:pt x="62" y="0"/>
                    </a:moveTo>
                    <a:lnTo>
                      <a:pt x="62" y="0"/>
                    </a:lnTo>
                    <a:lnTo>
                      <a:pt x="62" y="0"/>
                    </a:lnTo>
                    <a:cubicBezTo>
                      <a:pt x="62" y="0"/>
                      <a:pt x="31" y="0"/>
                      <a:pt x="0" y="0"/>
                    </a:cubicBezTo>
                    <a:lnTo>
                      <a:pt x="0" y="0"/>
                    </a:lnTo>
                    <a:lnTo>
                      <a:pt x="0" y="31"/>
                    </a:lnTo>
                    <a:lnTo>
                      <a:pt x="31" y="31"/>
                    </a:lnTo>
                    <a:lnTo>
                      <a:pt x="62" y="31"/>
                    </a:lnTo>
                    <a:lnTo>
                      <a:pt x="93" y="31"/>
                    </a:lnTo>
                    <a:cubicBezTo>
                      <a:pt x="93" y="31"/>
                      <a:pt x="93" y="31"/>
                      <a:pt x="124" y="31"/>
                    </a:cubicBezTo>
                    <a:cubicBezTo>
                      <a:pt x="93" y="0"/>
                      <a:pt x="93" y="0"/>
                      <a:pt x="93" y="0"/>
                    </a:cubicBezTo>
                    <a:cubicBezTo>
                      <a:pt x="93" y="0"/>
                      <a:pt x="93" y="0"/>
                      <a:pt x="6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61" name="Freeform 210">
                <a:extLst>
                  <a:ext uri="{FF2B5EF4-FFF2-40B4-BE49-F238E27FC236}">
                    <a16:creationId xmlns:a16="http://schemas.microsoft.com/office/drawing/2014/main" id="{BF9F4EEF-5271-7CA9-9F74-CADC50FFDD7D}"/>
                  </a:ext>
                </a:extLst>
              </p:cNvPr>
              <p:cNvSpPr>
                <a:spLocks noChangeArrowheads="1"/>
              </p:cNvSpPr>
              <p:nvPr/>
            </p:nvSpPr>
            <p:spPr bwMode="auto">
              <a:xfrm>
                <a:off x="2117725" y="1155700"/>
                <a:ext cx="33338" cy="1588"/>
              </a:xfrm>
              <a:custGeom>
                <a:avLst/>
                <a:gdLst>
                  <a:gd name="T0" fmla="*/ 31 w 94"/>
                  <a:gd name="T1" fmla="*/ 0 h 1"/>
                  <a:gd name="T2" fmla="*/ 31 w 94"/>
                  <a:gd name="T3" fmla="*/ 0 h 1"/>
                  <a:gd name="T4" fmla="*/ 0 w 94"/>
                  <a:gd name="T5" fmla="*/ 0 h 1"/>
                  <a:gd name="T6" fmla="*/ 31 w 94"/>
                  <a:gd name="T7" fmla="*/ 0 h 1"/>
                  <a:gd name="T8" fmla="*/ 31 w 94"/>
                  <a:gd name="T9" fmla="*/ 0 h 1"/>
                  <a:gd name="T10" fmla="*/ 62 w 94"/>
                  <a:gd name="T11" fmla="*/ 0 h 1"/>
                  <a:gd name="T12" fmla="*/ 93 w 94"/>
                  <a:gd name="T13" fmla="*/ 0 h 1"/>
                  <a:gd name="T14" fmla="*/ 93 w 94"/>
                  <a:gd name="T15" fmla="*/ 0 h 1"/>
                  <a:gd name="T16" fmla="*/ 93 w 94"/>
                  <a:gd name="T17" fmla="*/ 0 h 1"/>
                  <a:gd name="T18" fmla="*/ 93 w 94"/>
                  <a:gd name="T19" fmla="*/ 0 h 1"/>
                  <a:gd name="T20" fmla="*/ 31 w 94"/>
                  <a:gd name="T21"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1">
                    <a:moveTo>
                      <a:pt x="31" y="0"/>
                    </a:moveTo>
                    <a:lnTo>
                      <a:pt x="31" y="0"/>
                    </a:lnTo>
                    <a:lnTo>
                      <a:pt x="0" y="0"/>
                    </a:lnTo>
                    <a:lnTo>
                      <a:pt x="31" y="0"/>
                    </a:lnTo>
                    <a:lnTo>
                      <a:pt x="31" y="0"/>
                    </a:lnTo>
                    <a:lnTo>
                      <a:pt x="62" y="0"/>
                    </a:lnTo>
                    <a:lnTo>
                      <a:pt x="93" y="0"/>
                    </a:lnTo>
                    <a:lnTo>
                      <a:pt x="93" y="0"/>
                    </a:lnTo>
                    <a:lnTo>
                      <a:pt x="93" y="0"/>
                    </a:lnTo>
                    <a:lnTo>
                      <a:pt x="93" y="0"/>
                    </a:lnTo>
                    <a:lnTo>
                      <a:pt x="3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62" name="Freeform 211">
                <a:extLst>
                  <a:ext uri="{FF2B5EF4-FFF2-40B4-BE49-F238E27FC236}">
                    <a16:creationId xmlns:a16="http://schemas.microsoft.com/office/drawing/2014/main" id="{25213E7F-2B4D-178B-5525-EDF6A47021AA}"/>
                  </a:ext>
                </a:extLst>
              </p:cNvPr>
              <p:cNvSpPr>
                <a:spLocks noChangeArrowheads="1"/>
              </p:cNvSpPr>
              <p:nvPr/>
            </p:nvSpPr>
            <p:spPr bwMode="auto">
              <a:xfrm>
                <a:off x="2028825" y="2449513"/>
                <a:ext cx="22225" cy="11112"/>
              </a:xfrm>
              <a:custGeom>
                <a:avLst/>
                <a:gdLst>
                  <a:gd name="T0" fmla="*/ 31 w 63"/>
                  <a:gd name="T1" fmla="*/ 30 h 31"/>
                  <a:gd name="T2" fmla="*/ 31 w 63"/>
                  <a:gd name="T3" fmla="*/ 30 h 31"/>
                  <a:gd name="T4" fmla="*/ 31 w 63"/>
                  <a:gd name="T5" fmla="*/ 30 h 31"/>
                  <a:gd name="T6" fmla="*/ 31 w 63"/>
                  <a:gd name="T7" fmla="*/ 30 h 31"/>
                  <a:gd name="T8" fmla="*/ 62 w 63"/>
                  <a:gd name="T9" fmla="*/ 30 h 31"/>
                  <a:gd name="T10" fmla="*/ 62 w 63"/>
                  <a:gd name="T11" fmla="*/ 30 h 31"/>
                  <a:gd name="T12" fmla="*/ 62 w 63"/>
                  <a:gd name="T13" fmla="*/ 30 h 31"/>
                  <a:gd name="T14" fmla="*/ 62 w 63"/>
                  <a:gd name="T15" fmla="*/ 30 h 31"/>
                  <a:gd name="T16" fmla="*/ 62 w 63"/>
                  <a:gd name="T17" fmla="*/ 30 h 31"/>
                  <a:gd name="T18" fmla="*/ 31 w 63"/>
                  <a:gd name="T19" fmla="*/ 0 h 31"/>
                  <a:gd name="T20" fmla="*/ 31 w 63"/>
                  <a:gd name="T21" fmla="*/ 0 h 31"/>
                  <a:gd name="T22" fmla="*/ 31 w 63"/>
                  <a:gd name="T23" fmla="*/ 0 h 31"/>
                  <a:gd name="T24" fmla="*/ 0 w 63"/>
                  <a:gd name="T25" fmla="*/ 0 h 31"/>
                  <a:gd name="T26" fmla="*/ 0 w 63"/>
                  <a:gd name="T27" fmla="*/ 0 h 31"/>
                  <a:gd name="T28" fmla="*/ 0 w 63"/>
                  <a:gd name="T29" fmla="*/ 0 h 31"/>
                  <a:gd name="T30" fmla="*/ 0 w 63"/>
                  <a:gd name="T31" fmla="*/ 30 h 31"/>
                  <a:gd name="T32" fmla="*/ 31 w 63"/>
                  <a:gd name="T3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3" h="31">
                    <a:moveTo>
                      <a:pt x="31" y="30"/>
                    </a:moveTo>
                    <a:lnTo>
                      <a:pt x="31" y="30"/>
                    </a:lnTo>
                    <a:lnTo>
                      <a:pt x="31" y="30"/>
                    </a:lnTo>
                    <a:lnTo>
                      <a:pt x="31" y="30"/>
                    </a:lnTo>
                    <a:cubicBezTo>
                      <a:pt x="62" y="30"/>
                      <a:pt x="62" y="30"/>
                      <a:pt x="62" y="30"/>
                    </a:cubicBezTo>
                    <a:lnTo>
                      <a:pt x="62" y="30"/>
                    </a:lnTo>
                    <a:lnTo>
                      <a:pt x="62" y="30"/>
                    </a:lnTo>
                    <a:lnTo>
                      <a:pt x="62" y="30"/>
                    </a:lnTo>
                    <a:lnTo>
                      <a:pt x="62" y="30"/>
                    </a:lnTo>
                    <a:cubicBezTo>
                      <a:pt x="62" y="30"/>
                      <a:pt x="62" y="30"/>
                      <a:pt x="31" y="0"/>
                    </a:cubicBezTo>
                    <a:lnTo>
                      <a:pt x="31" y="0"/>
                    </a:lnTo>
                    <a:lnTo>
                      <a:pt x="31" y="0"/>
                    </a:lnTo>
                    <a:lnTo>
                      <a:pt x="0" y="0"/>
                    </a:lnTo>
                    <a:lnTo>
                      <a:pt x="0" y="0"/>
                    </a:lnTo>
                    <a:lnTo>
                      <a:pt x="0" y="0"/>
                    </a:lnTo>
                    <a:cubicBezTo>
                      <a:pt x="0" y="0"/>
                      <a:pt x="0" y="0"/>
                      <a:pt x="0" y="30"/>
                    </a:cubicBezTo>
                    <a:lnTo>
                      <a:pt x="31" y="3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63" name="Freeform 212">
                <a:extLst>
                  <a:ext uri="{FF2B5EF4-FFF2-40B4-BE49-F238E27FC236}">
                    <a16:creationId xmlns:a16="http://schemas.microsoft.com/office/drawing/2014/main" id="{E69E47BC-6AE7-E656-A766-91CBF49138B4}"/>
                  </a:ext>
                </a:extLst>
              </p:cNvPr>
              <p:cNvSpPr>
                <a:spLocks noChangeArrowheads="1"/>
              </p:cNvSpPr>
              <p:nvPr/>
            </p:nvSpPr>
            <p:spPr bwMode="auto">
              <a:xfrm>
                <a:off x="1962150" y="2405063"/>
                <a:ext cx="44450" cy="44450"/>
              </a:xfrm>
              <a:custGeom>
                <a:avLst/>
                <a:gdLst>
                  <a:gd name="T0" fmla="*/ 93 w 125"/>
                  <a:gd name="T1" fmla="*/ 30 h 125"/>
                  <a:gd name="T2" fmla="*/ 93 w 125"/>
                  <a:gd name="T3" fmla="*/ 30 h 125"/>
                  <a:gd name="T4" fmla="*/ 62 w 125"/>
                  <a:gd name="T5" fmla="*/ 30 h 125"/>
                  <a:gd name="T6" fmla="*/ 62 w 125"/>
                  <a:gd name="T7" fmla="*/ 0 h 125"/>
                  <a:gd name="T8" fmla="*/ 31 w 125"/>
                  <a:gd name="T9" fmla="*/ 0 h 125"/>
                  <a:gd name="T10" fmla="*/ 31 w 125"/>
                  <a:gd name="T11" fmla="*/ 0 h 125"/>
                  <a:gd name="T12" fmla="*/ 0 w 125"/>
                  <a:gd name="T13" fmla="*/ 0 h 125"/>
                  <a:gd name="T14" fmla="*/ 0 w 125"/>
                  <a:gd name="T15" fmla="*/ 0 h 125"/>
                  <a:gd name="T16" fmla="*/ 31 w 125"/>
                  <a:gd name="T17" fmla="*/ 30 h 125"/>
                  <a:gd name="T18" fmla="*/ 93 w 125"/>
                  <a:gd name="T19" fmla="*/ 61 h 125"/>
                  <a:gd name="T20" fmla="*/ 93 w 125"/>
                  <a:gd name="T21" fmla="*/ 61 h 125"/>
                  <a:gd name="T22" fmla="*/ 93 w 125"/>
                  <a:gd name="T23" fmla="*/ 61 h 125"/>
                  <a:gd name="T24" fmla="*/ 124 w 125"/>
                  <a:gd name="T25" fmla="*/ 92 h 125"/>
                  <a:gd name="T26" fmla="*/ 124 w 125"/>
                  <a:gd name="T27" fmla="*/ 124 h 125"/>
                  <a:gd name="T28" fmla="*/ 124 w 125"/>
                  <a:gd name="T29" fmla="*/ 124 h 125"/>
                  <a:gd name="T30" fmla="*/ 124 w 125"/>
                  <a:gd name="T31" fmla="*/ 92 h 125"/>
                  <a:gd name="T32" fmla="*/ 124 w 125"/>
                  <a:gd name="T33" fmla="*/ 92 h 125"/>
                  <a:gd name="T34" fmla="*/ 124 w 125"/>
                  <a:gd name="T35" fmla="*/ 61 h 125"/>
                  <a:gd name="T36" fmla="*/ 124 w 125"/>
                  <a:gd name="T37" fmla="*/ 61 h 125"/>
                  <a:gd name="T38" fmla="*/ 124 w 125"/>
                  <a:gd name="T39" fmla="*/ 61 h 125"/>
                  <a:gd name="T40" fmla="*/ 124 w 125"/>
                  <a:gd name="T41" fmla="*/ 61 h 125"/>
                  <a:gd name="T42" fmla="*/ 93 w 125"/>
                  <a:gd name="T43" fmla="*/ 3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5" h="125">
                    <a:moveTo>
                      <a:pt x="93" y="30"/>
                    </a:moveTo>
                    <a:lnTo>
                      <a:pt x="93" y="30"/>
                    </a:lnTo>
                    <a:cubicBezTo>
                      <a:pt x="93" y="30"/>
                      <a:pt x="93" y="30"/>
                      <a:pt x="62" y="30"/>
                    </a:cubicBezTo>
                    <a:lnTo>
                      <a:pt x="62" y="0"/>
                    </a:lnTo>
                    <a:lnTo>
                      <a:pt x="31" y="0"/>
                    </a:lnTo>
                    <a:lnTo>
                      <a:pt x="31" y="0"/>
                    </a:lnTo>
                    <a:cubicBezTo>
                      <a:pt x="31" y="0"/>
                      <a:pt x="31" y="0"/>
                      <a:pt x="0" y="0"/>
                    </a:cubicBezTo>
                    <a:lnTo>
                      <a:pt x="0" y="0"/>
                    </a:lnTo>
                    <a:lnTo>
                      <a:pt x="31" y="30"/>
                    </a:lnTo>
                    <a:cubicBezTo>
                      <a:pt x="31" y="30"/>
                      <a:pt x="62" y="61"/>
                      <a:pt x="93" y="61"/>
                    </a:cubicBezTo>
                    <a:lnTo>
                      <a:pt x="93" y="61"/>
                    </a:lnTo>
                    <a:lnTo>
                      <a:pt x="93" y="61"/>
                    </a:lnTo>
                    <a:lnTo>
                      <a:pt x="124" y="92"/>
                    </a:lnTo>
                    <a:cubicBezTo>
                      <a:pt x="124" y="124"/>
                      <a:pt x="124" y="124"/>
                      <a:pt x="124" y="124"/>
                    </a:cubicBezTo>
                    <a:lnTo>
                      <a:pt x="124" y="124"/>
                    </a:lnTo>
                    <a:cubicBezTo>
                      <a:pt x="124" y="92"/>
                      <a:pt x="124" y="92"/>
                      <a:pt x="124" y="92"/>
                    </a:cubicBezTo>
                    <a:lnTo>
                      <a:pt x="124" y="92"/>
                    </a:lnTo>
                    <a:cubicBezTo>
                      <a:pt x="124" y="92"/>
                      <a:pt x="124" y="92"/>
                      <a:pt x="124" y="61"/>
                    </a:cubicBezTo>
                    <a:lnTo>
                      <a:pt x="124" y="61"/>
                    </a:lnTo>
                    <a:lnTo>
                      <a:pt x="124" y="61"/>
                    </a:lnTo>
                    <a:lnTo>
                      <a:pt x="124" y="61"/>
                    </a:lnTo>
                    <a:lnTo>
                      <a:pt x="93" y="3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64" name="Freeform 213">
                <a:extLst>
                  <a:ext uri="{FF2B5EF4-FFF2-40B4-BE49-F238E27FC236}">
                    <a16:creationId xmlns:a16="http://schemas.microsoft.com/office/drawing/2014/main" id="{F36714A4-C381-FC73-F765-60B0400C327F}"/>
                  </a:ext>
                </a:extLst>
              </p:cNvPr>
              <p:cNvSpPr>
                <a:spLocks noChangeArrowheads="1"/>
              </p:cNvSpPr>
              <p:nvPr/>
            </p:nvSpPr>
            <p:spPr bwMode="auto">
              <a:xfrm>
                <a:off x="1192213" y="1535113"/>
                <a:ext cx="1127125" cy="525462"/>
              </a:xfrm>
              <a:custGeom>
                <a:avLst/>
                <a:gdLst>
                  <a:gd name="T0" fmla="*/ 3099 w 3132"/>
                  <a:gd name="T1" fmla="*/ 154 h 1458"/>
                  <a:gd name="T2" fmla="*/ 3099 w 3132"/>
                  <a:gd name="T3" fmla="*/ 93 h 1458"/>
                  <a:gd name="T4" fmla="*/ 3038 w 3132"/>
                  <a:gd name="T5" fmla="*/ 93 h 1458"/>
                  <a:gd name="T6" fmla="*/ 3007 w 3132"/>
                  <a:gd name="T7" fmla="*/ 154 h 1458"/>
                  <a:gd name="T8" fmla="*/ 2914 w 3132"/>
                  <a:gd name="T9" fmla="*/ 217 h 1458"/>
                  <a:gd name="T10" fmla="*/ 2666 w 3132"/>
                  <a:gd name="T11" fmla="*/ 278 h 1458"/>
                  <a:gd name="T12" fmla="*/ 2510 w 3132"/>
                  <a:gd name="T13" fmla="*/ 371 h 1458"/>
                  <a:gd name="T14" fmla="*/ 2294 w 3132"/>
                  <a:gd name="T15" fmla="*/ 465 h 1458"/>
                  <a:gd name="T16" fmla="*/ 2232 w 3132"/>
                  <a:gd name="T17" fmla="*/ 341 h 1458"/>
                  <a:gd name="T18" fmla="*/ 2201 w 3132"/>
                  <a:gd name="T19" fmla="*/ 186 h 1458"/>
                  <a:gd name="T20" fmla="*/ 2139 w 3132"/>
                  <a:gd name="T21" fmla="*/ 248 h 1458"/>
                  <a:gd name="T22" fmla="*/ 2046 w 3132"/>
                  <a:gd name="T23" fmla="*/ 371 h 1458"/>
                  <a:gd name="T24" fmla="*/ 2077 w 3132"/>
                  <a:gd name="T25" fmla="*/ 154 h 1458"/>
                  <a:gd name="T26" fmla="*/ 1891 w 3132"/>
                  <a:gd name="T27" fmla="*/ 186 h 1458"/>
                  <a:gd name="T28" fmla="*/ 1798 w 3132"/>
                  <a:gd name="T29" fmla="*/ 93 h 1458"/>
                  <a:gd name="T30" fmla="*/ 1829 w 3132"/>
                  <a:gd name="T31" fmla="*/ 62 h 1458"/>
                  <a:gd name="T32" fmla="*/ 1705 w 3132"/>
                  <a:gd name="T33" fmla="*/ 30 h 1458"/>
                  <a:gd name="T34" fmla="*/ 1612 w 3132"/>
                  <a:gd name="T35" fmla="*/ 0 h 1458"/>
                  <a:gd name="T36" fmla="*/ 124 w 3132"/>
                  <a:gd name="T37" fmla="*/ 0 h 1458"/>
                  <a:gd name="T38" fmla="*/ 93 w 3132"/>
                  <a:gd name="T39" fmla="*/ 93 h 1458"/>
                  <a:gd name="T40" fmla="*/ 32 w 3132"/>
                  <a:gd name="T41" fmla="*/ 30 h 1458"/>
                  <a:gd name="T42" fmla="*/ 32 w 3132"/>
                  <a:gd name="T43" fmla="*/ 93 h 1458"/>
                  <a:gd name="T44" fmla="*/ 32 w 3132"/>
                  <a:gd name="T45" fmla="*/ 248 h 1458"/>
                  <a:gd name="T46" fmla="*/ 0 w 3132"/>
                  <a:gd name="T47" fmla="*/ 402 h 1458"/>
                  <a:gd name="T48" fmla="*/ 32 w 3132"/>
                  <a:gd name="T49" fmla="*/ 558 h 1458"/>
                  <a:gd name="T50" fmla="*/ 93 w 3132"/>
                  <a:gd name="T51" fmla="*/ 650 h 1458"/>
                  <a:gd name="T52" fmla="*/ 186 w 3132"/>
                  <a:gd name="T53" fmla="*/ 650 h 1458"/>
                  <a:gd name="T54" fmla="*/ 217 w 3132"/>
                  <a:gd name="T55" fmla="*/ 867 h 1458"/>
                  <a:gd name="T56" fmla="*/ 310 w 3132"/>
                  <a:gd name="T57" fmla="*/ 898 h 1458"/>
                  <a:gd name="T58" fmla="*/ 465 w 3132"/>
                  <a:gd name="T59" fmla="*/ 991 h 1458"/>
                  <a:gd name="T60" fmla="*/ 496 w 3132"/>
                  <a:gd name="T61" fmla="*/ 961 h 1458"/>
                  <a:gd name="T62" fmla="*/ 589 w 3132"/>
                  <a:gd name="T63" fmla="*/ 991 h 1458"/>
                  <a:gd name="T64" fmla="*/ 837 w 3132"/>
                  <a:gd name="T65" fmla="*/ 1085 h 1458"/>
                  <a:gd name="T66" fmla="*/ 930 w 3132"/>
                  <a:gd name="T67" fmla="*/ 1022 h 1458"/>
                  <a:gd name="T68" fmla="*/ 1116 w 3132"/>
                  <a:gd name="T69" fmla="*/ 1178 h 1458"/>
                  <a:gd name="T70" fmla="*/ 1147 w 3132"/>
                  <a:gd name="T71" fmla="*/ 1209 h 1458"/>
                  <a:gd name="T72" fmla="*/ 1271 w 3132"/>
                  <a:gd name="T73" fmla="*/ 1178 h 1458"/>
                  <a:gd name="T74" fmla="*/ 1395 w 3132"/>
                  <a:gd name="T75" fmla="*/ 1363 h 1458"/>
                  <a:gd name="T76" fmla="*/ 1426 w 3132"/>
                  <a:gd name="T77" fmla="*/ 1394 h 1458"/>
                  <a:gd name="T78" fmla="*/ 1519 w 3132"/>
                  <a:gd name="T79" fmla="*/ 1270 h 1458"/>
                  <a:gd name="T80" fmla="*/ 1705 w 3132"/>
                  <a:gd name="T81" fmla="*/ 1178 h 1458"/>
                  <a:gd name="T82" fmla="*/ 2015 w 3132"/>
                  <a:gd name="T83" fmla="*/ 1146 h 1458"/>
                  <a:gd name="T84" fmla="*/ 2108 w 3132"/>
                  <a:gd name="T85" fmla="*/ 1146 h 1458"/>
                  <a:gd name="T86" fmla="*/ 2170 w 3132"/>
                  <a:gd name="T87" fmla="*/ 1178 h 1458"/>
                  <a:gd name="T88" fmla="*/ 2294 w 3132"/>
                  <a:gd name="T89" fmla="*/ 1209 h 1458"/>
                  <a:gd name="T90" fmla="*/ 2325 w 3132"/>
                  <a:gd name="T91" fmla="*/ 1333 h 1458"/>
                  <a:gd name="T92" fmla="*/ 2418 w 3132"/>
                  <a:gd name="T93" fmla="*/ 1457 h 1458"/>
                  <a:gd name="T94" fmla="*/ 2356 w 3132"/>
                  <a:gd name="T95" fmla="*/ 1178 h 1458"/>
                  <a:gd name="T96" fmla="*/ 2510 w 3132"/>
                  <a:gd name="T97" fmla="*/ 930 h 1458"/>
                  <a:gd name="T98" fmla="*/ 2604 w 3132"/>
                  <a:gd name="T99" fmla="*/ 837 h 1458"/>
                  <a:gd name="T100" fmla="*/ 2604 w 3132"/>
                  <a:gd name="T101" fmla="*/ 743 h 1458"/>
                  <a:gd name="T102" fmla="*/ 2573 w 3132"/>
                  <a:gd name="T103" fmla="*/ 619 h 1458"/>
                  <a:gd name="T104" fmla="*/ 2666 w 3132"/>
                  <a:gd name="T105" fmla="*/ 526 h 1458"/>
                  <a:gd name="T106" fmla="*/ 2759 w 3132"/>
                  <a:gd name="T107" fmla="*/ 526 h 1458"/>
                  <a:gd name="T108" fmla="*/ 2759 w 3132"/>
                  <a:gd name="T109" fmla="*/ 465 h 1458"/>
                  <a:gd name="T110" fmla="*/ 2914 w 3132"/>
                  <a:gd name="T111" fmla="*/ 434 h 1458"/>
                  <a:gd name="T112" fmla="*/ 2975 w 3132"/>
                  <a:gd name="T113" fmla="*/ 278 h 1458"/>
                  <a:gd name="T114" fmla="*/ 3069 w 3132"/>
                  <a:gd name="T115" fmla="*/ 217 h 1458"/>
                  <a:gd name="T116" fmla="*/ 3131 w 3132"/>
                  <a:gd name="T117" fmla="*/ 217 h 1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132" h="1458">
                    <a:moveTo>
                      <a:pt x="3099" y="217"/>
                    </a:moveTo>
                    <a:lnTo>
                      <a:pt x="3099" y="217"/>
                    </a:lnTo>
                    <a:lnTo>
                      <a:pt x="3099" y="186"/>
                    </a:lnTo>
                    <a:cubicBezTo>
                      <a:pt x="3099" y="186"/>
                      <a:pt x="3099" y="186"/>
                      <a:pt x="3099" y="154"/>
                    </a:cubicBezTo>
                    <a:lnTo>
                      <a:pt x="3099" y="154"/>
                    </a:lnTo>
                    <a:lnTo>
                      <a:pt x="3099" y="124"/>
                    </a:lnTo>
                    <a:cubicBezTo>
                      <a:pt x="3099" y="124"/>
                      <a:pt x="3099" y="124"/>
                      <a:pt x="3099" y="93"/>
                    </a:cubicBezTo>
                    <a:lnTo>
                      <a:pt x="3099" y="93"/>
                    </a:lnTo>
                    <a:lnTo>
                      <a:pt x="3099" y="93"/>
                    </a:lnTo>
                    <a:lnTo>
                      <a:pt x="3099" y="93"/>
                    </a:lnTo>
                    <a:lnTo>
                      <a:pt x="3069" y="93"/>
                    </a:lnTo>
                    <a:lnTo>
                      <a:pt x="3069" y="93"/>
                    </a:lnTo>
                    <a:lnTo>
                      <a:pt x="3038" y="93"/>
                    </a:lnTo>
                    <a:lnTo>
                      <a:pt x="3038" y="93"/>
                    </a:lnTo>
                    <a:lnTo>
                      <a:pt x="3038" y="93"/>
                    </a:lnTo>
                    <a:lnTo>
                      <a:pt x="3038" y="93"/>
                    </a:lnTo>
                    <a:cubicBezTo>
                      <a:pt x="3038" y="93"/>
                      <a:pt x="3038" y="124"/>
                      <a:pt x="3007" y="124"/>
                    </a:cubicBezTo>
                    <a:lnTo>
                      <a:pt x="3007" y="124"/>
                    </a:lnTo>
                    <a:lnTo>
                      <a:pt x="3007" y="124"/>
                    </a:lnTo>
                    <a:cubicBezTo>
                      <a:pt x="3007" y="124"/>
                      <a:pt x="3007" y="124"/>
                      <a:pt x="3007" y="154"/>
                    </a:cubicBezTo>
                    <a:lnTo>
                      <a:pt x="3007" y="154"/>
                    </a:lnTo>
                    <a:lnTo>
                      <a:pt x="2975" y="217"/>
                    </a:lnTo>
                    <a:lnTo>
                      <a:pt x="2975" y="217"/>
                    </a:lnTo>
                    <a:cubicBezTo>
                      <a:pt x="2945" y="217"/>
                      <a:pt x="2945" y="217"/>
                      <a:pt x="2945" y="217"/>
                    </a:cubicBezTo>
                    <a:cubicBezTo>
                      <a:pt x="2945" y="217"/>
                      <a:pt x="2945" y="217"/>
                      <a:pt x="2914" y="217"/>
                    </a:cubicBezTo>
                    <a:cubicBezTo>
                      <a:pt x="2914" y="248"/>
                      <a:pt x="2914" y="248"/>
                      <a:pt x="2883" y="248"/>
                    </a:cubicBezTo>
                    <a:lnTo>
                      <a:pt x="2883" y="248"/>
                    </a:lnTo>
                    <a:cubicBezTo>
                      <a:pt x="2851" y="248"/>
                      <a:pt x="2821" y="248"/>
                      <a:pt x="2790" y="248"/>
                    </a:cubicBezTo>
                    <a:cubicBezTo>
                      <a:pt x="2759" y="248"/>
                      <a:pt x="2727" y="248"/>
                      <a:pt x="2727" y="248"/>
                    </a:cubicBezTo>
                    <a:cubicBezTo>
                      <a:pt x="2666" y="278"/>
                      <a:pt x="2666" y="278"/>
                      <a:pt x="2666" y="278"/>
                    </a:cubicBezTo>
                    <a:cubicBezTo>
                      <a:pt x="2666" y="310"/>
                      <a:pt x="2635" y="341"/>
                      <a:pt x="2635" y="341"/>
                    </a:cubicBezTo>
                    <a:cubicBezTo>
                      <a:pt x="2635" y="371"/>
                      <a:pt x="2635" y="371"/>
                      <a:pt x="2604" y="371"/>
                    </a:cubicBezTo>
                    <a:cubicBezTo>
                      <a:pt x="2573" y="371"/>
                      <a:pt x="2573" y="371"/>
                      <a:pt x="2573" y="371"/>
                    </a:cubicBezTo>
                    <a:cubicBezTo>
                      <a:pt x="2542" y="371"/>
                      <a:pt x="2542" y="371"/>
                      <a:pt x="2542" y="371"/>
                    </a:cubicBezTo>
                    <a:cubicBezTo>
                      <a:pt x="2542" y="371"/>
                      <a:pt x="2542" y="371"/>
                      <a:pt x="2510" y="371"/>
                    </a:cubicBezTo>
                    <a:cubicBezTo>
                      <a:pt x="2510" y="402"/>
                      <a:pt x="2510" y="402"/>
                      <a:pt x="2480" y="434"/>
                    </a:cubicBezTo>
                    <a:cubicBezTo>
                      <a:pt x="2449" y="434"/>
                      <a:pt x="2325" y="495"/>
                      <a:pt x="2325" y="495"/>
                    </a:cubicBezTo>
                    <a:lnTo>
                      <a:pt x="2325" y="495"/>
                    </a:lnTo>
                    <a:cubicBezTo>
                      <a:pt x="2294" y="495"/>
                      <a:pt x="2294" y="465"/>
                      <a:pt x="2294" y="465"/>
                    </a:cubicBezTo>
                    <a:lnTo>
                      <a:pt x="2294" y="465"/>
                    </a:lnTo>
                    <a:cubicBezTo>
                      <a:pt x="2263" y="465"/>
                      <a:pt x="2232" y="402"/>
                      <a:pt x="2232" y="402"/>
                    </a:cubicBezTo>
                    <a:cubicBezTo>
                      <a:pt x="2232" y="371"/>
                      <a:pt x="2232" y="371"/>
                      <a:pt x="2232" y="371"/>
                    </a:cubicBezTo>
                    <a:lnTo>
                      <a:pt x="2232" y="371"/>
                    </a:lnTo>
                    <a:lnTo>
                      <a:pt x="2263" y="341"/>
                    </a:lnTo>
                    <a:cubicBezTo>
                      <a:pt x="2263" y="341"/>
                      <a:pt x="2263" y="341"/>
                      <a:pt x="2232" y="341"/>
                    </a:cubicBezTo>
                    <a:lnTo>
                      <a:pt x="2232" y="341"/>
                    </a:lnTo>
                    <a:cubicBezTo>
                      <a:pt x="2201" y="310"/>
                      <a:pt x="2232" y="278"/>
                      <a:pt x="2232" y="278"/>
                    </a:cubicBezTo>
                    <a:cubicBezTo>
                      <a:pt x="2232" y="278"/>
                      <a:pt x="2232" y="278"/>
                      <a:pt x="2232" y="248"/>
                    </a:cubicBezTo>
                    <a:cubicBezTo>
                      <a:pt x="2232" y="248"/>
                      <a:pt x="2232" y="248"/>
                      <a:pt x="2232" y="217"/>
                    </a:cubicBezTo>
                    <a:cubicBezTo>
                      <a:pt x="2201" y="217"/>
                      <a:pt x="2201" y="217"/>
                      <a:pt x="2201" y="186"/>
                    </a:cubicBezTo>
                    <a:lnTo>
                      <a:pt x="2201" y="186"/>
                    </a:lnTo>
                    <a:cubicBezTo>
                      <a:pt x="2170" y="186"/>
                      <a:pt x="2170" y="217"/>
                      <a:pt x="2170" y="217"/>
                    </a:cubicBezTo>
                    <a:lnTo>
                      <a:pt x="2170" y="248"/>
                    </a:lnTo>
                    <a:cubicBezTo>
                      <a:pt x="2139" y="248"/>
                      <a:pt x="2139" y="248"/>
                      <a:pt x="2139" y="248"/>
                    </a:cubicBezTo>
                    <a:lnTo>
                      <a:pt x="2139" y="248"/>
                    </a:lnTo>
                    <a:lnTo>
                      <a:pt x="2139" y="278"/>
                    </a:lnTo>
                    <a:lnTo>
                      <a:pt x="2139" y="310"/>
                    </a:lnTo>
                    <a:cubicBezTo>
                      <a:pt x="2108" y="310"/>
                      <a:pt x="2108" y="310"/>
                      <a:pt x="2108" y="341"/>
                    </a:cubicBezTo>
                    <a:lnTo>
                      <a:pt x="2077" y="341"/>
                    </a:lnTo>
                    <a:cubicBezTo>
                      <a:pt x="2077" y="371"/>
                      <a:pt x="2046" y="371"/>
                      <a:pt x="2046" y="371"/>
                    </a:cubicBezTo>
                    <a:lnTo>
                      <a:pt x="2046" y="371"/>
                    </a:lnTo>
                    <a:cubicBezTo>
                      <a:pt x="2015" y="341"/>
                      <a:pt x="2015" y="341"/>
                      <a:pt x="2015" y="341"/>
                    </a:cubicBezTo>
                    <a:cubicBezTo>
                      <a:pt x="2015" y="217"/>
                      <a:pt x="2015" y="217"/>
                      <a:pt x="2015" y="217"/>
                    </a:cubicBezTo>
                    <a:cubicBezTo>
                      <a:pt x="2108" y="154"/>
                      <a:pt x="2108" y="154"/>
                      <a:pt x="2108" y="154"/>
                    </a:cubicBezTo>
                    <a:cubicBezTo>
                      <a:pt x="2077" y="154"/>
                      <a:pt x="2077" y="154"/>
                      <a:pt x="2077" y="154"/>
                    </a:cubicBezTo>
                    <a:cubicBezTo>
                      <a:pt x="2046" y="154"/>
                      <a:pt x="2046" y="154"/>
                      <a:pt x="2046" y="154"/>
                    </a:cubicBezTo>
                    <a:cubicBezTo>
                      <a:pt x="2015" y="124"/>
                      <a:pt x="2015" y="124"/>
                      <a:pt x="2015" y="124"/>
                    </a:cubicBezTo>
                    <a:lnTo>
                      <a:pt x="1984" y="124"/>
                    </a:lnTo>
                    <a:lnTo>
                      <a:pt x="1922" y="154"/>
                    </a:lnTo>
                    <a:cubicBezTo>
                      <a:pt x="1922" y="186"/>
                      <a:pt x="1891" y="186"/>
                      <a:pt x="1891" y="186"/>
                    </a:cubicBezTo>
                    <a:cubicBezTo>
                      <a:pt x="1891" y="186"/>
                      <a:pt x="1891" y="186"/>
                      <a:pt x="1860" y="186"/>
                    </a:cubicBezTo>
                    <a:cubicBezTo>
                      <a:pt x="1860" y="154"/>
                      <a:pt x="1860" y="154"/>
                      <a:pt x="1860" y="154"/>
                    </a:cubicBezTo>
                    <a:cubicBezTo>
                      <a:pt x="1829" y="154"/>
                      <a:pt x="1798" y="154"/>
                      <a:pt x="1798" y="154"/>
                    </a:cubicBezTo>
                    <a:cubicBezTo>
                      <a:pt x="1736" y="124"/>
                      <a:pt x="1736" y="124"/>
                      <a:pt x="1736" y="124"/>
                    </a:cubicBezTo>
                    <a:cubicBezTo>
                      <a:pt x="1798" y="93"/>
                      <a:pt x="1798" y="93"/>
                      <a:pt x="1798" y="93"/>
                    </a:cubicBezTo>
                    <a:cubicBezTo>
                      <a:pt x="1798" y="93"/>
                      <a:pt x="1829" y="62"/>
                      <a:pt x="1860" y="62"/>
                    </a:cubicBezTo>
                    <a:cubicBezTo>
                      <a:pt x="1860" y="62"/>
                      <a:pt x="1860" y="30"/>
                      <a:pt x="1829" y="30"/>
                    </a:cubicBezTo>
                    <a:lnTo>
                      <a:pt x="1829" y="62"/>
                    </a:lnTo>
                    <a:lnTo>
                      <a:pt x="1829" y="62"/>
                    </a:lnTo>
                    <a:lnTo>
                      <a:pt x="1829" y="62"/>
                    </a:lnTo>
                    <a:cubicBezTo>
                      <a:pt x="1798" y="62"/>
                      <a:pt x="1798" y="30"/>
                      <a:pt x="1798" y="30"/>
                    </a:cubicBezTo>
                    <a:cubicBezTo>
                      <a:pt x="1767" y="30"/>
                      <a:pt x="1736" y="0"/>
                      <a:pt x="1736" y="0"/>
                    </a:cubicBezTo>
                    <a:lnTo>
                      <a:pt x="1736" y="0"/>
                    </a:lnTo>
                    <a:cubicBezTo>
                      <a:pt x="1705" y="0"/>
                      <a:pt x="1705" y="30"/>
                      <a:pt x="1705" y="30"/>
                    </a:cubicBezTo>
                    <a:lnTo>
                      <a:pt x="1705" y="30"/>
                    </a:lnTo>
                    <a:cubicBezTo>
                      <a:pt x="1705" y="30"/>
                      <a:pt x="1705" y="30"/>
                      <a:pt x="1674" y="30"/>
                    </a:cubicBezTo>
                    <a:lnTo>
                      <a:pt x="1674" y="30"/>
                    </a:lnTo>
                    <a:cubicBezTo>
                      <a:pt x="1674" y="30"/>
                      <a:pt x="1643" y="0"/>
                      <a:pt x="1612" y="0"/>
                    </a:cubicBezTo>
                    <a:lnTo>
                      <a:pt x="1612" y="0"/>
                    </a:lnTo>
                    <a:lnTo>
                      <a:pt x="1612" y="0"/>
                    </a:lnTo>
                    <a:lnTo>
                      <a:pt x="1612" y="0"/>
                    </a:lnTo>
                    <a:lnTo>
                      <a:pt x="1612" y="0"/>
                    </a:lnTo>
                    <a:cubicBezTo>
                      <a:pt x="1612" y="0"/>
                      <a:pt x="1612" y="0"/>
                      <a:pt x="1581" y="0"/>
                    </a:cubicBezTo>
                    <a:cubicBezTo>
                      <a:pt x="124" y="0"/>
                      <a:pt x="124" y="0"/>
                      <a:pt x="124" y="0"/>
                    </a:cubicBezTo>
                    <a:lnTo>
                      <a:pt x="124" y="0"/>
                    </a:lnTo>
                    <a:cubicBezTo>
                      <a:pt x="124" y="0"/>
                      <a:pt x="124" y="0"/>
                      <a:pt x="124" y="30"/>
                    </a:cubicBezTo>
                    <a:lnTo>
                      <a:pt x="124" y="62"/>
                    </a:lnTo>
                    <a:lnTo>
                      <a:pt x="124" y="62"/>
                    </a:lnTo>
                    <a:cubicBezTo>
                      <a:pt x="124" y="93"/>
                      <a:pt x="124" y="93"/>
                      <a:pt x="93" y="93"/>
                    </a:cubicBezTo>
                    <a:lnTo>
                      <a:pt x="93" y="93"/>
                    </a:lnTo>
                    <a:lnTo>
                      <a:pt x="93" y="93"/>
                    </a:lnTo>
                    <a:lnTo>
                      <a:pt x="93" y="93"/>
                    </a:lnTo>
                    <a:cubicBezTo>
                      <a:pt x="62" y="93"/>
                      <a:pt x="62" y="93"/>
                      <a:pt x="62" y="62"/>
                    </a:cubicBezTo>
                    <a:lnTo>
                      <a:pt x="62" y="62"/>
                    </a:lnTo>
                    <a:cubicBezTo>
                      <a:pt x="32" y="62"/>
                      <a:pt x="32" y="30"/>
                      <a:pt x="32" y="30"/>
                    </a:cubicBezTo>
                    <a:lnTo>
                      <a:pt x="0" y="30"/>
                    </a:lnTo>
                    <a:lnTo>
                      <a:pt x="0" y="30"/>
                    </a:lnTo>
                    <a:cubicBezTo>
                      <a:pt x="32" y="30"/>
                      <a:pt x="32" y="62"/>
                      <a:pt x="32" y="62"/>
                    </a:cubicBezTo>
                    <a:lnTo>
                      <a:pt x="32" y="62"/>
                    </a:lnTo>
                    <a:cubicBezTo>
                      <a:pt x="32" y="62"/>
                      <a:pt x="32" y="62"/>
                      <a:pt x="32" y="93"/>
                    </a:cubicBezTo>
                    <a:lnTo>
                      <a:pt x="62" y="93"/>
                    </a:lnTo>
                    <a:cubicBezTo>
                      <a:pt x="62" y="124"/>
                      <a:pt x="32" y="124"/>
                      <a:pt x="32" y="124"/>
                    </a:cubicBezTo>
                    <a:lnTo>
                      <a:pt x="32" y="124"/>
                    </a:lnTo>
                    <a:cubicBezTo>
                      <a:pt x="32" y="154"/>
                      <a:pt x="32" y="186"/>
                      <a:pt x="32" y="248"/>
                    </a:cubicBezTo>
                    <a:lnTo>
                      <a:pt x="32" y="248"/>
                    </a:lnTo>
                    <a:cubicBezTo>
                      <a:pt x="32" y="278"/>
                      <a:pt x="32" y="310"/>
                      <a:pt x="32" y="310"/>
                    </a:cubicBezTo>
                    <a:cubicBezTo>
                      <a:pt x="0" y="341"/>
                      <a:pt x="0" y="341"/>
                      <a:pt x="0" y="371"/>
                    </a:cubicBezTo>
                    <a:lnTo>
                      <a:pt x="0" y="371"/>
                    </a:lnTo>
                    <a:lnTo>
                      <a:pt x="0" y="371"/>
                    </a:lnTo>
                    <a:lnTo>
                      <a:pt x="0" y="402"/>
                    </a:lnTo>
                    <a:cubicBezTo>
                      <a:pt x="32" y="434"/>
                      <a:pt x="32" y="465"/>
                      <a:pt x="32" y="465"/>
                    </a:cubicBezTo>
                    <a:cubicBezTo>
                      <a:pt x="32" y="465"/>
                      <a:pt x="32" y="495"/>
                      <a:pt x="0" y="495"/>
                    </a:cubicBezTo>
                    <a:lnTo>
                      <a:pt x="0" y="495"/>
                    </a:lnTo>
                    <a:cubicBezTo>
                      <a:pt x="32" y="495"/>
                      <a:pt x="32" y="526"/>
                      <a:pt x="32" y="526"/>
                    </a:cubicBezTo>
                    <a:cubicBezTo>
                      <a:pt x="32" y="526"/>
                      <a:pt x="32" y="526"/>
                      <a:pt x="32" y="558"/>
                    </a:cubicBezTo>
                    <a:cubicBezTo>
                      <a:pt x="62" y="558"/>
                      <a:pt x="62" y="558"/>
                      <a:pt x="62" y="589"/>
                    </a:cubicBezTo>
                    <a:cubicBezTo>
                      <a:pt x="62" y="589"/>
                      <a:pt x="32" y="589"/>
                      <a:pt x="62" y="589"/>
                    </a:cubicBezTo>
                    <a:lnTo>
                      <a:pt x="62" y="589"/>
                    </a:lnTo>
                    <a:cubicBezTo>
                      <a:pt x="62" y="619"/>
                      <a:pt x="62" y="619"/>
                      <a:pt x="62" y="619"/>
                    </a:cubicBezTo>
                    <a:cubicBezTo>
                      <a:pt x="93" y="650"/>
                      <a:pt x="93" y="650"/>
                      <a:pt x="93" y="650"/>
                    </a:cubicBezTo>
                    <a:lnTo>
                      <a:pt x="93" y="650"/>
                    </a:lnTo>
                    <a:cubicBezTo>
                      <a:pt x="124" y="650"/>
                      <a:pt x="124" y="650"/>
                      <a:pt x="124" y="650"/>
                    </a:cubicBezTo>
                    <a:lnTo>
                      <a:pt x="156" y="650"/>
                    </a:lnTo>
                    <a:lnTo>
                      <a:pt x="156" y="650"/>
                    </a:lnTo>
                    <a:lnTo>
                      <a:pt x="186" y="650"/>
                    </a:lnTo>
                    <a:cubicBezTo>
                      <a:pt x="186" y="682"/>
                      <a:pt x="186" y="682"/>
                      <a:pt x="156" y="713"/>
                    </a:cubicBezTo>
                    <a:cubicBezTo>
                      <a:pt x="156" y="713"/>
                      <a:pt x="156" y="713"/>
                      <a:pt x="156" y="743"/>
                    </a:cubicBezTo>
                    <a:cubicBezTo>
                      <a:pt x="156" y="743"/>
                      <a:pt x="156" y="743"/>
                      <a:pt x="156" y="774"/>
                    </a:cubicBezTo>
                    <a:lnTo>
                      <a:pt x="186" y="806"/>
                    </a:lnTo>
                    <a:cubicBezTo>
                      <a:pt x="217" y="837"/>
                      <a:pt x="217" y="837"/>
                      <a:pt x="217" y="867"/>
                    </a:cubicBezTo>
                    <a:lnTo>
                      <a:pt x="217" y="867"/>
                    </a:lnTo>
                    <a:cubicBezTo>
                      <a:pt x="248" y="867"/>
                      <a:pt x="248" y="867"/>
                      <a:pt x="280" y="867"/>
                    </a:cubicBezTo>
                    <a:lnTo>
                      <a:pt x="280" y="867"/>
                    </a:lnTo>
                    <a:lnTo>
                      <a:pt x="310" y="898"/>
                    </a:lnTo>
                    <a:lnTo>
                      <a:pt x="310" y="898"/>
                    </a:lnTo>
                    <a:cubicBezTo>
                      <a:pt x="341" y="898"/>
                      <a:pt x="341" y="898"/>
                      <a:pt x="372" y="930"/>
                    </a:cubicBezTo>
                    <a:cubicBezTo>
                      <a:pt x="372" y="930"/>
                      <a:pt x="372" y="961"/>
                      <a:pt x="404" y="961"/>
                    </a:cubicBezTo>
                    <a:cubicBezTo>
                      <a:pt x="404" y="961"/>
                      <a:pt x="404" y="961"/>
                      <a:pt x="404" y="991"/>
                    </a:cubicBezTo>
                    <a:lnTo>
                      <a:pt x="404" y="991"/>
                    </a:lnTo>
                    <a:cubicBezTo>
                      <a:pt x="434" y="991"/>
                      <a:pt x="434" y="991"/>
                      <a:pt x="465" y="991"/>
                    </a:cubicBezTo>
                    <a:lnTo>
                      <a:pt x="465" y="991"/>
                    </a:lnTo>
                    <a:cubicBezTo>
                      <a:pt x="465" y="991"/>
                      <a:pt x="496" y="991"/>
                      <a:pt x="496" y="961"/>
                    </a:cubicBezTo>
                    <a:lnTo>
                      <a:pt x="496" y="961"/>
                    </a:lnTo>
                    <a:lnTo>
                      <a:pt x="496" y="961"/>
                    </a:lnTo>
                    <a:lnTo>
                      <a:pt x="496" y="961"/>
                    </a:lnTo>
                    <a:cubicBezTo>
                      <a:pt x="528" y="961"/>
                      <a:pt x="528" y="991"/>
                      <a:pt x="528" y="991"/>
                    </a:cubicBezTo>
                    <a:lnTo>
                      <a:pt x="528" y="991"/>
                    </a:lnTo>
                    <a:cubicBezTo>
                      <a:pt x="558" y="991"/>
                      <a:pt x="558" y="991"/>
                      <a:pt x="558" y="991"/>
                    </a:cubicBezTo>
                    <a:lnTo>
                      <a:pt x="558" y="991"/>
                    </a:lnTo>
                    <a:cubicBezTo>
                      <a:pt x="558" y="991"/>
                      <a:pt x="558" y="991"/>
                      <a:pt x="589" y="991"/>
                    </a:cubicBezTo>
                    <a:cubicBezTo>
                      <a:pt x="589" y="1022"/>
                      <a:pt x="620" y="1022"/>
                      <a:pt x="652" y="1022"/>
                    </a:cubicBezTo>
                    <a:cubicBezTo>
                      <a:pt x="682" y="1054"/>
                      <a:pt x="713" y="1054"/>
                      <a:pt x="744" y="1054"/>
                    </a:cubicBezTo>
                    <a:cubicBezTo>
                      <a:pt x="744" y="1054"/>
                      <a:pt x="744" y="1085"/>
                      <a:pt x="776" y="1085"/>
                    </a:cubicBezTo>
                    <a:lnTo>
                      <a:pt x="776" y="1085"/>
                    </a:lnTo>
                    <a:cubicBezTo>
                      <a:pt x="806" y="1085"/>
                      <a:pt x="806" y="1085"/>
                      <a:pt x="837" y="1085"/>
                    </a:cubicBezTo>
                    <a:cubicBezTo>
                      <a:pt x="837" y="1085"/>
                      <a:pt x="837" y="1085"/>
                      <a:pt x="868" y="1085"/>
                    </a:cubicBezTo>
                    <a:cubicBezTo>
                      <a:pt x="837" y="1022"/>
                      <a:pt x="837" y="1022"/>
                      <a:pt x="837" y="1022"/>
                    </a:cubicBezTo>
                    <a:cubicBezTo>
                      <a:pt x="868" y="1022"/>
                      <a:pt x="868" y="1022"/>
                      <a:pt x="868" y="1022"/>
                    </a:cubicBezTo>
                    <a:lnTo>
                      <a:pt x="868" y="1022"/>
                    </a:lnTo>
                    <a:cubicBezTo>
                      <a:pt x="868" y="1022"/>
                      <a:pt x="900" y="1022"/>
                      <a:pt x="930" y="1022"/>
                    </a:cubicBezTo>
                    <a:lnTo>
                      <a:pt x="930" y="1022"/>
                    </a:lnTo>
                    <a:cubicBezTo>
                      <a:pt x="930" y="1022"/>
                      <a:pt x="930" y="1022"/>
                      <a:pt x="961" y="1022"/>
                    </a:cubicBezTo>
                    <a:cubicBezTo>
                      <a:pt x="961" y="1022"/>
                      <a:pt x="961" y="1022"/>
                      <a:pt x="992" y="1054"/>
                    </a:cubicBezTo>
                    <a:lnTo>
                      <a:pt x="1054" y="1085"/>
                    </a:lnTo>
                    <a:cubicBezTo>
                      <a:pt x="1054" y="1115"/>
                      <a:pt x="1085" y="1146"/>
                      <a:pt x="1116" y="1178"/>
                    </a:cubicBezTo>
                    <a:lnTo>
                      <a:pt x="1116" y="1178"/>
                    </a:lnTo>
                    <a:cubicBezTo>
                      <a:pt x="1116" y="1178"/>
                      <a:pt x="1116" y="1209"/>
                      <a:pt x="1147" y="1209"/>
                    </a:cubicBezTo>
                    <a:lnTo>
                      <a:pt x="1147" y="1209"/>
                    </a:lnTo>
                    <a:lnTo>
                      <a:pt x="1147" y="1209"/>
                    </a:lnTo>
                    <a:lnTo>
                      <a:pt x="1147" y="1209"/>
                    </a:lnTo>
                    <a:lnTo>
                      <a:pt x="1147" y="1209"/>
                    </a:lnTo>
                    <a:cubicBezTo>
                      <a:pt x="1178" y="1178"/>
                      <a:pt x="1178" y="1178"/>
                      <a:pt x="1209" y="1146"/>
                    </a:cubicBezTo>
                    <a:lnTo>
                      <a:pt x="1209" y="1146"/>
                    </a:lnTo>
                    <a:cubicBezTo>
                      <a:pt x="1240" y="1146"/>
                      <a:pt x="1240" y="1146"/>
                      <a:pt x="1240" y="1178"/>
                    </a:cubicBezTo>
                    <a:cubicBezTo>
                      <a:pt x="1271" y="1178"/>
                      <a:pt x="1271" y="1178"/>
                      <a:pt x="1271" y="1178"/>
                    </a:cubicBezTo>
                    <a:cubicBezTo>
                      <a:pt x="1302" y="1178"/>
                      <a:pt x="1333" y="1239"/>
                      <a:pt x="1333" y="1270"/>
                    </a:cubicBezTo>
                    <a:lnTo>
                      <a:pt x="1364" y="1302"/>
                    </a:lnTo>
                    <a:cubicBezTo>
                      <a:pt x="1395" y="1333"/>
                      <a:pt x="1395" y="1363"/>
                      <a:pt x="1395" y="1363"/>
                    </a:cubicBezTo>
                    <a:lnTo>
                      <a:pt x="1395" y="1363"/>
                    </a:lnTo>
                    <a:lnTo>
                      <a:pt x="1395" y="1363"/>
                    </a:lnTo>
                    <a:lnTo>
                      <a:pt x="1395" y="1363"/>
                    </a:lnTo>
                    <a:cubicBezTo>
                      <a:pt x="1395" y="1363"/>
                      <a:pt x="1395" y="1363"/>
                      <a:pt x="1395" y="1394"/>
                    </a:cubicBezTo>
                    <a:cubicBezTo>
                      <a:pt x="1426" y="1394"/>
                      <a:pt x="1426" y="1394"/>
                      <a:pt x="1426" y="1394"/>
                    </a:cubicBezTo>
                    <a:lnTo>
                      <a:pt x="1426" y="1394"/>
                    </a:lnTo>
                    <a:lnTo>
                      <a:pt x="1426" y="1394"/>
                    </a:lnTo>
                    <a:lnTo>
                      <a:pt x="1426" y="1394"/>
                    </a:lnTo>
                    <a:lnTo>
                      <a:pt x="1426" y="1394"/>
                    </a:lnTo>
                    <a:cubicBezTo>
                      <a:pt x="1457" y="1394"/>
                      <a:pt x="1457" y="1394"/>
                      <a:pt x="1457" y="1394"/>
                    </a:cubicBezTo>
                    <a:cubicBezTo>
                      <a:pt x="1457" y="1363"/>
                      <a:pt x="1457" y="1333"/>
                      <a:pt x="1488" y="1302"/>
                    </a:cubicBezTo>
                    <a:cubicBezTo>
                      <a:pt x="1488" y="1302"/>
                      <a:pt x="1488" y="1302"/>
                      <a:pt x="1519" y="1270"/>
                    </a:cubicBezTo>
                    <a:cubicBezTo>
                      <a:pt x="1550" y="1239"/>
                      <a:pt x="1581" y="1239"/>
                      <a:pt x="1581" y="1239"/>
                    </a:cubicBezTo>
                    <a:cubicBezTo>
                      <a:pt x="1612" y="1209"/>
                      <a:pt x="1643" y="1178"/>
                      <a:pt x="1674" y="1178"/>
                    </a:cubicBezTo>
                    <a:cubicBezTo>
                      <a:pt x="1674" y="1146"/>
                      <a:pt x="1674" y="1146"/>
                      <a:pt x="1674" y="1146"/>
                    </a:cubicBezTo>
                    <a:cubicBezTo>
                      <a:pt x="1705" y="1178"/>
                      <a:pt x="1705" y="1178"/>
                      <a:pt x="1705" y="1178"/>
                    </a:cubicBezTo>
                    <a:lnTo>
                      <a:pt x="1705" y="1178"/>
                    </a:lnTo>
                    <a:cubicBezTo>
                      <a:pt x="1891" y="1146"/>
                      <a:pt x="1891" y="1146"/>
                      <a:pt x="1891" y="1146"/>
                    </a:cubicBezTo>
                    <a:cubicBezTo>
                      <a:pt x="1891" y="1146"/>
                      <a:pt x="1953" y="1115"/>
                      <a:pt x="1984" y="1115"/>
                    </a:cubicBezTo>
                    <a:cubicBezTo>
                      <a:pt x="1984" y="1115"/>
                      <a:pt x="1984" y="1115"/>
                      <a:pt x="2015" y="1146"/>
                    </a:cubicBezTo>
                    <a:lnTo>
                      <a:pt x="2015" y="1146"/>
                    </a:lnTo>
                    <a:lnTo>
                      <a:pt x="2015" y="1146"/>
                    </a:lnTo>
                    <a:lnTo>
                      <a:pt x="2046" y="1146"/>
                    </a:lnTo>
                    <a:cubicBezTo>
                      <a:pt x="2046" y="1146"/>
                      <a:pt x="2046" y="1115"/>
                      <a:pt x="2077" y="1115"/>
                    </a:cubicBezTo>
                    <a:cubicBezTo>
                      <a:pt x="2077" y="1115"/>
                      <a:pt x="2077" y="1115"/>
                      <a:pt x="2077" y="1146"/>
                    </a:cubicBezTo>
                    <a:cubicBezTo>
                      <a:pt x="2108" y="1146"/>
                      <a:pt x="2108" y="1146"/>
                      <a:pt x="2108" y="1146"/>
                    </a:cubicBezTo>
                    <a:lnTo>
                      <a:pt x="2108" y="1146"/>
                    </a:lnTo>
                    <a:lnTo>
                      <a:pt x="2108" y="1146"/>
                    </a:lnTo>
                    <a:cubicBezTo>
                      <a:pt x="2108" y="1146"/>
                      <a:pt x="2108" y="1146"/>
                      <a:pt x="2139" y="1146"/>
                    </a:cubicBezTo>
                    <a:cubicBezTo>
                      <a:pt x="2139" y="1146"/>
                      <a:pt x="2170" y="1146"/>
                      <a:pt x="2170" y="1178"/>
                    </a:cubicBezTo>
                    <a:lnTo>
                      <a:pt x="2170" y="1178"/>
                    </a:lnTo>
                    <a:lnTo>
                      <a:pt x="2170" y="1178"/>
                    </a:lnTo>
                    <a:cubicBezTo>
                      <a:pt x="2170" y="1178"/>
                      <a:pt x="2201" y="1178"/>
                      <a:pt x="2201" y="1146"/>
                    </a:cubicBezTo>
                    <a:cubicBezTo>
                      <a:pt x="2232" y="1146"/>
                      <a:pt x="2232" y="1146"/>
                      <a:pt x="2232" y="1146"/>
                    </a:cubicBezTo>
                    <a:lnTo>
                      <a:pt x="2232" y="1146"/>
                    </a:lnTo>
                    <a:cubicBezTo>
                      <a:pt x="2232" y="1178"/>
                      <a:pt x="2294" y="1209"/>
                      <a:pt x="2294" y="1209"/>
                    </a:cubicBezTo>
                    <a:lnTo>
                      <a:pt x="2294" y="1209"/>
                    </a:lnTo>
                    <a:cubicBezTo>
                      <a:pt x="2325" y="1239"/>
                      <a:pt x="2325" y="1270"/>
                      <a:pt x="2325" y="1302"/>
                    </a:cubicBezTo>
                    <a:lnTo>
                      <a:pt x="2325" y="1302"/>
                    </a:lnTo>
                    <a:lnTo>
                      <a:pt x="2325" y="1302"/>
                    </a:lnTo>
                    <a:cubicBezTo>
                      <a:pt x="2325" y="1333"/>
                      <a:pt x="2325" y="1333"/>
                      <a:pt x="2325" y="1333"/>
                    </a:cubicBezTo>
                    <a:lnTo>
                      <a:pt x="2325" y="1333"/>
                    </a:lnTo>
                    <a:lnTo>
                      <a:pt x="2325" y="1333"/>
                    </a:lnTo>
                    <a:cubicBezTo>
                      <a:pt x="2325" y="1333"/>
                      <a:pt x="2356" y="1333"/>
                      <a:pt x="2356" y="1363"/>
                    </a:cubicBezTo>
                    <a:cubicBezTo>
                      <a:pt x="2356" y="1394"/>
                      <a:pt x="2356" y="1394"/>
                      <a:pt x="2356" y="1394"/>
                    </a:cubicBezTo>
                    <a:cubicBezTo>
                      <a:pt x="2356" y="1426"/>
                      <a:pt x="2356" y="1426"/>
                      <a:pt x="2387" y="1457"/>
                    </a:cubicBezTo>
                    <a:cubicBezTo>
                      <a:pt x="2418" y="1457"/>
                      <a:pt x="2418" y="1457"/>
                      <a:pt x="2418" y="1457"/>
                    </a:cubicBezTo>
                    <a:cubicBezTo>
                      <a:pt x="2418" y="1426"/>
                      <a:pt x="2418" y="1394"/>
                      <a:pt x="2418" y="1394"/>
                    </a:cubicBezTo>
                    <a:lnTo>
                      <a:pt x="2418" y="1363"/>
                    </a:lnTo>
                    <a:cubicBezTo>
                      <a:pt x="2387" y="1333"/>
                      <a:pt x="2387" y="1302"/>
                      <a:pt x="2387" y="1302"/>
                    </a:cubicBezTo>
                    <a:cubicBezTo>
                      <a:pt x="2387" y="1302"/>
                      <a:pt x="2387" y="1270"/>
                      <a:pt x="2387" y="1239"/>
                    </a:cubicBezTo>
                    <a:cubicBezTo>
                      <a:pt x="2356" y="1209"/>
                      <a:pt x="2356" y="1209"/>
                      <a:pt x="2356" y="1178"/>
                    </a:cubicBezTo>
                    <a:cubicBezTo>
                      <a:pt x="2325" y="1146"/>
                      <a:pt x="2356" y="1085"/>
                      <a:pt x="2356" y="1054"/>
                    </a:cubicBezTo>
                    <a:lnTo>
                      <a:pt x="2356" y="1054"/>
                    </a:lnTo>
                    <a:cubicBezTo>
                      <a:pt x="2356" y="1022"/>
                      <a:pt x="2418" y="991"/>
                      <a:pt x="2449" y="961"/>
                    </a:cubicBezTo>
                    <a:lnTo>
                      <a:pt x="2449" y="961"/>
                    </a:lnTo>
                    <a:cubicBezTo>
                      <a:pt x="2480" y="961"/>
                      <a:pt x="2480" y="930"/>
                      <a:pt x="2510" y="930"/>
                    </a:cubicBezTo>
                    <a:cubicBezTo>
                      <a:pt x="2510" y="898"/>
                      <a:pt x="2510" y="898"/>
                      <a:pt x="2542" y="898"/>
                    </a:cubicBezTo>
                    <a:cubicBezTo>
                      <a:pt x="2542" y="867"/>
                      <a:pt x="2573" y="867"/>
                      <a:pt x="2604" y="867"/>
                    </a:cubicBezTo>
                    <a:cubicBezTo>
                      <a:pt x="2604" y="867"/>
                      <a:pt x="2604" y="867"/>
                      <a:pt x="2604" y="837"/>
                    </a:cubicBezTo>
                    <a:lnTo>
                      <a:pt x="2604" y="837"/>
                    </a:lnTo>
                    <a:lnTo>
                      <a:pt x="2604" y="837"/>
                    </a:lnTo>
                    <a:cubicBezTo>
                      <a:pt x="2604" y="806"/>
                      <a:pt x="2604" y="806"/>
                      <a:pt x="2604" y="806"/>
                    </a:cubicBezTo>
                    <a:lnTo>
                      <a:pt x="2604" y="806"/>
                    </a:lnTo>
                    <a:cubicBezTo>
                      <a:pt x="2604" y="774"/>
                      <a:pt x="2604" y="774"/>
                      <a:pt x="2635" y="743"/>
                    </a:cubicBezTo>
                    <a:cubicBezTo>
                      <a:pt x="2635" y="743"/>
                      <a:pt x="2635" y="743"/>
                      <a:pt x="2604" y="743"/>
                    </a:cubicBezTo>
                    <a:lnTo>
                      <a:pt x="2604" y="743"/>
                    </a:lnTo>
                    <a:lnTo>
                      <a:pt x="2573" y="713"/>
                    </a:lnTo>
                    <a:cubicBezTo>
                      <a:pt x="2573" y="682"/>
                      <a:pt x="2604" y="682"/>
                      <a:pt x="2604" y="682"/>
                    </a:cubicBezTo>
                    <a:lnTo>
                      <a:pt x="2604" y="682"/>
                    </a:lnTo>
                    <a:cubicBezTo>
                      <a:pt x="2573" y="650"/>
                      <a:pt x="2573" y="619"/>
                      <a:pt x="2573" y="619"/>
                    </a:cubicBezTo>
                    <a:lnTo>
                      <a:pt x="2573" y="619"/>
                    </a:lnTo>
                    <a:cubicBezTo>
                      <a:pt x="2573" y="589"/>
                      <a:pt x="2604" y="589"/>
                      <a:pt x="2604" y="589"/>
                    </a:cubicBezTo>
                    <a:lnTo>
                      <a:pt x="2604" y="589"/>
                    </a:lnTo>
                    <a:cubicBezTo>
                      <a:pt x="2604" y="589"/>
                      <a:pt x="2604" y="558"/>
                      <a:pt x="2635" y="558"/>
                    </a:cubicBezTo>
                    <a:lnTo>
                      <a:pt x="2666" y="526"/>
                    </a:lnTo>
                    <a:lnTo>
                      <a:pt x="2666" y="526"/>
                    </a:lnTo>
                    <a:lnTo>
                      <a:pt x="2666" y="526"/>
                    </a:lnTo>
                    <a:cubicBezTo>
                      <a:pt x="2697" y="495"/>
                      <a:pt x="2697" y="495"/>
                      <a:pt x="2727" y="495"/>
                    </a:cubicBezTo>
                    <a:cubicBezTo>
                      <a:pt x="2727" y="495"/>
                      <a:pt x="2727" y="495"/>
                      <a:pt x="2727" y="526"/>
                    </a:cubicBezTo>
                    <a:cubicBezTo>
                      <a:pt x="2759" y="526"/>
                      <a:pt x="2759" y="526"/>
                      <a:pt x="2759" y="526"/>
                    </a:cubicBezTo>
                    <a:lnTo>
                      <a:pt x="2759" y="526"/>
                    </a:lnTo>
                    <a:lnTo>
                      <a:pt x="2759" y="526"/>
                    </a:lnTo>
                    <a:lnTo>
                      <a:pt x="2759" y="526"/>
                    </a:lnTo>
                    <a:lnTo>
                      <a:pt x="2759" y="526"/>
                    </a:lnTo>
                    <a:cubicBezTo>
                      <a:pt x="2759" y="526"/>
                      <a:pt x="2727" y="495"/>
                      <a:pt x="2759" y="495"/>
                    </a:cubicBezTo>
                    <a:cubicBezTo>
                      <a:pt x="2759" y="465"/>
                      <a:pt x="2759" y="465"/>
                      <a:pt x="2759" y="465"/>
                    </a:cubicBezTo>
                    <a:lnTo>
                      <a:pt x="2790" y="465"/>
                    </a:lnTo>
                    <a:lnTo>
                      <a:pt x="2790" y="465"/>
                    </a:lnTo>
                    <a:lnTo>
                      <a:pt x="2790" y="434"/>
                    </a:lnTo>
                    <a:cubicBezTo>
                      <a:pt x="2821" y="434"/>
                      <a:pt x="2821" y="434"/>
                      <a:pt x="2883" y="434"/>
                    </a:cubicBezTo>
                    <a:cubicBezTo>
                      <a:pt x="2914" y="434"/>
                      <a:pt x="2914" y="434"/>
                      <a:pt x="2914" y="434"/>
                    </a:cubicBezTo>
                    <a:cubicBezTo>
                      <a:pt x="2914" y="434"/>
                      <a:pt x="2914" y="434"/>
                      <a:pt x="2914" y="402"/>
                    </a:cubicBezTo>
                    <a:lnTo>
                      <a:pt x="2914" y="402"/>
                    </a:lnTo>
                    <a:lnTo>
                      <a:pt x="2914" y="371"/>
                    </a:lnTo>
                    <a:cubicBezTo>
                      <a:pt x="2914" y="341"/>
                      <a:pt x="2914" y="341"/>
                      <a:pt x="2914" y="341"/>
                    </a:cubicBezTo>
                    <a:cubicBezTo>
                      <a:pt x="2945" y="310"/>
                      <a:pt x="2945" y="310"/>
                      <a:pt x="2975" y="278"/>
                    </a:cubicBezTo>
                    <a:lnTo>
                      <a:pt x="2975" y="278"/>
                    </a:lnTo>
                    <a:cubicBezTo>
                      <a:pt x="3007" y="278"/>
                      <a:pt x="3007" y="278"/>
                      <a:pt x="3007" y="278"/>
                    </a:cubicBezTo>
                    <a:cubicBezTo>
                      <a:pt x="3007" y="278"/>
                      <a:pt x="3038" y="278"/>
                      <a:pt x="3038" y="248"/>
                    </a:cubicBezTo>
                    <a:lnTo>
                      <a:pt x="3038" y="248"/>
                    </a:lnTo>
                    <a:cubicBezTo>
                      <a:pt x="3038" y="248"/>
                      <a:pt x="3038" y="217"/>
                      <a:pt x="3069" y="217"/>
                    </a:cubicBezTo>
                    <a:cubicBezTo>
                      <a:pt x="3069" y="217"/>
                      <a:pt x="3069" y="217"/>
                      <a:pt x="3099" y="217"/>
                    </a:cubicBezTo>
                    <a:lnTo>
                      <a:pt x="3099" y="248"/>
                    </a:lnTo>
                    <a:lnTo>
                      <a:pt x="3099" y="248"/>
                    </a:lnTo>
                    <a:cubicBezTo>
                      <a:pt x="3099" y="217"/>
                      <a:pt x="3099" y="217"/>
                      <a:pt x="3131" y="217"/>
                    </a:cubicBezTo>
                    <a:lnTo>
                      <a:pt x="3131" y="217"/>
                    </a:lnTo>
                    <a:lnTo>
                      <a:pt x="3131" y="217"/>
                    </a:lnTo>
                    <a:cubicBezTo>
                      <a:pt x="3131" y="217"/>
                      <a:pt x="3131" y="217"/>
                      <a:pt x="3099" y="217"/>
                    </a:cubicBezTo>
                  </a:path>
                </a:pathLst>
              </a:custGeom>
              <a:solidFill>
                <a:schemeClr val="accent5"/>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65" name="Freeform 214">
                <a:extLst>
                  <a:ext uri="{FF2B5EF4-FFF2-40B4-BE49-F238E27FC236}">
                    <a16:creationId xmlns:a16="http://schemas.microsoft.com/office/drawing/2014/main" id="{D7E9ED2B-21DF-A204-D983-A597196A34FC}"/>
                  </a:ext>
                </a:extLst>
              </p:cNvPr>
              <p:cNvSpPr>
                <a:spLocks noChangeArrowheads="1"/>
              </p:cNvSpPr>
              <p:nvPr/>
            </p:nvSpPr>
            <p:spPr bwMode="auto">
              <a:xfrm>
                <a:off x="1939925" y="2327275"/>
                <a:ext cx="55563" cy="66675"/>
              </a:xfrm>
              <a:custGeom>
                <a:avLst/>
                <a:gdLst>
                  <a:gd name="T0" fmla="*/ 124 w 156"/>
                  <a:gd name="T1" fmla="*/ 0 h 187"/>
                  <a:gd name="T2" fmla="*/ 124 w 156"/>
                  <a:gd name="T3" fmla="*/ 0 h 187"/>
                  <a:gd name="T4" fmla="*/ 93 w 156"/>
                  <a:gd name="T5" fmla="*/ 0 h 187"/>
                  <a:gd name="T6" fmla="*/ 93 w 156"/>
                  <a:gd name="T7" fmla="*/ 0 h 187"/>
                  <a:gd name="T8" fmla="*/ 93 w 156"/>
                  <a:gd name="T9" fmla="*/ 0 h 187"/>
                  <a:gd name="T10" fmla="*/ 31 w 156"/>
                  <a:gd name="T11" fmla="*/ 31 h 187"/>
                  <a:gd name="T12" fmla="*/ 31 w 156"/>
                  <a:gd name="T13" fmla="*/ 31 h 187"/>
                  <a:gd name="T14" fmla="*/ 31 w 156"/>
                  <a:gd name="T15" fmla="*/ 31 h 187"/>
                  <a:gd name="T16" fmla="*/ 0 w 156"/>
                  <a:gd name="T17" fmla="*/ 94 h 187"/>
                  <a:gd name="T18" fmla="*/ 0 w 156"/>
                  <a:gd name="T19" fmla="*/ 94 h 187"/>
                  <a:gd name="T20" fmla="*/ 0 w 156"/>
                  <a:gd name="T21" fmla="*/ 124 h 187"/>
                  <a:gd name="T22" fmla="*/ 31 w 156"/>
                  <a:gd name="T23" fmla="*/ 155 h 187"/>
                  <a:gd name="T24" fmla="*/ 62 w 156"/>
                  <a:gd name="T25" fmla="*/ 155 h 187"/>
                  <a:gd name="T26" fmla="*/ 93 w 156"/>
                  <a:gd name="T27" fmla="*/ 155 h 187"/>
                  <a:gd name="T28" fmla="*/ 124 w 156"/>
                  <a:gd name="T29" fmla="*/ 155 h 187"/>
                  <a:gd name="T30" fmla="*/ 124 w 156"/>
                  <a:gd name="T31" fmla="*/ 155 h 187"/>
                  <a:gd name="T32" fmla="*/ 124 w 156"/>
                  <a:gd name="T33" fmla="*/ 155 h 187"/>
                  <a:gd name="T34" fmla="*/ 155 w 156"/>
                  <a:gd name="T35" fmla="*/ 186 h 187"/>
                  <a:gd name="T36" fmla="*/ 155 w 156"/>
                  <a:gd name="T37" fmla="*/ 155 h 187"/>
                  <a:gd name="T38" fmla="*/ 155 w 156"/>
                  <a:gd name="T39" fmla="*/ 62 h 187"/>
                  <a:gd name="T40" fmla="*/ 155 w 156"/>
                  <a:gd name="T41" fmla="*/ 62 h 187"/>
                  <a:gd name="T42" fmla="*/ 155 w 156"/>
                  <a:gd name="T43" fmla="*/ 0 h 187"/>
                  <a:gd name="T44" fmla="*/ 155 w 156"/>
                  <a:gd name="T45" fmla="*/ 0 h 187"/>
                  <a:gd name="T46" fmla="*/ 124 w 156"/>
                  <a:gd name="T47"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6" h="187">
                    <a:moveTo>
                      <a:pt x="124" y="0"/>
                    </a:moveTo>
                    <a:lnTo>
                      <a:pt x="124" y="0"/>
                    </a:lnTo>
                    <a:lnTo>
                      <a:pt x="93" y="0"/>
                    </a:lnTo>
                    <a:lnTo>
                      <a:pt x="93" y="0"/>
                    </a:lnTo>
                    <a:lnTo>
                      <a:pt x="93" y="0"/>
                    </a:lnTo>
                    <a:cubicBezTo>
                      <a:pt x="62" y="31"/>
                      <a:pt x="62" y="31"/>
                      <a:pt x="31" y="31"/>
                    </a:cubicBezTo>
                    <a:lnTo>
                      <a:pt x="31" y="31"/>
                    </a:lnTo>
                    <a:lnTo>
                      <a:pt x="31" y="31"/>
                    </a:lnTo>
                    <a:cubicBezTo>
                      <a:pt x="31" y="62"/>
                      <a:pt x="31" y="62"/>
                      <a:pt x="0" y="94"/>
                    </a:cubicBezTo>
                    <a:lnTo>
                      <a:pt x="0" y="94"/>
                    </a:lnTo>
                    <a:cubicBezTo>
                      <a:pt x="0" y="94"/>
                      <a:pt x="0" y="94"/>
                      <a:pt x="0" y="124"/>
                    </a:cubicBezTo>
                    <a:cubicBezTo>
                      <a:pt x="31" y="124"/>
                      <a:pt x="31" y="155"/>
                      <a:pt x="31" y="155"/>
                    </a:cubicBezTo>
                    <a:cubicBezTo>
                      <a:pt x="62" y="155"/>
                      <a:pt x="62" y="155"/>
                      <a:pt x="62" y="155"/>
                    </a:cubicBezTo>
                    <a:lnTo>
                      <a:pt x="93" y="155"/>
                    </a:lnTo>
                    <a:cubicBezTo>
                      <a:pt x="93" y="155"/>
                      <a:pt x="93" y="155"/>
                      <a:pt x="124" y="155"/>
                    </a:cubicBezTo>
                    <a:lnTo>
                      <a:pt x="124" y="155"/>
                    </a:lnTo>
                    <a:lnTo>
                      <a:pt x="124" y="155"/>
                    </a:lnTo>
                    <a:cubicBezTo>
                      <a:pt x="124" y="155"/>
                      <a:pt x="155" y="155"/>
                      <a:pt x="155" y="186"/>
                    </a:cubicBezTo>
                    <a:cubicBezTo>
                      <a:pt x="155" y="155"/>
                      <a:pt x="155" y="155"/>
                      <a:pt x="155" y="155"/>
                    </a:cubicBezTo>
                    <a:cubicBezTo>
                      <a:pt x="155" y="124"/>
                      <a:pt x="155" y="94"/>
                      <a:pt x="155" y="62"/>
                    </a:cubicBezTo>
                    <a:lnTo>
                      <a:pt x="155" y="62"/>
                    </a:lnTo>
                    <a:cubicBezTo>
                      <a:pt x="155" y="31"/>
                      <a:pt x="155" y="31"/>
                      <a:pt x="155" y="0"/>
                    </a:cubicBezTo>
                    <a:lnTo>
                      <a:pt x="155" y="0"/>
                    </a:lnTo>
                    <a:cubicBezTo>
                      <a:pt x="155" y="0"/>
                      <a:pt x="155" y="0"/>
                      <a:pt x="124"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66" name="Freeform 215">
                <a:extLst>
                  <a:ext uri="{FF2B5EF4-FFF2-40B4-BE49-F238E27FC236}">
                    <a16:creationId xmlns:a16="http://schemas.microsoft.com/office/drawing/2014/main" id="{94EAE916-FEE6-D4A5-16B6-E5CD33F427A1}"/>
                  </a:ext>
                </a:extLst>
              </p:cNvPr>
              <p:cNvSpPr>
                <a:spLocks noChangeArrowheads="1"/>
              </p:cNvSpPr>
              <p:nvPr/>
            </p:nvSpPr>
            <p:spPr bwMode="auto">
              <a:xfrm>
                <a:off x="1414463" y="1925638"/>
                <a:ext cx="514350" cy="368300"/>
              </a:xfrm>
              <a:custGeom>
                <a:avLst/>
                <a:gdLst>
                  <a:gd name="T0" fmla="*/ 775 w 1427"/>
                  <a:gd name="T1" fmla="*/ 341 h 1023"/>
                  <a:gd name="T2" fmla="*/ 713 w 1427"/>
                  <a:gd name="T3" fmla="*/ 309 h 1023"/>
                  <a:gd name="T4" fmla="*/ 713 w 1427"/>
                  <a:gd name="T5" fmla="*/ 278 h 1023"/>
                  <a:gd name="T6" fmla="*/ 682 w 1427"/>
                  <a:gd name="T7" fmla="*/ 217 h 1023"/>
                  <a:gd name="T8" fmla="*/ 589 w 1427"/>
                  <a:gd name="T9" fmla="*/ 124 h 1023"/>
                  <a:gd name="T10" fmla="*/ 589 w 1427"/>
                  <a:gd name="T11" fmla="*/ 124 h 1023"/>
                  <a:gd name="T12" fmla="*/ 527 w 1427"/>
                  <a:gd name="T13" fmla="*/ 185 h 1023"/>
                  <a:gd name="T14" fmla="*/ 527 w 1427"/>
                  <a:gd name="T15" fmla="*/ 185 h 1023"/>
                  <a:gd name="T16" fmla="*/ 434 w 1427"/>
                  <a:gd name="T17" fmla="*/ 93 h 1023"/>
                  <a:gd name="T18" fmla="*/ 341 w 1427"/>
                  <a:gd name="T19" fmla="*/ 0 h 1023"/>
                  <a:gd name="T20" fmla="*/ 280 w 1427"/>
                  <a:gd name="T21" fmla="*/ 0 h 1023"/>
                  <a:gd name="T22" fmla="*/ 156 w 1427"/>
                  <a:gd name="T23" fmla="*/ 30 h 1023"/>
                  <a:gd name="T24" fmla="*/ 32 w 1427"/>
                  <a:gd name="T25" fmla="*/ 61 h 1023"/>
                  <a:gd name="T26" fmla="*/ 32 w 1427"/>
                  <a:gd name="T27" fmla="*/ 124 h 1023"/>
                  <a:gd name="T28" fmla="*/ 124 w 1427"/>
                  <a:gd name="T29" fmla="*/ 217 h 1023"/>
                  <a:gd name="T30" fmla="*/ 156 w 1427"/>
                  <a:gd name="T31" fmla="*/ 217 h 1023"/>
                  <a:gd name="T32" fmla="*/ 186 w 1427"/>
                  <a:gd name="T33" fmla="*/ 278 h 1023"/>
                  <a:gd name="T34" fmla="*/ 217 w 1427"/>
                  <a:gd name="T35" fmla="*/ 372 h 1023"/>
                  <a:gd name="T36" fmla="*/ 248 w 1427"/>
                  <a:gd name="T37" fmla="*/ 372 h 1023"/>
                  <a:gd name="T38" fmla="*/ 341 w 1427"/>
                  <a:gd name="T39" fmla="*/ 465 h 1023"/>
                  <a:gd name="T40" fmla="*/ 434 w 1427"/>
                  <a:gd name="T41" fmla="*/ 681 h 1023"/>
                  <a:gd name="T42" fmla="*/ 434 w 1427"/>
                  <a:gd name="T43" fmla="*/ 681 h 1023"/>
                  <a:gd name="T44" fmla="*/ 465 w 1427"/>
                  <a:gd name="T45" fmla="*/ 743 h 1023"/>
                  <a:gd name="T46" fmla="*/ 558 w 1427"/>
                  <a:gd name="T47" fmla="*/ 837 h 1023"/>
                  <a:gd name="T48" fmla="*/ 620 w 1427"/>
                  <a:gd name="T49" fmla="*/ 837 h 1023"/>
                  <a:gd name="T50" fmla="*/ 682 w 1427"/>
                  <a:gd name="T51" fmla="*/ 898 h 1023"/>
                  <a:gd name="T52" fmla="*/ 806 w 1427"/>
                  <a:gd name="T53" fmla="*/ 929 h 1023"/>
                  <a:gd name="T54" fmla="*/ 899 w 1427"/>
                  <a:gd name="T55" fmla="*/ 991 h 1023"/>
                  <a:gd name="T56" fmla="*/ 930 w 1427"/>
                  <a:gd name="T57" fmla="*/ 991 h 1023"/>
                  <a:gd name="T58" fmla="*/ 992 w 1427"/>
                  <a:gd name="T59" fmla="*/ 929 h 1023"/>
                  <a:gd name="T60" fmla="*/ 1116 w 1427"/>
                  <a:gd name="T61" fmla="*/ 1022 h 1023"/>
                  <a:gd name="T62" fmla="*/ 1178 w 1427"/>
                  <a:gd name="T63" fmla="*/ 961 h 1023"/>
                  <a:gd name="T64" fmla="*/ 1209 w 1427"/>
                  <a:gd name="T65" fmla="*/ 961 h 1023"/>
                  <a:gd name="T66" fmla="*/ 1178 w 1427"/>
                  <a:gd name="T67" fmla="*/ 929 h 1023"/>
                  <a:gd name="T68" fmla="*/ 1178 w 1427"/>
                  <a:gd name="T69" fmla="*/ 867 h 1023"/>
                  <a:gd name="T70" fmla="*/ 1302 w 1427"/>
                  <a:gd name="T71" fmla="*/ 774 h 1023"/>
                  <a:gd name="T72" fmla="*/ 1364 w 1427"/>
                  <a:gd name="T73" fmla="*/ 805 h 1023"/>
                  <a:gd name="T74" fmla="*/ 1364 w 1427"/>
                  <a:gd name="T75" fmla="*/ 774 h 1023"/>
                  <a:gd name="T76" fmla="*/ 1364 w 1427"/>
                  <a:gd name="T77" fmla="*/ 743 h 1023"/>
                  <a:gd name="T78" fmla="*/ 1426 w 1427"/>
                  <a:gd name="T79" fmla="*/ 681 h 1023"/>
                  <a:gd name="T80" fmla="*/ 1395 w 1427"/>
                  <a:gd name="T81" fmla="*/ 650 h 1023"/>
                  <a:gd name="T82" fmla="*/ 1364 w 1427"/>
                  <a:gd name="T83" fmla="*/ 650 h 1023"/>
                  <a:gd name="T84" fmla="*/ 1271 w 1427"/>
                  <a:gd name="T85" fmla="*/ 713 h 1023"/>
                  <a:gd name="T86" fmla="*/ 1209 w 1427"/>
                  <a:gd name="T87" fmla="*/ 837 h 1023"/>
                  <a:gd name="T88" fmla="*/ 1147 w 1427"/>
                  <a:gd name="T89" fmla="*/ 837 h 1023"/>
                  <a:gd name="T90" fmla="*/ 1023 w 1427"/>
                  <a:gd name="T91" fmla="*/ 867 h 1023"/>
                  <a:gd name="T92" fmla="*/ 961 w 1427"/>
                  <a:gd name="T93" fmla="*/ 837 h 1023"/>
                  <a:gd name="T94" fmla="*/ 899 w 1427"/>
                  <a:gd name="T95" fmla="*/ 805 h 1023"/>
                  <a:gd name="T96" fmla="*/ 868 w 1427"/>
                  <a:gd name="T97" fmla="*/ 743 h 1023"/>
                  <a:gd name="T98" fmla="*/ 806 w 1427"/>
                  <a:gd name="T99" fmla="*/ 526 h 1023"/>
                  <a:gd name="T100" fmla="*/ 806 w 1427"/>
                  <a:gd name="T101" fmla="*/ 372 h 10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27" h="1023">
                    <a:moveTo>
                      <a:pt x="806" y="372"/>
                    </a:moveTo>
                    <a:lnTo>
                      <a:pt x="806" y="372"/>
                    </a:lnTo>
                    <a:cubicBezTo>
                      <a:pt x="806" y="372"/>
                      <a:pt x="775" y="372"/>
                      <a:pt x="775" y="341"/>
                    </a:cubicBezTo>
                    <a:lnTo>
                      <a:pt x="775" y="341"/>
                    </a:lnTo>
                    <a:lnTo>
                      <a:pt x="744" y="341"/>
                    </a:lnTo>
                    <a:cubicBezTo>
                      <a:pt x="744" y="341"/>
                      <a:pt x="744" y="309"/>
                      <a:pt x="713" y="309"/>
                    </a:cubicBezTo>
                    <a:lnTo>
                      <a:pt x="713" y="309"/>
                    </a:lnTo>
                    <a:cubicBezTo>
                      <a:pt x="713" y="309"/>
                      <a:pt x="713" y="309"/>
                      <a:pt x="713" y="278"/>
                    </a:cubicBezTo>
                    <a:lnTo>
                      <a:pt x="713" y="278"/>
                    </a:lnTo>
                    <a:lnTo>
                      <a:pt x="713" y="278"/>
                    </a:lnTo>
                    <a:lnTo>
                      <a:pt x="713" y="278"/>
                    </a:lnTo>
                    <a:cubicBezTo>
                      <a:pt x="713" y="248"/>
                      <a:pt x="682" y="248"/>
                      <a:pt x="682" y="217"/>
                    </a:cubicBezTo>
                    <a:cubicBezTo>
                      <a:pt x="651" y="185"/>
                      <a:pt x="620" y="154"/>
                      <a:pt x="620" y="124"/>
                    </a:cubicBezTo>
                    <a:lnTo>
                      <a:pt x="620" y="124"/>
                    </a:lnTo>
                    <a:cubicBezTo>
                      <a:pt x="620" y="124"/>
                      <a:pt x="620" y="124"/>
                      <a:pt x="589" y="124"/>
                    </a:cubicBezTo>
                    <a:lnTo>
                      <a:pt x="589" y="124"/>
                    </a:lnTo>
                    <a:lnTo>
                      <a:pt x="589" y="124"/>
                    </a:lnTo>
                    <a:lnTo>
                      <a:pt x="589" y="124"/>
                    </a:lnTo>
                    <a:cubicBezTo>
                      <a:pt x="589" y="154"/>
                      <a:pt x="589" y="154"/>
                      <a:pt x="589" y="154"/>
                    </a:cubicBezTo>
                    <a:cubicBezTo>
                      <a:pt x="558" y="154"/>
                      <a:pt x="558" y="185"/>
                      <a:pt x="527" y="185"/>
                    </a:cubicBezTo>
                    <a:lnTo>
                      <a:pt x="527" y="185"/>
                    </a:lnTo>
                    <a:lnTo>
                      <a:pt x="527" y="185"/>
                    </a:lnTo>
                    <a:lnTo>
                      <a:pt x="527" y="185"/>
                    </a:lnTo>
                    <a:lnTo>
                      <a:pt x="527" y="185"/>
                    </a:lnTo>
                    <a:cubicBezTo>
                      <a:pt x="496" y="185"/>
                      <a:pt x="496" y="185"/>
                      <a:pt x="496" y="185"/>
                    </a:cubicBezTo>
                    <a:cubicBezTo>
                      <a:pt x="465" y="154"/>
                      <a:pt x="434" y="124"/>
                      <a:pt x="434" y="93"/>
                    </a:cubicBezTo>
                    <a:lnTo>
                      <a:pt x="434" y="93"/>
                    </a:lnTo>
                    <a:lnTo>
                      <a:pt x="403" y="61"/>
                    </a:lnTo>
                    <a:cubicBezTo>
                      <a:pt x="403" y="30"/>
                      <a:pt x="341" y="0"/>
                      <a:pt x="341" y="0"/>
                    </a:cubicBezTo>
                    <a:lnTo>
                      <a:pt x="341" y="0"/>
                    </a:lnTo>
                    <a:cubicBezTo>
                      <a:pt x="310" y="0"/>
                      <a:pt x="310" y="0"/>
                      <a:pt x="310" y="0"/>
                    </a:cubicBezTo>
                    <a:lnTo>
                      <a:pt x="310" y="0"/>
                    </a:lnTo>
                    <a:lnTo>
                      <a:pt x="280" y="0"/>
                    </a:lnTo>
                    <a:cubicBezTo>
                      <a:pt x="280" y="30"/>
                      <a:pt x="280" y="30"/>
                      <a:pt x="280" y="30"/>
                    </a:cubicBezTo>
                    <a:cubicBezTo>
                      <a:pt x="248" y="30"/>
                      <a:pt x="248" y="30"/>
                      <a:pt x="248" y="30"/>
                    </a:cubicBezTo>
                    <a:cubicBezTo>
                      <a:pt x="248" y="30"/>
                      <a:pt x="217" y="30"/>
                      <a:pt x="156" y="30"/>
                    </a:cubicBezTo>
                    <a:cubicBezTo>
                      <a:pt x="124" y="30"/>
                      <a:pt x="93" y="30"/>
                      <a:pt x="93" y="30"/>
                    </a:cubicBezTo>
                    <a:cubicBezTo>
                      <a:pt x="93" y="30"/>
                      <a:pt x="32" y="0"/>
                      <a:pt x="0" y="0"/>
                    </a:cubicBezTo>
                    <a:cubicBezTo>
                      <a:pt x="32" y="30"/>
                      <a:pt x="32" y="30"/>
                      <a:pt x="32" y="61"/>
                    </a:cubicBezTo>
                    <a:lnTo>
                      <a:pt x="32" y="61"/>
                    </a:lnTo>
                    <a:cubicBezTo>
                      <a:pt x="32" y="93"/>
                      <a:pt x="32" y="93"/>
                      <a:pt x="32" y="93"/>
                    </a:cubicBezTo>
                    <a:cubicBezTo>
                      <a:pt x="32" y="93"/>
                      <a:pt x="32" y="93"/>
                      <a:pt x="32" y="124"/>
                    </a:cubicBezTo>
                    <a:cubicBezTo>
                      <a:pt x="62" y="124"/>
                      <a:pt x="62" y="154"/>
                      <a:pt x="93" y="185"/>
                    </a:cubicBezTo>
                    <a:cubicBezTo>
                      <a:pt x="93" y="185"/>
                      <a:pt x="93" y="185"/>
                      <a:pt x="124" y="185"/>
                    </a:cubicBezTo>
                    <a:cubicBezTo>
                      <a:pt x="124" y="217"/>
                      <a:pt x="124" y="217"/>
                      <a:pt x="124" y="217"/>
                    </a:cubicBezTo>
                    <a:cubicBezTo>
                      <a:pt x="124" y="217"/>
                      <a:pt x="124" y="217"/>
                      <a:pt x="124" y="185"/>
                    </a:cubicBezTo>
                    <a:lnTo>
                      <a:pt x="124" y="185"/>
                    </a:lnTo>
                    <a:cubicBezTo>
                      <a:pt x="124" y="185"/>
                      <a:pt x="156" y="185"/>
                      <a:pt x="156" y="217"/>
                    </a:cubicBezTo>
                    <a:lnTo>
                      <a:pt x="156" y="248"/>
                    </a:lnTo>
                    <a:cubicBezTo>
                      <a:pt x="156" y="248"/>
                      <a:pt x="156" y="248"/>
                      <a:pt x="156" y="278"/>
                    </a:cubicBezTo>
                    <a:lnTo>
                      <a:pt x="186" y="278"/>
                    </a:lnTo>
                    <a:lnTo>
                      <a:pt x="217" y="278"/>
                    </a:lnTo>
                    <a:lnTo>
                      <a:pt x="248" y="309"/>
                    </a:lnTo>
                    <a:cubicBezTo>
                      <a:pt x="248" y="341"/>
                      <a:pt x="248" y="341"/>
                      <a:pt x="217" y="372"/>
                    </a:cubicBezTo>
                    <a:lnTo>
                      <a:pt x="217" y="372"/>
                    </a:lnTo>
                    <a:lnTo>
                      <a:pt x="217" y="372"/>
                    </a:lnTo>
                    <a:lnTo>
                      <a:pt x="248" y="372"/>
                    </a:lnTo>
                    <a:lnTo>
                      <a:pt x="248" y="372"/>
                    </a:lnTo>
                    <a:cubicBezTo>
                      <a:pt x="280" y="372"/>
                      <a:pt x="310" y="402"/>
                      <a:pt x="310" y="433"/>
                    </a:cubicBezTo>
                    <a:cubicBezTo>
                      <a:pt x="310" y="433"/>
                      <a:pt x="310" y="433"/>
                      <a:pt x="341" y="465"/>
                    </a:cubicBezTo>
                    <a:lnTo>
                      <a:pt x="341" y="465"/>
                    </a:lnTo>
                    <a:cubicBezTo>
                      <a:pt x="372" y="495"/>
                      <a:pt x="434" y="589"/>
                      <a:pt x="434" y="589"/>
                    </a:cubicBezTo>
                    <a:cubicBezTo>
                      <a:pt x="465" y="619"/>
                      <a:pt x="465" y="650"/>
                      <a:pt x="434" y="681"/>
                    </a:cubicBezTo>
                    <a:lnTo>
                      <a:pt x="434" y="681"/>
                    </a:lnTo>
                    <a:lnTo>
                      <a:pt x="434" y="681"/>
                    </a:lnTo>
                    <a:lnTo>
                      <a:pt x="434" y="681"/>
                    </a:lnTo>
                    <a:lnTo>
                      <a:pt x="434" y="713"/>
                    </a:lnTo>
                    <a:lnTo>
                      <a:pt x="434" y="713"/>
                    </a:lnTo>
                    <a:cubicBezTo>
                      <a:pt x="434" y="743"/>
                      <a:pt x="434" y="743"/>
                      <a:pt x="465" y="743"/>
                    </a:cubicBezTo>
                    <a:cubicBezTo>
                      <a:pt x="465" y="743"/>
                      <a:pt x="465" y="743"/>
                      <a:pt x="465" y="774"/>
                    </a:cubicBezTo>
                    <a:cubicBezTo>
                      <a:pt x="465" y="774"/>
                      <a:pt x="465" y="774"/>
                      <a:pt x="496" y="774"/>
                    </a:cubicBezTo>
                    <a:cubicBezTo>
                      <a:pt x="496" y="774"/>
                      <a:pt x="527" y="805"/>
                      <a:pt x="558" y="837"/>
                    </a:cubicBezTo>
                    <a:lnTo>
                      <a:pt x="558" y="837"/>
                    </a:lnTo>
                    <a:lnTo>
                      <a:pt x="589" y="837"/>
                    </a:lnTo>
                    <a:cubicBezTo>
                      <a:pt x="589" y="837"/>
                      <a:pt x="589" y="837"/>
                      <a:pt x="620" y="837"/>
                    </a:cubicBezTo>
                    <a:cubicBezTo>
                      <a:pt x="651" y="867"/>
                      <a:pt x="651" y="867"/>
                      <a:pt x="651" y="867"/>
                    </a:cubicBezTo>
                    <a:lnTo>
                      <a:pt x="651" y="867"/>
                    </a:lnTo>
                    <a:cubicBezTo>
                      <a:pt x="651" y="898"/>
                      <a:pt x="682" y="898"/>
                      <a:pt x="682" y="898"/>
                    </a:cubicBezTo>
                    <a:lnTo>
                      <a:pt x="682" y="898"/>
                    </a:lnTo>
                    <a:cubicBezTo>
                      <a:pt x="713" y="898"/>
                      <a:pt x="713" y="929"/>
                      <a:pt x="744" y="929"/>
                    </a:cubicBezTo>
                    <a:cubicBezTo>
                      <a:pt x="775" y="929"/>
                      <a:pt x="775" y="929"/>
                      <a:pt x="806" y="929"/>
                    </a:cubicBezTo>
                    <a:cubicBezTo>
                      <a:pt x="806" y="961"/>
                      <a:pt x="837" y="961"/>
                      <a:pt x="837" y="961"/>
                    </a:cubicBezTo>
                    <a:cubicBezTo>
                      <a:pt x="837" y="961"/>
                      <a:pt x="837" y="961"/>
                      <a:pt x="868" y="961"/>
                    </a:cubicBezTo>
                    <a:cubicBezTo>
                      <a:pt x="868" y="991"/>
                      <a:pt x="868" y="991"/>
                      <a:pt x="899" y="991"/>
                    </a:cubicBezTo>
                    <a:cubicBezTo>
                      <a:pt x="899" y="991"/>
                      <a:pt x="899" y="991"/>
                      <a:pt x="930" y="991"/>
                    </a:cubicBezTo>
                    <a:lnTo>
                      <a:pt x="930" y="991"/>
                    </a:lnTo>
                    <a:lnTo>
                      <a:pt x="930" y="991"/>
                    </a:lnTo>
                    <a:cubicBezTo>
                      <a:pt x="930" y="991"/>
                      <a:pt x="930" y="961"/>
                      <a:pt x="961" y="961"/>
                    </a:cubicBezTo>
                    <a:lnTo>
                      <a:pt x="961" y="961"/>
                    </a:lnTo>
                    <a:cubicBezTo>
                      <a:pt x="992" y="961"/>
                      <a:pt x="992" y="929"/>
                      <a:pt x="992" y="929"/>
                    </a:cubicBezTo>
                    <a:cubicBezTo>
                      <a:pt x="1023" y="929"/>
                      <a:pt x="1023" y="929"/>
                      <a:pt x="1023" y="961"/>
                    </a:cubicBezTo>
                    <a:cubicBezTo>
                      <a:pt x="1054" y="961"/>
                      <a:pt x="1054" y="961"/>
                      <a:pt x="1085" y="991"/>
                    </a:cubicBezTo>
                    <a:cubicBezTo>
                      <a:pt x="1116" y="1022"/>
                      <a:pt x="1116" y="1022"/>
                      <a:pt x="1116" y="1022"/>
                    </a:cubicBezTo>
                    <a:lnTo>
                      <a:pt x="1147" y="991"/>
                    </a:lnTo>
                    <a:lnTo>
                      <a:pt x="1147" y="991"/>
                    </a:lnTo>
                    <a:cubicBezTo>
                      <a:pt x="1147" y="961"/>
                      <a:pt x="1147" y="961"/>
                      <a:pt x="1178" y="961"/>
                    </a:cubicBezTo>
                    <a:lnTo>
                      <a:pt x="1178" y="961"/>
                    </a:lnTo>
                    <a:lnTo>
                      <a:pt x="1178" y="961"/>
                    </a:lnTo>
                    <a:cubicBezTo>
                      <a:pt x="1209" y="961"/>
                      <a:pt x="1209" y="961"/>
                      <a:pt x="1209" y="961"/>
                    </a:cubicBezTo>
                    <a:lnTo>
                      <a:pt x="1209" y="961"/>
                    </a:lnTo>
                    <a:lnTo>
                      <a:pt x="1209" y="961"/>
                    </a:lnTo>
                    <a:lnTo>
                      <a:pt x="1178" y="929"/>
                    </a:lnTo>
                    <a:lnTo>
                      <a:pt x="1178" y="929"/>
                    </a:lnTo>
                    <a:cubicBezTo>
                      <a:pt x="1147" y="898"/>
                      <a:pt x="1147" y="898"/>
                      <a:pt x="1147" y="898"/>
                    </a:cubicBezTo>
                    <a:cubicBezTo>
                      <a:pt x="1178" y="867"/>
                      <a:pt x="1178" y="867"/>
                      <a:pt x="1178" y="867"/>
                    </a:cubicBezTo>
                    <a:cubicBezTo>
                      <a:pt x="1178" y="837"/>
                      <a:pt x="1178" y="837"/>
                      <a:pt x="1178" y="837"/>
                    </a:cubicBezTo>
                    <a:cubicBezTo>
                      <a:pt x="1302" y="837"/>
                      <a:pt x="1302" y="837"/>
                      <a:pt x="1302" y="837"/>
                    </a:cubicBezTo>
                    <a:cubicBezTo>
                      <a:pt x="1302" y="774"/>
                      <a:pt x="1302" y="774"/>
                      <a:pt x="1302" y="774"/>
                    </a:cubicBezTo>
                    <a:cubicBezTo>
                      <a:pt x="1333" y="837"/>
                      <a:pt x="1333" y="837"/>
                      <a:pt x="1333" y="837"/>
                    </a:cubicBezTo>
                    <a:lnTo>
                      <a:pt x="1333" y="837"/>
                    </a:lnTo>
                    <a:cubicBezTo>
                      <a:pt x="1333" y="805"/>
                      <a:pt x="1333" y="805"/>
                      <a:pt x="1364" y="805"/>
                    </a:cubicBezTo>
                    <a:lnTo>
                      <a:pt x="1364" y="774"/>
                    </a:lnTo>
                    <a:lnTo>
                      <a:pt x="1364" y="774"/>
                    </a:lnTo>
                    <a:lnTo>
                      <a:pt x="1364" y="774"/>
                    </a:lnTo>
                    <a:lnTo>
                      <a:pt x="1364" y="774"/>
                    </a:lnTo>
                    <a:cubicBezTo>
                      <a:pt x="1395" y="774"/>
                      <a:pt x="1395" y="774"/>
                      <a:pt x="1395" y="774"/>
                    </a:cubicBezTo>
                    <a:cubicBezTo>
                      <a:pt x="1395" y="774"/>
                      <a:pt x="1364" y="774"/>
                      <a:pt x="1364" y="743"/>
                    </a:cubicBezTo>
                    <a:cubicBezTo>
                      <a:pt x="1364" y="743"/>
                      <a:pt x="1395" y="713"/>
                      <a:pt x="1395" y="681"/>
                    </a:cubicBezTo>
                    <a:lnTo>
                      <a:pt x="1395" y="681"/>
                    </a:lnTo>
                    <a:lnTo>
                      <a:pt x="1426" y="681"/>
                    </a:lnTo>
                    <a:lnTo>
                      <a:pt x="1426" y="650"/>
                    </a:lnTo>
                    <a:lnTo>
                      <a:pt x="1426" y="650"/>
                    </a:lnTo>
                    <a:cubicBezTo>
                      <a:pt x="1426" y="650"/>
                      <a:pt x="1426" y="650"/>
                      <a:pt x="1395" y="650"/>
                    </a:cubicBezTo>
                    <a:lnTo>
                      <a:pt x="1395" y="650"/>
                    </a:lnTo>
                    <a:lnTo>
                      <a:pt x="1364" y="650"/>
                    </a:lnTo>
                    <a:lnTo>
                      <a:pt x="1364" y="650"/>
                    </a:lnTo>
                    <a:cubicBezTo>
                      <a:pt x="1364" y="650"/>
                      <a:pt x="1364" y="650"/>
                      <a:pt x="1333" y="650"/>
                    </a:cubicBezTo>
                    <a:cubicBezTo>
                      <a:pt x="1333" y="681"/>
                      <a:pt x="1302" y="681"/>
                      <a:pt x="1271" y="681"/>
                    </a:cubicBezTo>
                    <a:cubicBezTo>
                      <a:pt x="1271" y="681"/>
                      <a:pt x="1271" y="681"/>
                      <a:pt x="1271" y="713"/>
                    </a:cubicBezTo>
                    <a:cubicBezTo>
                      <a:pt x="1271" y="713"/>
                      <a:pt x="1240" y="743"/>
                      <a:pt x="1240" y="774"/>
                    </a:cubicBezTo>
                    <a:cubicBezTo>
                      <a:pt x="1240" y="805"/>
                      <a:pt x="1240" y="805"/>
                      <a:pt x="1209" y="837"/>
                    </a:cubicBezTo>
                    <a:lnTo>
                      <a:pt x="1209" y="837"/>
                    </a:lnTo>
                    <a:cubicBezTo>
                      <a:pt x="1178" y="837"/>
                      <a:pt x="1178" y="837"/>
                      <a:pt x="1147" y="837"/>
                    </a:cubicBezTo>
                    <a:lnTo>
                      <a:pt x="1147" y="837"/>
                    </a:lnTo>
                    <a:lnTo>
                      <a:pt x="1147" y="837"/>
                    </a:lnTo>
                    <a:cubicBezTo>
                      <a:pt x="1116" y="867"/>
                      <a:pt x="1116" y="867"/>
                      <a:pt x="1116" y="867"/>
                    </a:cubicBezTo>
                    <a:cubicBezTo>
                      <a:pt x="1085" y="867"/>
                      <a:pt x="1023" y="867"/>
                      <a:pt x="1023" y="867"/>
                    </a:cubicBezTo>
                    <a:lnTo>
                      <a:pt x="1023" y="867"/>
                    </a:lnTo>
                    <a:lnTo>
                      <a:pt x="992" y="867"/>
                    </a:lnTo>
                    <a:cubicBezTo>
                      <a:pt x="992" y="837"/>
                      <a:pt x="992" y="837"/>
                      <a:pt x="961" y="837"/>
                    </a:cubicBezTo>
                    <a:lnTo>
                      <a:pt x="961" y="837"/>
                    </a:lnTo>
                    <a:lnTo>
                      <a:pt x="961" y="837"/>
                    </a:lnTo>
                    <a:cubicBezTo>
                      <a:pt x="930" y="837"/>
                      <a:pt x="930" y="837"/>
                      <a:pt x="930" y="805"/>
                    </a:cubicBezTo>
                    <a:cubicBezTo>
                      <a:pt x="930" y="805"/>
                      <a:pt x="930" y="805"/>
                      <a:pt x="899" y="805"/>
                    </a:cubicBezTo>
                    <a:cubicBezTo>
                      <a:pt x="899" y="805"/>
                      <a:pt x="899" y="805"/>
                      <a:pt x="899" y="774"/>
                    </a:cubicBezTo>
                    <a:lnTo>
                      <a:pt x="899" y="774"/>
                    </a:lnTo>
                    <a:cubicBezTo>
                      <a:pt x="899" y="743"/>
                      <a:pt x="868" y="743"/>
                      <a:pt x="868" y="743"/>
                    </a:cubicBezTo>
                    <a:lnTo>
                      <a:pt x="868" y="713"/>
                    </a:lnTo>
                    <a:cubicBezTo>
                      <a:pt x="837" y="681"/>
                      <a:pt x="806" y="619"/>
                      <a:pt x="806" y="589"/>
                    </a:cubicBezTo>
                    <a:cubicBezTo>
                      <a:pt x="806" y="557"/>
                      <a:pt x="806" y="557"/>
                      <a:pt x="806" y="526"/>
                    </a:cubicBezTo>
                    <a:cubicBezTo>
                      <a:pt x="806" y="495"/>
                      <a:pt x="806" y="495"/>
                      <a:pt x="806" y="495"/>
                    </a:cubicBezTo>
                    <a:cubicBezTo>
                      <a:pt x="806" y="465"/>
                      <a:pt x="837" y="402"/>
                      <a:pt x="837" y="372"/>
                    </a:cubicBezTo>
                    <a:cubicBezTo>
                      <a:pt x="837" y="372"/>
                      <a:pt x="837" y="372"/>
                      <a:pt x="806" y="3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67" name="Freeform 216">
                <a:extLst>
                  <a:ext uri="{FF2B5EF4-FFF2-40B4-BE49-F238E27FC236}">
                    <a16:creationId xmlns:a16="http://schemas.microsoft.com/office/drawing/2014/main" id="{A19BAE8B-6CFB-1886-8D8E-11D675F978A2}"/>
                  </a:ext>
                </a:extLst>
              </p:cNvPr>
              <p:cNvSpPr>
                <a:spLocks noChangeArrowheads="1"/>
              </p:cNvSpPr>
              <p:nvPr/>
            </p:nvSpPr>
            <p:spPr bwMode="auto">
              <a:xfrm>
                <a:off x="1347788" y="1903413"/>
                <a:ext cx="88900" cy="134937"/>
              </a:xfrm>
              <a:custGeom>
                <a:avLst/>
                <a:gdLst>
                  <a:gd name="T0" fmla="*/ 62 w 249"/>
                  <a:gd name="T1" fmla="*/ 124 h 373"/>
                  <a:gd name="T2" fmla="*/ 62 w 249"/>
                  <a:gd name="T3" fmla="*/ 124 h 373"/>
                  <a:gd name="T4" fmla="*/ 62 w 249"/>
                  <a:gd name="T5" fmla="*/ 63 h 373"/>
                  <a:gd name="T6" fmla="*/ 62 w 249"/>
                  <a:gd name="T7" fmla="*/ 63 h 373"/>
                  <a:gd name="T8" fmla="*/ 62 w 249"/>
                  <a:gd name="T9" fmla="*/ 32 h 373"/>
                  <a:gd name="T10" fmla="*/ 62 w 249"/>
                  <a:gd name="T11" fmla="*/ 0 h 373"/>
                  <a:gd name="T12" fmla="*/ 62 w 249"/>
                  <a:gd name="T13" fmla="*/ 0 h 373"/>
                  <a:gd name="T14" fmla="*/ 62 w 249"/>
                  <a:gd name="T15" fmla="*/ 0 h 373"/>
                  <a:gd name="T16" fmla="*/ 31 w 249"/>
                  <a:gd name="T17" fmla="*/ 32 h 373"/>
                  <a:gd name="T18" fmla="*/ 0 w 249"/>
                  <a:gd name="T19" fmla="*/ 0 h 373"/>
                  <a:gd name="T20" fmla="*/ 0 w 249"/>
                  <a:gd name="T21" fmla="*/ 0 h 373"/>
                  <a:gd name="T22" fmla="*/ 0 w 249"/>
                  <a:gd name="T23" fmla="*/ 32 h 373"/>
                  <a:gd name="T24" fmla="*/ 0 w 249"/>
                  <a:gd name="T25" fmla="*/ 63 h 373"/>
                  <a:gd name="T26" fmla="*/ 0 w 249"/>
                  <a:gd name="T27" fmla="*/ 63 h 373"/>
                  <a:gd name="T28" fmla="*/ 31 w 249"/>
                  <a:gd name="T29" fmla="*/ 93 h 373"/>
                  <a:gd name="T30" fmla="*/ 31 w 249"/>
                  <a:gd name="T31" fmla="*/ 124 h 373"/>
                  <a:gd name="T32" fmla="*/ 62 w 249"/>
                  <a:gd name="T33" fmla="*/ 124 h 373"/>
                  <a:gd name="T34" fmla="*/ 62 w 249"/>
                  <a:gd name="T35" fmla="*/ 156 h 373"/>
                  <a:gd name="T36" fmla="*/ 124 w 249"/>
                  <a:gd name="T37" fmla="*/ 217 h 373"/>
                  <a:gd name="T38" fmla="*/ 155 w 249"/>
                  <a:gd name="T39" fmla="*/ 248 h 373"/>
                  <a:gd name="T40" fmla="*/ 124 w 249"/>
                  <a:gd name="T41" fmla="*/ 280 h 373"/>
                  <a:gd name="T42" fmla="*/ 94 w 249"/>
                  <a:gd name="T43" fmla="*/ 311 h 373"/>
                  <a:gd name="T44" fmla="*/ 124 w 249"/>
                  <a:gd name="T45" fmla="*/ 311 h 373"/>
                  <a:gd name="T46" fmla="*/ 155 w 249"/>
                  <a:gd name="T47" fmla="*/ 311 h 373"/>
                  <a:gd name="T48" fmla="*/ 155 w 249"/>
                  <a:gd name="T49" fmla="*/ 341 h 373"/>
                  <a:gd name="T50" fmla="*/ 186 w 249"/>
                  <a:gd name="T51" fmla="*/ 341 h 373"/>
                  <a:gd name="T52" fmla="*/ 218 w 249"/>
                  <a:gd name="T53" fmla="*/ 372 h 373"/>
                  <a:gd name="T54" fmla="*/ 248 w 249"/>
                  <a:gd name="T55" fmla="*/ 372 h 373"/>
                  <a:gd name="T56" fmla="*/ 248 w 249"/>
                  <a:gd name="T57" fmla="*/ 372 h 373"/>
                  <a:gd name="T58" fmla="*/ 218 w 249"/>
                  <a:gd name="T59" fmla="*/ 372 h 373"/>
                  <a:gd name="T60" fmla="*/ 218 w 249"/>
                  <a:gd name="T61" fmla="*/ 341 h 373"/>
                  <a:gd name="T62" fmla="*/ 155 w 249"/>
                  <a:gd name="T63" fmla="*/ 280 h 373"/>
                  <a:gd name="T64" fmla="*/ 155 w 249"/>
                  <a:gd name="T65" fmla="*/ 280 h 373"/>
                  <a:gd name="T66" fmla="*/ 155 w 249"/>
                  <a:gd name="T67" fmla="*/ 217 h 373"/>
                  <a:gd name="T68" fmla="*/ 155 w 249"/>
                  <a:gd name="T69" fmla="*/ 217 h 373"/>
                  <a:gd name="T70" fmla="*/ 155 w 249"/>
                  <a:gd name="T71" fmla="*/ 217 h 373"/>
                  <a:gd name="T72" fmla="*/ 155 w 249"/>
                  <a:gd name="T73" fmla="*/ 187 h 373"/>
                  <a:gd name="T74" fmla="*/ 155 w 249"/>
                  <a:gd name="T75" fmla="*/ 187 h 373"/>
                  <a:gd name="T76" fmla="*/ 94 w 249"/>
                  <a:gd name="T77" fmla="*/ 187 h 373"/>
                  <a:gd name="T78" fmla="*/ 62 w 249"/>
                  <a:gd name="T79" fmla="*/ 124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49" h="373">
                    <a:moveTo>
                      <a:pt x="62" y="124"/>
                    </a:moveTo>
                    <a:lnTo>
                      <a:pt x="62" y="124"/>
                    </a:lnTo>
                    <a:cubicBezTo>
                      <a:pt x="62" y="93"/>
                      <a:pt x="62" y="93"/>
                      <a:pt x="62" y="63"/>
                    </a:cubicBezTo>
                    <a:lnTo>
                      <a:pt x="62" y="63"/>
                    </a:lnTo>
                    <a:cubicBezTo>
                      <a:pt x="62" y="32"/>
                      <a:pt x="62" y="32"/>
                      <a:pt x="62" y="32"/>
                    </a:cubicBezTo>
                    <a:cubicBezTo>
                      <a:pt x="62" y="32"/>
                      <a:pt x="62" y="32"/>
                      <a:pt x="62" y="0"/>
                    </a:cubicBezTo>
                    <a:lnTo>
                      <a:pt x="62" y="0"/>
                    </a:lnTo>
                    <a:lnTo>
                      <a:pt x="62" y="0"/>
                    </a:lnTo>
                    <a:lnTo>
                      <a:pt x="31" y="32"/>
                    </a:lnTo>
                    <a:cubicBezTo>
                      <a:pt x="31" y="32"/>
                      <a:pt x="31" y="32"/>
                      <a:pt x="0" y="0"/>
                    </a:cubicBezTo>
                    <a:lnTo>
                      <a:pt x="0" y="0"/>
                    </a:lnTo>
                    <a:cubicBezTo>
                      <a:pt x="0" y="32"/>
                      <a:pt x="0" y="32"/>
                      <a:pt x="0" y="32"/>
                    </a:cubicBezTo>
                    <a:cubicBezTo>
                      <a:pt x="0" y="63"/>
                      <a:pt x="0" y="63"/>
                      <a:pt x="0" y="63"/>
                    </a:cubicBezTo>
                    <a:lnTo>
                      <a:pt x="0" y="63"/>
                    </a:lnTo>
                    <a:cubicBezTo>
                      <a:pt x="31" y="63"/>
                      <a:pt x="31" y="63"/>
                      <a:pt x="31" y="93"/>
                    </a:cubicBezTo>
                    <a:cubicBezTo>
                      <a:pt x="31" y="124"/>
                      <a:pt x="31" y="124"/>
                      <a:pt x="31" y="124"/>
                    </a:cubicBezTo>
                    <a:cubicBezTo>
                      <a:pt x="31" y="124"/>
                      <a:pt x="31" y="124"/>
                      <a:pt x="62" y="124"/>
                    </a:cubicBezTo>
                    <a:lnTo>
                      <a:pt x="62" y="156"/>
                    </a:lnTo>
                    <a:lnTo>
                      <a:pt x="124" y="217"/>
                    </a:lnTo>
                    <a:cubicBezTo>
                      <a:pt x="155" y="248"/>
                      <a:pt x="155" y="248"/>
                      <a:pt x="155" y="248"/>
                    </a:cubicBezTo>
                    <a:cubicBezTo>
                      <a:pt x="155" y="280"/>
                      <a:pt x="124" y="280"/>
                      <a:pt x="124" y="280"/>
                    </a:cubicBezTo>
                    <a:cubicBezTo>
                      <a:pt x="124" y="280"/>
                      <a:pt x="124" y="280"/>
                      <a:pt x="94" y="311"/>
                    </a:cubicBezTo>
                    <a:cubicBezTo>
                      <a:pt x="124" y="311"/>
                      <a:pt x="124" y="311"/>
                      <a:pt x="124" y="311"/>
                    </a:cubicBezTo>
                    <a:cubicBezTo>
                      <a:pt x="124" y="311"/>
                      <a:pt x="124" y="311"/>
                      <a:pt x="155" y="311"/>
                    </a:cubicBezTo>
                    <a:cubicBezTo>
                      <a:pt x="155" y="341"/>
                      <a:pt x="155" y="341"/>
                      <a:pt x="155" y="341"/>
                    </a:cubicBezTo>
                    <a:lnTo>
                      <a:pt x="186" y="341"/>
                    </a:lnTo>
                    <a:lnTo>
                      <a:pt x="218" y="372"/>
                    </a:lnTo>
                    <a:lnTo>
                      <a:pt x="248" y="372"/>
                    </a:lnTo>
                    <a:lnTo>
                      <a:pt x="248" y="372"/>
                    </a:lnTo>
                    <a:cubicBezTo>
                      <a:pt x="248" y="372"/>
                      <a:pt x="248" y="372"/>
                      <a:pt x="218" y="372"/>
                    </a:cubicBezTo>
                    <a:cubicBezTo>
                      <a:pt x="218" y="372"/>
                      <a:pt x="218" y="372"/>
                      <a:pt x="218" y="341"/>
                    </a:cubicBezTo>
                    <a:cubicBezTo>
                      <a:pt x="186" y="341"/>
                      <a:pt x="186" y="311"/>
                      <a:pt x="155" y="280"/>
                    </a:cubicBezTo>
                    <a:lnTo>
                      <a:pt x="155" y="280"/>
                    </a:lnTo>
                    <a:cubicBezTo>
                      <a:pt x="155" y="248"/>
                      <a:pt x="155" y="217"/>
                      <a:pt x="155" y="217"/>
                    </a:cubicBezTo>
                    <a:lnTo>
                      <a:pt x="155" y="217"/>
                    </a:lnTo>
                    <a:lnTo>
                      <a:pt x="155" y="217"/>
                    </a:lnTo>
                    <a:cubicBezTo>
                      <a:pt x="155" y="217"/>
                      <a:pt x="155" y="217"/>
                      <a:pt x="155" y="187"/>
                    </a:cubicBezTo>
                    <a:lnTo>
                      <a:pt x="155" y="187"/>
                    </a:lnTo>
                    <a:cubicBezTo>
                      <a:pt x="124" y="187"/>
                      <a:pt x="124" y="187"/>
                      <a:pt x="94" y="187"/>
                    </a:cubicBezTo>
                    <a:cubicBezTo>
                      <a:pt x="94" y="187"/>
                      <a:pt x="62" y="156"/>
                      <a:pt x="62" y="12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sp>
            <p:nvSpPr>
              <p:cNvPr id="268" name="Freeform 217">
                <a:extLst>
                  <a:ext uri="{FF2B5EF4-FFF2-40B4-BE49-F238E27FC236}">
                    <a16:creationId xmlns:a16="http://schemas.microsoft.com/office/drawing/2014/main" id="{CBAEF72D-B474-3A0C-FAFE-ECB42AFB5197}"/>
                  </a:ext>
                </a:extLst>
              </p:cNvPr>
              <p:cNvSpPr>
                <a:spLocks noChangeArrowheads="1"/>
              </p:cNvSpPr>
              <p:nvPr/>
            </p:nvSpPr>
            <p:spPr bwMode="auto">
              <a:xfrm>
                <a:off x="2351088" y="1601788"/>
                <a:ext cx="68262" cy="33337"/>
              </a:xfrm>
              <a:custGeom>
                <a:avLst/>
                <a:gdLst>
                  <a:gd name="T0" fmla="*/ 63 w 188"/>
                  <a:gd name="T1" fmla="*/ 31 h 93"/>
                  <a:gd name="T2" fmla="*/ 63 w 188"/>
                  <a:gd name="T3" fmla="*/ 31 h 93"/>
                  <a:gd name="T4" fmla="*/ 32 w 188"/>
                  <a:gd name="T5" fmla="*/ 62 h 93"/>
                  <a:gd name="T6" fmla="*/ 0 w 188"/>
                  <a:gd name="T7" fmla="*/ 62 h 93"/>
                  <a:gd name="T8" fmla="*/ 32 w 188"/>
                  <a:gd name="T9" fmla="*/ 92 h 93"/>
                  <a:gd name="T10" fmla="*/ 32 w 188"/>
                  <a:gd name="T11" fmla="*/ 92 h 93"/>
                  <a:gd name="T12" fmla="*/ 32 w 188"/>
                  <a:gd name="T13" fmla="*/ 92 h 93"/>
                  <a:gd name="T14" fmla="*/ 63 w 188"/>
                  <a:gd name="T15" fmla="*/ 92 h 93"/>
                  <a:gd name="T16" fmla="*/ 94 w 188"/>
                  <a:gd name="T17" fmla="*/ 31 h 93"/>
                  <a:gd name="T18" fmla="*/ 124 w 188"/>
                  <a:gd name="T19" fmla="*/ 31 h 93"/>
                  <a:gd name="T20" fmla="*/ 124 w 188"/>
                  <a:gd name="T21" fmla="*/ 31 h 93"/>
                  <a:gd name="T22" fmla="*/ 156 w 188"/>
                  <a:gd name="T23" fmla="*/ 31 h 93"/>
                  <a:gd name="T24" fmla="*/ 156 w 188"/>
                  <a:gd name="T25" fmla="*/ 31 h 93"/>
                  <a:gd name="T26" fmla="*/ 156 w 188"/>
                  <a:gd name="T27" fmla="*/ 31 h 93"/>
                  <a:gd name="T28" fmla="*/ 156 w 188"/>
                  <a:gd name="T29" fmla="*/ 31 h 93"/>
                  <a:gd name="T30" fmla="*/ 187 w 188"/>
                  <a:gd name="T31" fmla="*/ 0 h 93"/>
                  <a:gd name="T32" fmla="*/ 156 w 188"/>
                  <a:gd name="T33" fmla="*/ 0 h 93"/>
                  <a:gd name="T34" fmla="*/ 124 w 188"/>
                  <a:gd name="T35" fmla="*/ 0 h 93"/>
                  <a:gd name="T36" fmla="*/ 124 w 188"/>
                  <a:gd name="T37" fmla="*/ 31 h 93"/>
                  <a:gd name="T38" fmla="*/ 63 w 188"/>
                  <a:gd name="T39" fmla="*/ 31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8" h="93">
                    <a:moveTo>
                      <a:pt x="63" y="31"/>
                    </a:moveTo>
                    <a:lnTo>
                      <a:pt x="63" y="31"/>
                    </a:lnTo>
                    <a:lnTo>
                      <a:pt x="32" y="62"/>
                    </a:lnTo>
                    <a:lnTo>
                      <a:pt x="0" y="62"/>
                    </a:lnTo>
                    <a:lnTo>
                      <a:pt x="32" y="92"/>
                    </a:lnTo>
                    <a:lnTo>
                      <a:pt x="32" y="92"/>
                    </a:lnTo>
                    <a:lnTo>
                      <a:pt x="32" y="92"/>
                    </a:lnTo>
                    <a:cubicBezTo>
                      <a:pt x="32" y="92"/>
                      <a:pt x="32" y="92"/>
                      <a:pt x="63" y="92"/>
                    </a:cubicBezTo>
                    <a:cubicBezTo>
                      <a:pt x="63" y="62"/>
                      <a:pt x="94" y="31"/>
                      <a:pt x="94" y="31"/>
                    </a:cubicBezTo>
                    <a:cubicBezTo>
                      <a:pt x="124" y="31"/>
                      <a:pt x="124" y="31"/>
                      <a:pt x="124" y="31"/>
                    </a:cubicBezTo>
                    <a:lnTo>
                      <a:pt x="124" y="31"/>
                    </a:lnTo>
                    <a:cubicBezTo>
                      <a:pt x="156" y="31"/>
                      <a:pt x="156" y="31"/>
                      <a:pt x="156" y="31"/>
                    </a:cubicBezTo>
                    <a:lnTo>
                      <a:pt x="156" y="31"/>
                    </a:lnTo>
                    <a:lnTo>
                      <a:pt x="156" y="31"/>
                    </a:lnTo>
                    <a:lnTo>
                      <a:pt x="156" y="31"/>
                    </a:lnTo>
                    <a:cubicBezTo>
                      <a:pt x="187" y="31"/>
                      <a:pt x="187" y="0"/>
                      <a:pt x="187" y="0"/>
                    </a:cubicBezTo>
                    <a:cubicBezTo>
                      <a:pt x="156" y="0"/>
                      <a:pt x="156" y="0"/>
                      <a:pt x="156" y="0"/>
                    </a:cubicBezTo>
                    <a:lnTo>
                      <a:pt x="124" y="0"/>
                    </a:lnTo>
                    <a:cubicBezTo>
                      <a:pt x="124" y="31"/>
                      <a:pt x="124" y="31"/>
                      <a:pt x="124" y="31"/>
                    </a:cubicBezTo>
                    <a:cubicBezTo>
                      <a:pt x="94" y="31"/>
                      <a:pt x="63" y="31"/>
                      <a:pt x="63" y="3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en-US" dirty="0"/>
              </a:p>
            </p:txBody>
          </p:sp>
        </p:grpSp>
        <p:sp>
          <p:nvSpPr>
            <p:cNvPr id="48" name="Freeform 53">
              <a:extLst>
                <a:ext uri="{FF2B5EF4-FFF2-40B4-BE49-F238E27FC236}">
                  <a16:creationId xmlns:a16="http://schemas.microsoft.com/office/drawing/2014/main" id="{DFC03044-B29F-A49A-2BE3-CF6E760F9516}"/>
                </a:ext>
              </a:extLst>
            </p:cNvPr>
            <p:cNvSpPr>
              <a:spLocks noChangeAspect="1"/>
            </p:cNvSpPr>
            <p:nvPr/>
          </p:nvSpPr>
          <p:spPr bwMode="gray">
            <a:xfrm>
              <a:off x="16665081" y="9223935"/>
              <a:ext cx="116470" cy="137526"/>
            </a:xfrm>
            <a:custGeom>
              <a:avLst/>
              <a:gdLst/>
              <a:ahLst/>
              <a:cxnLst>
                <a:cxn ang="0">
                  <a:pos x="4" y="4"/>
                </a:cxn>
                <a:cxn ang="0">
                  <a:pos x="20" y="11"/>
                </a:cxn>
                <a:cxn ang="0">
                  <a:pos x="30" y="7"/>
                </a:cxn>
                <a:cxn ang="0">
                  <a:pos x="68" y="32"/>
                </a:cxn>
                <a:cxn ang="0">
                  <a:pos x="105" y="36"/>
                </a:cxn>
                <a:cxn ang="0">
                  <a:pos x="127" y="23"/>
                </a:cxn>
                <a:cxn ang="0">
                  <a:pos x="148" y="22"/>
                </a:cxn>
                <a:cxn ang="0">
                  <a:pos x="165" y="13"/>
                </a:cxn>
                <a:cxn ang="0">
                  <a:pos x="176" y="7"/>
                </a:cxn>
                <a:cxn ang="0">
                  <a:pos x="193" y="22"/>
                </a:cxn>
                <a:cxn ang="0">
                  <a:pos x="198" y="54"/>
                </a:cxn>
                <a:cxn ang="0">
                  <a:pos x="196" y="85"/>
                </a:cxn>
                <a:cxn ang="0">
                  <a:pos x="201" y="109"/>
                </a:cxn>
                <a:cxn ang="0">
                  <a:pos x="198" y="112"/>
                </a:cxn>
                <a:cxn ang="0">
                  <a:pos x="194" y="94"/>
                </a:cxn>
                <a:cxn ang="0">
                  <a:pos x="182" y="119"/>
                </a:cxn>
                <a:cxn ang="0">
                  <a:pos x="177" y="135"/>
                </a:cxn>
                <a:cxn ang="0">
                  <a:pos x="172" y="157"/>
                </a:cxn>
                <a:cxn ang="0">
                  <a:pos x="156" y="155"/>
                </a:cxn>
                <a:cxn ang="0">
                  <a:pos x="154" y="167"/>
                </a:cxn>
                <a:cxn ang="0">
                  <a:pos x="143" y="179"/>
                </a:cxn>
                <a:cxn ang="0">
                  <a:pos x="137" y="184"/>
                </a:cxn>
                <a:cxn ang="0">
                  <a:pos x="127" y="187"/>
                </a:cxn>
                <a:cxn ang="0">
                  <a:pos x="124" y="206"/>
                </a:cxn>
                <a:cxn ang="0">
                  <a:pos x="111" y="216"/>
                </a:cxn>
                <a:cxn ang="0">
                  <a:pos x="99" y="209"/>
                </a:cxn>
                <a:cxn ang="0">
                  <a:pos x="83" y="208"/>
                </a:cxn>
                <a:cxn ang="0">
                  <a:pos x="69" y="201"/>
                </a:cxn>
                <a:cxn ang="0">
                  <a:pos x="80" y="193"/>
                </a:cxn>
                <a:cxn ang="0">
                  <a:pos x="62" y="188"/>
                </a:cxn>
                <a:cxn ang="0">
                  <a:pos x="41" y="157"/>
                </a:cxn>
                <a:cxn ang="0">
                  <a:pos x="25" y="107"/>
                </a:cxn>
                <a:cxn ang="0">
                  <a:pos x="45" y="118"/>
                </a:cxn>
                <a:cxn ang="0">
                  <a:pos x="25" y="92"/>
                </a:cxn>
                <a:cxn ang="0">
                  <a:pos x="2" y="24"/>
                </a:cxn>
              </a:cxnLst>
              <a:rect l="0" t="0" r="r" b="b"/>
              <a:pathLst>
                <a:path w="201" h="216">
                  <a:moveTo>
                    <a:pt x="2" y="0"/>
                  </a:moveTo>
                  <a:lnTo>
                    <a:pt x="4" y="4"/>
                  </a:lnTo>
                  <a:lnTo>
                    <a:pt x="13" y="6"/>
                  </a:lnTo>
                  <a:lnTo>
                    <a:pt x="20" y="11"/>
                  </a:lnTo>
                  <a:lnTo>
                    <a:pt x="26" y="7"/>
                  </a:lnTo>
                  <a:lnTo>
                    <a:pt x="30" y="7"/>
                  </a:lnTo>
                  <a:lnTo>
                    <a:pt x="43" y="13"/>
                  </a:lnTo>
                  <a:lnTo>
                    <a:pt x="68" y="32"/>
                  </a:lnTo>
                  <a:lnTo>
                    <a:pt x="100" y="36"/>
                  </a:lnTo>
                  <a:lnTo>
                    <a:pt x="105" y="36"/>
                  </a:lnTo>
                  <a:lnTo>
                    <a:pt x="116" y="28"/>
                  </a:lnTo>
                  <a:lnTo>
                    <a:pt x="127" y="23"/>
                  </a:lnTo>
                  <a:lnTo>
                    <a:pt x="137" y="24"/>
                  </a:lnTo>
                  <a:lnTo>
                    <a:pt x="148" y="22"/>
                  </a:lnTo>
                  <a:lnTo>
                    <a:pt x="159" y="11"/>
                  </a:lnTo>
                  <a:lnTo>
                    <a:pt x="165" y="13"/>
                  </a:lnTo>
                  <a:lnTo>
                    <a:pt x="172" y="16"/>
                  </a:lnTo>
                  <a:lnTo>
                    <a:pt x="176" y="7"/>
                  </a:lnTo>
                  <a:lnTo>
                    <a:pt x="185" y="11"/>
                  </a:lnTo>
                  <a:lnTo>
                    <a:pt x="193" y="22"/>
                  </a:lnTo>
                  <a:lnTo>
                    <a:pt x="197" y="44"/>
                  </a:lnTo>
                  <a:lnTo>
                    <a:pt x="198" y="54"/>
                  </a:lnTo>
                  <a:lnTo>
                    <a:pt x="196" y="65"/>
                  </a:lnTo>
                  <a:lnTo>
                    <a:pt x="196" y="85"/>
                  </a:lnTo>
                  <a:lnTo>
                    <a:pt x="198" y="103"/>
                  </a:lnTo>
                  <a:lnTo>
                    <a:pt x="201" y="109"/>
                  </a:lnTo>
                  <a:lnTo>
                    <a:pt x="198" y="122"/>
                  </a:lnTo>
                  <a:lnTo>
                    <a:pt x="198" y="112"/>
                  </a:lnTo>
                  <a:lnTo>
                    <a:pt x="197" y="102"/>
                  </a:lnTo>
                  <a:lnTo>
                    <a:pt x="194" y="94"/>
                  </a:lnTo>
                  <a:lnTo>
                    <a:pt x="192" y="101"/>
                  </a:lnTo>
                  <a:lnTo>
                    <a:pt x="182" y="119"/>
                  </a:lnTo>
                  <a:lnTo>
                    <a:pt x="182" y="134"/>
                  </a:lnTo>
                  <a:lnTo>
                    <a:pt x="177" y="135"/>
                  </a:lnTo>
                  <a:lnTo>
                    <a:pt x="177" y="153"/>
                  </a:lnTo>
                  <a:lnTo>
                    <a:pt x="172" y="157"/>
                  </a:lnTo>
                  <a:lnTo>
                    <a:pt x="166" y="157"/>
                  </a:lnTo>
                  <a:lnTo>
                    <a:pt x="156" y="155"/>
                  </a:lnTo>
                  <a:lnTo>
                    <a:pt x="154" y="158"/>
                  </a:lnTo>
                  <a:lnTo>
                    <a:pt x="154" y="167"/>
                  </a:lnTo>
                  <a:lnTo>
                    <a:pt x="150" y="176"/>
                  </a:lnTo>
                  <a:lnTo>
                    <a:pt x="143" y="179"/>
                  </a:lnTo>
                  <a:lnTo>
                    <a:pt x="140" y="190"/>
                  </a:lnTo>
                  <a:lnTo>
                    <a:pt x="137" y="184"/>
                  </a:lnTo>
                  <a:lnTo>
                    <a:pt x="131" y="182"/>
                  </a:lnTo>
                  <a:lnTo>
                    <a:pt x="127" y="187"/>
                  </a:lnTo>
                  <a:lnTo>
                    <a:pt x="124" y="198"/>
                  </a:lnTo>
                  <a:lnTo>
                    <a:pt x="124" y="206"/>
                  </a:lnTo>
                  <a:lnTo>
                    <a:pt x="117" y="215"/>
                  </a:lnTo>
                  <a:lnTo>
                    <a:pt x="111" y="216"/>
                  </a:lnTo>
                  <a:lnTo>
                    <a:pt x="105" y="211"/>
                  </a:lnTo>
                  <a:lnTo>
                    <a:pt x="99" y="209"/>
                  </a:lnTo>
                  <a:lnTo>
                    <a:pt x="94" y="212"/>
                  </a:lnTo>
                  <a:lnTo>
                    <a:pt x="83" y="208"/>
                  </a:lnTo>
                  <a:lnTo>
                    <a:pt x="73" y="208"/>
                  </a:lnTo>
                  <a:lnTo>
                    <a:pt x="69" y="201"/>
                  </a:lnTo>
                  <a:lnTo>
                    <a:pt x="77" y="200"/>
                  </a:lnTo>
                  <a:lnTo>
                    <a:pt x="80" y="193"/>
                  </a:lnTo>
                  <a:lnTo>
                    <a:pt x="70" y="193"/>
                  </a:lnTo>
                  <a:lnTo>
                    <a:pt x="62" y="188"/>
                  </a:lnTo>
                  <a:lnTo>
                    <a:pt x="49" y="165"/>
                  </a:lnTo>
                  <a:lnTo>
                    <a:pt x="41" y="157"/>
                  </a:lnTo>
                  <a:lnTo>
                    <a:pt x="37" y="151"/>
                  </a:lnTo>
                  <a:lnTo>
                    <a:pt x="25" y="107"/>
                  </a:lnTo>
                  <a:lnTo>
                    <a:pt x="37" y="129"/>
                  </a:lnTo>
                  <a:lnTo>
                    <a:pt x="45" y="118"/>
                  </a:lnTo>
                  <a:lnTo>
                    <a:pt x="37" y="113"/>
                  </a:lnTo>
                  <a:lnTo>
                    <a:pt x="25" y="92"/>
                  </a:lnTo>
                  <a:lnTo>
                    <a:pt x="0" y="39"/>
                  </a:lnTo>
                  <a:lnTo>
                    <a:pt x="2" y="24"/>
                  </a:lnTo>
                  <a:lnTo>
                    <a:pt x="2" y="0"/>
                  </a:lnTo>
                  <a:close/>
                </a:path>
              </a:pathLst>
            </a:custGeom>
            <a:grpFill/>
            <a:ln w="6350" cap="flat" cmpd="sng">
              <a:noFill/>
              <a:prstDash val="solid"/>
              <a:round/>
              <a:headEnd type="none" w="med" len="med"/>
              <a:tailEnd type="none" w="med" len="med"/>
            </a:ln>
            <a:effectLst/>
          </p:spPr>
          <p:txBody>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defRPr/>
              </a:pPr>
              <a:endParaRPr lang="en-US" dirty="0">
                <a:latin typeface="Lato Light"/>
                <a:ea typeface="+mn-ea"/>
                <a:cs typeface="+mn-cs"/>
              </a:endParaRPr>
            </a:p>
          </p:txBody>
        </p:sp>
        <p:sp>
          <p:nvSpPr>
            <p:cNvPr id="49" name="Freeform 55">
              <a:extLst>
                <a:ext uri="{FF2B5EF4-FFF2-40B4-BE49-F238E27FC236}">
                  <a16:creationId xmlns:a16="http://schemas.microsoft.com/office/drawing/2014/main" id="{600E6070-84B4-8714-5C67-4C074622879C}"/>
                </a:ext>
              </a:extLst>
            </p:cNvPr>
            <p:cNvSpPr>
              <a:spLocks noChangeAspect="1"/>
            </p:cNvSpPr>
            <p:nvPr/>
          </p:nvSpPr>
          <p:spPr bwMode="gray">
            <a:xfrm>
              <a:off x="17358077" y="9220735"/>
              <a:ext cx="247501" cy="294238"/>
            </a:xfrm>
            <a:custGeom>
              <a:avLst/>
              <a:gdLst/>
              <a:ahLst/>
              <a:cxnLst>
                <a:cxn ang="0">
                  <a:pos x="319" y="16"/>
                </a:cxn>
                <a:cxn ang="0">
                  <a:pos x="337" y="0"/>
                </a:cxn>
                <a:cxn ang="0">
                  <a:pos x="349" y="22"/>
                </a:cxn>
                <a:cxn ang="0">
                  <a:pos x="362" y="51"/>
                </a:cxn>
                <a:cxn ang="0">
                  <a:pos x="391" y="35"/>
                </a:cxn>
                <a:cxn ang="0">
                  <a:pos x="402" y="35"/>
                </a:cxn>
                <a:cxn ang="0">
                  <a:pos x="411" y="47"/>
                </a:cxn>
                <a:cxn ang="0">
                  <a:pos x="423" y="40"/>
                </a:cxn>
                <a:cxn ang="0">
                  <a:pos x="417" y="68"/>
                </a:cxn>
                <a:cxn ang="0">
                  <a:pos x="411" y="114"/>
                </a:cxn>
                <a:cxn ang="0">
                  <a:pos x="387" y="141"/>
                </a:cxn>
                <a:cxn ang="0">
                  <a:pos x="362" y="180"/>
                </a:cxn>
                <a:cxn ang="0">
                  <a:pos x="342" y="228"/>
                </a:cxn>
                <a:cxn ang="0">
                  <a:pos x="360" y="246"/>
                </a:cxn>
                <a:cxn ang="0">
                  <a:pos x="326" y="235"/>
                </a:cxn>
                <a:cxn ang="0">
                  <a:pos x="316" y="244"/>
                </a:cxn>
                <a:cxn ang="0">
                  <a:pos x="287" y="262"/>
                </a:cxn>
                <a:cxn ang="0">
                  <a:pos x="274" y="265"/>
                </a:cxn>
                <a:cxn ang="0">
                  <a:pos x="262" y="320"/>
                </a:cxn>
                <a:cxn ang="0">
                  <a:pos x="245" y="361"/>
                </a:cxn>
                <a:cxn ang="0">
                  <a:pos x="231" y="390"/>
                </a:cxn>
                <a:cxn ang="0">
                  <a:pos x="230" y="410"/>
                </a:cxn>
                <a:cxn ang="0">
                  <a:pos x="190" y="434"/>
                </a:cxn>
                <a:cxn ang="0">
                  <a:pos x="177" y="449"/>
                </a:cxn>
                <a:cxn ang="0">
                  <a:pos x="138" y="463"/>
                </a:cxn>
                <a:cxn ang="0">
                  <a:pos x="120" y="454"/>
                </a:cxn>
                <a:cxn ang="0">
                  <a:pos x="104" y="454"/>
                </a:cxn>
                <a:cxn ang="0">
                  <a:pos x="91" y="441"/>
                </a:cxn>
                <a:cxn ang="0">
                  <a:pos x="55" y="421"/>
                </a:cxn>
                <a:cxn ang="0">
                  <a:pos x="12" y="422"/>
                </a:cxn>
                <a:cxn ang="0">
                  <a:pos x="13" y="413"/>
                </a:cxn>
                <a:cxn ang="0">
                  <a:pos x="9" y="405"/>
                </a:cxn>
                <a:cxn ang="0">
                  <a:pos x="16" y="391"/>
                </a:cxn>
                <a:cxn ang="0">
                  <a:pos x="24" y="379"/>
                </a:cxn>
                <a:cxn ang="0">
                  <a:pos x="15" y="366"/>
                </a:cxn>
                <a:cxn ang="0">
                  <a:pos x="21" y="353"/>
                </a:cxn>
                <a:cxn ang="0">
                  <a:pos x="37" y="356"/>
                </a:cxn>
                <a:cxn ang="0">
                  <a:pos x="31" y="347"/>
                </a:cxn>
                <a:cxn ang="0">
                  <a:pos x="47" y="325"/>
                </a:cxn>
                <a:cxn ang="0">
                  <a:pos x="56" y="329"/>
                </a:cxn>
                <a:cxn ang="0">
                  <a:pos x="61" y="304"/>
                </a:cxn>
                <a:cxn ang="0">
                  <a:pos x="82" y="278"/>
                </a:cxn>
                <a:cxn ang="0">
                  <a:pos x="102" y="255"/>
                </a:cxn>
                <a:cxn ang="0">
                  <a:pos x="133" y="249"/>
                </a:cxn>
                <a:cxn ang="0">
                  <a:pos x="187" y="208"/>
                </a:cxn>
                <a:cxn ang="0">
                  <a:pos x="219" y="178"/>
                </a:cxn>
                <a:cxn ang="0">
                  <a:pos x="256" y="144"/>
                </a:cxn>
                <a:cxn ang="0">
                  <a:pos x="288" y="81"/>
                </a:cxn>
                <a:cxn ang="0">
                  <a:pos x="308" y="34"/>
                </a:cxn>
              </a:cxnLst>
              <a:rect l="0" t="0" r="r" b="b"/>
              <a:pathLst>
                <a:path w="424" h="463">
                  <a:moveTo>
                    <a:pt x="308" y="34"/>
                  </a:moveTo>
                  <a:lnTo>
                    <a:pt x="310" y="35"/>
                  </a:lnTo>
                  <a:lnTo>
                    <a:pt x="311" y="20"/>
                  </a:lnTo>
                  <a:lnTo>
                    <a:pt x="319" y="16"/>
                  </a:lnTo>
                  <a:lnTo>
                    <a:pt x="327" y="6"/>
                  </a:lnTo>
                  <a:lnTo>
                    <a:pt x="331" y="6"/>
                  </a:lnTo>
                  <a:lnTo>
                    <a:pt x="333" y="2"/>
                  </a:lnTo>
                  <a:lnTo>
                    <a:pt x="337" y="0"/>
                  </a:lnTo>
                  <a:lnTo>
                    <a:pt x="340" y="3"/>
                  </a:lnTo>
                  <a:lnTo>
                    <a:pt x="340" y="14"/>
                  </a:lnTo>
                  <a:lnTo>
                    <a:pt x="343" y="20"/>
                  </a:lnTo>
                  <a:lnTo>
                    <a:pt x="349" y="22"/>
                  </a:lnTo>
                  <a:lnTo>
                    <a:pt x="354" y="22"/>
                  </a:lnTo>
                  <a:lnTo>
                    <a:pt x="358" y="28"/>
                  </a:lnTo>
                  <a:lnTo>
                    <a:pt x="358" y="45"/>
                  </a:lnTo>
                  <a:lnTo>
                    <a:pt x="362" y="51"/>
                  </a:lnTo>
                  <a:lnTo>
                    <a:pt x="368" y="55"/>
                  </a:lnTo>
                  <a:lnTo>
                    <a:pt x="381" y="44"/>
                  </a:lnTo>
                  <a:lnTo>
                    <a:pt x="387" y="41"/>
                  </a:lnTo>
                  <a:lnTo>
                    <a:pt x="391" y="35"/>
                  </a:lnTo>
                  <a:lnTo>
                    <a:pt x="401" y="29"/>
                  </a:lnTo>
                  <a:lnTo>
                    <a:pt x="406" y="28"/>
                  </a:lnTo>
                  <a:lnTo>
                    <a:pt x="407" y="29"/>
                  </a:lnTo>
                  <a:lnTo>
                    <a:pt x="402" y="35"/>
                  </a:lnTo>
                  <a:lnTo>
                    <a:pt x="403" y="36"/>
                  </a:lnTo>
                  <a:lnTo>
                    <a:pt x="405" y="44"/>
                  </a:lnTo>
                  <a:lnTo>
                    <a:pt x="401" y="54"/>
                  </a:lnTo>
                  <a:lnTo>
                    <a:pt x="411" y="47"/>
                  </a:lnTo>
                  <a:lnTo>
                    <a:pt x="408" y="43"/>
                  </a:lnTo>
                  <a:lnTo>
                    <a:pt x="413" y="34"/>
                  </a:lnTo>
                  <a:lnTo>
                    <a:pt x="418" y="33"/>
                  </a:lnTo>
                  <a:lnTo>
                    <a:pt x="423" y="40"/>
                  </a:lnTo>
                  <a:lnTo>
                    <a:pt x="414" y="51"/>
                  </a:lnTo>
                  <a:lnTo>
                    <a:pt x="418" y="51"/>
                  </a:lnTo>
                  <a:lnTo>
                    <a:pt x="422" y="57"/>
                  </a:lnTo>
                  <a:lnTo>
                    <a:pt x="417" y="68"/>
                  </a:lnTo>
                  <a:lnTo>
                    <a:pt x="424" y="87"/>
                  </a:lnTo>
                  <a:lnTo>
                    <a:pt x="422" y="93"/>
                  </a:lnTo>
                  <a:lnTo>
                    <a:pt x="413" y="106"/>
                  </a:lnTo>
                  <a:lnTo>
                    <a:pt x="411" y="114"/>
                  </a:lnTo>
                  <a:lnTo>
                    <a:pt x="405" y="124"/>
                  </a:lnTo>
                  <a:lnTo>
                    <a:pt x="398" y="125"/>
                  </a:lnTo>
                  <a:lnTo>
                    <a:pt x="397" y="129"/>
                  </a:lnTo>
                  <a:lnTo>
                    <a:pt x="387" y="141"/>
                  </a:lnTo>
                  <a:lnTo>
                    <a:pt x="375" y="168"/>
                  </a:lnTo>
                  <a:lnTo>
                    <a:pt x="369" y="174"/>
                  </a:lnTo>
                  <a:lnTo>
                    <a:pt x="365" y="175"/>
                  </a:lnTo>
                  <a:lnTo>
                    <a:pt x="362" y="180"/>
                  </a:lnTo>
                  <a:lnTo>
                    <a:pt x="349" y="189"/>
                  </a:lnTo>
                  <a:lnTo>
                    <a:pt x="347" y="192"/>
                  </a:lnTo>
                  <a:lnTo>
                    <a:pt x="344" y="217"/>
                  </a:lnTo>
                  <a:lnTo>
                    <a:pt x="342" y="228"/>
                  </a:lnTo>
                  <a:lnTo>
                    <a:pt x="352" y="230"/>
                  </a:lnTo>
                  <a:lnTo>
                    <a:pt x="359" y="234"/>
                  </a:lnTo>
                  <a:lnTo>
                    <a:pt x="362" y="243"/>
                  </a:lnTo>
                  <a:lnTo>
                    <a:pt x="360" y="246"/>
                  </a:lnTo>
                  <a:lnTo>
                    <a:pt x="356" y="240"/>
                  </a:lnTo>
                  <a:lnTo>
                    <a:pt x="354" y="246"/>
                  </a:lnTo>
                  <a:lnTo>
                    <a:pt x="333" y="239"/>
                  </a:lnTo>
                  <a:lnTo>
                    <a:pt x="326" y="235"/>
                  </a:lnTo>
                  <a:lnTo>
                    <a:pt x="324" y="237"/>
                  </a:lnTo>
                  <a:lnTo>
                    <a:pt x="324" y="244"/>
                  </a:lnTo>
                  <a:lnTo>
                    <a:pt x="320" y="248"/>
                  </a:lnTo>
                  <a:lnTo>
                    <a:pt x="316" y="244"/>
                  </a:lnTo>
                  <a:lnTo>
                    <a:pt x="313" y="243"/>
                  </a:lnTo>
                  <a:lnTo>
                    <a:pt x="310" y="249"/>
                  </a:lnTo>
                  <a:lnTo>
                    <a:pt x="295" y="256"/>
                  </a:lnTo>
                  <a:lnTo>
                    <a:pt x="287" y="262"/>
                  </a:lnTo>
                  <a:lnTo>
                    <a:pt x="282" y="262"/>
                  </a:lnTo>
                  <a:lnTo>
                    <a:pt x="279" y="256"/>
                  </a:lnTo>
                  <a:lnTo>
                    <a:pt x="274" y="256"/>
                  </a:lnTo>
                  <a:lnTo>
                    <a:pt x="274" y="265"/>
                  </a:lnTo>
                  <a:lnTo>
                    <a:pt x="272" y="277"/>
                  </a:lnTo>
                  <a:lnTo>
                    <a:pt x="265" y="289"/>
                  </a:lnTo>
                  <a:lnTo>
                    <a:pt x="263" y="302"/>
                  </a:lnTo>
                  <a:lnTo>
                    <a:pt x="262" y="320"/>
                  </a:lnTo>
                  <a:lnTo>
                    <a:pt x="256" y="324"/>
                  </a:lnTo>
                  <a:lnTo>
                    <a:pt x="257" y="336"/>
                  </a:lnTo>
                  <a:lnTo>
                    <a:pt x="247" y="347"/>
                  </a:lnTo>
                  <a:lnTo>
                    <a:pt x="245" y="361"/>
                  </a:lnTo>
                  <a:lnTo>
                    <a:pt x="245" y="369"/>
                  </a:lnTo>
                  <a:lnTo>
                    <a:pt x="239" y="379"/>
                  </a:lnTo>
                  <a:lnTo>
                    <a:pt x="233" y="385"/>
                  </a:lnTo>
                  <a:lnTo>
                    <a:pt x="231" y="390"/>
                  </a:lnTo>
                  <a:lnTo>
                    <a:pt x="231" y="398"/>
                  </a:lnTo>
                  <a:lnTo>
                    <a:pt x="228" y="401"/>
                  </a:lnTo>
                  <a:lnTo>
                    <a:pt x="233" y="402"/>
                  </a:lnTo>
                  <a:lnTo>
                    <a:pt x="230" y="410"/>
                  </a:lnTo>
                  <a:lnTo>
                    <a:pt x="223" y="409"/>
                  </a:lnTo>
                  <a:lnTo>
                    <a:pt x="214" y="415"/>
                  </a:lnTo>
                  <a:lnTo>
                    <a:pt x="204" y="428"/>
                  </a:lnTo>
                  <a:lnTo>
                    <a:pt x="190" y="434"/>
                  </a:lnTo>
                  <a:lnTo>
                    <a:pt x="185" y="437"/>
                  </a:lnTo>
                  <a:lnTo>
                    <a:pt x="185" y="441"/>
                  </a:lnTo>
                  <a:lnTo>
                    <a:pt x="180" y="443"/>
                  </a:lnTo>
                  <a:lnTo>
                    <a:pt x="177" y="449"/>
                  </a:lnTo>
                  <a:lnTo>
                    <a:pt x="172" y="453"/>
                  </a:lnTo>
                  <a:lnTo>
                    <a:pt x="153" y="459"/>
                  </a:lnTo>
                  <a:lnTo>
                    <a:pt x="149" y="459"/>
                  </a:lnTo>
                  <a:lnTo>
                    <a:pt x="138" y="463"/>
                  </a:lnTo>
                  <a:lnTo>
                    <a:pt x="132" y="459"/>
                  </a:lnTo>
                  <a:lnTo>
                    <a:pt x="129" y="452"/>
                  </a:lnTo>
                  <a:lnTo>
                    <a:pt x="126" y="450"/>
                  </a:lnTo>
                  <a:lnTo>
                    <a:pt x="120" y="454"/>
                  </a:lnTo>
                  <a:lnTo>
                    <a:pt x="114" y="455"/>
                  </a:lnTo>
                  <a:lnTo>
                    <a:pt x="110" y="454"/>
                  </a:lnTo>
                  <a:lnTo>
                    <a:pt x="110" y="453"/>
                  </a:lnTo>
                  <a:lnTo>
                    <a:pt x="104" y="454"/>
                  </a:lnTo>
                  <a:lnTo>
                    <a:pt x="102" y="449"/>
                  </a:lnTo>
                  <a:lnTo>
                    <a:pt x="102" y="443"/>
                  </a:lnTo>
                  <a:lnTo>
                    <a:pt x="98" y="444"/>
                  </a:lnTo>
                  <a:lnTo>
                    <a:pt x="91" y="441"/>
                  </a:lnTo>
                  <a:lnTo>
                    <a:pt x="73" y="439"/>
                  </a:lnTo>
                  <a:lnTo>
                    <a:pt x="69" y="427"/>
                  </a:lnTo>
                  <a:lnTo>
                    <a:pt x="64" y="422"/>
                  </a:lnTo>
                  <a:lnTo>
                    <a:pt x="55" y="421"/>
                  </a:lnTo>
                  <a:lnTo>
                    <a:pt x="47" y="428"/>
                  </a:lnTo>
                  <a:lnTo>
                    <a:pt x="39" y="429"/>
                  </a:lnTo>
                  <a:lnTo>
                    <a:pt x="18" y="427"/>
                  </a:lnTo>
                  <a:lnTo>
                    <a:pt x="12" y="422"/>
                  </a:lnTo>
                  <a:lnTo>
                    <a:pt x="15" y="415"/>
                  </a:lnTo>
                  <a:lnTo>
                    <a:pt x="20" y="409"/>
                  </a:lnTo>
                  <a:lnTo>
                    <a:pt x="24" y="402"/>
                  </a:lnTo>
                  <a:lnTo>
                    <a:pt x="13" y="413"/>
                  </a:lnTo>
                  <a:lnTo>
                    <a:pt x="9" y="413"/>
                  </a:lnTo>
                  <a:lnTo>
                    <a:pt x="14" y="402"/>
                  </a:lnTo>
                  <a:lnTo>
                    <a:pt x="14" y="401"/>
                  </a:lnTo>
                  <a:lnTo>
                    <a:pt x="9" y="405"/>
                  </a:lnTo>
                  <a:lnTo>
                    <a:pt x="3" y="406"/>
                  </a:lnTo>
                  <a:lnTo>
                    <a:pt x="0" y="400"/>
                  </a:lnTo>
                  <a:lnTo>
                    <a:pt x="4" y="395"/>
                  </a:lnTo>
                  <a:lnTo>
                    <a:pt x="16" y="391"/>
                  </a:lnTo>
                  <a:lnTo>
                    <a:pt x="24" y="385"/>
                  </a:lnTo>
                  <a:lnTo>
                    <a:pt x="21" y="385"/>
                  </a:lnTo>
                  <a:lnTo>
                    <a:pt x="19" y="383"/>
                  </a:lnTo>
                  <a:lnTo>
                    <a:pt x="24" y="379"/>
                  </a:lnTo>
                  <a:lnTo>
                    <a:pt x="26" y="373"/>
                  </a:lnTo>
                  <a:lnTo>
                    <a:pt x="21" y="373"/>
                  </a:lnTo>
                  <a:lnTo>
                    <a:pt x="16" y="372"/>
                  </a:lnTo>
                  <a:lnTo>
                    <a:pt x="15" y="366"/>
                  </a:lnTo>
                  <a:lnTo>
                    <a:pt x="21" y="366"/>
                  </a:lnTo>
                  <a:lnTo>
                    <a:pt x="25" y="361"/>
                  </a:lnTo>
                  <a:lnTo>
                    <a:pt x="21" y="358"/>
                  </a:lnTo>
                  <a:lnTo>
                    <a:pt x="21" y="353"/>
                  </a:lnTo>
                  <a:lnTo>
                    <a:pt x="26" y="353"/>
                  </a:lnTo>
                  <a:lnTo>
                    <a:pt x="29" y="357"/>
                  </a:lnTo>
                  <a:lnTo>
                    <a:pt x="34" y="355"/>
                  </a:lnTo>
                  <a:lnTo>
                    <a:pt x="37" y="356"/>
                  </a:lnTo>
                  <a:lnTo>
                    <a:pt x="40" y="353"/>
                  </a:lnTo>
                  <a:lnTo>
                    <a:pt x="40" y="351"/>
                  </a:lnTo>
                  <a:lnTo>
                    <a:pt x="35" y="351"/>
                  </a:lnTo>
                  <a:lnTo>
                    <a:pt x="31" y="347"/>
                  </a:lnTo>
                  <a:lnTo>
                    <a:pt x="35" y="329"/>
                  </a:lnTo>
                  <a:lnTo>
                    <a:pt x="42" y="323"/>
                  </a:lnTo>
                  <a:lnTo>
                    <a:pt x="45" y="321"/>
                  </a:lnTo>
                  <a:lnTo>
                    <a:pt x="47" y="325"/>
                  </a:lnTo>
                  <a:lnTo>
                    <a:pt x="48" y="331"/>
                  </a:lnTo>
                  <a:lnTo>
                    <a:pt x="51" y="332"/>
                  </a:lnTo>
                  <a:lnTo>
                    <a:pt x="53" y="332"/>
                  </a:lnTo>
                  <a:lnTo>
                    <a:pt x="56" y="329"/>
                  </a:lnTo>
                  <a:lnTo>
                    <a:pt x="53" y="319"/>
                  </a:lnTo>
                  <a:lnTo>
                    <a:pt x="55" y="315"/>
                  </a:lnTo>
                  <a:lnTo>
                    <a:pt x="58" y="314"/>
                  </a:lnTo>
                  <a:lnTo>
                    <a:pt x="61" y="304"/>
                  </a:lnTo>
                  <a:lnTo>
                    <a:pt x="69" y="302"/>
                  </a:lnTo>
                  <a:lnTo>
                    <a:pt x="75" y="296"/>
                  </a:lnTo>
                  <a:lnTo>
                    <a:pt x="77" y="286"/>
                  </a:lnTo>
                  <a:lnTo>
                    <a:pt x="82" y="278"/>
                  </a:lnTo>
                  <a:lnTo>
                    <a:pt x="89" y="275"/>
                  </a:lnTo>
                  <a:lnTo>
                    <a:pt x="93" y="260"/>
                  </a:lnTo>
                  <a:lnTo>
                    <a:pt x="96" y="260"/>
                  </a:lnTo>
                  <a:lnTo>
                    <a:pt x="102" y="255"/>
                  </a:lnTo>
                  <a:lnTo>
                    <a:pt x="109" y="255"/>
                  </a:lnTo>
                  <a:lnTo>
                    <a:pt x="116" y="251"/>
                  </a:lnTo>
                  <a:lnTo>
                    <a:pt x="123" y="251"/>
                  </a:lnTo>
                  <a:lnTo>
                    <a:pt x="133" y="249"/>
                  </a:lnTo>
                  <a:lnTo>
                    <a:pt x="141" y="244"/>
                  </a:lnTo>
                  <a:lnTo>
                    <a:pt x="154" y="232"/>
                  </a:lnTo>
                  <a:lnTo>
                    <a:pt x="169" y="223"/>
                  </a:lnTo>
                  <a:lnTo>
                    <a:pt x="187" y="208"/>
                  </a:lnTo>
                  <a:lnTo>
                    <a:pt x="201" y="200"/>
                  </a:lnTo>
                  <a:lnTo>
                    <a:pt x="202" y="191"/>
                  </a:lnTo>
                  <a:lnTo>
                    <a:pt x="213" y="181"/>
                  </a:lnTo>
                  <a:lnTo>
                    <a:pt x="219" y="178"/>
                  </a:lnTo>
                  <a:lnTo>
                    <a:pt x="225" y="178"/>
                  </a:lnTo>
                  <a:lnTo>
                    <a:pt x="235" y="170"/>
                  </a:lnTo>
                  <a:lnTo>
                    <a:pt x="241" y="164"/>
                  </a:lnTo>
                  <a:lnTo>
                    <a:pt x="256" y="144"/>
                  </a:lnTo>
                  <a:lnTo>
                    <a:pt x="261" y="126"/>
                  </a:lnTo>
                  <a:lnTo>
                    <a:pt x="265" y="105"/>
                  </a:lnTo>
                  <a:lnTo>
                    <a:pt x="270" y="93"/>
                  </a:lnTo>
                  <a:lnTo>
                    <a:pt x="288" y="81"/>
                  </a:lnTo>
                  <a:lnTo>
                    <a:pt x="294" y="78"/>
                  </a:lnTo>
                  <a:lnTo>
                    <a:pt x="298" y="72"/>
                  </a:lnTo>
                  <a:lnTo>
                    <a:pt x="304" y="60"/>
                  </a:lnTo>
                  <a:lnTo>
                    <a:pt x="308" y="34"/>
                  </a:lnTo>
                  <a:close/>
                </a:path>
              </a:pathLst>
            </a:custGeom>
            <a:grpFill/>
            <a:ln w="6350" cap="flat" cmpd="sng">
              <a:noFill/>
              <a:prstDash val="solid"/>
              <a:round/>
              <a:headEnd type="none" w="med" len="med"/>
              <a:tailEnd type="none" w="med" len="med"/>
            </a:ln>
            <a:effectLst/>
          </p:spPr>
          <p:txBody>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defRPr/>
              </a:pPr>
              <a:endParaRPr lang="en-US" dirty="0">
                <a:latin typeface="Lato Light"/>
                <a:ea typeface="+mn-ea"/>
                <a:cs typeface="+mn-cs"/>
              </a:endParaRPr>
            </a:p>
          </p:txBody>
        </p:sp>
        <p:sp>
          <p:nvSpPr>
            <p:cNvPr id="50" name="Freeform 56">
              <a:extLst>
                <a:ext uri="{FF2B5EF4-FFF2-40B4-BE49-F238E27FC236}">
                  <a16:creationId xmlns:a16="http://schemas.microsoft.com/office/drawing/2014/main" id="{1CA842D6-FE22-A109-77CF-2E2831007B3A}"/>
                </a:ext>
              </a:extLst>
            </p:cNvPr>
            <p:cNvSpPr>
              <a:spLocks noChangeAspect="1"/>
            </p:cNvSpPr>
            <p:nvPr/>
          </p:nvSpPr>
          <p:spPr bwMode="gray">
            <a:xfrm>
              <a:off x="17556077" y="8948886"/>
              <a:ext cx="183442" cy="316625"/>
            </a:xfrm>
            <a:custGeom>
              <a:avLst/>
              <a:gdLst/>
              <a:ahLst/>
              <a:cxnLst>
                <a:cxn ang="0">
                  <a:pos x="128" y="441"/>
                </a:cxn>
                <a:cxn ang="0">
                  <a:pos x="139" y="398"/>
                </a:cxn>
                <a:cxn ang="0">
                  <a:pos x="97" y="366"/>
                </a:cxn>
                <a:cxn ang="0">
                  <a:pos x="59" y="325"/>
                </a:cxn>
                <a:cxn ang="0">
                  <a:pos x="100" y="296"/>
                </a:cxn>
                <a:cxn ang="0">
                  <a:pos x="115" y="250"/>
                </a:cxn>
                <a:cxn ang="0">
                  <a:pos x="120" y="224"/>
                </a:cxn>
                <a:cxn ang="0">
                  <a:pos x="113" y="198"/>
                </a:cxn>
                <a:cxn ang="0">
                  <a:pos x="112" y="178"/>
                </a:cxn>
                <a:cxn ang="0">
                  <a:pos x="97" y="172"/>
                </a:cxn>
                <a:cxn ang="0">
                  <a:pos x="91" y="145"/>
                </a:cxn>
                <a:cxn ang="0">
                  <a:pos x="86" y="127"/>
                </a:cxn>
                <a:cxn ang="0">
                  <a:pos x="73" y="117"/>
                </a:cxn>
                <a:cxn ang="0">
                  <a:pos x="43" y="85"/>
                </a:cxn>
                <a:cxn ang="0">
                  <a:pos x="45" y="59"/>
                </a:cxn>
                <a:cxn ang="0">
                  <a:pos x="26" y="59"/>
                </a:cxn>
                <a:cxn ang="0">
                  <a:pos x="7" y="14"/>
                </a:cxn>
                <a:cxn ang="0">
                  <a:pos x="10" y="0"/>
                </a:cxn>
                <a:cxn ang="0">
                  <a:pos x="19" y="28"/>
                </a:cxn>
                <a:cxn ang="0">
                  <a:pos x="35" y="30"/>
                </a:cxn>
                <a:cxn ang="0">
                  <a:pos x="59" y="41"/>
                </a:cxn>
                <a:cxn ang="0">
                  <a:pos x="78" y="59"/>
                </a:cxn>
                <a:cxn ang="0">
                  <a:pos x="87" y="70"/>
                </a:cxn>
                <a:cxn ang="0">
                  <a:pos x="100" y="96"/>
                </a:cxn>
                <a:cxn ang="0">
                  <a:pos x="86" y="96"/>
                </a:cxn>
                <a:cxn ang="0">
                  <a:pos x="96" y="107"/>
                </a:cxn>
                <a:cxn ang="0">
                  <a:pos x="110" y="140"/>
                </a:cxn>
                <a:cxn ang="0">
                  <a:pos x="109" y="159"/>
                </a:cxn>
                <a:cxn ang="0">
                  <a:pos x="116" y="170"/>
                </a:cxn>
                <a:cxn ang="0">
                  <a:pos x="136" y="169"/>
                </a:cxn>
                <a:cxn ang="0">
                  <a:pos x="151" y="182"/>
                </a:cxn>
                <a:cxn ang="0">
                  <a:pos x="147" y="141"/>
                </a:cxn>
                <a:cxn ang="0">
                  <a:pos x="167" y="162"/>
                </a:cxn>
                <a:cxn ang="0">
                  <a:pos x="169" y="192"/>
                </a:cxn>
                <a:cxn ang="0">
                  <a:pos x="185" y="219"/>
                </a:cxn>
                <a:cxn ang="0">
                  <a:pos x="239" y="240"/>
                </a:cxn>
                <a:cxn ang="0">
                  <a:pos x="266" y="224"/>
                </a:cxn>
                <a:cxn ang="0">
                  <a:pos x="286" y="210"/>
                </a:cxn>
                <a:cxn ang="0">
                  <a:pos x="313" y="231"/>
                </a:cxn>
                <a:cxn ang="0">
                  <a:pos x="307" y="272"/>
                </a:cxn>
                <a:cxn ang="0">
                  <a:pos x="286" y="304"/>
                </a:cxn>
                <a:cxn ang="0">
                  <a:pos x="287" y="321"/>
                </a:cxn>
                <a:cxn ang="0">
                  <a:pos x="269" y="315"/>
                </a:cxn>
                <a:cxn ang="0">
                  <a:pos x="242" y="323"/>
                </a:cxn>
                <a:cxn ang="0">
                  <a:pos x="232" y="356"/>
                </a:cxn>
                <a:cxn ang="0">
                  <a:pos x="217" y="404"/>
                </a:cxn>
                <a:cxn ang="0">
                  <a:pos x="171" y="479"/>
                </a:cxn>
                <a:cxn ang="0">
                  <a:pos x="132" y="481"/>
                </a:cxn>
              </a:cxnLst>
              <a:rect l="0" t="0" r="r" b="b"/>
              <a:pathLst>
                <a:path w="313" h="495">
                  <a:moveTo>
                    <a:pt x="109" y="469"/>
                  </a:moveTo>
                  <a:lnTo>
                    <a:pt x="118" y="458"/>
                  </a:lnTo>
                  <a:lnTo>
                    <a:pt x="121" y="449"/>
                  </a:lnTo>
                  <a:lnTo>
                    <a:pt x="128" y="441"/>
                  </a:lnTo>
                  <a:lnTo>
                    <a:pt x="134" y="429"/>
                  </a:lnTo>
                  <a:lnTo>
                    <a:pt x="135" y="417"/>
                  </a:lnTo>
                  <a:lnTo>
                    <a:pt x="139" y="407"/>
                  </a:lnTo>
                  <a:lnTo>
                    <a:pt x="139" y="398"/>
                  </a:lnTo>
                  <a:lnTo>
                    <a:pt x="134" y="391"/>
                  </a:lnTo>
                  <a:lnTo>
                    <a:pt x="120" y="375"/>
                  </a:lnTo>
                  <a:lnTo>
                    <a:pt x="108" y="372"/>
                  </a:lnTo>
                  <a:lnTo>
                    <a:pt x="97" y="366"/>
                  </a:lnTo>
                  <a:lnTo>
                    <a:pt x="80" y="350"/>
                  </a:lnTo>
                  <a:lnTo>
                    <a:pt x="67" y="349"/>
                  </a:lnTo>
                  <a:lnTo>
                    <a:pt x="57" y="337"/>
                  </a:lnTo>
                  <a:lnTo>
                    <a:pt x="59" y="325"/>
                  </a:lnTo>
                  <a:lnTo>
                    <a:pt x="69" y="316"/>
                  </a:lnTo>
                  <a:lnTo>
                    <a:pt x="78" y="310"/>
                  </a:lnTo>
                  <a:lnTo>
                    <a:pt x="92" y="306"/>
                  </a:lnTo>
                  <a:lnTo>
                    <a:pt x="100" y="296"/>
                  </a:lnTo>
                  <a:lnTo>
                    <a:pt x="104" y="283"/>
                  </a:lnTo>
                  <a:lnTo>
                    <a:pt x="105" y="261"/>
                  </a:lnTo>
                  <a:lnTo>
                    <a:pt x="109" y="250"/>
                  </a:lnTo>
                  <a:lnTo>
                    <a:pt x="115" y="250"/>
                  </a:lnTo>
                  <a:lnTo>
                    <a:pt x="118" y="247"/>
                  </a:lnTo>
                  <a:lnTo>
                    <a:pt x="118" y="237"/>
                  </a:lnTo>
                  <a:lnTo>
                    <a:pt x="115" y="229"/>
                  </a:lnTo>
                  <a:lnTo>
                    <a:pt x="120" y="224"/>
                  </a:lnTo>
                  <a:lnTo>
                    <a:pt x="118" y="220"/>
                  </a:lnTo>
                  <a:lnTo>
                    <a:pt x="115" y="208"/>
                  </a:lnTo>
                  <a:lnTo>
                    <a:pt x="116" y="196"/>
                  </a:lnTo>
                  <a:lnTo>
                    <a:pt x="113" y="198"/>
                  </a:lnTo>
                  <a:lnTo>
                    <a:pt x="104" y="188"/>
                  </a:lnTo>
                  <a:lnTo>
                    <a:pt x="102" y="182"/>
                  </a:lnTo>
                  <a:lnTo>
                    <a:pt x="108" y="182"/>
                  </a:lnTo>
                  <a:lnTo>
                    <a:pt x="112" y="178"/>
                  </a:lnTo>
                  <a:lnTo>
                    <a:pt x="113" y="175"/>
                  </a:lnTo>
                  <a:lnTo>
                    <a:pt x="112" y="171"/>
                  </a:lnTo>
                  <a:lnTo>
                    <a:pt x="107" y="170"/>
                  </a:lnTo>
                  <a:lnTo>
                    <a:pt x="97" y="172"/>
                  </a:lnTo>
                  <a:lnTo>
                    <a:pt x="86" y="151"/>
                  </a:lnTo>
                  <a:lnTo>
                    <a:pt x="81" y="138"/>
                  </a:lnTo>
                  <a:lnTo>
                    <a:pt x="87" y="148"/>
                  </a:lnTo>
                  <a:lnTo>
                    <a:pt x="91" y="145"/>
                  </a:lnTo>
                  <a:lnTo>
                    <a:pt x="92" y="133"/>
                  </a:lnTo>
                  <a:lnTo>
                    <a:pt x="87" y="133"/>
                  </a:lnTo>
                  <a:lnTo>
                    <a:pt x="83" y="130"/>
                  </a:lnTo>
                  <a:lnTo>
                    <a:pt x="86" y="127"/>
                  </a:lnTo>
                  <a:lnTo>
                    <a:pt x="86" y="117"/>
                  </a:lnTo>
                  <a:lnTo>
                    <a:pt x="82" y="113"/>
                  </a:lnTo>
                  <a:lnTo>
                    <a:pt x="80" y="117"/>
                  </a:lnTo>
                  <a:lnTo>
                    <a:pt x="73" y="117"/>
                  </a:lnTo>
                  <a:lnTo>
                    <a:pt x="72" y="122"/>
                  </a:lnTo>
                  <a:lnTo>
                    <a:pt x="73" y="129"/>
                  </a:lnTo>
                  <a:lnTo>
                    <a:pt x="60" y="107"/>
                  </a:lnTo>
                  <a:lnTo>
                    <a:pt x="43" y="85"/>
                  </a:lnTo>
                  <a:lnTo>
                    <a:pt x="38" y="75"/>
                  </a:lnTo>
                  <a:lnTo>
                    <a:pt x="37" y="71"/>
                  </a:lnTo>
                  <a:lnTo>
                    <a:pt x="42" y="67"/>
                  </a:lnTo>
                  <a:lnTo>
                    <a:pt x="45" y="59"/>
                  </a:lnTo>
                  <a:lnTo>
                    <a:pt x="42" y="57"/>
                  </a:lnTo>
                  <a:lnTo>
                    <a:pt x="40" y="62"/>
                  </a:lnTo>
                  <a:lnTo>
                    <a:pt x="33" y="68"/>
                  </a:lnTo>
                  <a:lnTo>
                    <a:pt x="26" y="59"/>
                  </a:lnTo>
                  <a:lnTo>
                    <a:pt x="22" y="49"/>
                  </a:lnTo>
                  <a:lnTo>
                    <a:pt x="23" y="44"/>
                  </a:lnTo>
                  <a:lnTo>
                    <a:pt x="21" y="35"/>
                  </a:lnTo>
                  <a:lnTo>
                    <a:pt x="7" y="14"/>
                  </a:lnTo>
                  <a:lnTo>
                    <a:pt x="1" y="6"/>
                  </a:lnTo>
                  <a:lnTo>
                    <a:pt x="0" y="3"/>
                  </a:lnTo>
                  <a:lnTo>
                    <a:pt x="8" y="1"/>
                  </a:lnTo>
                  <a:lnTo>
                    <a:pt x="10" y="0"/>
                  </a:lnTo>
                  <a:lnTo>
                    <a:pt x="13" y="1"/>
                  </a:lnTo>
                  <a:lnTo>
                    <a:pt x="13" y="11"/>
                  </a:lnTo>
                  <a:lnTo>
                    <a:pt x="19" y="22"/>
                  </a:lnTo>
                  <a:lnTo>
                    <a:pt x="19" y="28"/>
                  </a:lnTo>
                  <a:lnTo>
                    <a:pt x="24" y="36"/>
                  </a:lnTo>
                  <a:lnTo>
                    <a:pt x="29" y="32"/>
                  </a:lnTo>
                  <a:lnTo>
                    <a:pt x="34" y="27"/>
                  </a:lnTo>
                  <a:lnTo>
                    <a:pt x="35" y="30"/>
                  </a:lnTo>
                  <a:lnTo>
                    <a:pt x="35" y="35"/>
                  </a:lnTo>
                  <a:lnTo>
                    <a:pt x="46" y="35"/>
                  </a:lnTo>
                  <a:lnTo>
                    <a:pt x="51" y="38"/>
                  </a:lnTo>
                  <a:lnTo>
                    <a:pt x="59" y="41"/>
                  </a:lnTo>
                  <a:lnTo>
                    <a:pt x="64" y="40"/>
                  </a:lnTo>
                  <a:lnTo>
                    <a:pt x="73" y="48"/>
                  </a:lnTo>
                  <a:lnTo>
                    <a:pt x="66" y="52"/>
                  </a:lnTo>
                  <a:lnTo>
                    <a:pt x="78" y="59"/>
                  </a:lnTo>
                  <a:lnTo>
                    <a:pt x="80" y="56"/>
                  </a:lnTo>
                  <a:lnTo>
                    <a:pt x="83" y="59"/>
                  </a:lnTo>
                  <a:lnTo>
                    <a:pt x="85" y="64"/>
                  </a:lnTo>
                  <a:lnTo>
                    <a:pt x="87" y="70"/>
                  </a:lnTo>
                  <a:lnTo>
                    <a:pt x="96" y="79"/>
                  </a:lnTo>
                  <a:lnTo>
                    <a:pt x="98" y="83"/>
                  </a:lnTo>
                  <a:lnTo>
                    <a:pt x="98" y="87"/>
                  </a:lnTo>
                  <a:lnTo>
                    <a:pt x="100" y="96"/>
                  </a:lnTo>
                  <a:lnTo>
                    <a:pt x="98" y="94"/>
                  </a:lnTo>
                  <a:lnTo>
                    <a:pt x="89" y="89"/>
                  </a:lnTo>
                  <a:lnTo>
                    <a:pt x="85" y="89"/>
                  </a:lnTo>
                  <a:lnTo>
                    <a:pt x="86" y="96"/>
                  </a:lnTo>
                  <a:lnTo>
                    <a:pt x="87" y="97"/>
                  </a:lnTo>
                  <a:lnTo>
                    <a:pt x="89" y="97"/>
                  </a:lnTo>
                  <a:lnTo>
                    <a:pt x="93" y="100"/>
                  </a:lnTo>
                  <a:lnTo>
                    <a:pt x="96" y="107"/>
                  </a:lnTo>
                  <a:lnTo>
                    <a:pt x="103" y="114"/>
                  </a:lnTo>
                  <a:lnTo>
                    <a:pt x="109" y="126"/>
                  </a:lnTo>
                  <a:lnTo>
                    <a:pt x="116" y="134"/>
                  </a:lnTo>
                  <a:lnTo>
                    <a:pt x="110" y="140"/>
                  </a:lnTo>
                  <a:lnTo>
                    <a:pt x="109" y="148"/>
                  </a:lnTo>
                  <a:lnTo>
                    <a:pt x="113" y="151"/>
                  </a:lnTo>
                  <a:lnTo>
                    <a:pt x="113" y="159"/>
                  </a:lnTo>
                  <a:lnTo>
                    <a:pt x="109" y="159"/>
                  </a:lnTo>
                  <a:lnTo>
                    <a:pt x="105" y="162"/>
                  </a:lnTo>
                  <a:lnTo>
                    <a:pt x="108" y="165"/>
                  </a:lnTo>
                  <a:lnTo>
                    <a:pt x="112" y="165"/>
                  </a:lnTo>
                  <a:lnTo>
                    <a:pt x="116" y="170"/>
                  </a:lnTo>
                  <a:lnTo>
                    <a:pt x="123" y="170"/>
                  </a:lnTo>
                  <a:lnTo>
                    <a:pt x="125" y="167"/>
                  </a:lnTo>
                  <a:lnTo>
                    <a:pt x="132" y="167"/>
                  </a:lnTo>
                  <a:lnTo>
                    <a:pt x="136" y="169"/>
                  </a:lnTo>
                  <a:lnTo>
                    <a:pt x="137" y="177"/>
                  </a:lnTo>
                  <a:lnTo>
                    <a:pt x="140" y="184"/>
                  </a:lnTo>
                  <a:lnTo>
                    <a:pt x="146" y="187"/>
                  </a:lnTo>
                  <a:lnTo>
                    <a:pt x="151" y="182"/>
                  </a:lnTo>
                  <a:lnTo>
                    <a:pt x="150" y="156"/>
                  </a:lnTo>
                  <a:lnTo>
                    <a:pt x="150" y="151"/>
                  </a:lnTo>
                  <a:lnTo>
                    <a:pt x="143" y="141"/>
                  </a:lnTo>
                  <a:lnTo>
                    <a:pt x="147" y="141"/>
                  </a:lnTo>
                  <a:lnTo>
                    <a:pt x="151" y="148"/>
                  </a:lnTo>
                  <a:lnTo>
                    <a:pt x="164" y="151"/>
                  </a:lnTo>
                  <a:lnTo>
                    <a:pt x="164" y="161"/>
                  </a:lnTo>
                  <a:lnTo>
                    <a:pt x="167" y="162"/>
                  </a:lnTo>
                  <a:lnTo>
                    <a:pt x="167" y="171"/>
                  </a:lnTo>
                  <a:lnTo>
                    <a:pt x="169" y="176"/>
                  </a:lnTo>
                  <a:lnTo>
                    <a:pt x="168" y="186"/>
                  </a:lnTo>
                  <a:lnTo>
                    <a:pt x="169" y="192"/>
                  </a:lnTo>
                  <a:lnTo>
                    <a:pt x="173" y="197"/>
                  </a:lnTo>
                  <a:lnTo>
                    <a:pt x="175" y="203"/>
                  </a:lnTo>
                  <a:lnTo>
                    <a:pt x="178" y="213"/>
                  </a:lnTo>
                  <a:lnTo>
                    <a:pt x="185" y="219"/>
                  </a:lnTo>
                  <a:lnTo>
                    <a:pt x="194" y="219"/>
                  </a:lnTo>
                  <a:lnTo>
                    <a:pt x="205" y="227"/>
                  </a:lnTo>
                  <a:lnTo>
                    <a:pt x="232" y="235"/>
                  </a:lnTo>
                  <a:lnTo>
                    <a:pt x="239" y="240"/>
                  </a:lnTo>
                  <a:lnTo>
                    <a:pt x="249" y="241"/>
                  </a:lnTo>
                  <a:lnTo>
                    <a:pt x="254" y="235"/>
                  </a:lnTo>
                  <a:lnTo>
                    <a:pt x="259" y="235"/>
                  </a:lnTo>
                  <a:lnTo>
                    <a:pt x="266" y="224"/>
                  </a:lnTo>
                  <a:lnTo>
                    <a:pt x="271" y="221"/>
                  </a:lnTo>
                  <a:lnTo>
                    <a:pt x="276" y="218"/>
                  </a:lnTo>
                  <a:lnTo>
                    <a:pt x="284" y="213"/>
                  </a:lnTo>
                  <a:lnTo>
                    <a:pt x="286" y="210"/>
                  </a:lnTo>
                  <a:lnTo>
                    <a:pt x="292" y="208"/>
                  </a:lnTo>
                  <a:lnTo>
                    <a:pt x="301" y="210"/>
                  </a:lnTo>
                  <a:lnTo>
                    <a:pt x="313" y="218"/>
                  </a:lnTo>
                  <a:lnTo>
                    <a:pt x="313" y="231"/>
                  </a:lnTo>
                  <a:lnTo>
                    <a:pt x="308" y="246"/>
                  </a:lnTo>
                  <a:lnTo>
                    <a:pt x="308" y="262"/>
                  </a:lnTo>
                  <a:lnTo>
                    <a:pt x="307" y="264"/>
                  </a:lnTo>
                  <a:lnTo>
                    <a:pt x="307" y="272"/>
                  </a:lnTo>
                  <a:lnTo>
                    <a:pt x="304" y="280"/>
                  </a:lnTo>
                  <a:lnTo>
                    <a:pt x="296" y="286"/>
                  </a:lnTo>
                  <a:lnTo>
                    <a:pt x="287" y="290"/>
                  </a:lnTo>
                  <a:lnTo>
                    <a:pt x="286" y="304"/>
                  </a:lnTo>
                  <a:lnTo>
                    <a:pt x="284" y="307"/>
                  </a:lnTo>
                  <a:lnTo>
                    <a:pt x="285" y="316"/>
                  </a:lnTo>
                  <a:lnTo>
                    <a:pt x="287" y="317"/>
                  </a:lnTo>
                  <a:lnTo>
                    <a:pt x="287" y="321"/>
                  </a:lnTo>
                  <a:lnTo>
                    <a:pt x="282" y="328"/>
                  </a:lnTo>
                  <a:lnTo>
                    <a:pt x="280" y="316"/>
                  </a:lnTo>
                  <a:lnTo>
                    <a:pt x="275" y="315"/>
                  </a:lnTo>
                  <a:lnTo>
                    <a:pt x="269" y="315"/>
                  </a:lnTo>
                  <a:lnTo>
                    <a:pt x="261" y="316"/>
                  </a:lnTo>
                  <a:lnTo>
                    <a:pt x="253" y="316"/>
                  </a:lnTo>
                  <a:lnTo>
                    <a:pt x="247" y="318"/>
                  </a:lnTo>
                  <a:lnTo>
                    <a:pt x="242" y="323"/>
                  </a:lnTo>
                  <a:lnTo>
                    <a:pt x="226" y="345"/>
                  </a:lnTo>
                  <a:lnTo>
                    <a:pt x="226" y="349"/>
                  </a:lnTo>
                  <a:lnTo>
                    <a:pt x="228" y="348"/>
                  </a:lnTo>
                  <a:lnTo>
                    <a:pt x="232" y="356"/>
                  </a:lnTo>
                  <a:lnTo>
                    <a:pt x="237" y="360"/>
                  </a:lnTo>
                  <a:lnTo>
                    <a:pt x="236" y="369"/>
                  </a:lnTo>
                  <a:lnTo>
                    <a:pt x="231" y="380"/>
                  </a:lnTo>
                  <a:lnTo>
                    <a:pt x="217" y="404"/>
                  </a:lnTo>
                  <a:lnTo>
                    <a:pt x="215" y="412"/>
                  </a:lnTo>
                  <a:lnTo>
                    <a:pt x="202" y="428"/>
                  </a:lnTo>
                  <a:lnTo>
                    <a:pt x="182" y="463"/>
                  </a:lnTo>
                  <a:lnTo>
                    <a:pt x="171" y="479"/>
                  </a:lnTo>
                  <a:lnTo>
                    <a:pt x="153" y="492"/>
                  </a:lnTo>
                  <a:lnTo>
                    <a:pt x="145" y="495"/>
                  </a:lnTo>
                  <a:lnTo>
                    <a:pt x="137" y="488"/>
                  </a:lnTo>
                  <a:lnTo>
                    <a:pt x="132" y="481"/>
                  </a:lnTo>
                  <a:lnTo>
                    <a:pt x="113" y="482"/>
                  </a:lnTo>
                  <a:lnTo>
                    <a:pt x="109" y="473"/>
                  </a:lnTo>
                  <a:lnTo>
                    <a:pt x="109" y="469"/>
                  </a:lnTo>
                  <a:close/>
                </a:path>
              </a:pathLst>
            </a:custGeom>
            <a:grpFill/>
            <a:ln w="6350" cap="flat" cmpd="sng">
              <a:noFill/>
              <a:prstDash val="solid"/>
              <a:round/>
              <a:headEnd type="none" w="med" len="med"/>
              <a:tailEnd type="none" w="med" len="med"/>
            </a:ln>
            <a:effectLst/>
          </p:spPr>
          <p:txBody>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defRPr/>
              </a:pPr>
              <a:endParaRPr lang="en-US" dirty="0">
                <a:latin typeface="Lato Light"/>
                <a:ea typeface="+mn-ea"/>
                <a:cs typeface="+mn-cs"/>
              </a:endParaRPr>
            </a:p>
          </p:txBody>
        </p:sp>
        <p:sp>
          <p:nvSpPr>
            <p:cNvPr id="51" name="Freeform 57">
              <a:extLst>
                <a:ext uri="{FF2B5EF4-FFF2-40B4-BE49-F238E27FC236}">
                  <a16:creationId xmlns:a16="http://schemas.microsoft.com/office/drawing/2014/main" id="{180383F9-20CD-841B-7D81-A372B86C54D4}"/>
                </a:ext>
              </a:extLst>
            </p:cNvPr>
            <p:cNvSpPr>
              <a:spLocks noChangeAspect="1"/>
            </p:cNvSpPr>
            <p:nvPr/>
          </p:nvSpPr>
          <p:spPr bwMode="gray">
            <a:xfrm>
              <a:off x="17276548" y="8389194"/>
              <a:ext cx="93176" cy="83153"/>
            </a:xfrm>
            <a:custGeom>
              <a:avLst/>
              <a:gdLst/>
              <a:ahLst/>
              <a:cxnLst>
                <a:cxn ang="0">
                  <a:pos x="60" y="71"/>
                </a:cxn>
                <a:cxn ang="0">
                  <a:pos x="39" y="60"/>
                </a:cxn>
                <a:cxn ang="0">
                  <a:pos x="27" y="43"/>
                </a:cxn>
                <a:cxn ang="0">
                  <a:pos x="21" y="38"/>
                </a:cxn>
                <a:cxn ang="0">
                  <a:pos x="16" y="26"/>
                </a:cxn>
                <a:cxn ang="0">
                  <a:pos x="6" y="17"/>
                </a:cxn>
                <a:cxn ang="0">
                  <a:pos x="6" y="9"/>
                </a:cxn>
                <a:cxn ang="0">
                  <a:pos x="0" y="2"/>
                </a:cxn>
                <a:cxn ang="0">
                  <a:pos x="6" y="0"/>
                </a:cxn>
                <a:cxn ang="0">
                  <a:pos x="14" y="5"/>
                </a:cxn>
                <a:cxn ang="0">
                  <a:pos x="19" y="4"/>
                </a:cxn>
                <a:cxn ang="0">
                  <a:pos x="33" y="14"/>
                </a:cxn>
                <a:cxn ang="0">
                  <a:pos x="40" y="16"/>
                </a:cxn>
                <a:cxn ang="0">
                  <a:pos x="41" y="21"/>
                </a:cxn>
                <a:cxn ang="0">
                  <a:pos x="45" y="26"/>
                </a:cxn>
                <a:cxn ang="0">
                  <a:pos x="51" y="26"/>
                </a:cxn>
                <a:cxn ang="0">
                  <a:pos x="59" y="29"/>
                </a:cxn>
                <a:cxn ang="0">
                  <a:pos x="67" y="43"/>
                </a:cxn>
                <a:cxn ang="0">
                  <a:pos x="72" y="47"/>
                </a:cxn>
                <a:cxn ang="0">
                  <a:pos x="75" y="57"/>
                </a:cxn>
                <a:cxn ang="0">
                  <a:pos x="78" y="58"/>
                </a:cxn>
                <a:cxn ang="0">
                  <a:pos x="82" y="63"/>
                </a:cxn>
                <a:cxn ang="0">
                  <a:pos x="89" y="68"/>
                </a:cxn>
                <a:cxn ang="0">
                  <a:pos x="94" y="74"/>
                </a:cxn>
                <a:cxn ang="0">
                  <a:pos x="98" y="75"/>
                </a:cxn>
                <a:cxn ang="0">
                  <a:pos x="100" y="81"/>
                </a:cxn>
                <a:cxn ang="0">
                  <a:pos x="109" y="82"/>
                </a:cxn>
                <a:cxn ang="0">
                  <a:pos x="123" y="86"/>
                </a:cxn>
                <a:cxn ang="0">
                  <a:pos x="141" y="103"/>
                </a:cxn>
                <a:cxn ang="0">
                  <a:pos x="143" y="109"/>
                </a:cxn>
                <a:cxn ang="0">
                  <a:pos x="150" y="108"/>
                </a:cxn>
                <a:cxn ang="0">
                  <a:pos x="157" y="114"/>
                </a:cxn>
                <a:cxn ang="0">
                  <a:pos x="159" y="123"/>
                </a:cxn>
                <a:cxn ang="0">
                  <a:pos x="158" y="125"/>
                </a:cxn>
                <a:cxn ang="0">
                  <a:pos x="153" y="125"/>
                </a:cxn>
                <a:cxn ang="0">
                  <a:pos x="152" y="133"/>
                </a:cxn>
                <a:cxn ang="0">
                  <a:pos x="150" y="131"/>
                </a:cxn>
                <a:cxn ang="0">
                  <a:pos x="147" y="127"/>
                </a:cxn>
                <a:cxn ang="0">
                  <a:pos x="141" y="122"/>
                </a:cxn>
                <a:cxn ang="0">
                  <a:pos x="138" y="119"/>
                </a:cxn>
                <a:cxn ang="0">
                  <a:pos x="130" y="119"/>
                </a:cxn>
                <a:cxn ang="0">
                  <a:pos x="124" y="115"/>
                </a:cxn>
                <a:cxn ang="0">
                  <a:pos x="116" y="115"/>
                </a:cxn>
                <a:cxn ang="0">
                  <a:pos x="114" y="112"/>
                </a:cxn>
                <a:cxn ang="0">
                  <a:pos x="113" y="104"/>
                </a:cxn>
                <a:cxn ang="0">
                  <a:pos x="108" y="104"/>
                </a:cxn>
                <a:cxn ang="0">
                  <a:pos x="104" y="102"/>
                </a:cxn>
                <a:cxn ang="0">
                  <a:pos x="99" y="102"/>
                </a:cxn>
                <a:cxn ang="0">
                  <a:pos x="98" y="97"/>
                </a:cxn>
                <a:cxn ang="0">
                  <a:pos x="93" y="97"/>
                </a:cxn>
                <a:cxn ang="0">
                  <a:pos x="91" y="95"/>
                </a:cxn>
                <a:cxn ang="0">
                  <a:pos x="84" y="93"/>
                </a:cxn>
                <a:cxn ang="0">
                  <a:pos x="77" y="86"/>
                </a:cxn>
                <a:cxn ang="0">
                  <a:pos x="71" y="86"/>
                </a:cxn>
                <a:cxn ang="0">
                  <a:pos x="66" y="84"/>
                </a:cxn>
                <a:cxn ang="0">
                  <a:pos x="65" y="76"/>
                </a:cxn>
                <a:cxn ang="0">
                  <a:pos x="60" y="71"/>
                </a:cxn>
              </a:cxnLst>
              <a:rect l="0" t="0" r="r" b="b"/>
              <a:pathLst>
                <a:path w="159" h="133">
                  <a:moveTo>
                    <a:pt x="60" y="71"/>
                  </a:moveTo>
                  <a:lnTo>
                    <a:pt x="39" y="60"/>
                  </a:lnTo>
                  <a:lnTo>
                    <a:pt x="27" y="43"/>
                  </a:lnTo>
                  <a:lnTo>
                    <a:pt x="21" y="38"/>
                  </a:lnTo>
                  <a:lnTo>
                    <a:pt x="16" y="26"/>
                  </a:lnTo>
                  <a:lnTo>
                    <a:pt x="6" y="17"/>
                  </a:lnTo>
                  <a:lnTo>
                    <a:pt x="6" y="9"/>
                  </a:lnTo>
                  <a:lnTo>
                    <a:pt x="0" y="2"/>
                  </a:lnTo>
                  <a:lnTo>
                    <a:pt x="6" y="0"/>
                  </a:lnTo>
                  <a:lnTo>
                    <a:pt x="14" y="5"/>
                  </a:lnTo>
                  <a:lnTo>
                    <a:pt x="19" y="4"/>
                  </a:lnTo>
                  <a:lnTo>
                    <a:pt x="33" y="14"/>
                  </a:lnTo>
                  <a:lnTo>
                    <a:pt x="40" y="16"/>
                  </a:lnTo>
                  <a:lnTo>
                    <a:pt x="41" y="21"/>
                  </a:lnTo>
                  <a:lnTo>
                    <a:pt x="45" y="26"/>
                  </a:lnTo>
                  <a:lnTo>
                    <a:pt x="51" y="26"/>
                  </a:lnTo>
                  <a:lnTo>
                    <a:pt x="59" y="29"/>
                  </a:lnTo>
                  <a:lnTo>
                    <a:pt x="67" y="43"/>
                  </a:lnTo>
                  <a:lnTo>
                    <a:pt x="72" y="47"/>
                  </a:lnTo>
                  <a:lnTo>
                    <a:pt x="75" y="57"/>
                  </a:lnTo>
                  <a:lnTo>
                    <a:pt x="78" y="58"/>
                  </a:lnTo>
                  <a:lnTo>
                    <a:pt x="82" y="63"/>
                  </a:lnTo>
                  <a:lnTo>
                    <a:pt x="89" y="68"/>
                  </a:lnTo>
                  <a:lnTo>
                    <a:pt x="94" y="74"/>
                  </a:lnTo>
                  <a:lnTo>
                    <a:pt x="98" y="75"/>
                  </a:lnTo>
                  <a:lnTo>
                    <a:pt x="100" y="81"/>
                  </a:lnTo>
                  <a:lnTo>
                    <a:pt x="109" y="82"/>
                  </a:lnTo>
                  <a:lnTo>
                    <a:pt x="123" y="86"/>
                  </a:lnTo>
                  <a:lnTo>
                    <a:pt x="141" y="103"/>
                  </a:lnTo>
                  <a:lnTo>
                    <a:pt x="143" y="109"/>
                  </a:lnTo>
                  <a:lnTo>
                    <a:pt x="150" y="108"/>
                  </a:lnTo>
                  <a:lnTo>
                    <a:pt x="157" y="114"/>
                  </a:lnTo>
                  <a:lnTo>
                    <a:pt x="159" y="123"/>
                  </a:lnTo>
                  <a:lnTo>
                    <a:pt x="158" y="125"/>
                  </a:lnTo>
                  <a:lnTo>
                    <a:pt x="153" y="125"/>
                  </a:lnTo>
                  <a:lnTo>
                    <a:pt x="152" y="133"/>
                  </a:lnTo>
                  <a:lnTo>
                    <a:pt x="150" y="131"/>
                  </a:lnTo>
                  <a:lnTo>
                    <a:pt x="147" y="127"/>
                  </a:lnTo>
                  <a:lnTo>
                    <a:pt x="141" y="122"/>
                  </a:lnTo>
                  <a:lnTo>
                    <a:pt x="138" y="119"/>
                  </a:lnTo>
                  <a:lnTo>
                    <a:pt x="130" y="119"/>
                  </a:lnTo>
                  <a:lnTo>
                    <a:pt x="124" y="115"/>
                  </a:lnTo>
                  <a:lnTo>
                    <a:pt x="116" y="115"/>
                  </a:lnTo>
                  <a:lnTo>
                    <a:pt x="114" y="112"/>
                  </a:lnTo>
                  <a:lnTo>
                    <a:pt x="113" y="104"/>
                  </a:lnTo>
                  <a:lnTo>
                    <a:pt x="108" y="104"/>
                  </a:lnTo>
                  <a:lnTo>
                    <a:pt x="104" y="102"/>
                  </a:lnTo>
                  <a:lnTo>
                    <a:pt x="99" y="102"/>
                  </a:lnTo>
                  <a:lnTo>
                    <a:pt x="98" y="97"/>
                  </a:lnTo>
                  <a:lnTo>
                    <a:pt x="93" y="97"/>
                  </a:lnTo>
                  <a:lnTo>
                    <a:pt x="91" y="95"/>
                  </a:lnTo>
                  <a:lnTo>
                    <a:pt x="84" y="93"/>
                  </a:lnTo>
                  <a:lnTo>
                    <a:pt x="77" y="86"/>
                  </a:lnTo>
                  <a:lnTo>
                    <a:pt x="71" y="86"/>
                  </a:lnTo>
                  <a:lnTo>
                    <a:pt x="66" y="84"/>
                  </a:lnTo>
                  <a:lnTo>
                    <a:pt x="65" y="76"/>
                  </a:lnTo>
                  <a:lnTo>
                    <a:pt x="60" y="71"/>
                  </a:lnTo>
                  <a:close/>
                </a:path>
              </a:pathLst>
            </a:custGeom>
            <a:grpFill/>
            <a:ln w="6350" cap="flat" cmpd="sng">
              <a:noFill/>
              <a:prstDash val="solid"/>
              <a:round/>
              <a:headEnd type="none" w="med" len="med"/>
              <a:tailEnd type="none" w="med" len="med"/>
            </a:ln>
            <a:effectLst/>
          </p:spPr>
          <p:txBody>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defRPr/>
              </a:pPr>
              <a:endParaRPr lang="en-US" dirty="0">
                <a:latin typeface="Lato Light"/>
                <a:ea typeface="+mn-ea"/>
                <a:cs typeface="+mn-cs"/>
              </a:endParaRPr>
            </a:p>
          </p:txBody>
        </p:sp>
      </p:grpSp>
      <p:cxnSp>
        <p:nvCxnSpPr>
          <p:cNvPr id="7" name="ตัวเชื่อมต่อตรง 237">
            <a:extLst>
              <a:ext uri="{FF2B5EF4-FFF2-40B4-BE49-F238E27FC236}">
                <a16:creationId xmlns:a16="http://schemas.microsoft.com/office/drawing/2014/main" id="{DB72E2CF-C3C3-9B82-246C-15A1E9758BF6}"/>
              </a:ext>
            </a:extLst>
          </p:cNvPr>
          <p:cNvCxnSpPr/>
          <p:nvPr/>
        </p:nvCxnSpPr>
        <p:spPr>
          <a:xfrm>
            <a:off x="3006194" y="2427040"/>
            <a:ext cx="923652" cy="314879"/>
          </a:xfrm>
          <a:prstGeom prst="bentConnector3">
            <a:avLst>
              <a:gd name="adj1" fmla="val 68897"/>
            </a:avLst>
          </a:prstGeom>
          <a:ln w="31750">
            <a:solidFill>
              <a:schemeClr val="bg1">
                <a:lumMod val="50000"/>
              </a:schemeClr>
            </a:solidFill>
            <a:prstDash val="sysDot"/>
            <a:headEnd type="oval"/>
          </a:ln>
        </p:spPr>
        <p:style>
          <a:lnRef idx="1">
            <a:schemeClr val="accent1"/>
          </a:lnRef>
          <a:fillRef idx="0">
            <a:schemeClr val="accent1"/>
          </a:fillRef>
          <a:effectRef idx="0">
            <a:schemeClr val="accent1"/>
          </a:effectRef>
          <a:fontRef idx="minor">
            <a:schemeClr val="tx1"/>
          </a:fontRef>
        </p:style>
      </p:cxnSp>
      <p:grpSp>
        <p:nvGrpSpPr>
          <p:cNvPr id="8" name="กลุ่ม 527">
            <a:extLst>
              <a:ext uri="{FF2B5EF4-FFF2-40B4-BE49-F238E27FC236}">
                <a16:creationId xmlns:a16="http://schemas.microsoft.com/office/drawing/2014/main" id="{62B8BF6B-AAC3-9173-068E-FF5D87670B61}"/>
              </a:ext>
            </a:extLst>
          </p:cNvPr>
          <p:cNvGrpSpPr/>
          <p:nvPr/>
        </p:nvGrpSpPr>
        <p:grpSpPr>
          <a:xfrm>
            <a:off x="1103996" y="2349490"/>
            <a:ext cx="1692812" cy="320937"/>
            <a:chOff x="8974766" y="5958902"/>
            <a:chExt cx="4081241" cy="773754"/>
          </a:xfrm>
        </p:grpSpPr>
        <p:sp>
          <p:nvSpPr>
            <p:cNvPr id="45" name="Round Same Side Corner Rectangle 59">
              <a:extLst>
                <a:ext uri="{FF2B5EF4-FFF2-40B4-BE49-F238E27FC236}">
                  <a16:creationId xmlns:a16="http://schemas.microsoft.com/office/drawing/2014/main" id="{E3E98BCA-9429-7C9A-8001-CE8C861BB667}"/>
                </a:ext>
              </a:extLst>
            </p:cNvPr>
            <p:cNvSpPr/>
            <p:nvPr/>
          </p:nvSpPr>
          <p:spPr>
            <a:xfrm rot="5400000">
              <a:off x="10603440" y="4330228"/>
              <a:ext cx="773754" cy="4031101"/>
            </a:xfrm>
            <a:prstGeom prst="round2SameRect">
              <a:avLst>
                <a:gd name="adj1" fmla="val 50000"/>
                <a:gd name="adj2"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defPPr>
                <a:defRPr lang="th-TH"/>
              </a:defPPr>
              <a:lvl1pPr marL="0" algn="l" defTabSz="2173204" rtl="0" eaLnBrk="1" latinLnBrk="0" hangingPunct="1">
                <a:defRPr sz="6700" kern="1200">
                  <a:solidFill>
                    <a:schemeClr val="lt1"/>
                  </a:solidFill>
                  <a:latin typeface="+mn-lt"/>
                  <a:ea typeface="+mn-ea"/>
                  <a:cs typeface="+mn-cs"/>
                </a:defRPr>
              </a:lvl1pPr>
              <a:lvl2pPr marL="1086601" algn="l" defTabSz="2173204" rtl="0" eaLnBrk="1" latinLnBrk="0" hangingPunct="1">
                <a:defRPr sz="6700" kern="1200">
                  <a:solidFill>
                    <a:schemeClr val="lt1"/>
                  </a:solidFill>
                  <a:latin typeface="+mn-lt"/>
                  <a:ea typeface="+mn-ea"/>
                  <a:cs typeface="+mn-cs"/>
                </a:defRPr>
              </a:lvl2pPr>
              <a:lvl3pPr marL="2173204" algn="l" defTabSz="2173204" rtl="0" eaLnBrk="1" latinLnBrk="0" hangingPunct="1">
                <a:defRPr sz="6700" kern="1200">
                  <a:solidFill>
                    <a:schemeClr val="lt1"/>
                  </a:solidFill>
                  <a:latin typeface="+mn-lt"/>
                  <a:ea typeface="+mn-ea"/>
                  <a:cs typeface="+mn-cs"/>
                </a:defRPr>
              </a:lvl3pPr>
              <a:lvl4pPr marL="3259805" algn="l" defTabSz="2173204" rtl="0" eaLnBrk="1" latinLnBrk="0" hangingPunct="1">
                <a:defRPr sz="6700" kern="1200">
                  <a:solidFill>
                    <a:schemeClr val="lt1"/>
                  </a:solidFill>
                  <a:latin typeface="+mn-lt"/>
                  <a:ea typeface="+mn-ea"/>
                  <a:cs typeface="+mn-cs"/>
                </a:defRPr>
              </a:lvl4pPr>
              <a:lvl5pPr marL="4346406" algn="l" defTabSz="2173204" rtl="0" eaLnBrk="1" latinLnBrk="0" hangingPunct="1">
                <a:defRPr sz="6700" kern="1200">
                  <a:solidFill>
                    <a:schemeClr val="lt1"/>
                  </a:solidFill>
                  <a:latin typeface="+mn-lt"/>
                  <a:ea typeface="+mn-ea"/>
                  <a:cs typeface="+mn-cs"/>
                </a:defRPr>
              </a:lvl5pPr>
              <a:lvl6pPr marL="5433009" algn="l" defTabSz="2173204" rtl="0" eaLnBrk="1" latinLnBrk="0" hangingPunct="1">
                <a:defRPr sz="6700" kern="1200">
                  <a:solidFill>
                    <a:schemeClr val="lt1"/>
                  </a:solidFill>
                  <a:latin typeface="+mn-lt"/>
                  <a:ea typeface="+mn-ea"/>
                  <a:cs typeface="+mn-cs"/>
                </a:defRPr>
              </a:lvl6pPr>
              <a:lvl7pPr marL="6519610" algn="l" defTabSz="2173204" rtl="0" eaLnBrk="1" latinLnBrk="0" hangingPunct="1">
                <a:defRPr sz="6700" kern="1200">
                  <a:solidFill>
                    <a:schemeClr val="lt1"/>
                  </a:solidFill>
                  <a:latin typeface="+mn-lt"/>
                  <a:ea typeface="+mn-ea"/>
                  <a:cs typeface="+mn-cs"/>
                </a:defRPr>
              </a:lvl7pPr>
              <a:lvl8pPr marL="7606211" algn="l" defTabSz="2173204" rtl="0" eaLnBrk="1" latinLnBrk="0" hangingPunct="1">
                <a:defRPr sz="6700" kern="1200">
                  <a:solidFill>
                    <a:schemeClr val="lt1"/>
                  </a:solidFill>
                  <a:latin typeface="+mn-lt"/>
                  <a:ea typeface="+mn-ea"/>
                  <a:cs typeface="+mn-cs"/>
                </a:defRPr>
              </a:lvl8pPr>
              <a:lvl9pPr marL="8692815" algn="l" defTabSz="2173204" rtl="0" eaLnBrk="1" latinLnBrk="0" hangingPunct="1">
                <a:defRPr sz="6700" kern="1200">
                  <a:solidFill>
                    <a:schemeClr val="lt1"/>
                  </a:solidFill>
                  <a:latin typeface="+mn-lt"/>
                  <a:ea typeface="+mn-ea"/>
                  <a:cs typeface="+mn-cs"/>
                </a:defRPr>
              </a:lvl9pPr>
            </a:lstStyle>
            <a:p>
              <a:pPr algn="r"/>
              <a:endParaRPr lang="bg-BG" sz="1100" dirty="0"/>
            </a:p>
          </p:txBody>
        </p:sp>
        <p:sp>
          <p:nvSpPr>
            <p:cNvPr id="46" name="TextBox 529">
              <a:extLst>
                <a:ext uri="{FF2B5EF4-FFF2-40B4-BE49-F238E27FC236}">
                  <a16:creationId xmlns:a16="http://schemas.microsoft.com/office/drawing/2014/main" id="{88342150-7D7A-3B75-C464-CC718C6BF9EE}"/>
                </a:ext>
              </a:extLst>
            </p:cNvPr>
            <p:cNvSpPr txBox="1"/>
            <p:nvPr/>
          </p:nvSpPr>
          <p:spPr>
            <a:xfrm>
              <a:off x="8974766" y="6159377"/>
              <a:ext cx="4081241" cy="408114"/>
            </a:xfrm>
            <a:prstGeom prst="rect">
              <a:avLst/>
            </a:prstGeom>
            <a:noFill/>
          </p:spPr>
          <p:txBody>
            <a:bodyPr wrap="square" lIns="0" tIns="0" rIns="0" bIns="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a:r>
                <a:rPr lang="en-US" sz="1100" b="1" dirty="0">
                  <a:solidFill>
                    <a:schemeClr val="bg1"/>
                  </a:solidFill>
                  <a:cs typeface="Lato Regular"/>
                </a:rPr>
                <a:t>Investment</a:t>
              </a:r>
            </a:p>
          </p:txBody>
        </p:sp>
      </p:grpSp>
      <p:sp>
        <p:nvSpPr>
          <p:cNvPr id="9" name="TextBox 530">
            <a:extLst>
              <a:ext uri="{FF2B5EF4-FFF2-40B4-BE49-F238E27FC236}">
                <a16:creationId xmlns:a16="http://schemas.microsoft.com/office/drawing/2014/main" id="{ED388F8F-76AB-8AB1-1A52-D20C3718CE39}"/>
              </a:ext>
            </a:extLst>
          </p:cNvPr>
          <p:cNvSpPr txBox="1"/>
          <p:nvPr/>
        </p:nvSpPr>
        <p:spPr>
          <a:xfrm>
            <a:off x="715640" y="2678559"/>
            <a:ext cx="2378766" cy="619749"/>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r">
              <a:lnSpc>
                <a:spcPct val="150000"/>
              </a:lnSpc>
            </a:pPr>
            <a:r>
              <a:rPr lang="en-US" sz="900" dirty="0">
                <a:solidFill>
                  <a:schemeClr val="tx1">
                    <a:lumMod val="50000"/>
                    <a:lumOff val="50000"/>
                  </a:schemeClr>
                </a:solidFill>
                <a:ea typeface="Lato" pitchFamily="34" charset="0"/>
                <a:cs typeface="Lato" pitchFamily="34" charset="0"/>
              </a:rPr>
              <a:t>Lorem Ipsum has two main data statistical this methodologies.</a:t>
            </a:r>
          </a:p>
        </p:txBody>
      </p:sp>
      <p:cxnSp>
        <p:nvCxnSpPr>
          <p:cNvPr id="10" name="ตัวเชื่อมต่อตรง 237">
            <a:extLst>
              <a:ext uri="{FF2B5EF4-FFF2-40B4-BE49-F238E27FC236}">
                <a16:creationId xmlns:a16="http://schemas.microsoft.com/office/drawing/2014/main" id="{AC910785-E101-2765-03A0-B0D669590DDB}"/>
              </a:ext>
            </a:extLst>
          </p:cNvPr>
          <p:cNvCxnSpPr/>
          <p:nvPr/>
        </p:nvCxnSpPr>
        <p:spPr>
          <a:xfrm rot="10800000" flipV="1">
            <a:off x="7984175" y="1694130"/>
            <a:ext cx="1131824" cy="934284"/>
          </a:xfrm>
          <a:prstGeom prst="bentConnector3">
            <a:avLst>
              <a:gd name="adj1" fmla="val 50000"/>
            </a:avLst>
          </a:prstGeom>
          <a:ln w="28575">
            <a:solidFill>
              <a:schemeClr val="bg1">
                <a:lumMod val="50000"/>
              </a:schemeClr>
            </a:solidFill>
            <a:prstDash val="sysDot"/>
            <a:headEnd type="oval"/>
          </a:ln>
        </p:spPr>
        <p:style>
          <a:lnRef idx="1">
            <a:schemeClr val="accent1"/>
          </a:lnRef>
          <a:fillRef idx="0">
            <a:schemeClr val="accent1"/>
          </a:fillRef>
          <a:effectRef idx="0">
            <a:schemeClr val="accent1"/>
          </a:effectRef>
          <a:fontRef idx="minor">
            <a:schemeClr val="tx1"/>
          </a:fontRef>
        </p:style>
      </p:cxnSp>
      <p:grpSp>
        <p:nvGrpSpPr>
          <p:cNvPr id="11" name="กลุ่ม 532">
            <a:extLst>
              <a:ext uri="{FF2B5EF4-FFF2-40B4-BE49-F238E27FC236}">
                <a16:creationId xmlns:a16="http://schemas.microsoft.com/office/drawing/2014/main" id="{DB93227B-EE48-FE36-692F-83197A05959E}"/>
              </a:ext>
            </a:extLst>
          </p:cNvPr>
          <p:cNvGrpSpPr/>
          <p:nvPr/>
        </p:nvGrpSpPr>
        <p:grpSpPr>
          <a:xfrm>
            <a:off x="9288974" y="1583021"/>
            <a:ext cx="1692812" cy="320937"/>
            <a:chOff x="8974766" y="5958900"/>
            <a:chExt cx="4081241" cy="773754"/>
          </a:xfrm>
        </p:grpSpPr>
        <p:sp>
          <p:nvSpPr>
            <p:cNvPr id="43" name="Round Same Side Corner Rectangle 59">
              <a:extLst>
                <a:ext uri="{FF2B5EF4-FFF2-40B4-BE49-F238E27FC236}">
                  <a16:creationId xmlns:a16="http://schemas.microsoft.com/office/drawing/2014/main" id="{4A96FABB-B574-1F22-07D2-E2F0E730B540}"/>
                </a:ext>
              </a:extLst>
            </p:cNvPr>
            <p:cNvSpPr/>
            <p:nvPr/>
          </p:nvSpPr>
          <p:spPr>
            <a:xfrm rot="5400000">
              <a:off x="10603440" y="4330226"/>
              <a:ext cx="773754" cy="4031101"/>
            </a:xfrm>
            <a:prstGeom prst="round2SameRect">
              <a:avLst>
                <a:gd name="adj1" fmla="val 50000"/>
                <a:gd name="adj2"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defPPr>
                <a:defRPr lang="th-TH"/>
              </a:defPPr>
              <a:lvl1pPr marL="0" algn="l" defTabSz="2173204" rtl="0" eaLnBrk="1" latinLnBrk="0" hangingPunct="1">
                <a:defRPr sz="6700" kern="1200">
                  <a:solidFill>
                    <a:schemeClr val="lt1"/>
                  </a:solidFill>
                  <a:latin typeface="+mn-lt"/>
                  <a:ea typeface="+mn-ea"/>
                  <a:cs typeface="+mn-cs"/>
                </a:defRPr>
              </a:lvl1pPr>
              <a:lvl2pPr marL="1086601" algn="l" defTabSz="2173204" rtl="0" eaLnBrk="1" latinLnBrk="0" hangingPunct="1">
                <a:defRPr sz="6700" kern="1200">
                  <a:solidFill>
                    <a:schemeClr val="lt1"/>
                  </a:solidFill>
                  <a:latin typeface="+mn-lt"/>
                  <a:ea typeface="+mn-ea"/>
                  <a:cs typeface="+mn-cs"/>
                </a:defRPr>
              </a:lvl2pPr>
              <a:lvl3pPr marL="2173204" algn="l" defTabSz="2173204" rtl="0" eaLnBrk="1" latinLnBrk="0" hangingPunct="1">
                <a:defRPr sz="6700" kern="1200">
                  <a:solidFill>
                    <a:schemeClr val="lt1"/>
                  </a:solidFill>
                  <a:latin typeface="+mn-lt"/>
                  <a:ea typeface="+mn-ea"/>
                  <a:cs typeface="+mn-cs"/>
                </a:defRPr>
              </a:lvl3pPr>
              <a:lvl4pPr marL="3259805" algn="l" defTabSz="2173204" rtl="0" eaLnBrk="1" latinLnBrk="0" hangingPunct="1">
                <a:defRPr sz="6700" kern="1200">
                  <a:solidFill>
                    <a:schemeClr val="lt1"/>
                  </a:solidFill>
                  <a:latin typeface="+mn-lt"/>
                  <a:ea typeface="+mn-ea"/>
                  <a:cs typeface="+mn-cs"/>
                </a:defRPr>
              </a:lvl4pPr>
              <a:lvl5pPr marL="4346406" algn="l" defTabSz="2173204" rtl="0" eaLnBrk="1" latinLnBrk="0" hangingPunct="1">
                <a:defRPr sz="6700" kern="1200">
                  <a:solidFill>
                    <a:schemeClr val="lt1"/>
                  </a:solidFill>
                  <a:latin typeface="+mn-lt"/>
                  <a:ea typeface="+mn-ea"/>
                  <a:cs typeface="+mn-cs"/>
                </a:defRPr>
              </a:lvl5pPr>
              <a:lvl6pPr marL="5433009" algn="l" defTabSz="2173204" rtl="0" eaLnBrk="1" latinLnBrk="0" hangingPunct="1">
                <a:defRPr sz="6700" kern="1200">
                  <a:solidFill>
                    <a:schemeClr val="lt1"/>
                  </a:solidFill>
                  <a:latin typeface="+mn-lt"/>
                  <a:ea typeface="+mn-ea"/>
                  <a:cs typeface="+mn-cs"/>
                </a:defRPr>
              </a:lvl6pPr>
              <a:lvl7pPr marL="6519610" algn="l" defTabSz="2173204" rtl="0" eaLnBrk="1" latinLnBrk="0" hangingPunct="1">
                <a:defRPr sz="6700" kern="1200">
                  <a:solidFill>
                    <a:schemeClr val="lt1"/>
                  </a:solidFill>
                  <a:latin typeface="+mn-lt"/>
                  <a:ea typeface="+mn-ea"/>
                  <a:cs typeface="+mn-cs"/>
                </a:defRPr>
              </a:lvl7pPr>
              <a:lvl8pPr marL="7606211" algn="l" defTabSz="2173204" rtl="0" eaLnBrk="1" latinLnBrk="0" hangingPunct="1">
                <a:defRPr sz="6700" kern="1200">
                  <a:solidFill>
                    <a:schemeClr val="lt1"/>
                  </a:solidFill>
                  <a:latin typeface="+mn-lt"/>
                  <a:ea typeface="+mn-ea"/>
                  <a:cs typeface="+mn-cs"/>
                </a:defRPr>
              </a:lvl8pPr>
              <a:lvl9pPr marL="8692815" algn="l" defTabSz="2173204" rtl="0" eaLnBrk="1" latinLnBrk="0" hangingPunct="1">
                <a:defRPr sz="6700" kern="1200">
                  <a:solidFill>
                    <a:schemeClr val="lt1"/>
                  </a:solidFill>
                  <a:latin typeface="+mn-lt"/>
                  <a:ea typeface="+mn-ea"/>
                  <a:cs typeface="+mn-cs"/>
                </a:defRPr>
              </a:lvl9pPr>
            </a:lstStyle>
            <a:p>
              <a:pPr algn="r"/>
              <a:endParaRPr lang="bg-BG" sz="1100" dirty="0"/>
            </a:p>
          </p:txBody>
        </p:sp>
        <p:sp>
          <p:nvSpPr>
            <p:cNvPr id="44" name="TextBox 534">
              <a:extLst>
                <a:ext uri="{FF2B5EF4-FFF2-40B4-BE49-F238E27FC236}">
                  <a16:creationId xmlns:a16="http://schemas.microsoft.com/office/drawing/2014/main" id="{5792725D-A6E8-6E3B-2F97-DF86D4CE4810}"/>
                </a:ext>
              </a:extLst>
            </p:cNvPr>
            <p:cNvSpPr txBox="1"/>
            <p:nvPr/>
          </p:nvSpPr>
          <p:spPr>
            <a:xfrm>
              <a:off x="8974766" y="6183340"/>
              <a:ext cx="4081241" cy="408114"/>
            </a:xfrm>
            <a:prstGeom prst="rect">
              <a:avLst/>
            </a:prstGeom>
            <a:noFill/>
          </p:spPr>
          <p:txBody>
            <a:bodyPr wrap="square" lIns="0" tIns="0" rIns="0" bIns="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a:r>
                <a:rPr lang="en-US" sz="1100" b="1" dirty="0">
                  <a:solidFill>
                    <a:schemeClr val="bg1"/>
                  </a:solidFill>
                  <a:cs typeface="Lato Regular"/>
                </a:rPr>
                <a:t>Industry</a:t>
              </a:r>
            </a:p>
          </p:txBody>
        </p:sp>
      </p:grpSp>
      <p:sp>
        <p:nvSpPr>
          <p:cNvPr id="12" name="TextBox 535">
            <a:extLst>
              <a:ext uri="{FF2B5EF4-FFF2-40B4-BE49-F238E27FC236}">
                <a16:creationId xmlns:a16="http://schemas.microsoft.com/office/drawing/2014/main" id="{9C62C70B-F574-FE81-EE17-ED250D4A253D}"/>
              </a:ext>
            </a:extLst>
          </p:cNvPr>
          <p:cNvSpPr txBox="1"/>
          <p:nvPr/>
        </p:nvSpPr>
        <p:spPr>
          <a:xfrm>
            <a:off x="9124051" y="1895708"/>
            <a:ext cx="2532958" cy="619749"/>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nSpc>
                <a:spcPct val="150000"/>
              </a:lnSpc>
            </a:pPr>
            <a:r>
              <a:rPr lang="en-US" sz="900" dirty="0">
                <a:solidFill>
                  <a:schemeClr val="tx1">
                    <a:lumMod val="50000"/>
                    <a:lumOff val="50000"/>
                  </a:schemeClr>
                </a:solidFill>
                <a:ea typeface="Lato" pitchFamily="34" charset="0"/>
                <a:cs typeface="Lato" pitchFamily="34" charset="0"/>
              </a:rPr>
              <a:t>Lorem Ipsum has two main data statistical this methodologies.</a:t>
            </a:r>
          </a:p>
        </p:txBody>
      </p:sp>
      <p:cxnSp>
        <p:nvCxnSpPr>
          <p:cNvPr id="13" name="ตัวเชื่อมต่อตรง 237">
            <a:extLst>
              <a:ext uri="{FF2B5EF4-FFF2-40B4-BE49-F238E27FC236}">
                <a16:creationId xmlns:a16="http://schemas.microsoft.com/office/drawing/2014/main" id="{6B58A783-F681-A4C7-F30C-C10C6D9D97A3}"/>
              </a:ext>
            </a:extLst>
          </p:cNvPr>
          <p:cNvCxnSpPr/>
          <p:nvPr/>
        </p:nvCxnSpPr>
        <p:spPr>
          <a:xfrm>
            <a:off x="3863852" y="3655978"/>
            <a:ext cx="850971" cy="588755"/>
          </a:xfrm>
          <a:prstGeom prst="bentConnector3">
            <a:avLst>
              <a:gd name="adj1" fmla="val 65369"/>
            </a:avLst>
          </a:prstGeom>
          <a:ln w="31750">
            <a:solidFill>
              <a:schemeClr val="bg1">
                <a:lumMod val="50000"/>
              </a:schemeClr>
            </a:solidFill>
            <a:prstDash val="sysDot"/>
            <a:headEnd type="oval"/>
          </a:ln>
        </p:spPr>
        <p:style>
          <a:lnRef idx="1">
            <a:schemeClr val="accent1"/>
          </a:lnRef>
          <a:fillRef idx="0">
            <a:schemeClr val="accent1"/>
          </a:fillRef>
          <a:effectRef idx="0">
            <a:schemeClr val="accent1"/>
          </a:effectRef>
          <a:fontRef idx="minor">
            <a:schemeClr val="tx1"/>
          </a:fontRef>
        </p:style>
      </p:cxnSp>
      <p:grpSp>
        <p:nvGrpSpPr>
          <p:cNvPr id="14" name="กลุ่ม 537">
            <a:extLst>
              <a:ext uri="{FF2B5EF4-FFF2-40B4-BE49-F238E27FC236}">
                <a16:creationId xmlns:a16="http://schemas.microsoft.com/office/drawing/2014/main" id="{B99C1C4C-3265-4228-72A1-A171E241A893}"/>
              </a:ext>
            </a:extLst>
          </p:cNvPr>
          <p:cNvGrpSpPr/>
          <p:nvPr/>
        </p:nvGrpSpPr>
        <p:grpSpPr>
          <a:xfrm>
            <a:off x="1977584" y="3495509"/>
            <a:ext cx="1692812" cy="320937"/>
            <a:chOff x="8974766" y="5958900"/>
            <a:chExt cx="4081241" cy="773754"/>
          </a:xfrm>
        </p:grpSpPr>
        <p:sp>
          <p:nvSpPr>
            <p:cNvPr id="41" name="Round Same Side Corner Rectangle 59">
              <a:extLst>
                <a:ext uri="{FF2B5EF4-FFF2-40B4-BE49-F238E27FC236}">
                  <a16:creationId xmlns:a16="http://schemas.microsoft.com/office/drawing/2014/main" id="{3395DC6B-3208-9BDE-8021-A27747F084F2}"/>
                </a:ext>
              </a:extLst>
            </p:cNvPr>
            <p:cNvSpPr/>
            <p:nvPr/>
          </p:nvSpPr>
          <p:spPr>
            <a:xfrm rot="5400000">
              <a:off x="10603440" y="4330226"/>
              <a:ext cx="773754" cy="4031101"/>
            </a:xfrm>
            <a:prstGeom prst="round2SameRect">
              <a:avLst>
                <a:gd name="adj1" fmla="val 50000"/>
                <a:gd name="adj2"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defPPr>
                <a:defRPr lang="th-TH"/>
              </a:defPPr>
              <a:lvl1pPr marL="0" algn="l" defTabSz="2173204" rtl="0" eaLnBrk="1" latinLnBrk="0" hangingPunct="1">
                <a:defRPr sz="6700" kern="1200">
                  <a:solidFill>
                    <a:schemeClr val="lt1"/>
                  </a:solidFill>
                  <a:latin typeface="+mn-lt"/>
                  <a:ea typeface="+mn-ea"/>
                  <a:cs typeface="+mn-cs"/>
                </a:defRPr>
              </a:lvl1pPr>
              <a:lvl2pPr marL="1086601" algn="l" defTabSz="2173204" rtl="0" eaLnBrk="1" latinLnBrk="0" hangingPunct="1">
                <a:defRPr sz="6700" kern="1200">
                  <a:solidFill>
                    <a:schemeClr val="lt1"/>
                  </a:solidFill>
                  <a:latin typeface="+mn-lt"/>
                  <a:ea typeface="+mn-ea"/>
                  <a:cs typeface="+mn-cs"/>
                </a:defRPr>
              </a:lvl2pPr>
              <a:lvl3pPr marL="2173204" algn="l" defTabSz="2173204" rtl="0" eaLnBrk="1" latinLnBrk="0" hangingPunct="1">
                <a:defRPr sz="6700" kern="1200">
                  <a:solidFill>
                    <a:schemeClr val="lt1"/>
                  </a:solidFill>
                  <a:latin typeface="+mn-lt"/>
                  <a:ea typeface="+mn-ea"/>
                  <a:cs typeface="+mn-cs"/>
                </a:defRPr>
              </a:lvl3pPr>
              <a:lvl4pPr marL="3259805" algn="l" defTabSz="2173204" rtl="0" eaLnBrk="1" latinLnBrk="0" hangingPunct="1">
                <a:defRPr sz="6700" kern="1200">
                  <a:solidFill>
                    <a:schemeClr val="lt1"/>
                  </a:solidFill>
                  <a:latin typeface="+mn-lt"/>
                  <a:ea typeface="+mn-ea"/>
                  <a:cs typeface="+mn-cs"/>
                </a:defRPr>
              </a:lvl4pPr>
              <a:lvl5pPr marL="4346406" algn="l" defTabSz="2173204" rtl="0" eaLnBrk="1" latinLnBrk="0" hangingPunct="1">
                <a:defRPr sz="6700" kern="1200">
                  <a:solidFill>
                    <a:schemeClr val="lt1"/>
                  </a:solidFill>
                  <a:latin typeface="+mn-lt"/>
                  <a:ea typeface="+mn-ea"/>
                  <a:cs typeface="+mn-cs"/>
                </a:defRPr>
              </a:lvl5pPr>
              <a:lvl6pPr marL="5433009" algn="l" defTabSz="2173204" rtl="0" eaLnBrk="1" latinLnBrk="0" hangingPunct="1">
                <a:defRPr sz="6700" kern="1200">
                  <a:solidFill>
                    <a:schemeClr val="lt1"/>
                  </a:solidFill>
                  <a:latin typeface="+mn-lt"/>
                  <a:ea typeface="+mn-ea"/>
                  <a:cs typeface="+mn-cs"/>
                </a:defRPr>
              </a:lvl6pPr>
              <a:lvl7pPr marL="6519610" algn="l" defTabSz="2173204" rtl="0" eaLnBrk="1" latinLnBrk="0" hangingPunct="1">
                <a:defRPr sz="6700" kern="1200">
                  <a:solidFill>
                    <a:schemeClr val="lt1"/>
                  </a:solidFill>
                  <a:latin typeface="+mn-lt"/>
                  <a:ea typeface="+mn-ea"/>
                  <a:cs typeface="+mn-cs"/>
                </a:defRPr>
              </a:lvl7pPr>
              <a:lvl8pPr marL="7606211" algn="l" defTabSz="2173204" rtl="0" eaLnBrk="1" latinLnBrk="0" hangingPunct="1">
                <a:defRPr sz="6700" kern="1200">
                  <a:solidFill>
                    <a:schemeClr val="lt1"/>
                  </a:solidFill>
                  <a:latin typeface="+mn-lt"/>
                  <a:ea typeface="+mn-ea"/>
                  <a:cs typeface="+mn-cs"/>
                </a:defRPr>
              </a:lvl8pPr>
              <a:lvl9pPr marL="8692815" algn="l" defTabSz="2173204" rtl="0" eaLnBrk="1" latinLnBrk="0" hangingPunct="1">
                <a:defRPr sz="6700" kern="1200">
                  <a:solidFill>
                    <a:schemeClr val="lt1"/>
                  </a:solidFill>
                  <a:latin typeface="+mn-lt"/>
                  <a:ea typeface="+mn-ea"/>
                  <a:cs typeface="+mn-cs"/>
                </a:defRPr>
              </a:lvl9pPr>
            </a:lstStyle>
            <a:p>
              <a:pPr algn="r"/>
              <a:endParaRPr lang="bg-BG" sz="1100" dirty="0"/>
            </a:p>
          </p:txBody>
        </p:sp>
        <p:sp>
          <p:nvSpPr>
            <p:cNvPr id="42" name="TextBox 539">
              <a:extLst>
                <a:ext uri="{FF2B5EF4-FFF2-40B4-BE49-F238E27FC236}">
                  <a16:creationId xmlns:a16="http://schemas.microsoft.com/office/drawing/2014/main" id="{74A58300-3A3D-20A7-F8B1-55D1FDDF684B}"/>
                </a:ext>
              </a:extLst>
            </p:cNvPr>
            <p:cNvSpPr txBox="1"/>
            <p:nvPr/>
          </p:nvSpPr>
          <p:spPr>
            <a:xfrm>
              <a:off x="8974766" y="6207302"/>
              <a:ext cx="4081241" cy="408114"/>
            </a:xfrm>
            <a:prstGeom prst="rect">
              <a:avLst/>
            </a:prstGeom>
            <a:noFill/>
          </p:spPr>
          <p:txBody>
            <a:bodyPr wrap="square" lIns="0" tIns="0" rIns="0" bIns="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a:r>
                <a:rPr lang="en-US" sz="1100" b="1" dirty="0">
                  <a:solidFill>
                    <a:schemeClr val="bg1"/>
                  </a:solidFill>
                  <a:cs typeface="Lato Regular"/>
                </a:rPr>
                <a:t>Ecology</a:t>
              </a:r>
            </a:p>
          </p:txBody>
        </p:sp>
      </p:grpSp>
      <p:sp>
        <p:nvSpPr>
          <p:cNvPr id="15" name="TextBox 540">
            <a:extLst>
              <a:ext uri="{FF2B5EF4-FFF2-40B4-BE49-F238E27FC236}">
                <a16:creationId xmlns:a16="http://schemas.microsoft.com/office/drawing/2014/main" id="{7470D774-7204-6793-459F-C8C096A679C0}"/>
              </a:ext>
            </a:extLst>
          </p:cNvPr>
          <p:cNvSpPr txBox="1"/>
          <p:nvPr/>
        </p:nvSpPr>
        <p:spPr>
          <a:xfrm>
            <a:off x="1159741" y="3804796"/>
            <a:ext cx="2539874" cy="619749"/>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r">
              <a:lnSpc>
                <a:spcPct val="150000"/>
              </a:lnSpc>
            </a:pPr>
            <a:r>
              <a:rPr lang="en-US" sz="900" dirty="0">
                <a:solidFill>
                  <a:schemeClr val="tx1">
                    <a:lumMod val="50000"/>
                    <a:lumOff val="50000"/>
                  </a:schemeClr>
                </a:solidFill>
                <a:ea typeface="Lato" pitchFamily="34" charset="0"/>
                <a:cs typeface="Lato" pitchFamily="34" charset="0"/>
              </a:rPr>
              <a:t>Lorem Ipsum has two main data statistical this methodologies.</a:t>
            </a:r>
          </a:p>
        </p:txBody>
      </p:sp>
      <p:cxnSp>
        <p:nvCxnSpPr>
          <p:cNvPr id="16" name="ตัวเชื่อมต่อตรง 237">
            <a:extLst>
              <a:ext uri="{FF2B5EF4-FFF2-40B4-BE49-F238E27FC236}">
                <a16:creationId xmlns:a16="http://schemas.microsoft.com/office/drawing/2014/main" id="{C1C2EDFB-477B-523D-2006-5381E089E7A2}"/>
              </a:ext>
            </a:extLst>
          </p:cNvPr>
          <p:cNvCxnSpPr/>
          <p:nvPr/>
        </p:nvCxnSpPr>
        <p:spPr>
          <a:xfrm rot="10800000" flipV="1">
            <a:off x="6617479" y="3114524"/>
            <a:ext cx="2393880" cy="362555"/>
          </a:xfrm>
          <a:prstGeom prst="bentConnector3">
            <a:avLst>
              <a:gd name="adj1" fmla="val 50000"/>
            </a:avLst>
          </a:prstGeom>
          <a:ln w="31750">
            <a:solidFill>
              <a:schemeClr val="bg1">
                <a:lumMod val="50000"/>
              </a:schemeClr>
            </a:solidFill>
            <a:prstDash val="sysDot"/>
            <a:headEnd type="oval"/>
          </a:ln>
        </p:spPr>
        <p:style>
          <a:lnRef idx="1">
            <a:schemeClr val="accent1"/>
          </a:lnRef>
          <a:fillRef idx="0">
            <a:schemeClr val="accent1"/>
          </a:fillRef>
          <a:effectRef idx="0">
            <a:schemeClr val="accent1"/>
          </a:effectRef>
          <a:fontRef idx="minor">
            <a:schemeClr val="tx1"/>
          </a:fontRef>
        </p:style>
      </p:cxnSp>
      <p:grpSp>
        <p:nvGrpSpPr>
          <p:cNvPr id="17" name="กลุ่ม 542">
            <a:extLst>
              <a:ext uri="{FF2B5EF4-FFF2-40B4-BE49-F238E27FC236}">
                <a16:creationId xmlns:a16="http://schemas.microsoft.com/office/drawing/2014/main" id="{889D4ED6-6F39-D3F8-77CD-36E74F61871C}"/>
              </a:ext>
            </a:extLst>
          </p:cNvPr>
          <p:cNvGrpSpPr/>
          <p:nvPr/>
        </p:nvGrpSpPr>
        <p:grpSpPr>
          <a:xfrm>
            <a:off x="9114957" y="2965542"/>
            <a:ext cx="1692812" cy="320937"/>
            <a:chOff x="8974766" y="5958900"/>
            <a:chExt cx="4081241" cy="773754"/>
          </a:xfrm>
        </p:grpSpPr>
        <p:sp>
          <p:nvSpPr>
            <p:cNvPr id="39" name="Round Same Side Corner Rectangle 59">
              <a:extLst>
                <a:ext uri="{FF2B5EF4-FFF2-40B4-BE49-F238E27FC236}">
                  <a16:creationId xmlns:a16="http://schemas.microsoft.com/office/drawing/2014/main" id="{CB7D1195-28CD-B75B-DA95-709B14413676}"/>
                </a:ext>
              </a:extLst>
            </p:cNvPr>
            <p:cNvSpPr/>
            <p:nvPr/>
          </p:nvSpPr>
          <p:spPr>
            <a:xfrm rot="5400000">
              <a:off x="10603440" y="4330226"/>
              <a:ext cx="773754" cy="4031101"/>
            </a:xfrm>
            <a:prstGeom prst="round2SameRect">
              <a:avLst>
                <a:gd name="adj1" fmla="val 50000"/>
                <a:gd name="adj2"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219419" tIns="109710" rIns="219419" bIns="109710" rtlCol="0" anchor="ctr"/>
            <a:lstStyle>
              <a:defPPr>
                <a:defRPr lang="th-TH"/>
              </a:defPPr>
              <a:lvl1pPr marL="0" algn="l" defTabSz="2173204" rtl="0" eaLnBrk="1" latinLnBrk="0" hangingPunct="1">
                <a:defRPr sz="6700" kern="1200">
                  <a:solidFill>
                    <a:schemeClr val="lt1"/>
                  </a:solidFill>
                  <a:latin typeface="+mn-lt"/>
                  <a:ea typeface="+mn-ea"/>
                  <a:cs typeface="+mn-cs"/>
                </a:defRPr>
              </a:lvl1pPr>
              <a:lvl2pPr marL="1086601" algn="l" defTabSz="2173204" rtl="0" eaLnBrk="1" latinLnBrk="0" hangingPunct="1">
                <a:defRPr sz="6700" kern="1200">
                  <a:solidFill>
                    <a:schemeClr val="lt1"/>
                  </a:solidFill>
                  <a:latin typeface="+mn-lt"/>
                  <a:ea typeface="+mn-ea"/>
                  <a:cs typeface="+mn-cs"/>
                </a:defRPr>
              </a:lvl2pPr>
              <a:lvl3pPr marL="2173204" algn="l" defTabSz="2173204" rtl="0" eaLnBrk="1" latinLnBrk="0" hangingPunct="1">
                <a:defRPr sz="6700" kern="1200">
                  <a:solidFill>
                    <a:schemeClr val="lt1"/>
                  </a:solidFill>
                  <a:latin typeface="+mn-lt"/>
                  <a:ea typeface="+mn-ea"/>
                  <a:cs typeface="+mn-cs"/>
                </a:defRPr>
              </a:lvl3pPr>
              <a:lvl4pPr marL="3259805" algn="l" defTabSz="2173204" rtl="0" eaLnBrk="1" latinLnBrk="0" hangingPunct="1">
                <a:defRPr sz="6700" kern="1200">
                  <a:solidFill>
                    <a:schemeClr val="lt1"/>
                  </a:solidFill>
                  <a:latin typeface="+mn-lt"/>
                  <a:ea typeface="+mn-ea"/>
                  <a:cs typeface="+mn-cs"/>
                </a:defRPr>
              </a:lvl4pPr>
              <a:lvl5pPr marL="4346406" algn="l" defTabSz="2173204" rtl="0" eaLnBrk="1" latinLnBrk="0" hangingPunct="1">
                <a:defRPr sz="6700" kern="1200">
                  <a:solidFill>
                    <a:schemeClr val="lt1"/>
                  </a:solidFill>
                  <a:latin typeface="+mn-lt"/>
                  <a:ea typeface="+mn-ea"/>
                  <a:cs typeface="+mn-cs"/>
                </a:defRPr>
              </a:lvl5pPr>
              <a:lvl6pPr marL="5433009" algn="l" defTabSz="2173204" rtl="0" eaLnBrk="1" latinLnBrk="0" hangingPunct="1">
                <a:defRPr sz="6700" kern="1200">
                  <a:solidFill>
                    <a:schemeClr val="lt1"/>
                  </a:solidFill>
                  <a:latin typeface="+mn-lt"/>
                  <a:ea typeface="+mn-ea"/>
                  <a:cs typeface="+mn-cs"/>
                </a:defRPr>
              </a:lvl6pPr>
              <a:lvl7pPr marL="6519610" algn="l" defTabSz="2173204" rtl="0" eaLnBrk="1" latinLnBrk="0" hangingPunct="1">
                <a:defRPr sz="6700" kern="1200">
                  <a:solidFill>
                    <a:schemeClr val="lt1"/>
                  </a:solidFill>
                  <a:latin typeface="+mn-lt"/>
                  <a:ea typeface="+mn-ea"/>
                  <a:cs typeface="+mn-cs"/>
                </a:defRPr>
              </a:lvl7pPr>
              <a:lvl8pPr marL="7606211" algn="l" defTabSz="2173204" rtl="0" eaLnBrk="1" latinLnBrk="0" hangingPunct="1">
                <a:defRPr sz="6700" kern="1200">
                  <a:solidFill>
                    <a:schemeClr val="lt1"/>
                  </a:solidFill>
                  <a:latin typeface="+mn-lt"/>
                  <a:ea typeface="+mn-ea"/>
                  <a:cs typeface="+mn-cs"/>
                </a:defRPr>
              </a:lvl8pPr>
              <a:lvl9pPr marL="8692815" algn="l" defTabSz="2173204" rtl="0" eaLnBrk="1" latinLnBrk="0" hangingPunct="1">
                <a:defRPr sz="6700" kern="1200">
                  <a:solidFill>
                    <a:schemeClr val="lt1"/>
                  </a:solidFill>
                  <a:latin typeface="+mn-lt"/>
                  <a:ea typeface="+mn-ea"/>
                  <a:cs typeface="+mn-cs"/>
                </a:defRPr>
              </a:lvl9pPr>
            </a:lstStyle>
            <a:p>
              <a:pPr algn="r"/>
              <a:endParaRPr lang="bg-BG" sz="1100" dirty="0"/>
            </a:p>
          </p:txBody>
        </p:sp>
        <p:sp>
          <p:nvSpPr>
            <p:cNvPr id="40" name="TextBox 544">
              <a:extLst>
                <a:ext uri="{FF2B5EF4-FFF2-40B4-BE49-F238E27FC236}">
                  <a16:creationId xmlns:a16="http://schemas.microsoft.com/office/drawing/2014/main" id="{F0349883-7DD9-54C8-72EC-5A077C6D5EB9}"/>
                </a:ext>
              </a:extLst>
            </p:cNvPr>
            <p:cNvSpPr txBox="1"/>
            <p:nvPr/>
          </p:nvSpPr>
          <p:spPr>
            <a:xfrm>
              <a:off x="8974766" y="6183340"/>
              <a:ext cx="4081241" cy="408114"/>
            </a:xfrm>
            <a:prstGeom prst="rect">
              <a:avLst/>
            </a:prstGeom>
            <a:noFill/>
          </p:spPr>
          <p:txBody>
            <a:bodyPr wrap="square" lIns="0" tIns="0" rIns="0" bIns="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a:r>
                <a:rPr lang="en-US" sz="1100" b="1" dirty="0">
                  <a:solidFill>
                    <a:schemeClr val="bg1"/>
                  </a:solidFill>
                  <a:cs typeface="Lato Regular"/>
                </a:rPr>
                <a:t>Healthy</a:t>
              </a:r>
            </a:p>
          </p:txBody>
        </p:sp>
      </p:grpSp>
      <p:sp>
        <p:nvSpPr>
          <p:cNvPr id="18" name="TextBox 545">
            <a:extLst>
              <a:ext uri="{FF2B5EF4-FFF2-40B4-BE49-F238E27FC236}">
                <a16:creationId xmlns:a16="http://schemas.microsoft.com/office/drawing/2014/main" id="{E655AFDF-7660-8E36-DFEB-E5F2007AB038}"/>
              </a:ext>
            </a:extLst>
          </p:cNvPr>
          <p:cNvSpPr txBox="1"/>
          <p:nvPr/>
        </p:nvSpPr>
        <p:spPr>
          <a:xfrm>
            <a:off x="8892069" y="3375101"/>
            <a:ext cx="2486623" cy="619749"/>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nSpc>
                <a:spcPct val="150000"/>
              </a:lnSpc>
            </a:pPr>
            <a:r>
              <a:rPr lang="en-US" sz="900" dirty="0">
                <a:solidFill>
                  <a:schemeClr val="tx1">
                    <a:lumMod val="50000"/>
                    <a:lumOff val="50000"/>
                  </a:schemeClr>
                </a:solidFill>
                <a:ea typeface="Lato" pitchFamily="34" charset="0"/>
                <a:cs typeface="Lato" pitchFamily="34" charset="0"/>
              </a:rPr>
              <a:t>Lorem Ipsum has two main data statistical this methodologies.</a:t>
            </a:r>
          </a:p>
        </p:txBody>
      </p:sp>
      <p:grpSp>
        <p:nvGrpSpPr>
          <p:cNvPr id="19" name="กลุ่ม 546">
            <a:extLst>
              <a:ext uri="{FF2B5EF4-FFF2-40B4-BE49-F238E27FC236}">
                <a16:creationId xmlns:a16="http://schemas.microsoft.com/office/drawing/2014/main" id="{22F2FADF-6CBF-5B01-AA0F-3B56FB5806E7}"/>
              </a:ext>
            </a:extLst>
          </p:cNvPr>
          <p:cNvGrpSpPr/>
          <p:nvPr/>
        </p:nvGrpSpPr>
        <p:grpSpPr>
          <a:xfrm>
            <a:off x="2148407" y="4806923"/>
            <a:ext cx="2101078" cy="1341820"/>
            <a:chOff x="15670212" y="2895600"/>
            <a:chExt cx="5254625" cy="2317750"/>
          </a:xfrm>
        </p:grpSpPr>
        <p:sp>
          <p:nvSpPr>
            <p:cNvPr id="35" name="Freeform 10">
              <a:extLst>
                <a:ext uri="{FF2B5EF4-FFF2-40B4-BE49-F238E27FC236}">
                  <a16:creationId xmlns:a16="http://schemas.microsoft.com/office/drawing/2014/main" id="{428D351E-D788-5878-1CA3-8A9B5F389D29}"/>
                </a:ext>
              </a:extLst>
            </p:cNvPr>
            <p:cNvSpPr>
              <a:spLocks/>
            </p:cNvSpPr>
            <p:nvPr/>
          </p:nvSpPr>
          <p:spPr bwMode="auto">
            <a:xfrm>
              <a:off x="15670212" y="2895600"/>
              <a:ext cx="5254625" cy="2317750"/>
            </a:xfrm>
            <a:custGeom>
              <a:avLst/>
              <a:gdLst>
                <a:gd name="T0" fmla="*/ 238 w 238"/>
                <a:gd name="T1" fmla="*/ 93 h 105"/>
                <a:gd name="T2" fmla="*/ 227 w 238"/>
                <a:gd name="T3" fmla="*/ 105 h 105"/>
                <a:gd name="T4" fmla="*/ 11 w 238"/>
                <a:gd name="T5" fmla="*/ 105 h 105"/>
                <a:gd name="T6" fmla="*/ 0 w 238"/>
                <a:gd name="T7" fmla="*/ 93 h 105"/>
                <a:gd name="T8" fmla="*/ 0 w 238"/>
                <a:gd name="T9" fmla="*/ 11 h 105"/>
                <a:gd name="T10" fmla="*/ 11 w 238"/>
                <a:gd name="T11" fmla="*/ 0 h 105"/>
                <a:gd name="T12" fmla="*/ 227 w 238"/>
                <a:gd name="T13" fmla="*/ 0 h 105"/>
                <a:gd name="T14" fmla="*/ 238 w 238"/>
                <a:gd name="T15" fmla="*/ 11 h 105"/>
                <a:gd name="T16" fmla="*/ 238 w 238"/>
                <a:gd name="T17" fmla="*/ 9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8" h="105">
                  <a:moveTo>
                    <a:pt x="238" y="93"/>
                  </a:moveTo>
                  <a:cubicBezTo>
                    <a:pt x="238" y="100"/>
                    <a:pt x="233" y="105"/>
                    <a:pt x="227" y="105"/>
                  </a:cubicBezTo>
                  <a:cubicBezTo>
                    <a:pt x="11" y="105"/>
                    <a:pt x="11" y="105"/>
                    <a:pt x="11" y="105"/>
                  </a:cubicBezTo>
                  <a:cubicBezTo>
                    <a:pt x="5" y="105"/>
                    <a:pt x="0" y="100"/>
                    <a:pt x="0" y="93"/>
                  </a:cubicBezTo>
                  <a:cubicBezTo>
                    <a:pt x="0" y="11"/>
                    <a:pt x="0" y="11"/>
                    <a:pt x="0" y="11"/>
                  </a:cubicBezTo>
                  <a:cubicBezTo>
                    <a:pt x="0" y="5"/>
                    <a:pt x="5" y="0"/>
                    <a:pt x="11" y="0"/>
                  </a:cubicBezTo>
                  <a:cubicBezTo>
                    <a:pt x="227" y="0"/>
                    <a:pt x="227" y="0"/>
                    <a:pt x="227" y="0"/>
                  </a:cubicBezTo>
                  <a:cubicBezTo>
                    <a:pt x="233" y="0"/>
                    <a:pt x="238" y="5"/>
                    <a:pt x="238" y="11"/>
                  </a:cubicBezTo>
                  <a:lnTo>
                    <a:pt x="238" y="93"/>
                  </a:lnTo>
                  <a:close/>
                </a:path>
              </a:pathLst>
            </a:custGeom>
            <a:solidFill>
              <a:srgbClr val="EF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th-TH"/>
            </a:p>
          </p:txBody>
        </p:sp>
        <p:sp>
          <p:nvSpPr>
            <p:cNvPr id="36" name="Freeform 11">
              <a:extLst>
                <a:ext uri="{FF2B5EF4-FFF2-40B4-BE49-F238E27FC236}">
                  <a16:creationId xmlns:a16="http://schemas.microsoft.com/office/drawing/2014/main" id="{38E61419-1A92-4E89-013B-0359C8DFEDC1}"/>
                </a:ext>
              </a:extLst>
            </p:cNvPr>
            <p:cNvSpPr>
              <a:spLocks/>
            </p:cNvSpPr>
            <p:nvPr/>
          </p:nvSpPr>
          <p:spPr bwMode="auto">
            <a:xfrm>
              <a:off x="15670212" y="2895600"/>
              <a:ext cx="5254625" cy="971550"/>
            </a:xfrm>
            <a:custGeom>
              <a:avLst/>
              <a:gdLst>
                <a:gd name="T0" fmla="*/ 238 w 238"/>
                <a:gd name="T1" fmla="*/ 44 h 44"/>
                <a:gd name="T2" fmla="*/ 238 w 238"/>
                <a:gd name="T3" fmla="*/ 11 h 44"/>
                <a:gd name="T4" fmla="*/ 227 w 238"/>
                <a:gd name="T5" fmla="*/ 0 h 44"/>
                <a:gd name="T6" fmla="*/ 11 w 238"/>
                <a:gd name="T7" fmla="*/ 0 h 44"/>
                <a:gd name="T8" fmla="*/ 0 w 238"/>
                <a:gd name="T9" fmla="*/ 11 h 44"/>
                <a:gd name="T10" fmla="*/ 0 w 238"/>
                <a:gd name="T11" fmla="*/ 44 h 44"/>
                <a:gd name="T12" fmla="*/ 238 w 238"/>
                <a:gd name="T13" fmla="*/ 44 h 44"/>
              </a:gdLst>
              <a:ahLst/>
              <a:cxnLst>
                <a:cxn ang="0">
                  <a:pos x="T0" y="T1"/>
                </a:cxn>
                <a:cxn ang="0">
                  <a:pos x="T2" y="T3"/>
                </a:cxn>
                <a:cxn ang="0">
                  <a:pos x="T4" y="T5"/>
                </a:cxn>
                <a:cxn ang="0">
                  <a:pos x="T6" y="T7"/>
                </a:cxn>
                <a:cxn ang="0">
                  <a:pos x="T8" y="T9"/>
                </a:cxn>
                <a:cxn ang="0">
                  <a:pos x="T10" y="T11"/>
                </a:cxn>
                <a:cxn ang="0">
                  <a:pos x="T12" y="T13"/>
                </a:cxn>
              </a:cxnLst>
              <a:rect l="0" t="0" r="r" b="b"/>
              <a:pathLst>
                <a:path w="238" h="44">
                  <a:moveTo>
                    <a:pt x="238" y="44"/>
                  </a:moveTo>
                  <a:cubicBezTo>
                    <a:pt x="238" y="11"/>
                    <a:pt x="238" y="11"/>
                    <a:pt x="238" y="11"/>
                  </a:cubicBezTo>
                  <a:cubicBezTo>
                    <a:pt x="238" y="5"/>
                    <a:pt x="233" y="0"/>
                    <a:pt x="227" y="0"/>
                  </a:cubicBezTo>
                  <a:cubicBezTo>
                    <a:pt x="11" y="0"/>
                    <a:pt x="11" y="0"/>
                    <a:pt x="11" y="0"/>
                  </a:cubicBezTo>
                  <a:cubicBezTo>
                    <a:pt x="5" y="0"/>
                    <a:pt x="0" y="5"/>
                    <a:pt x="0" y="11"/>
                  </a:cubicBezTo>
                  <a:cubicBezTo>
                    <a:pt x="0" y="44"/>
                    <a:pt x="0" y="44"/>
                    <a:pt x="0" y="44"/>
                  </a:cubicBezTo>
                  <a:lnTo>
                    <a:pt x="238" y="44"/>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th-TH"/>
            </a:p>
          </p:txBody>
        </p:sp>
        <p:sp>
          <p:nvSpPr>
            <p:cNvPr id="37" name="TextBox 31">
              <a:extLst>
                <a:ext uri="{FF2B5EF4-FFF2-40B4-BE49-F238E27FC236}">
                  <a16:creationId xmlns:a16="http://schemas.microsoft.com/office/drawing/2014/main" id="{950718C9-1785-FC51-6A00-10085E388479}"/>
                </a:ext>
              </a:extLst>
            </p:cNvPr>
            <p:cNvSpPr txBox="1">
              <a:spLocks noChangeArrowheads="1"/>
            </p:cNvSpPr>
            <p:nvPr/>
          </p:nvSpPr>
          <p:spPr bwMode="auto">
            <a:xfrm>
              <a:off x="15743236" y="3202183"/>
              <a:ext cx="5181601" cy="45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eaLnBrk="1" hangingPunct="1"/>
              <a:r>
                <a:rPr lang="en-US" sz="1100" b="1" dirty="0">
                  <a:solidFill>
                    <a:schemeClr val="bg1"/>
                  </a:solidFill>
                  <a:ea typeface="Lato Black" pitchFamily="34" charset="0"/>
                  <a:cs typeface="Lato Black" pitchFamily="34" charset="0"/>
                </a:rPr>
                <a:t>Industry</a:t>
              </a:r>
            </a:p>
          </p:txBody>
        </p:sp>
        <p:sp>
          <p:nvSpPr>
            <p:cNvPr id="38" name="TextBox 550">
              <a:extLst>
                <a:ext uri="{FF2B5EF4-FFF2-40B4-BE49-F238E27FC236}">
                  <a16:creationId xmlns:a16="http://schemas.microsoft.com/office/drawing/2014/main" id="{3BAFA760-6A79-188D-0387-5E1BEDE37B4A}"/>
                </a:ext>
              </a:extLst>
            </p:cNvPr>
            <p:cNvSpPr txBox="1"/>
            <p:nvPr/>
          </p:nvSpPr>
          <p:spPr>
            <a:xfrm>
              <a:off x="15743236" y="3862964"/>
              <a:ext cx="5181601" cy="1180152"/>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a:r>
                <a:rPr lang="en-US" sz="1000" dirty="0">
                  <a:solidFill>
                    <a:schemeClr val="tx1">
                      <a:lumMod val="50000"/>
                      <a:lumOff val="50000"/>
                    </a:schemeClr>
                  </a:solidFill>
                  <a:ea typeface="Lato" pitchFamily="34" charset="0"/>
                  <a:cs typeface="Lato" pitchFamily="34" charset="0"/>
                </a:rPr>
                <a:t>Lorem Ipsum has two main data statistical this methodologies.</a:t>
              </a:r>
            </a:p>
          </p:txBody>
        </p:sp>
      </p:grpSp>
      <p:grpSp>
        <p:nvGrpSpPr>
          <p:cNvPr id="20" name="กลุ่ม 551">
            <a:extLst>
              <a:ext uri="{FF2B5EF4-FFF2-40B4-BE49-F238E27FC236}">
                <a16:creationId xmlns:a16="http://schemas.microsoft.com/office/drawing/2014/main" id="{82CA688C-5F3E-66B6-E1BD-88335DFDDF28}"/>
              </a:ext>
            </a:extLst>
          </p:cNvPr>
          <p:cNvGrpSpPr/>
          <p:nvPr/>
        </p:nvGrpSpPr>
        <p:grpSpPr>
          <a:xfrm>
            <a:off x="4312697" y="4806923"/>
            <a:ext cx="2101078" cy="1341820"/>
            <a:chOff x="15670212" y="2895600"/>
            <a:chExt cx="5254625" cy="2317750"/>
          </a:xfrm>
        </p:grpSpPr>
        <p:sp>
          <p:nvSpPr>
            <p:cNvPr id="31" name="Freeform 10">
              <a:extLst>
                <a:ext uri="{FF2B5EF4-FFF2-40B4-BE49-F238E27FC236}">
                  <a16:creationId xmlns:a16="http://schemas.microsoft.com/office/drawing/2014/main" id="{6B8F02D0-3B37-0636-26DC-C55C5E570A59}"/>
                </a:ext>
              </a:extLst>
            </p:cNvPr>
            <p:cNvSpPr>
              <a:spLocks/>
            </p:cNvSpPr>
            <p:nvPr/>
          </p:nvSpPr>
          <p:spPr bwMode="auto">
            <a:xfrm>
              <a:off x="15670212" y="2895600"/>
              <a:ext cx="5254625" cy="2317750"/>
            </a:xfrm>
            <a:custGeom>
              <a:avLst/>
              <a:gdLst>
                <a:gd name="T0" fmla="*/ 238 w 238"/>
                <a:gd name="T1" fmla="*/ 93 h 105"/>
                <a:gd name="T2" fmla="*/ 227 w 238"/>
                <a:gd name="T3" fmla="*/ 105 h 105"/>
                <a:gd name="T4" fmla="*/ 11 w 238"/>
                <a:gd name="T5" fmla="*/ 105 h 105"/>
                <a:gd name="T6" fmla="*/ 0 w 238"/>
                <a:gd name="T7" fmla="*/ 93 h 105"/>
                <a:gd name="T8" fmla="*/ 0 w 238"/>
                <a:gd name="T9" fmla="*/ 11 h 105"/>
                <a:gd name="T10" fmla="*/ 11 w 238"/>
                <a:gd name="T11" fmla="*/ 0 h 105"/>
                <a:gd name="T12" fmla="*/ 227 w 238"/>
                <a:gd name="T13" fmla="*/ 0 h 105"/>
                <a:gd name="T14" fmla="*/ 238 w 238"/>
                <a:gd name="T15" fmla="*/ 11 h 105"/>
                <a:gd name="T16" fmla="*/ 238 w 238"/>
                <a:gd name="T17" fmla="*/ 9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8" h="105">
                  <a:moveTo>
                    <a:pt x="238" y="93"/>
                  </a:moveTo>
                  <a:cubicBezTo>
                    <a:pt x="238" y="100"/>
                    <a:pt x="233" y="105"/>
                    <a:pt x="227" y="105"/>
                  </a:cubicBezTo>
                  <a:cubicBezTo>
                    <a:pt x="11" y="105"/>
                    <a:pt x="11" y="105"/>
                    <a:pt x="11" y="105"/>
                  </a:cubicBezTo>
                  <a:cubicBezTo>
                    <a:pt x="5" y="105"/>
                    <a:pt x="0" y="100"/>
                    <a:pt x="0" y="93"/>
                  </a:cubicBezTo>
                  <a:cubicBezTo>
                    <a:pt x="0" y="11"/>
                    <a:pt x="0" y="11"/>
                    <a:pt x="0" y="11"/>
                  </a:cubicBezTo>
                  <a:cubicBezTo>
                    <a:pt x="0" y="5"/>
                    <a:pt x="5" y="0"/>
                    <a:pt x="11" y="0"/>
                  </a:cubicBezTo>
                  <a:cubicBezTo>
                    <a:pt x="227" y="0"/>
                    <a:pt x="227" y="0"/>
                    <a:pt x="227" y="0"/>
                  </a:cubicBezTo>
                  <a:cubicBezTo>
                    <a:pt x="233" y="0"/>
                    <a:pt x="238" y="5"/>
                    <a:pt x="238" y="11"/>
                  </a:cubicBezTo>
                  <a:lnTo>
                    <a:pt x="238" y="93"/>
                  </a:lnTo>
                  <a:close/>
                </a:path>
              </a:pathLst>
            </a:custGeom>
            <a:solidFill>
              <a:srgbClr val="EF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th-TH"/>
            </a:p>
          </p:txBody>
        </p:sp>
        <p:sp>
          <p:nvSpPr>
            <p:cNvPr id="32" name="Freeform 11">
              <a:extLst>
                <a:ext uri="{FF2B5EF4-FFF2-40B4-BE49-F238E27FC236}">
                  <a16:creationId xmlns:a16="http://schemas.microsoft.com/office/drawing/2014/main" id="{F00B51C7-3EA3-D81C-30F9-7BCBB156F7B7}"/>
                </a:ext>
              </a:extLst>
            </p:cNvPr>
            <p:cNvSpPr>
              <a:spLocks/>
            </p:cNvSpPr>
            <p:nvPr/>
          </p:nvSpPr>
          <p:spPr bwMode="auto">
            <a:xfrm>
              <a:off x="15670212" y="2895600"/>
              <a:ext cx="5254625" cy="971550"/>
            </a:xfrm>
            <a:custGeom>
              <a:avLst/>
              <a:gdLst>
                <a:gd name="T0" fmla="*/ 238 w 238"/>
                <a:gd name="T1" fmla="*/ 44 h 44"/>
                <a:gd name="T2" fmla="*/ 238 w 238"/>
                <a:gd name="T3" fmla="*/ 11 h 44"/>
                <a:gd name="T4" fmla="*/ 227 w 238"/>
                <a:gd name="T5" fmla="*/ 0 h 44"/>
                <a:gd name="T6" fmla="*/ 11 w 238"/>
                <a:gd name="T7" fmla="*/ 0 h 44"/>
                <a:gd name="T8" fmla="*/ 0 w 238"/>
                <a:gd name="T9" fmla="*/ 11 h 44"/>
                <a:gd name="T10" fmla="*/ 0 w 238"/>
                <a:gd name="T11" fmla="*/ 44 h 44"/>
                <a:gd name="T12" fmla="*/ 238 w 238"/>
                <a:gd name="T13" fmla="*/ 44 h 44"/>
              </a:gdLst>
              <a:ahLst/>
              <a:cxnLst>
                <a:cxn ang="0">
                  <a:pos x="T0" y="T1"/>
                </a:cxn>
                <a:cxn ang="0">
                  <a:pos x="T2" y="T3"/>
                </a:cxn>
                <a:cxn ang="0">
                  <a:pos x="T4" y="T5"/>
                </a:cxn>
                <a:cxn ang="0">
                  <a:pos x="T6" y="T7"/>
                </a:cxn>
                <a:cxn ang="0">
                  <a:pos x="T8" y="T9"/>
                </a:cxn>
                <a:cxn ang="0">
                  <a:pos x="T10" y="T11"/>
                </a:cxn>
                <a:cxn ang="0">
                  <a:pos x="T12" y="T13"/>
                </a:cxn>
              </a:cxnLst>
              <a:rect l="0" t="0" r="r" b="b"/>
              <a:pathLst>
                <a:path w="238" h="44">
                  <a:moveTo>
                    <a:pt x="238" y="44"/>
                  </a:moveTo>
                  <a:cubicBezTo>
                    <a:pt x="238" y="11"/>
                    <a:pt x="238" y="11"/>
                    <a:pt x="238" y="11"/>
                  </a:cubicBezTo>
                  <a:cubicBezTo>
                    <a:pt x="238" y="5"/>
                    <a:pt x="233" y="0"/>
                    <a:pt x="227" y="0"/>
                  </a:cubicBezTo>
                  <a:cubicBezTo>
                    <a:pt x="11" y="0"/>
                    <a:pt x="11" y="0"/>
                    <a:pt x="11" y="0"/>
                  </a:cubicBezTo>
                  <a:cubicBezTo>
                    <a:pt x="5" y="0"/>
                    <a:pt x="0" y="5"/>
                    <a:pt x="0" y="11"/>
                  </a:cubicBezTo>
                  <a:cubicBezTo>
                    <a:pt x="0" y="44"/>
                    <a:pt x="0" y="44"/>
                    <a:pt x="0" y="44"/>
                  </a:cubicBezTo>
                  <a:lnTo>
                    <a:pt x="238" y="4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th-TH"/>
            </a:p>
          </p:txBody>
        </p:sp>
        <p:sp>
          <p:nvSpPr>
            <p:cNvPr id="33" name="TextBox 31">
              <a:extLst>
                <a:ext uri="{FF2B5EF4-FFF2-40B4-BE49-F238E27FC236}">
                  <a16:creationId xmlns:a16="http://schemas.microsoft.com/office/drawing/2014/main" id="{D0A4C231-063D-708B-93A2-9A0D2C35A608}"/>
                </a:ext>
              </a:extLst>
            </p:cNvPr>
            <p:cNvSpPr txBox="1">
              <a:spLocks noChangeArrowheads="1"/>
            </p:cNvSpPr>
            <p:nvPr/>
          </p:nvSpPr>
          <p:spPr bwMode="auto">
            <a:xfrm>
              <a:off x="15743236" y="3202183"/>
              <a:ext cx="5181601" cy="45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eaLnBrk="1" hangingPunct="1"/>
              <a:r>
                <a:rPr lang="en-US" sz="1100" b="1" dirty="0">
                  <a:solidFill>
                    <a:schemeClr val="bg1"/>
                  </a:solidFill>
                  <a:ea typeface="Lato Black" pitchFamily="34" charset="0"/>
                  <a:cs typeface="Lato Black" pitchFamily="34" charset="0"/>
                </a:rPr>
                <a:t>Investment</a:t>
              </a:r>
            </a:p>
          </p:txBody>
        </p:sp>
        <p:sp>
          <p:nvSpPr>
            <p:cNvPr id="34" name="TextBox 555">
              <a:extLst>
                <a:ext uri="{FF2B5EF4-FFF2-40B4-BE49-F238E27FC236}">
                  <a16:creationId xmlns:a16="http://schemas.microsoft.com/office/drawing/2014/main" id="{5277E6D6-9A52-4552-59AE-FB2BFD12AC92}"/>
                </a:ext>
              </a:extLst>
            </p:cNvPr>
            <p:cNvSpPr txBox="1"/>
            <p:nvPr/>
          </p:nvSpPr>
          <p:spPr>
            <a:xfrm>
              <a:off x="15743236" y="3862964"/>
              <a:ext cx="5181601" cy="1180152"/>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a:r>
                <a:rPr lang="en-US" sz="1000" dirty="0">
                  <a:solidFill>
                    <a:schemeClr val="tx1">
                      <a:lumMod val="50000"/>
                      <a:lumOff val="50000"/>
                    </a:schemeClr>
                  </a:solidFill>
                  <a:ea typeface="Lato" pitchFamily="34" charset="0"/>
                  <a:cs typeface="Lato" pitchFamily="34" charset="0"/>
                </a:rPr>
                <a:t>Lorem Ipsum has two main data statistical this methodologies.</a:t>
              </a:r>
            </a:p>
          </p:txBody>
        </p:sp>
      </p:grpSp>
      <p:grpSp>
        <p:nvGrpSpPr>
          <p:cNvPr id="21" name="กลุ่ม 556">
            <a:extLst>
              <a:ext uri="{FF2B5EF4-FFF2-40B4-BE49-F238E27FC236}">
                <a16:creationId xmlns:a16="http://schemas.microsoft.com/office/drawing/2014/main" id="{025A2B74-A0B7-80B9-EA2A-FFD4D8603728}"/>
              </a:ext>
            </a:extLst>
          </p:cNvPr>
          <p:cNvGrpSpPr/>
          <p:nvPr/>
        </p:nvGrpSpPr>
        <p:grpSpPr>
          <a:xfrm>
            <a:off x="6478447" y="4828348"/>
            <a:ext cx="2101078" cy="1341820"/>
            <a:chOff x="15670212" y="2895600"/>
            <a:chExt cx="5254625" cy="2317750"/>
          </a:xfrm>
        </p:grpSpPr>
        <p:sp>
          <p:nvSpPr>
            <p:cNvPr id="27" name="Freeform 10">
              <a:extLst>
                <a:ext uri="{FF2B5EF4-FFF2-40B4-BE49-F238E27FC236}">
                  <a16:creationId xmlns:a16="http://schemas.microsoft.com/office/drawing/2014/main" id="{2E3E578C-EB71-84FA-194F-20A52EA2A1C9}"/>
                </a:ext>
              </a:extLst>
            </p:cNvPr>
            <p:cNvSpPr>
              <a:spLocks/>
            </p:cNvSpPr>
            <p:nvPr/>
          </p:nvSpPr>
          <p:spPr bwMode="auto">
            <a:xfrm>
              <a:off x="15670212" y="2895600"/>
              <a:ext cx="5254625" cy="2317750"/>
            </a:xfrm>
            <a:custGeom>
              <a:avLst/>
              <a:gdLst>
                <a:gd name="T0" fmla="*/ 238 w 238"/>
                <a:gd name="T1" fmla="*/ 93 h 105"/>
                <a:gd name="T2" fmla="*/ 227 w 238"/>
                <a:gd name="T3" fmla="*/ 105 h 105"/>
                <a:gd name="T4" fmla="*/ 11 w 238"/>
                <a:gd name="T5" fmla="*/ 105 h 105"/>
                <a:gd name="T6" fmla="*/ 0 w 238"/>
                <a:gd name="T7" fmla="*/ 93 h 105"/>
                <a:gd name="T8" fmla="*/ 0 w 238"/>
                <a:gd name="T9" fmla="*/ 11 h 105"/>
                <a:gd name="T10" fmla="*/ 11 w 238"/>
                <a:gd name="T11" fmla="*/ 0 h 105"/>
                <a:gd name="T12" fmla="*/ 227 w 238"/>
                <a:gd name="T13" fmla="*/ 0 h 105"/>
                <a:gd name="T14" fmla="*/ 238 w 238"/>
                <a:gd name="T15" fmla="*/ 11 h 105"/>
                <a:gd name="T16" fmla="*/ 238 w 238"/>
                <a:gd name="T17" fmla="*/ 9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8" h="105">
                  <a:moveTo>
                    <a:pt x="238" y="93"/>
                  </a:moveTo>
                  <a:cubicBezTo>
                    <a:pt x="238" y="100"/>
                    <a:pt x="233" y="105"/>
                    <a:pt x="227" y="105"/>
                  </a:cubicBezTo>
                  <a:cubicBezTo>
                    <a:pt x="11" y="105"/>
                    <a:pt x="11" y="105"/>
                    <a:pt x="11" y="105"/>
                  </a:cubicBezTo>
                  <a:cubicBezTo>
                    <a:pt x="5" y="105"/>
                    <a:pt x="0" y="100"/>
                    <a:pt x="0" y="93"/>
                  </a:cubicBezTo>
                  <a:cubicBezTo>
                    <a:pt x="0" y="11"/>
                    <a:pt x="0" y="11"/>
                    <a:pt x="0" y="11"/>
                  </a:cubicBezTo>
                  <a:cubicBezTo>
                    <a:pt x="0" y="5"/>
                    <a:pt x="5" y="0"/>
                    <a:pt x="11" y="0"/>
                  </a:cubicBezTo>
                  <a:cubicBezTo>
                    <a:pt x="227" y="0"/>
                    <a:pt x="227" y="0"/>
                    <a:pt x="227" y="0"/>
                  </a:cubicBezTo>
                  <a:cubicBezTo>
                    <a:pt x="233" y="0"/>
                    <a:pt x="238" y="5"/>
                    <a:pt x="238" y="11"/>
                  </a:cubicBezTo>
                  <a:lnTo>
                    <a:pt x="238" y="93"/>
                  </a:lnTo>
                  <a:close/>
                </a:path>
              </a:pathLst>
            </a:custGeom>
            <a:solidFill>
              <a:srgbClr val="EF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th-TH"/>
            </a:p>
          </p:txBody>
        </p:sp>
        <p:sp>
          <p:nvSpPr>
            <p:cNvPr id="28" name="Freeform 11">
              <a:extLst>
                <a:ext uri="{FF2B5EF4-FFF2-40B4-BE49-F238E27FC236}">
                  <a16:creationId xmlns:a16="http://schemas.microsoft.com/office/drawing/2014/main" id="{AE805D3D-E375-AD99-7118-D1866A05E5BE}"/>
                </a:ext>
              </a:extLst>
            </p:cNvPr>
            <p:cNvSpPr>
              <a:spLocks/>
            </p:cNvSpPr>
            <p:nvPr/>
          </p:nvSpPr>
          <p:spPr bwMode="auto">
            <a:xfrm>
              <a:off x="15670212" y="2912768"/>
              <a:ext cx="5254625" cy="971549"/>
            </a:xfrm>
            <a:custGeom>
              <a:avLst/>
              <a:gdLst>
                <a:gd name="T0" fmla="*/ 238 w 238"/>
                <a:gd name="T1" fmla="*/ 44 h 44"/>
                <a:gd name="T2" fmla="*/ 238 w 238"/>
                <a:gd name="T3" fmla="*/ 11 h 44"/>
                <a:gd name="T4" fmla="*/ 227 w 238"/>
                <a:gd name="T5" fmla="*/ 0 h 44"/>
                <a:gd name="T6" fmla="*/ 11 w 238"/>
                <a:gd name="T7" fmla="*/ 0 h 44"/>
                <a:gd name="T8" fmla="*/ 0 w 238"/>
                <a:gd name="T9" fmla="*/ 11 h 44"/>
                <a:gd name="T10" fmla="*/ 0 w 238"/>
                <a:gd name="T11" fmla="*/ 44 h 44"/>
                <a:gd name="T12" fmla="*/ 238 w 238"/>
                <a:gd name="T13" fmla="*/ 44 h 44"/>
              </a:gdLst>
              <a:ahLst/>
              <a:cxnLst>
                <a:cxn ang="0">
                  <a:pos x="T0" y="T1"/>
                </a:cxn>
                <a:cxn ang="0">
                  <a:pos x="T2" y="T3"/>
                </a:cxn>
                <a:cxn ang="0">
                  <a:pos x="T4" y="T5"/>
                </a:cxn>
                <a:cxn ang="0">
                  <a:pos x="T6" y="T7"/>
                </a:cxn>
                <a:cxn ang="0">
                  <a:pos x="T8" y="T9"/>
                </a:cxn>
                <a:cxn ang="0">
                  <a:pos x="T10" y="T11"/>
                </a:cxn>
                <a:cxn ang="0">
                  <a:pos x="T12" y="T13"/>
                </a:cxn>
              </a:cxnLst>
              <a:rect l="0" t="0" r="r" b="b"/>
              <a:pathLst>
                <a:path w="238" h="44">
                  <a:moveTo>
                    <a:pt x="238" y="44"/>
                  </a:moveTo>
                  <a:cubicBezTo>
                    <a:pt x="238" y="11"/>
                    <a:pt x="238" y="11"/>
                    <a:pt x="238" y="11"/>
                  </a:cubicBezTo>
                  <a:cubicBezTo>
                    <a:pt x="238" y="5"/>
                    <a:pt x="233" y="0"/>
                    <a:pt x="227" y="0"/>
                  </a:cubicBezTo>
                  <a:cubicBezTo>
                    <a:pt x="11" y="0"/>
                    <a:pt x="11" y="0"/>
                    <a:pt x="11" y="0"/>
                  </a:cubicBezTo>
                  <a:cubicBezTo>
                    <a:pt x="5" y="0"/>
                    <a:pt x="0" y="5"/>
                    <a:pt x="0" y="11"/>
                  </a:cubicBezTo>
                  <a:cubicBezTo>
                    <a:pt x="0" y="44"/>
                    <a:pt x="0" y="44"/>
                    <a:pt x="0" y="44"/>
                  </a:cubicBezTo>
                  <a:lnTo>
                    <a:pt x="238" y="44"/>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th-TH"/>
            </a:p>
          </p:txBody>
        </p:sp>
        <p:sp>
          <p:nvSpPr>
            <p:cNvPr id="29" name="TextBox 31">
              <a:extLst>
                <a:ext uri="{FF2B5EF4-FFF2-40B4-BE49-F238E27FC236}">
                  <a16:creationId xmlns:a16="http://schemas.microsoft.com/office/drawing/2014/main" id="{3B15FA5A-CD8C-416E-5706-5C7BF874CC1A}"/>
                </a:ext>
              </a:extLst>
            </p:cNvPr>
            <p:cNvSpPr txBox="1">
              <a:spLocks noChangeArrowheads="1"/>
            </p:cNvSpPr>
            <p:nvPr/>
          </p:nvSpPr>
          <p:spPr bwMode="auto">
            <a:xfrm>
              <a:off x="15743236" y="3185026"/>
              <a:ext cx="5181601" cy="45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eaLnBrk="1" hangingPunct="1"/>
              <a:r>
                <a:rPr lang="en-US" sz="1100" b="1" dirty="0">
                  <a:solidFill>
                    <a:schemeClr val="bg1"/>
                  </a:solidFill>
                  <a:ea typeface="Lato Black" pitchFamily="34" charset="0"/>
                  <a:cs typeface="Lato Black" pitchFamily="34" charset="0"/>
                </a:rPr>
                <a:t>Ecology</a:t>
              </a:r>
            </a:p>
          </p:txBody>
        </p:sp>
        <p:sp>
          <p:nvSpPr>
            <p:cNvPr id="30" name="TextBox 560">
              <a:extLst>
                <a:ext uri="{FF2B5EF4-FFF2-40B4-BE49-F238E27FC236}">
                  <a16:creationId xmlns:a16="http://schemas.microsoft.com/office/drawing/2014/main" id="{614996E0-9367-0672-DC19-6A2A0BCFAD11}"/>
                </a:ext>
              </a:extLst>
            </p:cNvPr>
            <p:cNvSpPr txBox="1"/>
            <p:nvPr/>
          </p:nvSpPr>
          <p:spPr>
            <a:xfrm>
              <a:off x="15743236" y="3862964"/>
              <a:ext cx="5181601" cy="1180152"/>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a:r>
                <a:rPr lang="en-US" sz="1000" dirty="0">
                  <a:solidFill>
                    <a:schemeClr val="tx1">
                      <a:lumMod val="50000"/>
                      <a:lumOff val="50000"/>
                    </a:schemeClr>
                  </a:solidFill>
                  <a:ea typeface="Lato" pitchFamily="34" charset="0"/>
                  <a:cs typeface="Lato" pitchFamily="34" charset="0"/>
                </a:rPr>
                <a:t>Lorem Ipsum has two main data statistical this methodologies.</a:t>
              </a:r>
            </a:p>
          </p:txBody>
        </p:sp>
      </p:grpSp>
      <p:grpSp>
        <p:nvGrpSpPr>
          <p:cNvPr id="22" name="กลุ่ม 561">
            <a:extLst>
              <a:ext uri="{FF2B5EF4-FFF2-40B4-BE49-F238E27FC236}">
                <a16:creationId xmlns:a16="http://schemas.microsoft.com/office/drawing/2014/main" id="{5C235781-52CB-6D80-489B-742068DE515A}"/>
              </a:ext>
            </a:extLst>
          </p:cNvPr>
          <p:cNvGrpSpPr/>
          <p:nvPr/>
        </p:nvGrpSpPr>
        <p:grpSpPr>
          <a:xfrm>
            <a:off x="8659270" y="4818166"/>
            <a:ext cx="2101078" cy="1341820"/>
            <a:chOff x="15670212" y="2895600"/>
            <a:chExt cx="5254625" cy="2317750"/>
          </a:xfrm>
        </p:grpSpPr>
        <p:sp>
          <p:nvSpPr>
            <p:cNvPr id="23" name="Freeform 10">
              <a:extLst>
                <a:ext uri="{FF2B5EF4-FFF2-40B4-BE49-F238E27FC236}">
                  <a16:creationId xmlns:a16="http://schemas.microsoft.com/office/drawing/2014/main" id="{2036D753-5B32-251D-5546-4E385B381686}"/>
                </a:ext>
              </a:extLst>
            </p:cNvPr>
            <p:cNvSpPr>
              <a:spLocks/>
            </p:cNvSpPr>
            <p:nvPr/>
          </p:nvSpPr>
          <p:spPr bwMode="auto">
            <a:xfrm>
              <a:off x="15670212" y="2895600"/>
              <a:ext cx="5254625" cy="2317750"/>
            </a:xfrm>
            <a:custGeom>
              <a:avLst/>
              <a:gdLst>
                <a:gd name="T0" fmla="*/ 238 w 238"/>
                <a:gd name="T1" fmla="*/ 93 h 105"/>
                <a:gd name="T2" fmla="*/ 227 w 238"/>
                <a:gd name="T3" fmla="*/ 105 h 105"/>
                <a:gd name="T4" fmla="*/ 11 w 238"/>
                <a:gd name="T5" fmla="*/ 105 h 105"/>
                <a:gd name="T6" fmla="*/ 0 w 238"/>
                <a:gd name="T7" fmla="*/ 93 h 105"/>
                <a:gd name="T8" fmla="*/ 0 w 238"/>
                <a:gd name="T9" fmla="*/ 11 h 105"/>
                <a:gd name="T10" fmla="*/ 11 w 238"/>
                <a:gd name="T11" fmla="*/ 0 h 105"/>
                <a:gd name="T12" fmla="*/ 227 w 238"/>
                <a:gd name="T13" fmla="*/ 0 h 105"/>
                <a:gd name="T14" fmla="*/ 238 w 238"/>
                <a:gd name="T15" fmla="*/ 11 h 105"/>
                <a:gd name="T16" fmla="*/ 238 w 238"/>
                <a:gd name="T17" fmla="*/ 9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8" h="105">
                  <a:moveTo>
                    <a:pt x="238" y="93"/>
                  </a:moveTo>
                  <a:cubicBezTo>
                    <a:pt x="238" y="100"/>
                    <a:pt x="233" y="105"/>
                    <a:pt x="227" y="105"/>
                  </a:cubicBezTo>
                  <a:cubicBezTo>
                    <a:pt x="11" y="105"/>
                    <a:pt x="11" y="105"/>
                    <a:pt x="11" y="105"/>
                  </a:cubicBezTo>
                  <a:cubicBezTo>
                    <a:pt x="5" y="105"/>
                    <a:pt x="0" y="100"/>
                    <a:pt x="0" y="93"/>
                  </a:cubicBezTo>
                  <a:cubicBezTo>
                    <a:pt x="0" y="11"/>
                    <a:pt x="0" y="11"/>
                    <a:pt x="0" y="11"/>
                  </a:cubicBezTo>
                  <a:cubicBezTo>
                    <a:pt x="0" y="5"/>
                    <a:pt x="5" y="0"/>
                    <a:pt x="11" y="0"/>
                  </a:cubicBezTo>
                  <a:cubicBezTo>
                    <a:pt x="227" y="0"/>
                    <a:pt x="227" y="0"/>
                    <a:pt x="227" y="0"/>
                  </a:cubicBezTo>
                  <a:cubicBezTo>
                    <a:pt x="233" y="0"/>
                    <a:pt x="238" y="5"/>
                    <a:pt x="238" y="11"/>
                  </a:cubicBezTo>
                  <a:lnTo>
                    <a:pt x="238" y="93"/>
                  </a:lnTo>
                  <a:close/>
                </a:path>
              </a:pathLst>
            </a:custGeom>
            <a:solidFill>
              <a:srgbClr val="EF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th-TH"/>
            </a:p>
          </p:txBody>
        </p:sp>
        <p:sp>
          <p:nvSpPr>
            <p:cNvPr id="24" name="Freeform 11">
              <a:extLst>
                <a:ext uri="{FF2B5EF4-FFF2-40B4-BE49-F238E27FC236}">
                  <a16:creationId xmlns:a16="http://schemas.microsoft.com/office/drawing/2014/main" id="{E3637B20-E030-E50E-7EA0-C99C4D38FE4A}"/>
                </a:ext>
              </a:extLst>
            </p:cNvPr>
            <p:cNvSpPr>
              <a:spLocks/>
            </p:cNvSpPr>
            <p:nvPr/>
          </p:nvSpPr>
          <p:spPr bwMode="auto">
            <a:xfrm>
              <a:off x="15670212" y="2895600"/>
              <a:ext cx="5254625" cy="971550"/>
            </a:xfrm>
            <a:custGeom>
              <a:avLst/>
              <a:gdLst>
                <a:gd name="T0" fmla="*/ 238 w 238"/>
                <a:gd name="T1" fmla="*/ 44 h 44"/>
                <a:gd name="T2" fmla="*/ 238 w 238"/>
                <a:gd name="T3" fmla="*/ 11 h 44"/>
                <a:gd name="T4" fmla="*/ 227 w 238"/>
                <a:gd name="T5" fmla="*/ 0 h 44"/>
                <a:gd name="T6" fmla="*/ 11 w 238"/>
                <a:gd name="T7" fmla="*/ 0 h 44"/>
                <a:gd name="T8" fmla="*/ 0 w 238"/>
                <a:gd name="T9" fmla="*/ 11 h 44"/>
                <a:gd name="T10" fmla="*/ 0 w 238"/>
                <a:gd name="T11" fmla="*/ 44 h 44"/>
                <a:gd name="T12" fmla="*/ 238 w 238"/>
                <a:gd name="T13" fmla="*/ 44 h 44"/>
              </a:gdLst>
              <a:ahLst/>
              <a:cxnLst>
                <a:cxn ang="0">
                  <a:pos x="T0" y="T1"/>
                </a:cxn>
                <a:cxn ang="0">
                  <a:pos x="T2" y="T3"/>
                </a:cxn>
                <a:cxn ang="0">
                  <a:pos x="T4" y="T5"/>
                </a:cxn>
                <a:cxn ang="0">
                  <a:pos x="T6" y="T7"/>
                </a:cxn>
                <a:cxn ang="0">
                  <a:pos x="T8" y="T9"/>
                </a:cxn>
                <a:cxn ang="0">
                  <a:pos x="T10" y="T11"/>
                </a:cxn>
                <a:cxn ang="0">
                  <a:pos x="T12" y="T13"/>
                </a:cxn>
              </a:cxnLst>
              <a:rect l="0" t="0" r="r" b="b"/>
              <a:pathLst>
                <a:path w="238" h="44">
                  <a:moveTo>
                    <a:pt x="238" y="44"/>
                  </a:moveTo>
                  <a:cubicBezTo>
                    <a:pt x="238" y="11"/>
                    <a:pt x="238" y="11"/>
                    <a:pt x="238" y="11"/>
                  </a:cubicBezTo>
                  <a:cubicBezTo>
                    <a:pt x="238" y="5"/>
                    <a:pt x="233" y="0"/>
                    <a:pt x="227" y="0"/>
                  </a:cubicBezTo>
                  <a:cubicBezTo>
                    <a:pt x="11" y="0"/>
                    <a:pt x="11" y="0"/>
                    <a:pt x="11" y="0"/>
                  </a:cubicBezTo>
                  <a:cubicBezTo>
                    <a:pt x="5" y="0"/>
                    <a:pt x="0" y="5"/>
                    <a:pt x="0" y="11"/>
                  </a:cubicBezTo>
                  <a:cubicBezTo>
                    <a:pt x="0" y="44"/>
                    <a:pt x="0" y="44"/>
                    <a:pt x="0" y="44"/>
                  </a:cubicBezTo>
                  <a:lnTo>
                    <a:pt x="238" y="44"/>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endParaRPr lang="th-TH"/>
            </a:p>
          </p:txBody>
        </p:sp>
        <p:sp>
          <p:nvSpPr>
            <p:cNvPr id="25" name="TextBox 31">
              <a:extLst>
                <a:ext uri="{FF2B5EF4-FFF2-40B4-BE49-F238E27FC236}">
                  <a16:creationId xmlns:a16="http://schemas.microsoft.com/office/drawing/2014/main" id="{C3B25F29-A551-C0F8-7B36-D9DF2A86A3A3}"/>
                </a:ext>
              </a:extLst>
            </p:cNvPr>
            <p:cNvSpPr txBox="1">
              <a:spLocks noChangeArrowheads="1"/>
            </p:cNvSpPr>
            <p:nvPr/>
          </p:nvSpPr>
          <p:spPr bwMode="auto">
            <a:xfrm>
              <a:off x="15743236" y="3202185"/>
              <a:ext cx="5181601" cy="45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eaLnBrk="1" hangingPunct="1"/>
              <a:r>
                <a:rPr lang="en-US" sz="1100" b="1" dirty="0">
                  <a:solidFill>
                    <a:schemeClr val="bg1"/>
                  </a:solidFill>
                  <a:ea typeface="Lato Black" pitchFamily="34" charset="0"/>
                  <a:cs typeface="Lato Black" pitchFamily="34" charset="0"/>
                </a:rPr>
                <a:t>Healthy</a:t>
              </a:r>
            </a:p>
          </p:txBody>
        </p:sp>
        <p:sp>
          <p:nvSpPr>
            <p:cNvPr id="26" name="TextBox 565">
              <a:extLst>
                <a:ext uri="{FF2B5EF4-FFF2-40B4-BE49-F238E27FC236}">
                  <a16:creationId xmlns:a16="http://schemas.microsoft.com/office/drawing/2014/main" id="{F5EA73BE-2D06-A3CC-9DCB-1D3335B3F127}"/>
                </a:ext>
              </a:extLst>
            </p:cNvPr>
            <p:cNvSpPr txBox="1"/>
            <p:nvPr/>
          </p:nvSpPr>
          <p:spPr>
            <a:xfrm>
              <a:off x="15743236" y="3862964"/>
              <a:ext cx="5181601" cy="1180152"/>
            </a:xfrm>
            <a:prstGeom prst="rect">
              <a:avLst/>
            </a:prstGeom>
            <a:noFill/>
          </p:spPr>
          <p:txBody>
            <a:bodyPr wrap="square" lIns="219419" tIns="109710" rIns="219419" bIns="109710" rtlCol="0">
              <a:spAutoFit/>
            </a:bodyPr>
            <a:lstStyle>
              <a:defPPr>
                <a:defRPr lang="th-TH"/>
              </a:defPPr>
              <a:lvl1pPr marL="0" algn="l" defTabSz="2173204" rtl="0" eaLnBrk="1" latinLnBrk="0" hangingPunct="1">
                <a:defRPr sz="6700" kern="1200">
                  <a:solidFill>
                    <a:schemeClr val="tx1"/>
                  </a:solidFill>
                  <a:latin typeface="+mn-lt"/>
                  <a:ea typeface="+mn-ea"/>
                  <a:cs typeface="+mn-cs"/>
                </a:defRPr>
              </a:lvl1pPr>
              <a:lvl2pPr marL="1086601" algn="l" defTabSz="2173204" rtl="0" eaLnBrk="1" latinLnBrk="0" hangingPunct="1">
                <a:defRPr sz="6700" kern="1200">
                  <a:solidFill>
                    <a:schemeClr val="tx1"/>
                  </a:solidFill>
                  <a:latin typeface="+mn-lt"/>
                  <a:ea typeface="+mn-ea"/>
                  <a:cs typeface="+mn-cs"/>
                </a:defRPr>
              </a:lvl2pPr>
              <a:lvl3pPr marL="2173204" algn="l" defTabSz="2173204" rtl="0" eaLnBrk="1" latinLnBrk="0" hangingPunct="1">
                <a:defRPr sz="6700" kern="1200">
                  <a:solidFill>
                    <a:schemeClr val="tx1"/>
                  </a:solidFill>
                  <a:latin typeface="+mn-lt"/>
                  <a:ea typeface="+mn-ea"/>
                  <a:cs typeface="+mn-cs"/>
                </a:defRPr>
              </a:lvl3pPr>
              <a:lvl4pPr marL="3259805" algn="l" defTabSz="2173204" rtl="0" eaLnBrk="1" latinLnBrk="0" hangingPunct="1">
                <a:defRPr sz="6700" kern="1200">
                  <a:solidFill>
                    <a:schemeClr val="tx1"/>
                  </a:solidFill>
                  <a:latin typeface="+mn-lt"/>
                  <a:ea typeface="+mn-ea"/>
                  <a:cs typeface="+mn-cs"/>
                </a:defRPr>
              </a:lvl4pPr>
              <a:lvl5pPr marL="4346406" algn="l" defTabSz="2173204" rtl="0" eaLnBrk="1" latinLnBrk="0" hangingPunct="1">
                <a:defRPr sz="6700" kern="1200">
                  <a:solidFill>
                    <a:schemeClr val="tx1"/>
                  </a:solidFill>
                  <a:latin typeface="+mn-lt"/>
                  <a:ea typeface="+mn-ea"/>
                  <a:cs typeface="+mn-cs"/>
                </a:defRPr>
              </a:lvl5pPr>
              <a:lvl6pPr marL="5433009" algn="l" defTabSz="2173204" rtl="0" eaLnBrk="1" latinLnBrk="0" hangingPunct="1">
                <a:defRPr sz="6700" kern="1200">
                  <a:solidFill>
                    <a:schemeClr val="tx1"/>
                  </a:solidFill>
                  <a:latin typeface="+mn-lt"/>
                  <a:ea typeface="+mn-ea"/>
                  <a:cs typeface="+mn-cs"/>
                </a:defRPr>
              </a:lvl6pPr>
              <a:lvl7pPr marL="6519610" algn="l" defTabSz="2173204" rtl="0" eaLnBrk="1" latinLnBrk="0" hangingPunct="1">
                <a:defRPr sz="6700" kern="1200">
                  <a:solidFill>
                    <a:schemeClr val="tx1"/>
                  </a:solidFill>
                  <a:latin typeface="+mn-lt"/>
                  <a:ea typeface="+mn-ea"/>
                  <a:cs typeface="+mn-cs"/>
                </a:defRPr>
              </a:lvl7pPr>
              <a:lvl8pPr marL="7606211" algn="l" defTabSz="2173204" rtl="0" eaLnBrk="1" latinLnBrk="0" hangingPunct="1">
                <a:defRPr sz="6700" kern="1200">
                  <a:solidFill>
                    <a:schemeClr val="tx1"/>
                  </a:solidFill>
                  <a:latin typeface="+mn-lt"/>
                  <a:ea typeface="+mn-ea"/>
                  <a:cs typeface="+mn-cs"/>
                </a:defRPr>
              </a:lvl8pPr>
              <a:lvl9pPr marL="8692815" algn="l" defTabSz="2173204" rtl="0" eaLnBrk="1" latinLnBrk="0" hangingPunct="1">
                <a:defRPr sz="6700" kern="1200">
                  <a:solidFill>
                    <a:schemeClr val="tx1"/>
                  </a:solidFill>
                  <a:latin typeface="+mn-lt"/>
                  <a:ea typeface="+mn-ea"/>
                  <a:cs typeface="+mn-cs"/>
                </a:defRPr>
              </a:lvl9pPr>
            </a:lstStyle>
            <a:p>
              <a:pPr algn="ctr"/>
              <a:r>
                <a:rPr lang="en-US" sz="1000" dirty="0">
                  <a:solidFill>
                    <a:schemeClr val="tx1">
                      <a:lumMod val="50000"/>
                      <a:lumOff val="50000"/>
                    </a:schemeClr>
                  </a:solidFill>
                  <a:ea typeface="Lato" pitchFamily="34" charset="0"/>
                  <a:cs typeface="Lato" pitchFamily="34" charset="0"/>
                </a:rPr>
                <a:t>Lorem Ipsum has two main data statistical this methodologies.</a:t>
              </a:r>
            </a:p>
          </p:txBody>
        </p:sp>
      </p:grpSp>
      <p:sp>
        <p:nvSpPr>
          <p:cNvPr id="270" name="TextBox 269">
            <a:extLst>
              <a:ext uri="{FF2B5EF4-FFF2-40B4-BE49-F238E27FC236}">
                <a16:creationId xmlns:a16="http://schemas.microsoft.com/office/drawing/2014/main" id="{21F98524-2B24-3D1D-795C-25CC45ABA34F}"/>
              </a:ext>
            </a:extLst>
          </p:cNvPr>
          <p:cNvSpPr txBox="1"/>
          <p:nvPr/>
        </p:nvSpPr>
        <p:spPr>
          <a:xfrm>
            <a:off x="2514577" y="693471"/>
            <a:ext cx="7162845"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WORLD MAP</a:t>
            </a:r>
          </a:p>
        </p:txBody>
      </p:sp>
      <p:sp>
        <p:nvSpPr>
          <p:cNvPr id="2" name="Slide Number Placeholder 1">
            <a:extLst>
              <a:ext uri="{FF2B5EF4-FFF2-40B4-BE49-F238E27FC236}">
                <a16:creationId xmlns:a16="http://schemas.microsoft.com/office/drawing/2014/main" id="{00EA2870-CFB6-7665-EA0F-851570B4A38F}"/>
              </a:ext>
            </a:extLst>
          </p:cNvPr>
          <p:cNvSpPr>
            <a:spLocks noGrp="1"/>
          </p:cNvSpPr>
          <p:nvPr>
            <p:ph type="sldNum" sz="quarter" idx="11"/>
          </p:nvPr>
        </p:nvSpPr>
        <p:spPr/>
        <p:txBody>
          <a:bodyPr/>
          <a:lstStyle/>
          <a:p>
            <a:fld id="{7737D3DD-0AB3-4F16-99FA-6262B2B4036D}" type="slidenum">
              <a:rPr lang="en-MY" smtClean="0"/>
              <a:t>41</a:t>
            </a:fld>
            <a:endParaRPr lang="en-MY"/>
          </a:p>
        </p:txBody>
      </p:sp>
      <p:grpSp>
        <p:nvGrpSpPr>
          <p:cNvPr id="269" name="Graphic 149">
            <a:extLst>
              <a:ext uri="{FF2B5EF4-FFF2-40B4-BE49-F238E27FC236}">
                <a16:creationId xmlns:a16="http://schemas.microsoft.com/office/drawing/2014/main" id="{7308F749-C283-49A1-7B10-9315876F004B}"/>
              </a:ext>
            </a:extLst>
          </p:cNvPr>
          <p:cNvGrpSpPr/>
          <p:nvPr/>
        </p:nvGrpSpPr>
        <p:grpSpPr>
          <a:xfrm>
            <a:off x="3947115" y="1869142"/>
            <a:ext cx="480901" cy="573410"/>
            <a:chOff x="4112590" y="2114344"/>
            <a:chExt cx="494365" cy="589466"/>
          </a:xfrm>
          <a:solidFill>
            <a:schemeClr val="accent1"/>
          </a:solidFill>
        </p:grpSpPr>
        <p:sp>
          <p:nvSpPr>
            <p:cNvPr id="271" name="Freeform: Shape 270">
              <a:extLst>
                <a:ext uri="{FF2B5EF4-FFF2-40B4-BE49-F238E27FC236}">
                  <a16:creationId xmlns:a16="http://schemas.microsoft.com/office/drawing/2014/main" id="{FABA27C2-728B-D15B-2601-C2C7E805C131}"/>
                </a:ext>
              </a:extLst>
            </p:cNvPr>
            <p:cNvSpPr/>
            <p:nvPr/>
          </p:nvSpPr>
          <p:spPr>
            <a:xfrm>
              <a:off x="4112590" y="2509070"/>
              <a:ext cx="494365" cy="194740"/>
            </a:xfrm>
            <a:custGeom>
              <a:avLst/>
              <a:gdLst>
                <a:gd name="connsiteX0" fmla="*/ 494365 w 494365"/>
                <a:gd name="connsiteY0" fmla="*/ 97370 h 194740"/>
                <a:gd name="connsiteX1" fmla="*/ 247183 w 494365"/>
                <a:gd name="connsiteY1" fmla="*/ 194741 h 194740"/>
                <a:gd name="connsiteX2" fmla="*/ 0 w 494365"/>
                <a:gd name="connsiteY2" fmla="*/ 97370 h 194740"/>
                <a:gd name="connsiteX3" fmla="*/ 247183 w 494365"/>
                <a:gd name="connsiteY3" fmla="*/ 0 h 194740"/>
                <a:gd name="connsiteX4" fmla="*/ 494365 w 494365"/>
                <a:gd name="connsiteY4" fmla="*/ 97370 h 194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365" h="194740">
                  <a:moveTo>
                    <a:pt x="494365" y="97370"/>
                  </a:moveTo>
                  <a:cubicBezTo>
                    <a:pt x="494365" y="151146"/>
                    <a:pt x="383698" y="194741"/>
                    <a:pt x="247183" y="194741"/>
                  </a:cubicBezTo>
                  <a:cubicBezTo>
                    <a:pt x="110668" y="194741"/>
                    <a:pt x="0" y="151146"/>
                    <a:pt x="0" y="97370"/>
                  </a:cubicBezTo>
                  <a:cubicBezTo>
                    <a:pt x="0" y="43594"/>
                    <a:pt x="110668" y="0"/>
                    <a:pt x="247183" y="0"/>
                  </a:cubicBezTo>
                  <a:cubicBezTo>
                    <a:pt x="383698" y="0"/>
                    <a:pt x="494365" y="43594"/>
                    <a:pt x="494365" y="97370"/>
                  </a:cubicBezTo>
                  <a:close/>
                </a:path>
              </a:pathLst>
            </a:custGeom>
            <a:gradFill flip="none" rotWithShape="1">
              <a:gsLst>
                <a:gs pos="0">
                  <a:schemeClr val="bg1">
                    <a:lumMod val="65000"/>
                    <a:alpha val="72000"/>
                  </a:schemeClr>
                </a:gs>
                <a:gs pos="100000">
                  <a:schemeClr val="bg1">
                    <a:lumMod val="65000"/>
                    <a:alpha val="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a:solidFill>
                  <a:schemeClr val="lt1"/>
                </a:solidFill>
              </a:endParaRPr>
            </a:p>
          </p:txBody>
        </p:sp>
        <p:grpSp>
          <p:nvGrpSpPr>
            <p:cNvPr id="272" name="Graphic 149">
              <a:extLst>
                <a:ext uri="{FF2B5EF4-FFF2-40B4-BE49-F238E27FC236}">
                  <a16:creationId xmlns:a16="http://schemas.microsoft.com/office/drawing/2014/main" id="{4EF9E10D-4BAF-DABE-822E-1D2C3C806A1A}"/>
                </a:ext>
              </a:extLst>
            </p:cNvPr>
            <p:cNvGrpSpPr/>
            <p:nvPr/>
          </p:nvGrpSpPr>
          <p:grpSpPr>
            <a:xfrm>
              <a:off x="4203990" y="2114344"/>
              <a:ext cx="311598" cy="453037"/>
              <a:chOff x="4203990" y="2114344"/>
              <a:chExt cx="311598" cy="453037"/>
            </a:xfrm>
            <a:solidFill>
              <a:schemeClr val="accent1"/>
            </a:solidFill>
          </p:grpSpPr>
          <p:sp>
            <p:nvSpPr>
              <p:cNvPr id="273" name="Freeform: Shape 272">
                <a:extLst>
                  <a:ext uri="{FF2B5EF4-FFF2-40B4-BE49-F238E27FC236}">
                    <a16:creationId xmlns:a16="http://schemas.microsoft.com/office/drawing/2014/main" id="{964D38A4-E546-30E7-E722-92E541B43F65}"/>
                  </a:ext>
                </a:extLst>
              </p:cNvPr>
              <p:cNvSpPr/>
              <p:nvPr/>
            </p:nvSpPr>
            <p:spPr>
              <a:xfrm>
                <a:off x="4203990" y="2114344"/>
                <a:ext cx="311598" cy="453037"/>
              </a:xfrm>
              <a:custGeom>
                <a:avLst/>
                <a:gdLst>
                  <a:gd name="connsiteX0" fmla="*/ 155783 w 311598"/>
                  <a:gd name="connsiteY0" fmla="*/ 0 h 453037"/>
                  <a:gd name="connsiteX1" fmla="*/ 155783 w 311598"/>
                  <a:gd name="connsiteY1" fmla="*/ 0 h 453037"/>
                  <a:gd name="connsiteX2" fmla="*/ 21077 w 311598"/>
                  <a:gd name="connsiteY2" fmla="*/ 233328 h 453037"/>
                  <a:gd name="connsiteX3" fmla="*/ 143964 w 311598"/>
                  <a:gd name="connsiteY3" fmla="*/ 446228 h 453037"/>
                  <a:gd name="connsiteX4" fmla="*/ 167602 w 311598"/>
                  <a:gd name="connsiteY4" fmla="*/ 446228 h 453037"/>
                  <a:gd name="connsiteX5" fmla="*/ 290489 w 311598"/>
                  <a:gd name="connsiteY5" fmla="*/ 233328 h 453037"/>
                  <a:gd name="connsiteX6" fmla="*/ 155783 w 311598"/>
                  <a:gd name="connsiteY6" fmla="*/ 0 h 453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598" h="453037">
                    <a:moveTo>
                      <a:pt x="155783" y="0"/>
                    </a:moveTo>
                    <a:lnTo>
                      <a:pt x="155783" y="0"/>
                    </a:lnTo>
                    <a:cubicBezTo>
                      <a:pt x="36027" y="0"/>
                      <a:pt x="-38801" y="129618"/>
                      <a:pt x="21077" y="233328"/>
                    </a:cubicBezTo>
                    <a:lnTo>
                      <a:pt x="143964" y="446228"/>
                    </a:lnTo>
                    <a:cubicBezTo>
                      <a:pt x="149208" y="455308"/>
                      <a:pt x="162358" y="455308"/>
                      <a:pt x="167602" y="446228"/>
                    </a:cubicBezTo>
                    <a:lnTo>
                      <a:pt x="290489" y="233328"/>
                    </a:lnTo>
                    <a:cubicBezTo>
                      <a:pt x="350445" y="129618"/>
                      <a:pt x="275539" y="0"/>
                      <a:pt x="155783" y="0"/>
                    </a:cubicBezTo>
                    <a:close/>
                  </a:path>
                </a:pathLst>
              </a:custGeom>
              <a:gradFill>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0"/>
              </a:gradFill>
              <a:ln>
                <a:noFill/>
              </a:ln>
              <a:effectLst>
                <a:outerShdw blurRad="381000" dist="4445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a:p>
            </p:txBody>
          </p:sp>
          <p:sp>
            <p:nvSpPr>
              <p:cNvPr id="274" name="Freeform: Shape 273">
                <a:extLst>
                  <a:ext uri="{FF2B5EF4-FFF2-40B4-BE49-F238E27FC236}">
                    <a16:creationId xmlns:a16="http://schemas.microsoft.com/office/drawing/2014/main" id="{B30B8F1E-65C0-A9C1-BEC3-090B33CD4897}"/>
                  </a:ext>
                </a:extLst>
              </p:cNvPr>
              <p:cNvSpPr/>
              <p:nvPr/>
            </p:nvSpPr>
            <p:spPr>
              <a:xfrm>
                <a:off x="4262559" y="2172892"/>
                <a:ext cx="194427" cy="194427"/>
              </a:xfrm>
              <a:custGeom>
                <a:avLst/>
                <a:gdLst>
                  <a:gd name="connsiteX0" fmla="*/ 194427 w 194427"/>
                  <a:gd name="connsiteY0" fmla="*/ 97214 h 194427"/>
                  <a:gd name="connsiteX1" fmla="*/ 97214 w 194427"/>
                  <a:gd name="connsiteY1" fmla="*/ 194427 h 194427"/>
                  <a:gd name="connsiteX2" fmla="*/ 0 w 194427"/>
                  <a:gd name="connsiteY2" fmla="*/ 97214 h 194427"/>
                  <a:gd name="connsiteX3" fmla="*/ 97214 w 194427"/>
                  <a:gd name="connsiteY3" fmla="*/ 0 h 194427"/>
                  <a:gd name="connsiteX4" fmla="*/ 194427 w 194427"/>
                  <a:gd name="connsiteY4" fmla="*/ 97214 h 19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27" h="194427">
                    <a:moveTo>
                      <a:pt x="194427" y="97214"/>
                    </a:moveTo>
                    <a:cubicBezTo>
                      <a:pt x="194427" y="150903"/>
                      <a:pt x="150903" y="194427"/>
                      <a:pt x="97214" y="194427"/>
                    </a:cubicBezTo>
                    <a:cubicBezTo>
                      <a:pt x="43524" y="194427"/>
                      <a:pt x="0" y="150903"/>
                      <a:pt x="0" y="97214"/>
                    </a:cubicBezTo>
                    <a:cubicBezTo>
                      <a:pt x="0" y="43524"/>
                      <a:pt x="43524" y="0"/>
                      <a:pt x="97214" y="0"/>
                    </a:cubicBezTo>
                    <a:cubicBezTo>
                      <a:pt x="150903" y="0"/>
                      <a:pt x="194427" y="43524"/>
                      <a:pt x="194427" y="97214"/>
                    </a:cubicBezTo>
                    <a:close/>
                  </a:path>
                </a:pathLst>
              </a:custGeom>
              <a:gradFill>
                <a:gsLst>
                  <a:gs pos="0">
                    <a:schemeClr val="bg1"/>
                  </a:gs>
                  <a:gs pos="100000">
                    <a:srgbClr val="E4E8F6"/>
                  </a:gs>
                </a:gsLst>
                <a:lin ang="2700000" scaled="0"/>
              </a:gradFill>
              <a:ln>
                <a:noFill/>
              </a:ln>
              <a:effectLst>
                <a:outerShdw blurRad="635000" dist="5715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a:solidFill>
                    <a:schemeClr val="lt1"/>
                  </a:solidFill>
                </a:endParaRPr>
              </a:p>
            </p:txBody>
          </p:sp>
          <p:sp>
            <p:nvSpPr>
              <p:cNvPr id="275" name="Freeform: Shape 274">
                <a:extLst>
                  <a:ext uri="{FF2B5EF4-FFF2-40B4-BE49-F238E27FC236}">
                    <a16:creationId xmlns:a16="http://schemas.microsoft.com/office/drawing/2014/main" id="{0DF73E89-62BF-A7D2-FC41-B8BB9047C7D2}"/>
                  </a:ext>
                </a:extLst>
              </p:cNvPr>
              <p:cNvSpPr/>
              <p:nvPr/>
            </p:nvSpPr>
            <p:spPr>
              <a:xfrm>
                <a:off x="4262559" y="2172892"/>
                <a:ext cx="194427" cy="194427"/>
              </a:xfrm>
              <a:custGeom>
                <a:avLst/>
                <a:gdLst>
                  <a:gd name="connsiteX0" fmla="*/ 194427 w 194427"/>
                  <a:gd name="connsiteY0" fmla="*/ 97214 h 194427"/>
                  <a:gd name="connsiteX1" fmla="*/ 97214 w 194427"/>
                  <a:gd name="connsiteY1" fmla="*/ 194427 h 194427"/>
                  <a:gd name="connsiteX2" fmla="*/ 0 w 194427"/>
                  <a:gd name="connsiteY2" fmla="*/ 97214 h 194427"/>
                  <a:gd name="connsiteX3" fmla="*/ 97214 w 194427"/>
                  <a:gd name="connsiteY3" fmla="*/ 0 h 194427"/>
                  <a:gd name="connsiteX4" fmla="*/ 194427 w 194427"/>
                  <a:gd name="connsiteY4" fmla="*/ 97214 h 19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27" h="194427">
                    <a:moveTo>
                      <a:pt x="194427" y="97214"/>
                    </a:moveTo>
                    <a:cubicBezTo>
                      <a:pt x="194427" y="150903"/>
                      <a:pt x="150903" y="194427"/>
                      <a:pt x="97214" y="194427"/>
                    </a:cubicBezTo>
                    <a:cubicBezTo>
                      <a:pt x="43524" y="194427"/>
                      <a:pt x="0" y="150903"/>
                      <a:pt x="0" y="97214"/>
                    </a:cubicBezTo>
                    <a:cubicBezTo>
                      <a:pt x="0" y="43524"/>
                      <a:pt x="43524" y="0"/>
                      <a:pt x="97214" y="0"/>
                    </a:cubicBezTo>
                    <a:cubicBezTo>
                      <a:pt x="150903" y="0"/>
                      <a:pt x="194427" y="43524"/>
                      <a:pt x="194427" y="97214"/>
                    </a:cubicBezTo>
                    <a:close/>
                  </a:path>
                </a:pathLst>
              </a:custGeom>
              <a:gradFill>
                <a:gsLst>
                  <a:gs pos="100000">
                    <a:schemeClr val="bg1"/>
                  </a:gs>
                  <a:gs pos="0">
                    <a:schemeClr val="bg1">
                      <a:lumMod val="65000"/>
                    </a:schemeClr>
                  </a:gs>
                </a:gsLst>
                <a:lin ang="2700000" scaled="0"/>
              </a:gradFill>
              <a:ln>
                <a:noFill/>
              </a:ln>
              <a:effectLst>
                <a:outerShdw blurRad="635000" dist="4445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sz="2000" b="1">
                  <a:solidFill>
                    <a:schemeClr val="accent1"/>
                  </a:solidFill>
                  <a:latin typeface="+mj-lt"/>
                </a:endParaRPr>
              </a:p>
            </p:txBody>
          </p:sp>
        </p:grpSp>
      </p:grpSp>
      <p:grpSp>
        <p:nvGrpSpPr>
          <p:cNvPr id="276" name="Graphic 149">
            <a:extLst>
              <a:ext uri="{FF2B5EF4-FFF2-40B4-BE49-F238E27FC236}">
                <a16:creationId xmlns:a16="http://schemas.microsoft.com/office/drawing/2014/main" id="{616609BA-6B68-4A8A-96B4-C458816B9188}"/>
              </a:ext>
            </a:extLst>
          </p:cNvPr>
          <p:cNvGrpSpPr/>
          <p:nvPr/>
        </p:nvGrpSpPr>
        <p:grpSpPr>
          <a:xfrm>
            <a:off x="7483602" y="2020660"/>
            <a:ext cx="480901" cy="573410"/>
            <a:chOff x="4112590" y="2114344"/>
            <a:chExt cx="494365" cy="589466"/>
          </a:xfrm>
          <a:solidFill>
            <a:schemeClr val="accent1"/>
          </a:solidFill>
        </p:grpSpPr>
        <p:sp>
          <p:nvSpPr>
            <p:cNvPr id="277" name="Freeform: Shape 276">
              <a:extLst>
                <a:ext uri="{FF2B5EF4-FFF2-40B4-BE49-F238E27FC236}">
                  <a16:creationId xmlns:a16="http://schemas.microsoft.com/office/drawing/2014/main" id="{40239AD4-9E65-DB97-AF0B-74B7C2276EB2}"/>
                </a:ext>
              </a:extLst>
            </p:cNvPr>
            <p:cNvSpPr/>
            <p:nvPr/>
          </p:nvSpPr>
          <p:spPr>
            <a:xfrm>
              <a:off x="4112590" y="2509070"/>
              <a:ext cx="494365" cy="194740"/>
            </a:xfrm>
            <a:custGeom>
              <a:avLst/>
              <a:gdLst>
                <a:gd name="connsiteX0" fmla="*/ 494365 w 494365"/>
                <a:gd name="connsiteY0" fmla="*/ 97370 h 194740"/>
                <a:gd name="connsiteX1" fmla="*/ 247183 w 494365"/>
                <a:gd name="connsiteY1" fmla="*/ 194741 h 194740"/>
                <a:gd name="connsiteX2" fmla="*/ 0 w 494365"/>
                <a:gd name="connsiteY2" fmla="*/ 97370 h 194740"/>
                <a:gd name="connsiteX3" fmla="*/ 247183 w 494365"/>
                <a:gd name="connsiteY3" fmla="*/ 0 h 194740"/>
                <a:gd name="connsiteX4" fmla="*/ 494365 w 494365"/>
                <a:gd name="connsiteY4" fmla="*/ 97370 h 194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365" h="194740">
                  <a:moveTo>
                    <a:pt x="494365" y="97370"/>
                  </a:moveTo>
                  <a:cubicBezTo>
                    <a:pt x="494365" y="151146"/>
                    <a:pt x="383698" y="194741"/>
                    <a:pt x="247183" y="194741"/>
                  </a:cubicBezTo>
                  <a:cubicBezTo>
                    <a:pt x="110668" y="194741"/>
                    <a:pt x="0" y="151146"/>
                    <a:pt x="0" y="97370"/>
                  </a:cubicBezTo>
                  <a:cubicBezTo>
                    <a:pt x="0" y="43594"/>
                    <a:pt x="110668" y="0"/>
                    <a:pt x="247183" y="0"/>
                  </a:cubicBezTo>
                  <a:cubicBezTo>
                    <a:pt x="383698" y="0"/>
                    <a:pt x="494365" y="43594"/>
                    <a:pt x="494365" y="97370"/>
                  </a:cubicBezTo>
                  <a:close/>
                </a:path>
              </a:pathLst>
            </a:custGeom>
            <a:gradFill flip="none" rotWithShape="1">
              <a:gsLst>
                <a:gs pos="0">
                  <a:schemeClr val="bg1">
                    <a:lumMod val="65000"/>
                    <a:alpha val="72000"/>
                  </a:schemeClr>
                </a:gs>
                <a:gs pos="100000">
                  <a:schemeClr val="bg1">
                    <a:lumMod val="65000"/>
                    <a:alpha val="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a:solidFill>
                  <a:schemeClr val="lt1"/>
                </a:solidFill>
              </a:endParaRPr>
            </a:p>
          </p:txBody>
        </p:sp>
        <p:grpSp>
          <p:nvGrpSpPr>
            <p:cNvPr id="278" name="Graphic 149">
              <a:extLst>
                <a:ext uri="{FF2B5EF4-FFF2-40B4-BE49-F238E27FC236}">
                  <a16:creationId xmlns:a16="http://schemas.microsoft.com/office/drawing/2014/main" id="{7BE0B008-BBD4-F76D-17D5-5EB2FF4FF943}"/>
                </a:ext>
              </a:extLst>
            </p:cNvPr>
            <p:cNvGrpSpPr/>
            <p:nvPr/>
          </p:nvGrpSpPr>
          <p:grpSpPr>
            <a:xfrm>
              <a:off x="4203990" y="2114344"/>
              <a:ext cx="311598" cy="453037"/>
              <a:chOff x="4203990" y="2114344"/>
              <a:chExt cx="311598" cy="453037"/>
            </a:xfrm>
            <a:solidFill>
              <a:schemeClr val="accent1"/>
            </a:solidFill>
          </p:grpSpPr>
          <p:sp>
            <p:nvSpPr>
              <p:cNvPr id="279" name="Freeform: Shape 278">
                <a:extLst>
                  <a:ext uri="{FF2B5EF4-FFF2-40B4-BE49-F238E27FC236}">
                    <a16:creationId xmlns:a16="http://schemas.microsoft.com/office/drawing/2014/main" id="{4A73E04F-D906-0B9D-1584-F1935530F3E4}"/>
                  </a:ext>
                </a:extLst>
              </p:cNvPr>
              <p:cNvSpPr/>
              <p:nvPr/>
            </p:nvSpPr>
            <p:spPr>
              <a:xfrm>
                <a:off x="4203990" y="2114344"/>
                <a:ext cx="311598" cy="453037"/>
              </a:xfrm>
              <a:custGeom>
                <a:avLst/>
                <a:gdLst>
                  <a:gd name="connsiteX0" fmla="*/ 155783 w 311598"/>
                  <a:gd name="connsiteY0" fmla="*/ 0 h 453037"/>
                  <a:gd name="connsiteX1" fmla="*/ 155783 w 311598"/>
                  <a:gd name="connsiteY1" fmla="*/ 0 h 453037"/>
                  <a:gd name="connsiteX2" fmla="*/ 21077 w 311598"/>
                  <a:gd name="connsiteY2" fmla="*/ 233328 h 453037"/>
                  <a:gd name="connsiteX3" fmla="*/ 143964 w 311598"/>
                  <a:gd name="connsiteY3" fmla="*/ 446228 h 453037"/>
                  <a:gd name="connsiteX4" fmla="*/ 167602 w 311598"/>
                  <a:gd name="connsiteY4" fmla="*/ 446228 h 453037"/>
                  <a:gd name="connsiteX5" fmla="*/ 290489 w 311598"/>
                  <a:gd name="connsiteY5" fmla="*/ 233328 h 453037"/>
                  <a:gd name="connsiteX6" fmla="*/ 155783 w 311598"/>
                  <a:gd name="connsiteY6" fmla="*/ 0 h 453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598" h="453037">
                    <a:moveTo>
                      <a:pt x="155783" y="0"/>
                    </a:moveTo>
                    <a:lnTo>
                      <a:pt x="155783" y="0"/>
                    </a:lnTo>
                    <a:cubicBezTo>
                      <a:pt x="36027" y="0"/>
                      <a:pt x="-38801" y="129618"/>
                      <a:pt x="21077" y="233328"/>
                    </a:cubicBezTo>
                    <a:lnTo>
                      <a:pt x="143964" y="446228"/>
                    </a:lnTo>
                    <a:cubicBezTo>
                      <a:pt x="149208" y="455308"/>
                      <a:pt x="162358" y="455308"/>
                      <a:pt x="167602" y="446228"/>
                    </a:cubicBezTo>
                    <a:lnTo>
                      <a:pt x="290489" y="233328"/>
                    </a:lnTo>
                    <a:cubicBezTo>
                      <a:pt x="350445" y="129618"/>
                      <a:pt x="275539" y="0"/>
                      <a:pt x="155783" y="0"/>
                    </a:cubicBezTo>
                    <a:close/>
                  </a:path>
                </a:pathLst>
              </a:custGeom>
              <a:gradFill>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0"/>
              </a:gradFill>
              <a:ln>
                <a:noFill/>
              </a:ln>
              <a:effectLst>
                <a:outerShdw blurRad="381000" dist="4445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a:p>
            </p:txBody>
          </p:sp>
          <p:sp>
            <p:nvSpPr>
              <p:cNvPr id="280" name="Freeform: Shape 279">
                <a:extLst>
                  <a:ext uri="{FF2B5EF4-FFF2-40B4-BE49-F238E27FC236}">
                    <a16:creationId xmlns:a16="http://schemas.microsoft.com/office/drawing/2014/main" id="{0CD42F00-7A30-0759-920E-87B2D3FA0886}"/>
                  </a:ext>
                </a:extLst>
              </p:cNvPr>
              <p:cNvSpPr/>
              <p:nvPr/>
            </p:nvSpPr>
            <p:spPr>
              <a:xfrm>
                <a:off x="4262559" y="2172892"/>
                <a:ext cx="194427" cy="194427"/>
              </a:xfrm>
              <a:custGeom>
                <a:avLst/>
                <a:gdLst>
                  <a:gd name="connsiteX0" fmla="*/ 194427 w 194427"/>
                  <a:gd name="connsiteY0" fmla="*/ 97214 h 194427"/>
                  <a:gd name="connsiteX1" fmla="*/ 97214 w 194427"/>
                  <a:gd name="connsiteY1" fmla="*/ 194427 h 194427"/>
                  <a:gd name="connsiteX2" fmla="*/ 0 w 194427"/>
                  <a:gd name="connsiteY2" fmla="*/ 97214 h 194427"/>
                  <a:gd name="connsiteX3" fmla="*/ 97214 w 194427"/>
                  <a:gd name="connsiteY3" fmla="*/ 0 h 194427"/>
                  <a:gd name="connsiteX4" fmla="*/ 194427 w 194427"/>
                  <a:gd name="connsiteY4" fmla="*/ 97214 h 19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27" h="194427">
                    <a:moveTo>
                      <a:pt x="194427" y="97214"/>
                    </a:moveTo>
                    <a:cubicBezTo>
                      <a:pt x="194427" y="150903"/>
                      <a:pt x="150903" y="194427"/>
                      <a:pt x="97214" y="194427"/>
                    </a:cubicBezTo>
                    <a:cubicBezTo>
                      <a:pt x="43524" y="194427"/>
                      <a:pt x="0" y="150903"/>
                      <a:pt x="0" y="97214"/>
                    </a:cubicBezTo>
                    <a:cubicBezTo>
                      <a:pt x="0" y="43524"/>
                      <a:pt x="43524" y="0"/>
                      <a:pt x="97214" y="0"/>
                    </a:cubicBezTo>
                    <a:cubicBezTo>
                      <a:pt x="150903" y="0"/>
                      <a:pt x="194427" y="43524"/>
                      <a:pt x="194427" y="97214"/>
                    </a:cubicBezTo>
                    <a:close/>
                  </a:path>
                </a:pathLst>
              </a:custGeom>
              <a:gradFill>
                <a:gsLst>
                  <a:gs pos="0">
                    <a:schemeClr val="bg1"/>
                  </a:gs>
                  <a:gs pos="100000">
                    <a:srgbClr val="E4E8F6"/>
                  </a:gs>
                </a:gsLst>
                <a:lin ang="2700000" scaled="0"/>
              </a:gradFill>
              <a:ln>
                <a:noFill/>
              </a:ln>
              <a:effectLst>
                <a:outerShdw blurRad="635000" dist="5715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a:solidFill>
                    <a:schemeClr val="lt1"/>
                  </a:solidFill>
                </a:endParaRPr>
              </a:p>
            </p:txBody>
          </p:sp>
          <p:sp>
            <p:nvSpPr>
              <p:cNvPr id="281" name="Freeform: Shape 280">
                <a:extLst>
                  <a:ext uri="{FF2B5EF4-FFF2-40B4-BE49-F238E27FC236}">
                    <a16:creationId xmlns:a16="http://schemas.microsoft.com/office/drawing/2014/main" id="{C404EADE-B705-1F41-A2D8-F8F3E6AAD6D9}"/>
                  </a:ext>
                </a:extLst>
              </p:cNvPr>
              <p:cNvSpPr/>
              <p:nvPr/>
            </p:nvSpPr>
            <p:spPr>
              <a:xfrm>
                <a:off x="4262559" y="2172892"/>
                <a:ext cx="194427" cy="194427"/>
              </a:xfrm>
              <a:custGeom>
                <a:avLst/>
                <a:gdLst>
                  <a:gd name="connsiteX0" fmla="*/ 194427 w 194427"/>
                  <a:gd name="connsiteY0" fmla="*/ 97214 h 194427"/>
                  <a:gd name="connsiteX1" fmla="*/ 97214 w 194427"/>
                  <a:gd name="connsiteY1" fmla="*/ 194427 h 194427"/>
                  <a:gd name="connsiteX2" fmla="*/ 0 w 194427"/>
                  <a:gd name="connsiteY2" fmla="*/ 97214 h 194427"/>
                  <a:gd name="connsiteX3" fmla="*/ 97214 w 194427"/>
                  <a:gd name="connsiteY3" fmla="*/ 0 h 194427"/>
                  <a:gd name="connsiteX4" fmla="*/ 194427 w 194427"/>
                  <a:gd name="connsiteY4" fmla="*/ 97214 h 19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27" h="194427">
                    <a:moveTo>
                      <a:pt x="194427" y="97214"/>
                    </a:moveTo>
                    <a:cubicBezTo>
                      <a:pt x="194427" y="150903"/>
                      <a:pt x="150903" y="194427"/>
                      <a:pt x="97214" y="194427"/>
                    </a:cubicBezTo>
                    <a:cubicBezTo>
                      <a:pt x="43524" y="194427"/>
                      <a:pt x="0" y="150903"/>
                      <a:pt x="0" y="97214"/>
                    </a:cubicBezTo>
                    <a:cubicBezTo>
                      <a:pt x="0" y="43524"/>
                      <a:pt x="43524" y="0"/>
                      <a:pt x="97214" y="0"/>
                    </a:cubicBezTo>
                    <a:cubicBezTo>
                      <a:pt x="150903" y="0"/>
                      <a:pt x="194427" y="43524"/>
                      <a:pt x="194427" y="97214"/>
                    </a:cubicBezTo>
                    <a:close/>
                  </a:path>
                </a:pathLst>
              </a:custGeom>
              <a:gradFill>
                <a:gsLst>
                  <a:gs pos="100000">
                    <a:schemeClr val="bg1"/>
                  </a:gs>
                  <a:gs pos="0">
                    <a:schemeClr val="bg1">
                      <a:lumMod val="65000"/>
                    </a:schemeClr>
                  </a:gs>
                </a:gsLst>
                <a:lin ang="2700000" scaled="0"/>
              </a:gradFill>
              <a:ln>
                <a:noFill/>
              </a:ln>
              <a:effectLst>
                <a:outerShdw blurRad="635000" dist="4445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sz="2000" b="1">
                  <a:solidFill>
                    <a:schemeClr val="accent1"/>
                  </a:solidFill>
                  <a:latin typeface="+mj-lt"/>
                </a:endParaRPr>
              </a:p>
            </p:txBody>
          </p:sp>
        </p:grpSp>
      </p:grpSp>
      <p:grpSp>
        <p:nvGrpSpPr>
          <p:cNvPr id="282" name="Graphic 149">
            <a:extLst>
              <a:ext uri="{FF2B5EF4-FFF2-40B4-BE49-F238E27FC236}">
                <a16:creationId xmlns:a16="http://schemas.microsoft.com/office/drawing/2014/main" id="{7958CCF3-2FEC-D3BD-4723-0480C2E85C16}"/>
              </a:ext>
            </a:extLst>
          </p:cNvPr>
          <p:cNvGrpSpPr/>
          <p:nvPr/>
        </p:nvGrpSpPr>
        <p:grpSpPr>
          <a:xfrm>
            <a:off x="4656052" y="3335152"/>
            <a:ext cx="480901" cy="573410"/>
            <a:chOff x="4112590" y="2114344"/>
            <a:chExt cx="494365" cy="589466"/>
          </a:xfrm>
          <a:solidFill>
            <a:schemeClr val="accent1"/>
          </a:solidFill>
        </p:grpSpPr>
        <p:sp>
          <p:nvSpPr>
            <p:cNvPr id="283" name="Freeform: Shape 282">
              <a:extLst>
                <a:ext uri="{FF2B5EF4-FFF2-40B4-BE49-F238E27FC236}">
                  <a16:creationId xmlns:a16="http://schemas.microsoft.com/office/drawing/2014/main" id="{EFD08A3F-9BFD-8E12-B517-04456C678230}"/>
                </a:ext>
              </a:extLst>
            </p:cNvPr>
            <p:cNvSpPr/>
            <p:nvPr/>
          </p:nvSpPr>
          <p:spPr>
            <a:xfrm>
              <a:off x="4112590" y="2509070"/>
              <a:ext cx="494365" cy="194740"/>
            </a:xfrm>
            <a:custGeom>
              <a:avLst/>
              <a:gdLst>
                <a:gd name="connsiteX0" fmla="*/ 494365 w 494365"/>
                <a:gd name="connsiteY0" fmla="*/ 97370 h 194740"/>
                <a:gd name="connsiteX1" fmla="*/ 247183 w 494365"/>
                <a:gd name="connsiteY1" fmla="*/ 194741 h 194740"/>
                <a:gd name="connsiteX2" fmla="*/ 0 w 494365"/>
                <a:gd name="connsiteY2" fmla="*/ 97370 h 194740"/>
                <a:gd name="connsiteX3" fmla="*/ 247183 w 494365"/>
                <a:gd name="connsiteY3" fmla="*/ 0 h 194740"/>
                <a:gd name="connsiteX4" fmla="*/ 494365 w 494365"/>
                <a:gd name="connsiteY4" fmla="*/ 97370 h 194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365" h="194740">
                  <a:moveTo>
                    <a:pt x="494365" y="97370"/>
                  </a:moveTo>
                  <a:cubicBezTo>
                    <a:pt x="494365" y="151146"/>
                    <a:pt x="383698" y="194741"/>
                    <a:pt x="247183" y="194741"/>
                  </a:cubicBezTo>
                  <a:cubicBezTo>
                    <a:pt x="110668" y="194741"/>
                    <a:pt x="0" y="151146"/>
                    <a:pt x="0" y="97370"/>
                  </a:cubicBezTo>
                  <a:cubicBezTo>
                    <a:pt x="0" y="43594"/>
                    <a:pt x="110668" y="0"/>
                    <a:pt x="247183" y="0"/>
                  </a:cubicBezTo>
                  <a:cubicBezTo>
                    <a:pt x="383698" y="0"/>
                    <a:pt x="494365" y="43594"/>
                    <a:pt x="494365" y="97370"/>
                  </a:cubicBezTo>
                  <a:close/>
                </a:path>
              </a:pathLst>
            </a:custGeom>
            <a:gradFill flip="none" rotWithShape="1">
              <a:gsLst>
                <a:gs pos="0">
                  <a:schemeClr val="bg1">
                    <a:lumMod val="65000"/>
                    <a:alpha val="72000"/>
                  </a:schemeClr>
                </a:gs>
                <a:gs pos="100000">
                  <a:schemeClr val="bg1">
                    <a:lumMod val="65000"/>
                    <a:alpha val="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a:solidFill>
                  <a:schemeClr val="lt1"/>
                </a:solidFill>
              </a:endParaRPr>
            </a:p>
          </p:txBody>
        </p:sp>
        <p:grpSp>
          <p:nvGrpSpPr>
            <p:cNvPr id="284" name="Graphic 149">
              <a:extLst>
                <a:ext uri="{FF2B5EF4-FFF2-40B4-BE49-F238E27FC236}">
                  <a16:creationId xmlns:a16="http://schemas.microsoft.com/office/drawing/2014/main" id="{723A3C6E-AA57-4810-D6AB-2C6A49AFAE8E}"/>
                </a:ext>
              </a:extLst>
            </p:cNvPr>
            <p:cNvGrpSpPr/>
            <p:nvPr/>
          </p:nvGrpSpPr>
          <p:grpSpPr>
            <a:xfrm>
              <a:off x="4203990" y="2114344"/>
              <a:ext cx="311598" cy="453037"/>
              <a:chOff x="4203990" y="2114344"/>
              <a:chExt cx="311598" cy="453037"/>
            </a:xfrm>
            <a:solidFill>
              <a:schemeClr val="accent1"/>
            </a:solidFill>
          </p:grpSpPr>
          <p:sp>
            <p:nvSpPr>
              <p:cNvPr id="285" name="Freeform: Shape 284">
                <a:extLst>
                  <a:ext uri="{FF2B5EF4-FFF2-40B4-BE49-F238E27FC236}">
                    <a16:creationId xmlns:a16="http://schemas.microsoft.com/office/drawing/2014/main" id="{45074DAA-A1D8-7A7A-1643-14A72127F8DD}"/>
                  </a:ext>
                </a:extLst>
              </p:cNvPr>
              <p:cNvSpPr/>
              <p:nvPr/>
            </p:nvSpPr>
            <p:spPr>
              <a:xfrm>
                <a:off x="4203990" y="2114344"/>
                <a:ext cx="311598" cy="453037"/>
              </a:xfrm>
              <a:custGeom>
                <a:avLst/>
                <a:gdLst>
                  <a:gd name="connsiteX0" fmla="*/ 155783 w 311598"/>
                  <a:gd name="connsiteY0" fmla="*/ 0 h 453037"/>
                  <a:gd name="connsiteX1" fmla="*/ 155783 w 311598"/>
                  <a:gd name="connsiteY1" fmla="*/ 0 h 453037"/>
                  <a:gd name="connsiteX2" fmla="*/ 21077 w 311598"/>
                  <a:gd name="connsiteY2" fmla="*/ 233328 h 453037"/>
                  <a:gd name="connsiteX3" fmla="*/ 143964 w 311598"/>
                  <a:gd name="connsiteY3" fmla="*/ 446228 h 453037"/>
                  <a:gd name="connsiteX4" fmla="*/ 167602 w 311598"/>
                  <a:gd name="connsiteY4" fmla="*/ 446228 h 453037"/>
                  <a:gd name="connsiteX5" fmla="*/ 290489 w 311598"/>
                  <a:gd name="connsiteY5" fmla="*/ 233328 h 453037"/>
                  <a:gd name="connsiteX6" fmla="*/ 155783 w 311598"/>
                  <a:gd name="connsiteY6" fmla="*/ 0 h 453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598" h="453037">
                    <a:moveTo>
                      <a:pt x="155783" y="0"/>
                    </a:moveTo>
                    <a:lnTo>
                      <a:pt x="155783" y="0"/>
                    </a:lnTo>
                    <a:cubicBezTo>
                      <a:pt x="36027" y="0"/>
                      <a:pt x="-38801" y="129618"/>
                      <a:pt x="21077" y="233328"/>
                    </a:cubicBezTo>
                    <a:lnTo>
                      <a:pt x="143964" y="446228"/>
                    </a:lnTo>
                    <a:cubicBezTo>
                      <a:pt x="149208" y="455308"/>
                      <a:pt x="162358" y="455308"/>
                      <a:pt x="167602" y="446228"/>
                    </a:cubicBezTo>
                    <a:lnTo>
                      <a:pt x="290489" y="233328"/>
                    </a:lnTo>
                    <a:cubicBezTo>
                      <a:pt x="350445" y="129618"/>
                      <a:pt x="275539" y="0"/>
                      <a:pt x="155783" y="0"/>
                    </a:cubicBezTo>
                    <a:close/>
                  </a:path>
                </a:pathLst>
              </a:custGeom>
              <a:gradFill>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0"/>
              </a:gradFill>
              <a:ln>
                <a:noFill/>
              </a:ln>
              <a:effectLst>
                <a:outerShdw blurRad="381000" dist="4445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a:p>
            </p:txBody>
          </p:sp>
          <p:sp>
            <p:nvSpPr>
              <p:cNvPr id="286" name="Freeform: Shape 285">
                <a:extLst>
                  <a:ext uri="{FF2B5EF4-FFF2-40B4-BE49-F238E27FC236}">
                    <a16:creationId xmlns:a16="http://schemas.microsoft.com/office/drawing/2014/main" id="{29C25232-6701-ED66-9B94-52AEF187CCFD}"/>
                  </a:ext>
                </a:extLst>
              </p:cNvPr>
              <p:cNvSpPr/>
              <p:nvPr/>
            </p:nvSpPr>
            <p:spPr>
              <a:xfrm>
                <a:off x="4262559" y="2172892"/>
                <a:ext cx="194427" cy="194427"/>
              </a:xfrm>
              <a:custGeom>
                <a:avLst/>
                <a:gdLst>
                  <a:gd name="connsiteX0" fmla="*/ 194427 w 194427"/>
                  <a:gd name="connsiteY0" fmla="*/ 97214 h 194427"/>
                  <a:gd name="connsiteX1" fmla="*/ 97214 w 194427"/>
                  <a:gd name="connsiteY1" fmla="*/ 194427 h 194427"/>
                  <a:gd name="connsiteX2" fmla="*/ 0 w 194427"/>
                  <a:gd name="connsiteY2" fmla="*/ 97214 h 194427"/>
                  <a:gd name="connsiteX3" fmla="*/ 97214 w 194427"/>
                  <a:gd name="connsiteY3" fmla="*/ 0 h 194427"/>
                  <a:gd name="connsiteX4" fmla="*/ 194427 w 194427"/>
                  <a:gd name="connsiteY4" fmla="*/ 97214 h 19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27" h="194427">
                    <a:moveTo>
                      <a:pt x="194427" y="97214"/>
                    </a:moveTo>
                    <a:cubicBezTo>
                      <a:pt x="194427" y="150903"/>
                      <a:pt x="150903" y="194427"/>
                      <a:pt x="97214" y="194427"/>
                    </a:cubicBezTo>
                    <a:cubicBezTo>
                      <a:pt x="43524" y="194427"/>
                      <a:pt x="0" y="150903"/>
                      <a:pt x="0" y="97214"/>
                    </a:cubicBezTo>
                    <a:cubicBezTo>
                      <a:pt x="0" y="43524"/>
                      <a:pt x="43524" y="0"/>
                      <a:pt x="97214" y="0"/>
                    </a:cubicBezTo>
                    <a:cubicBezTo>
                      <a:pt x="150903" y="0"/>
                      <a:pt x="194427" y="43524"/>
                      <a:pt x="194427" y="97214"/>
                    </a:cubicBezTo>
                    <a:close/>
                  </a:path>
                </a:pathLst>
              </a:custGeom>
              <a:gradFill>
                <a:gsLst>
                  <a:gs pos="0">
                    <a:schemeClr val="bg1"/>
                  </a:gs>
                  <a:gs pos="100000">
                    <a:srgbClr val="E4E8F6"/>
                  </a:gs>
                </a:gsLst>
                <a:lin ang="2700000" scaled="0"/>
              </a:gradFill>
              <a:ln>
                <a:noFill/>
              </a:ln>
              <a:effectLst>
                <a:outerShdw blurRad="635000" dist="5715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a:solidFill>
                    <a:schemeClr val="lt1"/>
                  </a:solidFill>
                </a:endParaRPr>
              </a:p>
            </p:txBody>
          </p:sp>
          <p:sp>
            <p:nvSpPr>
              <p:cNvPr id="287" name="Freeform: Shape 286">
                <a:extLst>
                  <a:ext uri="{FF2B5EF4-FFF2-40B4-BE49-F238E27FC236}">
                    <a16:creationId xmlns:a16="http://schemas.microsoft.com/office/drawing/2014/main" id="{DA1F270C-C7F6-6808-6159-68CA83F81976}"/>
                  </a:ext>
                </a:extLst>
              </p:cNvPr>
              <p:cNvSpPr/>
              <p:nvPr/>
            </p:nvSpPr>
            <p:spPr>
              <a:xfrm>
                <a:off x="4262559" y="2172892"/>
                <a:ext cx="194427" cy="194427"/>
              </a:xfrm>
              <a:custGeom>
                <a:avLst/>
                <a:gdLst>
                  <a:gd name="connsiteX0" fmla="*/ 194427 w 194427"/>
                  <a:gd name="connsiteY0" fmla="*/ 97214 h 194427"/>
                  <a:gd name="connsiteX1" fmla="*/ 97214 w 194427"/>
                  <a:gd name="connsiteY1" fmla="*/ 194427 h 194427"/>
                  <a:gd name="connsiteX2" fmla="*/ 0 w 194427"/>
                  <a:gd name="connsiteY2" fmla="*/ 97214 h 194427"/>
                  <a:gd name="connsiteX3" fmla="*/ 97214 w 194427"/>
                  <a:gd name="connsiteY3" fmla="*/ 0 h 194427"/>
                  <a:gd name="connsiteX4" fmla="*/ 194427 w 194427"/>
                  <a:gd name="connsiteY4" fmla="*/ 97214 h 19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27" h="194427">
                    <a:moveTo>
                      <a:pt x="194427" y="97214"/>
                    </a:moveTo>
                    <a:cubicBezTo>
                      <a:pt x="194427" y="150903"/>
                      <a:pt x="150903" y="194427"/>
                      <a:pt x="97214" y="194427"/>
                    </a:cubicBezTo>
                    <a:cubicBezTo>
                      <a:pt x="43524" y="194427"/>
                      <a:pt x="0" y="150903"/>
                      <a:pt x="0" y="97214"/>
                    </a:cubicBezTo>
                    <a:cubicBezTo>
                      <a:pt x="0" y="43524"/>
                      <a:pt x="43524" y="0"/>
                      <a:pt x="97214" y="0"/>
                    </a:cubicBezTo>
                    <a:cubicBezTo>
                      <a:pt x="150903" y="0"/>
                      <a:pt x="194427" y="43524"/>
                      <a:pt x="194427" y="97214"/>
                    </a:cubicBezTo>
                    <a:close/>
                  </a:path>
                </a:pathLst>
              </a:custGeom>
              <a:gradFill>
                <a:gsLst>
                  <a:gs pos="100000">
                    <a:schemeClr val="bg1"/>
                  </a:gs>
                  <a:gs pos="0">
                    <a:schemeClr val="bg1">
                      <a:lumMod val="65000"/>
                    </a:schemeClr>
                  </a:gs>
                </a:gsLst>
                <a:lin ang="2700000" scaled="0"/>
              </a:gradFill>
              <a:ln>
                <a:noFill/>
              </a:ln>
              <a:effectLst>
                <a:outerShdw blurRad="635000" dist="4445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sz="2000" b="1">
                  <a:solidFill>
                    <a:schemeClr val="accent1"/>
                  </a:solidFill>
                  <a:latin typeface="+mj-lt"/>
                </a:endParaRPr>
              </a:p>
            </p:txBody>
          </p:sp>
        </p:grpSp>
      </p:grpSp>
      <p:grpSp>
        <p:nvGrpSpPr>
          <p:cNvPr id="288" name="Graphic 149">
            <a:extLst>
              <a:ext uri="{FF2B5EF4-FFF2-40B4-BE49-F238E27FC236}">
                <a16:creationId xmlns:a16="http://schemas.microsoft.com/office/drawing/2014/main" id="{1A8A2624-F658-739C-39B0-7B620CFF146C}"/>
              </a:ext>
            </a:extLst>
          </p:cNvPr>
          <p:cNvGrpSpPr/>
          <p:nvPr/>
        </p:nvGrpSpPr>
        <p:grpSpPr>
          <a:xfrm>
            <a:off x="6317388" y="2924894"/>
            <a:ext cx="480901" cy="573410"/>
            <a:chOff x="4112590" y="2114344"/>
            <a:chExt cx="494365" cy="589466"/>
          </a:xfrm>
          <a:solidFill>
            <a:schemeClr val="accent1"/>
          </a:solidFill>
        </p:grpSpPr>
        <p:sp>
          <p:nvSpPr>
            <p:cNvPr id="289" name="Freeform: Shape 288">
              <a:extLst>
                <a:ext uri="{FF2B5EF4-FFF2-40B4-BE49-F238E27FC236}">
                  <a16:creationId xmlns:a16="http://schemas.microsoft.com/office/drawing/2014/main" id="{277EC975-FCAA-7862-8561-940ECACA526D}"/>
                </a:ext>
              </a:extLst>
            </p:cNvPr>
            <p:cNvSpPr/>
            <p:nvPr/>
          </p:nvSpPr>
          <p:spPr>
            <a:xfrm>
              <a:off x="4112590" y="2509070"/>
              <a:ext cx="494365" cy="194740"/>
            </a:xfrm>
            <a:custGeom>
              <a:avLst/>
              <a:gdLst>
                <a:gd name="connsiteX0" fmla="*/ 494365 w 494365"/>
                <a:gd name="connsiteY0" fmla="*/ 97370 h 194740"/>
                <a:gd name="connsiteX1" fmla="*/ 247183 w 494365"/>
                <a:gd name="connsiteY1" fmla="*/ 194741 h 194740"/>
                <a:gd name="connsiteX2" fmla="*/ 0 w 494365"/>
                <a:gd name="connsiteY2" fmla="*/ 97370 h 194740"/>
                <a:gd name="connsiteX3" fmla="*/ 247183 w 494365"/>
                <a:gd name="connsiteY3" fmla="*/ 0 h 194740"/>
                <a:gd name="connsiteX4" fmla="*/ 494365 w 494365"/>
                <a:gd name="connsiteY4" fmla="*/ 97370 h 194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365" h="194740">
                  <a:moveTo>
                    <a:pt x="494365" y="97370"/>
                  </a:moveTo>
                  <a:cubicBezTo>
                    <a:pt x="494365" y="151146"/>
                    <a:pt x="383698" y="194741"/>
                    <a:pt x="247183" y="194741"/>
                  </a:cubicBezTo>
                  <a:cubicBezTo>
                    <a:pt x="110668" y="194741"/>
                    <a:pt x="0" y="151146"/>
                    <a:pt x="0" y="97370"/>
                  </a:cubicBezTo>
                  <a:cubicBezTo>
                    <a:pt x="0" y="43594"/>
                    <a:pt x="110668" y="0"/>
                    <a:pt x="247183" y="0"/>
                  </a:cubicBezTo>
                  <a:cubicBezTo>
                    <a:pt x="383698" y="0"/>
                    <a:pt x="494365" y="43594"/>
                    <a:pt x="494365" y="97370"/>
                  </a:cubicBezTo>
                  <a:close/>
                </a:path>
              </a:pathLst>
            </a:custGeom>
            <a:gradFill flip="none" rotWithShape="1">
              <a:gsLst>
                <a:gs pos="0">
                  <a:schemeClr val="bg1">
                    <a:lumMod val="65000"/>
                    <a:alpha val="72000"/>
                  </a:schemeClr>
                </a:gs>
                <a:gs pos="100000">
                  <a:schemeClr val="bg1">
                    <a:lumMod val="65000"/>
                    <a:alpha val="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a:solidFill>
                  <a:schemeClr val="lt1"/>
                </a:solidFill>
              </a:endParaRPr>
            </a:p>
          </p:txBody>
        </p:sp>
        <p:grpSp>
          <p:nvGrpSpPr>
            <p:cNvPr id="290" name="Graphic 149">
              <a:extLst>
                <a:ext uri="{FF2B5EF4-FFF2-40B4-BE49-F238E27FC236}">
                  <a16:creationId xmlns:a16="http://schemas.microsoft.com/office/drawing/2014/main" id="{9C10E3AC-BB02-1766-5AAC-C90C6E779DB7}"/>
                </a:ext>
              </a:extLst>
            </p:cNvPr>
            <p:cNvGrpSpPr/>
            <p:nvPr/>
          </p:nvGrpSpPr>
          <p:grpSpPr>
            <a:xfrm>
              <a:off x="4203990" y="2114344"/>
              <a:ext cx="311598" cy="453037"/>
              <a:chOff x="4203990" y="2114344"/>
              <a:chExt cx="311598" cy="453037"/>
            </a:xfrm>
            <a:solidFill>
              <a:schemeClr val="accent1"/>
            </a:solidFill>
          </p:grpSpPr>
          <p:sp>
            <p:nvSpPr>
              <p:cNvPr id="291" name="Freeform: Shape 290">
                <a:extLst>
                  <a:ext uri="{FF2B5EF4-FFF2-40B4-BE49-F238E27FC236}">
                    <a16:creationId xmlns:a16="http://schemas.microsoft.com/office/drawing/2014/main" id="{9AE036CA-D860-C7B6-BBE8-1393D34C7823}"/>
                  </a:ext>
                </a:extLst>
              </p:cNvPr>
              <p:cNvSpPr/>
              <p:nvPr/>
            </p:nvSpPr>
            <p:spPr>
              <a:xfrm>
                <a:off x="4203990" y="2114344"/>
                <a:ext cx="311598" cy="453037"/>
              </a:xfrm>
              <a:custGeom>
                <a:avLst/>
                <a:gdLst>
                  <a:gd name="connsiteX0" fmla="*/ 155783 w 311598"/>
                  <a:gd name="connsiteY0" fmla="*/ 0 h 453037"/>
                  <a:gd name="connsiteX1" fmla="*/ 155783 w 311598"/>
                  <a:gd name="connsiteY1" fmla="*/ 0 h 453037"/>
                  <a:gd name="connsiteX2" fmla="*/ 21077 w 311598"/>
                  <a:gd name="connsiteY2" fmla="*/ 233328 h 453037"/>
                  <a:gd name="connsiteX3" fmla="*/ 143964 w 311598"/>
                  <a:gd name="connsiteY3" fmla="*/ 446228 h 453037"/>
                  <a:gd name="connsiteX4" fmla="*/ 167602 w 311598"/>
                  <a:gd name="connsiteY4" fmla="*/ 446228 h 453037"/>
                  <a:gd name="connsiteX5" fmla="*/ 290489 w 311598"/>
                  <a:gd name="connsiteY5" fmla="*/ 233328 h 453037"/>
                  <a:gd name="connsiteX6" fmla="*/ 155783 w 311598"/>
                  <a:gd name="connsiteY6" fmla="*/ 0 h 453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598" h="453037">
                    <a:moveTo>
                      <a:pt x="155783" y="0"/>
                    </a:moveTo>
                    <a:lnTo>
                      <a:pt x="155783" y="0"/>
                    </a:lnTo>
                    <a:cubicBezTo>
                      <a:pt x="36027" y="0"/>
                      <a:pt x="-38801" y="129618"/>
                      <a:pt x="21077" y="233328"/>
                    </a:cubicBezTo>
                    <a:lnTo>
                      <a:pt x="143964" y="446228"/>
                    </a:lnTo>
                    <a:cubicBezTo>
                      <a:pt x="149208" y="455308"/>
                      <a:pt x="162358" y="455308"/>
                      <a:pt x="167602" y="446228"/>
                    </a:cubicBezTo>
                    <a:lnTo>
                      <a:pt x="290489" y="233328"/>
                    </a:lnTo>
                    <a:cubicBezTo>
                      <a:pt x="350445" y="129618"/>
                      <a:pt x="275539" y="0"/>
                      <a:pt x="155783" y="0"/>
                    </a:cubicBezTo>
                    <a:close/>
                  </a:path>
                </a:pathLst>
              </a:custGeom>
              <a:gradFill>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0"/>
              </a:gradFill>
              <a:ln>
                <a:noFill/>
              </a:ln>
              <a:effectLst>
                <a:outerShdw blurRad="381000" dist="4445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a:p>
            </p:txBody>
          </p:sp>
          <p:sp>
            <p:nvSpPr>
              <p:cNvPr id="292" name="Freeform: Shape 291">
                <a:extLst>
                  <a:ext uri="{FF2B5EF4-FFF2-40B4-BE49-F238E27FC236}">
                    <a16:creationId xmlns:a16="http://schemas.microsoft.com/office/drawing/2014/main" id="{9495E4E5-024B-C8CD-FA10-DB3A686CC92D}"/>
                  </a:ext>
                </a:extLst>
              </p:cNvPr>
              <p:cNvSpPr/>
              <p:nvPr/>
            </p:nvSpPr>
            <p:spPr>
              <a:xfrm>
                <a:off x="4262559" y="2172892"/>
                <a:ext cx="194427" cy="194427"/>
              </a:xfrm>
              <a:custGeom>
                <a:avLst/>
                <a:gdLst>
                  <a:gd name="connsiteX0" fmla="*/ 194427 w 194427"/>
                  <a:gd name="connsiteY0" fmla="*/ 97214 h 194427"/>
                  <a:gd name="connsiteX1" fmla="*/ 97214 w 194427"/>
                  <a:gd name="connsiteY1" fmla="*/ 194427 h 194427"/>
                  <a:gd name="connsiteX2" fmla="*/ 0 w 194427"/>
                  <a:gd name="connsiteY2" fmla="*/ 97214 h 194427"/>
                  <a:gd name="connsiteX3" fmla="*/ 97214 w 194427"/>
                  <a:gd name="connsiteY3" fmla="*/ 0 h 194427"/>
                  <a:gd name="connsiteX4" fmla="*/ 194427 w 194427"/>
                  <a:gd name="connsiteY4" fmla="*/ 97214 h 19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27" h="194427">
                    <a:moveTo>
                      <a:pt x="194427" y="97214"/>
                    </a:moveTo>
                    <a:cubicBezTo>
                      <a:pt x="194427" y="150903"/>
                      <a:pt x="150903" y="194427"/>
                      <a:pt x="97214" y="194427"/>
                    </a:cubicBezTo>
                    <a:cubicBezTo>
                      <a:pt x="43524" y="194427"/>
                      <a:pt x="0" y="150903"/>
                      <a:pt x="0" y="97214"/>
                    </a:cubicBezTo>
                    <a:cubicBezTo>
                      <a:pt x="0" y="43524"/>
                      <a:pt x="43524" y="0"/>
                      <a:pt x="97214" y="0"/>
                    </a:cubicBezTo>
                    <a:cubicBezTo>
                      <a:pt x="150903" y="0"/>
                      <a:pt x="194427" y="43524"/>
                      <a:pt x="194427" y="97214"/>
                    </a:cubicBezTo>
                    <a:close/>
                  </a:path>
                </a:pathLst>
              </a:custGeom>
              <a:gradFill>
                <a:gsLst>
                  <a:gs pos="0">
                    <a:schemeClr val="bg1"/>
                  </a:gs>
                  <a:gs pos="100000">
                    <a:srgbClr val="E4E8F6"/>
                  </a:gs>
                </a:gsLst>
                <a:lin ang="2700000" scaled="0"/>
              </a:gradFill>
              <a:ln>
                <a:noFill/>
              </a:ln>
              <a:effectLst>
                <a:outerShdw blurRad="635000" dist="5715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a:solidFill>
                    <a:schemeClr val="lt1"/>
                  </a:solidFill>
                </a:endParaRPr>
              </a:p>
            </p:txBody>
          </p:sp>
          <p:sp>
            <p:nvSpPr>
              <p:cNvPr id="293" name="Freeform: Shape 292">
                <a:extLst>
                  <a:ext uri="{FF2B5EF4-FFF2-40B4-BE49-F238E27FC236}">
                    <a16:creationId xmlns:a16="http://schemas.microsoft.com/office/drawing/2014/main" id="{EC282473-C9C3-CDBA-D362-E77E201045C1}"/>
                  </a:ext>
                </a:extLst>
              </p:cNvPr>
              <p:cNvSpPr/>
              <p:nvPr/>
            </p:nvSpPr>
            <p:spPr>
              <a:xfrm>
                <a:off x="4262559" y="2172892"/>
                <a:ext cx="194427" cy="194427"/>
              </a:xfrm>
              <a:custGeom>
                <a:avLst/>
                <a:gdLst>
                  <a:gd name="connsiteX0" fmla="*/ 194427 w 194427"/>
                  <a:gd name="connsiteY0" fmla="*/ 97214 h 194427"/>
                  <a:gd name="connsiteX1" fmla="*/ 97214 w 194427"/>
                  <a:gd name="connsiteY1" fmla="*/ 194427 h 194427"/>
                  <a:gd name="connsiteX2" fmla="*/ 0 w 194427"/>
                  <a:gd name="connsiteY2" fmla="*/ 97214 h 194427"/>
                  <a:gd name="connsiteX3" fmla="*/ 97214 w 194427"/>
                  <a:gd name="connsiteY3" fmla="*/ 0 h 194427"/>
                  <a:gd name="connsiteX4" fmla="*/ 194427 w 194427"/>
                  <a:gd name="connsiteY4" fmla="*/ 97214 h 19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427" h="194427">
                    <a:moveTo>
                      <a:pt x="194427" y="97214"/>
                    </a:moveTo>
                    <a:cubicBezTo>
                      <a:pt x="194427" y="150903"/>
                      <a:pt x="150903" y="194427"/>
                      <a:pt x="97214" y="194427"/>
                    </a:cubicBezTo>
                    <a:cubicBezTo>
                      <a:pt x="43524" y="194427"/>
                      <a:pt x="0" y="150903"/>
                      <a:pt x="0" y="97214"/>
                    </a:cubicBezTo>
                    <a:cubicBezTo>
                      <a:pt x="0" y="43524"/>
                      <a:pt x="43524" y="0"/>
                      <a:pt x="97214" y="0"/>
                    </a:cubicBezTo>
                    <a:cubicBezTo>
                      <a:pt x="150903" y="0"/>
                      <a:pt x="194427" y="43524"/>
                      <a:pt x="194427" y="97214"/>
                    </a:cubicBezTo>
                    <a:close/>
                  </a:path>
                </a:pathLst>
              </a:custGeom>
              <a:gradFill>
                <a:gsLst>
                  <a:gs pos="100000">
                    <a:schemeClr val="bg1"/>
                  </a:gs>
                  <a:gs pos="0">
                    <a:schemeClr val="bg1">
                      <a:lumMod val="65000"/>
                    </a:schemeClr>
                  </a:gs>
                </a:gsLst>
                <a:lin ang="2700000" scaled="0"/>
              </a:gradFill>
              <a:ln>
                <a:noFill/>
              </a:ln>
              <a:effectLst>
                <a:outerShdw blurRad="635000" dist="4445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ID" sz="2000" b="1">
                  <a:solidFill>
                    <a:schemeClr val="accent1"/>
                  </a:solidFill>
                  <a:latin typeface="+mj-lt"/>
                </a:endParaRPr>
              </a:p>
            </p:txBody>
          </p:sp>
        </p:grpSp>
      </p:grpSp>
    </p:spTree>
    <p:extLst>
      <p:ext uri="{BB962C8B-B14F-4D97-AF65-F5344CB8AC3E}">
        <p14:creationId xmlns:p14="http://schemas.microsoft.com/office/powerpoint/2010/main" val="35372195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101A931D-4CA0-E1CD-E255-CB33259CBC77}"/>
              </a:ext>
            </a:extLst>
          </p:cNvPr>
          <p:cNvSpPr/>
          <p:nvPr/>
        </p:nvSpPr>
        <p:spPr>
          <a:xfrm>
            <a:off x="754743" y="2380343"/>
            <a:ext cx="3202223" cy="3207657"/>
          </a:xfrm>
          <a:prstGeom prst="roundRect">
            <a:avLst>
              <a:gd name="adj" fmla="val 1213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Slide Number Placeholder 1">
            <a:extLst>
              <a:ext uri="{FF2B5EF4-FFF2-40B4-BE49-F238E27FC236}">
                <a16:creationId xmlns:a16="http://schemas.microsoft.com/office/drawing/2014/main" id="{700FD47D-B4F5-1ADE-4770-410128490E91}"/>
              </a:ext>
            </a:extLst>
          </p:cNvPr>
          <p:cNvSpPr>
            <a:spLocks noGrp="1"/>
          </p:cNvSpPr>
          <p:nvPr>
            <p:ph type="sldNum" sz="quarter" idx="11"/>
          </p:nvPr>
        </p:nvSpPr>
        <p:spPr/>
        <p:txBody>
          <a:bodyPr/>
          <a:lstStyle/>
          <a:p>
            <a:fld id="{7737D3DD-0AB3-4F16-99FA-6262B2B4036D}" type="slidenum">
              <a:rPr lang="en-MY" smtClean="0"/>
              <a:t>42</a:t>
            </a:fld>
            <a:endParaRPr lang="en-MY"/>
          </a:p>
        </p:txBody>
      </p:sp>
      <p:sp>
        <p:nvSpPr>
          <p:cNvPr id="3" name="Oval 2">
            <a:extLst>
              <a:ext uri="{FF2B5EF4-FFF2-40B4-BE49-F238E27FC236}">
                <a16:creationId xmlns:a16="http://schemas.microsoft.com/office/drawing/2014/main" id="{9839C75F-642E-1192-7224-25FC717E90E2}"/>
              </a:ext>
            </a:extLst>
          </p:cNvPr>
          <p:cNvSpPr/>
          <p:nvPr/>
        </p:nvSpPr>
        <p:spPr>
          <a:xfrm>
            <a:off x="4260847" y="3710349"/>
            <a:ext cx="179577" cy="179577"/>
          </a:xfrm>
          <a:prstGeom prst="ellipse">
            <a:avLst/>
          </a:prstGeom>
          <a:solidFill>
            <a:srgbClr val="580C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4" name="Oval 3">
            <a:extLst>
              <a:ext uri="{FF2B5EF4-FFF2-40B4-BE49-F238E27FC236}">
                <a16:creationId xmlns:a16="http://schemas.microsoft.com/office/drawing/2014/main" id="{E7A2D0CE-4ADB-BAC5-A108-827E3A081EC8}"/>
              </a:ext>
            </a:extLst>
          </p:cNvPr>
          <p:cNvSpPr/>
          <p:nvPr/>
        </p:nvSpPr>
        <p:spPr>
          <a:xfrm>
            <a:off x="4260847" y="5116838"/>
            <a:ext cx="179268" cy="17957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5" name="Oval 4">
            <a:extLst>
              <a:ext uri="{FF2B5EF4-FFF2-40B4-BE49-F238E27FC236}">
                <a16:creationId xmlns:a16="http://schemas.microsoft.com/office/drawing/2014/main" id="{AA97AA04-4399-0351-0236-4234039A8B08}"/>
              </a:ext>
            </a:extLst>
          </p:cNvPr>
          <p:cNvSpPr/>
          <p:nvPr/>
        </p:nvSpPr>
        <p:spPr>
          <a:xfrm>
            <a:off x="7978173" y="3710348"/>
            <a:ext cx="179268" cy="179577"/>
          </a:xfrm>
          <a:prstGeom prst="ellipse">
            <a:avLst/>
          </a:prstGeom>
          <a:solidFill>
            <a:srgbClr val="C5223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6" name="Oval 5">
            <a:extLst>
              <a:ext uri="{FF2B5EF4-FFF2-40B4-BE49-F238E27FC236}">
                <a16:creationId xmlns:a16="http://schemas.microsoft.com/office/drawing/2014/main" id="{A9196ABE-4B34-58D7-0DC6-50CCC816F9D7}"/>
              </a:ext>
            </a:extLst>
          </p:cNvPr>
          <p:cNvSpPr/>
          <p:nvPr/>
        </p:nvSpPr>
        <p:spPr>
          <a:xfrm>
            <a:off x="7977864" y="5117110"/>
            <a:ext cx="179577" cy="179577"/>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baseline="-25000" dirty="0"/>
          </a:p>
        </p:txBody>
      </p:sp>
      <p:sp>
        <p:nvSpPr>
          <p:cNvPr id="7" name="Rectangle 6">
            <a:extLst>
              <a:ext uri="{FF2B5EF4-FFF2-40B4-BE49-F238E27FC236}">
                <a16:creationId xmlns:a16="http://schemas.microsoft.com/office/drawing/2014/main" id="{2F8946B2-76CF-557D-E2D9-4D66DBDB6E43}"/>
              </a:ext>
            </a:extLst>
          </p:cNvPr>
          <p:cNvSpPr/>
          <p:nvPr/>
        </p:nvSpPr>
        <p:spPr>
          <a:xfrm>
            <a:off x="4517708" y="3644169"/>
            <a:ext cx="3156584" cy="1086836"/>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8" name="Rectangle 7">
            <a:extLst>
              <a:ext uri="{FF2B5EF4-FFF2-40B4-BE49-F238E27FC236}">
                <a16:creationId xmlns:a16="http://schemas.microsoft.com/office/drawing/2014/main" id="{325DFAAD-2CC2-2A12-49AF-565FFFC16950}"/>
              </a:ext>
            </a:extLst>
          </p:cNvPr>
          <p:cNvSpPr/>
          <p:nvPr/>
        </p:nvSpPr>
        <p:spPr>
          <a:xfrm>
            <a:off x="4517708" y="4989422"/>
            <a:ext cx="3156584" cy="1086836"/>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9" name="Rectangle 8">
            <a:extLst>
              <a:ext uri="{FF2B5EF4-FFF2-40B4-BE49-F238E27FC236}">
                <a16:creationId xmlns:a16="http://schemas.microsoft.com/office/drawing/2014/main" id="{08207FE1-E553-B139-6DE5-B2FF5A6AA342}"/>
              </a:ext>
            </a:extLst>
          </p:cNvPr>
          <p:cNvSpPr/>
          <p:nvPr/>
        </p:nvSpPr>
        <p:spPr>
          <a:xfrm>
            <a:off x="8254532" y="3593610"/>
            <a:ext cx="3156584" cy="1086836"/>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0" name="Rectangle 9">
            <a:extLst>
              <a:ext uri="{FF2B5EF4-FFF2-40B4-BE49-F238E27FC236}">
                <a16:creationId xmlns:a16="http://schemas.microsoft.com/office/drawing/2014/main" id="{2ECE96A8-02F1-7B5C-0CA1-C17E2CC94B4C}"/>
              </a:ext>
            </a:extLst>
          </p:cNvPr>
          <p:cNvSpPr/>
          <p:nvPr/>
        </p:nvSpPr>
        <p:spPr>
          <a:xfrm>
            <a:off x="8254532" y="4938863"/>
            <a:ext cx="3156584" cy="1086836"/>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p>
        </p:txBody>
      </p:sp>
      <p:sp>
        <p:nvSpPr>
          <p:cNvPr id="11" name="TextBox 10">
            <a:extLst>
              <a:ext uri="{FF2B5EF4-FFF2-40B4-BE49-F238E27FC236}">
                <a16:creationId xmlns:a16="http://schemas.microsoft.com/office/drawing/2014/main" id="{24A868E9-408F-1951-4DDF-30412A870F85}"/>
              </a:ext>
            </a:extLst>
          </p:cNvPr>
          <p:cNvSpPr txBox="1"/>
          <p:nvPr/>
        </p:nvSpPr>
        <p:spPr>
          <a:xfrm>
            <a:off x="3826309" y="1148637"/>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ADD YOUR TITLE HERE</a:t>
            </a:r>
          </a:p>
        </p:txBody>
      </p:sp>
      <p:grpSp>
        <p:nvGrpSpPr>
          <p:cNvPr id="12" name="Group 11">
            <a:extLst>
              <a:ext uri="{FF2B5EF4-FFF2-40B4-BE49-F238E27FC236}">
                <a16:creationId xmlns:a16="http://schemas.microsoft.com/office/drawing/2014/main" id="{4D5CC651-073C-89C9-704E-9F32413056E8}"/>
              </a:ext>
            </a:extLst>
          </p:cNvPr>
          <p:cNvGrpSpPr/>
          <p:nvPr/>
        </p:nvGrpSpPr>
        <p:grpSpPr>
          <a:xfrm>
            <a:off x="1111219" y="2997643"/>
            <a:ext cx="276224" cy="276224"/>
            <a:chOff x="1460006" y="1642203"/>
            <a:chExt cx="479425" cy="479425"/>
          </a:xfrm>
        </p:grpSpPr>
        <p:sp>
          <p:nvSpPr>
            <p:cNvPr id="13" name="Oval 8">
              <a:extLst>
                <a:ext uri="{FF2B5EF4-FFF2-40B4-BE49-F238E27FC236}">
                  <a16:creationId xmlns:a16="http://schemas.microsoft.com/office/drawing/2014/main" id="{0E0AC28C-21C2-F400-44C6-6C2E8ED1FE2D}"/>
                </a:ext>
              </a:extLst>
            </p:cNvPr>
            <p:cNvSpPr>
              <a:spLocks noChangeArrowheads="1"/>
            </p:cNvSpPr>
            <p:nvPr/>
          </p:nvSpPr>
          <p:spPr bwMode="auto">
            <a:xfrm>
              <a:off x="1460006" y="1642203"/>
              <a:ext cx="479425" cy="479425"/>
            </a:xfrm>
            <a:prstGeom prst="ellipse">
              <a:avLst/>
            </a:prstGeom>
            <a:solidFill>
              <a:srgbClr val="FFFFFF"/>
            </a:solidFill>
            <a:ln w="17463"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9">
              <a:extLst>
                <a:ext uri="{FF2B5EF4-FFF2-40B4-BE49-F238E27FC236}">
                  <a16:creationId xmlns:a16="http://schemas.microsoft.com/office/drawing/2014/main" id="{A519AE37-5754-B3EB-B71F-BDA1250F0BF9}"/>
                </a:ext>
              </a:extLst>
            </p:cNvPr>
            <p:cNvSpPr>
              <a:spLocks/>
            </p:cNvSpPr>
            <p:nvPr/>
          </p:nvSpPr>
          <p:spPr bwMode="auto">
            <a:xfrm>
              <a:off x="1575894" y="1799366"/>
              <a:ext cx="247650" cy="165100"/>
            </a:xfrm>
            <a:custGeom>
              <a:avLst/>
              <a:gdLst>
                <a:gd name="T0" fmla="*/ 0 w 156"/>
                <a:gd name="T1" fmla="*/ 45 h 104"/>
                <a:gd name="T2" fmla="*/ 60 w 156"/>
                <a:gd name="T3" fmla="*/ 104 h 104"/>
                <a:gd name="T4" fmla="*/ 156 w 156"/>
                <a:gd name="T5" fmla="*/ 0 h 104"/>
              </a:gdLst>
              <a:ahLst/>
              <a:cxnLst>
                <a:cxn ang="0">
                  <a:pos x="T0" y="T1"/>
                </a:cxn>
                <a:cxn ang="0">
                  <a:pos x="T2" y="T3"/>
                </a:cxn>
                <a:cxn ang="0">
                  <a:pos x="T4" y="T5"/>
                </a:cxn>
              </a:cxnLst>
              <a:rect l="0" t="0" r="r" b="b"/>
              <a:pathLst>
                <a:path w="156" h="104">
                  <a:moveTo>
                    <a:pt x="0" y="45"/>
                  </a:moveTo>
                  <a:lnTo>
                    <a:pt x="60" y="104"/>
                  </a:lnTo>
                  <a:lnTo>
                    <a:pt x="156" y="0"/>
                  </a:lnTo>
                </a:path>
              </a:pathLst>
            </a:custGeom>
            <a:solidFill>
              <a:srgbClr val="FFFFFF"/>
            </a:solidFill>
            <a:ln w="17463"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5" name="Group 14">
            <a:extLst>
              <a:ext uri="{FF2B5EF4-FFF2-40B4-BE49-F238E27FC236}">
                <a16:creationId xmlns:a16="http://schemas.microsoft.com/office/drawing/2014/main" id="{ABD8E59D-0F36-06E0-5B5B-B4A31604AE7D}"/>
              </a:ext>
            </a:extLst>
          </p:cNvPr>
          <p:cNvGrpSpPr/>
          <p:nvPr/>
        </p:nvGrpSpPr>
        <p:grpSpPr>
          <a:xfrm>
            <a:off x="1111219" y="3685349"/>
            <a:ext cx="276224" cy="276224"/>
            <a:chOff x="1460006" y="1642203"/>
            <a:chExt cx="479425" cy="479425"/>
          </a:xfrm>
        </p:grpSpPr>
        <p:sp>
          <p:nvSpPr>
            <p:cNvPr id="16" name="Oval 8">
              <a:extLst>
                <a:ext uri="{FF2B5EF4-FFF2-40B4-BE49-F238E27FC236}">
                  <a16:creationId xmlns:a16="http://schemas.microsoft.com/office/drawing/2014/main" id="{BB2A0568-7059-9279-EFCC-B78EABB72A24}"/>
                </a:ext>
              </a:extLst>
            </p:cNvPr>
            <p:cNvSpPr>
              <a:spLocks noChangeArrowheads="1"/>
            </p:cNvSpPr>
            <p:nvPr/>
          </p:nvSpPr>
          <p:spPr bwMode="auto">
            <a:xfrm>
              <a:off x="1460006" y="1642203"/>
              <a:ext cx="479425" cy="479425"/>
            </a:xfrm>
            <a:prstGeom prst="ellipse">
              <a:avLst/>
            </a:prstGeom>
            <a:solidFill>
              <a:srgbClr val="FFFFFF"/>
            </a:solidFill>
            <a:ln w="17463"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342D0946-8FF0-B0E1-3D25-87EEF6ECCEF8}"/>
                </a:ext>
              </a:extLst>
            </p:cNvPr>
            <p:cNvSpPr>
              <a:spLocks/>
            </p:cNvSpPr>
            <p:nvPr/>
          </p:nvSpPr>
          <p:spPr bwMode="auto">
            <a:xfrm>
              <a:off x="1575894" y="1799366"/>
              <a:ext cx="247650" cy="165100"/>
            </a:xfrm>
            <a:custGeom>
              <a:avLst/>
              <a:gdLst>
                <a:gd name="T0" fmla="*/ 0 w 156"/>
                <a:gd name="T1" fmla="*/ 45 h 104"/>
                <a:gd name="T2" fmla="*/ 60 w 156"/>
                <a:gd name="T3" fmla="*/ 104 h 104"/>
                <a:gd name="T4" fmla="*/ 156 w 156"/>
                <a:gd name="T5" fmla="*/ 0 h 104"/>
              </a:gdLst>
              <a:ahLst/>
              <a:cxnLst>
                <a:cxn ang="0">
                  <a:pos x="T0" y="T1"/>
                </a:cxn>
                <a:cxn ang="0">
                  <a:pos x="T2" y="T3"/>
                </a:cxn>
                <a:cxn ang="0">
                  <a:pos x="T4" y="T5"/>
                </a:cxn>
              </a:cxnLst>
              <a:rect l="0" t="0" r="r" b="b"/>
              <a:pathLst>
                <a:path w="156" h="104">
                  <a:moveTo>
                    <a:pt x="0" y="45"/>
                  </a:moveTo>
                  <a:lnTo>
                    <a:pt x="60" y="104"/>
                  </a:lnTo>
                  <a:lnTo>
                    <a:pt x="156" y="0"/>
                  </a:lnTo>
                </a:path>
              </a:pathLst>
            </a:custGeom>
            <a:solidFill>
              <a:srgbClr val="FFFFFF"/>
            </a:solidFill>
            <a:ln w="17463"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8" name="Rectangle 17">
            <a:extLst>
              <a:ext uri="{FF2B5EF4-FFF2-40B4-BE49-F238E27FC236}">
                <a16:creationId xmlns:a16="http://schemas.microsoft.com/office/drawing/2014/main" id="{00F45F7C-D441-F940-FEC3-501A25DA267C}"/>
              </a:ext>
            </a:extLst>
          </p:cNvPr>
          <p:cNvSpPr/>
          <p:nvPr/>
        </p:nvSpPr>
        <p:spPr>
          <a:xfrm>
            <a:off x="1454213" y="2856536"/>
            <a:ext cx="2226394" cy="572464"/>
          </a:xfrm>
          <a:prstGeom prst="rect">
            <a:avLst/>
          </a:prstGeom>
        </p:spPr>
        <p:txBody>
          <a:bodyPr wrap="square">
            <a:spAutoFit/>
          </a:bodyPr>
          <a:lstStyle/>
          <a:p>
            <a:pPr>
              <a:lnSpc>
                <a:spcPct val="130000"/>
              </a:lnSpc>
            </a:pPr>
            <a:r>
              <a:rPr lang="en-US" sz="1200" dirty="0"/>
              <a:t>Synth chartreuse XOXO, tacos </a:t>
            </a:r>
            <a:r>
              <a:rPr lang="en-US" sz="1200" dirty="0" err="1"/>
              <a:t>brooklyn</a:t>
            </a:r>
            <a:r>
              <a:rPr lang="en-US" sz="1200" dirty="0"/>
              <a:t> VHS plaid.</a:t>
            </a:r>
            <a:endParaRPr lang="en-US" sz="1200" dirty="0">
              <a:ea typeface="Open Sans" panose="020B0606030504020204" pitchFamily="34" charset="0"/>
              <a:cs typeface="Open Sans" panose="020B0606030504020204" pitchFamily="34" charset="0"/>
            </a:endParaRPr>
          </a:p>
        </p:txBody>
      </p:sp>
      <p:sp>
        <p:nvSpPr>
          <p:cNvPr id="19" name="Rectangle 18">
            <a:extLst>
              <a:ext uri="{FF2B5EF4-FFF2-40B4-BE49-F238E27FC236}">
                <a16:creationId xmlns:a16="http://schemas.microsoft.com/office/drawing/2014/main" id="{8DCFFCAF-A41C-3DCB-5EBC-3F1D51CAF88B}"/>
              </a:ext>
            </a:extLst>
          </p:cNvPr>
          <p:cNvSpPr/>
          <p:nvPr/>
        </p:nvSpPr>
        <p:spPr>
          <a:xfrm>
            <a:off x="1454213" y="3584990"/>
            <a:ext cx="2226394" cy="572464"/>
          </a:xfrm>
          <a:prstGeom prst="rect">
            <a:avLst/>
          </a:prstGeom>
        </p:spPr>
        <p:txBody>
          <a:bodyPr wrap="square">
            <a:spAutoFit/>
          </a:bodyPr>
          <a:lstStyle/>
          <a:p>
            <a:pPr>
              <a:lnSpc>
                <a:spcPct val="130000"/>
              </a:lnSpc>
            </a:pPr>
            <a:r>
              <a:rPr lang="en-US" sz="1200" dirty="0"/>
              <a:t>Synth chartreuse XOXO, tacos </a:t>
            </a:r>
            <a:r>
              <a:rPr lang="en-US" sz="1200" dirty="0" err="1"/>
              <a:t>brooklyn</a:t>
            </a:r>
            <a:r>
              <a:rPr lang="en-US" sz="1200" dirty="0"/>
              <a:t> VHS plaid.</a:t>
            </a:r>
            <a:endParaRPr lang="en-US" sz="1200" dirty="0">
              <a:ea typeface="Open Sans" panose="020B0606030504020204" pitchFamily="34" charset="0"/>
              <a:cs typeface="Open Sans" panose="020B0606030504020204" pitchFamily="34" charset="0"/>
            </a:endParaRPr>
          </a:p>
        </p:txBody>
      </p:sp>
      <p:grpSp>
        <p:nvGrpSpPr>
          <p:cNvPr id="20" name="Group 19">
            <a:extLst>
              <a:ext uri="{FF2B5EF4-FFF2-40B4-BE49-F238E27FC236}">
                <a16:creationId xmlns:a16="http://schemas.microsoft.com/office/drawing/2014/main" id="{AAF37811-E4A7-3A49-25CA-DE722379A875}"/>
              </a:ext>
            </a:extLst>
          </p:cNvPr>
          <p:cNvGrpSpPr/>
          <p:nvPr/>
        </p:nvGrpSpPr>
        <p:grpSpPr>
          <a:xfrm>
            <a:off x="1111219" y="4434959"/>
            <a:ext cx="276224" cy="276224"/>
            <a:chOff x="1460006" y="1642203"/>
            <a:chExt cx="479425" cy="479425"/>
          </a:xfrm>
        </p:grpSpPr>
        <p:sp>
          <p:nvSpPr>
            <p:cNvPr id="21" name="Oval 8">
              <a:extLst>
                <a:ext uri="{FF2B5EF4-FFF2-40B4-BE49-F238E27FC236}">
                  <a16:creationId xmlns:a16="http://schemas.microsoft.com/office/drawing/2014/main" id="{E8D84803-96BD-0F8B-EEAF-64463FC731DF}"/>
                </a:ext>
              </a:extLst>
            </p:cNvPr>
            <p:cNvSpPr>
              <a:spLocks noChangeArrowheads="1"/>
            </p:cNvSpPr>
            <p:nvPr/>
          </p:nvSpPr>
          <p:spPr bwMode="auto">
            <a:xfrm>
              <a:off x="1460006" y="1642203"/>
              <a:ext cx="479425" cy="479425"/>
            </a:xfrm>
            <a:prstGeom prst="ellipse">
              <a:avLst/>
            </a:prstGeom>
            <a:solidFill>
              <a:srgbClr val="FFFFFF"/>
            </a:solidFill>
            <a:ln w="17463"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Freeform 9">
              <a:extLst>
                <a:ext uri="{FF2B5EF4-FFF2-40B4-BE49-F238E27FC236}">
                  <a16:creationId xmlns:a16="http://schemas.microsoft.com/office/drawing/2014/main" id="{B376D56F-8A92-29E4-073A-24C707FDE23C}"/>
                </a:ext>
              </a:extLst>
            </p:cNvPr>
            <p:cNvSpPr>
              <a:spLocks/>
            </p:cNvSpPr>
            <p:nvPr/>
          </p:nvSpPr>
          <p:spPr bwMode="auto">
            <a:xfrm>
              <a:off x="1575894" y="1799366"/>
              <a:ext cx="247650" cy="165100"/>
            </a:xfrm>
            <a:custGeom>
              <a:avLst/>
              <a:gdLst>
                <a:gd name="T0" fmla="*/ 0 w 156"/>
                <a:gd name="T1" fmla="*/ 45 h 104"/>
                <a:gd name="T2" fmla="*/ 60 w 156"/>
                <a:gd name="T3" fmla="*/ 104 h 104"/>
                <a:gd name="T4" fmla="*/ 156 w 156"/>
                <a:gd name="T5" fmla="*/ 0 h 104"/>
              </a:gdLst>
              <a:ahLst/>
              <a:cxnLst>
                <a:cxn ang="0">
                  <a:pos x="T0" y="T1"/>
                </a:cxn>
                <a:cxn ang="0">
                  <a:pos x="T2" y="T3"/>
                </a:cxn>
                <a:cxn ang="0">
                  <a:pos x="T4" y="T5"/>
                </a:cxn>
              </a:cxnLst>
              <a:rect l="0" t="0" r="r" b="b"/>
              <a:pathLst>
                <a:path w="156" h="104">
                  <a:moveTo>
                    <a:pt x="0" y="45"/>
                  </a:moveTo>
                  <a:lnTo>
                    <a:pt x="60" y="104"/>
                  </a:lnTo>
                  <a:lnTo>
                    <a:pt x="156" y="0"/>
                  </a:lnTo>
                </a:path>
              </a:pathLst>
            </a:custGeom>
            <a:solidFill>
              <a:srgbClr val="FFFFFF"/>
            </a:solidFill>
            <a:ln w="17463"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3" name="Rectangle 22">
            <a:extLst>
              <a:ext uri="{FF2B5EF4-FFF2-40B4-BE49-F238E27FC236}">
                <a16:creationId xmlns:a16="http://schemas.microsoft.com/office/drawing/2014/main" id="{720792C6-97A1-302B-6C7E-F7D4E371DDA2}"/>
              </a:ext>
            </a:extLst>
          </p:cNvPr>
          <p:cNvSpPr/>
          <p:nvPr/>
        </p:nvSpPr>
        <p:spPr>
          <a:xfrm>
            <a:off x="1454213" y="4363144"/>
            <a:ext cx="2226394" cy="572464"/>
          </a:xfrm>
          <a:prstGeom prst="rect">
            <a:avLst/>
          </a:prstGeom>
        </p:spPr>
        <p:txBody>
          <a:bodyPr wrap="square">
            <a:spAutoFit/>
          </a:bodyPr>
          <a:lstStyle/>
          <a:p>
            <a:pPr>
              <a:lnSpc>
                <a:spcPct val="130000"/>
              </a:lnSpc>
            </a:pPr>
            <a:r>
              <a:rPr lang="en-US" sz="1200" dirty="0"/>
              <a:t>Synth chartreuse XOXO, tacos </a:t>
            </a:r>
            <a:r>
              <a:rPr lang="en-US" sz="1200" dirty="0" err="1"/>
              <a:t>brooklyn</a:t>
            </a:r>
            <a:r>
              <a:rPr lang="en-US" sz="1200" dirty="0"/>
              <a:t> VHS plaid.</a:t>
            </a:r>
            <a:endParaRPr lang="en-US" sz="1200" dirty="0">
              <a:ea typeface="Open Sans" panose="020B0606030504020204" pitchFamily="34" charset="0"/>
              <a:cs typeface="Open Sans" panose="020B0606030504020204" pitchFamily="34" charset="0"/>
            </a:endParaRPr>
          </a:p>
        </p:txBody>
      </p:sp>
      <p:sp>
        <p:nvSpPr>
          <p:cNvPr id="24" name="Rectangle 23">
            <a:extLst>
              <a:ext uri="{FF2B5EF4-FFF2-40B4-BE49-F238E27FC236}">
                <a16:creationId xmlns:a16="http://schemas.microsoft.com/office/drawing/2014/main" id="{0E3F4439-2D46-8C97-240A-414FF6105B10}"/>
              </a:ext>
            </a:extLst>
          </p:cNvPr>
          <p:cNvSpPr/>
          <p:nvPr/>
        </p:nvSpPr>
        <p:spPr>
          <a:xfrm>
            <a:off x="4452633" y="2402243"/>
            <a:ext cx="6958483" cy="1086836"/>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r>
              <a:rPr lang="en-US" sz="1100" dirty="0" err="1">
                <a:solidFill>
                  <a:schemeClr val="tx1">
                    <a:lumMod val="65000"/>
                    <a:lumOff val="35000"/>
                  </a:schemeClr>
                </a:solidFill>
              </a:rPr>
              <a:t>Excepteur</a:t>
            </a:r>
            <a:r>
              <a:rPr lang="en-US" sz="1100" dirty="0">
                <a:solidFill>
                  <a:schemeClr val="tx1">
                    <a:lumMod val="65000"/>
                    <a:lumOff val="35000"/>
                  </a:schemeClr>
                </a:solidFill>
              </a:rPr>
              <a:t> </a:t>
            </a:r>
            <a:r>
              <a:rPr lang="en-US" sz="1100" dirty="0" err="1">
                <a:solidFill>
                  <a:schemeClr val="tx1">
                    <a:lumMod val="65000"/>
                    <a:lumOff val="35000"/>
                  </a:schemeClr>
                </a:solidFill>
              </a:rPr>
              <a:t>sint</a:t>
            </a:r>
            <a:r>
              <a:rPr lang="en-US" sz="1100" dirty="0">
                <a:solidFill>
                  <a:schemeClr val="tx1">
                    <a:lumMod val="65000"/>
                    <a:lumOff val="35000"/>
                  </a:schemeClr>
                </a:solidFill>
              </a:rPr>
              <a:t> </a:t>
            </a:r>
            <a:r>
              <a:rPr lang="en-US" sz="1100" dirty="0" err="1">
                <a:solidFill>
                  <a:schemeClr val="tx1">
                    <a:lumMod val="65000"/>
                    <a:lumOff val="35000"/>
                  </a:schemeClr>
                </a:solidFill>
              </a:rPr>
              <a:t>occaecat</a:t>
            </a:r>
            <a:r>
              <a:rPr lang="en-US" sz="1100" dirty="0">
                <a:solidFill>
                  <a:schemeClr val="tx1">
                    <a:lumMod val="65000"/>
                    <a:lumOff val="35000"/>
                  </a:schemeClr>
                </a:solidFill>
              </a:rPr>
              <a:t> </a:t>
            </a:r>
            <a:r>
              <a:rPr lang="en-US" sz="1100" dirty="0" err="1">
                <a:solidFill>
                  <a:schemeClr val="tx1">
                    <a:lumMod val="65000"/>
                    <a:lumOff val="35000"/>
                  </a:schemeClr>
                </a:solidFill>
              </a:rPr>
              <a:t>cupidatat</a:t>
            </a:r>
            <a:r>
              <a:rPr lang="en-US" sz="1100" dirty="0">
                <a:solidFill>
                  <a:schemeClr val="tx1">
                    <a:lumMod val="65000"/>
                    <a:lumOff val="35000"/>
                  </a:schemeClr>
                </a:solidFill>
              </a:rPr>
              <a:t> non </a:t>
            </a:r>
            <a:r>
              <a:rPr lang="en-US" sz="1100" dirty="0" err="1">
                <a:solidFill>
                  <a:schemeClr val="tx1">
                    <a:lumMod val="65000"/>
                    <a:lumOff val="35000"/>
                  </a:schemeClr>
                </a:solidFill>
              </a:rPr>
              <a:t>proident</a:t>
            </a:r>
            <a:r>
              <a:rPr lang="en-US" sz="1100" dirty="0">
                <a:solidFill>
                  <a:schemeClr val="tx1">
                    <a:lumMod val="65000"/>
                    <a:lumOff val="35000"/>
                  </a:schemeClr>
                </a:solidFill>
              </a:rPr>
              <a:t>, </a:t>
            </a:r>
            <a:r>
              <a:rPr lang="en-US" sz="1100" dirty="0" err="1">
                <a:solidFill>
                  <a:schemeClr val="tx1">
                    <a:lumMod val="65000"/>
                    <a:lumOff val="35000"/>
                  </a:schemeClr>
                </a:solidFill>
              </a:rPr>
              <a:t>sunt</a:t>
            </a:r>
            <a:r>
              <a:rPr lang="en-US" sz="1100" dirty="0">
                <a:solidFill>
                  <a:schemeClr val="tx1">
                    <a:lumMod val="65000"/>
                    <a:lumOff val="35000"/>
                  </a:schemeClr>
                </a:solidFill>
              </a:rPr>
              <a:t> in culpa qui </a:t>
            </a:r>
            <a:r>
              <a:rPr lang="en-US" sz="1100" dirty="0" err="1">
                <a:solidFill>
                  <a:schemeClr val="tx1">
                    <a:lumMod val="65000"/>
                    <a:lumOff val="35000"/>
                  </a:schemeClr>
                </a:solidFill>
              </a:rPr>
              <a:t>officia</a:t>
            </a:r>
            <a:r>
              <a:rPr lang="en-US" sz="1100" dirty="0">
                <a:solidFill>
                  <a:schemeClr val="tx1">
                    <a:lumMod val="65000"/>
                    <a:lumOff val="35000"/>
                  </a:schemeClr>
                </a:solidFill>
              </a:rPr>
              <a:t> </a:t>
            </a:r>
            <a:r>
              <a:rPr lang="en-US" sz="1100" dirty="0" err="1">
                <a:solidFill>
                  <a:schemeClr val="tx1">
                    <a:lumMod val="65000"/>
                    <a:lumOff val="35000"/>
                  </a:schemeClr>
                </a:solidFill>
              </a:rPr>
              <a:t>deserunt</a:t>
            </a:r>
            <a:r>
              <a:rPr lang="en-US" sz="1100" dirty="0">
                <a:solidFill>
                  <a:schemeClr val="tx1">
                    <a:lumMod val="65000"/>
                    <a:lumOff val="35000"/>
                  </a:schemeClr>
                </a:solidFill>
              </a:rPr>
              <a:t> </a:t>
            </a:r>
            <a:r>
              <a:rPr lang="en-US" sz="1100" dirty="0" err="1">
                <a:solidFill>
                  <a:schemeClr val="tx1">
                    <a:lumMod val="65000"/>
                    <a:lumOff val="35000"/>
                  </a:schemeClr>
                </a:solidFill>
              </a:rPr>
              <a:t>mollit</a:t>
            </a:r>
            <a:r>
              <a:rPr lang="en-US" sz="1100" dirty="0">
                <a:solidFill>
                  <a:schemeClr val="tx1">
                    <a:lumMod val="65000"/>
                    <a:lumOff val="35000"/>
                  </a:schemeClr>
                </a:solidFill>
              </a:rPr>
              <a:t> </a:t>
            </a:r>
            <a:r>
              <a:rPr lang="en-US" sz="1100" dirty="0" err="1">
                <a:solidFill>
                  <a:schemeClr val="tx1">
                    <a:lumMod val="65000"/>
                    <a:lumOff val="35000"/>
                  </a:schemeClr>
                </a:solidFill>
              </a:rPr>
              <a:t>anim</a:t>
            </a:r>
            <a:r>
              <a:rPr lang="en-US" sz="1100" dirty="0">
                <a:solidFill>
                  <a:schemeClr val="tx1">
                    <a:lumMod val="65000"/>
                    <a:lumOff val="35000"/>
                  </a:schemeClr>
                </a:solidFill>
              </a:rPr>
              <a:t> id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laborum</a:t>
            </a:r>
            <a:r>
              <a:rPr lang="en-US" sz="1100" dirty="0">
                <a:solidFill>
                  <a:schemeClr val="tx1">
                    <a:lumMod val="65000"/>
                    <a:lumOff val="35000"/>
                  </a:schemeClr>
                </a:solidFill>
              </a:rPr>
              <a:t>. </a:t>
            </a:r>
            <a:r>
              <a:rPr lang="en-US" sz="1100" dirty="0" err="1">
                <a:solidFill>
                  <a:schemeClr val="tx1">
                    <a:lumMod val="65000"/>
                    <a:lumOff val="35000"/>
                  </a:schemeClr>
                </a:solidFill>
              </a:rPr>
              <a:t>Vestibulum</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a:t>
            </a:r>
            <a:r>
              <a:rPr lang="en-US" sz="1100" dirty="0" err="1">
                <a:solidFill>
                  <a:schemeClr val="tx1">
                    <a:lumMod val="65000"/>
                    <a:lumOff val="35000"/>
                  </a:schemeClr>
                </a:solidFill>
              </a:rPr>
              <a:t>tortor</a:t>
            </a:r>
            <a:r>
              <a:rPr lang="en-US" sz="1100" dirty="0">
                <a:solidFill>
                  <a:schemeClr val="tx1">
                    <a:lumMod val="65000"/>
                    <a:lumOff val="35000"/>
                  </a:schemeClr>
                </a:solidFill>
              </a:rPr>
              <a:t> id mi. </a:t>
            </a:r>
          </a:p>
        </p:txBody>
      </p:sp>
    </p:spTree>
    <p:extLst>
      <p:ext uri="{BB962C8B-B14F-4D97-AF65-F5344CB8AC3E}">
        <p14:creationId xmlns:p14="http://schemas.microsoft.com/office/powerpoint/2010/main" val="2385806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par>
                          <p:cTn id="11" fill="hold">
                            <p:stCondLst>
                              <p:cond delay="500"/>
                            </p:stCondLst>
                            <p:childTnLst>
                              <p:par>
                                <p:cTn id="12" presetID="49" presetClass="entr" presetSubtype="0" decel="100000"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 calcmode="lin" valueType="num">
                                      <p:cBhvr>
                                        <p:cTn id="16" dur="500" fill="hold"/>
                                        <p:tgtEl>
                                          <p:spTgt spid="4"/>
                                        </p:tgtEl>
                                        <p:attrNameLst>
                                          <p:attrName>style.rotation</p:attrName>
                                        </p:attrNameLst>
                                      </p:cBhvr>
                                      <p:tavLst>
                                        <p:tav tm="0">
                                          <p:val>
                                            <p:fltVal val="360"/>
                                          </p:val>
                                        </p:tav>
                                        <p:tav tm="100000">
                                          <p:val>
                                            <p:fltVal val="0"/>
                                          </p:val>
                                        </p:tav>
                                      </p:tavLst>
                                    </p:anim>
                                    <p:animEffect transition="in" filter="fade">
                                      <p:cBhvr>
                                        <p:cTn id="17" dur="500"/>
                                        <p:tgtEl>
                                          <p:spTgt spid="4"/>
                                        </p:tgtEl>
                                      </p:cBhvr>
                                    </p:animEffect>
                                  </p:childTnLst>
                                </p:cTn>
                              </p:par>
                            </p:childTnLst>
                          </p:cTn>
                        </p:par>
                        <p:par>
                          <p:cTn id="18" fill="hold">
                            <p:stCondLst>
                              <p:cond delay="1000"/>
                            </p:stCondLst>
                            <p:childTnLst>
                              <p:par>
                                <p:cTn id="19" presetID="49" presetClass="entr" presetSubtype="0" decel="10000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 calcmode="lin" valueType="num">
                                      <p:cBhvr>
                                        <p:cTn id="23" dur="500" fill="hold"/>
                                        <p:tgtEl>
                                          <p:spTgt spid="5"/>
                                        </p:tgtEl>
                                        <p:attrNameLst>
                                          <p:attrName>style.rotation</p:attrName>
                                        </p:attrNameLst>
                                      </p:cBhvr>
                                      <p:tavLst>
                                        <p:tav tm="0">
                                          <p:val>
                                            <p:fltVal val="360"/>
                                          </p:val>
                                        </p:tav>
                                        <p:tav tm="100000">
                                          <p:val>
                                            <p:fltVal val="0"/>
                                          </p:val>
                                        </p:tav>
                                      </p:tavLst>
                                    </p:anim>
                                    <p:animEffect transition="in" filter="fade">
                                      <p:cBhvr>
                                        <p:cTn id="24" dur="500"/>
                                        <p:tgtEl>
                                          <p:spTgt spid="5"/>
                                        </p:tgtEl>
                                      </p:cBhvr>
                                    </p:animEffect>
                                  </p:childTnLst>
                                </p:cTn>
                              </p:par>
                            </p:childTnLst>
                          </p:cTn>
                        </p:par>
                        <p:par>
                          <p:cTn id="25" fill="hold">
                            <p:stCondLst>
                              <p:cond delay="1500"/>
                            </p:stCondLst>
                            <p:childTnLst>
                              <p:par>
                                <p:cTn id="26" presetID="10"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par>
                          <p:cTn id="29" fill="hold">
                            <p:stCondLst>
                              <p:cond delay="2000"/>
                            </p:stCondLst>
                            <p:childTnLst>
                              <p:par>
                                <p:cTn id="30" presetID="49" presetClass="entr" presetSubtype="0" decel="100000" fill="hold" grpId="1" nodeType="after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fltVal val="0"/>
                                          </p:val>
                                        </p:tav>
                                        <p:tav tm="100000">
                                          <p:val>
                                            <p:strVal val="#ppt_h"/>
                                          </p:val>
                                        </p:tav>
                                      </p:tavLst>
                                    </p:anim>
                                    <p:anim calcmode="lin" valueType="num">
                                      <p:cBhvr>
                                        <p:cTn id="34" dur="500" fill="hold"/>
                                        <p:tgtEl>
                                          <p:spTgt spid="6"/>
                                        </p:tgtEl>
                                        <p:attrNameLst>
                                          <p:attrName>style.rotation</p:attrName>
                                        </p:attrNameLst>
                                      </p:cBhvr>
                                      <p:tavLst>
                                        <p:tav tm="0">
                                          <p:val>
                                            <p:fltVal val="360"/>
                                          </p:val>
                                        </p:tav>
                                        <p:tav tm="100000">
                                          <p:val>
                                            <p:fltVal val="0"/>
                                          </p:val>
                                        </p:tav>
                                      </p:tavLst>
                                    </p:anim>
                                    <p:animEffect transition="in" filter="fade">
                                      <p:cBhvr>
                                        <p:cTn id="35" dur="500"/>
                                        <p:tgtEl>
                                          <p:spTgt spid="6"/>
                                        </p:tgtEl>
                                      </p:cBhvr>
                                    </p:animEffect>
                                  </p:childTnLst>
                                </p:cTn>
                              </p:par>
                            </p:childTnLst>
                          </p:cTn>
                        </p:par>
                        <p:par>
                          <p:cTn id="36" fill="hold">
                            <p:stCondLst>
                              <p:cond delay="2500"/>
                            </p:stCondLst>
                            <p:childTnLst>
                              <p:par>
                                <p:cTn id="37" presetID="10" presetClass="entr" presetSubtype="0"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par>
                          <p:cTn id="40" fill="hold">
                            <p:stCondLst>
                              <p:cond delay="3000"/>
                            </p:stCondLst>
                            <p:childTnLst>
                              <p:par>
                                <p:cTn id="41" presetID="10" presetClass="entr" presetSubtype="0"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childTnLst>
                          </p:cTn>
                        </p:par>
                        <p:par>
                          <p:cTn id="44" fill="hold">
                            <p:stCondLst>
                              <p:cond delay="3500"/>
                            </p:stCondLst>
                            <p:childTnLst>
                              <p:par>
                                <p:cTn id="45" presetID="10" presetClass="entr" presetSubtype="0"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00"/>
                                        <p:tgtEl>
                                          <p:spTgt spid="15"/>
                                        </p:tgtEl>
                                      </p:cBhvr>
                                    </p:animEffect>
                                  </p:childTnLst>
                                </p:cTn>
                              </p:par>
                            </p:childTnLst>
                          </p:cTn>
                        </p:par>
                        <p:par>
                          <p:cTn id="48" fill="hold">
                            <p:stCondLst>
                              <p:cond delay="4000"/>
                            </p:stCondLst>
                            <p:childTnLst>
                              <p:par>
                                <p:cTn id="49" presetID="10" presetClass="entr" presetSubtype="0"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par>
                          <p:cTn id="52" fill="hold">
                            <p:stCondLst>
                              <p:cond delay="4500"/>
                            </p:stCondLst>
                            <p:childTnLst>
                              <p:par>
                                <p:cTn id="53" presetID="10" presetClass="entr" presetSubtype="0"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par>
                          <p:cTn id="56" fill="hold">
                            <p:stCondLst>
                              <p:cond delay="5000"/>
                            </p:stCondLst>
                            <p:childTnLst>
                              <p:par>
                                <p:cTn id="57" presetID="10" presetClass="entr" presetSubtype="0" fill="hold" grpId="0" nodeType="after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6" grpId="1" animBg="1"/>
      <p:bldP spid="18" grpId="0"/>
      <p:bldP spid="19" grpId="0"/>
      <p:bldP spid="2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5A93D6-5DAD-3D1D-454A-F8F7FE616F58}"/>
              </a:ext>
            </a:extLst>
          </p:cNvPr>
          <p:cNvSpPr>
            <a:spLocks noGrp="1"/>
          </p:cNvSpPr>
          <p:nvPr>
            <p:ph type="sldNum" sz="quarter" idx="11"/>
          </p:nvPr>
        </p:nvSpPr>
        <p:spPr/>
        <p:txBody>
          <a:bodyPr/>
          <a:lstStyle/>
          <a:p>
            <a:fld id="{7737D3DD-0AB3-4F16-99FA-6262B2B4036D}" type="slidenum">
              <a:rPr lang="en-MY" smtClean="0"/>
              <a:t>43</a:t>
            </a:fld>
            <a:endParaRPr lang="en-MY"/>
          </a:p>
        </p:txBody>
      </p:sp>
      <p:sp>
        <p:nvSpPr>
          <p:cNvPr id="3" name="Rectangle 2">
            <a:extLst>
              <a:ext uri="{FF2B5EF4-FFF2-40B4-BE49-F238E27FC236}">
                <a16:creationId xmlns:a16="http://schemas.microsoft.com/office/drawing/2014/main" id="{A9A1A6E6-DBF4-8B47-CE08-ED8DCEB48D26}"/>
              </a:ext>
            </a:extLst>
          </p:cNvPr>
          <p:cNvSpPr/>
          <p:nvPr/>
        </p:nvSpPr>
        <p:spPr>
          <a:xfrm>
            <a:off x="490248" y="1564083"/>
            <a:ext cx="2600166" cy="4038600"/>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Arrow: Pentagon 3">
            <a:extLst>
              <a:ext uri="{FF2B5EF4-FFF2-40B4-BE49-F238E27FC236}">
                <a16:creationId xmlns:a16="http://schemas.microsoft.com/office/drawing/2014/main" id="{DE6EB754-2E01-00B8-E71C-F39317060DE3}"/>
              </a:ext>
            </a:extLst>
          </p:cNvPr>
          <p:cNvSpPr/>
          <p:nvPr/>
        </p:nvSpPr>
        <p:spPr>
          <a:xfrm>
            <a:off x="490248" y="1773242"/>
            <a:ext cx="2481324" cy="476641"/>
          </a:xfrm>
          <a:prstGeom prst="homePlate">
            <a:avLst>
              <a:gd name="adj" fmla="val 2844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100"/>
          </a:p>
        </p:txBody>
      </p:sp>
      <p:cxnSp>
        <p:nvCxnSpPr>
          <p:cNvPr id="5" name="Straight Connector 4">
            <a:extLst>
              <a:ext uri="{FF2B5EF4-FFF2-40B4-BE49-F238E27FC236}">
                <a16:creationId xmlns:a16="http://schemas.microsoft.com/office/drawing/2014/main" id="{B22363BA-FCD2-215D-B5B1-A5E9B8B9BF21}"/>
              </a:ext>
            </a:extLst>
          </p:cNvPr>
          <p:cNvCxnSpPr>
            <a:cxnSpLocks/>
          </p:cNvCxnSpPr>
          <p:nvPr/>
        </p:nvCxnSpPr>
        <p:spPr>
          <a:xfrm>
            <a:off x="726847" y="3476519"/>
            <a:ext cx="212190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1DBF0B5-C3FA-930C-E969-B4311DE4CF04}"/>
              </a:ext>
            </a:extLst>
          </p:cNvPr>
          <p:cNvCxnSpPr>
            <a:cxnSpLocks/>
          </p:cNvCxnSpPr>
          <p:nvPr/>
        </p:nvCxnSpPr>
        <p:spPr>
          <a:xfrm>
            <a:off x="726847" y="4329704"/>
            <a:ext cx="212190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3C04258F-0A38-E940-CB23-45950116764F}"/>
              </a:ext>
            </a:extLst>
          </p:cNvPr>
          <p:cNvSpPr/>
          <p:nvPr/>
        </p:nvSpPr>
        <p:spPr>
          <a:xfrm>
            <a:off x="3360694" y="1564083"/>
            <a:ext cx="2600166" cy="4038600"/>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Arrow: Pentagon 7">
            <a:extLst>
              <a:ext uri="{FF2B5EF4-FFF2-40B4-BE49-F238E27FC236}">
                <a16:creationId xmlns:a16="http://schemas.microsoft.com/office/drawing/2014/main" id="{85AA8FA5-8723-D3A9-F01D-EED8EB6E0B5C}"/>
              </a:ext>
            </a:extLst>
          </p:cNvPr>
          <p:cNvSpPr/>
          <p:nvPr/>
        </p:nvSpPr>
        <p:spPr>
          <a:xfrm>
            <a:off x="3360694" y="1773242"/>
            <a:ext cx="2481324" cy="476641"/>
          </a:xfrm>
          <a:prstGeom prst="homePlate">
            <a:avLst>
              <a:gd name="adj" fmla="val 2844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100"/>
          </a:p>
        </p:txBody>
      </p:sp>
      <p:cxnSp>
        <p:nvCxnSpPr>
          <p:cNvPr id="9" name="Straight Connector 8">
            <a:extLst>
              <a:ext uri="{FF2B5EF4-FFF2-40B4-BE49-F238E27FC236}">
                <a16:creationId xmlns:a16="http://schemas.microsoft.com/office/drawing/2014/main" id="{F0C626FB-7E40-4921-A2DC-19756DA5692B}"/>
              </a:ext>
            </a:extLst>
          </p:cNvPr>
          <p:cNvCxnSpPr>
            <a:cxnSpLocks/>
          </p:cNvCxnSpPr>
          <p:nvPr/>
        </p:nvCxnSpPr>
        <p:spPr>
          <a:xfrm>
            <a:off x="3597293" y="3476519"/>
            <a:ext cx="212190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08EAFE-F085-F439-08B0-B88AA7FDEC54}"/>
              </a:ext>
            </a:extLst>
          </p:cNvPr>
          <p:cNvCxnSpPr>
            <a:cxnSpLocks/>
          </p:cNvCxnSpPr>
          <p:nvPr/>
        </p:nvCxnSpPr>
        <p:spPr>
          <a:xfrm>
            <a:off x="3597293" y="4329704"/>
            <a:ext cx="212190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EE9ECEB6-9BCD-1A65-3D96-12C1E8E292D5}"/>
              </a:ext>
            </a:extLst>
          </p:cNvPr>
          <p:cNvSpPr/>
          <p:nvPr/>
        </p:nvSpPr>
        <p:spPr>
          <a:xfrm>
            <a:off x="6231140" y="1564083"/>
            <a:ext cx="2600166" cy="4038600"/>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Arrow: Pentagon 11">
            <a:extLst>
              <a:ext uri="{FF2B5EF4-FFF2-40B4-BE49-F238E27FC236}">
                <a16:creationId xmlns:a16="http://schemas.microsoft.com/office/drawing/2014/main" id="{DDB4D6E3-260A-D3F1-2986-B83D8A1C84C6}"/>
              </a:ext>
            </a:extLst>
          </p:cNvPr>
          <p:cNvSpPr/>
          <p:nvPr/>
        </p:nvSpPr>
        <p:spPr>
          <a:xfrm>
            <a:off x="6231140" y="1773242"/>
            <a:ext cx="2481324" cy="476641"/>
          </a:xfrm>
          <a:prstGeom prst="homePlate">
            <a:avLst>
              <a:gd name="adj" fmla="val 2844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100"/>
          </a:p>
        </p:txBody>
      </p:sp>
      <p:cxnSp>
        <p:nvCxnSpPr>
          <p:cNvPr id="13" name="Straight Connector 12">
            <a:extLst>
              <a:ext uri="{FF2B5EF4-FFF2-40B4-BE49-F238E27FC236}">
                <a16:creationId xmlns:a16="http://schemas.microsoft.com/office/drawing/2014/main" id="{CDDCA026-47EF-C4FE-D8F4-8D1EEE501D90}"/>
              </a:ext>
            </a:extLst>
          </p:cNvPr>
          <p:cNvCxnSpPr>
            <a:cxnSpLocks/>
          </p:cNvCxnSpPr>
          <p:nvPr/>
        </p:nvCxnSpPr>
        <p:spPr>
          <a:xfrm>
            <a:off x="6467739" y="3476519"/>
            <a:ext cx="212190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17C7211-D29B-5FFC-55F1-007A5E436587}"/>
              </a:ext>
            </a:extLst>
          </p:cNvPr>
          <p:cNvCxnSpPr>
            <a:cxnSpLocks/>
          </p:cNvCxnSpPr>
          <p:nvPr/>
        </p:nvCxnSpPr>
        <p:spPr>
          <a:xfrm>
            <a:off x="6467739" y="4329704"/>
            <a:ext cx="212190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40255B2-95C1-63AB-A490-6DA6EF595B91}"/>
              </a:ext>
            </a:extLst>
          </p:cNvPr>
          <p:cNvSpPr/>
          <p:nvPr/>
        </p:nvSpPr>
        <p:spPr>
          <a:xfrm>
            <a:off x="9101587" y="1564083"/>
            <a:ext cx="2600166" cy="4038600"/>
          </a:xfrm>
          <a:prstGeom prst="rect">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 name="Arrow: Pentagon 15">
            <a:extLst>
              <a:ext uri="{FF2B5EF4-FFF2-40B4-BE49-F238E27FC236}">
                <a16:creationId xmlns:a16="http://schemas.microsoft.com/office/drawing/2014/main" id="{EAEC1D15-78E4-7C5E-5E23-425BC25AA576}"/>
              </a:ext>
            </a:extLst>
          </p:cNvPr>
          <p:cNvSpPr/>
          <p:nvPr/>
        </p:nvSpPr>
        <p:spPr>
          <a:xfrm>
            <a:off x="9101587" y="1773242"/>
            <a:ext cx="2481324" cy="476641"/>
          </a:xfrm>
          <a:prstGeom prst="homePlate">
            <a:avLst>
              <a:gd name="adj" fmla="val 2844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17" name="Straight Connector 16">
            <a:extLst>
              <a:ext uri="{FF2B5EF4-FFF2-40B4-BE49-F238E27FC236}">
                <a16:creationId xmlns:a16="http://schemas.microsoft.com/office/drawing/2014/main" id="{405922EC-A139-9615-4F77-81655D33CD74}"/>
              </a:ext>
            </a:extLst>
          </p:cNvPr>
          <p:cNvCxnSpPr>
            <a:cxnSpLocks/>
          </p:cNvCxnSpPr>
          <p:nvPr/>
        </p:nvCxnSpPr>
        <p:spPr>
          <a:xfrm>
            <a:off x="9338186" y="3476519"/>
            <a:ext cx="212190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25626DF-1397-A6AB-F2CB-99A23F2DE188}"/>
              </a:ext>
            </a:extLst>
          </p:cNvPr>
          <p:cNvCxnSpPr>
            <a:cxnSpLocks/>
          </p:cNvCxnSpPr>
          <p:nvPr/>
        </p:nvCxnSpPr>
        <p:spPr>
          <a:xfrm>
            <a:off x="9338186" y="4329704"/>
            <a:ext cx="2121902"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ext Placeholder 36">
            <a:extLst>
              <a:ext uri="{FF2B5EF4-FFF2-40B4-BE49-F238E27FC236}">
                <a16:creationId xmlns:a16="http://schemas.microsoft.com/office/drawing/2014/main" id="{70B855F0-CCC9-1EBF-5684-42B350F0BB1B}"/>
              </a:ext>
            </a:extLst>
          </p:cNvPr>
          <p:cNvSpPr txBox="1">
            <a:spLocks/>
          </p:cNvSpPr>
          <p:nvPr/>
        </p:nvSpPr>
        <p:spPr>
          <a:xfrm>
            <a:off x="731918" y="2621724"/>
            <a:ext cx="2116800" cy="648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dirty="0">
                <a:solidFill>
                  <a:schemeClr val="tx1">
                    <a:lumMod val="90000"/>
                    <a:lumOff val="10000"/>
                  </a:schemeClr>
                </a:solidFill>
              </a:rPr>
              <a:t>Integer sed </a:t>
            </a:r>
            <a:r>
              <a:rPr lang="en-US" sz="1100" dirty="0" err="1">
                <a:solidFill>
                  <a:schemeClr val="tx1">
                    <a:lumMod val="90000"/>
                    <a:lumOff val="10000"/>
                  </a:schemeClr>
                </a:solidFill>
              </a:rPr>
              <a:t>enim</a:t>
            </a:r>
            <a:r>
              <a:rPr lang="en-US" sz="1100" dirty="0">
                <a:solidFill>
                  <a:schemeClr val="tx1">
                    <a:lumMod val="90000"/>
                    <a:lumOff val="10000"/>
                  </a:schemeClr>
                </a:solidFill>
              </a:rPr>
              <a:t> </a:t>
            </a:r>
            <a:r>
              <a:rPr lang="en-US" sz="1100" dirty="0" err="1">
                <a:solidFill>
                  <a:schemeClr val="tx1">
                    <a:lumMod val="90000"/>
                    <a:lumOff val="10000"/>
                  </a:schemeClr>
                </a:solidFill>
              </a:rPr>
              <a:t>lobortis</a:t>
            </a:r>
            <a:r>
              <a:rPr lang="en-US" sz="1100" dirty="0">
                <a:solidFill>
                  <a:schemeClr val="tx1">
                    <a:lumMod val="90000"/>
                    <a:lumOff val="10000"/>
                  </a:schemeClr>
                </a:solidFill>
              </a:rPr>
              <a:t> </a:t>
            </a:r>
            <a:r>
              <a:rPr lang="en-US" sz="1100" dirty="0" err="1">
                <a:solidFill>
                  <a:schemeClr val="tx1">
                    <a:lumMod val="90000"/>
                    <a:lumOff val="10000"/>
                  </a:schemeClr>
                </a:solidFill>
              </a:rPr>
              <a:t>tellu</a:t>
            </a:r>
            <a:r>
              <a:rPr lang="en-US" sz="1100" dirty="0">
                <a:solidFill>
                  <a:schemeClr val="tx1">
                    <a:lumMod val="90000"/>
                    <a:lumOff val="10000"/>
                  </a:schemeClr>
                </a:solidFill>
              </a:rPr>
              <a:t> </a:t>
            </a:r>
            <a:r>
              <a:rPr lang="en-US" sz="1100" dirty="0" err="1">
                <a:solidFill>
                  <a:schemeClr val="tx1">
                    <a:lumMod val="90000"/>
                    <a:lumOff val="10000"/>
                  </a:schemeClr>
                </a:solidFill>
              </a:rPr>
              <a:t>vulputate</a:t>
            </a:r>
            <a:r>
              <a:rPr lang="en-US" sz="1100" dirty="0">
                <a:solidFill>
                  <a:schemeClr val="tx1">
                    <a:lumMod val="90000"/>
                    <a:lumOff val="10000"/>
                  </a:schemeClr>
                </a:solidFill>
              </a:rPr>
              <a:t> </a:t>
            </a:r>
            <a:r>
              <a:rPr lang="en-US" sz="1100" dirty="0" err="1">
                <a:solidFill>
                  <a:schemeClr val="tx1">
                    <a:lumMod val="90000"/>
                    <a:lumOff val="10000"/>
                  </a:schemeClr>
                </a:solidFill>
              </a:rPr>
              <a:t>iaculis</a:t>
            </a:r>
            <a:r>
              <a:rPr lang="en-US" sz="1100" dirty="0">
                <a:solidFill>
                  <a:schemeClr val="tx1">
                    <a:lumMod val="90000"/>
                    <a:lumOff val="10000"/>
                  </a:schemeClr>
                </a:solidFill>
              </a:rPr>
              <a:t> </a:t>
            </a:r>
            <a:r>
              <a:rPr lang="en-US" sz="1100" dirty="0" err="1">
                <a:solidFill>
                  <a:schemeClr val="tx1">
                    <a:lumMod val="90000"/>
                    <a:lumOff val="10000"/>
                  </a:schemeClr>
                </a:solidFill>
              </a:rPr>
              <a:t>eget</a:t>
            </a:r>
            <a:r>
              <a:rPr lang="en-US" sz="1100" dirty="0">
                <a:solidFill>
                  <a:schemeClr val="tx1">
                    <a:lumMod val="90000"/>
                    <a:lumOff val="10000"/>
                  </a:schemeClr>
                </a:solidFill>
              </a:rPr>
              <a:t> vitae del </a:t>
            </a:r>
            <a:r>
              <a:rPr lang="en-US" sz="1100" dirty="0" err="1">
                <a:solidFill>
                  <a:schemeClr val="tx1">
                    <a:lumMod val="90000"/>
                    <a:lumOff val="10000"/>
                  </a:schemeClr>
                </a:solidFill>
              </a:rPr>
              <a:t>massa</a:t>
            </a:r>
            <a:r>
              <a:rPr lang="en-US" sz="1100" dirty="0">
                <a:solidFill>
                  <a:schemeClr val="tx1">
                    <a:lumMod val="90000"/>
                    <a:lumOff val="10000"/>
                  </a:schemeClr>
                </a:solidFill>
              </a:rPr>
              <a:t>.</a:t>
            </a:r>
          </a:p>
        </p:txBody>
      </p:sp>
      <p:sp>
        <p:nvSpPr>
          <p:cNvPr id="20" name="Text Placeholder 37">
            <a:extLst>
              <a:ext uri="{FF2B5EF4-FFF2-40B4-BE49-F238E27FC236}">
                <a16:creationId xmlns:a16="http://schemas.microsoft.com/office/drawing/2014/main" id="{55B52148-5A12-CE4C-D908-9653AD64C38C}"/>
              </a:ext>
            </a:extLst>
          </p:cNvPr>
          <p:cNvSpPr txBox="1">
            <a:spLocks/>
          </p:cNvSpPr>
          <p:nvPr/>
        </p:nvSpPr>
        <p:spPr>
          <a:xfrm>
            <a:off x="731918" y="2372818"/>
            <a:ext cx="2116800"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Details</a:t>
            </a:r>
            <a:endParaRPr lang="en-US" sz="1100" dirty="0">
              <a:solidFill>
                <a:schemeClr val="tx1">
                  <a:lumMod val="90000"/>
                  <a:lumOff val="10000"/>
                </a:schemeClr>
              </a:solidFill>
            </a:endParaRPr>
          </a:p>
        </p:txBody>
      </p:sp>
      <p:sp>
        <p:nvSpPr>
          <p:cNvPr id="21" name="Text Placeholder 38">
            <a:extLst>
              <a:ext uri="{FF2B5EF4-FFF2-40B4-BE49-F238E27FC236}">
                <a16:creationId xmlns:a16="http://schemas.microsoft.com/office/drawing/2014/main" id="{67A13D82-8758-3748-33AC-150BC5170A7E}"/>
              </a:ext>
            </a:extLst>
          </p:cNvPr>
          <p:cNvSpPr txBox="1">
            <a:spLocks/>
          </p:cNvSpPr>
          <p:nvPr/>
        </p:nvSpPr>
        <p:spPr>
          <a:xfrm>
            <a:off x="702332" y="1896229"/>
            <a:ext cx="2325607"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chemeClr val="bg1"/>
                </a:solidFill>
              </a:rPr>
              <a:t>Project phase 1</a:t>
            </a:r>
          </a:p>
        </p:txBody>
      </p:sp>
      <p:sp>
        <p:nvSpPr>
          <p:cNvPr id="22" name="Text Placeholder 39">
            <a:extLst>
              <a:ext uri="{FF2B5EF4-FFF2-40B4-BE49-F238E27FC236}">
                <a16:creationId xmlns:a16="http://schemas.microsoft.com/office/drawing/2014/main" id="{B22D3A53-8FB6-0AF5-4C37-B0C25D4218F0}"/>
              </a:ext>
            </a:extLst>
          </p:cNvPr>
          <p:cNvSpPr txBox="1">
            <a:spLocks/>
          </p:cNvSpPr>
          <p:nvPr/>
        </p:nvSpPr>
        <p:spPr>
          <a:xfrm>
            <a:off x="731918" y="3945625"/>
            <a:ext cx="2116800" cy="2772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40 days</a:t>
            </a:r>
            <a:endParaRPr lang="en-US" sz="1100" dirty="0">
              <a:solidFill>
                <a:schemeClr val="tx1">
                  <a:lumMod val="90000"/>
                  <a:lumOff val="10000"/>
                </a:schemeClr>
              </a:solidFill>
            </a:endParaRPr>
          </a:p>
        </p:txBody>
      </p:sp>
      <p:sp>
        <p:nvSpPr>
          <p:cNvPr id="23" name="Text Placeholder 40">
            <a:extLst>
              <a:ext uri="{FF2B5EF4-FFF2-40B4-BE49-F238E27FC236}">
                <a16:creationId xmlns:a16="http://schemas.microsoft.com/office/drawing/2014/main" id="{AA9607FC-8B29-14EB-8224-BC4F56B959B0}"/>
              </a:ext>
            </a:extLst>
          </p:cNvPr>
          <p:cNvSpPr txBox="1">
            <a:spLocks/>
          </p:cNvSpPr>
          <p:nvPr/>
        </p:nvSpPr>
        <p:spPr>
          <a:xfrm>
            <a:off x="731918" y="3606360"/>
            <a:ext cx="2116800"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Time plan</a:t>
            </a:r>
            <a:endParaRPr lang="en-US" sz="1100" dirty="0">
              <a:solidFill>
                <a:schemeClr val="tx1">
                  <a:lumMod val="90000"/>
                  <a:lumOff val="10000"/>
                </a:schemeClr>
              </a:solidFill>
            </a:endParaRPr>
          </a:p>
        </p:txBody>
      </p:sp>
      <p:sp>
        <p:nvSpPr>
          <p:cNvPr id="24" name="Text Placeholder 41">
            <a:extLst>
              <a:ext uri="{FF2B5EF4-FFF2-40B4-BE49-F238E27FC236}">
                <a16:creationId xmlns:a16="http://schemas.microsoft.com/office/drawing/2014/main" id="{F5FB8465-AE2F-AA06-FB4E-E77F3553C96B}"/>
              </a:ext>
            </a:extLst>
          </p:cNvPr>
          <p:cNvSpPr txBox="1">
            <a:spLocks/>
          </p:cNvSpPr>
          <p:nvPr/>
        </p:nvSpPr>
        <p:spPr>
          <a:xfrm>
            <a:off x="731918" y="4785406"/>
            <a:ext cx="2116800" cy="648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r>
              <a:rPr lang="en-US" sz="1100">
                <a:solidFill>
                  <a:schemeClr val="tx1">
                    <a:lumMod val="90000"/>
                    <a:lumOff val="10000"/>
                  </a:schemeClr>
                </a:solidFill>
              </a:rPr>
              <a:t>Integer sed enim lobortis tellu vulputate</a:t>
            </a:r>
          </a:p>
          <a:p>
            <a:pPr marL="171450" indent="-171450"/>
            <a:r>
              <a:rPr lang="en-US" sz="1100">
                <a:solidFill>
                  <a:schemeClr val="tx1">
                    <a:lumMod val="90000"/>
                    <a:lumOff val="10000"/>
                  </a:schemeClr>
                </a:solidFill>
              </a:rPr>
              <a:t>Vaculis eget vitae delsa.</a:t>
            </a:r>
            <a:endParaRPr lang="en-US" sz="1100" dirty="0">
              <a:solidFill>
                <a:schemeClr val="tx1">
                  <a:lumMod val="90000"/>
                  <a:lumOff val="10000"/>
                </a:schemeClr>
              </a:solidFill>
            </a:endParaRPr>
          </a:p>
        </p:txBody>
      </p:sp>
      <p:sp>
        <p:nvSpPr>
          <p:cNvPr id="25" name="Text Placeholder 42">
            <a:extLst>
              <a:ext uri="{FF2B5EF4-FFF2-40B4-BE49-F238E27FC236}">
                <a16:creationId xmlns:a16="http://schemas.microsoft.com/office/drawing/2014/main" id="{106DD808-D746-3994-CE93-61C63DC1575F}"/>
              </a:ext>
            </a:extLst>
          </p:cNvPr>
          <p:cNvSpPr txBox="1">
            <a:spLocks/>
          </p:cNvSpPr>
          <p:nvPr/>
        </p:nvSpPr>
        <p:spPr>
          <a:xfrm>
            <a:off x="731918" y="4448675"/>
            <a:ext cx="2116800"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Expected results</a:t>
            </a:r>
            <a:endParaRPr lang="en-US" sz="1100" dirty="0">
              <a:solidFill>
                <a:schemeClr val="tx1">
                  <a:lumMod val="90000"/>
                  <a:lumOff val="10000"/>
                </a:schemeClr>
              </a:solidFill>
            </a:endParaRPr>
          </a:p>
        </p:txBody>
      </p:sp>
      <p:sp>
        <p:nvSpPr>
          <p:cNvPr id="26" name="Text Placeholder 43">
            <a:extLst>
              <a:ext uri="{FF2B5EF4-FFF2-40B4-BE49-F238E27FC236}">
                <a16:creationId xmlns:a16="http://schemas.microsoft.com/office/drawing/2014/main" id="{D07C4EF8-3125-0CD9-55A9-ADBF93AAD15A}"/>
              </a:ext>
            </a:extLst>
          </p:cNvPr>
          <p:cNvSpPr txBox="1">
            <a:spLocks/>
          </p:cNvSpPr>
          <p:nvPr/>
        </p:nvSpPr>
        <p:spPr>
          <a:xfrm>
            <a:off x="3602364" y="2621724"/>
            <a:ext cx="2116800" cy="648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Integer sed enim lobortis tellu vulputate iaculis eget vitae del massa.</a:t>
            </a:r>
            <a:endParaRPr lang="en-US" sz="1100" dirty="0">
              <a:solidFill>
                <a:schemeClr val="tx1">
                  <a:lumMod val="90000"/>
                  <a:lumOff val="10000"/>
                </a:schemeClr>
              </a:solidFill>
            </a:endParaRPr>
          </a:p>
        </p:txBody>
      </p:sp>
      <p:sp>
        <p:nvSpPr>
          <p:cNvPr id="27" name="Text Placeholder 44">
            <a:extLst>
              <a:ext uri="{FF2B5EF4-FFF2-40B4-BE49-F238E27FC236}">
                <a16:creationId xmlns:a16="http://schemas.microsoft.com/office/drawing/2014/main" id="{5421CAD3-A752-9B12-48B9-13BD9A0E2317}"/>
              </a:ext>
            </a:extLst>
          </p:cNvPr>
          <p:cNvSpPr txBox="1">
            <a:spLocks/>
          </p:cNvSpPr>
          <p:nvPr/>
        </p:nvSpPr>
        <p:spPr>
          <a:xfrm>
            <a:off x="3602364" y="2372818"/>
            <a:ext cx="2116800"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Details</a:t>
            </a:r>
            <a:endParaRPr lang="en-US" sz="1100" dirty="0">
              <a:solidFill>
                <a:schemeClr val="tx1">
                  <a:lumMod val="90000"/>
                  <a:lumOff val="10000"/>
                </a:schemeClr>
              </a:solidFill>
            </a:endParaRPr>
          </a:p>
        </p:txBody>
      </p:sp>
      <p:sp>
        <p:nvSpPr>
          <p:cNvPr id="28" name="Text Placeholder 45">
            <a:extLst>
              <a:ext uri="{FF2B5EF4-FFF2-40B4-BE49-F238E27FC236}">
                <a16:creationId xmlns:a16="http://schemas.microsoft.com/office/drawing/2014/main" id="{6B19B9AB-3941-D845-1697-B374C7DB6F3E}"/>
              </a:ext>
            </a:extLst>
          </p:cNvPr>
          <p:cNvSpPr txBox="1">
            <a:spLocks/>
          </p:cNvSpPr>
          <p:nvPr/>
        </p:nvSpPr>
        <p:spPr>
          <a:xfrm>
            <a:off x="3602364" y="3945625"/>
            <a:ext cx="2116800" cy="2772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16 days</a:t>
            </a:r>
            <a:endParaRPr lang="en-US" sz="1100" dirty="0">
              <a:solidFill>
                <a:schemeClr val="tx1">
                  <a:lumMod val="90000"/>
                  <a:lumOff val="10000"/>
                </a:schemeClr>
              </a:solidFill>
            </a:endParaRPr>
          </a:p>
        </p:txBody>
      </p:sp>
      <p:sp>
        <p:nvSpPr>
          <p:cNvPr id="29" name="Text Placeholder 46">
            <a:extLst>
              <a:ext uri="{FF2B5EF4-FFF2-40B4-BE49-F238E27FC236}">
                <a16:creationId xmlns:a16="http://schemas.microsoft.com/office/drawing/2014/main" id="{605114D9-67FD-1539-E391-FEEA1224E49F}"/>
              </a:ext>
            </a:extLst>
          </p:cNvPr>
          <p:cNvSpPr txBox="1">
            <a:spLocks/>
          </p:cNvSpPr>
          <p:nvPr/>
        </p:nvSpPr>
        <p:spPr>
          <a:xfrm>
            <a:off x="3602364" y="3606360"/>
            <a:ext cx="2116800"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Time plan</a:t>
            </a:r>
            <a:endParaRPr lang="en-US" sz="1100" dirty="0">
              <a:solidFill>
                <a:schemeClr val="tx1">
                  <a:lumMod val="90000"/>
                  <a:lumOff val="10000"/>
                </a:schemeClr>
              </a:solidFill>
            </a:endParaRPr>
          </a:p>
        </p:txBody>
      </p:sp>
      <p:sp>
        <p:nvSpPr>
          <p:cNvPr id="30" name="Text Placeholder 47">
            <a:extLst>
              <a:ext uri="{FF2B5EF4-FFF2-40B4-BE49-F238E27FC236}">
                <a16:creationId xmlns:a16="http://schemas.microsoft.com/office/drawing/2014/main" id="{AD250F13-ADD0-33ED-A29C-6B09B5814250}"/>
              </a:ext>
            </a:extLst>
          </p:cNvPr>
          <p:cNvSpPr txBox="1">
            <a:spLocks/>
          </p:cNvSpPr>
          <p:nvPr/>
        </p:nvSpPr>
        <p:spPr>
          <a:xfrm>
            <a:off x="3602364" y="4785406"/>
            <a:ext cx="2116800" cy="648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r>
              <a:rPr lang="en-US" sz="1100">
                <a:solidFill>
                  <a:schemeClr val="tx1">
                    <a:lumMod val="90000"/>
                    <a:lumOff val="10000"/>
                  </a:schemeClr>
                </a:solidFill>
              </a:rPr>
              <a:t>Integer sed enim lobortis tellu vulputate</a:t>
            </a:r>
          </a:p>
          <a:p>
            <a:pPr marL="171450" indent="-171450"/>
            <a:r>
              <a:rPr lang="en-US" sz="1100">
                <a:solidFill>
                  <a:schemeClr val="tx1">
                    <a:lumMod val="90000"/>
                    <a:lumOff val="10000"/>
                  </a:schemeClr>
                </a:solidFill>
              </a:rPr>
              <a:t>Vaculis eget vitae delsa.</a:t>
            </a:r>
            <a:endParaRPr lang="en-US" sz="1100" dirty="0">
              <a:solidFill>
                <a:schemeClr val="tx1">
                  <a:lumMod val="90000"/>
                  <a:lumOff val="10000"/>
                </a:schemeClr>
              </a:solidFill>
            </a:endParaRPr>
          </a:p>
        </p:txBody>
      </p:sp>
      <p:sp>
        <p:nvSpPr>
          <p:cNvPr id="31" name="Text Placeholder 48">
            <a:extLst>
              <a:ext uri="{FF2B5EF4-FFF2-40B4-BE49-F238E27FC236}">
                <a16:creationId xmlns:a16="http://schemas.microsoft.com/office/drawing/2014/main" id="{AA62FE1B-A296-A584-32A2-EC1989C399B0}"/>
              </a:ext>
            </a:extLst>
          </p:cNvPr>
          <p:cNvSpPr txBox="1">
            <a:spLocks/>
          </p:cNvSpPr>
          <p:nvPr/>
        </p:nvSpPr>
        <p:spPr>
          <a:xfrm>
            <a:off x="3602364" y="4448675"/>
            <a:ext cx="2116800"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Expected results</a:t>
            </a:r>
            <a:endParaRPr lang="en-US" sz="1100" dirty="0">
              <a:solidFill>
                <a:schemeClr val="tx1">
                  <a:lumMod val="90000"/>
                  <a:lumOff val="10000"/>
                </a:schemeClr>
              </a:solidFill>
            </a:endParaRPr>
          </a:p>
        </p:txBody>
      </p:sp>
      <p:sp>
        <p:nvSpPr>
          <p:cNvPr id="32" name="Text Placeholder 49">
            <a:extLst>
              <a:ext uri="{FF2B5EF4-FFF2-40B4-BE49-F238E27FC236}">
                <a16:creationId xmlns:a16="http://schemas.microsoft.com/office/drawing/2014/main" id="{7FC6E514-A389-61CD-9C5D-DF87A8308069}"/>
              </a:ext>
            </a:extLst>
          </p:cNvPr>
          <p:cNvSpPr txBox="1">
            <a:spLocks/>
          </p:cNvSpPr>
          <p:nvPr/>
        </p:nvSpPr>
        <p:spPr>
          <a:xfrm>
            <a:off x="6472810" y="2621724"/>
            <a:ext cx="2116800" cy="648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Integer sed enim lobortis tellu vulputate iaculis eget vitae del massa.</a:t>
            </a:r>
            <a:endParaRPr lang="en-US" sz="1100" dirty="0">
              <a:solidFill>
                <a:schemeClr val="tx1">
                  <a:lumMod val="90000"/>
                  <a:lumOff val="10000"/>
                </a:schemeClr>
              </a:solidFill>
            </a:endParaRPr>
          </a:p>
        </p:txBody>
      </p:sp>
      <p:sp>
        <p:nvSpPr>
          <p:cNvPr id="33" name="Text Placeholder 50">
            <a:extLst>
              <a:ext uri="{FF2B5EF4-FFF2-40B4-BE49-F238E27FC236}">
                <a16:creationId xmlns:a16="http://schemas.microsoft.com/office/drawing/2014/main" id="{1D829C64-98DA-D7B8-49A3-C741D82CB8D3}"/>
              </a:ext>
            </a:extLst>
          </p:cNvPr>
          <p:cNvSpPr txBox="1">
            <a:spLocks/>
          </p:cNvSpPr>
          <p:nvPr/>
        </p:nvSpPr>
        <p:spPr>
          <a:xfrm>
            <a:off x="6472810" y="2372818"/>
            <a:ext cx="2116800"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Details</a:t>
            </a:r>
            <a:endParaRPr lang="en-US" sz="1100" dirty="0">
              <a:solidFill>
                <a:schemeClr val="tx1">
                  <a:lumMod val="90000"/>
                  <a:lumOff val="10000"/>
                </a:schemeClr>
              </a:solidFill>
            </a:endParaRPr>
          </a:p>
        </p:txBody>
      </p:sp>
      <p:sp>
        <p:nvSpPr>
          <p:cNvPr id="34" name="Text Placeholder 51">
            <a:extLst>
              <a:ext uri="{FF2B5EF4-FFF2-40B4-BE49-F238E27FC236}">
                <a16:creationId xmlns:a16="http://schemas.microsoft.com/office/drawing/2014/main" id="{F0905C2F-F7E2-9EA1-1DB1-CC461F9FECA1}"/>
              </a:ext>
            </a:extLst>
          </p:cNvPr>
          <p:cNvSpPr txBox="1">
            <a:spLocks/>
          </p:cNvSpPr>
          <p:nvPr/>
        </p:nvSpPr>
        <p:spPr>
          <a:xfrm>
            <a:off x="6472810" y="3945625"/>
            <a:ext cx="2116800" cy="2772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32 days</a:t>
            </a:r>
            <a:endParaRPr lang="en-US" sz="1100" dirty="0">
              <a:solidFill>
                <a:schemeClr val="tx1">
                  <a:lumMod val="90000"/>
                  <a:lumOff val="10000"/>
                </a:schemeClr>
              </a:solidFill>
            </a:endParaRPr>
          </a:p>
        </p:txBody>
      </p:sp>
      <p:sp>
        <p:nvSpPr>
          <p:cNvPr id="35" name="Text Placeholder 52">
            <a:extLst>
              <a:ext uri="{FF2B5EF4-FFF2-40B4-BE49-F238E27FC236}">
                <a16:creationId xmlns:a16="http://schemas.microsoft.com/office/drawing/2014/main" id="{EDFABC50-DF13-9EBD-9CEF-7196826393D8}"/>
              </a:ext>
            </a:extLst>
          </p:cNvPr>
          <p:cNvSpPr txBox="1">
            <a:spLocks/>
          </p:cNvSpPr>
          <p:nvPr/>
        </p:nvSpPr>
        <p:spPr>
          <a:xfrm>
            <a:off x="6472810" y="3606360"/>
            <a:ext cx="2116800"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Time plan</a:t>
            </a:r>
            <a:endParaRPr lang="en-US" sz="1100" dirty="0">
              <a:solidFill>
                <a:schemeClr val="tx1">
                  <a:lumMod val="90000"/>
                  <a:lumOff val="10000"/>
                </a:schemeClr>
              </a:solidFill>
            </a:endParaRPr>
          </a:p>
        </p:txBody>
      </p:sp>
      <p:sp>
        <p:nvSpPr>
          <p:cNvPr id="36" name="Text Placeholder 53">
            <a:extLst>
              <a:ext uri="{FF2B5EF4-FFF2-40B4-BE49-F238E27FC236}">
                <a16:creationId xmlns:a16="http://schemas.microsoft.com/office/drawing/2014/main" id="{B85024AD-3CB5-0BD3-A536-7CE838631743}"/>
              </a:ext>
            </a:extLst>
          </p:cNvPr>
          <p:cNvSpPr txBox="1">
            <a:spLocks/>
          </p:cNvSpPr>
          <p:nvPr/>
        </p:nvSpPr>
        <p:spPr>
          <a:xfrm>
            <a:off x="6472810" y="4785406"/>
            <a:ext cx="2116800" cy="648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r>
              <a:rPr lang="en-US" sz="1100">
                <a:solidFill>
                  <a:schemeClr val="tx1">
                    <a:lumMod val="90000"/>
                    <a:lumOff val="10000"/>
                  </a:schemeClr>
                </a:solidFill>
              </a:rPr>
              <a:t>Integer sed enim lobortis tellu vulputate</a:t>
            </a:r>
          </a:p>
          <a:p>
            <a:pPr marL="171450" indent="-171450"/>
            <a:r>
              <a:rPr lang="en-US" sz="1100">
                <a:solidFill>
                  <a:schemeClr val="tx1">
                    <a:lumMod val="90000"/>
                    <a:lumOff val="10000"/>
                  </a:schemeClr>
                </a:solidFill>
              </a:rPr>
              <a:t>Vaculis eget vitae delsa.</a:t>
            </a:r>
            <a:endParaRPr lang="en-US" sz="1100" dirty="0">
              <a:solidFill>
                <a:schemeClr val="tx1">
                  <a:lumMod val="90000"/>
                  <a:lumOff val="10000"/>
                </a:schemeClr>
              </a:solidFill>
            </a:endParaRPr>
          </a:p>
        </p:txBody>
      </p:sp>
      <p:sp>
        <p:nvSpPr>
          <p:cNvPr id="37" name="Text Placeholder 54">
            <a:extLst>
              <a:ext uri="{FF2B5EF4-FFF2-40B4-BE49-F238E27FC236}">
                <a16:creationId xmlns:a16="http://schemas.microsoft.com/office/drawing/2014/main" id="{C88E6C28-C7D8-6517-BFE2-9D7DEFB795F6}"/>
              </a:ext>
            </a:extLst>
          </p:cNvPr>
          <p:cNvSpPr txBox="1">
            <a:spLocks/>
          </p:cNvSpPr>
          <p:nvPr/>
        </p:nvSpPr>
        <p:spPr>
          <a:xfrm>
            <a:off x="6472810" y="4448675"/>
            <a:ext cx="2116800"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Expected results</a:t>
            </a:r>
            <a:endParaRPr lang="en-US" sz="1100" dirty="0">
              <a:solidFill>
                <a:schemeClr val="tx1">
                  <a:lumMod val="90000"/>
                  <a:lumOff val="10000"/>
                </a:schemeClr>
              </a:solidFill>
            </a:endParaRPr>
          </a:p>
        </p:txBody>
      </p:sp>
      <p:sp>
        <p:nvSpPr>
          <p:cNvPr id="38" name="Text Placeholder 55">
            <a:extLst>
              <a:ext uri="{FF2B5EF4-FFF2-40B4-BE49-F238E27FC236}">
                <a16:creationId xmlns:a16="http://schemas.microsoft.com/office/drawing/2014/main" id="{B73B9708-3861-230F-D4E2-402EF9EB3C1F}"/>
              </a:ext>
            </a:extLst>
          </p:cNvPr>
          <p:cNvSpPr txBox="1">
            <a:spLocks/>
          </p:cNvSpPr>
          <p:nvPr/>
        </p:nvSpPr>
        <p:spPr>
          <a:xfrm>
            <a:off x="9343257" y="2621724"/>
            <a:ext cx="2116800" cy="648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dirty="0">
                <a:solidFill>
                  <a:schemeClr val="tx1">
                    <a:lumMod val="90000"/>
                    <a:lumOff val="10000"/>
                  </a:schemeClr>
                </a:solidFill>
              </a:rPr>
              <a:t>Integer sed </a:t>
            </a:r>
            <a:r>
              <a:rPr lang="en-US" sz="1100" dirty="0" err="1">
                <a:solidFill>
                  <a:schemeClr val="tx1">
                    <a:lumMod val="90000"/>
                    <a:lumOff val="10000"/>
                  </a:schemeClr>
                </a:solidFill>
              </a:rPr>
              <a:t>enim</a:t>
            </a:r>
            <a:r>
              <a:rPr lang="en-US" sz="1100" dirty="0">
                <a:solidFill>
                  <a:schemeClr val="tx1">
                    <a:lumMod val="90000"/>
                    <a:lumOff val="10000"/>
                  </a:schemeClr>
                </a:solidFill>
              </a:rPr>
              <a:t> </a:t>
            </a:r>
            <a:r>
              <a:rPr lang="en-US" sz="1100" dirty="0" err="1">
                <a:solidFill>
                  <a:schemeClr val="tx1">
                    <a:lumMod val="90000"/>
                    <a:lumOff val="10000"/>
                  </a:schemeClr>
                </a:solidFill>
              </a:rPr>
              <a:t>lobortis</a:t>
            </a:r>
            <a:r>
              <a:rPr lang="en-US" sz="1100" dirty="0">
                <a:solidFill>
                  <a:schemeClr val="tx1">
                    <a:lumMod val="90000"/>
                    <a:lumOff val="10000"/>
                  </a:schemeClr>
                </a:solidFill>
              </a:rPr>
              <a:t> </a:t>
            </a:r>
            <a:r>
              <a:rPr lang="en-US" sz="1100" dirty="0" err="1">
                <a:solidFill>
                  <a:schemeClr val="tx1">
                    <a:lumMod val="90000"/>
                    <a:lumOff val="10000"/>
                  </a:schemeClr>
                </a:solidFill>
              </a:rPr>
              <a:t>tellu</a:t>
            </a:r>
            <a:r>
              <a:rPr lang="en-US" sz="1100" dirty="0">
                <a:solidFill>
                  <a:schemeClr val="tx1">
                    <a:lumMod val="90000"/>
                    <a:lumOff val="10000"/>
                  </a:schemeClr>
                </a:solidFill>
              </a:rPr>
              <a:t> </a:t>
            </a:r>
            <a:r>
              <a:rPr lang="en-US" sz="1100" dirty="0" err="1">
                <a:solidFill>
                  <a:schemeClr val="tx1">
                    <a:lumMod val="90000"/>
                    <a:lumOff val="10000"/>
                  </a:schemeClr>
                </a:solidFill>
              </a:rPr>
              <a:t>vulputate</a:t>
            </a:r>
            <a:r>
              <a:rPr lang="en-US" sz="1100" dirty="0">
                <a:solidFill>
                  <a:schemeClr val="tx1">
                    <a:lumMod val="90000"/>
                    <a:lumOff val="10000"/>
                  </a:schemeClr>
                </a:solidFill>
              </a:rPr>
              <a:t> </a:t>
            </a:r>
            <a:r>
              <a:rPr lang="en-US" sz="1100" dirty="0" err="1">
                <a:solidFill>
                  <a:schemeClr val="tx1">
                    <a:lumMod val="90000"/>
                    <a:lumOff val="10000"/>
                  </a:schemeClr>
                </a:solidFill>
              </a:rPr>
              <a:t>iaculis</a:t>
            </a:r>
            <a:r>
              <a:rPr lang="en-US" sz="1100" dirty="0">
                <a:solidFill>
                  <a:schemeClr val="tx1">
                    <a:lumMod val="90000"/>
                    <a:lumOff val="10000"/>
                  </a:schemeClr>
                </a:solidFill>
              </a:rPr>
              <a:t> </a:t>
            </a:r>
            <a:r>
              <a:rPr lang="en-US" sz="1100" dirty="0" err="1">
                <a:solidFill>
                  <a:schemeClr val="tx1">
                    <a:lumMod val="90000"/>
                    <a:lumOff val="10000"/>
                  </a:schemeClr>
                </a:solidFill>
              </a:rPr>
              <a:t>eget</a:t>
            </a:r>
            <a:r>
              <a:rPr lang="en-US" sz="1100" dirty="0">
                <a:solidFill>
                  <a:schemeClr val="tx1">
                    <a:lumMod val="90000"/>
                    <a:lumOff val="10000"/>
                  </a:schemeClr>
                </a:solidFill>
              </a:rPr>
              <a:t> vitae del </a:t>
            </a:r>
            <a:r>
              <a:rPr lang="en-US" sz="1100" dirty="0" err="1">
                <a:solidFill>
                  <a:schemeClr val="tx1">
                    <a:lumMod val="90000"/>
                    <a:lumOff val="10000"/>
                  </a:schemeClr>
                </a:solidFill>
              </a:rPr>
              <a:t>massa</a:t>
            </a:r>
            <a:r>
              <a:rPr lang="en-US" sz="1100" dirty="0">
                <a:solidFill>
                  <a:schemeClr val="tx1">
                    <a:lumMod val="90000"/>
                    <a:lumOff val="10000"/>
                  </a:schemeClr>
                </a:solidFill>
              </a:rPr>
              <a:t>.</a:t>
            </a:r>
          </a:p>
        </p:txBody>
      </p:sp>
      <p:sp>
        <p:nvSpPr>
          <p:cNvPr id="39" name="Text Placeholder 56">
            <a:extLst>
              <a:ext uri="{FF2B5EF4-FFF2-40B4-BE49-F238E27FC236}">
                <a16:creationId xmlns:a16="http://schemas.microsoft.com/office/drawing/2014/main" id="{6C4CA082-96DF-A3BB-D4BC-275F10CD3CB2}"/>
              </a:ext>
            </a:extLst>
          </p:cNvPr>
          <p:cNvSpPr txBox="1">
            <a:spLocks/>
          </p:cNvSpPr>
          <p:nvPr/>
        </p:nvSpPr>
        <p:spPr>
          <a:xfrm>
            <a:off x="9343257" y="2372818"/>
            <a:ext cx="2116800"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Details</a:t>
            </a:r>
            <a:endParaRPr lang="en-US" sz="1100" dirty="0">
              <a:solidFill>
                <a:schemeClr val="tx1">
                  <a:lumMod val="90000"/>
                  <a:lumOff val="10000"/>
                </a:schemeClr>
              </a:solidFill>
            </a:endParaRPr>
          </a:p>
        </p:txBody>
      </p:sp>
      <p:sp>
        <p:nvSpPr>
          <p:cNvPr id="40" name="Text Placeholder 57">
            <a:extLst>
              <a:ext uri="{FF2B5EF4-FFF2-40B4-BE49-F238E27FC236}">
                <a16:creationId xmlns:a16="http://schemas.microsoft.com/office/drawing/2014/main" id="{3AE08E98-586F-2DBA-F6EE-EF56A5C53C8F}"/>
              </a:ext>
            </a:extLst>
          </p:cNvPr>
          <p:cNvSpPr txBox="1">
            <a:spLocks/>
          </p:cNvSpPr>
          <p:nvPr/>
        </p:nvSpPr>
        <p:spPr>
          <a:xfrm>
            <a:off x="9343257" y="3945625"/>
            <a:ext cx="2116800" cy="2772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dirty="0">
                <a:solidFill>
                  <a:schemeClr val="tx1">
                    <a:lumMod val="90000"/>
                    <a:lumOff val="10000"/>
                  </a:schemeClr>
                </a:solidFill>
              </a:rPr>
              <a:t>10 days</a:t>
            </a:r>
          </a:p>
        </p:txBody>
      </p:sp>
      <p:sp>
        <p:nvSpPr>
          <p:cNvPr id="41" name="Text Placeholder 58">
            <a:extLst>
              <a:ext uri="{FF2B5EF4-FFF2-40B4-BE49-F238E27FC236}">
                <a16:creationId xmlns:a16="http://schemas.microsoft.com/office/drawing/2014/main" id="{03095189-A712-D8A2-6609-AF1B326CDE57}"/>
              </a:ext>
            </a:extLst>
          </p:cNvPr>
          <p:cNvSpPr txBox="1">
            <a:spLocks/>
          </p:cNvSpPr>
          <p:nvPr/>
        </p:nvSpPr>
        <p:spPr>
          <a:xfrm>
            <a:off x="9343257" y="3606360"/>
            <a:ext cx="2116800"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Time plan</a:t>
            </a:r>
            <a:endParaRPr lang="en-US" sz="1100" dirty="0">
              <a:solidFill>
                <a:schemeClr val="tx1">
                  <a:lumMod val="90000"/>
                  <a:lumOff val="10000"/>
                </a:schemeClr>
              </a:solidFill>
            </a:endParaRPr>
          </a:p>
        </p:txBody>
      </p:sp>
      <p:sp>
        <p:nvSpPr>
          <p:cNvPr id="42" name="Text Placeholder 59">
            <a:extLst>
              <a:ext uri="{FF2B5EF4-FFF2-40B4-BE49-F238E27FC236}">
                <a16:creationId xmlns:a16="http://schemas.microsoft.com/office/drawing/2014/main" id="{B4EF3A3B-D451-CF5A-7053-7A8B7938726D}"/>
              </a:ext>
            </a:extLst>
          </p:cNvPr>
          <p:cNvSpPr txBox="1">
            <a:spLocks/>
          </p:cNvSpPr>
          <p:nvPr/>
        </p:nvSpPr>
        <p:spPr>
          <a:xfrm>
            <a:off x="9343257" y="4785406"/>
            <a:ext cx="2116800" cy="6480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r>
              <a:rPr lang="en-US" sz="1100">
                <a:solidFill>
                  <a:schemeClr val="tx1">
                    <a:lumMod val="90000"/>
                    <a:lumOff val="10000"/>
                  </a:schemeClr>
                </a:solidFill>
              </a:rPr>
              <a:t>Integer sed enim lobortis tellu vulputate</a:t>
            </a:r>
          </a:p>
          <a:p>
            <a:pPr marL="171450" indent="-171450"/>
            <a:r>
              <a:rPr lang="en-US" sz="1100">
                <a:solidFill>
                  <a:schemeClr val="tx1">
                    <a:lumMod val="90000"/>
                    <a:lumOff val="10000"/>
                  </a:schemeClr>
                </a:solidFill>
              </a:rPr>
              <a:t>Vaculis eget vitae delsa.</a:t>
            </a:r>
            <a:endParaRPr lang="en-US" sz="1100" dirty="0">
              <a:solidFill>
                <a:schemeClr val="tx1">
                  <a:lumMod val="90000"/>
                  <a:lumOff val="10000"/>
                </a:schemeClr>
              </a:solidFill>
            </a:endParaRPr>
          </a:p>
        </p:txBody>
      </p:sp>
      <p:sp>
        <p:nvSpPr>
          <p:cNvPr id="43" name="Text Placeholder 60">
            <a:extLst>
              <a:ext uri="{FF2B5EF4-FFF2-40B4-BE49-F238E27FC236}">
                <a16:creationId xmlns:a16="http://schemas.microsoft.com/office/drawing/2014/main" id="{88798A39-2F4F-77D8-0CE5-1B8AAA1885EB}"/>
              </a:ext>
            </a:extLst>
          </p:cNvPr>
          <p:cNvSpPr txBox="1">
            <a:spLocks/>
          </p:cNvSpPr>
          <p:nvPr/>
        </p:nvSpPr>
        <p:spPr>
          <a:xfrm>
            <a:off x="9343257" y="4448675"/>
            <a:ext cx="2116800" cy="338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a:solidFill>
                  <a:schemeClr val="tx1">
                    <a:lumMod val="90000"/>
                    <a:lumOff val="10000"/>
                  </a:schemeClr>
                </a:solidFill>
              </a:rPr>
              <a:t>Expected results</a:t>
            </a:r>
            <a:endParaRPr lang="en-US" sz="1100" dirty="0">
              <a:solidFill>
                <a:schemeClr val="tx1">
                  <a:lumMod val="90000"/>
                  <a:lumOff val="10000"/>
                </a:schemeClr>
              </a:solidFill>
            </a:endParaRPr>
          </a:p>
        </p:txBody>
      </p:sp>
      <p:sp>
        <p:nvSpPr>
          <p:cNvPr id="44" name="Text Placeholder 61">
            <a:extLst>
              <a:ext uri="{FF2B5EF4-FFF2-40B4-BE49-F238E27FC236}">
                <a16:creationId xmlns:a16="http://schemas.microsoft.com/office/drawing/2014/main" id="{6F254154-4C3B-473C-902D-FD3990DA29CC}"/>
              </a:ext>
            </a:extLst>
          </p:cNvPr>
          <p:cNvSpPr txBox="1">
            <a:spLocks/>
          </p:cNvSpPr>
          <p:nvPr/>
        </p:nvSpPr>
        <p:spPr>
          <a:xfrm>
            <a:off x="3572779" y="1896229"/>
            <a:ext cx="2000118" cy="2800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chemeClr val="bg1"/>
                </a:solidFill>
              </a:rPr>
              <a:t>Project phase 2</a:t>
            </a:r>
          </a:p>
        </p:txBody>
      </p:sp>
      <p:sp>
        <p:nvSpPr>
          <p:cNvPr id="45" name="Text Placeholder 62">
            <a:extLst>
              <a:ext uri="{FF2B5EF4-FFF2-40B4-BE49-F238E27FC236}">
                <a16:creationId xmlns:a16="http://schemas.microsoft.com/office/drawing/2014/main" id="{9F1D2D2F-FD03-B612-2B54-DEBA332F0E26}"/>
              </a:ext>
            </a:extLst>
          </p:cNvPr>
          <p:cNvSpPr txBox="1">
            <a:spLocks/>
          </p:cNvSpPr>
          <p:nvPr/>
        </p:nvSpPr>
        <p:spPr>
          <a:xfrm>
            <a:off x="6443224" y="1896229"/>
            <a:ext cx="2146385" cy="3611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chemeClr val="bg1"/>
                </a:solidFill>
              </a:rPr>
              <a:t>Project phase 3</a:t>
            </a:r>
          </a:p>
        </p:txBody>
      </p:sp>
      <p:sp>
        <p:nvSpPr>
          <p:cNvPr id="46" name="Text Placeholder 63">
            <a:extLst>
              <a:ext uri="{FF2B5EF4-FFF2-40B4-BE49-F238E27FC236}">
                <a16:creationId xmlns:a16="http://schemas.microsoft.com/office/drawing/2014/main" id="{C2E39606-D1C5-4EEC-AE9C-90C8776CC715}"/>
              </a:ext>
            </a:extLst>
          </p:cNvPr>
          <p:cNvSpPr txBox="1">
            <a:spLocks/>
          </p:cNvSpPr>
          <p:nvPr/>
        </p:nvSpPr>
        <p:spPr>
          <a:xfrm>
            <a:off x="9313671" y="1896229"/>
            <a:ext cx="2029831" cy="2800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chemeClr val="bg1"/>
                </a:solidFill>
              </a:rPr>
              <a:t>Project phase 4</a:t>
            </a:r>
          </a:p>
        </p:txBody>
      </p:sp>
      <p:sp>
        <p:nvSpPr>
          <p:cNvPr id="47" name="TextBox 46">
            <a:extLst>
              <a:ext uri="{FF2B5EF4-FFF2-40B4-BE49-F238E27FC236}">
                <a16:creationId xmlns:a16="http://schemas.microsoft.com/office/drawing/2014/main" id="{0D85E98B-39E1-4ED1-CE43-4356320DCEB0}"/>
              </a:ext>
            </a:extLst>
          </p:cNvPr>
          <p:cNvSpPr txBox="1"/>
          <p:nvPr/>
        </p:nvSpPr>
        <p:spPr>
          <a:xfrm>
            <a:off x="4831752" y="409489"/>
            <a:ext cx="7999108"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ADD YOUR TITLE HERE</a:t>
            </a:r>
          </a:p>
        </p:txBody>
      </p:sp>
    </p:spTree>
    <p:extLst>
      <p:ext uri="{BB962C8B-B14F-4D97-AF65-F5344CB8AC3E}">
        <p14:creationId xmlns:p14="http://schemas.microsoft.com/office/powerpoint/2010/main" val="31896506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80AC85B3-0668-676A-4769-83A4A73C9080}"/>
              </a:ext>
            </a:extLst>
          </p:cNvPr>
          <p:cNvSpPr>
            <a:spLocks noGrp="1"/>
          </p:cNvSpPr>
          <p:nvPr>
            <p:ph type="sldNum" sz="quarter" idx="11"/>
          </p:nvPr>
        </p:nvSpPr>
        <p:spPr/>
        <p:txBody>
          <a:bodyPr/>
          <a:lstStyle/>
          <a:p>
            <a:fld id="{7737D3DD-0AB3-4F16-99FA-6262B2B4036D}" type="slidenum">
              <a:rPr lang="en-MY" smtClean="0"/>
              <a:t>44</a:t>
            </a:fld>
            <a:endParaRPr lang="en-MY"/>
          </a:p>
        </p:txBody>
      </p:sp>
      <p:sp>
        <p:nvSpPr>
          <p:cNvPr id="2" name="Title 1">
            <a:extLst>
              <a:ext uri="{FF2B5EF4-FFF2-40B4-BE49-F238E27FC236}">
                <a16:creationId xmlns:a16="http://schemas.microsoft.com/office/drawing/2014/main" id="{AEA7A553-651B-E75A-8BC2-50C9D8138D30}"/>
              </a:ext>
            </a:extLst>
          </p:cNvPr>
          <p:cNvSpPr>
            <a:spLocks noGrp="1"/>
          </p:cNvSpPr>
          <p:nvPr>
            <p:ph type="title"/>
          </p:nvPr>
        </p:nvSpPr>
        <p:spPr/>
        <p:txBody>
          <a:bodyPr/>
          <a:lstStyle/>
          <a:p>
            <a:endParaRPr lang="en-MY" dirty="0"/>
          </a:p>
        </p:txBody>
      </p:sp>
      <p:pic>
        <p:nvPicPr>
          <p:cNvPr id="22" name="Picture Placeholder 21" descr="A picture containing sky, grass, outdoor, day&#10;&#10;Description automatically generated">
            <a:extLst>
              <a:ext uri="{FF2B5EF4-FFF2-40B4-BE49-F238E27FC236}">
                <a16:creationId xmlns:a16="http://schemas.microsoft.com/office/drawing/2014/main" id="{36E718A2-7695-00A5-B8FC-693057D7A8F0}"/>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p:pic>
      <p:pic>
        <p:nvPicPr>
          <p:cNvPr id="24" name="Picture Placeholder 23" descr="A picture containing outdoor, nature, resort&#10;&#10;Description automatically generated">
            <a:extLst>
              <a:ext uri="{FF2B5EF4-FFF2-40B4-BE49-F238E27FC236}">
                <a16:creationId xmlns:a16="http://schemas.microsoft.com/office/drawing/2014/main" id="{70769A58-0BCF-D087-21C0-802D9776160B}"/>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pic>
        <p:nvPicPr>
          <p:cNvPr id="26" name="Picture Placeholder 25" descr="A river running through a town&#10;&#10;Description automatically generated with low confidence">
            <a:extLst>
              <a:ext uri="{FF2B5EF4-FFF2-40B4-BE49-F238E27FC236}">
                <a16:creationId xmlns:a16="http://schemas.microsoft.com/office/drawing/2014/main" id="{54D93CBA-5FA0-233D-17E7-297555869968}"/>
              </a:ext>
            </a:extLst>
          </p:cNvPr>
          <p:cNvPicPr>
            <a:picLocks noGrp="1" noChangeAspect="1"/>
          </p:cNvPicPr>
          <p:nvPr>
            <p:ph type="pic" sz="quarter" idx="14"/>
          </p:nvPr>
        </p:nvPicPr>
        <p:blipFill>
          <a:blip r:embed="rId4" cstate="screen">
            <a:extLst>
              <a:ext uri="{28A0092B-C50C-407E-A947-70E740481C1C}">
                <a14:useLocalDpi xmlns:a14="http://schemas.microsoft.com/office/drawing/2010/main"/>
              </a:ext>
            </a:extLst>
          </a:blip>
          <a:srcRect/>
          <a:stretch>
            <a:fillRect/>
          </a:stretch>
        </p:blipFill>
        <p:spPr/>
      </p:pic>
      <p:sp>
        <p:nvSpPr>
          <p:cNvPr id="6" name="Rectangle 5">
            <a:extLst>
              <a:ext uri="{FF2B5EF4-FFF2-40B4-BE49-F238E27FC236}">
                <a16:creationId xmlns:a16="http://schemas.microsoft.com/office/drawing/2014/main" id="{AE5C0CF3-9113-1158-DDAF-A393A181DE8C}"/>
              </a:ext>
            </a:extLst>
          </p:cNvPr>
          <p:cNvSpPr>
            <a:spLocks noChangeArrowheads="1"/>
          </p:cNvSpPr>
          <p:nvPr/>
        </p:nvSpPr>
        <p:spPr bwMode="auto">
          <a:xfrm>
            <a:off x="834341" y="4900613"/>
            <a:ext cx="601662" cy="684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eaLnBrk="1" hangingPunct="1">
              <a:lnSpc>
                <a:spcPct val="150000"/>
              </a:lnSpc>
            </a:pPr>
            <a:r>
              <a:rPr lang="en-US" altLang="en-US" sz="2800" b="1" dirty="0">
                <a:solidFill>
                  <a:srgbClr val="FFAB03"/>
                </a:solidFill>
                <a:latin typeface="+mn-lt"/>
              </a:rPr>
              <a:t>01</a:t>
            </a:r>
            <a:endParaRPr lang="en-US" altLang="en-US" sz="2800" dirty="0">
              <a:solidFill>
                <a:srgbClr val="FFAB03"/>
              </a:solidFill>
              <a:latin typeface="+mn-lt"/>
            </a:endParaRPr>
          </a:p>
        </p:txBody>
      </p:sp>
      <p:sp>
        <p:nvSpPr>
          <p:cNvPr id="7" name="Rectangle 6">
            <a:extLst>
              <a:ext uri="{FF2B5EF4-FFF2-40B4-BE49-F238E27FC236}">
                <a16:creationId xmlns:a16="http://schemas.microsoft.com/office/drawing/2014/main" id="{B88B5786-BD9C-CBC1-172A-8A5AF50D7A67}"/>
              </a:ext>
            </a:extLst>
          </p:cNvPr>
          <p:cNvSpPr>
            <a:spLocks noChangeArrowheads="1"/>
          </p:cNvSpPr>
          <p:nvPr/>
        </p:nvSpPr>
        <p:spPr bwMode="auto">
          <a:xfrm>
            <a:off x="4427619" y="4900613"/>
            <a:ext cx="803283" cy="684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eaLnBrk="1" hangingPunct="1">
              <a:lnSpc>
                <a:spcPct val="150000"/>
              </a:lnSpc>
            </a:pPr>
            <a:r>
              <a:rPr lang="en-US" altLang="en-US" sz="2800" b="1" dirty="0">
                <a:solidFill>
                  <a:schemeClr val="accent2"/>
                </a:solidFill>
                <a:latin typeface="+mn-lt"/>
              </a:rPr>
              <a:t>02</a:t>
            </a:r>
            <a:endParaRPr lang="en-US" altLang="en-US" sz="2800" dirty="0">
              <a:solidFill>
                <a:schemeClr val="accent2"/>
              </a:solidFill>
              <a:latin typeface="+mn-lt"/>
            </a:endParaRPr>
          </a:p>
        </p:txBody>
      </p:sp>
      <p:sp>
        <p:nvSpPr>
          <p:cNvPr id="8" name="Rectangle 7">
            <a:extLst>
              <a:ext uri="{FF2B5EF4-FFF2-40B4-BE49-F238E27FC236}">
                <a16:creationId xmlns:a16="http://schemas.microsoft.com/office/drawing/2014/main" id="{7C4A7F28-672F-BC50-C8E0-7FD8E2CB8A14}"/>
              </a:ext>
            </a:extLst>
          </p:cNvPr>
          <p:cNvSpPr/>
          <p:nvPr/>
        </p:nvSpPr>
        <p:spPr>
          <a:xfrm>
            <a:off x="8177022" y="4900613"/>
            <a:ext cx="641170" cy="684803"/>
          </a:xfrm>
          <a:prstGeom prst="rect">
            <a:avLst/>
          </a:prstGeom>
        </p:spPr>
        <p:txBody>
          <a:bodyPr wrap="square">
            <a:spAutoFit/>
          </a:bodyPr>
          <a:lstStyle/>
          <a:p>
            <a:pPr eaLnBrk="1" fontAlgn="auto" hangingPunct="1">
              <a:lnSpc>
                <a:spcPct val="150000"/>
              </a:lnSpc>
              <a:spcBef>
                <a:spcPts val="0"/>
              </a:spcBef>
              <a:spcAft>
                <a:spcPts val="0"/>
              </a:spcAft>
              <a:defRPr/>
            </a:pPr>
            <a:r>
              <a:rPr lang="en-US" sz="2800" b="1" dirty="0">
                <a:solidFill>
                  <a:srgbClr val="C04C4C"/>
                </a:solidFill>
              </a:rPr>
              <a:t>03</a:t>
            </a:r>
            <a:endParaRPr lang="en-US" sz="2800" dirty="0">
              <a:solidFill>
                <a:srgbClr val="C04C4C"/>
              </a:solidFill>
            </a:endParaRPr>
          </a:p>
        </p:txBody>
      </p:sp>
      <p:sp>
        <p:nvSpPr>
          <p:cNvPr id="9" name="TextBox 8">
            <a:extLst>
              <a:ext uri="{FF2B5EF4-FFF2-40B4-BE49-F238E27FC236}">
                <a16:creationId xmlns:a16="http://schemas.microsoft.com/office/drawing/2014/main" id="{8B2D8F81-0897-3878-B7D6-A3E20D0CF15C}"/>
              </a:ext>
            </a:extLst>
          </p:cNvPr>
          <p:cNvSpPr txBox="1">
            <a:spLocks noChangeArrowheads="1"/>
          </p:cNvSpPr>
          <p:nvPr/>
        </p:nvSpPr>
        <p:spPr bwMode="auto">
          <a:xfrm>
            <a:off x="1349375" y="5016408"/>
            <a:ext cx="2600325" cy="1177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eaLnBrk="1" hangingPunct="1">
              <a:lnSpc>
                <a:spcPct val="150000"/>
              </a:lnSpc>
            </a:pPr>
            <a:r>
              <a:rPr lang="en-US" altLang="en-US" sz="1200" dirty="0">
                <a:solidFill>
                  <a:schemeClr val="tx1">
                    <a:lumMod val="65000"/>
                    <a:lumOff val="35000"/>
                  </a:schemeClr>
                </a:solidFill>
                <a:latin typeface="+mn-lt"/>
              </a:rPr>
              <a:t>many variations of passages of lorem ipsum dolor sit </a:t>
            </a:r>
            <a:r>
              <a:rPr lang="en-US" altLang="en-US" sz="1200" dirty="0" err="1">
                <a:solidFill>
                  <a:schemeClr val="tx1">
                    <a:lumMod val="65000"/>
                    <a:lumOff val="35000"/>
                  </a:schemeClr>
                </a:solidFill>
                <a:latin typeface="+mn-lt"/>
              </a:rPr>
              <a:t>amet</a:t>
            </a:r>
            <a:r>
              <a:rPr lang="en-US" altLang="en-US" sz="1200" dirty="0">
                <a:solidFill>
                  <a:schemeClr val="tx1">
                    <a:lumMod val="65000"/>
                    <a:lumOff val="35000"/>
                  </a:schemeClr>
                </a:solidFill>
                <a:latin typeface="+mn-lt"/>
              </a:rPr>
              <a:t> available all categories business</a:t>
            </a:r>
          </a:p>
        </p:txBody>
      </p:sp>
      <p:sp>
        <p:nvSpPr>
          <p:cNvPr id="13" name="TextBox 12">
            <a:extLst>
              <a:ext uri="{FF2B5EF4-FFF2-40B4-BE49-F238E27FC236}">
                <a16:creationId xmlns:a16="http://schemas.microsoft.com/office/drawing/2014/main" id="{27E87452-065B-D844-AFE1-A97003120660}"/>
              </a:ext>
            </a:extLst>
          </p:cNvPr>
          <p:cNvSpPr txBox="1">
            <a:spLocks noChangeArrowheads="1"/>
          </p:cNvSpPr>
          <p:nvPr/>
        </p:nvSpPr>
        <p:spPr bwMode="auto">
          <a:xfrm>
            <a:off x="5108575" y="5029108"/>
            <a:ext cx="2600325" cy="1177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eaLnBrk="1" hangingPunct="1">
              <a:lnSpc>
                <a:spcPct val="150000"/>
              </a:lnSpc>
            </a:pPr>
            <a:r>
              <a:rPr lang="en-US" altLang="en-US" sz="1200" dirty="0">
                <a:solidFill>
                  <a:schemeClr val="tx1">
                    <a:lumMod val="65000"/>
                    <a:lumOff val="35000"/>
                  </a:schemeClr>
                </a:solidFill>
                <a:latin typeface="+mn-lt"/>
              </a:rPr>
              <a:t>many variations of passages of lorem ipsum dolor sit </a:t>
            </a:r>
            <a:r>
              <a:rPr lang="en-US" altLang="en-US" sz="1200" dirty="0" err="1">
                <a:solidFill>
                  <a:schemeClr val="tx1">
                    <a:lumMod val="65000"/>
                    <a:lumOff val="35000"/>
                  </a:schemeClr>
                </a:solidFill>
                <a:latin typeface="+mn-lt"/>
              </a:rPr>
              <a:t>amet</a:t>
            </a:r>
            <a:r>
              <a:rPr lang="en-US" altLang="en-US" sz="1200" dirty="0">
                <a:solidFill>
                  <a:schemeClr val="tx1">
                    <a:lumMod val="65000"/>
                    <a:lumOff val="35000"/>
                  </a:schemeClr>
                </a:solidFill>
                <a:latin typeface="+mn-lt"/>
              </a:rPr>
              <a:t> available all categories business</a:t>
            </a:r>
          </a:p>
        </p:txBody>
      </p:sp>
      <p:sp>
        <p:nvSpPr>
          <p:cNvPr id="15" name="TextBox 14">
            <a:extLst>
              <a:ext uri="{FF2B5EF4-FFF2-40B4-BE49-F238E27FC236}">
                <a16:creationId xmlns:a16="http://schemas.microsoft.com/office/drawing/2014/main" id="{0D9ECE1E-0241-C72E-05D1-0C4B54B9FE19}"/>
              </a:ext>
            </a:extLst>
          </p:cNvPr>
          <p:cNvSpPr txBox="1">
            <a:spLocks noChangeArrowheads="1"/>
          </p:cNvSpPr>
          <p:nvPr/>
        </p:nvSpPr>
        <p:spPr bwMode="auto">
          <a:xfrm>
            <a:off x="8867775" y="5025073"/>
            <a:ext cx="2600325" cy="1177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eaLnBrk="1" hangingPunct="1">
              <a:lnSpc>
                <a:spcPct val="150000"/>
              </a:lnSpc>
            </a:pPr>
            <a:r>
              <a:rPr lang="en-US" altLang="en-US" sz="1200" dirty="0">
                <a:solidFill>
                  <a:schemeClr val="tx1">
                    <a:lumMod val="65000"/>
                    <a:lumOff val="35000"/>
                  </a:schemeClr>
                </a:solidFill>
                <a:latin typeface="+mn-lt"/>
              </a:rPr>
              <a:t>many variations of passages of lorem ipsum dolor sit </a:t>
            </a:r>
            <a:r>
              <a:rPr lang="en-US" altLang="en-US" sz="1200" dirty="0" err="1">
                <a:solidFill>
                  <a:schemeClr val="tx1">
                    <a:lumMod val="65000"/>
                    <a:lumOff val="35000"/>
                  </a:schemeClr>
                </a:solidFill>
                <a:latin typeface="+mn-lt"/>
              </a:rPr>
              <a:t>amet</a:t>
            </a:r>
            <a:r>
              <a:rPr lang="en-US" altLang="en-US" sz="1200" dirty="0">
                <a:solidFill>
                  <a:schemeClr val="tx1">
                    <a:lumMod val="65000"/>
                    <a:lumOff val="35000"/>
                  </a:schemeClr>
                </a:solidFill>
                <a:latin typeface="+mn-lt"/>
              </a:rPr>
              <a:t> available all categories business</a:t>
            </a:r>
          </a:p>
        </p:txBody>
      </p:sp>
    </p:spTree>
    <p:extLst>
      <p:ext uri="{BB962C8B-B14F-4D97-AF65-F5344CB8AC3E}">
        <p14:creationId xmlns:p14="http://schemas.microsoft.com/office/powerpoint/2010/main" val="3641705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1+#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4" accel="20000" decel="6000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1000" fill="hold"/>
                                        <p:tgtEl>
                                          <p:spTgt spid="9"/>
                                        </p:tgtEl>
                                        <p:attrNameLst>
                                          <p:attrName>ppt_x</p:attrName>
                                        </p:attrNameLst>
                                      </p:cBhvr>
                                      <p:tavLst>
                                        <p:tav tm="0">
                                          <p:val>
                                            <p:strVal val="#ppt_x"/>
                                          </p:val>
                                        </p:tav>
                                        <p:tav tm="100000">
                                          <p:val>
                                            <p:strVal val="#ppt_x"/>
                                          </p:val>
                                        </p:tav>
                                      </p:tavLst>
                                    </p:anim>
                                    <p:anim calcmode="lin" valueType="num">
                                      <p:cBhvr additive="base">
                                        <p:cTn id="20" dur="1000" fill="hold"/>
                                        <p:tgtEl>
                                          <p:spTgt spid="9"/>
                                        </p:tgtEl>
                                        <p:attrNameLst>
                                          <p:attrName>ppt_y</p:attrName>
                                        </p:attrNameLst>
                                      </p:cBhvr>
                                      <p:tavLst>
                                        <p:tav tm="0">
                                          <p:val>
                                            <p:strVal val="1+#ppt_h/2"/>
                                          </p:val>
                                        </p:tav>
                                        <p:tav tm="100000">
                                          <p:val>
                                            <p:strVal val="#ppt_y"/>
                                          </p:val>
                                        </p:tav>
                                      </p:tavLst>
                                    </p:anim>
                                  </p:childTnLst>
                                </p:cTn>
                              </p:par>
                              <p:par>
                                <p:cTn id="21" presetID="2" presetClass="entr" presetSubtype="4" accel="20000" decel="6000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1000" fill="hold"/>
                                        <p:tgtEl>
                                          <p:spTgt spid="13"/>
                                        </p:tgtEl>
                                        <p:attrNameLst>
                                          <p:attrName>ppt_x</p:attrName>
                                        </p:attrNameLst>
                                      </p:cBhvr>
                                      <p:tavLst>
                                        <p:tav tm="0">
                                          <p:val>
                                            <p:strVal val="#ppt_x"/>
                                          </p:val>
                                        </p:tav>
                                        <p:tav tm="100000">
                                          <p:val>
                                            <p:strVal val="#ppt_x"/>
                                          </p:val>
                                        </p:tav>
                                      </p:tavLst>
                                    </p:anim>
                                    <p:anim calcmode="lin" valueType="num">
                                      <p:cBhvr additive="base">
                                        <p:cTn id="24" dur="10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accel="20000" decel="6000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1000" fill="hold"/>
                                        <p:tgtEl>
                                          <p:spTgt spid="15"/>
                                        </p:tgtEl>
                                        <p:attrNameLst>
                                          <p:attrName>ppt_x</p:attrName>
                                        </p:attrNameLst>
                                      </p:cBhvr>
                                      <p:tavLst>
                                        <p:tav tm="0">
                                          <p:val>
                                            <p:strVal val="#ppt_x"/>
                                          </p:val>
                                        </p:tav>
                                        <p:tav tm="100000">
                                          <p:val>
                                            <p:strVal val="#ppt_x"/>
                                          </p:val>
                                        </p:tav>
                                      </p:tavLst>
                                    </p:anim>
                                    <p:anim calcmode="lin" valueType="num">
                                      <p:cBhvr additive="base">
                                        <p:cTn id="28" dur="10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3" grpId="0"/>
      <p:bldP spid="1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20">
            <a:extLst>
              <a:ext uri="{FF2B5EF4-FFF2-40B4-BE49-F238E27FC236}">
                <a16:creationId xmlns:a16="http://schemas.microsoft.com/office/drawing/2014/main" id="{2025EAE9-290E-5153-0969-B4E6A0845302}"/>
              </a:ext>
            </a:extLst>
          </p:cNvPr>
          <p:cNvSpPr>
            <a:spLocks noGrp="1"/>
          </p:cNvSpPr>
          <p:nvPr>
            <p:ph type="sldNum" sz="quarter" idx="11"/>
          </p:nvPr>
        </p:nvSpPr>
        <p:spPr/>
        <p:txBody>
          <a:bodyPr/>
          <a:lstStyle/>
          <a:p>
            <a:fld id="{7737D3DD-0AB3-4F16-99FA-6262B2B4036D}" type="slidenum">
              <a:rPr lang="en-MY" smtClean="0"/>
              <a:t>45</a:t>
            </a:fld>
            <a:endParaRPr lang="en-MY"/>
          </a:p>
        </p:txBody>
      </p:sp>
      <p:sp>
        <p:nvSpPr>
          <p:cNvPr id="2" name="Title 1">
            <a:extLst>
              <a:ext uri="{FF2B5EF4-FFF2-40B4-BE49-F238E27FC236}">
                <a16:creationId xmlns:a16="http://schemas.microsoft.com/office/drawing/2014/main" id="{EF8ECF21-3570-4416-60EB-4CD16F6589D6}"/>
              </a:ext>
            </a:extLst>
          </p:cNvPr>
          <p:cNvSpPr>
            <a:spLocks noGrp="1"/>
          </p:cNvSpPr>
          <p:nvPr>
            <p:ph type="title"/>
          </p:nvPr>
        </p:nvSpPr>
        <p:spPr/>
        <p:txBody>
          <a:bodyPr/>
          <a:lstStyle/>
          <a:p>
            <a:endParaRPr lang="en-MY"/>
          </a:p>
        </p:txBody>
      </p:sp>
      <p:pic>
        <p:nvPicPr>
          <p:cNvPr id="23" name="Picture Placeholder 22" descr="A picture containing building, person, outdoor, sidewalk&#10;&#10;Description automatically generated">
            <a:extLst>
              <a:ext uri="{FF2B5EF4-FFF2-40B4-BE49-F238E27FC236}">
                <a16:creationId xmlns:a16="http://schemas.microsoft.com/office/drawing/2014/main" id="{5929F030-A837-0CDA-54E5-6B542ACC98E9}"/>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p:pic>
      <p:pic>
        <p:nvPicPr>
          <p:cNvPr id="34" name="Picture Placeholder 33" descr="A picture containing building, person, outdoor, sidewalk&#10;&#10;Description automatically generated">
            <a:extLst>
              <a:ext uri="{FF2B5EF4-FFF2-40B4-BE49-F238E27FC236}">
                <a16:creationId xmlns:a16="http://schemas.microsoft.com/office/drawing/2014/main" id="{38A79D41-5CEF-ADEB-25B8-7DA3A879C5D8}"/>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a:fillRect/>
          </a:stretch>
        </p:blipFill>
        <p:spPr/>
      </p:pic>
      <p:pic>
        <p:nvPicPr>
          <p:cNvPr id="36" name="Picture Placeholder 35" descr="A picture containing building, person, outdoor, sidewalk&#10;&#10;Description automatically generated">
            <a:extLst>
              <a:ext uri="{FF2B5EF4-FFF2-40B4-BE49-F238E27FC236}">
                <a16:creationId xmlns:a16="http://schemas.microsoft.com/office/drawing/2014/main" id="{BD464E41-55D0-37B9-F665-B2852BB56741}"/>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a:stretch>
            <a:fillRect/>
          </a:stretch>
        </p:blipFill>
        <p:spPr/>
      </p:pic>
      <p:sp>
        <p:nvSpPr>
          <p:cNvPr id="6" name="TextBox 11">
            <a:extLst>
              <a:ext uri="{FF2B5EF4-FFF2-40B4-BE49-F238E27FC236}">
                <a16:creationId xmlns:a16="http://schemas.microsoft.com/office/drawing/2014/main" id="{90189114-C70A-B7BC-3FC8-97063173779B}"/>
              </a:ext>
            </a:extLst>
          </p:cNvPr>
          <p:cNvSpPr txBox="1"/>
          <p:nvPr/>
        </p:nvSpPr>
        <p:spPr>
          <a:xfrm>
            <a:off x="1120140" y="4949351"/>
            <a:ext cx="2638433" cy="338554"/>
          </a:xfrm>
          <a:prstGeom prst="rect">
            <a:avLst/>
          </a:prstGeom>
          <a:noFill/>
        </p:spPr>
        <p:txBody>
          <a:bodyPr wrap="square" rtlCol="0">
            <a:spAutoFit/>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pPr algn="ctr"/>
            <a:r>
              <a:rPr lang="en-US" sz="1600" dirty="0">
                <a:solidFill>
                  <a:schemeClr val="accent1"/>
                </a:solidFill>
                <a:latin typeface="+mj-lt"/>
              </a:rPr>
              <a:t>CHARLES K SMITH</a:t>
            </a:r>
            <a:endParaRPr lang="id-ID" sz="1600" dirty="0">
              <a:solidFill>
                <a:schemeClr val="accent1"/>
              </a:solidFill>
              <a:latin typeface="+mj-lt"/>
            </a:endParaRPr>
          </a:p>
        </p:txBody>
      </p:sp>
      <p:sp>
        <p:nvSpPr>
          <p:cNvPr id="7" name="TextBox 63">
            <a:extLst>
              <a:ext uri="{FF2B5EF4-FFF2-40B4-BE49-F238E27FC236}">
                <a16:creationId xmlns:a16="http://schemas.microsoft.com/office/drawing/2014/main" id="{E9C5FD18-6EF2-ED2E-1EB6-4F93180D8B6C}"/>
              </a:ext>
            </a:extLst>
          </p:cNvPr>
          <p:cNvSpPr txBox="1"/>
          <p:nvPr/>
        </p:nvSpPr>
        <p:spPr>
          <a:xfrm>
            <a:off x="1627764" y="5228806"/>
            <a:ext cx="1623185" cy="261610"/>
          </a:xfrm>
          <a:prstGeom prst="rect">
            <a:avLst/>
          </a:prstGeom>
          <a:noFill/>
        </p:spPr>
        <p:txBody>
          <a:bodyPr wrap="square" rtlCol="0">
            <a:spAutoFit/>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pPr algn="ctr"/>
            <a:r>
              <a:rPr lang="id-ID" sz="1100" dirty="0">
                <a:solidFill>
                  <a:schemeClr val="bg1">
                    <a:lumMod val="50000"/>
                  </a:schemeClr>
                </a:solidFill>
              </a:rPr>
              <a:t>General Manager</a:t>
            </a:r>
          </a:p>
        </p:txBody>
      </p:sp>
      <p:sp>
        <p:nvSpPr>
          <p:cNvPr id="8" name="TextBox 57">
            <a:extLst>
              <a:ext uri="{FF2B5EF4-FFF2-40B4-BE49-F238E27FC236}">
                <a16:creationId xmlns:a16="http://schemas.microsoft.com/office/drawing/2014/main" id="{6127A9ED-1197-C37F-3043-50E5F4D7C807}"/>
              </a:ext>
            </a:extLst>
          </p:cNvPr>
          <p:cNvSpPr txBox="1"/>
          <p:nvPr/>
        </p:nvSpPr>
        <p:spPr>
          <a:xfrm>
            <a:off x="4933916" y="4949351"/>
            <a:ext cx="2459039" cy="338554"/>
          </a:xfrm>
          <a:prstGeom prst="rect">
            <a:avLst/>
          </a:prstGeom>
          <a:noFill/>
        </p:spPr>
        <p:txBody>
          <a:bodyPr wrap="square" rtlCol="0">
            <a:spAutoFit/>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pPr algn="ctr"/>
            <a:r>
              <a:rPr lang="id-ID" sz="1600" dirty="0">
                <a:solidFill>
                  <a:schemeClr val="accent1"/>
                </a:solidFill>
                <a:latin typeface="+mj-lt"/>
              </a:rPr>
              <a:t>DELTON R SMITH</a:t>
            </a:r>
          </a:p>
        </p:txBody>
      </p:sp>
      <p:sp>
        <p:nvSpPr>
          <p:cNvPr id="9" name="TextBox 64">
            <a:extLst>
              <a:ext uri="{FF2B5EF4-FFF2-40B4-BE49-F238E27FC236}">
                <a16:creationId xmlns:a16="http://schemas.microsoft.com/office/drawing/2014/main" id="{F8620BCE-7556-9F2A-F85E-B03896F5A41F}"/>
              </a:ext>
            </a:extLst>
          </p:cNvPr>
          <p:cNvSpPr txBox="1"/>
          <p:nvPr/>
        </p:nvSpPr>
        <p:spPr>
          <a:xfrm>
            <a:off x="5192391" y="5228806"/>
            <a:ext cx="1942089" cy="261610"/>
          </a:xfrm>
          <a:prstGeom prst="rect">
            <a:avLst/>
          </a:prstGeom>
          <a:noFill/>
        </p:spPr>
        <p:txBody>
          <a:bodyPr wrap="square" rtlCol="0">
            <a:spAutoFit/>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pPr algn="ctr"/>
            <a:r>
              <a:rPr lang="id-ID" sz="1100" dirty="0">
                <a:solidFill>
                  <a:schemeClr val="bg1">
                    <a:lumMod val="50000"/>
                  </a:schemeClr>
                </a:solidFill>
              </a:rPr>
              <a:t>Chief Excutive Officer</a:t>
            </a:r>
          </a:p>
        </p:txBody>
      </p:sp>
      <p:sp>
        <p:nvSpPr>
          <p:cNvPr id="10" name="TextBox 11">
            <a:extLst>
              <a:ext uri="{FF2B5EF4-FFF2-40B4-BE49-F238E27FC236}">
                <a16:creationId xmlns:a16="http://schemas.microsoft.com/office/drawing/2014/main" id="{4DADFEF8-D2CE-018E-0DCB-803DF965F7AE}"/>
              </a:ext>
            </a:extLst>
          </p:cNvPr>
          <p:cNvSpPr txBox="1"/>
          <p:nvPr/>
        </p:nvSpPr>
        <p:spPr>
          <a:xfrm>
            <a:off x="8582788" y="4949351"/>
            <a:ext cx="2489072" cy="338554"/>
          </a:xfrm>
          <a:prstGeom prst="rect">
            <a:avLst/>
          </a:prstGeom>
          <a:noFill/>
        </p:spPr>
        <p:txBody>
          <a:bodyPr wrap="square" rtlCol="0">
            <a:spAutoFit/>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pPr algn="ctr"/>
            <a:r>
              <a:rPr lang="id-ID" sz="1600" dirty="0">
                <a:solidFill>
                  <a:schemeClr val="accent1"/>
                </a:solidFill>
                <a:latin typeface="+mj-lt"/>
              </a:rPr>
              <a:t>BRENNAN SMITH</a:t>
            </a:r>
          </a:p>
        </p:txBody>
      </p:sp>
      <p:sp>
        <p:nvSpPr>
          <p:cNvPr id="11" name="TextBox 63">
            <a:extLst>
              <a:ext uri="{FF2B5EF4-FFF2-40B4-BE49-F238E27FC236}">
                <a16:creationId xmlns:a16="http://schemas.microsoft.com/office/drawing/2014/main" id="{83B3A388-5F6E-4A32-F216-0C3DBB8E594C}"/>
              </a:ext>
            </a:extLst>
          </p:cNvPr>
          <p:cNvSpPr txBox="1"/>
          <p:nvPr/>
        </p:nvSpPr>
        <p:spPr>
          <a:xfrm>
            <a:off x="9030870" y="5228806"/>
            <a:ext cx="1592909" cy="261610"/>
          </a:xfrm>
          <a:prstGeom prst="rect">
            <a:avLst/>
          </a:prstGeom>
          <a:noFill/>
        </p:spPr>
        <p:txBody>
          <a:bodyPr wrap="square" rtlCol="0">
            <a:spAutoFit/>
          </a:bodyPr>
          <a:lstStyle>
            <a:defPPr>
              <a:defRPr lang="id-ID"/>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pPr algn="ctr"/>
            <a:r>
              <a:rPr lang="id-ID" sz="1100" dirty="0">
                <a:solidFill>
                  <a:schemeClr val="bg1">
                    <a:lumMod val="50000"/>
                  </a:schemeClr>
                </a:solidFill>
              </a:rPr>
              <a:t>Creative Director</a:t>
            </a:r>
          </a:p>
        </p:txBody>
      </p:sp>
      <p:grpSp>
        <p:nvGrpSpPr>
          <p:cNvPr id="12" name="Group 11">
            <a:extLst>
              <a:ext uri="{FF2B5EF4-FFF2-40B4-BE49-F238E27FC236}">
                <a16:creationId xmlns:a16="http://schemas.microsoft.com/office/drawing/2014/main" id="{9F627793-EE7E-02F1-BEB2-4F339E268BB9}"/>
              </a:ext>
            </a:extLst>
          </p:cNvPr>
          <p:cNvGrpSpPr/>
          <p:nvPr/>
        </p:nvGrpSpPr>
        <p:grpSpPr>
          <a:xfrm>
            <a:off x="2104576" y="5972547"/>
            <a:ext cx="280228" cy="281958"/>
            <a:chOff x="2163763" y="-1266825"/>
            <a:chExt cx="1028700" cy="1035050"/>
          </a:xfrm>
          <a:solidFill>
            <a:schemeClr val="bg1">
              <a:lumMod val="75000"/>
            </a:schemeClr>
          </a:solidFill>
        </p:grpSpPr>
        <p:sp>
          <p:nvSpPr>
            <p:cNvPr id="13" name="Freeform 5">
              <a:extLst>
                <a:ext uri="{FF2B5EF4-FFF2-40B4-BE49-F238E27FC236}">
                  <a16:creationId xmlns:a16="http://schemas.microsoft.com/office/drawing/2014/main" id="{0C8996D8-5B81-63D3-F269-D7F0F38AC5EC}"/>
                </a:ext>
              </a:extLst>
            </p:cNvPr>
            <p:cNvSpPr>
              <a:spLocks noEditPoints="1"/>
            </p:cNvSpPr>
            <p:nvPr/>
          </p:nvSpPr>
          <p:spPr bwMode="auto">
            <a:xfrm>
              <a:off x="2163763" y="-1266825"/>
              <a:ext cx="1028700"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1">
              <a:extLst>
                <a:ext uri="{FF2B5EF4-FFF2-40B4-BE49-F238E27FC236}">
                  <a16:creationId xmlns:a16="http://schemas.microsoft.com/office/drawing/2014/main" id="{33AAE4BB-0DDB-DEE7-A0CF-0C86393E8F67}"/>
                </a:ext>
              </a:extLst>
            </p:cNvPr>
            <p:cNvSpPr>
              <a:spLocks/>
            </p:cNvSpPr>
            <p:nvPr/>
          </p:nvSpPr>
          <p:spPr bwMode="auto">
            <a:xfrm>
              <a:off x="2554288" y="-1014413"/>
              <a:ext cx="246063" cy="528638"/>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 name="Group 14">
            <a:extLst>
              <a:ext uri="{FF2B5EF4-FFF2-40B4-BE49-F238E27FC236}">
                <a16:creationId xmlns:a16="http://schemas.microsoft.com/office/drawing/2014/main" id="{82BAF3F4-BF5C-3B8B-5745-C061AB18BBAF}"/>
              </a:ext>
            </a:extLst>
          </p:cNvPr>
          <p:cNvGrpSpPr/>
          <p:nvPr/>
        </p:nvGrpSpPr>
        <p:grpSpPr>
          <a:xfrm>
            <a:off x="9444831" y="5972547"/>
            <a:ext cx="280228" cy="281958"/>
            <a:chOff x="7392988" y="-1266825"/>
            <a:chExt cx="1028700" cy="1035050"/>
          </a:xfrm>
          <a:solidFill>
            <a:schemeClr val="bg1">
              <a:lumMod val="75000"/>
            </a:schemeClr>
          </a:solidFill>
        </p:grpSpPr>
        <p:sp>
          <p:nvSpPr>
            <p:cNvPr id="16" name="Freeform 9">
              <a:extLst>
                <a:ext uri="{FF2B5EF4-FFF2-40B4-BE49-F238E27FC236}">
                  <a16:creationId xmlns:a16="http://schemas.microsoft.com/office/drawing/2014/main" id="{718A50ED-5534-0F1C-8BAF-6D7233568887}"/>
                </a:ext>
              </a:extLst>
            </p:cNvPr>
            <p:cNvSpPr>
              <a:spLocks noEditPoints="1"/>
            </p:cNvSpPr>
            <p:nvPr/>
          </p:nvSpPr>
          <p:spPr bwMode="auto">
            <a:xfrm>
              <a:off x="7392988" y="-1266825"/>
              <a:ext cx="1028700"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2">
              <a:extLst>
                <a:ext uri="{FF2B5EF4-FFF2-40B4-BE49-F238E27FC236}">
                  <a16:creationId xmlns:a16="http://schemas.microsoft.com/office/drawing/2014/main" id="{9EFBD624-B709-72D6-B717-C5B6A48CC1B4}"/>
                </a:ext>
              </a:extLst>
            </p:cNvPr>
            <p:cNvSpPr>
              <a:spLocks noEditPoints="1"/>
            </p:cNvSpPr>
            <p:nvPr/>
          </p:nvSpPr>
          <p:spPr bwMode="auto">
            <a:xfrm>
              <a:off x="7629526" y="-933450"/>
              <a:ext cx="550863" cy="366713"/>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8" name="Group 17">
            <a:extLst>
              <a:ext uri="{FF2B5EF4-FFF2-40B4-BE49-F238E27FC236}">
                <a16:creationId xmlns:a16="http://schemas.microsoft.com/office/drawing/2014/main" id="{3D9A55F3-C4C8-F489-1C39-914BA1369773}"/>
              </a:ext>
            </a:extLst>
          </p:cNvPr>
          <p:cNvGrpSpPr/>
          <p:nvPr/>
        </p:nvGrpSpPr>
        <p:grpSpPr>
          <a:xfrm>
            <a:off x="6220141" y="5972547"/>
            <a:ext cx="280228" cy="281958"/>
            <a:chOff x="6084888" y="-1266825"/>
            <a:chExt cx="1028700" cy="1035050"/>
          </a:xfrm>
          <a:solidFill>
            <a:schemeClr val="bg1">
              <a:lumMod val="75000"/>
            </a:schemeClr>
          </a:solidFill>
        </p:grpSpPr>
        <p:sp>
          <p:nvSpPr>
            <p:cNvPr id="19" name="Freeform 8">
              <a:extLst>
                <a:ext uri="{FF2B5EF4-FFF2-40B4-BE49-F238E27FC236}">
                  <a16:creationId xmlns:a16="http://schemas.microsoft.com/office/drawing/2014/main" id="{88F7AF65-69DD-4F01-B13F-148128A269B3}"/>
                </a:ext>
              </a:extLst>
            </p:cNvPr>
            <p:cNvSpPr>
              <a:spLocks noEditPoints="1"/>
            </p:cNvSpPr>
            <p:nvPr/>
          </p:nvSpPr>
          <p:spPr bwMode="auto">
            <a:xfrm>
              <a:off x="6084888" y="-1266825"/>
              <a:ext cx="1028700"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2" y="22"/>
                    <a:pt x="338" y="58"/>
                  </a:cubicBezTo>
                  <a:cubicBezTo>
                    <a:pt x="374" y="93"/>
                    <a:pt x="396" y="143"/>
                    <a:pt x="396" y="198"/>
                  </a:cubicBezTo>
                  <a:cubicBezTo>
                    <a:pt x="396" y="252"/>
                    <a:pt x="374" y="302"/>
                    <a:pt x="338" y="338"/>
                  </a:cubicBezTo>
                  <a:cubicBezTo>
                    <a:pt x="302" y="374"/>
                    <a:pt x="253" y="396"/>
                    <a:pt x="198" y="396"/>
                  </a:cubicBezTo>
                  <a:cubicBezTo>
                    <a:pt x="143" y="396"/>
                    <a:pt x="94" y="374"/>
                    <a:pt x="58" y="338"/>
                  </a:cubicBezTo>
                  <a:cubicBezTo>
                    <a:pt x="22" y="302"/>
                    <a:pt x="0" y="252"/>
                    <a:pt x="0" y="198"/>
                  </a:cubicBezTo>
                  <a:cubicBezTo>
                    <a:pt x="0" y="143"/>
                    <a:pt x="22" y="93"/>
                    <a:pt x="58" y="58"/>
                  </a:cubicBezTo>
                  <a:cubicBezTo>
                    <a:pt x="94"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1" y="248"/>
                    <a:pt x="381" y="198"/>
                  </a:cubicBezTo>
                  <a:cubicBezTo>
                    <a:pt x="381" y="147"/>
                    <a:pt x="360" y="102"/>
                    <a:pt x="327"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a:extLst>
                <a:ext uri="{FF2B5EF4-FFF2-40B4-BE49-F238E27FC236}">
                  <a16:creationId xmlns:a16="http://schemas.microsoft.com/office/drawing/2014/main" id="{D32EDC32-4F95-8D40-28C1-9D6AB90A1A42}"/>
                </a:ext>
              </a:extLst>
            </p:cNvPr>
            <p:cNvSpPr>
              <a:spLocks noEditPoints="1"/>
            </p:cNvSpPr>
            <p:nvPr/>
          </p:nvSpPr>
          <p:spPr bwMode="auto">
            <a:xfrm>
              <a:off x="6337301" y="-1014413"/>
              <a:ext cx="523875" cy="528638"/>
            </a:xfrm>
            <a:custGeom>
              <a:avLst/>
              <a:gdLst>
                <a:gd name="T0" fmla="*/ 202 w 202"/>
                <a:gd name="T1" fmla="*/ 96 h 202"/>
                <a:gd name="T2" fmla="*/ 103 w 202"/>
                <a:gd name="T3" fmla="*/ 0 h 202"/>
                <a:gd name="T4" fmla="*/ 4 w 202"/>
                <a:gd name="T5" fmla="*/ 94 h 202"/>
                <a:gd name="T6" fmla="*/ 3 w 202"/>
                <a:gd name="T7" fmla="*/ 98 h 202"/>
                <a:gd name="T8" fmla="*/ 18 w 202"/>
                <a:gd name="T9" fmla="*/ 149 h 202"/>
                <a:gd name="T10" fmla="*/ 0 w 202"/>
                <a:gd name="T11" fmla="*/ 202 h 202"/>
                <a:gd name="T12" fmla="*/ 55 w 202"/>
                <a:gd name="T13" fmla="*/ 184 h 202"/>
                <a:gd name="T14" fmla="*/ 103 w 202"/>
                <a:gd name="T15" fmla="*/ 196 h 202"/>
                <a:gd name="T16" fmla="*/ 202 w 202"/>
                <a:gd name="T17" fmla="*/ 98 h 202"/>
                <a:gd name="T18" fmla="*/ 202 w 202"/>
                <a:gd name="T19" fmla="*/ 96 h 202"/>
                <a:gd name="T20" fmla="*/ 148 w 202"/>
                <a:gd name="T21" fmla="*/ 118 h 202"/>
                <a:gd name="T22" fmla="*/ 132 w 202"/>
                <a:gd name="T23" fmla="*/ 110 h 202"/>
                <a:gd name="T24" fmla="*/ 126 w 202"/>
                <a:gd name="T25" fmla="*/ 111 h 202"/>
                <a:gd name="T26" fmla="*/ 118 w 202"/>
                <a:gd name="T27" fmla="*/ 121 h 202"/>
                <a:gd name="T28" fmla="*/ 113 w 202"/>
                <a:gd name="T29" fmla="*/ 121 h 202"/>
                <a:gd name="T30" fmla="*/ 94 w 202"/>
                <a:gd name="T31" fmla="*/ 109 h 202"/>
                <a:gd name="T32" fmla="*/ 80 w 202"/>
                <a:gd name="T33" fmla="*/ 93 h 202"/>
                <a:gd name="T34" fmla="*/ 81 w 202"/>
                <a:gd name="T35" fmla="*/ 88 h 202"/>
                <a:gd name="T36" fmla="*/ 85 w 202"/>
                <a:gd name="T37" fmla="*/ 83 h 202"/>
                <a:gd name="T38" fmla="*/ 86 w 202"/>
                <a:gd name="T39" fmla="*/ 82 h 202"/>
                <a:gd name="T40" fmla="*/ 87 w 202"/>
                <a:gd name="T41" fmla="*/ 79 h 202"/>
                <a:gd name="T42" fmla="*/ 87 w 202"/>
                <a:gd name="T43" fmla="*/ 75 h 202"/>
                <a:gd name="T44" fmla="*/ 79 w 202"/>
                <a:gd name="T45" fmla="*/ 57 h 202"/>
                <a:gd name="T46" fmla="*/ 74 w 202"/>
                <a:gd name="T47" fmla="*/ 53 h 202"/>
                <a:gd name="T48" fmla="*/ 69 w 202"/>
                <a:gd name="T49" fmla="*/ 53 h 202"/>
                <a:gd name="T50" fmla="*/ 63 w 202"/>
                <a:gd name="T51" fmla="*/ 56 h 202"/>
                <a:gd name="T52" fmla="*/ 54 w 202"/>
                <a:gd name="T53" fmla="*/ 76 h 202"/>
                <a:gd name="T54" fmla="*/ 56 w 202"/>
                <a:gd name="T55" fmla="*/ 84 h 202"/>
                <a:gd name="T56" fmla="*/ 64 w 202"/>
                <a:gd name="T57" fmla="*/ 101 h 202"/>
                <a:gd name="T58" fmla="*/ 106 w 202"/>
                <a:gd name="T59" fmla="*/ 138 h 202"/>
                <a:gd name="T60" fmla="*/ 135 w 202"/>
                <a:gd name="T61" fmla="*/ 144 h 202"/>
                <a:gd name="T62" fmla="*/ 151 w 202"/>
                <a:gd name="T63" fmla="*/ 132 h 202"/>
                <a:gd name="T64" fmla="*/ 153 w 202"/>
                <a:gd name="T65" fmla="*/ 121 h 202"/>
                <a:gd name="T66" fmla="*/ 148 w 202"/>
                <a:gd name="T67" fmla="*/ 118 h 202"/>
                <a:gd name="T68" fmla="*/ 103 w 202"/>
                <a:gd name="T69" fmla="*/ 181 h 202"/>
                <a:gd name="T70" fmla="*/ 57 w 202"/>
                <a:gd name="T71" fmla="*/ 167 h 202"/>
                <a:gd name="T72" fmla="*/ 25 w 202"/>
                <a:gd name="T73" fmla="*/ 177 h 202"/>
                <a:gd name="T74" fmla="*/ 35 w 202"/>
                <a:gd name="T75" fmla="*/ 147 h 202"/>
                <a:gd name="T76" fmla="*/ 19 w 202"/>
                <a:gd name="T77" fmla="*/ 98 h 202"/>
                <a:gd name="T78" fmla="*/ 20 w 202"/>
                <a:gd name="T79" fmla="*/ 90 h 202"/>
                <a:gd name="T80" fmla="*/ 103 w 202"/>
                <a:gd name="T81" fmla="*/ 15 h 202"/>
                <a:gd name="T82" fmla="*/ 186 w 202"/>
                <a:gd name="T83" fmla="*/ 92 h 202"/>
                <a:gd name="T84" fmla="*/ 186 w 202"/>
                <a:gd name="T85" fmla="*/ 98 h 202"/>
                <a:gd name="T86" fmla="*/ 103 w 202"/>
                <a:gd name="T87" fmla="*/ 181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02" h="202">
                  <a:moveTo>
                    <a:pt x="202" y="96"/>
                  </a:moveTo>
                  <a:cubicBezTo>
                    <a:pt x="201" y="42"/>
                    <a:pt x="157" y="0"/>
                    <a:pt x="103" y="0"/>
                  </a:cubicBezTo>
                  <a:cubicBezTo>
                    <a:pt x="49" y="0"/>
                    <a:pt x="6" y="41"/>
                    <a:pt x="4" y="94"/>
                  </a:cubicBezTo>
                  <a:cubicBezTo>
                    <a:pt x="3" y="95"/>
                    <a:pt x="3" y="97"/>
                    <a:pt x="3" y="98"/>
                  </a:cubicBezTo>
                  <a:cubicBezTo>
                    <a:pt x="3" y="117"/>
                    <a:pt x="9" y="134"/>
                    <a:pt x="18" y="149"/>
                  </a:cubicBezTo>
                  <a:cubicBezTo>
                    <a:pt x="0" y="202"/>
                    <a:pt x="0" y="202"/>
                    <a:pt x="0" y="202"/>
                  </a:cubicBezTo>
                  <a:cubicBezTo>
                    <a:pt x="55" y="184"/>
                    <a:pt x="55" y="184"/>
                    <a:pt x="55" y="184"/>
                  </a:cubicBezTo>
                  <a:cubicBezTo>
                    <a:pt x="69" y="192"/>
                    <a:pt x="85" y="196"/>
                    <a:pt x="103" y="196"/>
                  </a:cubicBezTo>
                  <a:cubicBezTo>
                    <a:pt x="158" y="196"/>
                    <a:pt x="202" y="153"/>
                    <a:pt x="202" y="98"/>
                  </a:cubicBezTo>
                  <a:cubicBezTo>
                    <a:pt x="202" y="97"/>
                    <a:pt x="202" y="96"/>
                    <a:pt x="202" y="96"/>
                  </a:cubicBezTo>
                  <a:close/>
                  <a:moveTo>
                    <a:pt x="148" y="118"/>
                  </a:moveTo>
                  <a:cubicBezTo>
                    <a:pt x="146" y="117"/>
                    <a:pt x="134" y="111"/>
                    <a:pt x="132" y="110"/>
                  </a:cubicBezTo>
                  <a:cubicBezTo>
                    <a:pt x="129" y="109"/>
                    <a:pt x="128" y="109"/>
                    <a:pt x="126" y="111"/>
                  </a:cubicBezTo>
                  <a:cubicBezTo>
                    <a:pt x="124" y="114"/>
                    <a:pt x="120" y="119"/>
                    <a:pt x="118" y="121"/>
                  </a:cubicBezTo>
                  <a:cubicBezTo>
                    <a:pt x="117" y="122"/>
                    <a:pt x="116" y="122"/>
                    <a:pt x="113" y="121"/>
                  </a:cubicBezTo>
                  <a:cubicBezTo>
                    <a:pt x="111" y="120"/>
                    <a:pt x="103" y="118"/>
                    <a:pt x="94" y="109"/>
                  </a:cubicBezTo>
                  <a:cubicBezTo>
                    <a:pt x="86" y="103"/>
                    <a:pt x="81" y="95"/>
                    <a:pt x="80" y="93"/>
                  </a:cubicBezTo>
                  <a:cubicBezTo>
                    <a:pt x="79" y="90"/>
                    <a:pt x="80" y="89"/>
                    <a:pt x="81" y="88"/>
                  </a:cubicBezTo>
                  <a:cubicBezTo>
                    <a:pt x="82" y="87"/>
                    <a:pt x="83" y="85"/>
                    <a:pt x="85" y="83"/>
                  </a:cubicBezTo>
                  <a:cubicBezTo>
                    <a:pt x="85" y="83"/>
                    <a:pt x="85" y="83"/>
                    <a:pt x="86" y="82"/>
                  </a:cubicBezTo>
                  <a:cubicBezTo>
                    <a:pt x="86" y="81"/>
                    <a:pt x="87" y="81"/>
                    <a:pt x="87" y="79"/>
                  </a:cubicBezTo>
                  <a:cubicBezTo>
                    <a:pt x="88" y="78"/>
                    <a:pt x="88" y="76"/>
                    <a:pt x="87" y="75"/>
                  </a:cubicBezTo>
                  <a:cubicBezTo>
                    <a:pt x="86" y="74"/>
                    <a:pt x="82" y="62"/>
                    <a:pt x="79" y="57"/>
                  </a:cubicBezTo>
                  <a:cubicBezTo>
                    <a:pt x="77" y="52"/>
                    <a:pt x="75" y="53"/>
                    <a:pt x="74" y="53"/>
                  </a:cubicBezTo>
                  <a:cubicBezTo>
                    <a:pt x="73" y="53"/>
                    <a:pt x="71" y="53"/>
                    <a:pt x="69" y="53"/>
                  </a:cubicBezTo>
                  <a:cubicBezTo>
                    <a:pt x="68" y="53"/>
                    <a:pt x="65" y="54"/>
                    <a:pt x="63" y="56"/>
                  </a:cubicBezTo>
                  <a:cubicBezTo>
                    <a:pt x="60" y="59"/>
                    <a:pt x="54" y="64"/>
                    <a:pt x="54" y="76"/>
                  </a:cubicBezTo>
                  <a:cubicBezTo>
                    <a:pt x="54" y="79"/>
                    <a:pt x="55" y="82"/>
                    <a:pt x="56" y="84"/>
                  </a:cubicBezTo>
                  <a:cubicBezTo>
                    <a:pt x="58" y="93"/>
                    <a:pt x="63" y="100"/>
                    <a:pt x="64" y="101"/>
                  </a:cubicBezTo>
                  <a:cubicBezTo>
                    <a:pt x="65" y="103"/>
                    <a:pt x="81" y="128"/>
                    <a:pt x="106" y="138"/>
                  </a:cubicBezTo>
                  <a:cubicBezTo>
                    <a:pt x="131" y="147"/>
                    <a:pt x="131" y="144"/>
                    <a:pt x="135" y="144"/>
                  </a:cubicBezTo>
                  <a:cubicBezTo>
                    <a:pt x="139" y="143"/>
                    <a:pt x="149" y="138"/>
                    <a:pt x="151" y="132"/>
                  </a:cubicBezTo>
                  <a:cubicBezTo>
                    <a:pt x="153" y="127"/>
                    <a:pt x="153" y="122"/>
                    <a:pt x="153" y="121"/>
                  </a:cubicBezTo>
                  <a:cubicBezTo>
                    <a:pt x="152" y="120"/>
                    <a:pt x="151" y="119"/>
                    <a:pt x="148" y="118"/>
                  </a:cubicBezTo>
                  <a:close/>
                  <a:moveTo>
                    <a:pt x="103" y="181"/>
                  </a:moveTo>
                  <a:cubicBezTo>
                    <a:pt x="86" y="181"/>
                    <a:pt x="70" y="176"/>
                    <a:pt x="57" y="167"/>
                  </a:cubicBezTo>
                  <a:cubicBezTo>
                    <a:pt x="25" y="177"/>
                    <a:pt x="25" y="177"/>
                    <a:pt x="25" y="177"/>
                  </a:cubicBezTo>
                  <a:cubicBezTo>
                    <a:pt x="35" y="147"/>
                    <a:pt x="35" y="147"/>
                    <a:pt x="35" y="147"/>
                  </a:cubicBezTo>
                  <a:cubicBezTo>
                    <a:pt x="25" y="133"/>
                    <a:pt x="19" y="116"/>
                    <a:pt x="19" y="98"/>
                  </a:cubicBezTo>
                  <a:cubicBezTo>
                    <a:pt x="19" y="95"/>
                    <a:pt x="19" y="93"/>
                    <a:pt x="20" y="90"/>
                  </a:cubicBezTo>
                  <a:cubicBezTo>
                    <a:pt x="24" y="48"/>
                    <a:pt x="59" y="15"/>
                    <a:pt x="103" y="15"/>
                  </a:cubicBezTo>
                  <a:cubicBezTo>
                    <a:pt x="147" y="15"/>
                    <a:pt x="183" y="49"/>
                    <a:pt x="186" y="92"/>
                  </a:cubicBezTo>
                  <a:cubicBezTo>
                    <a:pt x="186" y="94"/>
                    <a:pt x="186" y="96"/>
                    <a:pt x="186" y="98"/>
                  </a:cubicBezTo>
                  <a:cubicBezTo>
                    <a:pt x="186" y="144"/>
                    <a:pt x="149" y="181"/>
                    <a:pt x="103" y="1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4" name="Group 23">
            <a:extLst>
              <a:ext uri="{FF2B5EF4-FFF2-40B4-BE49-F238E27FC236}">
                <a16:creationId xmlns:a16="http://schemas.microsoft.com/office/drawing/2014/main" id="{358D0A5E-4DB7-237F-3253-A4B7CA7E105E}"/>
              </a:ext>
            </a:extLst>
          </p:cNvPr>
          <p:cNvGrpSpPr/>
          <p:nvPr/>
        </p:nvGrpSpPr>
        <p:grpSpPr>
          <a:xfrm>
            <a:off x="5769373" y="5972547"/>
            <a:ext cx="279796" cy="281958"/>
            <a:chOff x="4778376" y="-1266825"/>
            <a:chExt cx="1027113" cy="1035050"/>
          </a:xfrm>
          <a:solidFill>
            <a:schemeClr val="bg1">
              <a:lumMod val="75000"/>
            </a:schemeClr>
          </a:solidFill>
        </p:grpSpPr>
        <p:sp>
          <p:nvSpPr>
            <p:cNvPr id="25" name="Freeform 7">
              <a:extLst>
                <a:ext uri="{FF2B5EF4-FFF2-40B4-BE49-F238E27FC236}">
                  <a16:creationId xmlns:a16="http://schemas.microsoft.com/office/drawing/2014/main" id="{215AED2F-0941-0D56-27AC-85C35DA17242}"/>
                </a:ext>
              </a:extLst>
            </p:cNvPr>
            <p:cNvSpPr>
              <a:spLocks noEditPoints="1"/>
            </p:cNvSpPr>
            <p:nvPr/>
          </p:nvSpPr>
          <p:spPr bwMode="auto">
            <a:xfrm>
              <a:off x="4778376" y="-1266825"/>
              <a:ext cx="1027113"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2" y="22"/>
                    <a:pt x="338" y="58"/>
                  </a:cubicBezTo>
                  <a:cubicBezTo>
                    <a:pt x="374" y="93"/>
                    <a:pt x="396" y="143"/>
                    <a:pt x="396" y="198"/>
                  </a:cubicBezTo>
                  <a:cubicBezTo>
                    <a:pt x="396" y="252"/>
                    <a:pt x="374" y="302"/>
                    <a:pt x="338" y="338"/>
                  </a:cubicBezTo>
                  <a:cubicBezTo>
                    <a:pt x="302" y="374"/>
                    <a:pt x="253" y="396"/>
                    <a:pt x="198" y="396"/>
                  </a:cubicBezTo>
                  <a:cubicBezTo>
                    <a:pt x="143" y="396"/>
                    <a:pt x="94" y="374"/>
                    <a:pt x="58" y="338"/>
                  </a:cubicBezTo>
                  <a:cubicBezTo>
                    <a:pt x="22" y="302"/>
                    <a:pt x="0" y="252"/>
                    <a:pt x="0" y="198"/>
                  </a:cubicBezTo>
                  <a:cubicBezTo>
                    <a:pt x="0" y="143"/>
                    <a:pt x="22" y="93"/>
                    <a:pt x="58" y="58"/>
                  </a:cubicBezTo>
                  <a:cubicBezTo>
                    <a:pt x="94" y="22"/>
                    <a:pt x="143"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0" y="294"/>
                    <a:pt x="381" y="248"/>
                    <a:pt x="381" y="198"/>
                  </a:cubicBezTo>
                  <a:cubicBezTo>
                    <a:pt x="381" y="147"/>
                    <a:pt x="360" y="102"/>
                    <a:pt x="327"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5">
              <a:extLst>
                <a:ext uri="{FF2B5EF4-FFF2-40B4-BE49-F238E27FC236}">
                  <a16:creationId xmlns:a16="http://schemas.microsoft.com/office/drawing/2014/main" id="{FC9AC9D5-0CCF-5258-9244-520229B39E96}"/>
                </a:ext>
              </a:extLst>
            </p:cNvPr>
            <p:cNvSpPr>
              <a:spLocks noEditPoints="1"/>
            </p:cNvSpPr>
            <p:nvPr/>
          </p:nvSpPr>
          <p:spPr bwMode="auto">
            <a:xfrm>
              <a:off x="5000626" y="-1042988"/>
              <a:ext cx="581025" cy="585788"/>
            </a:xfrm>
            <a:custGeom>
              <a:avLst/>
              <a:gdLst>
                <a:gd name="T0" fmla="*/ 209 w 224"/>
                <a:gd name="T1" fmla="*/ 56 h 224"/>
                <a:gd name="T2" fmla="*/ 209 w 224"/>
                <a:gd name="T3" fmla="*/ 54 h 224"/>
                <a:gd name="T4" fmla="*/ 169 w 224"/>
                <a:gd name="T5" fmla="*/ 15 h 224"/>
                <a:gd name="T6" fmla="*/ 112 w 224"/>
                <a:gd name="T7" fmla="*/ 0 h 224"/>
                <a:gd name="T8" fmla="*/ 25 w 224"/>
                <a:gd name="T9" fmla="*/ 42 h 224"/>
                <a:gd name="T10" fmla="*/ 24 w 224"/>
                <a:gd name="T11" fmla="*/ 44 h 224"/>
                <a:gd name="T12" fmla="*/ 56 w 224"/>
                <a:gd name="T13" fmla="*/ 98 h 224"/>
                <a:gd name="T14" fmla="*/ 58 w 224"/>
                <a:gd name="T15" fmla="*/ 99 h 224"/>
                <a:gd name="T16" fmla="*/ 58 w 224"/>
                <a:gd name="T17" fmla="*/ 99 h 224"/>
                <a:gd name="T18" fmla="*/ 59 w 224"/>
                <a:gd name="T19" fmla="*/ 98 h 224"/>
                <a:gd name="T20" fmla="*/ 112 w 224"/>
                <a:gd name="T21" fmla="*/ 57 h 224"/>
                <a:gd name="T22" fmla="*/ 117 w 224"/>
                <a:gd name="T23" fmla="*/ 57 h 224"/>
                <a:gd name="T24" fmla="*/ 117 w 224"/>
                <a:gd name="T25" fmla="*/ 57 h 224"/>
                <a:gd name="T26" fmla="*/ 207 w 224"/>
                <a:gd name="T27" fmla="*/ 57 h 224"/>
                <a:gd name="T28" fmla="*/ 209 w 224"/>
                <a:gd name="T29" fmla="*/ 56 h 224"/>
                <a:gd name="T30" fmla="*/ 129 w 224"/>
                <a:gd name="T31" fmla="*/ 165 h 224"/>
                <a:gd name="T32" fmla="*/ 127 w 224"/>
                <a:gd name="T33" fmla="*/ 164 h 224"/>
                <a:gd name="T34" fmla="*/ 112 w 224"/>
                <a:gd name="T35" fmla="*/ 166 h 224"/>
                <a:gd name="T36" fmla="*/ 63 w 224"/>
                <a:gd name="T37" fmla="*/ 135 h 224"/>
                <a:gd name="T38" fmla="*/ 63 w 224"/>
                <a:gd name="T39" fmla="*/ 135 h 224"/>
                <a:gd name="T40" fmla="*/ 18 w 224"/>
                <a:gd name="T41" fmla="*/ 57 h 224"/>
                <a:gd name="T42" fmla="*/ 16 w 224"/>
                <a:gd name="T43" fmla="*/ 56 h 224"/>
                <a:gd name="T44" fmla="*/ 16 w 224"/>
                <a:gd name="T45" fmla="*/ 56 h 224"/>
                <a:gd name="T46" fmla="*/ 14 w 224"/>
                <a:gd name="T47" fmla="*/ 57 h 224"/>
                <a:gd name="T48" fmla="*/ 0 w 224"/>
                <a:gd name="T49" fmla="*/ 112 h 224"/>
                <a:gd name="T50" fmla="*/ 28 w 224"/>
                <a:gd name="T51" fmla="*/ 185 h 224"/>
                <a:gd name="T52" fmla="*/ 96 w 224"/>
                <a:gd name="T53" fmla="*/ 222 h 224"/>
                <a:gd name="T54" fmla="*/ 96 w 224"/>
                <a:gd name="T55" fmla="*/ 223 h 224"/>
                <a:gd name="T56" fmla="*/ 97 w 224"/>
                <a:gd name="T57" fmla="*/ 222 h 224"/>
                <a:gd name="T58" fmla="*/ 129 w 224"/>
                <a:gd name="T59" fmla="*/ 167 h 224"/>
                <a:gd name="T60" fmla="*/ 129 w 224"/>
                <a:gd name="T61" fmla="*/ 165 h 224"/>
                <a:gd name="T62" fmla="*/ 215 w 224"/>
                <a:gd name="T63" fmla="*/ 70 h 224"/>
                <a:gd name="T64" fmla="*/ 152 w 224"/>
                <a:gd name="T65" fmla="*/ 70 h 224"/>
                <a:gd name="T66" fmla="*/ 150 w 224"/>
                <a:gd name="T67" fmla="*/ 71 h 224"/>
                <a:gd name="T68" fmla="*/ 150 w 224"/>
                <a:gd name="T69" fmla="*/ 73 h 224"/>
                <a:gd name="T70" fmla="*/ 167 w 224"/>
                <a:gd name="T71" fmla="*/ 112 h 224"/>
                <a:gd name="T72" fmla="*/ 157 w 224"/>
                <a:gd name="T73" fmla="*/ 143 h 224"/>
                <a:gd name="T74" fmla="*/ 157 w 224"/>
                <a:gd name="T75" fmla="*/ 143 h 224"/>
                <a:gd name="T76" fmla="*/ 112 w 224"/>
                <a:gd name="T77" fmla="*/ 221 h 224"/>
                <a:gd name="T78" fmla="*/ 112 w 224"/>
                <a:gd name="T79" fmla="*/ 223 h 224"/>
                <a:gd name="T80" fmla="*/ 114 w 224"/>
                <a:gd name="T81" fmla="*/ 224 h 224"/>
                <a:gd name="T82" fmla="*/ 114 w 224"/>
                <a:gd name="T83" fmla="*/ 224 h 224"/>
                <a:gd name="T84" fmla="*/ 192 w 224"/>
                <a:gd name="T85" fmla="*/ 190 h 224"/>
                <a:gd name="T86" fmla="*/ 224 w 224"/>
                <a:gd name="T87" fmla="*/ 112 h 224"/>
                <a:gd name="T88" fmla="*/ 217 w 224"/>
                <a:gd name="T89" fmla="*/ 71 h 224"/>
                <a:gd name="T90" fmla="*/ 215 w 224"/>
                <a:gd name="T91" fmla="*/ 70 h 224"/>
                <a:gd name="T92" fmla="*/ 70 w 224"/>
                <a:gd name="T93" fmla="*/ 112 h 224"/>
                <a:gd name="T94" fmla="*/ 112 w 224"/>
                <a:gd name="T95" fmla="*/ 154 h 224"/>
                <a:gd name="T96" fmla="*/ 154 w 224"/>
                <a:gd name="T97" fmla="*/ 112 h 224"/>
                <a:gd name="T98" fmla="*/ 112 w 224"/>
                <a:gd name="T99" fmla="*/ 70 h 224"/>
                <a:gd name="T100" fmla="*/ 70 w 224"/>
                <a:gd name="T101" fmla="*/ 112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24" h="224">
                  <a:moveTo>
                    <a:pt x="209" y="56"/>
                  </a:moveTo>
                  <a:cubicBezTo>
                    <a:pt x="209" y="56"/>
                    <a:pt x="209" y="55"/>
                    <a:pt x="209" y="54"/>
                  </a:cubicBezTo>
                  <a:cubicBezTo>
                    <a:pt x="199" y="38"/>
                    <a:pt x="185" y="24"/>
                    <a:pt x="169" y="15"/>
                  </a:cubicBezTo>
                  <a:cubicBezTo>
                    <a:pt x="151" y="5"/>
                    <a:pt x="132" y="0"/>
                    <a:pt x="112" y="0"/>
                  </a:cubicBezTo>
                  <a:cubicBezTo>
                    <a:pt x="78" y="0"/>
                    <a:pt x="46" y="15"/>
                    <a:pt x="25" y="42"/>
                  </a:cubicBezTo>
                  <a:cubicBezTo>
                    <a:pt x="24" y="42"/>
                    <a:pt x="24" y="43"/>
                    <a:pt x="24" y="44"/>
                  </a:cubicBezTo>
                  <a:cubicBezTo>
                    <a:pt x="56" y="98"/>
                    <a:pt x="56" y="98"/>
                    <a:pt x="56" y="98"/>
                  </a:cubicBezTo>
                  <a:cubicBezTo>
                    <a:pt x="56" y="99"/>
                    <a:pt x="57" y="99"/>
                    <a:pt x="58" y="99"/>
                  </a:cubicBezTo>
                  <a:cubicBezTo>
                    <a:pt x="58" y="99"/>
                    <a:pt x="58" y="99"/>
                    <a:pt x="58" y="99"/>
                  </a:cubicBezTo>
                  <a:cubicBezTo>
                    <a:pt x="58" y="99"/>
                    <a:pt x="59" y="99"/>
                    <a:pt x="59" y="98"/>
                  </a:cubicBezTo>
                  <a:cubicBezTo>
                    <a:pt x="66" y="74"/>
                    <a:pt x="87" y="57"/>
                    <a:pt x="112" y="57"/>
                  </a:cubicBezTo>
                  <a:cubicBezTo>
                    <a:pt x="114" y="57"/>
                    <a:pt x="115" y="57"/>
                    <a:pt x="117" y="57"/>
                  </a:cubicBezTo>
                  <a:cubicBezTo>
                    <a:pt x="117" y="57"/>
                    <a:pt x="117" y="57"/>
                    <a:pt x="117" y="57"/>
                  </a:cubicBezTo>
                  <a:cubicBezTo>
                    <a:pt x="207" y="57"/>
                    <a:pt x="207" y="57"/>
                    <a:pt x="207" y="57"/>
                  </a:cubicBezTo>
                  <a:cubicBezTo>
                    <a:pt x="208" y="57"/>
                    <a:pt x="208" y="57"/>
                    <a:pt x="209" y="56"/>
                  </a:cubicBezTo>
                  <a:close/>
                  <a:moveTo>
                    <a:pt x="129" y="165"/>
                  </a:moveTo>
                  <a:cubicBezTo>
                    <a:pt x="128" y="164"/>
                    <a:pt x="128" y="164"/>
                    <a:pt x="127" y="164"/>
                  </a:cubicBezTo>
                  <a:cubicBezTo>
                    <a:pt x="122" y="165"/>
                    <a:pt x="117" y="166"/>
                    <a:pt x="112" y="166"/>
                  </a:cubicBezTo>
                  <a:cubicBezTo>
                    <a:pt x="91" y="166"/>
                    <a:pt x="72" y="154"/>
                    <a:pt x="63" y="135"/>
                  </a:cubicBezTo>
                  <a:cubicBezTo>
                    <a:pt x="63" y="135"/>
                    <a:pt x="63" y="135"/>
                    <a:pt x="63" y="135"/>
                  </a:cubicBezTo>
                  <a:cubicBezTo>
                    <a:pt x="18" y="57"/>
                    <a:pt x="18" y="57"/>
                    <a:pt x="18" y="57"/>
                  </a:cubicBezTo>
                  <a:cubicBezTo>
                    <a:pt x="17" y="56"/>
                    <a:pt x="17" y="56"/>
                    <a:pt x="16" y="56"/>
                  </a:cubicBezTo>
                  <a:cubicBezTo>
                    <a:pt x="16" y="56"/>
                    <a:pt x="16" y="56"/>
                    <a:pt x="16" y="56"/>
                  </a:cubicBezTo>
                  <a:cubicBezTo>
                    <a:pt x="15" y="56"/>
                    <a:pt x="15" y="56"/>
                    <a:pt x="14" y="57"/>
                  </a:cubicBezTo>
                  <a:cubicBezTo>
                    <a:pt x="5" y="73"/>
                    <a:pt x="0" y="92"/>
                    <a:pt x="0" y="112"/>
                  </a:cubicBezTo>
                  <a:cubicBezTo>
                    <a:pt x="0" y="139"/>
                    <a:pt x="10" y="165"/>
                    <a:pt x="28" y="185"/>
                  </a:cubicBezTo>
                  <a:cubicBezTo>
                    <a:pt x="45" y="205"/>
                    <a:pt x="69" y="218"/>
                    <a:pt x="96" y="222"/>
                  </a:cubicBezTo>
                  <a:cubicBezTo>
                    <a:pt x="96" y="223"/>
                    <a:pt x="96" y="223"/>
                    <a:pt x="96" y="223"/>
                  </a:cubicBezTo>
                  <a:cubicBezTo>
                    <a:pt x="96" y="223"/>
                    <a:pt x="97" y="222"/>
                    <a:pt x="97" y="222"/>
                  </a:cubicBezTo>
                  <a:cubicBezTo>
                    <a:pt x="129" y="167"/>
                    <a:pt x="129" y="167"/>
                    <a:pt x="129" y="167"/>
                  </a:cubicBezTo>
                  <a:cubicBezTo>
                    <a:pt x="129" y="166"/>
                    <a:pt x="129" y="165"/>
                    <a:pt x="129" y="165"/>
                  </a:cubicBezTo>
                  <a:close/>
                  <a:moveTo>
                    <a:pt x="215" y="70"/>
                  </a:moveTo>
                  <a:cubicBezTo>
                    <a:pt x="152" y="70"/>
                    <a:pt x="152" y="70"/>
                    <a:pt x="152" y="70"/>
                  </a:cubicBezTo>
                  <a:cubicBezTo>
                    <a:pt x="151" y="70"/>
                    <a:pt x="150" y="70"/>
                    <a:pt x="150" y="71"/>
                  </a:cubicBezTo>
                  <a:cubicBezTo>
                    <a:pt x="150" y="71"/>
                    <a:pt x="150" y="72"/>
                    <a:pt x="150" y="73"/>
                  </a:cubicBezTo>
                  <a:cubicBezTo>
                    <a:pt x="161" y="83"/>
                    <a:pt x="167" y="97"/>
                    <a:pt x="167" y="112"/>
                  </a:cubicBezTo>
                  <a:cubicBezTo>
                    <a:pt x="167" y="123"/>
                    <a:pt x="163" y="133"/>
                    <a:pt x="157" y="143"/>
                  </a:cubicBezTo>
                  <a:cubicBezTo>
                    <a:pt x="157" y="143"/>
                    <a:pt x="157" y="143"/>
                    <a:pt x="157" y="143"/>
                  </a:cubicBezTo>
                  <a:cubicBezTo>
                    <a:pt x="112" y="221"/>
                    <a:pt x="112" y="221"/>
                    <a:pt x="112" y="221"/>
                  </a:cubicBezTo>
                  <a:cubicBezTo>
                    <a:pt x="111" y="222"/>
                    <a:pt x="111" y="222"/>
                    <a:pt x="112" y="223"/>
                  </a:cubicBezTo>
                  <a:cubicBezTo>
                    <a:pt x="112" y="223"/>
                    <a:pt x="113" y="224"/>
                    <a:pt x="114" y="224"/>
                  </a:cubicBezTo>
                  <a:cubicBezTo>
                    <a:pt x="114" y="224"/>
                    <a:pt x="114" y="224"/>
                    <a:pt x="114" y="224"/>
                  </a:cubicBezTo>
                  <a:cubicBezTo>
                    <a:pt x="143" y="223"/>
                    <a:pt x="171" y="212"/>
                    <a:pt x="192" y="190"/>
                  </a:cubicBezTo>
                  <a:cubicBezTo>
                    <a:pt x="213" y="169"/>
                    <a:pt x="224" y="141"/>
                    <a:pt x="224" y="112"/>
                  </a:cubicBezTo>
                  <a:cubicBezTo>
                    <a:pt x="224" y="97"/>
                    <a:pt x="222" y="84"/>
                    <a:pt x="217" y="71"/>
                  </a:cubicBezTo>
                  <a:cubicBezTo>
                    <a:pt x="216" y="70"/>
                    <a:pt x="216" y="70"/>
                    <a:pt x="215" y="70"/>
                  </a:cubicBezTo>
                  <a:close/>
                  <a:moveTo>
                    <a:pt x="70" y="112"/>
                  </a:moveTo>
                  <a:cubicBezTo>
                    <a:pt x="70" y="135"/>
                    <a:pt x="89" y="154"/>
                    <a:pt x="112" y="154"/>
                  </a:cubicBezTo>
                  <a:cubicBezTo>
                    <a:pt x="135" y="154"/>
                    <a:pt x="154" y="135"/>
                    <a:pt x="154" y="112"/>
                  </a:cubicBezTo>
                  <a:cubicBezTo>
                    <a:pt x="154" y="88"/>
                    <a:pt x="135" y="70"/>
                    <a:pt x="112" y="70"/>
                  </a:cubicBezTo>
                  <a:cubicBezTo>
                    <a:pt x="89" y="70"/>
                    <a:pt x="70" y="88"/>
                    <a:pt x="70"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7" name="Group 26">
            <a:extLst>
              <a:ext uri="{FF2B5EF4-FFF2-40B4-BE49-F238E27FC236}">
                <a16:creationId xmlns:a16="http://schemas.microsoft.com/office/drawing/2014/main" id="{8534A350-A94C-58DB-F68D-1A86F7706923}"/>
              </a:ext>
            </a:extLst>
          </p:cNvPr>
          <p:cNvGrpSpPr/>
          <p:nvPr/>
        </p:nvGrpSpPr>
        <p:grpSpPr>
          <a:xfrm>
            <a:off x="2552690" y="5972547"/>
            <a:ext cx="279796" cy="281958"/>
            <a:chOff x="3470276" y="-1266825"/>
            <a:chExt cx="1027113" cy="1035050"/>
          </a:xfrm>
          <a:solidFill>
            <a:schemeClr val="bg1">
              <a:lumMod val="75000"/>
            </a:schemeClr>
          </a:solidFill>
        </p:grpSpPr>
        <p:sp>
          <p:nvSpPr>
            <p:cNvPr id="28" name="Freeform 6">
              <a:extLst>
                <a:ext uri="{FF2B5EF4-FFF2-40B4-BE49-F238E27FC236}">
                  <a16:creationId xmlns:a16="http://schemas.microsoft.com/office/drawing/2014/main" id="{5DE8105F-7532-356A-98B0-C2F3A6ACD25F}"/>
                </a:ext>
              </a:extLst>
            </p:cNvPr>
            <p:cNvSpPr>
              <a:spLocks noEditPoints="1"/>
            </p:cNvSpPr>
            <p:nvPr/>
          </p:nvSpPr>
          <p:spPr bwMode="auto">
            <a:xfrm>
              <a:off x="3470276" y="-1266825"/>
              <a:ext cx="1027113"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8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8 w 396"/>
                <a:gd name="T31" fmla="*/ 327 h 396"/>
                <a:gd name="T32" fmla="*/ 381 w 396"/>
                <a:gd name="T33" fmla="*/ 198 h 396"/>
                <a:gd name="T34" fmla="*/ 328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3"/>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3"/>
                    <a:pt x="58" y="58"/>
                  </a:cubicBezTo>
                  <a:cubicBezTo>
                    <a:pt x="94" y="22"/>
                    <a:pt x="144" y="0"/>
                    <a:pt x="198" y="0"/>
                  </a:cubicBezTo>
                  <a:close/>
                  <a:moveTo>
                    <a:pt x="328"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8" y="327"/>
                  </a:cubicBezTo>
                  <a:cubicBezTo>
                    <a:pt x="361" y="294"/>
                    <a:pt x="381" y="248"/>
                    <a:pt x="381" y="198"/>
                  </a:cubicBezTo>
                  <a:cubicBezTo>
                    <a:pt x="381" y="147"/>
                    <a:pt x="361" y="102"/>
                    <a:pt x="328"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6">
              <a:extLst>
                <a:ext uri="{FF2B5EF4-FFF2-40B4-BE49-F238E27FC236}">
                  <a16:creationId xmlns:a16="http://schemas.microsoft.com/office/drawing/2014/main" id="{DB513016-4AE2-E026-D39F-AF5FBF5ECF02}"/>
                </a:ext>
              </a:extLst>
            </p:cNvPr>
            <p:cNvSpPr>
              <a:spLocks noEditPoints="1"/>
            </p:cNvSpPr>
            <p:nvPr/>
          </p:nvSpPr>
          <p:spPr bwMode="auto">
            <a:xfrm>
              <a:off x="3727451" y="-1011238"/>
              <a:ext cx="515938" cy="520700"/>
            </a:xfrm>
            <a:custGeom>
              <a:avLst/>
              <a:gdLst>
                <a:gd name="T0" fmla="*/ 49 w 199"/>
                <a:gd name="T1" fmla="*/ 100 h 199"/>
                <a:gd name="T2" fmla="*/ 99 w 199"/>
                <a:gd name="T3" fmla="*/ 49 h 199"/>
                <a:gd name="T4" fmla="*/ 150 w 199"/>
                <a:gd name="T5" fmla="*/ 100 h 199"/>
                <a:gd name="T6" fmla="*/ 99 w 199"/>
                <a:gd name="T7" fmla="*/ 150 h 199"/>
                <a:gd name="T8" fmla="*/ 49 w 199"/>
                <a:gd name="T9" fmla="*/ 100 h 199"/>
                <a:gd name="T10" fmla="*/ 152 w 199"/>
                <a:gd name="T11" fmla="*/ 0 h 199"/>
                <a:gd name="T12" fmla="*/ 47 w 199"/>
                <a:gd name="T13" fmla="*/ 0 h 199"/>
                <a:gd name="T14" fmla="*/ 0 w 199"/>
                <a:gd name="T15" fmla="*/ 47 h 199"/>
                <a:gd name="T16" fmla="*/ 0 w 199"/>
                <a:gd name="T17" fmla="*/ 152 h 199"/>
                <a:gd name="T18" fmla="*/ 47 w 199"/>
                <a:gd name="T19" fmla="*/ 199 h 199"/>
                <a:gd name="T20" fmla="*/ 152 w 199"/>
                <a:gd name="T21" fmla="*/ 199 h 199"/>
                <a:gd name="T22" fmla="*/ 199 w 199"/>
                <a:gd name="T23" fmla="*/ 152 h 199"/>
                <a:gd name="T24" fmla="*/ 199 w 199"/>
                <a:gd name="T25" fmla="*/ 47 h 199"/>
                <a:gd name="T26" fmla="*/ 152 w 199"/>
                <a:gd name="T27" fmla="*/ 0 h 199"/>
                <a:gd name="T28" fmla="*/ 47 w 199"/>
                <a:gd name="T29" fmla="*/ 12 h 199"/>
                <a:gd name="T30" fmla="*/ 152 w 199"/>
                <a:gd name="T31" fmla="*/ 12 h 199"/>
                <a:gd name="T32" fmla="*/ 187 w 199"/>
                <a:gd name="T33" fmla="*/ 47 h 199"/>
                <a:gd name="T34" fmla="*/ 187 w 199"/>
                <a:gd name="T35" fmla="*/ 152 h 199"/>
                <a:gd name="T36" fmla="*/ 152 w 199"/>
                <a:gd name="T37" fmla="*/ 187 h 199"/>
                <a:gd name="T38" fmla="*/ 47 w 199"/>
                <a:gd name="T39" fmla="*/ 187 h 199"/>
                <a:gd name="T40" fmla="*/ 12 w 199"/>
                <a:gd name="T41" fmla="*/ 152 h 199"/>
                <a:gd name="T42" fmla="*/ 12 w 199"/>
                <a:gd name="T43" fmla="*/ 47 h 199"/>
                <a:gd name="T44" fmla="*/ 47 w 199"/>
                <a:gd name="T45" fmla="*/ 12 h 199"/>
                <a:gd name="T46" fmla="*/ 162 w 199"/>
                <a:gd name="T47" fmla="*/ 27 h 199"/>
                <a:gd name="T48" fmla="*/ 152 w 199"/>
                <a:gd name="T49" fmla="*/ 37 h 199"/>
                <a:gd name="T50" fmla="*/ 162 w 199"/>
                <a:gd name="T51" fmla="*/ 48 h 199"/>
                <a:gd name="T52" fmla="*/ 173 w 199"/>
                <a:gd name="T53" fmla="*/ 37 h 199"/>
                <a:gd name="T54" fmla="*/ 162 w 199"/>
                <a:gd name="T55" fmla="*/ 27 h 199"/>
                <a:gd name="T56" fmla="*/ 163 w 199"/>
                <a:gd name="T57" fmla="*/ 100 h 199"/>
                <a:gd name="T58" fmla="*/ 99 w 199"/>
                <a:gd name="T59" fmla="*/ 36 h 199"/>
                <a:gd name="T60" fmla="*/ 35 w 199"/>
                <a:gd name="T61" fmla="*/ 100 h 199"/>
                <a:gd name="T62" fmla="*/ 99 w 199"/>
                <a:gd name="T63" fmla="*/ 164 h 199"/>
                <a:gd name="T64" fmla="*/ 163 w 199"/>
                <a:gd name="T65" fmla="*/ 10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9" h="199">
                  <a:moveTo>
                    <a:pt x="49" y="100"/>
                  </a:moveTo>
                  <a:cubicBezTo>
                    <a:pt x="49" y="72"/>
                    <a:pt x="71" y="49"/>
                    <a:pt x="99" y="49"/>
                  </a:cubicBezTo>
                  <a:cubicBezTo>
                    <a:pt x="127" y="49"/>
                    <a:pt x="150" y="72"/>
                    <a:pt x="150" y="100"/>
                  </a:cubicBezTo>
                  <a:cubicBezTo>
                    <a:pt x="150" y="128"/>
                    <a:pt x="127" y="150"/>
                    <a:pt x="99" y="150"/>
                  </a:cubicBezTo>
                  <a:cubicBezTo>
                    <a:pt x="71" y="150"/>
                    <a:pt x="49" y="128"/>
                    <a:pt x="49" y="100"/>
                  </a:cubicBezTo>
                  <a:close/>
                  <a:moveTo>
                    <a:pt x="152" y="0"/>
                  </a:moveTo>
                  <a:cubicBezTo>
                    <a:pt x="47" y="0"/>
                    <a:pt x="47" y="0"/>
                    <a:pt x="47" y="0"/>
                  </a:cubicBezTo>
                  <a:cubicBezTo>
                    <a:pt x="21" y="0"/>
                    <a:pt x="0" y="21"/>
                    <a:pt x="0" y="47"/>
                  </a:cubicBezTo>
                  <a:cubicBezTo>
                    <a:pt x="0" y="152"/>
                    <a:pt x="0" y="152"/>
                    <a:pt x="0" y="152"/>
                  </a:cubicBezTo>
                  <a:cubicBezTo>
                    <a:pt x="0" y="178"/>
                    <a:pt x="21" y="199"/>
                    <a:pt x="47" y="199"/>
                  </a:cubicBezTo>
                  <a:cubicBezTo>
                    <a:pt x="152" y="199"/>
                    <a:pt x="152" y="199"/>
                    <a:pt x="152" y="199"/>
                  </a:cubicBezTo>
                  <a:cubicBezTo>
                    <a:pt x="178" y="199"/>
                    <a:pt x="199" y="178"/>
                    <a:pt x="199" y="152"/>
                  </a:cubicBezTo>
                  <a:cubicBezTo>
                    <a:pt x="199" y="47"/>
                    <a:pt x="199" y="47"/>
                    <a:pt x="199" y="47"/>
                  </a:cubicBezTo>
                  <a:cubicBezTo>
                    <a:pt x="199" y="21"/>
                    <a:pt x="178" y="0"/>
                    <a:pt x="152" y="0"/>
                  </a:cubicBezTo>
                  <a:close/>
                  <a:moveTo>
                    <a:pt x="47" y="12"/>
                  </a:moveTo>
                  <a:cubicBezTo>
                    <a:pt x="152" y="12"/>
                    <a:pt x="152" y="12"/>
                    <a:pt x="152" y="12"/>
                  </a:cubicBezTo>
                  <a:cubicBezTo>
                    <a:pt x="171" y="12"/>
                    <a:pt x="187" y="28"/>
                    <a:pt x="187" y="47"/>
                  </a:cubicBezTo>
                  <a:cubicBezTo>
                    <a:pt x="187" y="152"/>
                    <a:pt x="187" y="152"/>
                    <a:pt x="187" y="152"/>
                  </a:cubicBezTo>
                  <a:cubicBezTo>
                    <a:pt x="187" y="171"/>
                    <a:pt x="171" y="187"/>
                    <a:pt x="152" y="187"/>
                  </a:cubicBezTo>
                  <a:cubicBezTo>
                    <a:pt x="47" y="187"/>
                    <a:pt x="47" y="187"/>
                    <a:pt x="47" y="187"/>
                  </a:cubicBezTo>
                  <a:cubicBezTo>
                    <a:pt x="28" y="187"/>
                    <a:pt x="12" y="171"/>
                    <a:pt x="12" y="152"/>
                  </a:cubicBezTo>
                  <a:cubicBezTo>
                    <a:pt x="12" y="47"/>
                    <a:pt x="12" y="47"/>
                    <a:pt x="12" y="47"/>
                  </a:cubicBezTo>
                  <a:cubicBezTo>
                    <a:pt x="12" y="28"/>
                    <a:pt x="28" y="12"/>
                    <a:pt x="47" y="12"/>
                  </a:cubicBezTo>
                  <a:close/>
                  <a:moveTo>
                    <a:pt x="162" y="27"/>
                  </a:moveTo>
                  <a:cubicBezTo>
                    <a:pt x="156" y="27"/>
                    <a:pt x="152" y="32"/>
                    <a:pt x="152" y="37"/>
                  </a:cubicBezTo>
                  <a:cubicBezTo>
                    <a:pt x="152" y="43"/>
                    <a:pt x="156" y="48"/>
                    <a:pt x="162" y="48"/>
                  </a:cubicBezTo>
                  <a:cubicBezTo>
                    <a:pt x="168" y="48"/>
                    <a:pt x="173" y="43"/>
                    <a:pt x="173" y="37"/>
                  </a:cubicBezTo>
                  <a:cubicBezTo>
                    <a:pt x="173" y="32"/>
                    <a:pt x="168" y="27"/>
                    <a:pt x="162" y="27"/>
                  </a:cubicBezTo>
                  <a:close/>
                  <a:moveTo>
                    <a:pt x="163" y="100"/>
                  </a:moveTo>
                  <a:cubicBezTo>
                    <a:pt x="163" y="64"/>
                    <a:pt x="135" y="36"/>
                    <a:pt x="99" y="36"/>
                  </a:cubicBezTo>
                  <a:cubicBezTo>
                    <a:pt x="64" y="36"/>
                    <a:pt x="35" y="64"/>
                    <a:pt x="35" y="100"/>
                  </a:cubicBezTo>
                  <a:cubicBezTo>
                    <a:pt x="35" y="135"/>
                    <a:pt x="64" y="164"/>
                    <a:pt x="99" y="164"/>
                  </a:cubicBezTo>
                  <a:cubicBezTo>
                    <a:pt x="135" y="164"/>
                    <a:pt x="163" y="135"/>
                    <a:pt x="163"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0" name="Group 29">
            <a:extLst>
              <a:ext uri="{FF2B5EF4-FFF2-40B4-BE49-F238E27FC236}">
                <a16:creationId xmlns:a16="http://schemas.microsoft.com/office/drawing/2014/main" id="{BFC723AE-D589-E147-B4AA-7F4E39250893}"/>
              </a:ext>
            </a:extLst>
          </p:cNvPr>
          <p:cNvGrpSpPr/>
          <p:nvPr/>
        </p:nvGrpSpPr>
        <p:grpSpPr>
          <a:xfrm>
            <a:off x="9850454" y="5968988"/>
            <a:ext cx="280228" cy="281958"/>
            <a:chOff x="6084888" y="-1266825"/>
            <a:chExt cx="1028700" cy="1035050"/>
          </a:xfrm>
          <a:solidFill>
            <a:schemeClr val="bg1">
              <a:lumMod val="75000"/>
            </a:schemeClr>
          </a:solidFill>
        </p:grpSpPr>
        <p:sp>
          <p:nvSpPr>
            <p:cNvPr id="31" name="Freeform 8">
              <a:extLst>
                <a:ext uri="{FF2B5EF4-FFF2-40B4-BE49-F238E27FC236}">
                  <a16:creationId xmlns:a16="http://schemas.microsoft.com/office/drawing/2014/main" id="{D883900B-EB56-1A9B-B2D7-64F19BD48CD8}"/>
                </a:ext>
              </a:extLst>
            </p:cNvPr>
            <p:cNvSpPr>
              <a:spLocks noEditPoints="1"/>
            </p:cNvSpPr>
            <p:nvPr/>
          </p:nvSpPr>
          <p:spPr bwMode="auto">
            <a:xfrm>
              <a:off x="6084888" y="-1266825"/>
              <a:ext cx="1028700"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2" y="22"/>
                    <a:pt x="338" y="58"/>
                  </a:cubicBezTo>
                  <a:cubicBezTo>
                    <a:pt x="374" y="93"/>
                    <a:pt x="396" y="143"/>
                    <a:pt x="396" y="198"/>
                  </a:cubicBezTo>
                  <a:cubicBezTo>
                    <a:pt x="396" y="252"/>
                    <a:pt x="374" y="302"/>
                    <a:pt x="338" y="338"/>
                  </a:cubicBezTo>
                  <a:cubicBezTo>
                    <a:pt x="302" y="374"/>
                    <a:pt x="253" y="396"/>
                    <a:pt x="198" y="396"/>
                  </a:cubicBezTo>
                  <a:cubicBezTo>
                    <a:pt x="143" y="396"/>
                    <a:pt x="94" y="374"/>
                    <a:pt x="58" y="338"/>
                  </a:cubicBezTo>
                  <a:cubicBezTo>
                    <a:pt x="22" y="302"/>
                    <a:pt x="0" y="252"/>
                    <a:pt x="0" y="198"/>
                  </a:cubicBezTo>
                  <a:cubicBezTo>
                    <a:pt x="0" y="143"/>
                    <a:pt x="22" y="93"/>
                    <a:pt x="58" y="58"/>
                  </a:cubicBezTo>
                  <a:cubicBezTo>
                    <a:pt x="94"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1" y="248"/>
                    <a:pt x="381" y="198"/>
                  </a:cubicBezTo>
                  <a:cubicBezTo>
                    <a:pt x="381" y="147"/>
                    <a:pt x="360" y="102"/>
                    <a:pt x="327"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3">
              <a:extLst>
                <a:ext uri="{FF2B5EF4-FFF2-40B4-BE49-F238E27FC236}">
                  <a16:creationId xmlns:a16="http://schemas.microsoft.com/office/drawing/2014/main" id="{77D6C9ED-B347-B6E2-18C3-6A81E4F349A0}"/>
                </a:ext>
              </a:extLst>
            </p:cNvPr>
            <p:cNvSpPr>
              <a:spLocks noEditPoints="1"/>
            </p:cNvSpPr>
            <p:nvPr/>
          </p:nvSpPr>
          <p:spPr bwMode="auto">
            <a:xfrm>
              <a:off x="6337301" y="-1014413"/>
              <a:ext cx="523875" cy="528638"/>
            </a:xfrm>
            <a:custGeom>
              <a:avLst/>
              <a:gdLst>
                <a:gd name="T0" fmla="*/ 202 w 202"/>
                <a:gd name="T1" fmla="*/ 96 h 202"/>
                <a:gd name="T2" fmla="*/ 103 w 202"/>
                <a:gd name="T3" fmla="*/ 0 h 202"/>
                <a:gd name="T4" fmla="*/ 4 w 202"/>
                <a:gd name="T5" fmla="*/ 94 h 202"/>
                <a:gd name="T6" fmla="*/ 3 w 202"/>
                <a:gd name="T7" fmla="*/ 98 h 202"/>
                <a:gd name="T8" fmla="*/ 18 w 202"/>
                <a:gd name="T9" fmla="*/ 149 h 202"/>
                <a:gd name="T10" fmla="*/ 0 w 202"/>
                <a:gd name="T11" fmla="*/ 202 h 202"/>
                <a:gd name="T12" fmla="*/ 55 w 202"/>
                <a:gd name="T13" fmla="*/ 184 h 202"/>
                <a:gd name="T14" fmla="*/ 103 w 202"/>
                <a:gd name="T15" fmla="*/ 196 h 202"/>
                <a:gd name="T16" fmla="*/ 202 w 202"/>
                <a:gd name="T17" fmla="*/ 98 h 202"/>
                <a:gd name="T18" fmla="*/ 202 w 202"/>
                <a:gd name="T19" fmla="*/ 96 h 202"/>
                <a:gd name="T20" fmla="*/ 148 w 202"/>
                <a:gd name="T21" fmla="*/ 118 h 202"/>
                <a:gd name="T22" fmla="*/ 132 w 202"/>
                <a:gd name="T23" fmla="*/ 110 h 202"/>
                <a:gd name="T24" fmla="*/ 126 w 202"/>
                <a:gd name="T25" fmla="*/ 111 h 202"/>
                <a:gd name="T26" fmla="*/ 118 w 202"/>
                <a:gd name="T27" fmla="*/ 121 h 202"/>
                <a:gd name="T28" fmla="*/ 113 w 202"/>
                <a:gd name="T29" fmla="*/ 121 h 202"/>
                <a:gd name="T30" fmla="*/ 94 w 202"/>
                <a:gd name="T31" fmla="*/ 109 h 202"/>
                <a:gd name="T32" fmla="*/ 80 w 202"/>
                <a:gd name="T33" fmla="*/ 93 h 202"/>
                <a:gd name="T34" fmla="*/ 81 w 202"/>
                <a:gd name="T35" fmla="*/ 88 h 202"/>
                <a:gd name="T36" fmla="*/ 85 w 202"/>
                <a:gd name="T37" fmla="*/ 83 h 202"/>
                <a:gd name="T38" fmla="*/ 86 w 202"/>
                <a:gd name="T39" fmla="*/ 82 h 202"/>
                <a:gd name="T40" fmla="*/ 87 w 202"/>
                <a:gd name="T41" fmla="*/ 79 h 202"/>
                <a:gd name="T42" fmla="*/ 87 w 202"/>
                <a:gd name="T43" fmla="*/ 75 h 202"/>
                <a:gd name="T44" fmla="*/ 79 w 202"/>
                <a:gd name="T45" fmla="*/ 57 h 202"/>
                <a:gd name="T46" fmla="*/ 74 w 202"/>
                <a:gd name="T47" fmla="*/ 53 h 202"/>
                <a:gd name="T48" fmla="*/ 69 w 202"/>
                <a:gd name="T49" fmla="*/ 53 h 202"/>
                <a:gd name="T50" fmla="*/ 63 w 202"/>
                <a:gd name="T51" fmla="*/ 56 h 202"/>
                <a:gd name="T52" fmla="*/ 54 w 202"/>
                <a:gd name="T53" fmla="*/ 76 h 202"/>
                <a:gd name="T54" fmla="*/ 56 w 202"/>
                <a:gd name="T55" fmla="*/ 84 h 202"/>
                <a:gd name="T56" fmla="*/ 64 w 202"/>
                <a:gd name="T57" fmla="*/ 101 h 202"/>
                <a:gd name="T58" fmla="*/ 106 w 202"/>
                <a:gd name="T59" fmla="*/ 138 h 202"/>
                <a:gd name="T60" fmla="*/ 135 w 202"/>
                <a:gd name="T61" fmla="*/ 144 h 202"/>
                <a:gd name="T62" fmla="*/ 151 w 202"/>
                <a:gd name="T63" fmla="*/ 132 h 202"/>
                <a:gd name="T64" fmla="*/ 153 w 202"/>
                <a:gd name="T65" fmla="*/ 121 h 202"/>
                <a:gd name="T66" fmla="*/ 148 w 202"/>
                <a:gd name="T67" fmla="*/ 118 h 202"/>
                <a:gd name="T68" fmla="*/ 103 w 202"/>
                <a:gd name="T69" fmla="*/ 181 h 202"/>
                <a:gd name="T70" fmla="*/ 57 w 202"/>
                <a:gd name="T71" fmla="*/ 167 h 202"/>
                <a:gd name="T72" fmla="*/ 25 w 202"/>
                <a:gd name="T73" fmla="*/ 177 h 202"/>
                <a:gd name="T74" fmla="*/ 35 w 202"/>
                <a:gd name="T75" fmla="*/ 147 h 202"/>
                <a:gd name="T76" fmla="*/ 19 w 202"/>
                <a:gd name="T77" fmla="*/ 98 h 202"/>
                <a:gd name="T78" fmla="*/ 20 w 202"/>
                <a:gd name="T79" fmla="*/ 90 h 202"/>
                <a:gd name="T80" fmla="*/ 103 w 202"/>
                <a:gd name="T81" fmla="*/ 15 h 202"/>
                <a:gd name="T82" fmla="*/ 186 w 202"/>
                <a:gd name="T83" fmla="*/ 92 h 202"/>
                <a:gd name="T84" fmla="*/ 186 w 202"/>
                <a:gd name="T85" fmla="*/ 98 h 202"/>
                <a:gd name="T86" fmla="*/ 103 w 202"/>
                <a:gd name="T87" fmla="*/ 181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02" h="202">
                  <a:moveTo>
                    <a:pt x="202" y="96"/>
                  </a:moveTo>
                  <a:cubicBezTo>
                    <a:pt x="201" y="42"/>
                    <a:pt x="157" y="0"/>
                    <a:pt x="103" y="0"/>
                  </a:cubicBezTo>
                  <a:cubicBezTo>
                    <a:pt x="49" y="0"/>
                    <a:pt x="6" y="41"/>
                    <a:pt x="4" y="94"/>
                  </a:cubicBezTo>
                  <a:cubicBezTo>
                    <a:pt x="3" y="95"/>
                    <a:pt x="3" y="97"/>
                    <a:pt x="3" y="98"/>
                  </a:cubicBezTo>
                  <a:cubicBezTo>
                    <a:pt x="3" y="117"/>
                    <a:pt x="9" y="134"/>
                    <a:pt x="18" y="149"/>
                  </a:cubicBezTo>
                  <a:cubicBezTo>
                    <a:pt x="0" y="202"/>
                    <a:pt x="0" y="202"/>
                    <a:pt x="0" y="202"/>
                  </a:cubicBezTo>
                  <a:cubicBezTo>
                    <a:pt x="55" y="184"/>
                    <a:pt x="55" y="184"/>
                    <a:pt x="55" y="184"/>
                  </a:cubicBezTo>
                  <a:cubicBezTo>
                    <a:pt x="69" y="192"/>
                    <a:pt x="85" y="196"/>
                    <a:pt x="103" y="196"/>
                  </a:cubicBezTo>
                  <a:cubicBezTo>
                    <a:pt x="158" y="196"/>
                    <a:pt x="202" y="153"/>
                    <a:pt x="202" y="98"/>
                  </a:cubicBezTo>
                  <a:cubicBezTo>
                    <a:pt x="202" y="97"/>
                    <a:pt x="202" y="96"/>
                    <a:pt x="202" y="96"/>
                  </a:cubicBezTo>
                  <a:close/>
                  <a:moveTo>
                    <a:pt x="148" y="118"/>
                  </a:moveTo>
                  <a:cubicBezTo>
                    <a:pt x="146" y="117"/>
                    <a:pt x="134" y="111"/>
                    <a:pt x="132" y="110"/>
                  </a:cubicBezTo>
                  <a:cubicBezTo>
                    <a:pt x="129" y="109"/>
                    <a:pt x="128" y="109"/>
                    <a:pt x="126" y="111"/>
                  </a:cubicBezTo>
                  <a:cubicBezTo>
                    <a:pt x="124" y="114"/>
                    <a:pt x="120" y="119"/>
                    <a:pt x="118" y="121"/>
                  </a:cubicBezTo>
                  <a:cubicBezTo>
                    <a:pt x="117" y="122"/>
                    <a:pt x="116" y="122"/>
                    <a:pt x="113" y="121"/>
                  </a:cubicBezTo>
                  <a:cubicBezTo>
                    <a:pt x="111" y="120"/>
                    <a:pt x="103" y="118"/>
                    <a:pt x="94" y="109"/>
                  </a:cubicBezTo>
                  <a:cubicBezTo>
                    <a:pt x="86" y="103"/>
                    <a:pt x="81" y="95"/>
                    <a:pt x="80" y="93"/>
                  </a:cubicBezTo>
                  <a:cubicBezTo>
                    <a:pt x="79" y="90"/>
                    <a:pt x="80" y="89"/>
                    <a:pt x="81" y="88"/>
                  </a:cubicBezTo>
                  <a:cubicBezTo>
                    <a:pt x="82" y="87"/>
                    <a:pt x="83" y="85"/>
                    <a:pt x="85" y="83"/>
                  </a:cubicBezTo>
                  <a:cubicBezTo>
                    <a:pt x="85" y="83"/>
                    <a:pt x="85" y="83"/>
                    <a:pt x="86" y="82"/>
                  </a:cubicBezTo>
                  <a:cubicBezTo>
                    <a:pt x="86" y="81"/>
                    <a:pt x="87" y="81"/>
                    <a:pt x="87" y="79"/>
                  </a:cubicBezTo>
                  <a:cubicBezTo>
                    <a:pt x="88" y="78"/>
                    <a:pt x="88" y="76"/>
                    <a:pt x="87" y="75"/>
                  </a:cubicBezTo>
                  <a:cubicBezTo>
                    <a:pt x="86" y="74"/>
                    <a:pt x="82" y="62"/>
                    <a:pt x="79" y="57"/>
                  </a:cubicBezTo>
                  <a:cubicBezTo>
                    <a:pt x="77" y="52"/>
                    <a:pt x="75" y="53"/>
                    <a:pt x="74" y="53"/>
                  </a:cubicBezTo>
                  <a:cubicBezTo>
                    <a:pt x="73" y="53"/>
                    <a:pt x="71" y="53"/>
                    <a:pt x="69" y="53"/>
                  </a:cubicBezTo>
                  <a:cubicBezTo>
                    <a:pt x="68" y="53"/>
                    <a:pt x="65" y="54"/>
                    <a:pt x="63" y="56"/>
                  </a:cubicBezTo>
                  <a:cubicBezTo>
                    <a:pt x="60" y="59"/>
                    <a:pt x="54" y="64"/>
                    <a:pt x="54" y="76"/>
                  </a:cubicBezTo>
                  <a:cubicBezTo>
                    <a:pt x="54" y="79"/>
                    <a:pt x="55" y="82"/>
                    <a:pt x="56" y="84"/>
                  </a:cubicBezTo>
                  <a:cubicBezTo>
                    <a:pt x="58" y="93"/>
                    <a:pt x="63" y="100"/>
                    <a:pt x="64" y="101"/>
                  </a:cubicBezTo>
                  <a:cubicBezTo>
                    <a:pt x="65" y="103"/>
                    <a:pt x="81" y="128"/>
                    <a:pt x="106" y="138"/>
                  </a:cubicBezTo>
                  <a:cubicBezTo>
                    <a:pt x="131" y="147"/>
                    <a:pt x="131" y="144"/>
                    <a:pt x="135" y="144"/>
                  </a:cubicBezTo>
                  <a:cubicBezTo>
                    <a:pt x="139" y="143"/>
                    <a:pt x="149" y="138"/>
                    <a:pt x="151" y="132"/>
                  </a:cubicBezTo>
                  <a:cubicBezTo>
                    <a:pt x="153" y="127"/>
                    <a:pt x="153" y="122"/>
                    <a:pt x="153" y="121"/>
                  </a:cubicBezTo>
                  <a:cubicBezTo>
                    <a:pt x="152" y="120"/>
                    <a:pt x="151" y="119"/>
                    <a:pt x="148" y="118"/>
                  </a:cubicBezTo>
                  <a:close/>
                  <a:moveTo>
                    <a:pt x="103" y="181"/>
                  </a:moveTo>
                  <a:cubicBezTo>
                    <a:pt x="86" y="181"/>
                    <a:pt x="70" y="176"/>
                    <a:pt x="57" y="167"/>
                  </a:cubicBezTo>
                  <a:cubicBezTo>
                    <a:pt x="25" y="177"/>
                    <a:pt x="25" y="177"/>
                    <a:pt x="25" y="177"/>
                  </a:cubicBezTo>
                  <a:cubicBezTo>
                    <a:pt x="35" y="147"/>
                    <a:pt x="35" y="147"/>
                    <a:pt x="35" y="147"/>
                  </a:cubicBezTo>
                  <a:cubicBezTo>
                    <a:pt x="25" y="133"/>
                    <a:pt x="19" y="116"/>
                    <a:pt x="19" y="98"/>
                  </a:cubicBezTo>
                  <a:cubicBezTo>
                    <a:pt x="19" y="95"/>
                    <a:pt x="19" y="93"/>
                    <a:pt x="20" y="90"/>
                  </a:cubicBezTo>
                  <a:cubicBezTo>
                    <a:pt x="24" y="48"/>
                    <a:pt x="59" y="15"/>
                    <a:pt x="103" y="15"/>
                  </a:cubicBezTo>
                  <a:cubicBezTo>
                    <a:pt x="147" y="15"/>
                    <a:pt x="183" y="49"/>
                    <a:pt x="186" y="92"/>
                  </a:cubicBezTo>
                  <a:cubicBezTo>
                    <a:pt x="186" y="94"/>
                    <a:pt x="186" y="96"/>
                    <a:pt x="186" y="98"/>
                  </a:cubicBezTo>
                  <a:cubicBezTo>
                    <a:pt x="186" y="144"/>
                    <a:pt x="149" y="181"/>
                    <a:pt x="103" y="1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7" name="TextBox 36">
            <a:extLst>
              <a:ext uri="{FF2B5EF4-FFF2-40B4-BE49-F238E27FC236}">
                <a16:creationId xmlns:a16="http://schemas.microsoft.com/office/drawing/2014/main" id="{010A911A-E760-64C2-97D7-E82B2CFF0A21}"/>
              </a:ext>
            </a:extLst>
          </p:cNvPr>
          <p:cNvSpPr txBox="1">
            <a:spLocks noChangeArrowheads="1"/>
          </p:cNvSpPr>
          <p:nvPr/>
        </p:nvSpPr>
        <p:spPr bwMode="auto">
          <a:xfrm>
            <a:off x="8207503" y="5450884"/>
            <a:ext cx="32004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algn="ctr" eaLnBrk="1" hangingPunct="1"/>
            <a:r>
              <a:rPr lang="en-US" altLang="en-US" sz="1000" dirty="0">
                <a:solidFill>
                  <a:schemeClr val="tx1">
                    <a:lumMod val="65000"/>
                    <a:lumOff val="35000"/>
                  </a:schemeClr>
                </a:solidFill>
                <a:latin typeface="+mn-lt"/>
              </a:rPr>
              <a:t>many variations of passages of lorem ipsum dolor sit </a:t>
            </a:r>
            <a:r>
              <a:rPr lang="en-US" altLang="en-US" sz="1000" dirty="0" err="1">
                <a:solidFill>
                  <a:schemeClr val="tx1">
                    <a:lumMod val="65000"/>
                    <a:lumOff val="35000"/>
                  </a:schemeClr>
                </a:solidFill>
                <a:latin typeface="+mn-lt"/>
              </a:rPr>
              <a:t>amet</a:t>
            </a:r>
            <a:r>
              <a:rPr lang="en-US" altLang="en-US" sz="1000" dirty="0">
                <a:solidFill>
                  <a:schemeClr val="tx1">
                    <a:lumMod val="65000"/>
                    <a:lumOff val="35000"/>
                  </a:schemeClr>
                </a:solidFill>
                <a:latin typeface="+mn-lt"/>
              </a:rPr>
              <a:t> available all categories business</a:t>
            </a:r>
          </a:p>
        </p:txBody>
      </p:sp>
      <p:sp>
        <p:nvSpPr>
          <p:cNvPr id="38" name="TextBox 37">
            <a:extLst>
              <a:ext uri="{FF2B5EF4-FFF2-40B4-BE49-F238E27FC236}">
                <a16:creationId xmlns:a16="http://schemas.microsoft.com/office/drawing/2014/main" id="{CF633BFF-BF4C-18E3-57AB-4D90BEF2F13A}"/>
              </a:ext>
            </a:extLst>
          </p:cNvPr>
          <p:cNvSpPr txBox="1">
            <a:spLocks noChangeArrowheads="1"/>
          </p:cNvSpPr>
          <p:nvPr/>
        </p:nvSpPr>
        <p:spPr bwMode="auto">
          <a:xfrm>
            <a:off x="4548850" y="5447983"/>
            <a:ext cx="32004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algn="ctr" eaLnBrk="1" hangingPunct="1"/>
            <a:r>
              <a:rPr lang="en-US" altLang="en-US" sz="1000" dirty="0">
                <a:solidFill>
                  <a:schemeClr val="tx1">
                    <a:lumMod val="65000"/>
                    <a:lumOff val="35000"/>
                  </a:schemeClr>
                </a:solidFill>
                <a:latin typeface="+mn-lt"/>
              </a:rPr>
              <a:t>many variations of passages of lorem ipsum dolor sit </a:t>
            </a:r>
            <a:r>
              <a:rPr lang="en-US" altLang="en-US" sz="1000" dirty="0" err="1">
                <a:solidFill>
                  <a:schemeClr val="tx1">
                    <a:lumMod val="65000"/>
                    <a:lumOff val="35000"/>
                  </a:schemeClr>
                </a:solidFill>
                <a:latin typeface="+mn-lt"/>
              </a:rPr>
              <a:t>amet</a:t>
            </a:r>
            <a:r>
              <a:rPr lang="en-US" altLang="en-US" sz="1000" dirty="0">
                <a:solidFill>
                  <a:schemeClr val="tx1">
                    <a:lumMod val="65000"/>
                    <a:lumOff val="35000"/>
                  </a:schemeClr>
                </a:solidFill>
                <a:latin typeface="+mn-lt"/>
              </a:rPr>
              <a:t> available all categories business</a:t>
            </a:r>
          </a:p>
        </p:txBody>
      </p:sp>
      <p:sp>
        <p:nvSpPr>
          <p:cNvPr id="39" name="TextBox 38">
            <a:extLst>
              <a:ext uri="{FF2B5EF4-FFF2-40B4-BE49-F238E27FC236}">
                <a16:creationId xmlns:a16="http://schemas.microsoft.com/office/drawing/2014/main" id="{ED5CBAD4-49E4-4D52-3155-D5CDF53DE8E9}"/>
              </a:ext>
            </a:extLst>
          </p:cNvPr>
          <p:cNvSpPr txBox="1">
            <a:spLocks noChangeArrowheads="1"/>
          </p:cNvSpPr>
          <p:nvPr/>
        </p:nvSpPr>
        <p:spPr bwMode="auto">
          <a:xfrm>
            <a:off x="964707" y="5460932"/>
            <a:ext cx="320040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algn="ctr" eaLnBrk="1" hangingPunct="1"/>
            <a:r>
              <a:rPr lang="en-US" altLang="en-US" sz="1000" dirty="0">
                <a:solidFill>
                  <a:schemeClr val="tx1">
                    <a:lumMod val="65000"/>
                    <a:lumOff val="35000"/>
                  </a:schemeClr>
                </a:solidFill>
                <a:latin typeface="+mn-lt"/>
              </a:rPr>
              <a:t>many variations of passages of lorem ipsum dolor sit </a:t>
            </a:r>
            <a:r>
              <a:rPr lang="en-US" altLang="en-US" sz="1000" dirty="0" err="1">
                <a:solidFill>
                  <a:schemeClr val="tx1">
                    <a:lumMod val="65000"/>
                    <a:lumOff val="35000"/>
                  </a:schemeClr>
                </a:solidFill>
                <a:latin typeface="+mn-lt"/>
              </a:rPr>
              <a:t>amet</a:t>
            </a:r>
            <a:r>
              <a:rPr lang="en-US" altLang="en-US" sz="1000" dirty="0">
                <a:solidFill>
                  <a:schemeClr val="tx1">
                    <a:lumMod val="65000"/>
                    <a:lumOff val="35000"/>
                  </a:schemeClr>
                </a:solidFill>
                <a:latin typeface="+mn-lt"/>
              </a:rPr>
              <a:t> available all categories business</a:t>
            </a:r>
          </a:p>
        </p:txBody>
      </p:sp>
    </p:spTree>
    <p:extLst>
      <p:ext uri="{BB962C8B-B14F-4D97-AF65-F5344CB8AC3E}">
        <p14:creationId xmlns:p14="http://schemas.microsoft.com/office/powerpoint/2010/main" val="3865180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2" presetClass="entr" presetSubtype="4" accel="20000" decel="6000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anim calcmode="lin" valueType="num">
                                      <p:cBhvr additive="base">
                                        <p:cTn id="27" dur="1000" fill="hold"/>
                                        <p:tgtEl>
                                          <p:spTgt spid="37"/>
                                        </p:tgtEl>
                                        <p:attrNameLst>
                                          <p:attrName>ppt_x</p:attrName>
                                        </p:attrNameLst>
                                      </p:cBhvr>
                                      <p:tavLst>
                                        <p:tav tm="0">
                                          <p:val>
                                            <p:strVal val="#ppt_x"/>
                                          </p:val>
                                        </p:tav>
                                        <p:tav tm="100000">
                                          <p:val>
                                            <p:strVal val="#ppt_x"/>
                                          </p:val>
                                        </p:tav>
                                      </p:tavLst>
                                    </p:anim>
                                    <p:anim calcmode="lin" valueType="num">
                                      <p:cBhvr additive="base">
                                        <p:cTn id="28" dur="1000" fill="hold"/>
                                        <p:tgtEl>
                                          <p:spTgt spid="37"/>
                                        </p:tgtEl>
                                        <p:attrNameLst>
                                          <p:attrName>ppt_y</p:attrName>
                                        </p:attrNameLst>
                                      </p:cBhvr>
                                      <p:tavLst>
                                        <p:tav tm="0">
                                          <p:val>
                                            <p:strVal val="1+#ppt_h/2"/>
                                          </p:val>
                                        </p:tav>
                                        <p:tav tm="100000">
                                          <p:val>
                                            <p:strVal val="#ppt_y"/>
                                          </p:val>
                                        </p:tav>
                                      </p:tavLst>
                                    </p:anim>
                                  </p:childTnLst>
                                </p:cTn>
                              </p:par>
                              <p:par>
                                <p:cTn id="29" presetID="2" presetClass="entr" presetSubtype="4" accel="20000" decel="6000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 calcmode="lin" valueType="num">
                                      <p:cBhvr additive="base">
                                        <p:cTn id="31" dur="1000" fill="hold"/>
                                        <p:tgtEl>
                                          <p:spTgt spid="38"/>
                                        </p:tgtEl>
                                        <p:attrNameLst>
                                          <p:attrName>ppt_x</p:attrName>
                                        </p:attrNameLst>
                                      </p:cBhvr>
                                      <p:tavLst>
                                        <p:tav tm="0">
                                          <p:val>
                                            <p:strVal val="#ppt_x"/>
                                          </p:val>
                                        </p:tav>
                                        <p:tav tm="100000">
                                          <p:val>
                                            <p:strVal val="#ppt_x"/>
                                          </p:val>
                                        </p:tav>
                                      </p:tavLst>
                                    </p:anim>
                                    <p:anim calcmode="lin" valueType="num">
                                      <p:cBhvr additive="base">
                                        <p:cTn id="32" dur="1000" fill="hold"/>
                                        <p:tgtEl>
                                          <p:spTgt spid="38"/>
                                        </p:tgtEl>
                                        <p:attrNameLst>
                                          <p:attrName>ppt_y</p:attrName>
                                        </p:attrNameLst>
                                      </p:cBhvr>
                                      <p:tavLst>
                                        <p:tav tm="0">
                                          <p:val>
                                            <p:strVal val="1+#ppt_h/2"/>
                                          </p:val>
                                        </p:tav>
                                        <p:tav tm="100000">
                                          <p:val>
                                            <p:strVal val="#ppt_y"/>
                                          </p:val>
                                        </p:tav>
                                      </p:tavLst>
                                    </p:anim>
                                  </p:childTnLst>
                                </p:cTn>
                              </p:par>
                              <p:par>
                                <p:cTn id="33" presetID="2" presetClass="entr" presetSubtype="4" accel="20000" decel="60000"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anim calcmode="lin" valueType="num">
                                      <p:cBhvr additive="base">
                                        <p:cTn id="35" dur="1000" fill="hold"/>
                                        <p:tgtEl>
                                          <p:spTgt spid="39"/>
                                        </p:tgtEl>
                                        <p:attrNameLst>
                                          <p:attrName>ppt_x</p:attrName>
                                        </p:attrNameLst>
                                      </p:cBhvr>
                                      <p:tavLst>
                                        <p:tav tm="0">
                                          <p:val>
                                            <p:strVal val="#ppt_x"/>
                                          </p:val>
                                        </p:tav>
                                        <p:tav tm="100000">
                                          <p:val>
                                            <p:strVal val="#ppt_x"/>
                                          </p:val>
                                        </p:tav>
                                      </p:tavLst>
                                    </p:anim>
                                    <p:anim calcmode="lin" valueType="num">
                                      <p:cBhvr additive="base">
                                        <p:cTn id="36" dur="10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37" grpId="0"/>
      <p:bldP spid="38" grpId="0"/>
      <p:bldP spid="3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442F331-37C4-C86F-416D-75909D658314}"/>
              </a:ext>
            </a:extLst>
          </p:cNvPr>
          <p:cNvSpPr>
            <a:spLocks noGrp="1"/>
          </p:cNvSpPr>
          <p:nvPr>
            <p:ph type="sldNum" sz="quarter" idx="11"/>
          </p:nvPr>
        </p:nvSpPr>
        <p:spPr/>
        <p:txBody>
          <a:bodyPr/>
          <a:lstStyle/>
          <a:p>
            <a:fld id="{7737D3DD-0AB3-4F16-99FA-6262B2B4036D}" type="slidenum">
              <a:rPr lang="en-MY" smtClean="0"/>
              <a:t>46</a:t>
            </a:fld>
            <a:endParaRPr lang="en-MY"/>
          </a:p>
        </p:txBody>
      </p:sp>
      <p:pic>
        <p:nvPicPr>
          <p:cNvPr id="14" name="Picture Placeholder 13" descr="A picture containing sky, grass, outdoor, day&#10;&#10;Description automatically generated">
            <a:extLst>
              <a:ext uri="{FF2B5EF4-FFF2-40B4-BE49-F238E27FC236}">
                <a16:creationId xmlns:a16="http://schemas.microsoft.com/office/drawing/2014/main" id="{6A0699EF-7CEB-CE7C-15C0-27DA8CB0F78F}"/>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p:pic>
      <p:pic>
        <p:nvPicPr>
          <p:cNvPr id="16" name="Picture Placeholder 15" descr="A picture containing outdoor, nature, resort&#10;&#10;Description automatically generated">
            <a:extLst>
              <a:ext uri="{FF2B5EF4-FFF2-40B4-BE49-F238E27FC236}">
                <a16:creationId xmlns:a16="http://schemas.microsoft.com/office/drawing/2014/main" id="{0C5803B7-552C-47DC-19F5-7FFE9B7777DC}"/>
              </a:ext>
            </a:extLst>
          </p:cNvPr>
          <p:cNvPicPr>
            <a:picLocks noGrp="1" noChangeAspect="1"/>
          </p:cNvPicPr>
          <p:nvPr>
            <p:ph type="pic" sz="quarter" idx="13"/>
          </p:nvPr>
        </p:nvPicPr>
        <p:blipFill>
          <a:blip r:embed="rId3" cstate="screen">
            <a:extLst>
              <a:ext uri="{28A0092B-C50C-407E-A947-70E740481C1C}">
                <a14:useLocalDpi xmlns:a14="http://schemas.microsoft.com/office/drawing/2010/main"/>
              </a:ext>
            </a:extLst>
          </a:blip>
          <a:srcRect/>
          <a:stretch>
            <a:fillRect/>
          </a:stretch>
        </p:blipFill>
        <p:spPr/>
      </p:pic>
      <p:pic>
        <p:nvPicPr>
          <p:cNvPr id="18" name="Picture Placeholder 17" descr="A picture containing sky, outdoor, grass, road&#10;&#10;Description automatically generated">
            <a:extLst>
              <a:ext uri="{FF2B5EF4-FFF2-40B4-BE49-F238E27FC236}">
                <a16:creationId xmlns:a16="http://schemas.microsoft.com/office/drawing/2014/main" id="{3D3F132B-C43A-B87C-D861-A583BB3613F0}"/>
              </a:ext>
            </a:extLst>
          </p:cNvPr>
          <p:cNvPicPr>
            <a:picLocks noGrp="1" noChangeAspect="1"/>
          </p:cNvPicPr>
          <p:nvPr>
            <p:ph type="pic" sz="quarter" idx="14"/>
          </p:nvPr>
        </p:nvPicPr>
        <p:blipFill>
          <a:blip r:embed="rId4" cstate="screen">
            <a:extLst>
              <a:ext uri="{28A0092B-C50C-407E-A947-70E740481C1C}">
                <a14:useLocalDpi xmlns:a14="http://schemas.microsoft.com/office/drawing/2010/main"/>
              </a:ext>
            </a:extLst>
          </a:blip>
          <a:srcRect/>
          <a:stretch>
            <a:fillRect/>
          </a:stretch>
        </p:blipFill>
        <p:spPr/>
      </p:pic>
      <p:sp>
        <p:nvSpPr>
          <p:cNvPr id="5" name="Title 4">
            <a:extLst>
              <a:ext uri="{FF2B5EF4-FFF2-40B4-BE49-F238E27FC236}">
                <a16:creationId xmlns:a16="http://schemas.microsoft.com/office/drawing/2014/main" id="{94D61485-21C2-CBA1-BBCD-CB2F16260D3D}"/>
              </a:ext>
            </a:extLst>
          </p:cNvPr>
          <p:cNvSpPr>
            <a:spLocks noGrp="1"/>
          </p:cNvSpPr>
          <p:nvPr>
            <p:ph type="title"/>
          </p:nvPr>
        </p:nvSpPr>
        <p:spPr/>
        <p:txBody>
          <a:bodyPr/>
          <a:lstStyle/>
          <a:p>
            <a:endParaRPr lang="en-MY"/>
          </a:p>
        </p:txBody>
      </p:sp>
      <p:sp>
        <p:nvSpPr>
          <p:cNvPr id="6" name="TextBox 5">
            <a:extLst>
              <a:ext uri="{FF2B5EF4-FFF2-40B4-BE49-F238E27FC236}">
                <a16:creationId xmlns:a16="http://schemas.microsoft.com/office/drawing/2014/main" id="{AE515A11-661C-2447-F894-FACA98F3D700}"/>
              </a:ext>
            </a:extLst>
          </p:cNvPr>
          <p:cNvSpPr txBox="1">
            <a:spLocks noChangeArrowheads="1"/>
          </p:cNvSpPr>
          <p:nvPr/>
        </p:nvSpPr>
        <p:spPr bwMode="auto">
          <a:xfrm>
            <a:off x="2441575" y="4458141"/>
            <a:ext cx="1863725" cy="98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eaLnBrk="1" hangingPunct="1">
              <a:lnSpc>
                <a:spcPct val="150000"/>
              </a:lnSpc>
            </a:pPr>
            <a:r>
              <a:rPr lang="en-US" altLang="en-US" sz="1000" dirty="0">
                <a:solidFill>
                  <a:schemeClr val="bg1"/>
                </a:solidFill>
                <a:latin typeface="+mn-lt"/>
              </a:rPr>
              <a:t>many variations of passages of lorem ipsum dolor sit </a:t>
            </a:r>
            <a:r>
              <a:rPr lang="en-US" altLang="en-US" sz="1000" dirty="0" err="1">
                <a:solidFill>
                  <a:schemeClr val="bg1"/>
                </a:solidFill>
                <a:latin typeface="+mn-lt"/>
              </a:rPr>
              <a:t>amet</a:t>
            </a:r>
            <a:r>
              <a:rPr lang="en-US" altLang="en-US" sz="1000" dirty="0">
                <a:solidFill>
                  <a:schemeClr val="bg1"/>
                </a:solidFill>
                <a:latin typeface="+mn-lt"/>
              </a:rPr>
              <a:t> available all categories business</a:t>
            </a:r>
          </a:p>
        </p:txBody>
      </p:sp>
      <p:sp>
        <p:nvSpPr>
          <p:cNvPr id="8" name="TextBox 7">
            <a:extLst>
              <a:ext uri="{FF2B5EF4-FFF2-40B4-BE49-F238E27FC236}">
                <a16:creationId xmlns:a16="http://schemas.microsoft.com/office/drawing/2014/main" id="{11C7CF9C-51F6-9F2C-4451-7D9B72B41C33}"/>
              </a:ext>
            </a:extLst>
          </p:cNvPr>
          <p:cNvSpPr txBox="1">
            <a:spLocks noChangeArrowheads="1"/>
          </p:cNvSpPr>
          <p:nvPr/>
        </p:nvSpPr>
        <p:spPr bwMode="auto">
          <a:xfrm>
            <a:off x="179387" y="2366995"/>
            <a:ext cx="1863725" cy="98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eaLnBrk="1" hangingPunct="1">
              <a:lnSpc>
                <a:spcPct val="150000"/>
              </a:lnSpc>
            </a:pPr>
            <a:r>
              <a:rPr lang="en-US" altLang="en-US" sz="1000" dirty="0">
                <a:solidFill>
                  <a:schemeClr val="bg1"/>
                </a:solidFill>
                <a:latin typeface="+mn-lt"/>
              </a:rPr>
              <a:t>many variations of passages of lorem ipsum dolor sit </a:t>
            </a:r>
            <a:r>
              <a:rPr lang="en-US" altLang="en-US" sz="1000" dirty="0" err="1">
                <a:solidFill>
                  <a:schemeClr val="bg1"/>
                </a:solidFill>
                <a:latin typeface="+mn-lt"/>
              </a:rPr>
              <a:t>amet</a:t>
            </a:r>
            <a:r>
              <a:rPr lang="en-US" altLang="en-US" sz="1000" dirty="0">
                <a:solidFill>
                  <a:schemeClr val="bg1"/>
                </a:solidFill>
                <a:latin typeface="+mn-lt"/>
              </a:rPr>
              <a:t> available all categories business</a:t>
            </a:r>
          </a:p>
        </p:txBody>
      </p:sp>
      <p:sp>
        <p:nvSpPr>
          <p:cNvPr id="9" name="TextBox 8">
            <a:extLst>
              <a:ext uri="{FF2B5EF4-FFF2-40B4-BE49-F238E27FC236}">
                <a16:creationId xmlns:a16="http://schemas.microsoft.com/office/drawing/2014/main" id="{880D1BFB-A545-4BC5-655E-CC683BF265A2}"/>
              </a:ext>
            </a:extLst>
          </p:cNvPr>
          <p:cNvSpPr txBox="1">
            <a:spLocks noChangeArrowheads="1"/>
          </p:cNvSpPr>
          <p:nvPr/>
        </p:nvSpPr>
        <p:spPr bwMode="auto">
          <a:xfrm>
            <a:off x="2441575" y="404337"/>
            <a:ext cx="1863725" cy="98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eaLnBrk="1" hangingPunct="1">
              <a:lnSpc>
                <a:spcPct val="150000"/>
              </a:lnSpc>
            </a:pPr>
            <a:r>
              <a:rPr lang="en-US" altLang="en-US" sz="1000" dirty="0">
                <a:solidFill>
                  <a:schemeClr val="bg1"/>
                </a:solidFill>
                <a:latin typeface="+mn-lt"/>
              </a:rPr>
              <a:t>many variations of passages of lorem ipsum dolor sit </a:t>
            </a:r>
            <a:r>
              <a:rPr lang="en-US" altLang="en-US" sz="1000" dirty="0" err="1">
                <a:solidFill>
                  <a:schemeClr val="bg1"/>
                </a:solidFill>
                <a:latin typeface="+mn-lt"/>
              </a:rPr>
              <a:t>amet</a:t>
            </a:r>
            <a:r>
              <a:rPr lang="en-US" altLang="en-US" sz="1000" dirty="0">
                <a:solidFill>
                  <a:schemeClr val="bg1"/>
                </a:solidFill>
                <a:latin typeface="+mn-lt"/>
              </a:rPr>
              <a:t> available all categories business</a:t>
            </a:r>
          </a:p>
        </p:txBody>
      </p:sp>
      <p:sp>
        <p:nvSpPr>
          <p:cNvPr id="10" name="Rectangle 9">
            <a:extLst>
              <a:ext uri="{FF2B5EF4-FFF2-40B4-BE49-F238E27FC236}">
                <a16:creationId xmlns:a16="http://schemas.microsoft.com/office/drawing/2014/main" id="{4BA28396-28BA-ACB8-5CEF-EB640E0D606D}"/>
              </a:ext>
            </a:extLst>
          </p:cNvPr>
          <p:cNvSpPr/>
          <p:nvPr/>
        </p:nvSpPr>
        <p:spPr>
          <a:xfrm>
            <a:off x="5240024" y="3375478"/>
            <a:ext cx="3120205" cy="2356414"/>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r>
              <a:rPr lang="en-US" sz="1100" dirty="0" err="1">
                <a:solidFill>
                  <a:schemeClr val="tx1">
                    <a:lumMod val="65000"/>
                    <a:lumOff val="35000"/>
                  </a:schemeClr>
                </a:solidFill>
              </a:rPr>
              <a:t>Excepteur</a:t>
            </a:r>
            <a:r>
              <a:rPr lang="en-US" sz="1100" dirty="0">
                <a:solidFill>
                  <a:schemeClr val="tx1">
                    <a:lumMod val="65000"/>
                    <a:lumOff val="35000"/>
                  </a:schemeClr>
                </a:solidFill>
              </a:rPr>
              <a:t> </a:t>
            </a:r>
            <a:r>
              <a:rPr lang="en-US" sz="1100" dirty="0" err="1">
                <a:solidFill>
                  <a:schemeClr val="tx1">
                    <a:lumMod val="65000"/>
                    <a:lumOff val="35000"/>
                  </a:schemeClr>
                </a:solidFill>
              </a:rPr>
              <a:t>sint</a:t>
            </a:r>
            <a:r>
              <a:rPr lang="en-US" sz="1100" dirty="0">
                <a:solidFill>
                  <a:schemeClr val="tx1">
                    <a:lumMod val="65000"/>
                    <a:lumOff val="35000"/>
                  </a:schemeClr>
                </a:solidFill>
              </a:rPr>
              <a:t> </a:t>
            </a:r>
            <a:r>
              <a:rPr lang="en-US" sz="1100" dirty="0" err="1">
                <a:solidFill>
                  <a:schemeClr val="tx1">
                    <a:lumMod val="65000"/>
                    <a:lumOff val="35000"/>
                  </a:schemeClr>
                </a:solidFill>
              </a:rPr>
              <a:t>occaecat</a:t>
            </a:r>
            <a:r>
              <a:rPr lang="en-US" sz="1100" dirty="0">
                <a:solidFill>
                  <a:schemeClr val="tx1">
                    <a:lumMod val="65000"/>
                    <a:lumOff val="35000"/>
                  </a:schemeClr>
                </a:solidFill>
              </a:rPr>
              <a:t> </a:t>
            </a:r>
            <a:r>
              <a:rPr lang="en-US" sz="1100" dirty="0" err="1">
                <a:solidFill>
                  <a:schemeClr val="tx1">
                    <a:lumMod val="65000"/>
                    <a:lumOff val="35000"/>
                  </a:schemeClr>
                </a:solidFill>
              </a:rPr>
              <a:t>cupidatat</a:t>
            </a:r>
            <a:r>
              <a:rPr lang="en-US" sz="1100" dirty="0">
                <a:solidFill>
                  <a:schemeClr val="tx1">
                    <a:lumMod val="65000"/>
                    <a:lumOff val="35000"/>
                  </a:schemeClr>
                </a:solidFill>
              </a:rPr>
              <a:t> non </a:t>
            </a:r>
            <a:r>
              <a:rPr lang="en-US" sz="1100" dirty="0" err="1">
                <a:solidFill>
                  <a:schemeClr val="tx1">
                    <a:lumMod val="65000"/>
                    <a:lumOff val="35000"/>
                  </a:schemeClr>
                </a:solidFill>
              </a:rPr>
              <a:t>proident</a:t>
            </a:r>
            <a:r>
              <a:rPr lang="en-US" sz="1100" dirty="0">
                <a:solidFill>
                  <a:schemeClr val="tx1">
                    <a:lumMod val="65000"/>
                    <a:lumOff val="35000"/>
                  </a:schemeClr>
                </a:solidFill>
              </a:rPr>
              <a:t>, </a:t>
            </a:r>
            <a:r>
              <a:rPr lang="en-US" sz="1100" dirty="0" err="1">
                <a:solidFill>
                  <a:schemeClr val="tx1">
                    <a:lumMod val="65000"/>
                    <a:lumOff val="35000"/>
                  </a:schemeClr>
                </a:solidFill>
              </a:rPr>
              <a:t>sunt</a:t>
            </a:r>
            <a:r>
              <a:rPr lang="en-US" sz="1100" dirty="0">
                <a:solidFill>
                  <a:schemeClr val="tx1">
                    <a:lumMod val="65000"/>
                    <a:lumOff val="35000"/>
                  </a:schemeClr>
                </a:solidFill>
              </a:rPr>
              <a:t> in culpa qui </a:t>
            </a:r>
            <a:r>
              <a:rPr lang="en-US" sz="1100" dirty="0" err="1">
                <a:solidFill>
                  <a:schemeClr val="tx1">
                    <a:lumMod val="65000"/>
                    <a:lumOff val="35000"/>
                  </a:schemeClr>
                </a:solidFill>
              </a:rPr>
              <a:t>officia</a:t>
            </a:r>
            <a:r>
              <a:rPr lang="en-US" sz="1100" dirty="0">
                <a:solidFill>
                  <a:schemeClr val="tx1">
                    <a:lumMod val="65000"/>
                    <a:lumOff val="35000"/>
                  </a:schemeClr>
                </a:solidFill>
              </a:rPr>
              <a:t> </a:t>
            </a:r>
            <a:r>
              <a:rPr lang="en-US" sz="1100" dirty="0" err="1">
                <a:solidFill>
                  <a:schemeClr val="tx1">
                    <a:lumMod val="65000"/>
                    <a:lumOff val="35000"/>
                  </a:schemeClr>
                </a:solidFill>
              </a:rPr>
              <a:t>deserunt</a:t>
            </a:r>
            <a:r>
              <a:rPr lang="en-US" sz="1100" dirty="0">
                <a:solidFill>
                  <a:schemeClr val="tx1">
                    <a:lumMod val="65000"/>
                    <a:lumOff val="35000"/>
                  </a:schemeClr>
                </a:solidFill>
              </a:rPr>
              <a:t> </a:t>
            </a:r>
            <a:r>
              <a:rPr lang="en-US" sz="1100" dirty="0" err="1">
                <a:solidFill>
                  <a:schemeClr val="tx1">
                    <a:lumMod val="65000"/>
                    <a:lumOff val="35000"/>
                  </a:schemeClr>
                </a:solidFill>
              </a:rPr>
              <a:t>mollit</a:t>
            </a:r>
            <a:r>
              <a:rPr lang="en-US" sz="1100" dirty="0">
                <a:solidFill>
                  <a:schemeClr val="tx1">
                    <a:lumMod val="65000"/>
                    <a:lumOff val="35000"/>
                  </a:schemeClr>
                </a:solidFill>
              </a:rPr>
              <a:t> </a:t>
            </a:r>
            <a:r>
              <a:rPr lang="en-US" sz="1100" dirty="0" err="1">
                <a:solidFill>
                  <a:schemeClr val="tx1">
                    <a:lumMod val="65000"/>
                    <a:lumOff val="35000"/>
                  </a:schemeClr>
                </a:solidFill>
              </a:rPr>
              <a:t>anim</a:t>
            </a:r>
            <a:r>
              <a:rPr lang="en-US" sz="1100" dirty="0">
                <a:solidFill>
                  <a:schemeClr val="tx1">
                    <a:lumMod val="65000"/>
                    <a:lumOff val="35000"/>
                  </a:schemeClr>
                </a:solidFill>
              </a:rPr>
              <a:t> id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laborum</a:t>
            </a:r>
            <a:r>
              <a:rPr lang="en-US" sz="1100" dirty="0">
                <a:solidFill>
                  <a:schemeClr val="tx1">
                    <a:lumMod val="65000"/>
                    <a:lumOff val="35000"/>
                  </a:schemeClr>
                </a:solidFill>
              </a:rPr>
              <a:t>. </a:t>
            </a:r>
            <a:r>
              <a:rPr lang="en-US" sz="1100" dirty="0" err="1">
                <a:solidFill>
                  <a:schemeClr val="tx1">
                    <a:lumMod val="65000"/>
                    <a:lumOff val="35000"/>
                  </a:schemeClr>
                </a:solidFill>
              </a:rPr>
              <a:t>Vestibulum</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a:t>
            </a:r>
            <a:r>
              <a:rPr lang="en-US" sz="1100" dirty="0" err="1">
                <a:solidFill>
                  <a:schemeClr val="tx1">
                    <a:lumMod val="65000"/>
                    <a:lumOff val="35000"/>
                  </a:schemeClr>
                </a:solidFill>
              </a:rPr>
              <a:t>tortor</a:t>
            </a:r>
            <a:r>
              <a:rPr lang="en-US" sz="1100" dirty="0">
                <a:solidFill>
                  <a:schemeClr val="tx1">
                    <a:lumMod val="65000"/>
                    <a:lumOff val="35000"/>
                  </a:schemeClr>
                </a:solidFill>
              </a:rPr>
              <a:t> id mi. </a:t>
            </a:r>
          </a:p>
        </p:txBody>
      </p:sp>
      <p:sp>
        <p:nvSpPr>
          <p:cNvPr id="11" name="Rectangle 10">
            <a:extLst>
              <a:ext uri="{FF2B5EF4-FFF2-40B4-BE49-F238E27FC236}">
                <a16:creationId xmlns:a16="http://schemas.microsoft.com/office/drawing/2014/main" id="{B6163FA0-D9FD-D81B-2E99-A3E6EB3917A2}"/>
              </a:ext>
            </a:extLst>
          </p:cNvPr>
          <p:cNvSpPr/>
          <p:nvPr/>
        </p:nvSpPr>
        <p:spPr>
          <a:xfrm>
            <a:off x="5240023" y="2060618"/>
            <a:ext cx="6443317" cy="1086836"/>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r>
              <a:rPr lang="en-US" sz="1100" dirty="0" err="1">
                <a:solidFill>
                  <a:schemeClr val="tx1">
                    <a:lumMod val="65000"/>
                    <a:lumOff val="35000"/>
                  </a:schemeClr>
                </a:solidFill>
              </a:rPr>
              <a:t>Excepteur</a:t>
            </a:r>
            <a:r>
              <a:rPr lang="en-US" sz="1100" dirty="0">
                <a:solidFill>
                  <a:schemeClr val="tx1">
                    <a:lumMod val="65000"/>
                    <a:lumOff val="35000"/>
                  </a:schemeClr>
                </a:solidFill>
              </a:rPr>
              <a:t> </a:t>
            </a:r>
            <a:r>
              <a:rPr lang="en-US" sz="1100" dirty="0" err="1">
                <a:solidFill>
                  <a:schemeClr val="tx1">
                    <a:lumMod val="65000"/>
                    <a:lumOff val="35000"/>
                  </a:schemeClr>
                </a:solidFill>
              </a:rPr>
              <a:t>sint</a:t>
            </a:r>
            <a:r>
              <a:rPr lang="en-US" sz="1100" dirty="0">
                <a:solidFill>
                  <a:schemeClr val="tx1">
                    <a:lumMod val="65000"/>
                    <a:lumOff val="35000"/>
                  </a:schemeClr>
                </a:solidFill>
              </a:rPr>
              <a:t> </a:t>
            </a:r>
            <a:r>
              <a:rPr lang="en-US" sz="1100" dirty="0" err="1">
                <a:solidFill>
                  <a:schemeClr val="tx1">
                    <a:lumMod val="65000"/>
                    <a:lumOff val="35000"/>
                  </a:schemeClr>
                </a:solidFill>
              </a:rPr>
              <a:t>occaecat</a:t>
            </a:r>
            <a:r>
              <a:rPr lang="en-US" sz="1100" dirty="0">
                <a:solidFill>
                  <a:schemeClr val="tx1">
                    <a:lumMod val="65000"/>
                    <a:lumOff val="35000"/>
                  </a:schemeClr>
                </a:solidFill>
              </a:rPr>
              <a:t> </a:t>
            </a:r>
            <a:r>
              <a:rPr lang="en-US" sz="1100" dirty="0" err="1">
                <a:solidFill>
                  <a:schemeClr val="tx1">
                    <a:lumMod val="65000"/>
                    <a:lumOff val="35000"/>
                  </a:schemeClr>
                </a:solidFill>
              </a:rPr>
              <a:t>cupidatat</a:t>
            </a:r>
            <a:r>
              <a:rPr lang="en-US" sz="1100" dirty="0">
                <a:solidFill>
                  <a:schemeClr val="tx1">
                    <a:lumMod val="65000"/>
                    <a:lumOff val="35000"/>
                  </a:schemeClr>
                </a:solidFill>
              </a:rPr>
              <a:t> non </a:t>
            </a:r>
            <a:r>
              <a:rPr lang="en-US" sz="1100" dirty="0" err="1">
                <a:solidFill>
                  <a:schemeClr val="tx1">
                    <a:lumMod val="65000"/>
                    <a:lumOff val="35000"/>
                  </a:schemeClr>
                </a:solidFill>
              </a:rPr>
              <a:t>proident</a:t>
            </a:r>
            <a:r>
              <a:rPr lang="en-US" sz="1100" dirty="0">
                <a:solidFill>
                  <a:schemeClr val="tx1">
                    <a:lumMod val="65000"/>
                    <a:lumOff val="35000"/>
                  </a:schemeClr>
                </a:solidFill>
              </a:rPr>
              <a:t>, </a:t>
            </a:r>
            <a:r>
              <a:rPr lang="en-US" sz="1100" dirty="0" err="1">
                <a:solidFill>
                  <a:schemeClr val="tx1">
                    <a:lumMod val="65000"/>
                    <a:lumOff val="35000"/>
                  </a:schemeClr>
                </a:solidFill>
              </a:rPr>
              <a:t>sunt</a:t>
            </a:r>
            <a:r>
              <a:rPr lang="en-US" sz="1100" dirty="0">
                <a:solidFill>
                  <a:schemeClr val="tx1">
                    <a:lumMod val="65000"/>
                    <a:lumOff val="35000"/>
                  </a:schemeClr>
                </a:solidFill>
              </a:rPr>
              <a:t> in culpa qui </a:t>
            </a:r>
            <a:r>
              <a:rPr lang="en-US" sz="1100" dirty="0" err="1">
                <a:solidFill>
                  <a:schemeClr val="tx1">
                    <a:lumMod val="65000"/>
                    <a:lumOff val="35000"/>
                  </a:schemeClr>
                </a:solidFill>
              </a:rPr>
              <a:t>officia</a:t>
            </a:r>
            <a:r>
              <a:rPr lang="en-US" sz="1100" dirty="0">
                <a:solidFill>
                  <a:schemeClr val="tx1">
                    <a:lumMod val="65000"/>
                    <a:lumOff val="35000"/>
                  </a:schemeClr>
                </a:solidFill>
              </a:rPr>
              <a:t> </a:t>
            </a:r>
            <a:r>
              <a:rPr lang="en-US" sz="1100" dirty="0" err="1">
                <a:solidFill>
                  <a:schemeClr val="tx1">
                    <a:lumMod val="65000"/>
                    <a:lumOff val="35000"/>
                  </a:schemeClr>
                </a:solidFill>
              </a:rPr>
              <a:t>deserunt</a:t>
            </a:r>
            <a:r>
              <a:rPr lang="en-US" sz="1100" dirty="0">
                <a:solidFill>
                  <a:schemeClr val="tx1">
                    <a:lumMod val="65000"/>
                    <a:lumOff val="35000"/>
                  </a:schemeClr>
                </a:solidFill>
              </a:rPr>
              <a:t> </a:t>
            </a:r>
            <a:r>
              <a:rPr lang="en-US" sz="1100" dirty="0" err="1">
                <a:solidFill>
                  <a:schemeClr val="tx1">
                    <a:lumMod val="65000"/>
                    <a:lumOff val="35000"/>
                  </a:schemeClr>
                </a:solidFill>
              </a:rPr>
              <a:t>mollit</a:t>
            </a:r>
            <a:r>
              <a:rPr lang="en-US" sz="1100" dirty="0">
                <a:solidFill>
                  <a:schemeClr val="tx1">
                    <a:lumMod val="65000"/>
                    <a:lumOff val="35000"/>
                  </a:schemeClr>
                </a:solidFill>
              </a:rPr>
              <a:t> </a:t>
            </a:r>
            <a:r>
              <a:rPr lang="en-US" sz="1100" dirty="0" err="1">
                <a:solidFill>
                  <a:schemeClr val="tx1">
                    <a:lumMod val="65000"/>
                    <a:lumOff val="35000"/>
                  </a:schemeClr>
                </a:solidFill>
              </a:rPr>
              <a:t>anim</a:t>
            </a:r>
            <a:r>
              <a:rPr lang="en-US" sz="1100" dirty="0">
                <a:solidFill>
                  <a:schemeClr val="tx1">
                    <a:lumMod val="65000"/>
                    <a:lumOff val="35000"/>
                  </a:schemeClr>
                </a:solidFill>
              </a:rPr>
              <a:t> id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laborum</a:t>
            </a:r>
            <a:r>
              <a:rPr lang="en-US" sz="1100" dirty="0">
                <a:solidFill>
                  <a:schemeClr val="tx1">
                    <a:lumMod val="65000"/>
                    <a:lumOff val="35000"/>
                  </a:schemeClr>
                </a:solidFill>
              </a:rPr>
              <a:t>. </a:t>
            </a:r>
            <a:r>
              <a:rPr lang="en-US" sz="1100" dirty="0" err="1">
                <a:solidFill>
                  <a:schemeClr val="tx1">
                    <a:lumMod val="65000"/>
                    <a:lumOff val="35000"/>
                  </a:schemeClr>
                </a:solidFill>
              </a:rPr>
              <a:t>Vestibulum</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a:t>
            </a:r>
            <a:r>
              <a:rPr lang="en-US" sz="1100" dirty="0" err="1">
                <a:solidFill>
                  <a:schemeClr val="tx1">
                    <a:lumMod val="65000"/>
                    <a:lumOff val="35000"/>
                  </a:schemeClr>
                </a:solidFill>
              </a:rPr>
              <a:t>tortor</a:t>
            </a:r>
            <a:r>
              <a:rPr lang="en-US" sz="1100" dirty="0">
                <a:solidFill>
                  <a:schemeClr val="tx1">
                    <a:lumMod val="65000"/>
                    <a:lumOff val="35000"/>
                  </a:schemeClr>
                </a:solidFill>
              </a:rPr>
              <a:t> id mi. </a:t>
            </a:r>
          </a:p>
        </p:txBody>
      </p:sp>
      <p:sp>
        <p:nvSpPr>
          <p:cNvPr id="13" name="Rectangle 12">
            <a:extLst>
              <a:ext uri="{FF2B5EF4-FFF2-40B4-BE49-F238E27FC236}">
                <a16:creationId xmlns:a16="http://schemas.microsoft.com/office/drawing/2014/main" id="{7F7A513D-2B6F-3C32-B1EB-ABCD4BBD478A}"/>
              </a:ext>
            </a:extLst>
          </p:cNvPr>
          <p:cNvSpPr/>
          <p:nvPr/>
        </p:nvSpPr>
        <p:spPr>
          <a:xfrm>
            <a:off x="8563136" y="3375478"/>
            <a:ext cx="3120205" cy="2356414"/>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r>
              <a:rPr lang="en-US" sz="1100" dirty="0" err="1">
                <a:solidFill>
                  <a:schemeClr val="tx1">
                    <a:lumMod val="65000"/>
                    <a:lumOff val="35000"/>
                  </a:schemeClr>
                </a:solidFill>
              </a:rPr>
              <a:t>Excepteur</a:t>
            </a:r>
            <a:r>
              <a:rPr lang="en-US" sz="1100" dirty="0">
                <a:solidFill>
                  <a:schemeClr val="tx1">
                    <a:lumMod val="65000"/>
                    <a:lumOff val="35000"/>
                  </a:schemeClr>
                </a:solidFill>
              </a:rPr>
              <a:t> </a:t>
            </a:r>
            <a:r>
              <a:rPr lang="en-US" sz="1100" dirty="0" err="1">
                <a:solidFill>
                  <a:schemeClr val="tx1">
                    <a:lumMod val="65000"/>
                    <a:lumOff val="35000"/>
                  </a:schemeClr>
                </a:solidFill>
              </a:rPr>
              <a:t>sint</a:t>
            </a:r>
            <a:r>
              <a:rPr lang="en-US" sz="1100" dirty="0">
                <a:solidFill>
                  <a:schemeClr val="tx1">
                    <a:lumMod val="65000"/>
                    <a:lumOff val="35000"/>
                  </a:schemeClr>
                </a:solidFill>
              </a:rPr>
              <a:t> </a:t>
            </a:r>
            <a:r>
              <a:rPr lang="en-US" sz="1100" dirty="0" err="1">
                <a:solidFill>
                  <a:schemeClr val="tx1">
                    <a:lumMod val="65000"/>
                    <a:lumOff val="35000"/>
                  </a:schemeClr>
                </a:solidFill>
              </a:rPr>
              <a:t>occaecat</a:t>
            </a:r>
            <a:r>
              <a:rPr lang="en-US" sz="1100" dirty="0">
                <a:solidFill>
                  <a:schemeClr val="tx1">
                    <a:lumMod val="65000"/>
                    <a:lumOff val="35000"/>
                  </a:schemeClr>
                </a:solidFill>
              </a:rPr>
              <a:t> </a:t>
            </a:r>
            <a:r>
              <a:rPr lang="en-US" sz="1100" dirty="0" err="1">
                <a:solidFill>
                  <a:schemeClr val="tx1">
                    <a:lumMod val="65000"/>
                    <a:lumOff val="35000"/>
                  </a:schemeClr>
                </a:solidFill>
              </a:rPr>
              <a:t>cupidatat</a:t>
            </a:r>
            <a:r>
              <a:rPr lang="en-US" sz="1100" dirty="0">
                <a:solidFill>
                  <a:schemeClr val="tx1">
                    <a:lumMod val="65000"/>
                    <a:lumOff val="35000"/>
                  </a:schemeClr>
                </a:solidFill>
              </a:rPr>
              <a:t> non </a:t>
            </a:r>
            <a:r>
              <a:rPr lang="en-US" sz="1100" dirty="0" err="1">
                <a:solidFill>
                  <a:schemeClr val="tx1">
                    <a:lumMod val="65000"/>
                    <a:lumOff val="35000"/>
                  </a:schemeClr>
                </a:solidFill>
              </a:rPr>
              <a:t>proident</a:t>
            </a:r>
            <a:r>
              <a:rPr lang="en-US" sz="1100" dirty="0">
                <a:solidFill>
                  <a:schemeClr val="tx1">
                    <a:lumMod val="65000"/>
                    <a:lumOff val="35000"/>
                  </a:schemeClr>
                </a:solidFill>
              </a:rPr>
              <a:t>, </a:t>
            </a:r>
            <a:r>
              <a:rPr lang="en-US" sz="1100" dirty="0" err="1">
                <a:solidFill>
                  <a:schemeClr val="tx1">
                    <a:lumMod val="65000"/>
                    <a:lumOff val="35000"/>
                  </a:schemeClr>
                </a:solidFill>
              </a:rPr>
              <a:t>sunt</a:t>
            </a:r>
            <a:r>
              <a:rPr lang="en-US" sz="1100" dirty="0">
                <a:solidFill>
                  <a:schemeClr val="tx1">
                    <a:lumMod val="65000"/>
                    <a:lumOff val="35000"/>
                  </a:schemeClr>
                </a:solidFill>
              </a:rPr>
              <a:t> in culpa qui </a:t>
            </a:r>
            <a:r>
              <a:rPr lang="en-US" sz="1100" dirty="0" err="1">
                <a:solidFill>
                  <a:schemeClr val="tx1">
                    <a:lumMod val="65000"/>
                    <a:lumOff val="35000"/>
                  </a:schemeClr>
                </a:solidFill>
              </a:rPr>
              <a:t>officia</a:t>
            </a:r>
            <a:r>
              <a:rPr lang="en-US" sz="1100" dirty="0">
                <a:solidFill>
                  <a:schemeClr val="tx1">
                    <a:lumMod val="65000"/>
                    <a:lumOff val="35000"/>
                  </a:schemeClr>
                </a:solidFill>
              </a:rPr>
              <a:t> </a:t>
            </a:r>
            <a:r>
              <a:rPr lang="en-US" sz="1100" dirty="0" err="1">
                <a:solidFill>
                  <a:schemeClr val="tx1">
                    <a:lumMod val="65000"/>
                    <a:lumOff val="35000"/>
                  </a:schemeClr>
                </a:solidFill>
              </a:rPr>
              <a:t>deserunt</a:t>
            </a:r>
            <a:r>
              <a:rPr lang="en-US" sz="1100" dirty="0">
                <a:solidFill>
                  <a:schemeClr val="tx1">
                    <a:lumMod val="65000"/>
                    <a:lumOff val="35000"/>
                  </a:schemeClr>
                </a:solidFill>
              </a:rPr>
              <a:t> </a:t>
            </a:r>
            <a:r>
              <a:rPr lang="en-US" sz="1100" dirty="0" err="1">
                <a:solidFill>
                  <a:schemeClr val="tx1">
                    <a:lumMod val="65000"/>
                    <a:lumOff val="35000"/>
                  </a:schemeClr>
                </a:solidFill>
              </a:rPr>
              <a:t>mollit</a:t>
            </a:r>
            <a:r>
              <a:rPr lang="en-US" sz="1100" dirty="0">
                <a:solidFill>
                  <a:schemeClr val="tx1">
                    <a:lumMod val="65000"/>
                    <a:lumOff val="35000"/>
                  </a:schemeClr>
                </a:solidFill>
              </a:rPr>
              <a:t> </a:t>
            </a:r>
            <a:r>
              <a:rPr lang="en-US" sz="1100" dirty="0" err="1">
                <a:solidFill>
                  <a:schemeClr val="tx1">
                    <a:lumMod val="65000"/>
                    <a:lumOff val="35000"/>
                  </a:schemeClr>
                </a:solidFill>
              </a:rPr>
              <a:t>anim</a:t>
            </a:r>
            <a:r>
              <a:rPr lang="en-US" sz="1100" dirty="0">
                <a:solidFill>
                  <a:schemeClr val="tx1">
                    <a:lumMod val="65000"/>
                    <a:lumOff val="35000"/>
                  </a:schemeClr>
                </a:solidFill>
              </a:rPr>
              <a:t> id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laborum</a:t>
            </a:r>
            <a:r>
              <a:rPr lang="en-US" sz="1100" dirty="0">
                <a:solidFill>
                  <a:schemeClr val="tx1">
                    <a:lumMod val="65000"/>
                    <a:lumOff val="35000"/>
                  </a:schemeClr>
                </a:solidFill>
              </a:rPr>
              <a:t>. </a:t>
            </a:r>
            <a:r>
              <a:rPr lang="en-US" sz="1100" dirty="0" err="1">
                <a:solidFill>
                  <a:schemeClr val="tx1">
                    <a:lumMod val="65000"/>
                    <a:lumOff val="35000"/>
                  </a:schemeClr>
                </a:solidFill>
              </a:rPr>
              <a:t>Vestibulum</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a:t>
            </a:r>
            <a:r>
              <a:rPr lang="en-US" sz="1100" dirty="0" err="1">
                <a:solidFill>
                  <a:schemeClr val="tx1">
                    <a:lumMod val="65000"/>
                    <a:lumOff val="35000"/>
                  </a:schemeClr>
                </a:solidFill>
              </a:rPr>
              <a:t>tortor</a:t>
            </a:r>
            <a:r>
              <a:rPr lang="en-US" sz="1100" dirty="0">
                <a:solidFill>
                  <a:schemeClr val="tx1">
                    <a:lumMod val="65000"/>
                    <a:lumOff val="35000"/>
                  </a:schemeClr>
                </a:solidFill>
              </a:rPr>
              <a:t> id mi. </a:t>
            </a:r>
          </a:p>
        </p:txBody>
      </p:sp>
    </p:spTree>
    <p:extLst>
      <p:ext uri="{BB962C8B-B14F-4D97-AF65-F5344CB8AC3E}">
        <p14:creationId xmlns:p14="http://schemas.microsoft.com/office/powerpoint/2010/main" val="3529057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accel="20000" decel="6000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000" fill="hold"/>
                                        <p:tgtEl>
                                          <p:spTgt spid="8"/>
                                        </p:tgtEl>
                                        <p:attrNameLst>
                                          <p:attrName>ppt_x</p:attrName>
                                        </p:attrNameLst>
                                      </p:cBhvr>
                                      <p:tavLst>
                                        <p:tav tm="0">
                                          <p:val>
                                            <p:strVal val="#ppt_x"/>
                                          </p:val>
                                        </p:tav>
                                        <p:tav tm="100000">
                                          <p:val>
                                            <p:strVal val="#ppt_x"/>
                                          </p:val>
                                        </p:tav>
                                      </p:tavLst>
                                    </p:anim>
                                    <p:anim calcmode="lin" valueType="num">
                                      <p:cBhvr additive="base">
                                        <p:cTn id="12" dur="10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accel="20000" decel="6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1000" fill="hold"/>
                                        <p:tgtEl>
                                          <p:spTgt spid="9"/>
                                        </p:tgtEl>
                                        <p:attrNameLst>
                                          <p:attrName>ppt_x</p:attrName>
                                        </p:attrNameLst>
                                      </p:cBhvr>
                                      <p:tavLst>
                                        <p:tav tm="0">
                                          <p:val>
                                            <p:strVal val="#ppt_x"/>
                                          </p:val>
                                        </p:tav>
                                        <p:tav tm="100000">
                                          <p:val>
                                            <p:strVal val="#ppt_x"/>
                                          </p:val>
                                        </p:tav>
                                      </p:tavLst>
                                    </p:anim>
                                    <p:anim calcmode="lin" valueType="num">
                                      <p:cBhvr additive="base">
                                        <p:cTn id="16"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E015EB-9E5D-166B-74C8-5D5926343150}"/>
              </a:ext>
            </a:extLst>
          </p:cNvPr>
          <p:cNvSpPr>
            <a:spLocks noGrp="1"/>
          </p:cNvSpPr>
          <p:nvPr>
            <p:ph type="title"/>
          </p:nvPr>
        </p:nvSpPr>
        <p:spPr/>
        <p:txBody>
          <a:bodyPr/>
          <a:lstStyle/>
          <a:p>
            <a:endParaRPr lang="en-MY"/>
          </a:p>
        </p:txBody>
      </p:sp>
      <p:sp>
        <p:nvSpPr>
          <p:cNvPr id="4" name="Slide Number Placeholder 3">
            <a:extLst>
              <a:ext uri="{FF2B5EF4-FFF2-40B4-BE49-F238E27FC236}">
                <a16:creationId xmlns:a16="http://schemas.microsoft.com/office/drawing/2014/main" id="{1F0F4A95-3C1C-FAAE-F920-CAC2A7E670E2}"/>
              </a:ext>
            </a:extLst>
          </p:cNvPr>
          <p:cNvSpPr>
            <a:spLocks noGrp="1"/>
          </p:cNvSpPr>
          <p:nvPr>
            <p:ph type="sldNum" sz="quarter" idx="11"/>
          </p:nvPr>
        </p:nvSpPr>
        <p:spPr/>
        <p:txBody>
          <a:bodyPr/>
          <a:lstStyle/>
          <a:p>
            <a:fld id="{7737D3DD-0AB3-4F16-99FA-6262B2B4036D}" type="slidenum">
              <a:rPr lang="en-MY" smtClean="0"/>
              <a:t>47</a:t>
            </a:fld>
            <a:endParaRPr lang="en-MY"/>
          </a:p>
        </p:txBody>
      </p:sp>
      <p:pic>
        <p:nvPicPr>
          <p:cNvPr id="9" name="Picture Placeholder 8" descr="A river running through a town&#10;&#10;Description automatically generated with low confidence">
            <a:extLst>
              <a:ext uri="{FF2B5EF4-FFF2-40B4-BE49-F238E27FC236}">
                <a16:creationId xmlns:a16="http://schemas.microsoft.com/office/drawing/2014/main" id="{DB3B1E65-0C6B-8A29-3734-54430FA8F651}"/>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a:fillRect/>
          </a:stretch>
        </p:blipFill>
        <p:spPr/>
      </p:pic>
      <p:sp>
        <p:nvSpPr>
          <p:cNvPr id="5" name="TextBox 4">
            <a:extLst>
              <a:ext uri="{FF2B5EF4-FFF2-40B4-BE49-F238E27FC236}">
                <a16:creationId xmlns:a16="http://schemas.microsoft.com/office/drawing/2014/main" id="{283F929E-BBE6-A175-4165-25275353F0E0}"/>
              </a:ext>
            </a:extLst>
          </p:cNvPr>
          <p:cNvSpPr txBox="1"/>
          <p:nvPr/>
        </p:nvSpPr>
        <p:spPr>
          <a:xfrm>
            <a:off x="4734713" y="2709373"/>
            <a:ext cx="3929638" cy="430887"/>
          </a:xfrm>
          <a:prstGeom prst="rect">
            <a:avLst/>
          </a:prstGeom>
          <a:noFill/>
        </p:spPr>
        <p:txBody>
          <a:bodyPr wrap="square">
            <a:spAutoFit/>
          </a:bodyPr>
          <a:lstStyle/>
          <a:p>
            <a:pPr eaLnBrk="1" fontAlgn="auto" hangingPunct="1">
              <a:lnSpc>
                <a:spcPct val="150000"/>
              </a:lnSpc>
              <a:spcBef>
                <a:spcPts val="0"/>
              </a:spcBef>
              <a:spcAft>
                <a:spcPts val="0"/>
              </a:spcAft>
              <a:defRPr/>
            </a:pPr>
            <a:r>
              <a:rPr lang="en-US" sz="1600" b="1" dirty="0">
                <a:solidFill>
                  <a:schemeClr val="tx1">
                    <a:lumMod val="75000"/>
                    <a:lumOff val="25000"/>
                  </a:schemeClr>
                </a:solidFill>
                <a:latin typeface="+mj-lt"/>
              </a:rPr>
              <a:t>Add Text Here</a:t>
            </a:r>
          </a:p>
        </p:txBody>
      </p:sp>
      <p:sp>
        <p:nvSpPr>
          <p:cNvPr id="19" name="Rectangle 18">
            <a:extLst>
              <a:ext uri="{FF2B5EF4-FFF2-40B4-BE49-F238E27FC236}">
                <a16:creationId xmlns:a16="http://schemas.microsoft.com/office/drawing/2014/main" id="{92F80E7C-8766-A0E8-CFC9-C6FD25238E67}"/>
              </a:ext>
            </a:extLst>
          </p:cNvPr>
          <p:cNvSpPr/>
          <p:nvPr/>
        </p:nvSpPr>
        <p:spPr>
          <a:xfrm>
            <a:off x="4718816" y="3353259"/>
            <a:ext cx="3929638" cy="2008242"/>
          </a:xfrm>
          <a:prstGeom prst="rect">
            <a:avLst/>
          </a:prstGeom>
        </p:spPr>
        <p:txBody>
          <a:bodyPr wrap="square">
            <a:spAutoFit/>
          </a:bodyPr>
          <a:lstStyle/>
          <a:p>
            <a:pPr algn="just">
              <a:lnSpc>
                <a:spcPct val="150000"/>
              </a:lnSpc>
            </a:pPr>
            <a:r>
              <a:rPr lang="en-US" sz="1200" dirty="0">
                <a:solidFill>
                  <a:schemeClr val="tx1">
                    <a:lumMod val="65000"/>
                    <a:lumOff val="35000"/>
                  </a:schemeClr>
                </a:solidFill>
              </a:rPr>
              <a:t>In </a:t>
            </a:r>
            <a:r>
              <a:rPr lang="en-US" sz="1200" dirty="0" err="1">
                <a:solidFill>
                  <a:schemeClr val="tx1">
                    <a:lumMod val="65000"/>
                    <a:lumOff val="35000"/>
                  </a:schemeClr>
                </a:solidFill>
              </a:rPr>
              <a:t>enim</a:t>
            </a:r>
            <a:r>
              <a:rPr lang="en-US" sz="1200" dirty="0">
                <a:solidFill>
                  <a:schemeClr val="tx1">
                    <a:lumMod val="65000"/>
                    <a:lumOff val="35000"/>
                  </a:schemeClr>
                </a:solidFill>
              </a:rPr>
              <a:t> a </a:t>
            </a:r>
            <a:r>
              <a:rPr lang="en-US" sz="1200" dirty="0" err="1">
                <a:solidFill>
                  <a:schemeClr val="tx1">
                    <a:lumMod val="65000"/>
                    <a:lumOff val="35000"/>
                  </a:schemeClr>
                </a:solidFill>
              </a:rPr>
              <a:t>arcu</a:t>
            </a:r>
            <a:r>
              <a:rPr lang="en-US" sz="1200" dirty="0">
                <a:solidFill>
                  <a:schemeClr val="tx1">
                    <a:lumMod val="65000"/>
                    <a:lumOff val="35000"/>
                  </a:schemeClr>
                </a:solidFill>
              </a:rPr>
              <a:t> </a:t>
            </a:r>
            <a:r>
              <a:rPr lang="en-US" sz="1200" dirty="0" err="1">
                <a:solidFill>
                  <a:schemeClr val="tx1">
                    <a:lumMod val="65000"/>
                    <a:lumOff val="35000"/>
                  </a:schemeClr>
                </a:solidFill>
              </a:rPr>
              <a:t>imperdiet</a:t>
            </a:r>
            <a:r>
              <a:rPr lang="en-US" sz="1200" dirty="0">
                <a:solidFill>
                  <a:schemeClr val="tx1">
                    <a:lumMod val="65000"/>
                    <a:lumOff val="35000"/>
                  </a:schemeClr>
                </a:solidFill>
              </a:rPr>
              <a:t> </a:t>
            </a:r>
            <a:r>
              <a:rPr lang="en-US" sz="1200" dirty="0" err="1">
                <a:solidFill>
                  <a:schemeClr val="tx1">
                    <a:lumMod val="65000"/>
                    <a:lumOff val="35000"/>
                  </a:schemeClr>
                </a:solidFill>
              </a:rPr>
              <a:t>malesuada</a:t>
            </a:r>
            <a:r>
              <a:rPr lang="en-US" sz="1200" dirty="0">
                <a:solidFill>
                  <a:schemeClr val="tx1">
                    <a:lumMod val="65000"/>
                    <a:lumOff val="35000"/>
                  </a:schemeClr>
                </a:solidFill>
              </a:rPr>
              <a:t>. </a:t>
            </a:r>
            <a:r>
              <a:rPr lang="en-US" sz="1200" dirty="0" err="1">
                <a:solidFill>
                  <a:schemeClr val="tx1">
                    <a:lumMod val="65000"/>
                    <a:lumOff val="35000"/>
                  </a:schemeClr>
                </a:solidFill>
              </a:rPr>
              <a:t>Fusce</a:t>
            </a:r>
            <a:r>
              <a:rPr lang="en-US" sz="1200" dirty="0">
                <a:solidFill>
                  <a:schemeClr val="tx1">
                    <a:lumMod val="65000"/>
                    <a:lumOff val="35000"/>
                  </a:schemeClr>
                </a:solidFill>
              </a:rPr>
              <a:t> </a:t>
            </a:r>
            <a:r>
              <a:rPr lang="en-US" sz="1200" dirty="0" err="1">
                <a:solidFill>
                  <a:schemeClr val="tx1">
                    <a:lumMod val="65000"/>
                    <a:lumOff val="35000"/>
                  </a:schemeClr>
                </a:solidFill>
              </a:rPr>
              <a:t>wisi</a:t>
            </a:r>
            <a:r>
              <a:rPr lang="en-US" sz="1200" dirty="0">
                <a:solidFill>
                  <a:schemeClr val="tx1">
                    <a:lumMod val="65000"/>
                    <a:lumOff val="35000"/>
                  </a:schemeClr>
                </a:solidFill>
              </a:rPr>
              <a:t>. </a:t>
            </a:r>
            <a:r>
              <a:rPr lang="en-US" sz="1200" dirty="0" err="1">
                <a:solidFill>
                  <a:schemeClr val="tx1">
                    <a:lumMod val="65000"/>
                    <a:lumOff val="35000"/>
                  </a:schemeClr>
                </a:solidFill>
              </a:rPr>
              <a:t>Nullam</a:t>
            </a:r>
            <a:r>
              <a:rPr lang="en-US" sz="1200" dirty="0">
                <a:solidFill>
                  <a:schemeClr val="tx1">
                    <a:lumMod val="65000"/>
                    <a:lumOff val="35000"/>
                  </a:schemeClr>
                </a:solidFill>
              </a:rPr>
              <a:t> at </a:t>
            </a:r>
            <a:r>
              <a:rPr lang="en-US" sz="1200" dirty="0" err="1">
                <a:solidFill>
                  <a:schemeClr val="tx1">
                    <a:lumMod val="65000"/>
                    <a:lumOff val="35000"/>
                  </a:schemeClr>
                </a:solidFill>
              </a:rPr>
              <a:t>arcu</a:t>
            </a:r>
            <a:r>
              <a:rPr lang="en-US" sz="1200" dirty="0">
                <a:solidFill>
                  <a:schemeClr val="tx1">
                    <a:lumMod val="65000"/>
                    <a:lumOff val="35000"/>
                  </a:schemeClr>
                </a:solidFill>
              </a:rPr>
              <a:t> a </a:t>
            </a:r>
            <a:r>
              <a:rPr lang="en-US" sz="1200" dirty="0" err="1">
                <a:solidFill>
                  <a:schemeClr val="tx1">
                    <a:lumMod val="65000"/>
                    <a:lumOff val="35000"/>
                  </a:schemeClr>
                </a:solidFill>
              </a:rPr>
              <a:t>est</a:t>
            </a:r>
            <a:r>
              <a:rPr lang="en-US" sz="1200" dirty="0">
                <a:solidFill>
                  <a:schemeClr val="tx1">
                    <a:lumMod val="65000"/>
                    <a:lumOff val="35000"/>
                  </a:schemeClr>
                </a:solidFill>
              </a:rPr>
              <a:t> </a:t>
            </a:r>
            <a:r>
              <a:rPr lang="en-US" sz="1200" dirty="0" err="1">
                <a:solidFill>
                  <a:schemeClr val="tx1">
                    <a:lumMod val="65000"/>
                    <a:lumOff val="35000"/>
                  </a:schemeClr>
                </a:solidFill>
              </a:rPr>
              <a:t>sollicitudin</a:t>
            </a:r>
            <a:r>
              <a:rPr lang="en-US" sz="1200" dirty="0">
                <a:solidFill>
                  <a:schemeClr val="tx1">
                    <a:lumMod val="65000"/>
                    <a:lumOff val="35000"/>
                  </a:schemeClr>
                </a:solidFill>
              </a:rPr>
              <a:t> </a:t>
            </a:r>
            <a:r>
              <a:rPr lang="en-US" sz="1200" dirty="0" err="1">
                <a:solidFill>
                  <a:schemeClr val="tx1">
                    <a:lumMod val="65000"/>
                    <a:lumOff val="35000"/>
                  </a:schemeClr>
                </a:solidFill>
              </a:rPr>
              <a:t>euismod</a:t>
            </a:r>
            <a:r>
              <a:rPr lang="en-US" sz="1200" dirty="0">
                <a:solidFill>
                  <a:schemeClr val="tx1">
                    <a:lumMod val="65000"/>
                    <a:lumOff val="35000"/>
                  </a:schemeClr>
                </a:solidFill>
              </a:rPr>
              <a:t>. In convallis. </a:t>
            </a:r>
            <a:r>
              <a:rPr lang="en-US" sz="1200" dirty="0" err="1">
                <a:solidFill>
                  <a:schemeClr val="tx1">
                    <a:lumMod val="65000"/>
                    <a:lumOff val="35000"/>
                  </a:schemeClr>
                </a:solidFill>
              </a:rPr>
              <a:t>Nullam</a:t>
            </a:r>
            <a:r>
              <a:rPr lang="en-US" sz="1200" dirty="0">
                <a:solidFill>
                  <a:schemeClr val="tx1">
                    <a:lumMod val="65000"/>
                    <a:lumOff val="35000"/>
                  </a:schemeClr>
                </a:solidFill>
              </a:rPr>
              <a:t> </a:t>
            </a:r>
            <a:r>
              <a:rPr lang="en-US" sz="1200" dirty="0" err="1">
                <a:solidFill>
                  <a:schemeClr val="tx1">
                    <a:lumMod val="65000"/>
                    <a:lumOff val="35000"/>
                  </a:schemeClr>
                </a:solidFill>
              </a:rPr>
              <a:t>dapibus</a:t>
            </a:r>
            <a:r>
              <a:rPr lang="en-US" sz="1200" dirty="0">
                <a:solidFill>
                  <a:schemeClr val="tx1">
                    <a:lumMod val="65000"/>
                    <a:lumOff val="35000"/>
                  </a:schemeClr>
                </a:solidFill>
              </a:rPr>
              <a:t> </a:t>
            </a:r>
            <a:r>
              <a:rPr lang="en-US" sz="1200" dirty="0" err="1">
                <a:solidFill>
                  <a:schemeClr val="tx1">
                    <a:lumMod val="65000"/>
                    <a:lumOff val="35000"/>
                  </a:schemeClr>
                </a:solidFill>
              </a:rPr>
              <a:t>fermentum</a:t>
            </a:r>
            <a:r>
              <a:rPr lang="en-US" sz="1200" dirty="0">
                <a:solidFill>
                  <a:schemeClr val="tx1">
                    <a:lumMod val="65000"/>
                    <a:lumOff val="35000"/>
                  </a:schemeClr>
                </a:solidFill>
              </a:rPr>
              <a:t> ipsum. </a:t>
            </a:r>
            <a:r>
              <a:rPr lang="en-US" sz="1200" dirty="0" err="1">
                <a:solidFill>
                  <a:schemeClr val="tx1">
                    <a:lumMod val="65000"/>
                    <a:lumOff val="35000"/>
                  </a:schemeClr>
                </a:solidFill>
              </a:rPr>
              <a:t>Aliquam</a:t>
            </a:r>
            <a:r>
              <a:rPr lang="en-US" sz="1200" dirty="0">
                <a:solidFill>
                  <a:schemeClr val="tx1">
                    <a:lumMod val="65000"/>
                    <a:lumOff val="35000"/>
                  </a:schemeClr>
                </a:solidFill>
              </a:rPr>
              <a:t> erat </a:t>
            </a:r>
            <a:r>
              <a:rPr lang="en-US" sz="1200" dirty="0" err="1">
                <a:solidFill>
                  <a:schemeClr val="tx1">
                    <a:lumMod val="65000"/>
                    <a:lumOff val="35000"/>
                  </a:schemeClr>
                </a:solidFill>
              </a:rPr>
              <a:t>volutpat</a:t>
            </a:r>
            <a:r>
              <a:rPr lang="en-US" sz="1200" dirty="0">
                <a:solidFill>
                  <a:schemeClr val="tx1">
                    <a:lumMod val="65000"/>
                    <a:lumOff val="35000"/>
                  </a:schemeClr>
                </a:solidFill>
              </a:rPr>
              <a:t>. </a:t>
            </a:r>
            <a:r>
              <a:rPr lang="en-US" sz="1200" dirty="0" err="1">
                <a:solidFill>
                  <a:schemeClr val="tx1">
                    <a:lumMod val="65000"/>
                    <a:lumOff val="35000"/>
                  </a:schemeClr>
                </a:solidFill>
              </a:rPr>
              <a:t>Excepteur</a:t>
            </a:r>
            <a:r>
              <a:rPr lang="en-US" sz="1200" dirty="0">
                <a:solidFill>
                  <a:schemeClr val="tx1">
                    <a:lumMod val="65000"/>
                    <a:lumOff val="35000"/>
                  </a:schemeClr>
                </a:solidFill>
              </a:rPr>
              <a:t> </a:t>
            </a:r>
            <a:r>
              <a:rPr lang="en-US" sz="1200" dirty="0" err="1">
                <a:solidFill>
                  <a:schemeClr val="tx1">
                    <a:lumMod val="65000"/>
                    <a:lumOff val="35000"/>
                  </a:schemeClr>
                </a:solidFill>
              </a:rPr>
              <a:t>sint</a:t>
            </a:r>
            <a:r>
              <a:rPr lang="en-US" sz="1200" dirty="0">
                <a:solidFill>
                  <a:schemeClr val="tx1">
                    <a:lumMod val="65000"/>
                    <a:lumOff val="35000"/>
                  </a:schemeClr>
                </a:solidFill>
              </a:rPr>
              <a:t> </a:t>
            </a:r>
            <a:r>
              <a:rPr lang="en-US" sz="1200" dirty="0" err="1">
                <a:solidFill>
                  <a:schemeClr val="tx1">
                    <a:lumMod val="65000"/>
                    <a:lumOff val="35000"/>
                  </a:schemeClr>
                </a:solidFill>
              </a:rPr>
              <a:t>occaecat</a:t>
            </a:r>
            <a:r>
              <a:rPr lang="en-US" sz="1200" dirty="0">
                <a:solidFill>
                  <a:schemeClr val="tx1">
                    <a:lumMod val="65000"/>
                    <a:lumOff val="35000"/>
                  </a:schemeClr>
                </a:solidFill>
              </a:rPr>
              <a:t> </a:t>
            </a:r>
            <a:r>
              <a:rPr lang="en-US" sz="1200" dirty="0" err="1">
                <a:solidFill>
                  <a:schemeClr val="tx1">
                    <a:lumMod val="65000"/>
                    <a:lumOff val="35000"/>
                  </a:schemeClr>
                </a:solidFill>
              </a:rPr>
              <a:t>cupidatat</a:t>
            </a:r>
            <a:r>
              <a:rPr lang="en-US" sz="1200" dirty="0">
                <a:solidFill>
                  <a:schemeClr val="tx1">
                    <a:lumMod val="65000"/>
                    <a:lumOff val="35000"/>
                  </a:schemeClr>
                </a:solidFill>
              </a:rPr>
              <a:t> non </a:t>
            </a:r>
            <a:r>
              <a:rPr lang="en-US" sz="1200" dirty="0" err="1">
                <a:solidFill>
                  <a:schemeClr val="tx1">
                    <a:lumMod val="65000"/>
                    <a:lumOff val="35000"/>
                  </a:schemeClr>
                </a:solidFill>
              </a:rPr>
              <a:t>proident</a:t>
            </a:r>
            <a:r>
              <a:rPr lang="en-US" sz="1200" dirty="0">
                <a:solidFill>
                  <a:schemeClr val="tx1">
                    <a:lumMod val="65000"/>
                    <a:lumOff val="35000"/>
                  </a:schemeClr>
                </a:solidFill>
              </a:rPr>
              <a:t>, </a:t>
            </a:r>
            <a:r>
              <a:rPr lang="en-US" sz="1200" dirty="0" err="1">
                <a:solidFill>
                  <a:schemeClr val="tx1">
                    <a:lumMod val="65000"/>
                    <a:lumOff val="35000"/>
                  </a:schemeClr>
                </a:solidFill>
              </a:rPr>
              <a:t>sunt</a:t>
            </a:r>
            <a:r>
              <a:rPr lang="en-US" sz="1200" dirty="0">
                <a:solidFill>
                  <a:schemeClr val="tx1">
                    <a:lumMod val="65000"/>
                    <a:lumOff val="35000"/>
                  </a:schemeClr>
                </a:solidFill>
              </a:rPr>
              <a:t> in culpa qui </a:t>
            </a:r>
            <a:r>
              <a:rPr lang="en-US" sz="1200" dirty="0" err="1">
                <a:solidFill>
                  <a:schemeClr val="tx1">
                    <a:lumMod val="65000"/>
                    <a:lumOff val="35000"/>
                  </a:schemeClr>
                </a:solidFill>
              </a:rPr>
              <a:t>officia</a:t>
            </a:r>
            <a:r>
              <a:rPr lang="en-US" sz="1200" dirty="0">
                <a:solidFill>
                  <a:schemeClr val="tx1">
                    <a:lumMod val="65000"/>
                    <a:lumOff val="35000"/>
                  </a:schemeClr>
                </a:solidFill>
              </a:rPr>
              <a:t> </a:t>
            </a:r>
            <a:r>
              <a:rPr lang="en-US" sz="1200" dirty="0" err="1">
                <a:solidFill>
                  <a:schemeClr val="tx1">
                    <a:lumMod val="65000"/>
                    <a:lumOff val="35000"/>
                  </a:schemeClr>
                </a:solidFill>
              </a:rPr>
              <a:t>deserunt</a:t>
            </a:r>
            <a:r>
              <a:rPr lang="en-US" sz="1200" dirty="0">
                <a:solidFill>
                  <a:schemeClr val="tx1">
                    <a:lumMod val="65000"/>
                    <a:lumOff val="35000"/>
                  </a:schemeClr>
                </a:solidFill>
              </a:rPr>
              <a:t> </a:t>
            </a:r>
            <a:r>
              <a:rPr lang="en-US" sz="1200" dirty="0" err="1">
                <a:solidFill>
                  <a:schemeClr val="tx1">
                    <a:lumMod val="65000"/>
                    <a:lumOff val="35000"/>
                  </a:schemeClr>
                </a:solidFill>
              </a:rPr>
              <a:t>mollit</a:t>
            </a:r>
            <a:r>
              <a:rPr lang="en-US" sz="1200" dirty="0">
                <a:solidFill>
                  <a:schemeClr val="tx1">
                    <a:lumMod val="65000"/>
                    <a:lumOff val="35000"/>
                  </a:schemeClr>
                </a:solidFill>
              </a:rPr>
              <a:t> </a:t>
            </a:r>
            <a:r>
              <a:rPr lang="en-US" sz="1200" dirty="0" err="1">
                <a:solidFill>
                  <a:schemeClr val="tx1">
                    <a:lumMod val="65000"/>
                    <a:lumOff val="35000"/>
                  </a:schemeClr>
                </a:solidFill>
              </a:rPr>
              <a:t>anim</a:t>
            </a:r>
            <a:r>
              <a:rPr lang="en-US" sz="1200" dirty="0">
                <a:solidFill>
                  <a:schemeClr val="tx1">
                    <a:lumMod val="65000"/>
                    <a:lumOff val="35000"/>
                  </a:schemeClr>
                </a:solidFill>
              </a:rPr>
              <a:t> id </a:t>
            </a:r>
            <a:r>
              <a:rPr lang="en-US" sz="1200" dirty="0" err="1">
                <a:solidFill>
                  <a:schemeClr val="tx1">
                    <a:lumMod val="65000"/>
                    <a:lumOff val="35000"/>
                  </a:schemeClr>
                </a:solidFill>
              </a:rPr>
              <a:t>est</a:t>
            </a:r>
            <a:r>
              <a:rPr lang="en-US" sz="1200" dirty="0">
                <a:solidFill>
                  <a:schemeClr val="tx1">
                    <a:lumMod val="65000"/>
                    <a:lumOff val="35000"/>
                  </a:schemeClr>
                </a:solidFill>
              </a:rPr>
              <a:t> </a:t>
            </a:r>
            <a:r>
              <a:rPr lang="en-US" sz="1200" dirty="0" err="1">
                <a:solidFill>
                  <a:schemeClr val="tx1">
                    <a:lumMod val="65000"/>
                    <a:lumOff val="35000"/>
                  </a:schemeClr>
                </a:solidFill>
              </a:rPr>
              <a:t>laborum</a:t>
            </a:r>
            <a:r>
              <a:rPr lang="en-US" sz="1200" dirty="0">
                <a:solidFill>
                  <a:schemeClr val="tx1">
                    <a:lumMod val="65000"/>
                    <a:lumOff val="35000"/>
                  </a:schemeClr>
                </a:solidFill>
              </a:rPr>
              <a:t>. </a:t>
            </a:r>
            <a:r>
              <a:rPr lang="en-US" sz="1200" dirty="0" err="1">
                <a:solidFill>
                  <a:schemeClr val="tx1">
                    <a:lumMod val="65000"/>
                    <a:lumOff val="35000"/>
                  </a:schemeClr>
                </a:solidFill>
              </a:rPr>
              <a:t>Vestibulum</a:t>
            </a:r>
            <a:r>
              <a:rPr lang="en-US" sz="1200" dirty="0">
                <a:solidFill>
                  <a:schemeClr val="tx1">
                    <a:lumMod val="65000"/>
                    <a:lumOff val="35000"/>
                  </a:schemeClr>
                </a:solidFill>
              </a:rPr>
              <a:t> </a:t>
            </a:r>
            <a:r>
              <a:rPr lang="en-US" sz="1200" dirty="0" err="1">
                <a:solidFill>
                  <a:schemeClr val="tx1">
                    <a:lumMod val="65000"/>
                    <a:lumOff val="35000"/>
                  </a:schemeClr>
                </a:solidFill>
              </a:rPr>
              <a:t>fermentum</a:t>
            </a:r>
            <a:r>
              <a:rPr lang="en-US" sz="1200" dirty="0">
                <a:solidFill>
                  <a:schemeClr val="tx1">
                    <a:lumMod val="65000"/>
                    <a:lumOff val="35000"/>
                  </a:schemeClr>
                </a:solidFill>
              </a:rPr>
              <a:t> </a:t>
            </a:r>
            <a:r>
              <a:rPr lang="en-US" sz="1200" dirty="0" err="1">
                <a:solidFill>
                  <a:schemeClr val="tx1">
                    <a:lumMod val="65000"/>
                    <a:lumOff val="35000"/>
                  </a:schemeClr>
                </a:solidFill>
              </a:rPr>
              <a:t>tortor</a:t>
            </a:r>
            <a:r>
              <a:rPr lang="en-US" sz="1200" dirty="0">
                <a:solidFill>
                  <a:schemeClr val="tx1">
                    <a:lumMod val="65000"/>
                    <a:lumOff val="35000"/>
                  </a:schemeClr>
                </a:solidFill>
              </a:rPr>
              <a:t> id mi. </a:t>
            </a:r>
          </a:p>
        </p:txBody>
      </p:sp>
      <p:grpSp>
        <p:nvGrpSpPr>
          <p:cNvPr id="17" name="Group 16">
            <a:extLst>
              <a:ext uri="{FF2B5EF4-FFF2-40B4-BE49-F238E27FC236}">
                <a16:creationId xmlns:a16="http://schemas.microsoft.com/office/drawing/2014/main" id="{ABF62E86-1990-79B5-FAA2-3E5E1986F43E}"/>
              </a:ext>
            </a:extLst>
          </p:cNvPr>
          <p:cNvGrpSpPr/>
          <p:nvPr/>
        </p:nvGrpSpPr>
        <p:grpSpPr>
          <a:xfrm>
            <a:off x="9429324" y="3393450"/>
            <a:ext cx="276224" cy="276224"/>
            <a:chOff x="1460006" y="1642203"/>
            <a:chExt cx="479425" cy="479425"/>
          </a:xfrm>
        </p:grpSpPr>
        <p:sp>
          <p:nvSpPr>
            <p:cNvPr id="18" name="Oval 8">
              <a:extLst>
                <a:ext uri="{FF2B5EF4-FFF2-40B4-BE49-F238E27FC236}">
                  <a16:creationId xmlns:a16="http://schemas.microsoft.com/office/drawing/2014/main" id="{3998779D-EA3E-B392-7F23-A8967EF4C16D}"/>
                </a:ext>
              </a:extLst>
            </p:cNvPr>
            <p:cNvSpPr>
              <a:spLocks noChangeArrowheads="1"/>
            </p:cNvSpPr>
            <p:nvPr/>
          </p:nvSpPr>
          <p:spPr bwMode="auto">
            <a:xfrm>
              <a:off x="1460006" y="1642203"/>
              <a:ext cx="479425" cy="479425"/>
            </a:xfrm>
            <a:prstGeom prst="ellipse">
              <a:avLst/>
            </a:prstGeom>
            <a:solidFill>
              <a:srgbClr val="FFFFFF"/>
            </a:solidFill>
            <a:ln w="17463"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9">
              <a:extLst>
                <a:ext uri="{FF2B5EF4-FFF2-40B4-BE49-F238E27FC236}">
                  <a16:creationId xmlns:a16="http://schemas.microsoft.com/office/drawing/2014/main" id="{356101E0-1FF7-ADA8-13A9-3ECF30E3013E}"/>
                </a:ext>
              </a:extLst>
            </p:cNvPr>
            <p:cNvSpPr>
              <a:spLocks/>
            </p:cNvSpPr>
            <p:nvPr/>
          </p:nvSpPr>
          <p:spPr bwMode="auto">
            <a:xfrm>
              <a:off x="1575894" y="1799366"/>
              <a:ext cx="247650" cy="165100"/>
            </a:xfrm>
            <a:custGeom>
              <a:avLst/>
              <a:gdLst>
                <a:gd name="T0" fmla="*/ 0 w 156"/>
                <a:gd name="T1" fmla="*/ 45 h 104"/>
                <a:gd name="T2" fmla="*/ 60 w 156"/>
                <a:gd name="T3" fmla="*/ 104 h 104"/>
                <a:gd name="T4" fmla="*/ 156 w 156"/>
                <a:gd name="T5" fmla="*/ 0 h 104"/>
              </a:gdLst>
              <a:ahLst/>
              <a:cxnLst>
                <a:cxn ang="0">
                  <a:pos x="T0" y="T1"/>
                </a:cxn>
                <a:cxn ang="0">
                  <a:pos x="T2" y="T3"/>
                </a:cxn>
                <a:cxn ang="0">
                  <a:pos x="T4" y="T5"/>
                </a:cxn>
              </a:cxnLst>
              <a:rect l="0" t="0" r="r" b="b"/>
              <a:pathLst>
                <a:path w="156" h="104">
                  <a:moveTo>
                    <a:pt x="0" y="45"/>
                  </a:moveTo>
                  <a:lnTo>
                    <a:pt x="60" y="104"/>
                  </a:lnTo>
                  <a:lnTo>
                    <a:pt x="156" y="0"/>
                  </a:lnTo>
                </a:path>
              </a:pathLst>
            </a:custGeom>
            <a:solidFill>
              <a:srgbClr val="FFFFFF"/>
            </a:solidFill>
            <a:ln w="17463"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1" name="Group 20">
            <a:extLst>
              <a:ext uri="{FF2B5EF4-FFF2-40B4-BE49-F238E27FC236}">
                <a16:creationId xmlns:a16="http://schemas.microsoft.com/office/drawing/2014/main" id="{66DA630F-DFEB-7A52-6D16-B9767F0DF0F0}"/>
              </a:ext>
            </a:extLst>
          </p:cNvPr>
          <p:cNvGrpSpPr/>
          <p:nvPr/>
        </p:nvGrpSpPr>
        <p:grpSpPr>
          <a:xfrm>
            <a:off x="9429324" y="4081156"/>
            <a:ext cx="276224" cy="276224"/>
            <a:chOff x="1460006" y="1642203"/>
            <a:chExt cx="479425" cy="479425"/>
          </a:xfrm>
        </p:grpSpPr>
        <p:sp>
          <p:nvSpPr>
            <p:cNvPr id="27" name="Oval 8">
              <a:extLst>
                <a:ext uri="{FF2B5EF4-FFF2-40B4-BE49-F238E27FC236}">
                  <a16:creationId xmlns:a16="http://schemas.microsoft.com/office/drawing/2014/main" id="{BAF103FB-4032-46BC-CB80-F48BBFB91967}"/>
                </a:ext>
              </a:extLst>
            </p:cNvPr>
            <p:cNvSpPr>
              <a:spLocks noChangeArrowheads="1"/>
            </p:cNvSpPr>
            <p:nvPr/>
          </p:nvSpPr>
          <p:spPr bwMode="auto">
            <a:xfrm>
              <a:off x="1460006" y="1642203"/>
              <a:ext cx="479425" cy="479425"/>
            </a:xfrm>
            <a:prstGeom prst="ellipse">
              <a:avLst/>
            </a:prstGeom>
            <a:solidFill>
              <a:srgbClr val="FFFFFF"/>
            </a:solidFill>
            <a:ln w="17463"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9">
              <a:extLst>
                <a:ext uri="{FF2B5EF4-FFF2-40B4-BE49-F238E27FC236}">
                  <a16:creationId xmlns:a16="http://schemas.microsoft.com/office/drawing/2014/main" id="{6180C0B8-7055-7A2D-21ED-BD0CCE44C12B}"/>
                </a:ext>
              </a:extLst>
            </p:cNvPr>
            <p:cNvSpPr>
              <a:spLocks/>
            </p:cNvSpPr>
            <p:nvPr/>
          </p:nvSpPr>
          <p:spPr bwMode="auto">
            <a:xfrm>
              <a:off x="1575894" y="1799366"/>
              <a:ext cx="247650" cy="165100"/>
            </a:xfrm>
            <a:custGeom>
              <a:avLst/>
              <a:gdLst>
                <a:gd name="T0" fmla="*/ 0 w 156"/>
                <a:gd name="T1" fmla="*/ 45 h 104"/>
                <a:gd name="T2" fmla="*/ 60 w 156"/>
                <a:gd name="T3" fmla="*/ 104 h 104"/>
                <a:gd name="T4" fmla="*/ 156 w 156"/>
                <a:gd name="T5" fmla="*/ 0 h 104"/>
              </a:gdLst>
              <a:ahLst/>
              <a:cxnLst>
                <a:cxn ang="0">
                  <a:pos x="T0" y="T1"/>
                </a:cxn>
                <a:cxn ang="0">
                  <a:pos x="T2" y="T3"/>
                </a:cxn>
                <a:cxn ang="0">
                  <a:pos x="T4" y="T5"/>
                </a:cxn>
              </a:cxnLst>
              <a:rect l="0" t="0" r="r" b="b"/>
              <a:pathLst>
                <a:path w="156" h="104">
                  <a:moveTo>
                    <a:pt x="0" y="45"/>
                  </a:moveTo>
                  <a:lnTo>
                    <a:pt x="60" y="104"/>
                  </a:lnTo>
                  <a:lnTo>
                    <a:pt x="156" y="0"/>
                  </a:lnTo>
                </a:path>
              </a:pathLst>
            </a:custGeom>
            <a:solidFill>
              <a:srgbClr val="FFFFFF"/>
            </a:solidFill>
            <a:ln w="17463"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9" name="Rectangle 28">
            <a:extLst>
              <a:ext uri="{FF2B5EF4-FFF2-40B4-BE49-F238E27FC236}">
                <a16:creationId xmlns:a16="http://schemas.microsoft.com/office/drawing/2014/main" id="{03C4D4EB-3D23-ECE2-D1F3-2C3FECB3B9B8}"/>
              </a:ext>
            </a:extLst>
          </p:cNvPr>
          <p:cNvSpPr/>
          <p:nvPr/>
        </p:nvSpPr>
        <p:spPr>
          <a:xfrm>
            <a:off x="9772318" y="3252343"/>
            <a:ext cx="2226394" cy="572464"/>
          </a:xfrm>
          <a:prstGeom prst="rect">
            <a:avLst/>
          </a:prstGeom>
        </p:spPr>
        <p:txBody>
          <a:bodyPr wrap="square">
            <a:spAutoFit/>
          </a:bodyPr>
          <a:lstStyle/>
          <a:p>
            <a:pPr>
              <a:lnSpc>
                <a:spcPct val="130000"/>
              </a:lnSpc>
            </a:pPr>
            <a:r>
              <a:rPr lang="en-US" sz="1200" dirty="0"/>
              <a:t>Synth chartreuse XOXO, tacos </a:t>
            </a:r>
            <a:r>
              <a:rPr lang="en-US" sz="1200" dirty="0" err="1"/>
              <a:t>brooklyn</a:t>
            </a:r>
            <a:r>
              <a:rPr lang="en-US" sz="1200" dirty="0"/>
              <a:t> VHS plaid.</a:t>
            </a:r>
            <a:endParaRPr lang="en-US" sz="1200" dirty="0">
              <a:ea typeface="Open Sans" panose="020B0606030504020204" pitchFamily="34" charset="0"/>
              <a:cs typeface="Open Sans" panose="020B0606030504020204" pitchFamily="34" charset="0"/>
            </a:endParaRPr>
          </a:p>
        </p:txBody>
      </p:sp>
      <p:sp>
        <p:nvSpPr>
          <p:cNvPr id="30" name="Rectangle 29">
            <a:extLst>
              <a:ext uri="{FF2B5EF4-FFF2-40B4-BE49-F238E27FC236}">
                <a16:creationId xmlns:a16="http://schemas.microsoft.com/office/drawing/2014/main" id="{D0773C8C-3495-472B-D266-0E789E76C73F}"/>
              </a:ext>
            </a:extLst>
          </p:cNvPr>
          <p:cNvSpPr/>
          <p:nvPr/>
        </p:nvSpPr>
        <p:spPr>
          <a:xfrm>
            <a:off x="9772318" y="3980797"/>
            <a:ext cx="2226394" cy="572464"/>
          </a:xfrm>
          <a:prstGeom prst="rect">
            <a:avLst/>
          </a:prstGeom>
        </p:spPr>
        <p:txBody>
          <a:bodyPr wrap="square">
            <a:spAutoFit/>
          </a:bodyPr>
          <a:lstStyle/>
          <a:p>
            <a:pPr>
              <a:lnSpc>
                <a:spcPct val="130000"/>
              </a:lnSpc>
            </a:pPr>
            <a:r>
              <a:rPr lang="en-US" sz="1200" dirty="0"/>
              <a:t>Synth chartreuse XOXO, tacos </a:t>
            </a:r>
            <a:r>
              <a:rPr lang="en-US" sz="1200" dirty="0" err="1"/>
              <a:t>brooklyn</a:t>
            </a:r>
            <a:r>
              <a:rPr lang="en-US" sz="1200" dirty="0"/>
              <a:t> VHS plaid.</a:t>
            </a:r>
            <a:endParaRPr lang="en-US" sz="1200" dirty="0">
              <a:ea typeface="Open Sans" panose="020B0606030504020204" pitchFamily="34" charset="0"/>
              <a:cs typeface="Open Sans" panose="020B0606030504020204" pitchFamily="34" charset="0"/>
            </a:endParaRPr>
          </a:p>
        </p:txBody>
      </p:sp>
      <p:grpSp>
        <p:nvGrpSpPr>
          <p:cNvPr id="34" name="Group 33">
            <a:extLst>
              <a:ext uri="{FF2B5EF4-FFF2-40B4-BE49-F238E27FC236}">
                <a16:creationId xmlns:a16="http://schemas.microsoft.com/office/drawing/2014/main" id="{542D1A1A-AB1C-9377-7588-F02C04289340}"/>
              </a:ext>
            </a:extLst>
          </p:cNvPr>
          <p:cNvGrpSpPr/>
          <p:nvPr/>
        </p:nvGrpSpPr>
        <p:grpSpPr>
          <a:xfrm>
            <a:off x="9429324" y="4830766"/>
            <a:ext cx="276224" cy="276224"/>
            <a:chOff x="1460006" y="1642203"/>
            <a:chExt cx="479425" cy="479425"/>
          </a:xfrm>
        </p:grpSpPr>
        <p:sp>
          <p:nvSpPr>
            <p:cNvPr id="35" name="Oval 8">
              <a:extLst>
                <a:ext uri="{FF2B5EF4-FFF2-40B4-BE49-F238E27FC236}">
                  <a16:creationId xmlns:a16="http://schemas.microsoft.com/office/drawing/2014/main" id="{0E2236D5-2E03-9B7E-7C62-26F5C5D9AB3C}"/>
                </a:ext>
              </a:extLst>
            </p:cNvPr>
            <p:cNvSpPr>
              <a:spLocks noChangeArrowheads="1"/>
            </p:cNvSpPr>
            <p:nvPr/>
          </p:nvSpPr>
          <p:spPr bwMode="auto">
            <a:xfrm>
              <a:off x="1460006" y="1642203"/>
              <a:ext cx="479425" cy="479425"/>
            </a:xfrm>
            <a:prstGeom prst="ellipse">
              <a:avLst/>
            </a:prstGeom>
            <a:solidFill>
              <a:srgbClr val="FFFFFF"/>
            </a:solidFill>
            <a:ln w="17463"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Freeform 9">
              <a:extLst>
                <a:ext uri="{FF2B5EF4-FFF2-40B4-BE49-F238E27FC236}">
                  <a16:creationId xmlns:a16="http://schemas.microsoft.com/office/drawing/2014/main" id="{D09EAD75-69DE-5A86-C2F9-97C3D2D02530}"/>
                </a:ext>
              </a:extLst>
            </p:cNvPr>
            <p:cNvSpPr>
              <a:spLocks/>
            </p:cNvSpPr>
            <p:nvPr/>
          </p:nvSpPr>
          <p:spPr bwMode="auto">
            <a:xfrm>
              <a:off x="1575894" y="1799366"/>
              <a:ext cx="247650" cy="165100"/>
            </a:xfrm>
            <a:custGeom>
              <a:avLst/>
              <a:gdLst>
                <a:gd name="T0" fmla="*/ 0 w 156"/>
                <a:gd name="T1" fmla="*/ 45 h 104"/>
                <a:gd name="T2" fmla="*/ 60 w 156"/>
                <a:gd name="T3" fmla="*/ 104 h 104"/>
                <a:gd name="T4" fmla="*/ 156 w 156"/>
                <a:gd name="T5" fmla="*/ 0 h 104"/>
              </a:gdLst>
              <a:ahLst/>
              <a:cxnLst>
                <a:cxn ang="0">
                  <a:pos x="T0" y="T1"/>
                </a:cxn>
                <a:cxn ang="0">
                  <a:pos x="T2" y="T3"/>
                </a:cxn>
                <a:cxn ang="0">
                  <a:pos x="T4" y="T5"/>
                </a:cxn>
              </a:cxnLst>
              <a:rect l="0" t="0" r="r" b="b"/>
              <a:pathLst>
                <a:path w="156" h="104">
                  <a:moveTo>
                    <a:pt x="0" y="45"/>
                  </a:moveTo>
                  <a:lnTo>
                    <a:pt x="60" y="104"/>
                  </a:lnTo>
                  <a:lnTo>
                    <a:pt x="156" y="0"/>
                  </a:lnTo>
                </a:path>
              </a:pathLst>
            </a:custGeom>
            <a:solidFill>
              <a:srgbClr val="FFFFFF"/>
            </a:solidFill>
            <a:ln w="17463"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 name="Rectangle 36">
            <a:extLst>
              <a:ext uri="{FF2B5EF4-FFF2-40B4-BE49-F238E27FC236}">
                <a16:creationId xmlns:a16="http://schemas.microsoft.com/office/drawing/2014/main" id="{850D448D-F96C-05EA-B76D-79A04ACF1647}"/>
              </a:ext>
            </a:extLst>
          </p:cNvPr>
          <p:cNvSpPr/>
          <p:nvPr/>
        </p:nvSpPr>
        <p:spPr>
          <a:xfrm>
            <a:off x="9772318" y="4758951"/>
            <a:ext cx="2226394" cy="572464"/>
          </a:xfrm>
          <a:prstGeom prst="rect">
            <a:avLst/>
          </a:prstGeom>
        </p:spPr>
        <p:txBody>
          <a:bodyPr wrap="square">
            <a:spAutoFit/>
          </a:bodyPr>
          <a:lstStyle/>
          <a:p>
            <a:pPr>
              <a:lnSpc>
                <a:spcPct val="130000"/>
              </a:lnSpc>
            </a:pPr>
            <a:r>
              <a:rPr lang="en-US" sz="1200" dirty="0"/>
              <a:t>Synth chartreuse XOXO, tacos </a:t>
            </a:r>
            <a:r>
              <a:rPr lang="en-US" sz="1200" dirty="0" err="1"/>
              <a:t>brooklyn</a:t>
            </a:r>
            <a:r>
              <a:rPr lang="en-US" sz="1200" dirty="0"/>
              <a:t> VHS plaid.</a:t>
            </a:r>
            <a:endParaRPr lang="en-US" sz="120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67222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9" grpId="0"/>
      <p:bldP spid="30" grpId="0"/>
      <p:bldP spid="3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88C8E3-9D8D-8200-874D-29430D0E8EE3}"/>
              </a:ext>
            </a:extLst>
          </p:cNvPr>
          <p:cNvSpPr>
            <a:spLocks noGrp="1"/>
          </p:cNvSpPr>
          <p:nvPr>
            <p:ph type="title"/>
          </p:nvPr>
        </p:nvSpPr>
        <p:spPr/>
        <p:txBody>
          <a:bodyPr/>
          <a:lstStyle/>
          <a:p>
            <a:endParaRPr lang="en-MY"/>
          </a:p>
        </p:txBody>
      </p:sp>
      <p:sp>
        <p:nvSpPr>
          <p:cNvPr id="4" name="Slide Number Placeholder 3">
            <a:extLst>
              <a:ext uri="{FF2B5EF4-FFF2-40B4-BE49-F238E27FC236}">
                <a16:creationId xmlns:a16="http://schemas.microsoft.com/office/drawing/2014/main" id="{E3BC8906-8695-FD0B-C140-4B4CB65ED70E}"/>
              </a:ext>
            </a:extLst>
          </p:cNvPr>
          <p:cNvSpPr>
            <a:spLocks noGrp="1"/>
          </p:cNvSpPr>
          <p:nvPr>
            <p:ph type="sldNum" sz="quarter" idx="11"/>
          </p:nvPr>
        </p:nvSpPr>
        <p:spPr/>
        <p:txBody>
          <a:bodyPr/>
          <a:lstStyle/>
          <a:p>
            <a:fld id="{7737D3DD-0AB3-4F16-99FA-6262B2B4036D}" type="slidenum">
              <a:rPr lang="en-MY" smtClean="0"/>
              <a:t>48</a:t>
            </a:fld>
            <a:endParaRPr lang="en-MY"/>
          </a:p>
        </p:txBody>
      </p:sp>
      <p:pic>
        <p:nvPicPr>
          <p:cNvPr id="8" name="Picture Placeholder 7">
            <a:extLst>
              <a:ext uri="{FF2B5EF4-FFF2-40B4-BE49-F238E27FC236}">
                <a16:creationId xmlns:a16="http://schemas.microsoft.com/office/drawing/2014/main" id="{11EDEFE0-0BBE-00E0-59ED-ECB0E02D9F67}"/>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68665" y="921703"/>
            <a:ext cx="4459468" cy="4278630"/>
          </a:xfrm>
        </p:spPr>
      </p:pic>
      <p:sp>
        <p:nvSpPr>
          <p:cNvPr id="28" name="Rectangle 27">
            <a:extLst>
              <a:ext uri="{FF2B5EF4-FFF2-40B4-BE49-F238E27FC236}">
                <a16:creationId xmlns:a16="http://schemas.microsoft.com/office/drawing/2014/main" id="{9D343FE2-8B1E-25BE-0854-167918E745D1}"/>
              </a:ext>
            </a:extLst>
          </p:cNvPr>
          <p:cNvSpPr/>
          <p:nvPr/>
        </p:nvSpPr>
        <p:spPr>
          <a:xfrm>
            <a:off x="6127838" y="4008434"/>
            <a:ext cx="4702016" cy="1594667"/>
          </a:xfrm>
          <a:prstGeom prst="rect">
            <a:avLst/>
          </a:prstGeom>
        </p:spPr>
        <p:txBody>
          <a:bodyPr wrap="square">
            <a:spAutoFit/>
          </a:bodyPr>
          <a:lstStyle/>
          <a:p>
            <a:pPr algn="just">
              <a:lnSpc>
                <a:spcPct val="150000"/>
              </a:lnSpc>
            </a:pPr>
            <a:r>
              <a:rPr lang="en-US" sz="1100" dirty="0">
                <a:solidFill>
                  <a:schemeClr val="tx1">
                    <a:lumMod val="65000"/>
                    <a:lumOff val="35000"/>
                  </a:schemeClr>
                </a:solidFill>
              </a:rPr>
              <a:t>In </a:t>
            </a:r>
            <a:r>
              <a:rPr lang="en-US" sz="1100" dirty="0" err="1">
                <a:solidFill>
                  <a:schemeClr val="tx1">
                    <a:lumMod val="65000"/>
                    <a:lumOff val="35000"/>
                  </a:schemeClr>
                </a:solidFill>
              </a:rPr>
              <a:t>enim</a:t>
            </a:r>
            <a:r>
              <a:rPr lang="en-US" sz="1100" dirty="0">
                <a:solidFill>
                  <a:schemeClr val="tx1">
                    <a:lumMod val="65000"/>
                    <a:lumOff val="35000"/>
                  </a:schemeClr>
                </a:solidFill>
              </a:rPr>
              <a:t> a </a:t>
            </a:r>
            <a:r>
              <a:rPr lang="en-US" sz="1100" dirty="0" err="1">
                <a:solidFill>
                  <a:schemeClr val="tx1">
                    <a:lumMod val="65000"/>
                    <a:lumOff val="35000"/>
                  </a:schemeClr>
                </a:solidFill>
              </a:rPr>
              <a:t>arcu</a:t>
            </a:r>
            <a:r>
              <a:rPr lang="en-US" sz="1100" dirty="0">
                <a:solidFill>
                  <a:schemeClr val="tx1">
                    <a:lumMod val="65000"/>
                    <a:lumOff val="35000"/>
                  </a:schemeClr>
                </a:solidFill>
              </a:rPr>
              <a:t> </a:t>
            </a:r>
            <a:r>
              <a:rPr lang="en-US" sz="1100" dirty="0" err="1">
                <a:solidFill>
                  <a:schemeClr val="tx1">
                    <a:lumMod val="65000"/>
                    <a:lumOff val="35000"/>
                  </a:schemeClr>
                </a:solidFill>
              </a:rPr>
              <a:t>imperdiet</a:t>
            </a:r>
            <a:r>
              <a:rPr lang="en-US" sz="1100" dirty="0">
                <a:solidFill>
                  <a:schemeClr val="tx1">
                    <a:lumMod val="65000"/>
                    <a:lumOff val="35000"/>
                  </a:schemeClr>
                </a:solidFill>
              </a:rPr>
              <a:t> </a:t>
            </a:r>
            <a:r>
              <a:rPr lang="en-US" sz="1100" dirty="0" err="1">
                <a:solidFill>
                  <a:schemeClr val="tx1">
                    <a:lumMod val="65000"/>
                    <a:lumOff val="35000"/>
                  </a:schemeClr>
                </a:solidFill>
              </a:rPr>
              <a:t>malesuada</a:t>
            </a:r>
            <a:r>
              <a:rPr lang="en-US" sz="1100" dirty="0">
                <a:solidFill>
                  <a:schemeClr val="tx1">
                    <a:lumMod val="65000"/>
                    <a:lumOff val="35000"/>
                  </a:schemeClr>
                </a:solidFill>
              </a:rPr>
              <a:t>. </a:t>
            </a:r>
            <a:r>
              <a:rPr lang="en-US" sz="1100" dirty="0" err="1">
                <a:solidFill>
                  <a:schemeClr val="tx1">
                    <a:lumMod val="65000"/>
                    <a:lumOff val="35000"/>
                  </a:schemeClr>
                </a:solidFill>
              </a:rPr>
              <a:t>Fusce</a:t>
            </a:r>
            <a:r>
              <a:rPr lang="en-US" sz="1100" dirty="0">
                <a:solidFill>
                  <a:schemeClr val="tx1">
                    <a:lumMod val="65000"/>
                    <a:lumOff val="35000"/>
                  </a:schemeClr>
                </a:solidFill>
              </a:rPr>
              <a:t> </a:t>
            </a:r>
            <a:r>
              <a:rPr lang="en-US" sz="1100" dirty="0" err="1">
                <a:solidFill>
                  <a:schemeClr val="tx1">
                    <a:lumMod val="65000"/>
                    <a:lumOff val="35000"/>
                  </a:schemeClr>
                </a:solidFill>
              </a:rPr>
              <a:t>wisi</a:t>
            </a:r>
            <a:r>
              <a:rPr lang="en-US" sz="1100" dirty="0">
                <a:solidFill>
                  <a:schemeClr val="tx1">
                    <a:lumMod val="65000"/>
                    <a:lumOff val="35000"/>
                  </a:schemeClr>
                </a:solidFill>
              </a:rPr>
              <a:t>. </a:t>
            </a:r>
            <a:r>
              <a:rPr lang="en-US" sz="1100" dirty="0" err="1">
                <a:solidFill>
                  <a:schemeClr val="tx1">
                    <a:lumMod val="65000"/>
                    <a:lumOff val="35000"/>
                  </a:schemeClr>
                </a:solidFill>
              </a:rPr>
              <a:t>Nullam</a:t>
            </a:r>
            <a:r>
              <a:rPr lang="en-US" sz="1100" dirty="0">
                <a:solidFill>
                  <a:schemeClr val="tx1">
                    <a:lumMod val="65000"/>
                    <a:lumOff val="35000"/>
                  </a:schemeClr>
                </a:solidFill>
              </a:rPr>
              <a:t> at </a:t>
            </a:r>
            <a:r>
              <a:rPr lang="en-US" sz="1100" dirty="0" err="1">
                <a:solidFill>
                  <a:schemeClr val="tx1">
                    <a:lumMod val="65000"/>
                    <a:lumOff val="35000"/>
                  </a:schemeClr>
                </a:solidFill>
              </a:rPr>
              <a:t>arcu</a:t>
            </a:r>
            <a:r>
              <a:rPr lang="en-US" sz="1100" dirty="0">
                <a:solidFill>
                  <a:schemeClr val="tx1">
                    <a:lumMod val="65000"/>
                    <a:lumOff val="35000"/>
                  </a:schemeClr>
                </a:solidFill>
              </a:rPr>
              <a:t> a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sollicitudin</a:t>
            </a:r>
            <a:r>
              <a:rPr lang="en-US" sz="1100" dirty="0">
                <a:solidFill>
                  <a:schemeClr val="tx1">
                    <a:lumMod val="65000"/>
                    <a:lumOff val="35000"/>
                  </a:schemeClr>
                </a:solidFill>
              </a:rPr>
              <a:t> </a:t>
            </a:r>
            <a:r>
              <a:rPr lang="en-US" sz="1100" dirty="0" err="1">
                <a:solidFill>
                  <a:schemeClr val="tx1">
                    <a:lumMod val="65000"/>
                    <a:lumOff val="35000"/>
                  </a:schemeClr>
                </a:solidFill>
              </a:rPr>
              <a:t>euismod</a:t>
            </a:r>
            <a:r>
              <a:rPr lang="en-US" sz="1100" dirty="0">
                <a:solidFill>
                  <a:schemeClr val="tx1">
                    <a:lumMod val="65000"/>
                    <a:lumOff val="35000"/>
                  </a:schemeClr>
                </a:solidFill>
              </a:rPr>
              <a:t>. In convallis. </a:t>
            </a:r>
            <a:r>
              <a:rPr lang="en-US" sz="1100" dirty="0" err="1">
                <a:solidFill>
                  <a:schemeClr val="tx1">
                    <a:lumMod val="65000"/>
                    <a:lumOff val="35000"/>
                  </a:schemeClr>
                </a:solidFill>
              </a:rPr>
              <a:t>Nullam</a:t>
            </a:r>
            <a:r>
              <a:rPr lang="en-US" sz="1100" dirty="0">
                <a:solidFill>
                  <a:schemeClr val="tx1">
                    <a:lumMod val="65000"/>
                    <a:lumOff val="35000"/>
                  </a:schemeClr>
                </a:solidFill>
              </a:rPr>
              <a:t> </a:t>
            </a:r>
            <a:r>
              <a:rPr lang="en-US" sz="1100" dirty="0" err="1">
                <a:solidFill>
                  <a:schemeClr val="tx1">
                    <a:lumMod val="65000"/>
                    <a:lumOff val="35000"/>
                  </a:schemeClr>
                </a:solidFill>
              </a:rPr>
              <a:t>dapibus</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erat </a:t>
            </a:r>
            <a:r>
              <a:rPr lang="en-US" sz="1100" dirty="0" err="1">
                <a:solidFill>
                  <a:schemeClr val="tx1">
                    <a:lumMod val="65000"/>
                    <a:lumOff val="35000"/>
                  </a:schemeClr>
                </a:solidFill>
              </a:rPr>
              <a:t>volutpat</a:t>
            </a:r>
            <a:r>
              <a:rPr lang="en-US" sz="1100" dirty="0">
                <a:solidFill>
                  <a:schemeClr val="tx1">
                    <a:lumMod val="65000"/>
                    <a:lumOff val="35000"/>
                  </a:schemeClr>
                </a:solidFill>
              </a:rPr>
              <a:t>. </a:t>
            </a:r>
            <a:r>
              <a:rPr lang="en-US" sz="1100" dirty="0" err="1">
                <a:solidFill>
                  <a:schemeClr val="tx1">
                    <a:lumMod val="65000"/>
                    <a:lumOff val="35000"/>
                  </a:schemeClr>
                </a:solidFill>
              </a:rPr>
              <a:t>Excepteur</a:t>
            </a:r>
            <a:r>
              <a:rPr lang="en-US" sz="1100" dirty="0">
                <a:solidFill>
                  <a:schemeClr val="tx1">
                    <a:lumMod val="65000"/>
                    <a:lumOff val="35000"/>
                  </a:schemeClr>
                </a:solidFill>
              </a:rPr>
              <a:t> </a:t>
            </a:r>
            <a:r>
              <a:rPr lang="en-US" sz="1100" dirty="0" err="1">
                <a:solidFill>
                  <a:schemeClr val="tx1">
                    <a:lumMod val="65000"/>
                    <a:lumOff val="35000"/>
                  </a:schemeClr>
                </a:solidFill>
              </a:rPr>
              <a:t>sint</a:t>
            </a:r>
            <a:r>
              <a:rPr lang="en-US" sz="1100" dirty="0">
                <a:solidFill>
                  <a:schemeClr val="tx1">
                    <a:lumMod val="65000"/>
                    <a:lumOff val="35000"/>
                  </a:schemeClr>
                </a:solidFill>
              </a:rPr>
              <a:t> </a:t>
            </a:r>
            <a:r>
              <a:rPr lang="en-US" sz="1100" dirty="0" err="1">
                <a:solidFill>
                  <a:schemeClr val="tx1">
                    <a:lumMod val="65000"/>
                    <a:lumOff val="35000"/>
                  </a:schemeClr>
                </a:solidFill>
              </a:rPr>
              <a:t>occaecat</a:t>
            </a:r>
            <a:r>
              <a:rPr lang="en-US" sz="1100" dirty="0">
                <a:solidFill>
                  <a:schemeClr val="tx1">
                    <a:lumMod val="65000"/>
                    <a:lumOff val="35000"/>
                  </a:schemeClr>
                </a:solidFill>
              </a:rPr>
              <a:t> </a:t>
            </a:r>
            <a:r>
              <a:rPr lang="en-US" sz="1100" dirty="0" err="1">
                <a:solidFill>
                  <a:schemeClr val="tx1">
                    <a:lumMod val="65000"/>
                    <a:lumOff val="35000"/>
                  </a:schemeClr>
                </a:solidFill>
              </a:rPr>
              <a:t>cupidatat</a:t>
            </a:r>
            <a:r>
              <a:rPr lang="en-US" sz="1100" dirty="0">
                <a:solidFill>
                  <a:schemeClr val="tx1">
                    <a:lumMod val="65000"/>
                    <a:lumOff val="35000"/>
                  </a:schemeClr>
                </a:solidFill>
              </a:rPr>
              <a:t> non </a:t>
            </a:r>
            <a:r>
              <a:rPr lang="en-US" sz="1100" dirty="0" err="1">
                <a:solidFill>
                  <a:schemeClr val="tx1">
                    <a:lumMod val="65000"/>
                    <a:lumOff val="35000"/>
                  </a:schemeClr>
                </a:solidFill>
              </a:rPr>
              <a:t>proident</a:t>
            </a:r>
            <a:r>
              <a:rPr lang="en-US" sz="1100" dirty="0">
                <a:solidFill>
                  <a:schemeClr val="tx1">
                    <a:lumMod val="65000"/>
                    <a:lumOff val="35000"/>
                  </a:schemeClr>
                </a:solidFill>
              </a:rPr>
              <a:t>, </a:t>
            </a:r>
            <a:r>
              <a:rPr lang="en-US" sz="1100" dirty="0" err="1">
                <a:solidFill>
                  <a:schemeClr val="tx1">
                    <a:lumMod val="65000"/>
                    <a:lumOff val="35000"/>
                  </a:schemeClr>
                </a:solidFill>
              </a:rPr>
              <a:t>sunt</a:t>
            </a:r>
            <a:r>
              <a:rPr lang="en-US" sz="1100" dirty="0">
                <a:solidFill>
                  <a:schemeClr val="tx1">
                    <a:lumMod val="65000"/>
                    <a:lumOff val="35000"/>
                  </a:schemeClr>
                </a:solidFill>
              </a:rPr>
              <a:t> in culpa qui </a:t>
            </a:r>
            <a:r>
              <a:rPr lang="en-US" sz="1100" dirty="0" err="1">
                <a:solidFill>
                  <a:schemeClr val="tx1">
                    <a:lumMod val="65000"/>
                    <a:lumOff val="35000"/>
                  </a:schemeClr>
                </a:solidFill>
              </a:rPr>
              <a:t>officia</a:t>
            </a:r>
            <a:r>
              <a:rPr lang="en-US" sz="1100" dirty="0">
                <a:solidFill>
                  <a:schemeClr val="tx1">
                    <a:lumMod val="65000"/>
                    <a:lumOff val="35000"/>
                  </a:schemeClr>
                </a:solidFill>
              </a:rPr>
              <a:t> </a:t>
            </a:r>
            <a:r>
              <a:rPr lang="en-US" sz="1100" dirty="0" err="1">
                <a:solidFill>
                  <a:schemeClr val="tx1">
                    <a:lumMod val="65000"/>
                    <a:lumOff val="35000"/>
                  </a:schemeClr>
                </a:solidFill>
              </a:rPr>
              <a:t>deserunt</a:t>
            </a:r>
            <a:r>
              <a:rPr lang="en-US" sz="1100" dirty="0">
                <a:solidFill>
                  <a:schemeClr val="tx1">
                    <a:lumMod val="65000"/>
                    <a:lumOff val="35000"/>
                  </a:schemeClr>
                </a:solidFill>
              </a:rPr>
              <a:t> </a:t>
            </a:r>
            <a:r>
              <a:rPr lang="en-US" sz="1100" dirty="0" err="1">
                <a:solidFill>
                  <a:schemeClr val="tx1">
                    <a:lumMod val="65000"/>
                    <a:lumOff val="35000"/>
                  </a:schemeClr>
                </a:solidFill>
              </a:rPr>
              <a:t>mollit</a:t>
            </a:r>
            <a:r>
              <a:rPr lang="en-US" sz="1100" dirty="0">
                <a:solidFill>
                  <a:schemeClr val="tx1">
                    <a:lumMod val="65000"/>
                    <a:lumOff val="35000"/>
                  </a:schemeClr>
                </a:solidFill>
              </a:rPr>
              <a:t> </a:t>
            </a:r>
            <a:r>
              <a:rPr lang="en-US" sz="1100" dirty="0" err="1">
                <a:solidFill>
                  <a:schemeClr val="tx1">
                    <a:lumMod val="65000"/>
                    <a:lumOff val="35000"/>
                  </a:schemeClr>
                </a:solidFill>
              </a:rPr>
              <a:t>anim</a:t>
            </a:r>
            <a:r>
              <a:rPr lang="en-US" sz="1100" dirty="0">
                <a:solidFill>
                  <a:schemeClr val="tx1">
                    <a:lumMod val="65000"/>
                    <a:lumOff val="35000"/>
                  </a:schemeClr>
                </a:solidFill>
              </a:rPr>
              <a:t> id </a:t>
            </a:r>
            <a:r>
              <a:rPr lang="en-US" sz="1100" dirty="0" err="1">
                <a:solidFill>
                  <a:schemeClr val="tx1">
                    <a:lumMod val="65000"/>
                    <a:lumOff val="35000"/>
                  </a:schemeClr>
                </a:solidFill>
              </a:rPr>
              <a:t>est</a:t>
            </a:r>
            <a:r>
              <a:rPr lang="en-US" sz="1100" dirty="0">
                <a:solidFill>
                  <a:schemeClr val="tx1">
                    <a:lumMod val="65000"/>
                    <a:lumOff val="35000"/>
                  </a:schemeClr>
                </a:solidFill>
              </a:rPr>
              <a:t> </a:t>
            </a:r>
            <a:r>
              <a:rPr lang="en-US" sz="1100" dirty="0" err="1">
                <a:solidFill>
                  <a:schemeClr val="tx1">
                    <a:lumMod val="65000"/>
                    <a:lumOff val="35000"/>
                  </a:schemeClr>
                </a:solidFill>
              </a:rPr>
              <a:t>laborum</a:t>
            </a:r>
            <a:r>
              <a:rPr lang="en-US" sz="1100" dirty="0">
                <a:solidFill>
                  <a:schemeClr val="tx1">
                    <a:lumMod val="65000"/>
                    <a:lumOff val="35000"/>
                  </a:schemeClr>
                </a:solidFill>
              </a:rPr>
              <a:t>. </a:t>
            </a:r>
            <a:r>
              <a:rPr lang="en-US" sz="1100" dirty="0" err="1">
                <a:solidFill>
                  <a:schemeClr val="tx1">
                    <a:lumMod val="65000"/>
                    <a:lumOff val="35000"/>
                  </a:schemeClr>
                </a:solidFill>
              </a:rPr>
              <a:t>Vestibulum</a:t>
            </a:r>
            <a:r>
              <a:rPr lang="en-US" sz="1100" dirty="0">
                <a:solidFill>
                  <a:schemeClr val="tx1">
                    <a:lumMod val="65000"/>
                    <a:lumOff val="35000"/>
                  </a:schemeClr>
                </a:solidFill>
              </a:rPr>
              <a:t> </a:t>
            </a:r>
            <a:r>
              <a:rPr lang="en-US" sz="1100" dirty="0" err="1">
                <a:solidFill>
                  <a:schemeClr val="tx1">
                    <a:lumMod val="65000"/>
                    <a:lumOff val="35000"/>
                  </a:schemeClr>
                </a:solidFill>
              </a:rPr>
              <a:t>fermentum</a:t>
            </a:r>
            <a:r>
              <a:rPr lang="en-US" sz="1100" dirty="0">
                <a:solidFill>
                  <a:schemeClr val="tx1">
                    <a:lumMod val="65000"/>
                    <a:lumOff val="35000"/>
                  </a:schemeClr>
                </a:solidFill>
              </a:rPr>
              <a:t> </a:t>
            </a:r>
            <a:r>
              <a:rPr lang="en-US" sz="1100" dirty="0" err="1">
                <a:solidFill>
                  <a:schemeClr val="tx1">
                    <a:lumMod val="65000"/>
                    <a:lumOff val="35000"/>
                  </a:schemeClr>
                </a:solidFill>
              </a:rPr>
              <a:t>tortor</a:t>
            </a:r>
            <a:r>
              <a:rPr lang="en-US" sz="1100" dirty="0">
                <a:solidFill>
                  <a:schemeClr val="tx1">
                    <a:lumMod val="65000"/>
                    <a:lumOff val="35000"/>
                  </a:schemeClr>
                </a:solidFill>
              </a:rPr>
              <a:t> id mi. </a:t>
            </a:r>
          </a:p>
        </p:txBody>
      </p:sp>
      <p:sp>
        <p:nvSpPr>
          <p:cNvPr id="29" name="Rectangle 28">
            <a:extLst>
              <a:ext uri="{FF2B5EF4-FFF2-40B4-BE49-F238E27FC236}">
                <a16:creationId xmlns:a16="http://schemas.microsoft.com/office/drawing/2014/main" id="{DD9084C1-71F9-64BE-E592-DA3A3E519C45}"/>
              </a:ext>
            </a:extLst>
          </p:cNvPr>
          <p:cNvSpPr/>
          <p:nvPr/>
        </p:nvSpPr>
        <p:spPr>
          <a:xfrm>
            <a:off x="6127838" y="2399189"/>
            <a:ext cx="4702016" cy="1340752"/>
          </a:xfrm>
          <a:prstGeom prst="rect">
            <a:avLst/>
          </a:prstGeom>
        </p:spPr>
        <p:txBody>
          <a:bodyPr wrap="square">
            <a:spAutoFit/>
          </a:bodyPr>
          <a:lstStyle/>
          <a:p>
            <a:pPr algn="just">
              <a:lnSpc>
                <a:spcPct val="150000"/>
              </a:lnSpc>
            </a:pP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diam. </a:t>
            </a:r>
            <a:r>
              <a:rPr lang="en-US" sz="1100" dirty="0" err="1">
                <a:solidFill>
                  <a:schemeClr val="tx1">
                    <a:lumMod val="65000"/>
                    <a:lumOff val="35000"/>
                  </a:schemeClr>
                </a:solidFill>
              </a:rPr>
              <a:t>Pellentesque</a:t>
            </a:r>
            <a:r>
              <a:rPr lang="en-US" sz="1100" dirty="0">
                <a:solidFill>
                  <a:schemeClr val="tx1">
                    <a:lumMod val="65000"/>
                    <a:lumOff val="35000"/>
                  </a:schemeClr>
                </a:solidFill>
              </a:rPr>
              <a:t> ipsum. </a:t>
            </a:r>
            <a:r>
              <a:rPr lang="en-US" sz="1100" dirty="0" err="1">
                <a:solidFill>
                  <a:schemeClr val="tx1">
                    <a:lumMod val="65000"/>
                    <a:lumOff val="35000"/>
                  </a:schemeClr>
                </a:solidFill>
              </a:rPr>
              <a:t>Aliquam</a:t>
            </a:r>
            <a:r>
              <a:rPr lang="en-US" sz="1100" dirty="0">
                <a:solidFill>
                  <a:schemeClr val="tx1">
                    <a:lumMod val="65000"/>
                    <a:lumOff val="35000"/>
                  </a:schemeClr>
                </a:solidFill>
              </a:rPr>
              <a:t> id dolor. </a:t>
            </a:r>
            <a:r>
              <a:rPr lang="en-US" sz="1100" dirty="0" err="1">
                <a:solidFill>
                  <a:schemeClr val="tx1">
                    <a:lumMod val="65000"/>
                    <a:lumOff val="35000"/>
                  </a:schemeClr>
                </a:solidFill>
              </a:rPr>
              <a:t>Vivamus</a:t>
            </a:r>
            <a:r>
              <a:rPr lang="en-US" sz="1100" dirty="0">
                <a:solidFill>
                  <a:schemeClr val="tx1">
                    <a:lumMod val="65000"/>
                    <a:lumOff val="35000"/>
                  </a:schemeClr>
                </a:solidFill>
              </a:rPr>
              <a:t> </a:t>
            </a:r>
            <a:r>
              <a:rPr lang="en-US" sz="1100" dirty="0" err="1">
                <a:solidFill>
                  <a:schemeClr val="tx1">
                    <a:lumMod val="65000"/>
                    <a:lumOff val="35000"/>
                  </a:schemeClr>
                </a:solidFill>
              </a:rPr>
              <a:t>luctus</a:t>
            </a:r>
            <a:r>
              <a:rPr lang="en-US" sz="1100" dirty="0">
                <a:solidFill>
                  <a:schemeClr val="tx1">
                    <a:lumMod val="65000"/>
                    <a:lumOff val="35000"/>
                  </a:schemeClr>
                </a:solidFill>
              </a:rPr>
              <a:t> </a:t>
            </a:r>
            <a:r>
              <a:rPr lang="en-US" sz="1100" dirty="0" err="1">
                <a:solidFill>
                  <a:schemeClr val="tx1">
                    <a:lumMod val="65000"/>
                    <a:lumOff val="35000"/>
                  </a:schemeClr>
                </a:solidFill>
              </a:rPr>
              <a:t>egestas</a:t>
            </a:r>
            <a:r>
              <a:rPr lang="en-US" sz="1100" dirty="0">
                <a:solidFill>
                  <a:schemeClr val="tx1">
                    <a:lumMod val="65000"/>
                    <a:lumOff val="35000"/>
                  </a:schemeClr>
                </a:solidFill>
              </a:rPr>
              <a:t> </a:t>
            </a:r>
            <a:r>
              <a:rPr lang="en-US" sz="1100" dirty="0" err="1">
                <a:solidFill>
                  <a:schemeClr val="tx1">
                    <a:lumMod val="65000"/>
                    <a:lumOff val="35000"/>
                  </a:schemeClr>
                </a:solidFill>
              </a:rPr>
              <a:t>leo</a:t>
            </a:r>
            <a:r>
              <a:rPr lang="en-US" sz="1100" dirty="0">
                <a:solidFill>
                  <a:schemeClr val="tx1">
                    <a:lumMod val="65000"/>
                    <a:lumOff val="35000"/>
                  </a:schemeClr>
                </a:solidFill>
              </a:rPr>
              <a:t>. </a:t>
            </a:r>
            <a:r>
              <a:rPr lang="en-US" sz="1100" dirty="0" err="1">
                <a:solidFill>
                  <a:schemeClr val="tx1">
                    <a:lumMod val="65000"/>
                    <a:lumOff val="35000"/>
                  </a:schemeClr>
                </a:solidFill>
              </a:rPr>
              <a:t>Etiam</a:t>
            </a:r>
            <a:r>
              <a:rPr lang="en-US" sz="1100" dirty="0">
                <a:solidFill>
                  <a:schemeClr val="tx1">
                    <a:lumMod val="65000"/>
                    <a:lumOff val="35000"/>
                  </a:schemeClr>
                </a:solidFill>
              </a:rPr>
              <a:t> </a:t>
            </a:r>
            <a:r>
              <a:rPr lang="en-US" sz="1100" dirty="0" err="1">
                <a:solidFill>
                  <a:schemeClr val="tx1">
                    <a:lumMod val="65000"/>
                    <a:lumOff val="35000"/>
                  </a:schemeClr>
                </a:solidFill>
              </a:rPr>
              <a:t>quis</a:t>
            </a:r>
            <a:r>
              <a:rPr lang="en-US" sz="1100" dirty="0">
                <a:solidFill>
                  <a:schemeClr val="tx1">
                    <a:lumMod val="65000"/>
                    <a:lumOff val="35000"/>
                  </a:schemeClr>
                </a:solidFill>
              </a:rPr>
              <a:t> quam. </a:t>
            </a:r>
            <a:r>
              <a:rPr lang="en-US" sz="1100" dirty="0" err="1">
                <a:solidFill>
                  <a:schemeClr val="tx1">
                    <a:lumMod val="65000"/>
                    <a:lumOff val="35000"/>
                  </a:schemeClr>
                </a:solidFill>
              </a:rPr>
              <a:t>Curabitur</a:t>
            </a:r>
            <a:r>
              <a:rPr lang="en-US" sz="1100" dirty="0">
                <a:solidFill>
                  <a:schemeClr val="tx1">
                    <a:lumMod val="65000"/>
                    <a:lumOff val="35000"/>
                  </a:schemeClr>
                </a:solidFill>
              </a:rPr>
              <a:t> </a:t>
            </a:r>
            <a:r>
              <a:rPr lang="en-US" sz="1100" dirty="0" err="1">
                <a:solidFill>
                  <a:schemeClr val="tx1">
                    <a:lumMod val="65000"/>
                    <a:lumOff val="35000"/>
                  </a:schemeClr>
                </a:solidFill>
              </a:rPr>
              <a:t>bibendum</a:t>
            </a:r>
            <a:r>
              <a:rPr lang="en-US" sz="1100" dirty="0">
                <a:solidFill>
                  <a:schemeClr val="tx1">
                    <a:lumMod val="65000"/>
                    <a:lumOff val="35000"/>
                  </a:schemeClr>
                </a:solidFill>
              </a:rPr>
              <a:t> </a:t>
            </a:r>
            <a:r>
              <a:rPr lang="en-US" sz="1100" dirty="0" err="1">
                <a:solidFill>
                  <a:schemeClr val="tx1">
                    <a:lumMod val="65000"/>
                    <a:lumOff val="35000"/>
                  </a:schemeClr>
                </a:solidFill>
              </a:rPr>
              <a:t>justo</a:t>
            </a:r>
            <a:r>
              <a:rPr lang="en-US" sz="1100" dirty="0">
                <a:solidFill>
                  <a:schemeClr val="tx1">
                    <a:lumMod val="65000"/>
                    <a:lumOff val="35000"/>
                  </a:schemeClr>
                </a:solidFill>
              </a:rPr>
              <a:t> non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t>
            </a:r>
            <a:r>
              <a:rPr lang="en-US" sz="1100" dirty="0" err="1">
                <a:solidFill>
                  <a:schemeClr val="tx1">
                    <a:lumMod val="65000"/>
                    <a:lumOff val="35000"/>
                  </a:schemeClr>
                </a:solidFill>
              </a:rPr>
              <a:t>aute</a:t>
            </a:r>
            <a:r>
              <a:rPr lang="en-US" sz="1100" dirty="0">
                <a:solidFill>
                  <a:schemeClr val="tx1">
                    <a:lumMod val="65000"/>
                    <a:lumOff val="35000"/>
                  </a:schemeClr>
                </a:solidFill>
              </a:rPr>
              <a:t> </a:t>
            </a:r>
            <a:r>
              <a:rPr lang="en-US" sz="1100" dirty="0" err="1">
                <a:solidFill>
                  <a:schemeClr val="tx1">
                    <a:lumMod val="65000"/>
                    <a:lumOff val="35000"/>
                  </a:schemeClr>
                </a:solidFill>
              </a:rPr>
              <a:t>irure</a:t>
            </a:r>
            <a:r>
              <a:rPr lang="en-US" sz="1100" dirty="0">
                <a:solidFill>
                  <a:schemeClr val="tx1">
                    <a:lumMod val="65000"/>
                    <a:lumOff val="35000"/>
                  </a:schemeClr>
                </a:solidFill>
              </a:rPr>
              <a:t> dolor in </a:t>
            </a:r>
            <a:r>
              <a:rPr lang="en-US" sz="1100" dirty="0" err="1">
                <a:solidFill>
                  <a:schemeClr val="tx1">
                    <a:lumMod val="65000"/>
                    <a:lumOff val="35000"/>
                  </a:schemeClr>
                </a:solidFill>
              </a:rPr>
              <a:t>reprehenderit</a:t>
            </a:r>
            <a:r>
              <a:rPr lang="en-US" sz="1100" dirty="0">
                <a:solidFill>
                  <a:schemeClr val="tx1">
                    <a:lumMod val="65000"/>
                    <a:lumOff val="35000"/>
                  </a:schemeClr>
                </a:solidFill>
              </a:rPr>
              <a:t> in </a:t>
            </a:r>
            <a:r>
              <a:rPr lang="en-US" sz="1100" dirty="0" err="1">
                <a:solidFill>
                  <a:schemeClr val="tx1">
                    <a:lumMod val="65000"/>
                    <a:lumOff val="35000"/>
                  </a:schemeClr>
                </a:solidFill>
              </a:rPr>
              <a:t>voluptate</a:t>
            </a:r>
            <a:r>
              <a:rPr lang="en-US" sz="1100" dirty="0">
                <a:solidFill>
                  <a:schemeClr val="tx1">
                    <a:lumMod val="65000"/>
                    <a:lumOff val="35000"/>
                  </a:schemeClr>
                </a:solidFill>
              </a:rPr>
              <a:t> </a:t>
            </a:r>
            <a:r>
              <a:rPr lang="en-US" sz="1100" dirty="0" err="1">
                <a:solidFill>
                  <a:schemeClr val="tx1">
                    <a:lumMod val="65000"/>
                    <a:lumOff val="35000"/>
                  </a:schemeClr>
                </a:solidFill>
              </a:rPr>
              <a:t>velit</a:t>
            </a:r>
            <a:r>
              <a:rPr lang="en-US" sz="1100" dirty="0">
                <a:solidFill>
                  <a:schemeClr val="tx1">
                    <a:lumMod val="65000"/>
                    <a:lumOff val="35000"/>
                  </a:schemeClr>
                </a:solidFill>
              </a:rPr>
              <a:t> </a:t>
            </a:r>
            <a:r>
              <a:rPr lang="en-US" sz="1100" dirty="0" err="1">
                <a:solidFill>
                  <a:schemeClr val="tx1">
                    <a:lumMod val="65000"/>
                    <a:lumOff val="35000"/>
                  </a:schemeClr>
                </a:solidFill>
              </a:rPr>
              <a:t>esse</a:t>
            </a:r>
            <a:r>
              <a:rPr lang="en-US" sz="1100" dirty="0">
                <a:solidFill>
                  <a:schemeClr val="tx1">
                    <a:lumMod val="65000"/>
                    <a:lumOff val="35000"/>
                  </a:schemeClr>
                </a:solidFill>
              </a:rPr>
              <a:t> </a:t>
            </a:r>
            <a:r>
              <a:rPr lang="en-US" sz="1100" dirty="0" err="1">
                <a:solidFill>
                  <a:schemeClr val="tx1">
                    <a:lumMod val="65000"/>
                    <a:lumOff val="35000"/>
                  </a:schemeClr>
                </a:solidFill>
              </a:rPr>
              <a:t>cillum</a:t>
            </a:r>
            <a:r>
              <a:rPr lang="en-US" sz="1100" dirty="0">
                <a:solidFill>
                  <a:schemeClr val="tx1">
                    <a:lumMod val="65000"/>
                    <a:lumOff val="35000"/>
                  </a:schemeClr>
                </a:solidFill>
              </a:rPr>
              <a:t> </a:t>
            </a:r>
            <a:r>
              <a:rPr lang="en-US" sz="1100" dirty="0" err="1">
                <a:solidFill>
                  <a:schemeClr val="tx1">
                    <a:lumMod val="65000"/>
                    <a:lumOff val="35000"/>
                  </a:schemeClr>
                </a:solidFill>
              </a:rPr>
              <a:t>dolore</a:t>
            </a:r>
            <a:r>
              <a:rPr lang="en-US" sz="1100" dirty="0">
                <a:solidFill>
                  <a:schemeClr val="tx1">
                    <a:lumMod val="65000"/>
                    <a:lumOff val="35000"/>
                  </a:schemeClr>
                </a:solidFill>
              </a:rPr>
              <a:t> </a:t>
            </a:r>
            <a:r>
              <a:rPr lang="en-US" sz="1100" dirty="0" err="1">
                <a:solidFill>
                  <a:schemeClr val="tx1">
                    <a:lumMod val="65000"/>
                    <a:lumOff val="35000"/>
                  </a:schemeClr>
                </a:solidFill>
              </a:rPr>
              <a:t>eu</a:t>
            </a:r>
            <a:r>
              <a:rPr lang="en-US" sz="1100" dirty="0">
                <a:solidFill>
                  <a:schemeClr val="tx1">
                    <a:lumMod val="65000"/>
                    <a:lumOff val="35000"/>
                  </a:schemeClr>
                </a:solidFill>
              </a:rPr>
              <a:t> </a:t>
            </a:r>
            <a:r>
              <a:rPr lang="en-US" sz="1100" dirty="0" err="1">
                <a:solidFill>
                  <a:schemeClr val="tx1">
                    <a:lumMod val="65000"/>
                    <a:lumOff val="35000"/>
                  </a:schemeClr>
                </a:solidFill>
              </a:rPr>
              <a:t>fugiat</a:t>
            </a:r>
            <a:r>
              <a:rPr lang="en-US" sz="1100" dirty="0">
                <a:solidFill>
                  <a:schemeClr val="tx1">
                    <a:lumMod val="65000"/>
                    <a:lumOff val="35000"/>
                  </a:schemeClr>
                </a:solidFill>
              </a:rPr>
              <a:t> </a:t>
            </a:r>
            <a:r>
              <a:rPr lang="en-US" sz="1100" dirty="0" err="1">
                <a:solidFill>
                  <a:schemeClr val="tx1">
                    <a:lumMod val="65000"/>
                    <a:lumOff val="35000"/>
                  </a:schemeClr>
                </a:solidFill>
              </a:rPr>
              <a:t>nulla</a:t>
            </a:r>
            <a:r>
              <a:rPr lang="en-US" sz="1100" dirty="0">
                <a:solidFill>
                  <a:schemeClr val="tx1">
                    <a:lumMod val="65000"/>
                    <a:lumOff val="35000"/>
                  </a:schemeClr>
                </a:solidFill>
              </a:rPr>
              <a:t> </a:t>
            </a:r>
            <a:r>
              <a:rPr lang="en-US" sz="1100" dirty="0" err="1">
                <a:solidFill>
                  <a:schemeClr val="tx1">
                    <a:lumMod val="65000"/>
                    <a:lumOff val="35000"/>
                  </a:schemeClr>
                </a:solidFill>
              </a:rPr>
              <a:t>pariatur</a:t>
            </a:r>
            <a:r>
              <a:rPr lang="en-US" sz="1100" dirty="0">
                <a:solidFill>
                  <a:schemeClr val="tx1">
                    <a:lumMod val="65000"/>
                    <a:lumOff val="35000"/>
                  </a:schemeClr>
                </a:solidFill>
              </a:rPr>
              <a:t>. </a:t>
            </a:r>
            <a:r>
              <a:rPr lang="en-US" sz="1100" dirty="0" err="1">
                <a:solidFill>
                  <a:schemeClr val="tx1">
                    <a:lumMod val="65000"/>
                    <a:lumOff val="35000"/>
                  </a:schemeClr>
                </a:solidFill>
              </a:rPr>
              <a:t>Suspendisse</a:t>
            </a:r>
            <a:r>
              <a:rPr lang="en-US" sz="1100" dirty="0">
                <a:solidFill>
                  <a:schemeClr val="tx1">
                    <a:lumMod val="65000"/>
                    <a:lumOff val="35000"/>
                  </a:schemeClr>
                </a:solidFill>
              </a:rPr>
              <a:t> </a:t>
            </a:r>
            <a:r>
              <a:rPr lang="en-US" sz="1100" dirty="0" err="1">
                <a:solidFill>
                  <a:schemeClr val="tx1">
                    <a:lumMod val="65000"/>
                    <a:lumOff val="35000"/>
                  </a:schemeClr>
                </a:solidFill>
              </a:rPr>
              <a:t>nisl</a:t>
            </a:r>
            <a:r>
              <a:rPr lang="en-US" sz="1100" dirty="0">
                <a:solidFill>
                  <a:schemeClr val="tx1">
                    <a:lumMod val="65000"/>
                    <a:lumOff val="35000"/>
                  </a:schemeClr>
                </a:solidFill>
              </a:rPr>
              <a:t>. </a:t>
            </a:r>
            <a:r>
              <a:rPr lang="en-US" sz="1100" dirty="0" err="1">
                <a:solidFill>
                  <a:schemeClr val="tx1">
                    <a:lumMod val="65000"/>
                    <a:lumOff val="35000"/>
                  </a:schemeClr>
                </a:solidFill>
              </a:rPr>
              <a:t>Duis</a:t>
            </a:r>
            <a:r>
              <a:rPr lang="en-US" sz="1100" dirty="0">
                <a:solidFill>
                  <a:schemeClr val="tx1">
                    <a:lumMod val="65000"/>
                    <a:lumOff val="35000"/>
                  </a:schemeClr>
                </a:solidFill>
              </a:rPr>
              <a:t> ante </a:t>
            </a:r>
            <a:r>
              <a:rPr lang="en-US" sz="1100" dirty="0" err="1">
                <a:solidFill>
                  <a:schemeClr val="tx1">
                    <a:lumMod val="65000"/>
                    <a:lumOff val="35000"/>
                  </a:schemeClr>
                </a:solidFill>
              </a:rPr>
              <a:t>orci</a:t>
            </a:r>
            <a:r>
              <a:rPr lang="en-US" sz="1100" dirty="0">
                <a:solidFill>
                  <a:schemeClr val="tx1">
                    <a:lumMod val="65000"/>
                    <a:lumOff val="35000"/>
                  </a:schemeClr>
                </a:solidFill>
              </a:rPr>
              <a:t>, </a:t>
            </a:r>
            <a:r>
              <a:rPr lang="en-US" sz="1100" dirty="0" err="1">
                <a:solidFill>
                  <a:schemeClr val="tx1">
                    <a:lumMod val="65000"/>
                    <a:lumOff val="35000"/>
                  </a:schemeClr>
                </a:solidFill>
              </a:rPr>
              <a:t>molestie</a:t>
            </a:r>
            <a:r>
              <a:rPr lang="en-US" sz="1100" dirty="0">
                <a:solidFill>
                  <a:schemeClr val="tx1">
                    <a:lumMod val="65000"/>
                    <a:lumOff val="35000"/>
                  </a:schemeClr>
                </a:solidFill>
              </a:rPr>
              <a:t> vitae </a:t>
            </a:r>
            <a:r>
              <a:rPr lang="en-US" sz="1100" dirty="0" err="1">
                <a:solidFill>
                  <a:schemeClr val="tx1">
                    <a:lumMod val="65000"/>
                    <a:lumOff val="35000"/>
                  </a:schemeClr>
                </a:solidFill>
              </a:rPr>
              <a:t>vehicula</a:t>
            </a:r>
            <a:r>
              <a:rPr lang="en-US" sz="1100" dirty="0">
                <a:solidFill>
                  <a:schemeClr val="tx1">
                    <a:lumMod val="65000"/>
                    <a:lumOff val="35000"/>
                  </a:schemeClr>
                </a:solidFill>
              </a:rPr>
              <a:t> </a:t>
            </a:r>
            <a:r>
              <a:rPr lang="en-US" sz="1100" dirty="0" err="1">
                <a:solidFill>
                  <a:schemeClr val="tx1">
                    <a:lumMod val="65000"/>
                    <a:lumOff val="35000"/>
                  </a:schemeClr>
                </a:solidFill>
              </a:rPr>
              <a:t>venenatis</a:t>
            </a:r>
            <a:r>
              <a:rPr lang="en-US" sz="1100" dirty="0">
                <a:solidFill>
                  <a:schemeClr val="tx1">
                    <a:lumMod val="65000"/>
                    <a:lumOff val="35000"/>
                  </a:schemeClr>
                </a:solidFill>
              </a:rPr>
              <a:t>, </a:t>
            </a:r>
            <a:endParaRPr lang="id-ID" sz="1100" dirty="0">
              <a:solidFill>
                <a:schemeClr val="tx1">
                  <a:lumMod val="65000"/>
                  <a:lumOff val="35000"/>
                </a:schemeClr>
              </a:solidFill>
            </a:endParaRPr>
          </a:p>
        </p:txBody>
      </p:sp>
      <p:sp>
        <p:nvSpPr>
          <p:cNvPr id="31" name="Freeform 13">
            <a:extLst>
              <a:ext uri="{FF2B5EF4-FFF2-40B4-BE49-F238E27FC236}">
                <a16:creationId xmlns:a16="http://schemas.microsoft.com/office/drawing/2014/main" id="{CAE0E719-54EA-5264-DC50-F254E325F5CD}"/>
              </a:ext>
            </a:extLst>
          </p:cNvPr>
          <p:cNvSpPr>
            <a:spLocks noEditPoints="1"/>
          </p:cNvSpPr>
          <p:nvPr/>
        </p:nvSpPr>
        <p:spPr bwMode="auto">
          <a:xfrm>
            <a:off x="5280742" y="2574694"/>
            <a:ext cx="466492" cy="466491"/>
          </a:xfrm>
          <a:custGeom>
            <a:avLst/>
            <a:gdLst>
              <a:gd name="T0" fmla="*/ 341 w 2328"/>
              <a:gd name="T1" fmla="*/ 341 h 2328"/>
              <a:gd name="T2" fmla="*/ 341 w 2328"/>
              <a:gd name="T3" fmla="*/ 1987 h 2328"/>
              <a:gd name="T4" fmla="*/ 1987 w 2328"/>
              <a:gd name="T5" fmla="*/ 1987 h 2328"/>
              <a:gd name="T6" fmla="*/ 1987 w 2328"/>
              <a:gd name="T7" fmla="*/ 341 h 2328"/>
              <a:gd name="T8" fmla="*/ 2040 w 2328"/>
              <a:gd name="T9" fmla="*/ 637 h 2328"/>
              <a:gd name="T10" fmla="*/ 1640 w 2328"/>
              <a:gd name="T11" fmla="*/ 423 h 2328"/>
              <a:gd name="T12" fmla="*/ 1341 w 2328"/>
              <a:gd name="T13" fmla="*/ 157 h 2328"/>
              <a:gd name="T14" fmla="*/ 2040 w 2328"/>
              <a:gd name="T15" fmla="*/ 637 h 2328"/>
              <a:gd name="T16" fmla="*/ 1700 w 2328"/>
              <a:gd name="T17" fmla="*/ 1672 h 2328"/>
              <a:gd name="T18" fmla="*/ 2185 w 2328"/>
              <a:gd name="T19" fmla="*/ 1199 h 2328"/>
              <a:gd name="T20" fmla="*/ 1204 w 2328"/>
              <a:gd name="T21" fmla="*/ 2185 h 2328"/>
              <a:gd name="T22" fmla="*/ 1200 w 2328"/>
              <a:gd name="T23" fmla="*/ 1935 h 2328"/>
              <a:gd name="T24" fmla="*/ 1552 w 2328"/>
              <a:gd name="T25" fmla="*/ 1787 h 2328"/>
              <a:gd name="T26" fmla="*/ 775 w 2328"/>
              <a:gd name="T27" fmla="*/ 1787 h 2328"/>
              <a:gd name="T28" fmla="*/ 1128 w 2328"/>
              <a:gd name="T29" fmla="*/ 1935 h 2328"/>
              <a:gd name="T30" fmla="*/ 1124 w 2328"/>
              <a:gd name="T31" fmla="*/ 2185 h 2328"/>
              <a:gd name="T32" fmla="*/ 229 w 2328"/>
              <a:gd name="T33" fmla="*/ 751 h 2328"/>
              <a:gd name="T34" fmla="*/ 532 w 2328"/>
              <a:gd name="T35" fmla="*/ 991 h 2328"/>
              <a:gd name="T36" fmla="*/ 143 w 2328"/>
              <a:gd name="T37" fmla="*/ 1129 h 2328"/>
              <a:gd name="T38" fmla="*/ 1124 w 2328"/>
              <a:gd name="T39" fmla="*/ 143 h 2328"/>
              <a:gd name="T40" fmla="*/ 1128 w 2328"/>
              <a:gd name="T41" fmla="*/ 518 h 2328"/>
              <a:gd name="T42" fmla="*/ 1124 w 2328"/>
              <a:gd name="T43" fmla="*/ 143 h 2328"/>
              <a:gd name="T44" fmla="*/ 1478 w 2328"/>
              <a:gd name="T45" fmla="*/ 533 h 2328"/>
              <a:gd name="T46" fmla="*/ 1200 w 2328"/>
              <a:gd name="T47" fmla="*/ 143 h 2328"/>
              <a:gd name="T48" fmla="*/ 1513 w 2328"/>
              <a:gd name="T49" fmla="*/ 478 h 2328"/>
              <a:gd name="T50" fmla="*/ 1467 w 2328"/>
              <a:gd name="T51" fmla="*/ 624 h 2328"/>
              <a:gd name="T52" fmla="*/ 1661 w 2328"/>
              <a:gd name="T53" fmla="*/ 772 h 2328"/>
              <a:gd name="T54" fmla="*/ 1200 w 2328"/>
              <a:gd name="T55" fmla="*/ 1129 h 2328"/>
              <a:gd name="T56" fmla="*/ 1720 w 2328"/>
              <a:gd name="T57" fmla="*/ 598 h 2328"/>
              <a:gd name="T58" fmla="*/ 1560 w 2328"/>
              <a:gd name="T59" fmla="*/ 598 h 2328"/>
              <a:gd name="T60" fmla="*/ 1720 w 2328"/>
              <a:gd name="T61" fmla="*/ 598 h 2328"/>
              <a:gd name="T62" fmla="*/ 1128 w 2328"/>
              <a:gd name="T63" fmla="*/ 1129 h 2328"/>
              <a:gd name="T64" fmla="*/ 611 w 2328"/>
              <a:gd name="T65" fmla="*/ 997 h 2328"/>
              <a:gd name="T66" fmla="*/ 1128 w 2328"/>
              <a:gd name="T67" fmla="*/ 610 h 2328"/>
              <a:gd name="T68" fmla="*/ 560 w 2328"/>
              <a:gd name="T69" fmla="*/ 1244 h 2328"/>
              <a:gd name="T70" fmla="*/ 560 w 2328"/>
              <a:gd name="T71" fmla="*/ 1084 h 2328"/>
              <a:gd name="T72" fmla="*/ 143 w 2328"/>
              <a:gd name="T73" fmla="*/ 1199 h 2328"/>
              <a:gd name="T74" fmla="*/ 532 w 2328"/>
              <a:gd name="T75" fmla="*/ 1337 h 2328"/>
              <a:gd name="T76" fmla="*/ 229 w 2328"/>
              <a:gd name="T77" fmla="*/ 1577 h 2328"/>
              <a:gd name="T78" fmla="*/ 611 w 2328"/>
              <a:gd name="T79" fmla="*/ 1331 h 2328"/>
              <a:gd name="T80" fmla="*/ 1128 w 2328"/>
              <a:gd name="T81" fmla="*/ 1199 h 2328"/>
              <a:gd name="T82" fmla="*/ 996 w 2328"/>
              <a:gd name="T83" fmla="*/ 1713 h 2328"/>
              <a:gd name="T84" fmla="*/ 611 w 2328"/>
              <a:gd name="T85" fmla="*/ 1331 h 2328"/>
              <a:gd name="T86" fmla="*/ 1164 w 2328"/>
              <a:gd name="T87" fmla="*/ 1844 h 2328"/>
              <a:gd name="T88" fmla="*/ 1164 w 2328"/>
              <a:gd name="T89" fmla="*/ 1684 h 2328"/>
              <a:gd name="T90" fmla="*/ 1331 w 2328"/>
              <a:gd name="T91" fmla="*/ 1713 h 2328"/>
              <a:gd name="T92" fmla="*/ 1200 w 2328"/>
              <a:gd name="T93" fmla="*/ 1199 h 2328"/>
              <a:gd name="T94" fmla="*/ 1606 w 2328"/>
              <a:gd name="T95" fmla="*/ 1687 h 2328"/>
              <a:gd name="T96" fmla="*/ 1807 w 2328"/>
              <a:gd name="T97" fmla="*/ 1129 h 2328"/>
              <a:gd name="T98" fmla="*/ 1798 w 2328"/>
              <a:gd name="T99" fmla="*/ 674 h 2328"/>
              <a:gd name="T100" fmla="*/ 2185 w 2328"/>
              <a:gd name="T101" fmla="*/ 1129 h 2328"/>
              <a:gd name="T102" fmla="*/ 441 w 2328"/>
              <a:gd name="T103" fmla="*/ 441 h 2328"/>
              <a:gd name="T104" fmla="*/ 688 w 2328"/>
              <a:gd name="T105" fmla="*/ 534 h 2328"/>
              <a:gd name="T106" fmla="*/ 288 w 2328"/>
              <a:gd name="T107" fmla="*/ 637 h 2328"/>
              <a:gd name="T108" fmla="*/ 288 w 2328"/>
              <a:gd name="T109" fmla="*/ 1690 h 2328"/>
              <a:gd name="T110" fmla="*/ 688 w 2328"/>
              <a:gd name="T111" fmla="*/ 1794 h 2328"/>
              <a:gd name="T112" fmla="*/ 441 w 2328"/>
              <a:gd name="T113" fmla="*/ 1886 h 2328"/>
              <a:gd name="T114" fmla="*/ 1886 w 2328"/>
              <a:gd name="T115" fmla="*/ 1886 h 2328"/>
              <a:gd name="T116" fmla="*/ 1640 w 2328"/>
              <a:gd name="T117" fmla="*/ 1794 h 2328"/>
              <a:gd name="T118" fmla="*/ 2040 w 2328"/>
              <a:gd name="T119" fmla="*/ 1690 h 2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328" h="2328">
                <a:moveTo>
                  <a:pt x="1164" y="0"/>
                </a:moveTo>
                <a:cubicBezTo>
                  <a:pt x="853" y="0"/>
                  <a:pt x="561" y="121"/>
                  <a:pt x="341" y="341"/>
                </a:cubicBezTo>
                <a:cubicBezTo>
                  <a:pt x="121" y="560"/>
                  <a:pt x="0" y="853"/>
                  <a:pt x="0" y="1164"/>
                </a:cubicBezTo>
                <a:cubicBezTo>
                  <a:pt x="0" y="1475"/>
                  <a:pt x="121" y="1767"/>
                  <a:pt x="341" y="1987"/>
                </a:cubicBezTo>
                <a:cubicBezTo>
                  <a:pt x="561" y="2207"/>
                  <a:pt x="853" y="2328"/>
                  <a:pt x="1164" y="2328"/>
                </a:cubicBezTo>
                <a:cubicBezTo>
                  <a:pt x="1475" y="2328"/>
                  <a:pt x="1767" y="2207"/>
                  <a:pt x="1987" y="1987"/>
                </a:cubicBezTo>
                <a:cubicBezTo>
                  <a:pt x="2207" y="1767"/>
                  <a:pt x="2328" y="1475"/>
                  <a:pt x="2328" y="1164"/>
                </a:cubicBezTo>
                <a:cubicBezTo>
                  <a:pt x="2328" y="853"/>
                  <a:pt x="2207" y="560"/>
                  <a:pt x="1987" y="341"/>
                </a:cubicBezTo>
                <a:cubicBezTo>
                  <a:pt x="1767" y="121"/>
                  <a:pt x="1475" y="0"/>
                  <a:pt x="1164" y="0"/>
                </a:cubicBezTo>
                <a:close/>
                <a:moveTo>
                  <a:pt x="2040" y="637"/>
                </a:moveTo>
                <a:cubicBezTo>
                  <a:pt x="1966" y="617"/>
                  <a:pt x="1890" y="598"/>
                  <a:pt x="1815" y="583"/>
                </a:cubicBezTo>
                <a:cubicBezTo>
                  <a:pt x="1807" y="493"/>
                  <a:pt x="1732" y="423"/>
                  <a:pt x="1640" y="423"/>
                </a:cubicBezTo>
                <a:cubicBezTo>
                  <a:pt x="1619" y="423"/>
                  <a:pt x="1598" y="427"/>
                  <a:pt x="1579" y="434"/>
                </a:cubicBezTo>
                <a:cubicBezTo>
                  <a:pt x="1512" y="335"/>
                  <a:pt x="1433" y="243"/>
                  <a:pt x="1341" y="157"/>
                </a:cubicBezTo>
                <a:cubicBezTo>
                  <a:pt x="1547" y="193"/>
                  <a:pt x="1736" y="291"/>
                  <a:pt x="1886" y="441"/>
                </a:cubicBezTo>
                <a:cubicBezTo>
                  <a:pt x="1946" y="501"/>
                  <a:pt x="1998" y="567"/>
                  <a:pt x="2040" y="637"/>
                </a:cubicBezTo>
                <a:close/>
                <a:moveTo>
                  <a:pt x="2099" y="1577"/>
                </a:moveTo>
                <a:cubicBezTo>
                  <a:pt x="1968" y="1617"/>
                  <a:pt x="1835" y="1649"/>
                  <a:pt x="1700" y="1672"/>
                </a:cubicBezTo>
                <a:cubicBezTo>
                  <a:pt x="1767" y="1520"/>
                  <a:pt x="1802" y="1362"/>
                  <a:pt x="1807" y="1199"/>
                </a:cubicBezTo>
                <a:cubicBezTo>
                  <a:pt x="2185" y="1199"/>
                  <a:pt x="2185" y="1199"/>
                  <a:pt x="2185" y="1199"/>
                </a:cubicBezTo>
                <a:cubicBezTo>
                  <a:pt x="2181" y="1331"/>
                  <a:pt x="2151" y="1459"/>
                  <a:pt x="2099" y="1577"/>
                </a:cubicBezTo>
                <a:close/>
                <a:moveTo>
                  <a:pt x="1204" y="2185"/>
                </a:moveTo>
                <a:cubicBezTo>
                  <a:pt x="1202" y="2185"/>
                  <a:pt x="1201" y="2185"/>
                  <a:pt x="1200" y="2185"/>
                </a:cubicBezTo>
                <a:cubicBezTo>
                  <a:pt x="1200" y="1935"/>
                  <a:pt x="1200" y="1935"/>
                  <a:pt x="1200" y="1935"/>
                </a:cubicBezTo>
                <a:cubicBezTo>
                  <a:pt x="1265" y="1921"/>
                  <a:pt x="1318" y="1870"/>
                  <a:pt x="1334" y="1805"/>
                </a:cubicBezTo>
                <a:cubicBezTo>
                  <a:pt x="1407" y="1802"/>
                  <a:pt x="1480" y="1795"/>
                  <a:pt x="1552" y="1787"/>
                </a:cubicBezTo>
                <a:cubicBezTo>
                  <a:pt x="1465" y="1934"/>
                  <a:pt x="1348" y="2067"/>
                  <a:pt x="1204" y="2185"/>
                </a:cubicBezTo>
                <a:close/>
                <a:moveTo>
                  <a:pt x="775" y="1787"/>
                </a:moveTo>
                <a:cubicBezTo>
                  <a:pt x="848" y="1795"/>
                  <a:pt x="921" y="1802"/>
                  <a:pt x="994" y="1805"/>
                </a:cubicBezTo>
                <a:cubicBezTo>
                  <a:pt x="1010" y="1870"/>
                  <a:pt x="1062" y="1921"/>
                  <a:pt x="1128" y="1935"/>
                </a:cubicBezTo>
                <a:cubicBezTo>
                  <a:pt x="1128" y="2185"/>
                  <a:pt x="1128" y="2185"/>
                  <a:pt x="1128" y="2185"/>
                </a:cubicBezTo>
                <a:cubicBezTo>
                  <a:pt x="1127" y="2185"/>
                  <a:pt x="1125" y="2185"/>
                  <a:pt x="1124" y="2185"/>
                </a:cubicBezTo>
                <a:cubicBezTo>
                  <a:pt x="980" y="2067"/>
                  <a:pt x="863" y="1934"/>
                  <a:pt x="775" y="1787"/>
                </a:cubicBezTo>
                <a:close/>
                <a:moveTo>
                  <a:pt x="229" y="751"/>
                </a:moveTo>
                <a:cubicBezTo>
                  <a:pt x="360" y="710"/>
                  <a:pt x="493" y="678"/>
                  <a:pt x="627" y="655"/>
                </a:cubicBezTo>
                <a:cubicBezTo>
                  <a:pt x="580" y="764"/>
                  <a:pt x="548" y="876"/>
                  <a:pt x="532" y="991"/>
                </a:cubicBezTo>
                <a:cubicBezTo>
                  <a:pt x="460" y="1002"/>
                  <a:pt x="403" y="1058"/>
                  <a:pt x="388" y="1129"/>
                </a:cubicBezTo>
                <a:cubicBezTo>
                  <a:pt x="143" y="1129"/>
                  <a:pt x="143" y="1129"/>
                  <a:pt x="143" y="1129"/>
                </a:cubicBezTo>
                <a:cubicBezTo>
                  <a:pt x="147" y="996"/>
                  <a:pt x="177" y="869"/>
                  <a:pt x="229" y="751"/>
                </a:cubicBezTo>
                <a:close/>
                <a:moveTo>
                  <a:pt x="1124" y="143"/>
                </a:moveTo>
                <a:cubicBezTo>
                  <a:pt x="1125" y="143"/>
                  <a:pt x="1127" y="143"/>
                  <a:pt x="1128" y="143"/>
                </a:cubicBezTo>
                <a:cubicBezTo>
                  <a:pt x="1128" y="518"/>
                  <a:pt x="1128" y="518"/>
                  <a:pt x="1128" y="518"/>
                </a:cubicBezTo>
                <a:cubicBezTo>
                  <a:pt x="1010" y="519"/>
                  <a:pt x="892" y="527"/>
                  <a:pt x="775" y="541"/>
                </a:cubicBezTo>
                <a:cubicBezTo>
                  <a:pt x="863" y="394"/>
                  <a:pt x="980" y="260"/>
                  <a:pt x="1124" y="143"/>
                </a:cubicBezTo>
                <a:close/>
                <a:moveTo>
                  <a:pt x="1513" y="478"/>
                </a:moveTo>
                <a:cubicBezTo>
                  <a:pt x="1498" y="494"/>
                  <a:pt x="1486" y="512"/>
                  <a:pt x="1478" y="533"/>
                </a:cubicBezTo>
                <a:cubicBezTo>
                  <a:pt x="1386" y="524"/>
                  <a:pt x="1293" y="519"/>
                  <a:pt x="1200" y="518"/>
                </a:cubicBezTo>
                <a:cubicBezTo>
                  <a:pt x="1200" y="143"/>
                  <a:pt x="1200" y="143"/>
                  <a:pt x="1200" y="143"/>
                </a:cubicBezTo>
                <a:cubicBezTo>
                  <a:pt x="1201" y="143"/>
                  <a:pt x="1202" y="143"/>
                  <a:pt x="1204" y="143"/>
                </a:cubicBezTo>
                <a:cubicBezTo>
                  <a:pt x="1327" y="243"/>
                  <a:pt x="1431" y="356"/>
                  <a:pt x="1513" y="478"/>
                </a:cubicBezTo>
                <a:close/>
                <a:moveTo>
                  <a:pt x="1200" y="610"/>
                </a:moveTo>
                <a:cubicBezTo>
                  <a:pt x="1289" y="611"/>
                  <a:pt x="1379" y="616"/>
                  <a:pt x="1467" y="624"/>
                </a:cubicBezTo>
                <a:cubicBezTo>
                  <a:pt x="1480" y="708"/>
                  <a:pt x="1553" y="773"/>
                  <a:pt x="1640" y="773"/>
                </a:cubicBezTo>
                <a:cubicBezTo>
                  <a:pt x="1647" y="773"/>
                  <a:pt x="1654" y="772"/>
                  <a:pt x="1661" y="772"/>
                </a:cubicBezTo>
                <a:cubicBezTo>
                  <a:pt x="1702" y="887"/>
                  <a:pt x="1724" y="1007"/>
                  <a:pt x="1728" y="1129"/>
                </a:cubicBezTo>
                <a:cubicBezTo>
                  <a:pt x="1200" y="1129"/>
                  <a:pt x="1200" y="1129"/>
                  <a:pt x="1200" y="1129"/>
                </a:cubicBezTo>
                <a:lnTo>
                  <a:pt x="1200" y="610"/>
                </a:lnTo>
                <a:close/>
                <a:moveTo>
                  <a:pt x="1720" y="598"/>
                </a:moveTo>
                <a:cubicBezTo>
                  <a:pt x="1720" y="642"/>
                  <a:pt x="1684" y="678"/>
                  <a:pt x="1640" y="678"/>
                </a:cubicBezTo>
                <a:cubicBezTo>
                  <a:pt x="1596" y="678"/>
                  <a:pt x="1560" y="642"/>
                  <a:pt x="1560" y="598"/>
                </a:cubicBezTo>
                <a:cubicBezTo>
                  <a:pt x="1560" y="554"/>
                  <a:pt x="1596" y="518"/>
                  <a:pt x="1640" y="518"/>
                </a:cubicBezTo>
                <a:cubicBezTo>
                  <a:pt x="1684" y="518"/>
                  <a:pt x="1720" y="554"/>
                  <a:pt x="1720" y="598"/>
                </a:cubicBezTo>
                <a:close/>
                <a:moveTo>
                  <a:pt x="1128" y="610"/>
                </a:moveTo>
                <a:cubicBezTo>
                  <a:pt x="1128" y="1129"/>
                  <a:pt x="1128" y="1129"/>
                  <a:pt x="1128" y="1129"/>
                </a:cubicBezTo>
                <a:cubicBezTo>
                  <a:pt x="731" y="1129"/>
                  <a:pt x="731" y="1129"/>
                  <a:pt x="731" y="1129"/>
                </a:cubicBezTo>
                <a:cubicBezTo>
                  <a:pt x="719" y="1066"/>
                  <a:pt x="672" y="1015"/>
                  <a:pt x="611" y="997"/>
                </a:cubicBezTo>
                <a:cubicBezTo>
                  <a:pt x="629" y="874"/>
                  <a:pt x="666" y="755"/>
                  <a:pt x="722" y="641"/>
                </a:cubicBezTo>
                <a:cubicBezTo>
                  <a:pt x="856" y="622"/>
                  <a:pt x="992" y="612"/>
                  <a:pt x="1128" y="610"/>
                </a:cubicBezTo>
                <a:close/>
                <a:moveTo>
                  <a:pt x="640" y="1164"/>
                </a:moveTo>
                <a:cubicBezTo>
                  <a:pt x="640" y="1208"/>
                  <a:pt x="604" y="1244"/>
                  <a:pt x="560" y="1244"/>
                </a:cubicBezTo>
                <a:cubicBezTo>
                  <a:pt x="516" y="1244"/>
                  <a:pt x="480" y="1208"/>
                  <a:pt x="480" y="1164"/>
                </a:cubicBezTo>
                <a:cubicBezTo>
                  <a:pt x="480" y="1120"/>
                  <a:pt x="516" y="1084"/>
                  <a:pt x="560" y="1084"/>
                </a:cubicBezTo>
                <a:cubicBezTo>
                  <a:pt x="604" y="1084"/>
                  <a:pt x="640" y="1120"/>
                  <a:pt x="640" y="1164"/>
                </a:cubicBezTo>
                <a:close/>
                <a:moveTo>
                  <a:pt x="143" y="1199"/>
                </a:moveTo>
                <a:cubicBezTo>
                  <a:pt x="388" y="1199"/>
                  <a:pt x="388" y="1199"/>
                  <a:pt x="388" y="1199"/>
                </a:cubicBezTo>
                <a:cubicBezTo>
                  <a:pt x="403" y="1270"/>
                  <a:pt x="460" y="1325"/>
                  <a:pt x="532" y="1337"/>
                </a:cubicBezTo>
                <a:cubicBezTo>
                  <a:pt x="548" y="1451"/>
                  <a:pt x="580" y="1563"/>
                  <a:pt x="627" y="1672"/>
                </a:cubicBezTo>
                <a:cubicBezTo>
                  <a:pt x="493" y="1649"/>
                  <a:pt x="360" y="1617"/>
                  <a:pt x="229" y="1577"/>
                </a:cubicBezTo>
                <a:cubicBezTo>
                  <a:pt x="177" y="1459"/>
                  <a:pt x="147" y="1331"/>
                  <a:pt x="143" y="1199"/>
                </a:cubicBezTo>
                <a:close/>
                <a:moveTo>
                  <a:pt x="611" y="1331"/>
                </a:moveTo>
                <a:cubicBezTo>
                  <a:pt x="672" y="1312"/>
                  <a:pt x="719" y="1262"/>
                  <a:pt x="731" y="1199"/>
                </a:cubicBezTo>
                <a:cubicBezTo>
                  <a:pt x="1128" y="1199"/>
                  <a:pt x="1128" y="1199"/>
                  <a:pt x="1128" y="1199"/>
                </a:cubicBezTo>
                <a:cubicBezTo>
                  <a:pt x="1128" y="1592"/>
                  <a:pt x="1128" y="1592"/>
                  <a:pt x="1128" y="1592"/>
                </a:cubicBezTo>
                <a:cubicBezTo>
                  <a:pt x="1065" y="1605"/>
                  <a:pt x="1015" y="1652"/>
                  <a:pt x="996" y="1713"/>
                </a:cubicBezTo>
                <a:cubicBezTo>
                  <a:pt x="904" y="1708"/>
                  <a:pt x="813" y="1700"/>
                  <a:pt x="722" y="1687"/>
                </a:cubicBezTo>
                <a:cubicBezTo>
                  <a:pt x="666" y="1572"/>
                  <a:pt x="629" y="1453"/>
                  <a:pt x="611" y="1331"/>
                </a:cubicBezTo>
                <a:close/>
                <a:moveTo>
                  <a:pt x="1244" y="1764"/>
                </a:moveTo>
                <a:cubicBezTo>
                  <a:pt x="1244" y="1808"/>
                  <a:pt x="1208" y="1844"/>
                  <a:pt x="1164" y="1844"/>
                </a:cubicBezTo>
                <a:cubicBezTo>
                  <a:pt x="1120" y="1844"/>
                  <a:pt x="1084" y="1808"/>
                  <a:pt x="1084" y="1764"/>
                </a:cubicBezTo>
                <a:cubicBezTo>
                  <a:pt x="1084" y="1720"/>
                  <a:pt x="1120" y="1684"/>
                  <a:pt x="1164" y="1684"/>
                </a:cubicBezTo>
                <a:cubicBezTo>
                  <a:pt x="1208" y="1684"/>
                  <a:pt x="1244" y="1720"/>
                  <a:pt x="1244" y="1764"/>
                </a:cubicBezTo>
                <a:close/>
                <a:moveTo>
                  <a:pt x="1331" y="1713"/>
                </a:moveTo>
                <a:cubicBezTo>
                  <a:pt x="1313" y="1652"/>
                  <a:pt x="1262" y="1605"/>
                  <a:pt x="1200" y="1592"/>
                </a:cubicBezTo>
                <a:cubicBezTo>
                  <a:pt x="1200" y="1199"/>
                  <a:pt x="1200" y="1199"/>
                  <a:pt x="1200" y="1199"/>
                </a:cubicBezTo>
                <a:cubicBezTo>
                  <a:pt x="1728" y="1199"/>
                  <a:pt x="1728" y="1199"/>
                  <a:pt x="1728" y="1199"/>
                </a:cubicBezTo>
                <a:cubicBezTo>
                  <a:pt x="1723" y="1367"/>
                  <a:pt x="1682" y="1531"/>
                  <a:pt x="1606" y="1687"/>
                </a:cubicBezTo>
                <a:cubicBezTo>
                  <a:pt x="1515" y="1700"/>
                  <a:pt x="1424" y="1708"/>
                  <a:pt x="1331" y="1713"/>
                </a:cubicBezTo>
                <a:close/>
                <a:moveTo>
                  <a:pt x="1807" y="1129"/>
                </a:moveTo>
                <a:cubicBezTo>
                  <a:pt x="1803" y="997"/>
                  <a:pt x="1779" y="869"/>
                  <a:pt x="1736" y="745"/>
                </a:cubicBezTo>
                <a:cubicBezTo>
                  <a:pt x="1762" y="727"/>
                  <a:pt x="1784" y="703"/>
                  <a:pt x="1798" y="674"/>
                </a:cubicBezTo>
                <a:cubicBezTo>
                  <a:pt x="1900" y="694"/>
                  <a:pt x="2000" y="720"/>
                  <a:pt x="2099" y="751"/>
                </a:cubicBezTo>
                <a:cubicBezTo>
                  <a:pt x="2151" y="869"/>
                  <a:pt x="2181" y="996"/>
                  <a:pt x="2185" y="1129"/>
                </a:cubicBezTo>
                <a:lnTo>
                  <a:pt x="1807" y="1129"/>
                </a:lnTo>
                <a:close/>
                <a:moveTo>
                  <a:pt x="441" y="441"/>
                </a:moveTo>
                <a:cubicBezTo>
                  <a:pt x="592" y="291"/>
                  <a:pt x="781" y="193"/>
                  <a:pt x="987" y="157"/>
                </a:cubicBezTo>
                <a:cubicBezTo>
                  <a:pt x="865" y="271"/>
                  <a:pt x="765" y="397"/>
                  <a:pt x="688" y="534"/>
                </a:cubicBezTo>
                <a:cubicBezTo>
                  <a:pt x="684" y="541"/>
                  <a:pt x="680" y="547"/>
                  <a:pt x="677" y="554"/>
                </a:cubicBezTo>
                <a:cubicBezTo>
                  <a:pt x="546" y="574"/>
                  <a:pt x="416" y="602"/>
                  <a:pt x="288" y="637"/>
                </a:cubicBezTo>
                <a:cubicBezTo>
                  <a:pt x="330" y="567"/>
                  <a:pt x="382" y="501"/>
                  <a:pt x="441" y="441"/>
                </a:cubicBezTo>
                <a:close/>
                <a:moveTo>
                  <a:pt x="288" y="1690"/>
                </a:moveTo>
                <a:cubicBezTo>
                  <a:pt x="416" y="1726"/>
                  <a:pt x="546" y="1754"/>
                  <a:pt x="677" y="1773"/>
                </a:cubicBezTo>
                <a:cubicBezTo>
                  <a:pt x="680" y="1780"/>
                  <a:pt x="684" y="1787"/>
                  <a:pt x="688" y="1794"/>
                </a:cubicBezTo>
                <a:cubicBezTo>
                  <a:pt x="765" y="1931"/>
                  <a:pt x="865" y="2057"/>
                  <a:pt x="987" y="2170"/>
                </a:cubicBezTo>
                <a:cubicBezTo>
                  <a:pt x="781" y="2134"/>
                  <a:pt x="592" y="2037"/>
                  <a:pt x="441" y="1886"/>
                </a:cubicBezTo>
                <a:cubicBezTo>
                  <a:pt x="382" y="1827"/>
                  <a:pt x="330" y="1761"/>
                  <a:pt x="288" y="1690"/>
                </a:cubicBezTo>
                <a:close/>
                <a:moveTo>
                  <a:pt x="1886" y="1886"/>
                </a:moveTo>
                <a:cubicBezTo>
                  <a:pt x="1736" y="2037"/>
                  <a:pt x="1547" y="2135"/>
                  <a:pt x="1341" y="2170"/>
                </a:cubicBezTo>
                <a:cubicBezTo>
                  <a:pt x="1463" y="2057"/>
                  <a:pt x="1563" y="1931"/>
                  <a:pt x="1640" y="1794"/>
                </a:cubicBezTo>
                <a:cubicBezTo>
                  <a:pt x="1644" y="1787"/>
                  <a:pt x="1647" y="1780"/>
                  <a:pt x="1651" y="1773"/>
                </a:cubicBezTo>
                <a:cubicBezTo>
                  <a:pt x="1782" y="1754"/>
                  <a:pt x="1912" y="1726"/>
                  <a:pt x="2040" y="1690"/>
                </a:cubicBezTo>
                <a:cubicBezTo>
                  <a:pt x="1998" y="1761"/>
                  <a:pt x="1946" y="1827"/>
                  <a:pt x="1886" y="188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id-ID"/>
          </a:p>
        </p:txBody>
      </p:sp>
      <p:grpSp>
        <p:nvGrpSpPr>
          <p:cNvPr id="32" name="Group 31">
            <a:extLst>
              <a:ext uri="{FF2B5EF4-FFF2-40B4-BE49-F238E27FC236}">
                <a16:creationId xmlns:a16="http://schemas.microsoft.com/office/drawing/2014/main" id="{EEF7CAA3-032D-D4F6-5636-9B975D642B5C}"/>
              </a:ext>
            </a:extLst>
          </p:cNvPr>
          <p:cNvGrpSpPr/>
          <p:nvPr/>
        </p:nvGrpSpPr>
        <p:grpSpPr>
          <a:xfrm>
            <a:off x="5280742" y="4115309"/>
            <a:ext cx="466492" cy="634613"/>
            <a:chOff x="7523163" y="1893888"/>
            <a:chExt cx="801688" cy="1090612"/>
          </a:xfrm>
          <a:solidFill>
            <a:schemeClr val="accent1"/>
          </a:solidFill>
        </p:grpSpPr>
        <p:sp>
          <p:nvSpPr>
            <p:cNvPr id="33" name="Freeform 17">
              <a:extLst>
                <a:ext uri="{FF2B5EF4-FFF2-40B4-BE49-F238E27FC236}">
                  <a16:creationId xmlns:a16="http://schemas.microsoft.com/office/drawing/2014/main" id="{B85CF2B0-5004-A765-0864-CC83A646E6E9}"/>
                </a:ext>
              </a:extLst>
            </p:cNvPr>
            <p:cNvSpPr>
              <a:spLocks/>
            </p:cNvSpPr>
            <p:nvPr/>
          </p:nvSpPr>
          <p:spPr bwMode="auto">
            <a:xfrm>
              <a:off x="7823201" y="2260600"/>
              <a:ext cx="247650" cy="60325"/>
            </a:xfrm>
            <a:custGeom>
              <a:avLst/>
              <a:gdLst>
                <a:gd name="T0" fmla="*/ 58 w 65"/>
                <a:gd name="T1" fmla="*/ 0 h 16"/>
                <a:gd name="T2" fmla="*/ 7 w 65"/>
                <a:gd name="T3" fmla="*/ 0 h 16"/>
                <a:gd name="T4" fmla="*/ 0 w 65"/>
                <a:gd name="T5" fmla="*/ 8 h 16"/>
                <a:gd name="T6" fmla="*/ 7 w 65"/>
                <a:gd name="T7" fmla="*/ 16 h 16"/>
                <a:gd name="T8" fmla="*/ 58 w 65"/>
                <a:gd name="T9" fmla="*/ 16 h 16"/>
                <a:gd name="T10" fmla="*/ 65 w 65"/>
                <a:gd name="T11" fmla="*/ 8 h 16"/>
                <a:gd name="T12" fmla="*/ 58 w 65"/>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65" h="16">
                  <a:moveTo>
                    <a:pt x="58" y="0"/>
                  </a:moveTo>
                  <a:cubicBezTo>
                    <a:pt x="7" y="0"/>
                    <a:pt x="7" y="0"/>
                    <a:pt x="7" y="0"/>
                  </a:cubicBezTo>
                  <a:cubicBezTo>
                    <a:pt x="3" y="0"/>
                    <a:pt x="0" y="4"/>
                    <a:pt x="0" y="8"/>
                  </a:cubicBezTo>
                  <a:cubicBezTo>
                    <a:pt x="0" y="12"/>
                    <a:pt x="3" y="16"/>
                    <a:pt x="7" y="16"/>
                  </a:cubicBezTo>
                  <a:cubicBezTo>
                    <a:pt x="58" y="16"/>
                    <a:pt x="58" y="16"/>
                    <a:pt x="58" y="16"/>
                  </a:cubicBezTo>
                  <a:cubicBezTo>
                    <a:pt x="62" y="16"/>
                    <a:pt x="65" y="12"/>
                    <a:pt x="65" y="8"/>
                  </a:cubicBezTo>
                  <a:cubicBezTo>
                    <a:pt x="65" y="4"/>
                    <a:pt x="62" y="0"/>
                    <a:pt x="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4" name="Freeform 18">
              <a:extLst>
                <a:ext uri="{FF2B5EF4-FFF2-40B4-BE49-F238E27FC236}">
                  <a16:creationId xmlns:a16="http://schemas.microsoft.com/office/drawing/2014/main" id="{41B9116F-E5C0-D76C-9C36-2EAC8606866A}"/>
                </a:ext>
              </a:extLst>
            </p:cNvPr>
            <p:cNvSpPr>
              <a:spLocks/>
            </p:cNvSpPr>
            <p:nvPr/>
          </p:nvSpPr>
          <p:spPr bwMode="auto">
            <a:xfrm>
              <a:off x="7823201" y="2427288"/>
              <a:ext cx="247650" cy="60325"/>
            </a:xfrm>
            <a:custGeom>
              <a:avLst/>
              <a:gdLst>
                <a:gd name="T0" fmla="*/ 65 w 65"/>
                <a:gd name="T1" fmla="*/ 8 h 16"/>
                <a:gd name="T2" fmla="*/ 58 w 65"/>
                <a:gd name="T3" fmla="*/ 0 h 16"/>
                <a:gd name="T4" fmla="*/ 7 w 65"/>
                <a:gd name="T5" fmla="*/ 0 h 16"/>
                <a:gd name="T6" fmla="*/ 0 w 65"/>
                <a:gd name="T7" fmla="*/ 8 h 16"/>
                <a:gd name="T8" fmla="*/ 7 w 65"/>
                <a:gd name="T9" fmla="*/ 16 h 16"/>
                <a:gd name="T10" fmla="*/ 58 w 65"/>
                <a:gd name="T11" fmla="*/ 16 h 16"/>
                <a:gd name="T12" fmla="*/ 65 w 65"/>
                <a:gd name="T13" fmla="*/ 8 h 16"/>
              </a:gdLst>
              <a:ahLst/>
              <a:cxnLst>
                <a:cxn ang="0">
                  <a:pos x="T0" y="T1"/>
                </a:cxn>
                <a:cxn ang="0">
                  <a:pos x="T2" y="T3"/>
                </a:cxn>
                <a:cxn ang="0">
                  <a:pos x="T4" y="T5"/>
                </a:cxn>
                <a:cxn ang="0">
                  <a:pos x="T6" y="T7"/>
                </a:cxn>
                <a:cxn ang="0">
                  <a:pos x="T8" y="T9"/>
                </a:cxn>
                <a:cxn ang="0">
                  <a:pos x="T10" y="T11"/>
                </a:cxn>
                <a:cxn ang="0">
                  <a:pos x="T12" y="T13"/>
                </a:cxn>
              </a:cxnLst>
              <a:rect l="0" t="0" r="r" b="b"/>
              <a:pathLst>
                <a:path w="65" h="16">
                  <a:moveTo>
                    <a:pt x="65" y="8"/>
                  </a:moveTo>
                  <a:cubicBezTo>
                    <a:pt x="65" y="4"/>
                    <a:pt x="62" y="0"/>
                    <a:pt x="58" y="0"/>
                  </a:cubicBezTo>
                  <a:cubicBezTo>
                    <a:pt x="7" y="0"/>
                    <a:pt x="7" y="0"/>
                    <a:pt x="7" y="0"/>
                  </a:cubicBezTo>
                  <a:cubicBezTo>
                    <a:pt x="3" y="0"/>
                    <a:pt x="0" y="4"/>
                    <a:pt x="0" y="8"/>
                  </a:cubicBezTo>
                  <a:cubicBezTo>
                    <a:pt x="0" y="12"/>
                    <a:pt x="3" y="16"/>
                    <a:pt x="7" y="16"/>
                  </a:cubicBezTo>
                  <a:cubicBezTo>
                    <a:pt x="58" y="16"/>
                    <a:pt x="58" y="16"/>
                    <a:pt x="58" y="16"/>
                  </a:cubicBezTo>
                  <a:cubicBezTo>
                    <a:pt x="62" y="16"/>
                    <a:pt x="65" y="12"/>
                    <a:pt x="6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5" name="Freeform 19">
              <a:extLst>
                <a:ext uri="{FF2B5EF4-FFF2-40B4-BE49-F238E27FC236}">
                  <a16:creationId xmlns:a16="http://schemas.microsoft.com/office/drawing/2014/main" id="{905D81B4-70A6-78E0-5241-51758958C2D1}"/>
                </a:ext>
              </a:extLst>
            </p:cNvPr>
            <p:cNvSpPr>
              <a:spLocks noEditPoints="1"/>
            </p:cNvSpPr>
            <p:nvPr/>
          </p:nvSpPr>
          <p:spPr bwMode="auto">
            <a:xfrm>
              <a:off x="7694613" y="2238375"/>
              <a:ext cx="103188" cy="104775"/>
            </a:xfrm>
            <a:custGeom>
              <a:avLst/>
              <a:gdLst>
                <a:gd name="T0" fmla="*/ 65 w 65"/>
                <a:gd name="T1" fmla="*/ 0 h 66"/>
                <a:gd name="T2" fmla="*/ 0 w 65"/>
                <a:gd name="T3" fmla="*/ 0 h 66"/>
                <a:gd name="T4" fmla="*/ 0 w 65"/>
                <a:gd name="T5" fmla="*/ 66 h 66"/>
                <a:gd name="T6" fmla="*/ 65 w 65"/>
                <a:gd name="T7" fmla="*/ 66 h 66"/>
                <a:gd name="T8" fmla="*/ 65 w 65"/>
                <a:gd name="T9" fmla="*/ 0 h 66"/>
                <a:gd name="T10" fmla="*/ 48 w 65"/>
                <a:gd name="T11" fmla="*/ 50 h 66"/>
                <a:gd name="T12" fmla="*/ 17 w 65"/>
                <a:gd name="T13" fmla="*/ 50 h 66"/>
                <a:gd name="T14" fmla="*/ 17 w 65"/>
                <a:gd name="T15" fmla="*/ 19 h 66"/>
                <a:gd name="T16" fmla="*/ 48 w 65"/>
                <a:gd name="T17" fmla="*/ 19 h 66"/>
                <a:gd name="T18" fmla="*/ 48 w 65"/>
                <a:gd name="T19" fmla="*/ 5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66">
                  <a:moveTo>
                    <a:pt x="65" y="0"/>
                  </a:moveTo>
                  <a:lnTo>
                    <a:pt x="0" y="0"/>
                  </a:lnTo>
                  <a:lnTo>
                    <a:pt x="0" y="66"/>
                  </a:lnTo>
                  <a:lnTo>
                    <a:pt x="65" y="66"/>
                  </a:lnTo>
                  <a:lnTo>
                    <a:pt x="65" y="0"/>
                  </a:lnTo>
                  <a:close/>
                  <a:moveTo>
                    <a:pt x="48" y="50"/>
                  </a:moveTo>
                  <a:lnTo>
                    <a:pt x="17" y="50"/>
                  </a:lnTo>
                  <a:lnTo>
                    <a:pt x="17" y="19"/>
                  </a:lnTo>
                  <a:lnTo>
                    <a:pt x="48" y="19"/>
                  </a:lnTo>
                  <a:lnTo>
                    <a:pt x="48"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6" name="Freeform 20">
              <a:extLst>
                <a:ext uri="{FF2B5EF4-FFF2-40B4-BE49-F238E27FC236}">
                  <a16:creationId xmlns:a16="http://schemas.microsoft.com/office/drawing/2014/main" id="{FBE54CC4-8525-B03A-EB35-B5736B5140F0}"/>
                </a:ext>
              </a:extLst>
            </p:cNvPr>
            <p:cNvSpPr>
              <a:spLocks noEditPoints="1"/>
            </p:cNvSpPr>
            <p:nvPr/>
          </p:nvSpPr>
          <p:spPr bwMode="auto">
            <a:xfrm>
              <a:off x="7694613" y="2405063"/>
              <a:ext cx="103188" cy="104775"/>
            </a:xfrm>
            <a:custGeom>
              <a:avLst/>
              <a:gdLst>
                <a:gd name="T0" fmla="*/ 65 w 65"/>
                <a:gd name="T1" fmla="*/ 0 h 66"/>
                <a:gd name="T2" fmla="*/ 0 w 65"/>
                <a:gd name="T3" fmla="*/ 0 h 66"/>
                <a:gd name="T4" fmla="*/ 0 w 65"/>
                <a:gd name="T5" fmla="*/ 66 h 66"/>
                <a:gd name="T6" fmla="*/ 65 w 65"/>
                <a:gd name="T7" fmla="*/ 66 h 66"/>
                <a:gd name="T8" fmla="*/ 65 w 65"/>
                <a:gd name="T9" fmla="*/ 0 h 66"/>
                <a:gd name="T10" fmla="*/ 48 w 65"/>
                <a:gd name="T11" fmla="*/ 47 h 66"/>
                <a:gd name="T12" fmla="*/ 17 w 65"/>
                <a:gd name="T13" fmla="*/ 47 h 66"/>
                <a:gd name="T14" fmla="*/ 17 w 65"/>
                <a:gd name="T15" fmla="*/ 16 h 66"/>
                <a:gd name="T16" fmla="*/ 48 w 65"/>
                <a:gd name="T17" fmla="*/ 16 h 66"/>
                <a:gd name="T18" fmla="*/ 48 w 65"/>
                <a:gd name="T19" fmla="*/ 4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66">
                  <a:moveTo>
                    <a:pt x="65" y="0"/>
                  </a:moveTo>
                  <a:lnTo>
                    <a:pt x="0" y="0"/>
                  </a:lnTo>
                  <a:lnTo>
                    <a:pt x="0" y="66"/>
                  </a:lnTo>
                  <a:lnTo>
                    <a:pt x="65" y="66"/>
                  </a:lnTo>
                  <a:lnTo>
                    <a:pt x="65" y="0"/>
                  </a:lnTo>
                  <a:close/>
                  <a:moveTo>
                    <a:pt x="48" y="47"/>
                  </a:moveTo>
                  <a:lnTo>
                    <a:pt x="17" y="47"/>
                  </a:lnTo>
                  <a:lnTo>
                    <a:pt x="17" y="16"/>
                  </a:lnTo>
                  <a:lnTo>
                    <a:pt x="48" y="16"/>
                  </a:lnTo>
                  <a:lnTo>
                    <a:pt x="48"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7" name="Freeform 21">
              <a:extLst>
                <a:ext uri="{FF2B5EF4-FFF2-40B4-BE49-F238E27FC236}">
                  <a16:creationId xmlns:a16="http://schemas.microsoft.com/office/drawing/2014/main" id="{7CA005D6-0BBD-9CD9-DA37-3639B2434490}"/>
                </a:ext>
              </a:extLst>
            </p:cNvPr>
            <p:cNvSpPr>
              <a:spLocks noEditPoints="1"/>
            </p:cNvSpPr>
            <p:nvPr/>
          </p:nvSpPr>
          <p:spPr bwMode="auto">
            <a:xfrm>
              <a:off x="7694613" y="2571750"/>
              <a:ext cx="103188" cy="104775"/>
            </a:xfrm>
            <a:custGeom>
              <a:avLst/>
              <a:gdLst>
                <a:gd name="T0" fmla="*/ 0 w 65"/>
                <a:gd name="T1" fmla="*/ 66 h 66"/>
                <a:gd name="T2" fmla="*/ 65 w 65"/>
                <a:gd name="T3" fmla="*/ 66 h 66"/>
                <a:gd name="T4" fmla="*/ 65 w 65"/>
                <a:gd name="T5" fmla="*/ 0 h 66"/>
                <a:gd name="T6" fmla="*/ 0 w 65"/>
                <a:gd name="T7" fmla="*/ 0 h 66"/>
                <a:gd name="T8" fmla="*/ 0 w 65"/>
                <a:gd name="T9" fmla="*/ 66 h 66"/>
                <a:gd name="T10" fmla="*/ 17 w 65"/>
                <a:gd name="T11" fmla="*/ 16 h 66"/>
                <a:gd name="T12" fmla="*/ 48 w 65"/>
                <a:gd name="T13" fmla="*/ 16 h 66"/>
                <a:gd name="T14" fmla="*/ 48 w 65"/>
                <a:gd name="T15" fmla="*/ 47 h 66"/>
                <a:gd name="T16" fmla="*/ 17 w 65"/>
                <a:gd name="T17" fmla="*/ 47 h 66"/>
                <a:gd name="T18" fmla="*/ 17 w 65"/>
                <a:gd name="T19" fmla="*/ 1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66">
                  <a:moveTo>
                    <a:pt x="0" y="66"/>
                  </a:moveTo>
                  <a:lnTo>
                    <a:pt x="65" y="66"/>
                  </a:lnTo>
                  <a:lnTo>
                    <a:pt x="65" y="0"/>
                  </a:lnTo>
                  <a:lnTo>
                    <a:pt x="0" y="0"/>
                  </a:lnTo>
                  <a:lnTo>
                    <a:pt x="0" y="66"/>
                  </a:lnTo>
                  <a:close/>
                  <a:moveTo>
                    <a:pt x="17" y="16"/>
                  </a:moveTo>
                  <a:lnTo>
                    <a:pt x="48" y="16"/>
                  </a:lnTo>
                  <a:lnTo>
                    <a:pt x="48" y="47"/>
                  </a:lnTo>
                  <a:lnTo>
                    <a:pt x="17" y="47"/>
                  </a:lnTo>
                  <a:lnTo>
                    <a:pt x="17"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8" name="Freeform 22">
              <a:extLst>
                <a:ext uri="{FF2B5EF4-FFF2-40B4-BE49-F238E27FC236}">
                  <a16:creationId xmlns:a16="http://schemas.microsoft.com/office/drawing/2014/main" id="{E1468B34-11B8-B1BF-383B-AE61D2612B49}"/>
                </a:ext>
              </a:extLst>
            </p:cNvPr>
            <p:cNvSpPr>
              <a:spLocks/>
            </p:cNvSpPr>
            <p:nvPr/>
          </p:nvSpPr>
          <p:spPr bwMode="auto">
            <a:xfrm>
              <a:off x="7823201" y="2593975"/>
              <a:ext cx="201613" cy="57150"/>
            </a:xfrm>
            <a:custGeom>
              <a:avLst/>
              <a:gdLst>
                <a:gd name="T0" fmla="*/ 0 w 53"/>
                <a:gd name="T1" fmla="*/ 8 h 15"/>
                <a:gd name="T2" fmla="*/ 7 w 53"/>
                <a:gd name="T3" fmla="*/ 15 h 15"/>
                <a:gd name="T4" fmla="*/ 35 w 53"/>
                <a:gd name="T5" fmla="*/ 15 h 15"/>
                <a:gd name="T6" fmla="*/ 53 w 53"/>
                <a:gd name="T7" fmla="*/ 0 h 15"/>
                <a:gd name="T8" fmla="*/ 7 w 53"/>
                <a:gd name="T9" fmla="*/ 0 h 15"/>
                <a:gd name="T10" fmla="*/ 0 w 53"/>
                <a:gd name="T11" fmla="*/ 8 h 15"/>
              </a:gdLst>
              <a:ahLst/>
              <a:cxnLst>
                <a:cxn ang="0">
                  <a:pos x="T0" y="T1"/>
                </a:cxn>
                <a:cxn ang="0">
                  <a:pos x="T2" y="T3"/>
                </a:cxn>
                <a:cxn ang="0">
                  <a:pos x="T4" y="T5"/>
                </a:cxn>
                <a:cxn ang="0">
                  <a:pos x="T6" y="T7"/>
                </a:cxn>
                <a:cxn ang="0">
                  <a:pos x="T8" y="T9"/>
                </a:cxn>
                <a:cxn ang="0">
                  <a:pos x="T10" y="T11"/>
                </a:cxn>
              </a:cxnLst>
              <a:rect l="0" t="0" r="r" b="b"/>
              <a:pathLst>
                <a:path w="53" h="15">
                  <a:moveTo>
                    <a:pt x="0" y="8"/>
                  </a:moveTo>
                  <a:cubicBezTo>
                    <a:pt x="0" y="12"/>
                    <a:pt x="3" y="15"/>
                    <a:pt x="7" y="15"/>
                  </a:cubicBezTo>
                  <a:cubicBezTo>
                    <a:pt x="35" y="15"/>
                    <a:pt x="35" y="15"/>
                    <a:pt x="35" y="15"/>
                  </a:cubicBezTo>
                  <a:cubicBezTo>
                    <a:pt x="40" y="9"/>
                    <a:pt x="46" y="4"/>
                    <a:pt x="53" y="0"/>
                  </a:cubicBezTo>
                  <a:cubicBezTo>
                    <a:pt x="7" y="0"/>
                    <a:pt x="7" y="0"/>
                    <a:pt x="7" y="0"/>
                  </a:cubicBezTo>
                  <a:cubicBezTo>
                    <a:pt x="3" y="0"/>
                    <a:pt x="0" y="3"/>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9" name="Freeform 23">
              <a:extLst>
                <a:ext uri="{FF2B5EF4-FFF2-40B4-BE49-F238E27FC236}">
                  <a16:creationId xmlns:a16="http://schemas.microsoft.com/office/drawing/2014/main" id="{67132BDA-9A3A-0FBA-10F8-2CE65B5298EA}"/>
                </a:ext>
              </a:extLst>
            </p:cNvPr>
            <p:cNvSpPr>
              <a:spLocks noEditPoints="1"/>
            </p:cNvSpPr>
            <p:nvPr/>
          </p:nvSpPr>
          <p:spPr bwMode="auto">
            <a:xfrm>
              <a:off x="7523163" y="1893888"/>
              <a:ext cx="719138" cy="1006475"/>
            </a:xfrm>
            <a:custGeom>
              <a:avLst/>
              <a:gdLst>
                <a:gd name="T0" fmla="*/ 48 w 189"/>
                <a:gd name="T1" fmla="*/ 244 h 266"/>
                <a:gd name="T2" fmla="*/ 22 w 189"/>
                <a:gd name="T3" fmla="*/ 218 h 266"/>
                <a:gd name="T4" fmla="*/ 22 w 189"/>
                <a:gd name="T5" fmla="*/ 80 h 266"/>
                <a:gd name="T6" fmla="*/ 48 w 189"/>
                <a:gd name="T7" fmla="*/ 54 h 266"/>
                <a:gd name="T8" fmla="*/ 57 w 189"/>
                <a:gd name="T9" fmla="*/ 54 h 266"/>
                <a:gd name="T10" fmla="*/ 69 w 189"/>
                <a:gd name="T11" fmla="*/ 63 h 266"/>
                <a:gd name="T12" fmla="*/ 121 w 189"/>
                <a:gd name="T13" fmla="*/ 63 h 266"/>
                <a:gd name="T14" fmla="*/ 133 w 189"/>
                <a:gd name="T15" fmla="*/ 54 h 266"/>
                <a:gd name="T16" fmla="*/ 141 w 189"/>
                <a:gd name="T17" fmla="*/ 54 h 266"/>
                <a:gd name="T18" fmla="*/ 167 w 189"/>
                <a:gd name="T19" fmla="*/ 80 h 266"/>
                <a:gd name="T20" fmla="*/ 167 w 189"/>
                <a:gd name="T21" fmla="*/ 178 h 266"/>
                <a:gd name="T22" fmla="*/ 189 w 189"/>
                <a:gd name="T23" fmla="*/ 184 h 266"/>
                <a:gd name="T24" fmla="*/ 189 w 189"/>
                <a:gd name="T25" fmla="*/ 80 h 266"/>
                <a:gd name="T26" fmla="*/ 141 w 189"/>
                <a:gd name="T27" fmla="*/ 32 h 266"/>
                <a:gd name="T28" fmla="*/ 133 w 189"/>
                <a:gd name="T29" fmla="*/ 32 h 266"/>
                <a:gd name="T30" fmla="*/ 121 w 189"/>
                <a:gd name="T31" fmla="*/ 22 h 266"/>
                <a:gd name="T32" fmla="*/ 117 w 189"/>
                <a:gd name="T33" fmla="*/ 22 h 266"/>
                <a:gd name="T34" fmla="*/ 95 w 189"/>
                <a:gd name="T35" fmla="*/ 0 h 266"/>
                <a:gd name="T36" fmla="*/ 72 w 189"/>
                <a:gd name="T37" fmla="*/ 22 h 266"/>
                <a:gd name="T38" fmla="*/ 69 w 189"/>
                <a:gd name="T39" fmla="*/ 22 h 266"/>
                <a:gd name="T40" fmla="*/ 56 w 189"/>
                <a:gd name="T41" fmla="*/ 32 h 266"/>
                <a:gd name="T42" fmla="*/ 48 w 189"/>
                <a:gd name="T43" fmla="*/ 32 h 266"/>
                <a:gd name="T44" fmla="*/ 0 w 189"/>
                <a:gd name="T45" fmla="*/ 80 h 266"/>
                <a:gd name="T46" fmla="*/ 0 w 189"/>
                <a:gd name="T47" fmla="*/ 218 h 266"/>
                <a:gd name="T48" fmla="*/ 48 w 189"/>
                <a:gd name="T49" fmla="*/ 266 h 266"/>
                <a:gd name="T50" fmla="*/ 107 w 189"/>
                <a:gd name="T51" fmla="*/ 266 h 266"/>
                <a:gd name="T52" fmla="*/ 101 w 189"/>
                <a:gd name="T53" fmla="*/ 244 h 266"/>
                <a:gd name="T54" fmla="*/ 48 w 189"/>
                <a:gd name="T55" fmla="*/ 244 h 266"/>
                <a:gd name="T56" fmla="*/ 95 w 189"/>
                <a:gd name="T57" fmla="*/ 14 h 266"/>
                <a:gd name="T58" fmla="*/ 103 w 189"/>
                <a:gd name="T59" fmla="*/ 22 h 266"/>
                <a:gd name="T60" fmla="*/ 86 w 189"/>
                <a:gd name="T61" fmla="*/ 22 h 266"/>
                <a:gd name="T62" fmla="*/ 95 w 189"/>
                <a:gd name="T63" fmla="*/ 14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9" h="266">
                  <a:moveTo>
                    <a:pt x="48" y="244"/>
                  </a:moveTo>
                  <a:cubicBezTo>
                    <a:pt x="34" y="244"/>
                    <a:pt x="22" y="232"/>
                    <a:pt x="22" y="218"/>
                  </a:cubicBezTo>
                  <a:cubicBezTo>
                    <a:pt x="22" y="80"/>
                    <a:pt x="22" y="80"/>
                    <a:pt x="22" y="80"/>
                  </a:cubicBezTo>
                  <a:cubicBezTo>
                    <a:pt x="22" y="65"/>
                    <a:pt x="34" y="54"/>
                    <a:pt x="48" y="54"/>
                  </a:cubicBezTo>
                  <a:cubicBezTo>
                    <a:pt x="57" y="54"/>
                    <a:pt x="57" y="54"/>
                    <a:pt x="57" y="54"/>
                  </a:cubicBezTo>
                  <a:cubicBezTo>
                    <a:pt x="58" y="59"/>
                    <a:pt x="63" y="63"/>
                    <a:pt x="69" y="63"/>
                  </a:cubicBezTo>
                  <a:cubicBezTo>
                    <a:pt x="121" y="63"/>
                    <a:pt x="121" y="63"/>
                    <a:pt x="121" y="63"/>
                  </a:cubicBezTo>
                  <a:cubicBezTo>
                    <a:pt x="126" y="63"/>
                    <a:pt x="131" y="59"/>
                    <a:pt x="133" y="54"/>
                  </a:cubicBezTo>
                  <a:cubicBezTo>
                    <a:pt x="141" y="54"/>
                    <a:pt x="141" y="54"/>
                    <a:pt x="141" y="54"/>
                  </a:cubicBezTo>
                  <a:cubicBezTo>
                    <a:pt x="155" y="54"/>
                    <a:pt x="167" y="65"/>
                    <a:pt x="167" y="80"/>
                  </a:cubicBezTo>
                  <a:cubicBezTo>
                    <a:pt x="167" y="178"/>
                    <a:pt x="167" y="178"/>
                    <a:pt x="167" y="178"/>
                  </a:cubicBezTo>
                  <a:cubicBezTo>
                    <a:pt x="175" y="179"/>
                    <a:pt x="182" y="181"/>
                    <a:pt x="189" y="184"/>
                  </a:cubicBezTo>
                  <a:cubicBezTo>
                    <a:pt x="189" y="80"/>
                    <a:pt x="189" y="80"/>
                    <a:pt x="189" y="80"/>
                  </a:cubicBezTo>
                  <a:cubicBezTo>
                    <a:pt x="189" y="53"/>
                    <a:pt x="167" y="32"/>
                    <a:pt x="141" y="32"/>
                  </a:cubicBezTo>
                  <a:cubicBezTo>
                    <a:pt x="133" y="32"/>
                    <a:pt x="133" y="32"/>
                    <a:pt x="133" y="32"/>
                  </a:cubicBezTo>
                  <a:cubicBezTo>
                    <a:pt x="131" y="26"/>
                    <a:pt x="126" y="22"/>
                    <a:pt x="121" y="22"/>
                  </a:cubicBezTo>
                  <a:cubicBezTo>
                    <a:pt x="117" y="22"/>
                    <a:pt x="117" y="22"/>
                    <a:pt x="117" y="22"/>
                  </a:cubicBezTo>
                  <a:cubicBezTo>
                    <a:pt x="117" y="10"/>
                    <a:pt x="107" y="0"/>
                    <a:pt x="95" y="0"/>
                  </a:cubicBezTo>
                  <a:cubicBezTo>
                    <a:pt x="82" y="0"/>
                    <a:pt x="72" y="10"/>
                    <a:pt x="72" y="22"/>
                  </a:cubicBezTo>
                  <a:cubicBezTo>
                    <a:pt x="69" y="22"/>
                    <a:pt x="69" y="22"/>
                    <a:pt x="69" y="22"/>
                  </a:cubicBezTo>
                  <a:cubicBezTo>
                    <a:pt x="63" y="22"/>
                    <a:pt x="58" y="26"/>
                    <a:pt x="56" y="32"/>
                  </a:cubicBezTo>
                  <a:cubicBezTo>
                    <a:pt x="48" y="32"/>
                    <a:pt x="48" y="32"/>
                    <a:pt x="48" y="32"/>
                  </a:cubicBezTo>
                  <a:cubicBezTo>
                    <a:pt x="22" y="32"/>
                    <a:pt x="0" y="53"/>
                    <a:pt x="0" y="80"/>
                  </a:cubicBezTo>
                  <a:cubicBezTo>
                    <a:pt x="0" y="218"/>
                    <a:pt x="0" y="218"/>
                    <a:pt x="0" y="218"/>
                  </a:cubicBezTo>
                  <a:cubicBezTo>
                    <a:pt x="0" y="244"/>
                    <a:pt x="22" y="266"/>
                    <a:pt x="48" y="266"/>
                  </a:cubicBezTo>
                  <a:cubicBezTo>
                    <a:pt x="107" y="266"/>
                    <a:pt x="107" y="266"/>
                    <a:pt x="107" y="266"/>
                  </a:cubicBezTo>
                  <a:cubicBezTo>
                    <a:pt x="104" y="259"/>
                    <a:pt x="102" y="252"/>
                    <a:pt x="101" y="244"/>
                  </a:cubicBezTo>
                  <a:lnTo>
                    <a:pt x="48" y="244"/>
                  </a:lnTo>
                  <a:close/>
                  <a:moveTo>
                    <a:pt x="95" y="14"/>
                  </a:moveTo>
                  <a:cubicBezTo>
                    <a:pt x="99" y="14"/>
                    <a:pt x="103" y="17"/>
                    <a:pt x="103" y="22"/>
                  </a:cubicBezTo>
                  <a:cubicBezTo>
                    <a:pt x="86" y="22"/>
                    <a:pt x="86" y="22"/>
                    <a:pt x="86" y="22"/>
                  </a:cubicBezTo>
                  <a:cubicBezTo>
                    <a:pt x="86" y="17"/>
                    <a:pt x="90" y="14"/>
                    <a:pt x="9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0" name="Freeform 24">
              <a:extLst>
                <a:ext uri="{FF2B5EF4-FFF2-40B4-BE49-F238E27FC236}">
                  <a16:creationId xmlns:a16="http://schemas.microsoft.com/office/drawing/2014/main" id="{12AB99D3-1524-F55A-B062-DEDEB8A23D89}"/>
                </a:ext>
              </a:extLst>
            </p:cNvPr>
            <p:cNvSpPr>
              <a:spLocks noEditPoints="1"/>
            </p:cNvSpPr>
            <p:nvPr/>
          </p:nvSpPr>
          <p:spPr bwMode="auto">
            <a:xfrm>
              <a:off x="7948613" y="2605088"/>
              <a:ext cx="376238" cy="379412"/>
            </a:xfrm>
            <a:custGeom>
              <a:avLst/>
              <a:gdLst>
                <a:gd name="T0" fmla="*/ 49 w 99"/>
                <a:gd name="T1" fmla="*/ 0 h 100"/>
                <a:gd name="T2" fmla="*/ 0 w 99"/>
                <a:gd name="T3" fmla="*/ 50 h 100"/>
                <a:gd name="T4" fmla="*/ 49 w 99"/>
                <a:gd name="T5" fmla="*/ 100 h 100"/>
                <a:gd name="T6" fmla="*/ 99 w 99"/>
                <a:gd name="T7" fmla="*/ 50 h 100"/>
                <a:gd name="T8" fmla="*/ 49 w 99"/>
                <a:gd name="T9" fmla="*/ 0 h 100"/>
                <a:gd name="T10" fmla="*/ 45 w 99"/>
                <a:gd name="T11" fmla="*/ 77 h 100"/>
                <a:gd name="T12" fmla="*/ 37 w 99"/>
                <a:gd name="T13" fmla="*/ 77 h 100"/>
                <a:gd name="T14" fmla="*/ 23 w 99"/>
                <a:gd name="T15" fmla="*/ 49 h 100"/>
                <a:gd name="T16" fmla="*/ 31 w 99"/>
                <a:gd name="T17" fmla="*/ 44 h 100"/>
                <a:gd name="T18" fmla="*/ 39 w 99"/>
                <a:gd name="T19" fmla="*/ 62 h 100"/>
                <a:gd name="T20" fmla="*/ 60 w 99"/>
                <a:gd name="T21" fmla="*/ 23 h 100"/>
                <a:gd name="T22" fmla="*/ 75 w 99"/>
                <a:gd name="T23" fmla="*/ 23 h 100"/>
                <a:gd name="T24" fmla="*/ 45 w 99"/>
                <a:gd name="T25" fmla="*/ 77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00">
                  <a:moveTo>
                    <a:pt x="49" y="0"/>
                  </a:moveTo>
                  <a:cubicBezTo>
                    <a:pt x="22" y="0"/>
                    <a:pt x="0" y="23"/>
                    <a:pt x="0" y="50"/>
                  </a:cubicBezTo>
                  <a:cubicBezTo>
                    <a:pt x="0" y="77"/>
                    <a:pt x="22" y="100"/>
                    <a:pt x="49" y="100"/>
                  </a:cubicBezTo>
                  <a:cubicBezTo>
                    <a:pt x="76" y="100"/>
                    <a:pt x="99" y="77"/>
                    <a:pt x="99" y="50"/>
                  </a:cubicBezTo>
                  <a:cubicBezTo>
                    <a:pt x="99" y="23"/>
                    <a:pt x="76" y="0"/>
                    <a:pt x="49" y="0"/>
                  </a:cubicBezTo>
                  <a:close/>
                  <a:moveTo>
                    <a:pt x="45" y="77"/>
                  </a:moveTo>
                  <a:cubicBezTo>
                    <a:pt x="37" y="77"/>
                    <a:pt x="37" y="77"/>
                    <a:pt x="37" y="77"/>
                  </a:cubicBezTo>
                  <a:cubicBezTo>
                    <a:pt x="23" y="49"/>
                    <a:pt x="23" y="49"/>
                    <a:pt x="23" y="49"/>
                  </a:cubicBezTo>
                  <a:cubicBezTo>
                    <a:pt x="31" y="44"/>
                    <a:pt x="31" y="44"/>
                    <a:pt x="31" y="44"/>
                  </a:cubicBezTo>
                  <a:cubicBezTo>
                    <a:pt x="39" y="62"/>
                    <a:pt x="39" y="62"/>
                    <a:pt x="39" y="62"/>
                  </a:cubicBezTo>
                  <a:cubicBezTo>
                    <a:pt x="60" y="23"/>
                    <a:pt x="60" y="23"/>
                    <a:pt x="60" y="23"/>
                  </a:cubicBezTo>
                  <a:cubicBezTo>
                    <a:pt x="75" y="23"/>
                    <a:pt x="75" y="23"/>
                    <a:pt x="75" y="23"/>
                  </a:cubicBezTo>
                  <a:lnTo>
                    <a:pt x="45" y="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spTree>
    <p:extLst>
      <p:ext uri="{BB962C8B-B14F-4D97-AF65-F5344CB8AC3E}">
        <p14:creationId xmlns:p14="http://schemas.microsoft.com/office/powerpoint/2010/main" val="12744022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419218-BD69-943B-242C-31D147972EBF}"/>
              </a:ext>
            </a:extLst>
          </p:cNvPr>
          <p:cNvSpPr txBox="1"/>
          <p:nvPr/>
        </p:nvSpPr>
        <p:spPr>
          <a:xfrm>
            <a:off x="7856574" y="5123077"/>
            <a:ext cx="3802766" cy="276999"/>
          </a:xfrm>
          <a:prstGeom prst="rect">
            <a:avLst/>
          </a:prstGeom>
          <a:noFill/>
        </p:spPr>
        <p:txBody>
          <a:bodyPr wrap="square" rtlCol="0">
            <a:spAutoFit/>
          </a:bodyPr>
          <a:lstStyle/>
          <a:p>
            <a:r>
              <a:rPr lang="en-MY" sz="1200" dirty="0">
                <a:solidFill>
                  <a:schemeClr val="bg1"/>
                </a:solidFill>
              </a:rPr>
              <a:t>univteknologimalaysia</a:t>
            </a:r>
          </a:p>
        </p:txBody>
      </p:sp>
      <p:sp>
        <p:nvSpPr>
          <p:cNvPr id="4" name="Rectangle 3">
            <a:extLst>
              <a:ext uri="{FF2B5EF4-FFF2-40B4-BE49-F238E27FC236}">
                <a16:creationId xmlns:a16="http://schemas.microsoft.com/office/drawing/2014/main" id="{00C93E87-AB82-2B80-3365-8D0BEA403FB4}"/>
              </a:ext>
            </a:extLst>
          </p:cNvPr>
          <p:cNvSpPr/>
          <p:nvPr/>
        </p:nvSpPr>
        <p:spPr>
          <a:xfrm>
            <a:off x="7419030" y="3032004"/>
            <a:ext cx="3905028" cy="1458091"/>
          </a:xfrm>
          <a:prstGeom prst="rect">
            <a:avLst/>
          </a:prstGeom>
        </p:spPr>
        <p:txBody>
          <a:bodyPr wrap="square">
            <a:spAutoFit/>
          </a:bodyPr>
          <a:lstStyle/>
          <a:p>
            <a:pPr algn="just">
              <a:lnSpc>
                <a:spcPct val="150000"/>
              </a:lnSpc>
            </a:pPr>
            <a:r>
              <a:rPr lang="en-US" sz="1000" dirty="0">
                <a:solidFill>
                  <a:schemeClr val="bg1"/>
                </a:solidFill>
              </a:rPr>
              <a:t>In </a:t>
            </a:r>
            <a:r>
              <a:rPr lang="en-US" sz="1000" dirty="0" err="1">
                <a:solidFill>
                  <a:schemeClr val="bg1"/>
                </a:solidFill>
              </a:rPr>
              <a:t>enim</a:t>
            </a:r>
            <a:r>
              <a:rPr lang="en-US" sz="1000" dirty="0">
                <a:solidFill>
                  <a:schemeClr val="bg1"/>
                </a:solidFill>
              </a:rPr>
              <a:t> a </a:t>
            </a:r>
            <a:r>
              <a:rPr lang="en-US" sz="1000" dirty="0" err="1">
                <a:solidFill>
                  <a:schemeClr val="bg1"/>
                </a:solidFill>
              </a:rPr>
              <a:t>arcu</a:t>
            </a:r>
            <a:r>
              <a:rPr lang="en-US" sz="1000" dirty="0">
                <a:solidFill>
                  <a:schemeClr val="bg1"/>
                </a:solidFill>
              </a:rPr>
              <a:t> </a:t>
            </a:r>
            <a:r>
              <a:rPr lang="en-US" sz="1000" dirty="0" err="1">
                <a:solidFill>
                  <a:schemeClr val="bg1"/>
                </a:solidFill>
              </a:rPr>
              <a:t>imperdiet</a:t>
            </a:r>
            <a:r>
              <a:rPr lang="en-US" sz="1000" dirty="0">
                <a:solidFill>
                  <a:schemeClr val="bg1"/>
                </a:solidFill>
              </a:rPr>
              <a:t> </a:t>
            </a:r>
            <a:r>
              <a:rPr lang="en-US" sz="1000" dirty="0" err="1">
                <a:solidFill>
                  <a:schemeClr val="bg1"/>
                </a:solidFill>
              </a:rPr>
              <a:t>malesuada</a:t>
            </a:r>
            <a:r>
              <a:rPr lang="en-US" sz="1000" dirty="0">
                <a:solidFill>
                  <a:schemeClr val="bg1"/>
                </a:solidFill>
              </a:rPr>
              <a:t>. </a:t>
            </a:r>
            <a:r>
              <a:rPr lang="en-US" sz="1000" dirty="0" err="1">
                <a:solidFill>
                  <a:schemeClr val="bg1"/>
                </a:solidFill>
              </a:rPr>
              <a:t>Fusce</a:t>
            </a:r>
            <a:r>
              <a:rPr lang="en-US" sz="1000" dirty="0">
                <a:solidFill>
                  <a:schemeClr val="bg1"/>
                </a:solidFill>
              </a:rPr>
              <a:t> </a:t>
            </a:r>
            <a:r>
              <a:rPr lang="en-US" sz="1000" dirty="0" err="1">
                <a:solidFill>
                  <a:schemeClr val="bg1"/>
                </a:solidFill>
              </a:rPr>
              <a:t>wisi</a:t>
            </a:r>
            <a:r>
              <a:rPr lang="en-US" sz="1000" dirty="0">
                <a:solidFill>
                  <a:schemeClr val="bg1"/>
                </a:solidFill>
              </a:rPr>
              <a:t>. </a:t>
            </a:r>
            <a:r>
              <a:rPr lang="en-US" sz="1000" dirty="0" err="1">
                <a:solidFill>
                  <a:schemeClr val="bg1"/>
                </a:solidFill>
              </a:rPr>
              <a:t>Nullam</a:t>
            </a:r>
            <a:r>
              <a:rPr lang="en-US" sz="1000" dirty="0">
                <a:solidFill>
                  <a:schemeClr val="bg1"/>
                </a:solidFill>
              </a:rPr>
              <a:t> at </a:t>
            </a:r>
            <a:r>
              <a:rPr lang="en-US" sz="1000" dirty="0" err="1">
                <a:solidFill>
                  <a:schemeClr val="bg1"/>
                </a:solidFill>
              </a:rPr>
              <a:t>arcu</a:t>
            </a:r>
            <a:r>
              <a:rPr lang="en-US" sz="1000" dirty="0">
                <a:solidFill>
                  <a:schemeClr val="bg1"/>
                </a:solidFill>
              </a:rPr>
              <a:t> a </a:t>
            </a:r>
            <a:r>
              <a:rPr lang="en-US" sz="1000" dirty="0" err="1">
                <a:solidFill>
                  <a:schemeClr val="bg1"/>
                </a:solidFill>
              </a:rPr>
              <a:t>est</a:t>
            </a:r>
            <a:r>
              <a:rPr lang="en-US" sz="1000" dirty="0">
                <a:solidFill>
                  <a:schemeClr val="bg1"/>
                </a:solidFill>
              </a:rPr>
              <a:t> </a:t>
            </a:r>
            <a:r>
              <a:rPr lang="en-US" sz="1000" dirty="0" err="1">
                <a:solidFill>
                  <a:schemeClr val="bg1"/>
                </a:solidFill>
              </a:rPr>
              <a:t>sollicitudin</a:t>
            </a:r>
            <a:r>
              <a:rPr lang="en-US" sz="1000" dirty="0">
                <a:solidFill>
                  <a:schemeClr val="bg1"/>
                </a:solidFill>
              </a:rPr>
              <a:t> </a:t>
            </a:r>
            <a:r>
              <a:rPr lang="en-US" sz="1000" dirty="0" err="1">
                <a:solidFill>
                  <a:schemeClr val="bg1"/>
                </a:solidFill>
              </a:rPr>
              <a:t>euismod</a:t>
            </a:r>
            <a:r>
              <a:rPr lang="en-US" sz="1000" dirty="0">
                <a:solidFill>
                  <a:schemeClr val="bg1"/>
                </a:solidFill>
              </a:rPr>
              <a:t>. In convallis. </a:t>
            </a:r>
            <a:r>
              <a:rPr lang="en-US" sz="1000" dirty="0" err="1">
                <a:solidFill>
                  <a:schemeClr val="bg1"/>
                </a:solidFill>
              </a:rPr>
              <a:t>Nullam</a:t>
            </a:r>
            <a:r>
              <a:rPr lang="en-US" sz="1000" dirty="0">
                <a:solidFill>
                  <a:schemeClr val="bg1"/>
                </a:solidFill>
              </a:rPr>
              <a:t> </a:t>
            </a:r>
            <a:r>
              <a:rPr lang="en-US" sz="1000" dirty="0" err="1">
                <a:solidFill>
                  <a:schemeClr val="bg1"/>
                </a:solidFill>
              </a:rPr>
              <a:t>dapibus</a:t>
            </a:r>
            <a:r>
              <a:rPr lang="en-US" sz="1000" dirty="0">
                <a:solidFill>
                  <a:schemeClr val="bg1"/>
                </a:solidFill>
              </a:rPr>
              <a:t> </a:t>
            </a:r>
            <a:r>
              <a:rPr lang="en-US" sz="1000" dirty="0" err="1">
                <a:solidFill>
                  <a:schemeClr val="bg1"/>
                </a:solidFill>
              </a:rPr>
              <a:t>fermentum</a:t>
            </a:r>
            <a:r>
              <a:rPr lang="en-US" sz="1000" dirty="0">
                <a:solidFill>
                  <a:schemeClr val="bg1"/>
                </a:solidFill>
              </a:rPr>
              <a:t> ipsum. </a:t>
            </a:r>
            <a:r>
              <a:rPr lang="en-US" sz="1000" dirty="0" err="1">
                <a:solidFill>
                  <a:schemeClr val="bg1"/>
                </a:solidFill>
              </a:rPr>
              <a:t>Aliquam</a:t>
            </a:r>
            <a:r>
              <a:rPr lang="en-US" sz="1000" dirty="0">
                <a:solidFill>
                  <a:schemeClr val="bg1"/>
                </a:solidFill>
              </a:rPr>
              <a:t> erat </a:t>
            </a:r>
            <a:r>
              <a:rPr lang="en-US" sz="1000" dirty="0" err="1">
                <a:solidFill>
                  <a:schemeClr val="bg1"/>
                </a:solidFill>
              </a:rPr>
              <a:t>volutpat</a:t>
            </a:r>
            <a:r>
              <a:rPr lang="en-US" sz="1000" dirty="0">
                <a:solidFill>
                  <a:schemeClr val="bg1"/>
                </a:solidFill>
              </a:rPr>
              <a:t>. </a:t>
            </a:r>
            <a:r>
              <a:rPr lang="en-US" sz="1000" dirty="0" err="1">
                <a:solidFill>
                  <a:schemeClr val="bg1"/>
                </a:solidFill>
              </a:rPr>
              <a:t>Excepteur</a:t>
            </a:r>
            <a:r>
              <a:rPr lang="en-US" sz="1000" dirty="0">
                <a:solidFill>
                  <a:schemeClr val="bg1"/>
                </a:solidFill>
              </a:rPr>
              <a:t> </a:t>
            </a:r>
            <a:r>
              <a:rPr lang="en-US" sz="1000" dirty="0" err="1">
                <a:solidFill>
                  <a:schemeClr val="bg1"/>
                </a:solidFill>
              </a:rPr>
              <a:t>sint</a:t>
            </a:r>
            <a:r>
              <a:rPr lang="en-US" sz="1000" dirty="0">
                <a:solidFill>
                  <a:schemeClr val="bg1"/>
                </a:solidFill>
              </a:rPr>
              <a:t> </a:t>
            </a:r>
            <a:r>
              <a:rPr lang="en-US" sz="1000" dirty="0" err="1">
                <a:solidFill>
                  <a:schemeClr val="bg1"/>
                </a:solidFill>
              </a:rPr>
              <a:t>occaecat</a:t>
            </a:r>
            <a:r>
              <a:rPr lang="en-US" sz="1000" dirty="0">
                <a:solidFill>
                  <a:schemeClr val="bg1"/>
                </a:solidFill>
              </a:rPr>
              <a:t> </a:t>
            </a:r>
            <a:r>
              <a:rPr lang="en-US" sz="1000" dirty="0" err="1">
                <a:solidFill>
                  <a:schemeClr val="bg1"/>
                </a:solidFill>
              </a:rPr>
              <a:t>cupidatat</a:t>
            </a:r>
            <a:r>
              <a:rPr lang="en-US" sz="1000" dirty="0">
                <a:solidFill>
                  <a:schemeClr val="bg1"/>
                </a:solidFill>
              </a:rPr>
              <a:t> non </a:t>
            </a:r>
            <a:r>
              <a:rPr lang="en-US" sz="1000" dirty="0" err="1">
                <a:solidFill>
                  <a:schemeClr val="bg1"/>
                </a:solidFill>
              </a:rPr>
              <a:t>proident</a:t>
            </a:r>
            <a:r>
              <a:rPr lang="en-US" sz="1000" dirty="0">
                <a:solidFill>
                  <a:schemeClr val="bg1"/>
                </a:solidFill>
              </a:rPr>
              <a:t>, </a:t>
            </a:r>
            <a:r>
              <a:rPr lang="en-US" sz="1000" dirty="0" err="1">
                <a:solidFill>
                  <a:schemeClr val="bg1"/>
                </a:solidFill>
              </a:rPr>
              <a:t>sunt</a:t>
            </a:r>
            <a:r>
              <a:rPr lang="en-US" sz="1000" dirty="0">
                <a:solidFill>
                  <a:schemeClr val="bg1"/>
                </a:solidFill>
              </a:rPr>
              <a:t> in culpa qui </a:t>
            </a:r>
            <a:r>
              <a:rPr lang="en-US" sz="1000" dirty="0" err="1">
                <a:solidFill>
                  <a:schemeClr val="bg1"/>
                </a:solidFill>
              </a:rPr>
              <a:t>officia</a:t>
            </a:r>
            <a:r>
              <a:rPr lang="en-US" sz="1000" dirty="0">
                <a:solidFill>
                  <a:schemeClr val="bg1"/>
                </a:solidFill>
              </a:rPr>
              <a:t> </a:t>
            </a:r>
            <a:r>
              <a:rPr lang="en-US" sz="1000" dirty="0" err="1">
                <a:solidFill>
                  <a:schemeClr val="bg1"/>
                </a:solidFill>
              </a:rPr>
              <a:t>deserunt</a:t>
            </a:r>
            <a:r>
              <a:rPr lang="en-US" sz="1000" dirty="0">
                <a:solidFill>
                  <a:schemeClr val="bg1"/>
                </a:solidFill>
              </a:rPr>
              <a:t> </a:t>
            </a:r>
            <a:r>
              <a:rPr lang="en-US" sz="1000" dirty="0" err="1">
                <a:solidFill>
                  <a:schemeClr val="bg1"/>
                </a:solidFill>
              </a:rPr>
              <a:t>mollit</a:t>
            </a:r>
            <a:r>
              <a:rPr lang="en-US" sz="1000" dirty="0">
                <a:solidFill>
                  <a:schemeClr val="bg1"/>
                </a:solidFill>
              </a:rPr>
              <a:t> </a:t>
            </a:r>
            <a:r>
              <a:rPr lang="en-US" sz="1000" dirty="0" err="1">
                <a:solidFill>
                  <a:schemeClr val="bg1"/>
                </a:solidFill>
              </a:rPr>
              <a:t>anim</a:t>
            </a:r>
            <a:r>
              <a:rPr lang="en-US" sz="1000" dirty="0">
                <a:solidFill>
                  <a:schemeClr val="bg1"/>
                </a:solidFill>
              </a:rPr>
              <a:t> id </a:t>
            </a:r>
            <a:r>
              <a:rPr lang="en-US" sz="1000" dirty="0" err="1">
                <a:solidFill>
                  <a:schemeClr val="bg1"/>
                </a:solidFill>
              </a:rPr>
              <a:t>est</a:t>
            </a:r>
            <a:r>
              <a:rPr lang="en-US" sz="1000" dirty="0">
                <a:solidFill>
                  <a:schemeClr val="bg1"/>
                </a:solidFill>
              </a:rPr>
              <a:t> </a:t>
            </a:r>
            <a:r>
              <a:rPr lang="en-US" sz="1000" dirty="0" err="1">
                <a:solidFill>
                  <a:schemeClr val="bg1"/>
                </a:solidFill>
              </a:rPr>
              <a:t>laborum</a:t>
            </a:r>
            <a:r>
              <a:rPr lang="en-US" sz="1000" dirty="0">
                <a:solidFill>
                  <a:schemeClr val="bg1"/>
                </a:solidFill>
              </a:rPr>
              <a:t>. </a:t>
            </a:r>
            <a:r>
              <a:rPr lang="en-US" sz="1000" dirty="0" err="1">
                <a:solidFill>
                  <a:schemeClr val="bg1"/>
                </a:solidFill>
              </a:rPr>
              <a:t>Vestibulum</a:t>
            </a:r>
            <a:r>
              <a:rPr lang="en-US" sz="1000" dirty="0">
                <a:solidFill>
                  <a:schemeClr val="bg1"/>
                </a:solidFill>
              </a:rPr>
              <a:t> </a:t>
            </a:r>
            <a:r>
              <a:rPr lang="en-US" sz="1000" dirty="0" err="1">
                <a:solidFill>
                  <a:schemeClr val="bg1"/>
                </a:solidFill>
              </a:rPr>
              <a:t>fermentum</a:t>
            </a:r>
            <a:r>
              <a:rPr lang="en-US" sz="1000" dirty="0">
                <a:solidFill>
                  <a:schemeClr val="bg1"/>
                </a:solidFill>
              </a:rPr>
              <a:t> </a:t>
            </a:r>
            <a:r>
              <a:rPr lang="en-US" sz="1000" dirty="0" err="1">
                <a:solidFill>
                  <a:schemeClr val="bg1"/>
                </a:solidFill>
              </a:rPr>
              <a:t>tortor</a:t>
            </a:r>
            <a:r>
              <a:rPr lang="en-US" sz="1000" dirty="0">
                <a:solidFill>
                  <a:schemeClr val="bg1"/>
                </a:solidFill>
              </a:rPr>
              <a:t> id mi. </a:t>
            </a:r>
          </a:p>
        </p:txBody>
      </p:sp>
      <p:pic>
        <p:nvPicPr>
          <p:cNvPr id="31" name="Picture Placeholder 30" descr="A picture containing sky, outdoor, day&#10;&#10;Description automatically generated">
            <a:extLst>
              <a:ext uri="{FF2B5EF4-FFF2-40B4-BE49-F238E27FC236}">
                <a16:creationId xmlns:a16="http://schemas.microsoft.com/office/drawing/2014/main" id="{D2A24431-2B95-8E29-97E5-059984B56A68}"/>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p:pic>
      <p:grpSp>
        <p:nvGrpSpPr>
          <p:cNvPr id="7" name="Group 6">
            <a:extLst>
              <a:ext uri="{FF2B5EF4-FFF2-40B4-BE49-F238E27FC236}">
                <a16:creationId xmlns:a16="http://schemas.microsoft.com/office/drawing/2014/main" id="{13D6A5AF-15C0-0B5F-9307-5BF4123922BD}"/>
              </a:ext>
            </a:extLst>
          </p:cNvPr>
          <p:cNvGrpSpPr/>
          <p:nvPr/>
        </p:nvGrpSpPr>
        <p:grpSpPr>
          <a:xfrm>
            <a:off x="7452157" y="5122534"/>
            <a:ext cx="280228" cy="281958"/>
            <a:chOff x="2163763" y="-1266825"/>
            <a:chExt cx="1028700" cy="1035050"/>
          </a:xfrm>
          <a:solidFill>
            <a:schemeClr val="bg1">
              <a:lumMod val="95000"/>
            </a:schemeClr>
          </a:solidFill>
        </p:grpSpPr>
        <p:sp>
          <p:nvSpPr>
            <p:cNvPr id="8" name="Freeform 5">
              <a:extLst>
                <a:ext uri="{FF2B5EF4-FFF2-40B4-BE49-F238E27FC236}">
                  <a16:creationId xmlns:a16="http://schemas.microsoft.com/office/drawing/2014/main" id="{4AF8A880-2ADD-97D8-AC18-B6CD50E62116}"/>
                </a:ext>
              </a:extLst>
            </p:cNvPr>
            <p:cNvSpPr>
              <a:spLocks noEditPoints="1"/>
            </p:cNvSpPr>
            <p:nvPr/>
          </p:nvSpPr>
          <p:spPr bwMode="auto">
            <a:xfrm>
              <a:off x="2163763" y="-1266825"/>
              <a:ext cx="1028700"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11">
              <a:extLst>
                <a:ext uri="{FF2B5EF4-FFF2-40B4-BE49-F238E27FC236}">
                  <a16:creationId xmlns:a16="http://schemas.microsoft.com/office/drawing/2014/main" id="{0FBCDCAB-47C1-6DDA-748E-C773F405CD68}"/>
                </a:ext>
              </a:extLst>
            </p:cNvPr>
            <p:cNvSpPr>
              <a:spLocks/>
            </p:cNvSpPr>
            <p:nvPr/>
          </p:nvSpPr>
          <p:spPr bwMode="auto">
            <a:xfrm>
              <a:off x="2554288" y="-1014413"/>
              <a:ext cx="246063" cy="528638"/>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351D8CA6-9AB0-DEF7-3B7D-186DB2EFCC4B}"/>
              </a:ext>
            </a:extLst>
          </p:cNvPr>
          <p:cNvGrpSpPr/>
          <p:nvPr/>
        </p:nvGrpSpPr>
        <p:grpSpPr>
          <a:xfrm>
            <a:off x="7452157" y="5478588"/>
            <a:ext cx="279796" cy="281958"/>
            <a:chOff x="3470276" y="-1266825"/>
            <a:chExt cx="1027113" cy="1035050"/>
          </a:xfrm>
          <a:solidFill>
            <a:schemeClr val="bg1">
              <a:lumMod val="95000"/>
            </a:schemeClr>
          </a:solidFill>
        </p:grpSpPr>
        <p:sp>
          <p:nvSpPr>
            <p:cNvPr id="11" name="Freeform 6">
              <a:extLst>
                <a:ext uri="{FF2B5EF4-FFF2-40B4-BE49-F238E27FC236}">
                  <a16:creationId xmlns:a16="http://schemas.microsoft.com/office/drawing/2014/main" id="{45578C5B-2A71-C774-25F5-D41E567EFA52}"/>
                </a:ext>
              </a:extLst>
            </p:cNvPr>
            <p:cNvSpPr>
              <a:spLocks noEditPoints="1"/>
            </p:cNvSpPr>
            <p:nvPr/>
          </p:nvSpPr>
          <p:spPr bwMode="auto">
            <a:xfrm>
              <a:off x="3470276" y="-1266825"/>
              <a:ext cx="1027113"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8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8 w 396"/>
                <a:gd name="T31" fmla="*/ 327 h 396"/>
                <a:gd name="T32" fmla="*/ 381 w 396"/>
                <a:gd name="T33" fmla="*/ 198 h 396"/>
                <a:gd name="T34" fmla="*/ 328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3"/>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3"/>
                    <a:pt x="58" y="58"/>
                  </a:cubicBezTo>
                  <a:cubicBezTo>
                    <a:pt x="94" y="22"/>
                    <a:pt x="144" y="0"/>
                    <a:pt x="198" y="0"/>
                  </a:cubicBezTo>
                  <a:close/>
                  <a:moveTo>
                    <a:pt x="328"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8" y="327"/>
                  </a:cubicBezTo>
                  <a:cubicBezTo>
                    <a:pt x="361" y="294"/>
                    <a:pt x="381" y="248"/>
                    <a:pt x="381" y="198"/>
                  </a:cubicBezTo>
                  <a:cubicBezTo>
                    <a:pt x="381" y="147"/>
                    <a:pt x="361" y="102"/>
                    <a:pt x="328"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6">
              <a:extLst>
                <a:ext uri="{FF2B5EF4-FFF2-40B4-BE49-F238E27FC236}">
                  <a16:creationId xmlns:a16="http://schemas.microsoft.com/office/drawing/2014/main" id="{F6041DDD-371F-F315-E75D-BC93BF2742FD}"/>
                </a:ext>
              </a:extLst>
            </p:cNvPr>
            <p:cNvSpPr>
              <a:spLocks noEditPoints="1"/>
            </p:cNvSpPr>
            <p:nvPr/>
          </p:nvSpPr>
          <p:spPr bwMode="auto">
            <a:xfrm>
              <a:off x="3727451" y="-1011238"/>
              <a:ext cx="515938" cy="520700"/>
            </a:xfrm>
            <a:custGeom>
              <a:avLst/>
              <a:gdLst>
                <a:gd name="T0" fmla="*/ 49 w 199"/>
                <a:gd name="T1" fmla="*/ 100 h 199"/>
                <a:gd name="T2" fmla="*/ 99 w 199"/>
                <a:gd name="T3" fmla="*/ 49 h 199"/>
                <a:gd name="T4" fmla="*/ 150 w 199"/>
                <a:gd name="T5" fmla="*/ 100 h 199"/>
                <a:gd name="T6" fmla="*/ 99 w 199"/>
                <a:gd name="T7" fmla="*/ 150 h 199"/>
                <a:gd name="T8" fmla="*/ 49 w 199"/>
                <a:gd name="T9" fmla="*/ 100 h 199"/>
                <a:gd name="T10" fmla="*/ 152 w 199"/>
                <a:gd name="T11" fmla="*/ 0 h 199"/>
                <a:gd name="T12" fmla="*/ 47 w 199"/>
                <a:gd name="T13" fmla="*/ 0 h 199"/>
                <a:gd name="T14" fmla="*/ 0 w 199"/>
                <a:gd name="T15" fmla="*/ 47 h 199"/>
                <a:gd name="T16" fmla="*/ 0 w 199"/>
                <a:gd name="T17" fmla="*/ 152 h 199"/>
                <a:gd name="T18" fmla="*/ 47 w 199"/>
                <a:gd name="T19" fmla="*/ 199 h 199"/>
                <a:gd name="T20" fmla="*/ 152 w 199"/>
                <a:gd name="T21" fmla="*/ 199 h 199"/>
                <a:gd name="T22" fmla="*/ 199 w 199"/>
                <a:gd name="T23" fmla="*/ 152 h 199"/>
                <a:gd name="T24" fmla="*/ 199 w 199"/>
                <a:gd name="T25" fmla="*/ 47 h 199"/>
                <a:gd name="T26" fmla="*/ 152 w 199"/>
                <a:gd name="T27" fmla="*/ 0 h 199"/>
                <a:gd name="T28" fmla="*/ 47 w 199"/>
                <a:gd name="T29" fmla="*/ 12 h 199"/>
                <a:gd name="T30" fmla="*/ 152 w 199"/>
                <a:gd name="T31" fmla="*/ 12 h 199"/>
                <a:gd name="T32" fmla="*/ 187 w 199"/>
                <a:gd name="T33" fmla="*/ 47 h 199"/>
                <a:gd name="T34" fmla="*/ 187 w 199"/>
                <a:gd name="T35" fmla="*/ 152 h 199"/>
                <a:gd name="T36" fmla="*/ 152 w 199"/>
                <a:gd name="T37" fmla="*/ 187 h 199"/>
                <a:gd name="T38" fmla="*/ 47 w 199"/>
                <a:gd name="T39" fmla="*/ 187 h 199"/>
                <a:gd name="T40" fmla="*/ 12 w 199"/>
                <a:gd name="T41" fmla="*/ 152 h 199"/>
                <a:gd name="T42" fmla="*/ 12 w 199"/>
                <a:gd name="T43" fmla="*/ 47 h 199"/>
                <a:gd name="T44" fmla="*/ 47 w 199"/>
                <a:gd name="T45" fmla="*/ 12 h 199"/>
                <a:gd name="T46" fmla="*/ 162 w 199"/>
                <a:gd name="T47" fmla="*/ 27 h 199"/>
                <a:gd name="T48" fmla="*/ 152 w 199"/>
                <a:gd name="T49" fmla="*/ 37 h 199"/>
                <a:gd name="T50" fmla="*/ 162 w 199"/>
                <a:gd name="T51" fmla="*/ 48 h 199"/>
                <a:gd name="T52" fmla="*/ 173 w 199"/>
                <a:gd name="T53" fmla="*/ 37 h 199"/>
                <a:gd name="T54" fmla="*/ 162 w 199"/>
                <a:gd name="T55" fmla="*/ 27 h 199"/>
                <a:gd name="T56" fmla="*/ 163 w 199"/>
                <a:gd name="T57" fmla="*/ 100 h 199"/>
                <a:gd name="T58" fmla="*/ 99 w 199"/>
                <a:gd name="T59" fmla="*/ 36 h 199"/>
                <a:gd name="T60" fmla="*/ 35 w 199"/>
                <a:gd name="T61" fmla="*/ 100 h 199"/>
                <a:gd name="T62" fmla="*/ 99 w 199"/>
                <a:gd name="T63" fmla="*/ 164 h 199"/>
                <a:gd name="T64" fmla="*/ 163 w 199"/>
                <a:gd name="T65" fmla="*/ 10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9" h="199">
                  <a:moveTo>
                    <a:pt x="49" y="100"/>
                  </a:moveTo>
                  <a:cubicBezTo>
                    <a:pt x="49" y="72"/>
                    <a:pt x="71" y="49"/>
                    <a:pt x="99" y="49"/>
                  </a:cubicBezTo>
                  <a:cubicBezTo>
                    <a:pt x="127" y="49"/>
                    <a:pt x="150" y="72"/>
                    <a:pt x="150" y="100"/>
                  </a:cubicBezTo>
                  <a:cubicBezTo>
                    <a:pt x="150" y="128"/>
                    <a:pt x="127" y="150"/>
                    <a:pt x="99" y="150"/>
                  </a:cubicBezTo>
                  <a:cubicBezTo>
                    <a:pt x="71" y="150"/>
                    <a:pt x="49" y="128"/>
                    <a:pt x="49" y="100"/>
                  </a:cubicBezTo>
                  <a:close/>
                  <a:moveTo>
                    <a:pt x="152" y="0"/>
                  </a:moveTo>
                  <a:cubicBezTo>
                    <a:pt x="47" y="0"/>
                    <a:pt x="47" y="0"/>
                    <a:pt x="47" y="0"/>
                  </a:cubicBezTo>
                  <a:cubicBezTo>
                    <a:pt x="21" y="0"/>
                    <a:pt x="0" y="21"/>
                    <a:pt x="0" y="47"/>
                  </a:cubicBezTo>
                  <a:cubicBezTo>
                    <a:pt x="0" y="152"/>
                    <a:pt x="0" y="152"/>
                    <a:pt x="0" y="152"/>
                  </a:cubicBezTo>
                  <a:cubicBezTo>
                    <a:pt x="0" y="178"/>
                    <a:pt x="21" y="199"/>
                    <a:pt x="47" y="199"/>
                  </a:cubicBezTo>
                  <a:cubicBezTo>
                    <a:pt x="152" y="199"/>
                    <a:pt x="152" y="199"/>
                    <a:pt x="152" y="199"/>
                  </a:cubicBezTo>
                  <a:cubicBezTo>
                    <a:pt x="178" y="199"/>
                    <a:pt x="199" y="178"/>
                    <a:pt x="199" y="152"/>
                  </a:cubicBezTo>
                  <a:cubicBezTo>
                    <a:pt x="199" y="47"/>
                    <a:pt x="199" y="47"/>
                    <a:pt x="199" y="47"/>
                  </a:cubicBezTo>
                  <a:cubicBezTo>
                    <a:pt x="199" y="21"/>
                    <a:pt x="178" y="0"/>
                    <a:pt x="152" y="0"/>
                  </a:cubicBezTo>
                  <a:close/>
                  <a:moveTo>
                    <a:pt x="47" y="12"/>
                  </a:moveTo>
                  <a:cubicBezTo>
                    <a:pt x="152" y="12"/>
                    <a:pt x="152" y="12"/>
                    <a:pt x="152" y="12"/>
                  </a:cubicBezTo>
                  <a:cubicBezTo>
                    <a:pt x="171" y="12"/>
                    <a:pt x="187" y="28"/>
                    <a:pt x="187" y="47"/>
                  </a:cubicBezTo>
                  <a:cubicBezTo>
                    <a:pt x="187" y="152"/>
                    <a:pt x="187" y="152"/>
                    <a:pt x="187" y="152"/>
                  </a:cubicBezTo>
                  <a:cubicBezTo>
                    <a:pt x="187" y="171"/>
                    <a:pt x="171" y="187"/>
                    <a:pt x="152" y="187"/>
                  </a:cubicBezTo>
                  <a:cubicBezTo>
                    <a:pt x="47" y="187"/>
                    <a:pt x="47" y="187"/>
                    <a:pt x="47" y="187"/>
                  </a:cubicBezTo>
                  <a:cubicBezTo>
                    <a:pt x="28" y="187"/>
                    <a:pt x="12" y="171"/>
                    <a:pt x="12" y="152"/>
                  </a:cubicBezTo>
                  <a:cubicBezTo>
                    <a:pt x="12" y="47"/>
                    <a:pt x="12" y="47"/>
                    <a:pt x="12" y="47"/>
                  </a:cubicBezTo>
                  <a:cubicBezTo>
                    <a:pt x="12" y="28"/>
                    <a:pt x="28" y="12"/>
                    <a:pt x="47" y="12"/>
                  </a:cubicBezTo>
                  <a:close/>
                  <a:moveTo>
                    <a:pt x="162" y="27"/>
                  </a:moveTo>
                  <a:cubicBezTo>
                    <a:pt x="156" y="27"/>
                    <a:pt x="152" y="32"/>
                    <a:pt x="152" y="37"/>
                  </a:cubicBezTo>
                  <a:cubicBezTo>
                    <a:pt x="152" y="43"/>
                    <a:pt x="156" y="48"/>
                    <a:pt x="162" y="48"/>
                  </a:cubicBezTo>
                  <a:cubicBezTo>
                    <a:pt x="168" y="48"/>
                    <a:pt x="173" y="43"/>
                    <a:pt x="173" y="37"/>
                  </a:cubicBezTo>
                  <a:cubicBezTo>
                    <a:pt x="173" y="32"/>
                    <a:pt x="168" y="27"/>
                    <a:pt x="162" y="27"/>
                  </a:cubicBezTo>
                  <a:close/>
                  <a:moveTo>
                    <a:pt x="163" y="100"/>
                  </a:moveTo>
                  <a:cubicBezTo>
                    <a:pt x="163" y="64"/>
                    <a:pt x="135" y="36"/>
                    <a:pt x="99" y="36"/>
                  </a:cubicBezTo>
                  <a:cubicBezTo>
                    <a:pt x="64" y="36"/>
                    <a:pt x="35" y="64"/>
                    <a:pt x="35" y="100"/>
                  </a:cubicBezTo>
                  <a:cubicBezTo>
                    <a:pt x="35" y="135"/>
                    <a:pt x="64" y="164"/>
                    <a:pt x="99" y="164"/>
                  </a:cubicBezTo>
                  <a:cubicBezTo>
                    <a:pt x="135" y="164"/>
                    <a:pt x="163" y="135"/>
                    <a:pt x="163"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3" name="Freeform 13">
            <a:extLst>
              <a:ext uri="{FF2B5EF4-FFF2-40B4-BE49-F238E27FC236}">
                <a16:creationId xmlns:a16="http://schemas.microsoft.com/office/drawing/2014/main" id="{8C7C9BB0-4670-886B-08A3-2C4B67C115DA}"/>
              </a:ext>
            </a:extLst>
          </p:cNvPr>
          <p:cNvSpPr>
            <a:spLocks noEditPoints="1"/>
          </p:cNvSpPr>
          <p:nvPr/>
        </p:nvSpPr>
        <p:spPr bwMode="auto">
          <a:xfrm>
            <a:off x="7451098" y="4761807"/>
            <a:ext cx="281959" cy="281958"/>
          </a:xfrm>
          <a:custGeom>
            <a:avLst/>
            <a:gdLst>
              <a:gd name="T0" fmla="*/ 341 w 2328"/>
              <a:gd name="T1" fmla="*/ 341 h 2328"/>
              <a:gd name="T2" fmla="*/ 341 w 2328"/>
              <a:gd name="T3" fmla="*/ 1987 h 2328"/>
              <a:gd name="T4" fmla="*/ 1987 w 2328"/>
              <a:gd name="T5" fmla="*/ 1987 h 2328"/>
              <a:gd name="T6" fmla="*/ 1987 w 2328"/>
              <a:gd name="T7" fmla="*/ 341 h 2328"/>
              <a:gd name="T8" fmla="*/ 2040 w 2328"/>
              <a:gd name="T9" fmla="*/ 637 h 2328"/>
              <a:gd name="T10" fmla="*/ 1640 w 2328"/>
              <a:gd name="T11" fmla="*/ 423 h 2328"/>
              <a:gd name="T12" fmla="*/ 1341 w 2328"/>
              <a:gd name="T13" fmla="*/ 157 h 2328"/>
              <a:gd name="T14" fmla="*/ 2040 w 2328"/>
              <a:gd name="T15" fmla="*/ 637 h 2328"/>
              <a:gd name="T16" fmla="*/ 1700 w 2328"/>
              <a:gd name="T17" fmla="*/ 1672 h 2328"/>
              <a:gd name="T18" fmla="*/ 2185 w 2328"/>
              <a:gd name="T19" fmla="*/ 1199 h 2328"/>
              <a:gd name="T20" fmla="*/ 1204 w 2328"/>
              <a:gd name="T21" fmla="*/ 2185 h 2328"/>
              <a:gd name="T22" fmla="*/ 1200 w 2328"/>
              <a:gd name="T23" fmla="*/ 1935 h 2328"/>
              <a:gd name="T24" fmla="*/ 1552 w 2328"/>
              <a:gd name="T25" fmla="*/ 1787 h 2328"/>
              <a:gd name="T26" fmla="*/ 775 w 2328"/>
              <a:gd name="T27" fmla="*/ 1787 h 2328"/>
              <a:gd name="T28" fmla="*/ 1128 w 2328"/>
              <a:gd name="T29" fmla="*/ 1935 h 2328"/>
              <a:gd name="T30" fmla="*/ 1124 w 2328"/>
              <a:gd name="T31" fmla="*/ 2185 h 2328"/>
              <a:gd name="T32" fmla="*/ 229 w 2328"/>
              <a:gd name="T33" fmla="*/ 751 h 2328"/>
              <a:gd name="T34" fmla="*/ 532 w 2328"/>
              <a:gd name="T35" fmla="*/ 991 h 2328"/>
              <a:gd name="T36" fmla="*/ 143 w 2328"/>
              <a:gd name="T37" fmla="*/ 1129 h 2328"/>
              <a:gd name="T38" fmla="*/ 1124 w 2328"/>
              <a:gd name="T39" fmla="*/ 143 h 2328"/>
              <a:gd name="T40" fmla="*/ 1128 w 2328"/>
              <a:gd name="T41" fmla="*/ 518 h 2328"/>
              <a:gd name="T42" fmla="*/ 1124 w 2328"/>
              <a:gd name="T43" fmla="*/ 143 h 2328"/>
              <a:gd name="T44" fmla="*/ 1478 w 2328"/>
              <a:gd name="T45" fmla="*/ 533 h 2328"/>
              <a:gd name="T46" fmla="*/ 1200 w 2328"/>
              <a:gd name="T47" fmla="*/ 143 h 2328"/>
              <a:gd name="T48" fmla="*/ 1513 w 2328"/>
              <a:gd name="T49" fmla="*/ 478 h 2328"/>
              <a:gd name="T50" fmla="*/ 1467 w 2328"/>
              <a:gd name="T51" fmla="*/ 624 h 2328"/>
              <a:gd name="T52" fmla="*/ 1661 w 2328"/>
              <a:gd name="T53" fmla="*/ 772 h 2328"/>
              <a:gd name="T54" fmla="*/ 1200 w 2328"/>
              <a:gd name="T55" fmla="*/ 1129 h 2328"/>
              <a:gd name="T56" fmla="*/ 1720 w 2328"/>
              <a:gd name="T57" fmla="*/ 598 h 2328"/>
              <a:gd name="T58" fmla="*/ 1560 w 2328"/>
              <a:gd name="T59" fmla="*/ 598 h 2328"/>
              <a:gd name="T60" fmla="*/ 1720 w 2328"/>
              <a:gd name="T61" fmla="*/ 598 h 2328"/>
              <a:gd name="T62" fmla="*/ 1128 w 2328"/>
              <a:gd name="T63" fmla="*/ 1129 h 2328"/>
              <a:gd name="T64" fmla="*/ 611 w 2328"/>
              <a:gd name="T65" fmla="*/ 997 h 2328"/>
              <a:gd name="T66" fmla="*/ 1128 w 2328"/>
              <a:gd name="T67" fmla="*/ 610 h 2328"/>
              <a:gd name="T68" fmla="*/ 560 w 2328"/>
              <a:gd name="T69" fmla="*/ 1244 h 2328"/>
              <a:gd name="T70" fmla="*/ 560 w 2328"/>
              <a:gd name="T71" fmla="*/ 1084 h 2328"/>
              <a:gd name="T72" fmla="*/ 143 w 2328"/>
              <a:gd name="T73" fmla="*/ 1199 h 2328"/>
              <a:gd name="T74" fmla="*/ 532 w 2328"/>
              <a:gd name="T75" fmla="*/ 1337 h 2328"/>
              <a:gd name="T76" fmla="*/ 229 w 2328"/>
              <a:gd name="T77" fmla="*/ 1577 h 2328"/>
              <a:gd name="T78" fmla="*/ 611 w 2328"/>
              <a:gd name="T79" fmla="*/ 1331 h 2328"/>
              <a:gd name="T80" fmla="*/ 1128 w 2328"/>
              <a:gd name="T81" fmla="*/ 1199 h 2328"/>
              <a:gd name="T82" fmla="*/ 996 w 2328"/>
              <a:gd name="T83" fmla="*/ 1713 h 2328"/>
              <a:gd name="T84" fmla="*/ 611 w 2328"/>
              <a:gd name="T85" fmla="*/ 1331 h 2328"/>
              <a:gd name="T86" fmla="*/ 1164 w 2328"/>
              <a:gd name="T87" fmla="*/ 1844 h 2328"/>
              <a:gd name="T88" fmla="*/ 1164 w 2328"/>
              <a:gd name="T89" fmla="*/ 1684 h 2328"/>
              <a:gd name="T90" fmla="*/ 1331 w 2328"/>
              <a:gd name="T91" fmla="*/ 1713 h 2328"/>
              <a:gd name="T92" fmla="*/ 1200 w 2328"/>
              <a:gd name="T93" fmla="*/ 1199 h 2328"/>
              <a:gd name="T94" fmla="*/ 1606 w 2328"/>
              <a:gd name="T95" fmla="*/ 1687 h 2328"/>
              <a:gd name="T96" fmla="*/ 1807 w 2328"/>
              <a:gd name="T97" fmla="*/ 1129 h 2328"/>
              <a:gd name="T98" fmla="*/ 1798 w 2328"/>
              <a:gd name="T99" fmla="*/ 674 h 2328"/>
              <a:gd name="T100" fmla="*/ 2185 w 2328"/>
              <a:gd name="T101" fmla="*/ 1129 h 2328"/>
              <a:gd name="T102" fmla="*/ 441 w 2328"/>
              <a:gd name="T103" fmla="*/ 441 h 2328"/>
              <a:gd name="T104" fmla="*/ 688 w 2328"/>
              <a:gd name="T105" fmla="*/ 534 h 2328"/>
              <a:gd name="T106" fmla="*/ 288 w 2328"/>
              <a:gd name="T107" fmla="*/ 637 h 2328"/>
              <a:gd name="T108" fmla="*/ 288 w 2328"/>
              <a:gd name="T109" fmla="*/ 1690 h 2328"/>
              <a:gd name="T110" fmla="*/ 688 w 2328"/>
              <a:gd name="T111" fmla="*/ 1794 h 2328"/>
              <a:gd name="T112" fmla="*/ 441 w 2328"/>
              <a:gd name="T113" fmla="*/ 1886 h 2328"/>
              <a:gd name="T114" fmla="*/ 1886 w 2328"/>
              <a:gd name="T115" fmla="*/ 1886 h 2328"/>
              <a:gd name="T116" fmla="*/ 1640 w 2328"/>
              <a:gd name="T117" fmla="*/ 1794 h 2328"/>
              <a:gd name="T118" fmla="*/ 2040 w 2328"/>
              <a:gd name="T119" fmla="*/ 1690 h 2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328" h="2328">
                <a:moveTo>
                  <a:pt x="1164" y="0"/>
                </a:moveTo>
                <a:cubicBezTo>
                  <a:pt x="853" y="0"/>
                  <a:pt x="561" y="121"/>
                  <a:pt x="341" y="341"/>
                </a:cubicBezTo>
                <a:cubicBezTo>
                  <a:pt x="121" y="560"/>
                  <a:pt x="0" y="853"/>
                  <a:pt x="0" y="1164"/>
                </a:cubicBezTo>
                <a:cubicBezTo>
                  <a:pt x="0" y="1475"/>
                  <a:pt x="121" y="1767"/>
                  <a:pt x="341" y="1987"/>
                </a:cubicBezTo>
                <a:cubicBezTo>
                  <a:pt x="561" y="2207"/>
                  <a:pt x="853" y="2328"/>
                  <a:pt x="1164" y="2328"/>
                </a:cubicBezTo>
                <a:cubicBezTo>
                  <a:pt x="1475" y="2328"/>
                  <a:pt x="1767" y="2207"/>
                  <a:pt x="1987" y="1987"/>
                </a:cubicBezTo>
                <a:cubicBezTo>
                  <a:pt x="2207" y="1767"/>
                  <a:pt x="2328" y="1475"/>
                  <a:pt x="2328" y="1164"/>
                </a:cubicBezTo>
                <a:cubicBezTo>
                  <a:pt x="2328" y="853"/>
                  <a:pt x="2207" y="560"/>
                  <a:pt x="1987" y="341"/>
                </a:cubicBezTo>
                <a:cubicBezTo>
                  <a:pt x="1767" y="121"/>
                  <a:pt x="1475" y="0"/>
                  <a:pt x="1164" y="0"/>
                </a:cubicBezTo>
                <a:close/>
                <a:moveTo>
                  <a:pt x="2040" y="637"/>
                </a:moveTo>
                <a:cubicBezTo>
                  <a:pt x="1966" y="617"/>
                  <a:pt x="1890" y="598"/>
                  <a:pt x="1815" y="583"/>
                </a:cubicBezTo>
                <a:cubicBezTo>
                  <a:pt x="1807" y="493"/>
                  <a:pt x="1732" y="423"/>
                  <a:pt x="1640" y="423"/>
                </a:cubicBezTo>
                <a:cubicBezTo>
                  <a:pt x="1619" y="423"/>
                  <a:pt x="1598" y="427"/>
                  <a:pt x="1579" y="434"/>
                </a:cubicBezTo>
                <a:cubicBezTo>
                  <a:pt x="1512" y="335"/>
                  <a:pt x="1433" y="243"/>
                  <a:pt x="1341" y="157"/>
                </a:cubicBezTo>
                <a:cubicBezTo>
                  <a:pt x="1547" y="193"/>
                  <a:pt x="1736" y="291"/>
                  <a:pt x="1886" y="441"/>
                </a:cubicBezTo>
                <a:cubicBezTo>
                  <a:pt x="1946" y="501"/>
                  <a:pt x="1998" y="567"/>
                  <a:pt x="2040" y="637"/>
                </a:cubicBezTo>
                <a:close/>
                <a:moveTo>
                  <a:pt x="2099" y="1577"/>
                </a:moveTo>
                <a:cubicBezTo>
                  <a:pt x="1968" y="1617"/>
                  <a:pt x="1835" y="1649"/>
                  <a:pt x="1700" y="1672"/>
                </a:cubicBezTo>
                <a:cubicBezTo>
                  <a:pt x="1767" y="1520"/>
                  <a:pt x="1802" y="1362"/>
                  <a:pt x="1807" y="1199"/>
                </a:cubicBezTo>
                <a:cubicBezTo>
                  <a:pt x="2185" y="1199"/>
                  <a:pt x="2185" y="1199"/>
                  <a:pt x="2185" y="1199"/>
                </a:cubicBezTo>
                <a:cubicBezTo>
                  <a:pt x="2181" y="1331"/>
                  <a:pt x="2151" y="1459"/>
                  <a:pt x="2099" y="1577"/>
                </a:cubicBezTo>
                <a:close/>
                <a:moveTo>
                  <a:pt x="1204" y="2185"/>
                </a:moveTo>
                <a:cubicBezTo>
                  <a:pt x="1202" y="2185"/>
                  <a:pt x="1201" y="2185"/>
                  <a:pt x="1200" y="2185"/>
                </a:cubicBezTo>
                <a:cubicBezTo>
                  <a:pt x="1200" y="1935"/>
                  <a:pt x="1200" y="1935"/>
                  <a:pt x="1200" y="1935"/>
                </a:cubicBezTo>
                <a:cubicBezTo>
                  <a:pt x="1265" y="1921"/>
                  <a:pt x="1318" y="1870"/>
                  <a:pt x="1334" y="1805"/>
                </a:cubicBezTo>
                <a:cubicBezTo>
                  <a:pt x="1407" y="1802"/>
                  <a:pt x="1480" y="1795"/>
                  <a:pt x="1552" y="1787"/>
                </a:cubicBezTo>
                <a:cubicBezTo>
                  <a:pt x="1465" y="1934"/>
                  <a:pt x="1348" y="2067"/>
                  <a:pt x="1204" y="2185"/>
                </a:cubicBezTo>
                <a:close/>
                <a:moveTo>
                  <a:pt x="775" y="1787"/>
                </a:moveTo>
                <a:cubicBezTo>
                  <a:pt x="848" y="1795"/>
                  <a:pt x="921" y="1802"/>
                  <a:pt x="994" y="1805"/>
                </a:cubicBezTo>
                <a:cubicBezTo>
                  <a:pt x="1010" y="1870"/>
                  <a:pt x="1062" y="1921"/>
                  <a:pt x="1128" y="1935"/>
                </a:cubicBezTo>
                <a:cubicBezTo>
                  <a:pt x="1128" y="2185"/>
                  <a:pt x="1128" y="2185"/>
                  <a:pt x="1128" y="2185"/>
                </a:cubicBezTo>
                <a:cubicBezTo>
                  <a:pt x="1127" y="2185"/>
                  <a:pt x="1125" y="2185"/>
                  <a:pt x="1124" y="2185"/>
                </a:cubicBezTo>
                <a:cubicBezTo>
                  <a:pt x="980" y="2067"/>
                  <a:pt x="863" y="1934"/>
                  <a:pt x="775" y="1787"/>
                </a:cubicBezTo>
                <a:close/>
                <a:moveTo>
                  <a:pt x="229" y="751"/>
                </a:moveTo>
                <a:cubicBezTo>
                  <a:pt x="360" y="710"/>
                  <a:pt x="493" y="678"/>
                  <a:pt x="627" y="655"/>
                </a:cubicBezTo>
                <a:cubicBezTo>
                  <a:pt x="580" y="764"/>
                  <a:pt x="548" y="876"/>
                  <a:pt x="532" y="991"/>
                </a:cubicBezTo>
                <a:cubicBezTo>
                  <a:pt x="460" y="1002"/>
                  <a:pt x="403" y="1058"/>
                  <a:pt x="388" y="1129"/>
                </a:cubicBezTo>
                <a:cubicBezTo>
                  <a:pt x="143" y="1129"/>
                  <a:pt x="143" y="1129"/>
                  <a:pt x="143" y="1129"/>
                </a:cubicBezTo>
                <a:cubicBezTo>
                  <a:pt x="147" y="996"/>
                  <a:pt x="177" y="869"/>
                  <a:pt x="229" y="751"/>
                </a:cubicBezTo>
                <a:close/>
                <a:moveTo>
                  <a:pt x="1124" y="143"/>
                </a:moveTo>
                <a:cubicBezTo>
                  <a:pt x="1125" y="143"/>
                  <a:pt x="1127" y="143"/>
                  <a:pt x="1128" y="143"/>
                </a:cubicBezTo>
                <a:cubicBezTo>
                  <a:pt x="1128" y="518"/>
                  <a:pt x="1128" y="518"/>
                  <a:pt x="1128" y="518"/>
                </a:cubicBezTo>
                <a:cubicBezTo>
                  <a:pt x="1010" y="519"/>
                  <a:pt x="892" y="527"/>
                  <a:pt x="775" y="541"/>
                </a:cubicBezTo>
                <a:cubicBezTo>
                  <a:pt x="863" y="394"/>
                  <a:pt x="980" y="260"/>
                  <a:pt x="1124" y="143"/>
                </a:cubicBezTo>
                <a:close/>
                <a:moveTo>
                  <a:pt x="1513" y="478"/>
                </a:moveTo>
                <a:cubicBezTo>
                  <a:pt x="1498" y="494"/>
                  <a:pt x="1486" y="512"/>
                  <a:pt x="1478" y="533"/>
                </a:cubicBezTo>
                <a:cubicBezTo>
                  <a:pt x="1386" y="524"/>
                  <a:pt x="1293" y="519"/>
                  <a:pt x="1200" y="518"/>
                </a:cubicBezTo>
                <a:cubicBezTo>
                  <a:pt x="1200" y="143"/>
                  <a:pt x="1200" y="143"/>
                  <a:pt x="1200" y="143"/>
                </a:cubicBezTo>
                <a:cubicBezTo>
                  <a:pt x="1201" y="143"/>
                  <a:pt x="1202" y="143"/>
                  <a:pt x="1204" y="143"/>
                </a:cubicBezTo>
                <a:cubicBezTo>
                  <a:pt x="1327" y="243"/>
                  <a:pt x="1431" y="356"/>
                  <a:pt x="1513" y="478"/>
                </a:cubicBezTo>
                <a:close/>
                <a:moveTo>
                  <a:pt x="1200" y="610"/>
                </a:moveTo>
                <a:cubicBezTo>
                  <a:pt x="1289" y="611"/>
                  <a:pt x="1379" y="616"/>
                  <a:pt x="1467" y="624"/>
                </a:cubicBezTo>
                <a:cubicBezTo>
                  <a:pt x="1480" y="708"/>
                  <a:pt x="1553" y="773"/>
                  <a:pt x="1640" y="773"/>
                </a:cubicBezTo>
                <a:cubicBezTo>
                  <a:pt x="1647" y="773"/>
                  <a:pt x="1654" y="772"/>
                  <a:pt x="1661" y="772"/>
                </a:cubicBezTo>
                <a:cubicBezTo>
                  <a:pt x="1702" y="887"/>
                  <a:pt x="1724" y="1007"/>
                  <a:pt x="1728" y="1129"/>
                </a:cubicBezTo>
                <a:cubicBezTo>
                  <a:pt x="1200" y="1129"/>
                  <a:pt x="1200" y="1129"/>
                  <a:pt x="1200" y="1129"/>
                </a:cubicBezTo>
                <a:lnTo>
                  <a:pt x="1200" y="610"/>
                </a:lnTo>
                <a:close/>
                <a:moveTo>
                  <a:pt x="1720" y="598"/>
                </a:moveTo>
                <a:cubicBezTo>
                  <a:pt x="1720" y="642"/>
                  <a:pt x="1684" y="678"/>
                  <a:pt x="1640" y="678"/>
                </a:cubicBezTo>
                <a:cubicBezTo>
                  <a:pt x="1596" y="678"/>
                  <a:pt x="1560" y="642"/>
                  <a:pt x="1560" y="598"/>
                </a:cubicBezTo>
                <a:cubicBezTo>
                  <a:pt x="1560" y="554"/>
                  <a:pt x="1596" y="518"/>
                  <a:pt x="1640" y="518"/>
                </a:cubicBezTo>
                <a:cubicBezTo>
                  <a:pt x="1684" y="518"/>
                  <a:pt x="1720" y="554"/>
                  <a:pt x="1720" y="598"/>
                </a:cubicBezTo>
                <a:close/>
                <a:moveTo>
                  <a:pt x="1128" y="610"/>
                </a:moveTo>
                <a:cubicBezTo>
                  <a:pt x="1128" y="1129"/>
                  <a:pt x="1128" y="1129"/>
                  <a:pt x="1128" y="1129"/>
                </a:cubicBezTo>
                <a:cubicBezTo>
                  <a:pt x="731" y="1129"/>
                  <a:pt x="731" y="1129"/>
                  <a:pt x="731" y="1129"/>
                </a:cubicBezTo>
                <a:cubicBezTo>
                  <a:pt x="719" y="1066"/>
                  <a:pt x="672" y="1015"/>
                  <a:pt x="611" y="997"/>
                </a:cubicBezTo>
                <a:cubicBezTo>
                  <a:pt x="629" y="874"/>
                  <a:pt x="666" y="755"/>
                  <a:pt x="722" y="641"/>
                </a:cubicBezTo>
                <a:cubicBezTo>
                  <a:pt x="856" y="622"/>
                  <a:pt x="992" y="612"/>
                  <a:pt x="1128" y="610"/>
                </a:cubicBezTo>
                <a:close/>
                <a:moveTo>
                  <a:pt x="640" y="1164"/>
                </a:moveTo>
                <a:cubicBezTo>
                  <a:pt x="640" y="1208"/>
                  <a:pt x="604" y="1244"/>
                  <a:pt x="560" y="1244"/>
                </a:cubicBezTo>
                <a:cubicBezTo>
                  <a:pt x="516" y="1244"/>
                  <a:pt x="480" y="1208"/>
                  <a:pt x="480" y="1164"/>
                </a:cubicBezTo>
                <a:cubicBezTo>
                  <a:pt x="480" y="1120"/>
                  <a:pt x="516" y="1084"/>
                  <a:pt x="560" y="1084"/>
                </a:cubicBezTo>
                <a:cubicBezTo>
                  <a:pt x="604" y="1084"/>
                  <a:pt x="640" y="1120"/>
                  <a:pt x="640" y="1164"/>
                </a:cubicBezTo>
                <a:close/>
                <a:moveTo>
                  <a:pt x="143" y="1199"/>
                </a:moveTo>
                <a:cubicBezTo>
                  <a:pt x="388" y="1199"/>
                  <a:pt x="388" y="1199"/>
                  <a:pt x="388" y="1199"/>
                </a:cubicBezTo>
                <a:cubicBezTo>
                  <a:pt x="403" y="1270"/>
                  <a:pt x="460" y="1325"/>
                  <a:pt x="532" y="1337"/>
                </a:cubicBezTo>
                <a:cubicBezTo>
                  <a:pt x="548" y="1451"/>
                  <a:pt x="580" y="1563"/>
                  <a:pt x="627" y="1672"/>
                </a:cubicBezTo>
                <a:cubicBezTo>
                  <a:pt x="493" y="1649"/>
                  <a:pt x="360" y="1617"/>
                  <a:pt x="229" y="1577"/>
                </a:cubicBezTo>
                <a:cubicBezTo>
                  <a:pt x="177" y="1459"/>
                  <a:pt x="147" y="1331"/>
                  <a:pt x="143" y="1199"/>
                </a:cubicBezTo>
                <a:close/>
                <a:moveTo>
                  <a:pt x="611" y="1331"/>
                </a:moveTo>
                <a:cubicBezTo>
                  <a:pt x="672" y="1312"/>
                  <a:pt x="719" y="1262"/>
                  <a:pt x="731" y="1199"/>
                </a:cubicBezTo>
                <a:cubicBezTo>
                  <a:pt x="1128" y="1199"/>
                  <a:pt x="1128" y="1199"/>
                  <a:pt x="1128" y="1199"/>
                </a:cubicBezTo>
                <a:cubicBezTo>
                  <a:pt x="1128" y="1592"/>
                  <a:pt x="1128" y="1592"/>
                  <a:pt x="1128" y="1592"/>
                </a:cubicBezTo>
                <a:cubicBezTo>
                  <a:pt x="1065" y="1605"/>
                  <a:pt x="1015" y="1652"/>
                  <a:pt x="996" y="1713"/>
                </a:cubicBezTo>
                <a:cubicBezTo>
                  <a:pt x="904" y="1708"/>
                  <a:pt x="813" y="1700"/>
                  <a:pt x="722" y="1687"/>
                </a:cubicBezTo>
                <a:cubicBezTo>
                  <a:pt x="666" y="1572"/>
                  <a:pt x="629" y="1453"/>
                  <a:pt x="611" y="1331"/>
                </a:cubicBezTo>
                <a:close/>
                <a:moveTo>
                  <a:pt x="1244" y="1764"/>
                </a:moveTo>
                <a:cubicBezTo>
                  <a:pt x="1244" y="1808"/>
                  <a:pt x="1208" y="1844"/>
                  <a:pt x="1164" y="1844"/>
                </a:cubicBezTo>
                <a:cubicBezTo>
                  <a:pt x="1120" y="1844"/>
                  <a:pt x="1084" y="1808"/>
                  <a:pt x="1084" y="1764"/>
                </a:cubicBezTo>
                <a:cubicBezTo>
                  <a:pt x="1084" y="1720"/>
                  <a:pt x="1120" y="1684"/>
                  <a:pt x="1164" y="1684"/>
                </a:cubicBezTo>
                <a:cubicBezTo>
                  <a:pt x="1208" y="1684"/>
                  <a:pt x="1244" y="1720"/>
                  <a:pt x="1244" y="1764"/>
                </a:cubicBezTo>
                <a:close/>
                <a:moveTo>
                  <a:pt x="1331" y="1713"/>
                </a:moveTo>
                <a:cubicBezTo>
                  <a:pt x="1313" y="1652"/>
                  <a:pt x="1262" y="1605"/>
                  <a:pt x="1200" y="1592"/>
                </a:cubicBezTo>
                <a:cubicBezTo>
                  <a:pt x="1200" y="1199"/>
                  <a:pt x="1200" y="1199"/>
                  <a:pt x="1200" y="1199"/>
                </a:cubicBezTo>
                <a:cubicBezTo>
                  <a:pt x="1728" y="1199"/>
                  <a:pt x="1728" y="1199"/>
                  <a:pt x="1728" y="1199"/>
                </a:cubicBezTo>
                <a:cubicBezTo>
                  <a:pt x="1723" y="1367"/>
                  <a:pt x="1682" y="1531"/>
                  <a:pt x="1606" y="1687"/>
                </a:cubicBezTo>
                <a:cubicBezTo>
                  <a:pt x="1515" y="1700"/>
                  <a:pt x="1424" y="1708"/>
                  <a:pt x="1331" y="1713"/>
                </a:cubicBezTo>
                <a:close/>
                <a:moveTo>
                  <a:pt x="1807" y="1129"/>
                </a:moveTo>
                <a:cubicBezTo>
                  <a:pt x="1803" y="997"/>
                  <a:pt x="1779" y="869"/>
                  <a:pt x="1736" y="745"/>
                </a:cubicBezTo>
                <a:cubicBezTo>
                  <a:pt x="1762" y="727"/>
                  <a:pt x="1784" y="703"/>
                  <a:pt x="1798" y="674"/>
                </a:cubicBezTo>
                <a:cubicBezTo>
                  <a:pt x="1900" y="694"/>
                  <a:pt x="2000" y="720"/>
                  <a:pt x="2099" y="751"/>
                </a:cubicBezTo>
                <a:cubicBezTo>
                  <a:pt x="2151" y="869"/>
                  <a:pt x="2181" y="996"/>
                  <a:pt x="2185" y="1129"/>
                </a:cubicBezTo>
                <a:lnTo>
                  <a:pt x="1807" y="1129"/>
                </a:lnTo>
                <a:close/>
                <a:moveTo>
                  <a:pt x="441" y="441"/>
                </a:moveTo>
                <a:cubicBezTo>
                  <a:pt x="592" y="291"/>
                  <a:pt x="781" y="193"/>
                  <a:pt x="987" y="157"/>
                </a:cubicBezTo>
                <a:cubicBezTo>
                  <a:pt x="865" y="271"/>
                  <a:pt x="765" y="397"/>
                  <a:pt x="688" y="534"/>
                </a:cubicBezTo>
                <a:cubicBezTo>
                  <a:pt x="684" y="541"/>
                  <a:pt x="680" y="547"/>
                  <a:pt x="677" y="554"/>
                </a:cubicBezTo>
                <a:cubicBezTo>
                  <a:pt x="546" y="574"/>
                  <a:pt x="416" y="602"/>
                  <a:pt x="288" y="637"/>
                </a:cubicBezTo>
                <a:cubicBezTo>
                  <a:pt x="330" y="567"/>
                  <a:pt x="382" y="501"/>
                  <a:pt x="441" y="441"/>
                </a:cubicBezTo>
                <a:close/>
                <a:moveTo>
                  <a:pt x="288" y="1690"/>
                </a:moveTo>
                <a:cubicBezTo>
                  <a:pt x="416" y="1726"/>
                  <a:pt x="546" y="1754"/>
                  <a:pt x="677" y="1773"/>
                </a:cubicBezTo>
                <a:cubicBezTo>
                  <a:pt x="680" y="1780"/>
                  <a:pt x="684" y="1787"/>
                  <a:pt x="688" y="1794"/>
                </a:cubicBezTo>
                <a:cubicBezTo>
                  <a:pt x="765" y="1931"/>
                  <a:pt x="865" y="2057"/>
                  <a:pt x="987" y="2170"/>
                </a:cubicBezTo>
                <a:cubicBezTo>
                  <a:pt x="781" y="2134"/>
                  <a:pt x="592" y="2037"/>
                  <a:pt x="441" y="1886"/>
                </a:cubicBezTo>
                <a:cubicBezTo>
                  <a:pt x="382" y="1827"/>
                  <a:pt x="330" y="1761"/>
                  <a:pt x="288" y="1690"/>
                </a:cubicBezTo>
                <a:close/>
                <a:moveTo>
                  <a:pt x="1886" y="1886"/>
                </a:moveTo>
                <a:cubicBezTo>
                  <a:pt x="1736" y="2037"/>
                  <a:pt x="1547" y="2135"/>
                  <a:pt x="1341" y="2170"/>
                </a:cubicBezTo>
                <a:cubicBezTo>
                  <a:pt x="1463" y="2057"/>
                  <a:pt x="1563" y="1931"/>
                  <a:pt x="1640" y="1794"/>
                </a:cubicBezTo>
                <a:cubicBezTo>
                  <a:pt x="1644" y="1787"/>
                  <a:pt x="1647" y="1780"/>
                  <a:pt x="1651" y="1773"/>
                </a:cubicBezTo>
                <a:cubicBezTo>
                  <a:pt x="1782" y="1754"/>
                  <a:pt x="1912" y="1726"/>
                  <a:pt x="2040" y="1690"/>
                </a:cubicBezTo>
                <a:cubicBezTo>
                  <a:pt x="1998" y="1761"/>
                  <a:pt x="1946" y="1827"/>
                  <a:pt x="1886" y="1886"/>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6" name="TextBox 5">
            <a:extLst>
              <a:ext uri="{FF2B5EF4-FFF2-40B4-BE49-F238E27FC236}">
                <a16:creationId xmlns:a16="http://schemas.microsoft.com/office/drawing/2014/main" id="{CD945D71-8BD3-19DF-D097-2B2489E8ED30}"/>
              </a:ext>
            </a:extLst>
          </p:cNvPr>
          <p:cNvSpPr txBox="1"/>
          <p:nvPr/>
        </p:nvSpPr>
        <p:spPr bwMode="auto">
          <a:xfrm>
            <a:off x="7098434" y="1815919"/>
            <a:ext cx="4706938" cy="707886"/>
          </a:xfrm>
          <a:prstGeom prst="rect">
            <a:avLst/>
          </a:prstGeom>
          <a:noFill/>
        </p:spPr>
        <p:txBody>
          <a:bodyPr anchor="ctr">
            <a:spAutoFit/>
          </a:bodyPr>
          <a:lstStyle/>
          <a:p>
            <a:pPr algn="ctr" eaLnBrk="1" fontAlgn="auto" hangingPunct="1">
              <a:spcBef>
                <a:spcPts val="0"/>
              </a:spcBef>
              <a:spcAft>
                <a:spcPts val="0"/>
              </a:spcAft>
              <a:defRPr/>
            </a:pPr>
            <a:r>
              <a:rPr lang="en-US" sz="4000" b="1" dirty="0">
                <a:solidFill>
                  <a:schemeClr val="bg1"/>
                </a:solidFill>
                <a:latin typeface="+mj-lt"/>
              </a:rPr>
              <a:t>THANK YOU</a:t>
            </a:r>
          </a:p>
        </p:txBody>
      </p:sp>
      <p:sp>
        <p:nvSpPr>
          <p:cNvPr id="14" name="TextBox 13">
            <a:extLst>
              <a:ext uri="{FF2B5EF4-FFF2-40B4-BE49-F238E27FC236}">
                <a16:creationId xmlns:a16="http://schemas.microsoft.com/office/drawing/2014/main" id="{2859E5FB-568F-4BD6-05D1-CA1C3FF28C2C}"/>
              </a:ext>
            </a:extLst>
          </p:cNvPr>
          <p:cNvSpPr txBox="1"/>
          <p:nvPr/>
        </p:nvSpPr>
        <p:spPr>
          <a:xfrm>
            <a:off x="7223959" y="2622159"/>
            <a:ext cx="4295169" cy="338554"/>
          </a:xfrm>
          <a:prstGeom prst="rect">
            <a:avLst/>
          </a:prstGeom>
          <a:noFill/>
        </p:spPr>
        <p:txBody>
          <a:bodyPr wrap="square" rtlCol="0">
            <a:spAutoFit/>
          </a:bodyPr>
          <a:lstStyle/>
          <a:p>
            <a:pPr algn="ctr"/>
            <a:r>
              <a:rPr lang="en-MY" sz="1600" spc="300" dirty="0">
                <a:solidFill>
                  <a:schemeClr val="bg1"/>
                </a:solidFill>
              </a:rPr>
              <a:t>PRESENTATION DESCRIPTION</a:t>
            </a:r>
          </a:p>
        </p:txBody>
      </p:sp>
      <p:sp>
        <p:nvSpPr>
          <p:cNvPr id="15" name="TextBox 14">
            <a:extLst>
              <a:ext uri="{FF2B5EF4-FFF2-40B4-BE49-F238E27FC236}">
                <a16:creationId xmlns:a16="http://schemas.microsoft.com/office/drawing/2014/main" id="{EB83EC9A-2BD7-77C5-5A48-C563C48F7637}"/>
              </a:ext>
            </a:extLst>
          </p:cNvPr>
          <p:cNvSpPr txBox="1"/>
          <p:nvPr/>
        </p:nvSpPr>
        <p:spPr>
          <a:xfrm>
            <a:off x="7856575" y="5499366"/>
            <a:ext cx="3029941" cy="276999"/>
          </a:xfrm>
          <a:prstGeom prst="rect">
            <a:avLst/>
          </a:prstGeom>
          <a:noFill/>
        </p:spPr>
        <p:txBody>
          <a:bodyPr wrap="square" rtlCol="0">
            <a:spAutoFit/>
          </a:bodyPr>
          <a:lstStyle/>
          <a:p>
            <a:r>
              <a:rPr lang="en-MY" sz="1200" dirty="0">
                <a:solidFill>
                  <a:schemeClr val="bg1"/>
                </a:solidFill>
              </a:rPr>
              <a:t>utmofficial</a:t>
            </a:r>
          </a:p>
        </p:txBody>
      </p:sp>
      <p:sp>
        <p:nvSpPr>
          <p:cNvPr id="16" name="TextBox 15">
            <a:extLst>
              <a:ext uri="{FF2B5EF4-FFF2-40B4-BE49-F238E27FC236}">
                <a16:creationId xmlns:a16="http://schemas.microsoft.com/office/drawing/2014/main" id="{FE668D54-9009-F275-9741-6F26AC2FC31F}"/>
              </a:ext>
            </a:extLst>
          </p:cNvPr>
          <p:cNvSpPr txBox="1"/>
          <p:nvPr/>
        </p:nvSpPr>
        <p:spPr>
          <a:xfrm>
            <a:off x="7856574" y="4753494"/>
            <a:ext cx="3029941" cy="276999"/>
          </a:xfrm>
          <a:prstGeom prst="rect">
            <a:avLst/>
          </a:prstGeom>
          <a:noFill/>
        </p:spPr>
        <p:txBody>
          <a:bodyPr wrap="square" rtlCol="0">
            <a:spAutoFit/>
          </a:bodyPr>
          <a:lstStyle/>
          <a:p>
            <a:r>
              <a:rPr lang="en-MY" sz="1200" dirty="0">
                <a:solidFill>
                  <a:schemeClr val="bg1"/>
                </a:solidFill>
              </a:rPr>
              <a:t>utm.my</a:t>
            </a:r>
          </a:p>
        </p:txBody>
      </p:sp>
      <p:pic>
        <p:nvPicPr>
          <p:cNvPr id="17" name="Picture 16" descr="Logo&#10;&#10;Description automatically generated">
            <a:extLst>
              <a:ext uri="{FF2B5EF4-FFF2-40B4-BE49-F238E27FC236}">
                <a16:creationId xmlns:a16="http://schemas.microsoft.com/office/drawing/2014/main" id="{DA37C4DB-FC5B-976C-A0CC-20D567612AB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79793" y="540062"/>
            <a:ext cx="1783499" cy="603213"/>
          </a:xfrm>
          <a:prstGeom prst="rect">
            <a:avLst/>
          </a:prstGeom>
        </p:spPr>
      </p:pic>
      <p:sp>
        <p:nvSpPr>
          <p:cNvPr id="18" name="Title 1">
            <a:extLst>
              <a:ext uri="{FF2B5EF4-FFF2-40B4-BE49-F238E27FC236}">
                <a16:creationId xmlns:a16="http://schemas.microsoft.com/office/drawing/2014/main" id="{872FD8E4-4F7D-9507-4C87-538EBB7E1081}"/>
              </a:ext>
            </a:extLst>
          </p:cNvPr>
          <p:cNvSpPr txBox="1">
            <a:spLocks/>
          </p:cNvSpPr>
          <p:nvPr/>
        </p:nvSpPr>
        <p:spPr bwMode="auto">
          <a:xfrm>
            <a:off x="6958764" y="6262135"/>
            <a:ext cx="4730605" cy="31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rtl="0" eaLnBrk="1" fontAlgn="base" hangingPunct="1">
              <a:lnSpc>
                <a:spcPct val="90000"/>
              </a:lnSpc>
              <a:spcBef>
                <a:spcPct val="0"/>
              </a:spcBef>
              <a:spcAft>
                <a:spcPct val="0"/>
              </a:spcAft>
              <a:defRPr sz="5400" b="0" i="0" kern="1200">
                <a:solidFill>
                  <a:schemeClr val="bg1"/>
                </a:solidFill>
                <a:latin typeface="Century Gothic" panose="020B0502020202020204" pitchFamily="34" charset="0"/>
                <a:ea typeface="Roboto" panose="02000000000000000000" pitchFamily="2" charset="0"/>
                <a:cs typeface="Calibri" panose="020F0502020204030204" pitchFamily="34" charset="0"/>
              </a:defRPr>
            </a:lvl1pPr>
            <a:lvl2pPr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2pPr>
            <a:lvl3pPr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3pPr>
            <a:lvl4pPr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4pPr>
            <a:lvl5pPr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5pPr>
            <a:lvl6pPr marL="457200"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6pPr>
            <a:lvl7pPr marL="914400"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7pPr>
            <a:lvl8pPr marL="1371600"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8pPr>
            <a:lvl9pPr marL="1828800"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9pPr>
          </a:lstStyle>
          <a:p>
            <a:pPr algn="ctr"/>
            <a:r>
              <a:rPr lang="en-GB" sz="1400" dirty="0">
                <a:latin typeface="+mj-lt"/>
                <a:cs typeface="Lato" panose="020F0502020204030203" pitchFamily="34" charset="0"/>
              </a:rPr>
              <a:t>Kerana </a:t>
            </a:r>
            <a:r>
              <a:rPr lang="en-GB" sz="1400" dirty="0" err="1">
                <a:latin typeface="+mj-lt"/>
                <a:cs typeface="Lato" panose="020F0502020204030203" pitchFamily="34" charset="0"/>
              </a:rPr>
              <a:t>Tuhan</a:t>
            </a:r>
            <a:r>
              <a:rPr lang="en-GB" sz="1400" dirty="0">
                <a:latin typeface="+mj-lt"/>
                <a:cs typeface="Lato" panose="020F0502020204030203" pitchFamily="34" charset="0"/>
              </a:rPr>
              <a:t> </a:t>
            </a:r>
            <a:r>
              <a:rPr lang="en-GB" sz="1400" dirty="0" err="1">
                <a:latin typeface="+mj-lt"/>
                <a:cs typeface="Lato" panose="020F0502020204030203" pitchFamily="34" charset="0"/>
              </a:rPr>
              <a:t>untuk</a:t>
            </a:r>
            <a:r>
              <a:rPr lang="en-GB" sz="1400" dirty="0">
                <a:latin typeface="+mj-lt"/>
                <a:cs typeface="Lato" panose="020F0502020204030203" pitchFamily="34" charset="0"/>
              </a:rPr>
              <a:t> Manusia</a:t>
            </a:r>
            <a:endParaRPr lang="en-US" sz="1400" dirty="0">
              <a:latin typeface="+mj-lt"/>
              <a:cs typeface="Lato" panose="020F0502020204030203" pitchFamily="34" charset="0"/>
            </a:endParaRPr>
          </a:p>
        </p:txBody>
      </p:sp>
    </p:spTree>
    <p:extLst>
      <p:ext uri="{BB962C8B-B14F-4D97-AF65-F5344CB8AC3E}">
        <p14:creationId xmlns:p14="http://schemas.microsoft.com/office/powerpoint/2010/main" val="18719595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AF2487CA-61BE-25F0-5027-B624209C26C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130548" y="4882841"/>
            <a:ext cx="1783499" cy="603213"/>
          </a:xfrm>
          <a:prstGeom prst="rect">
            <a:avLst/>
          </a:prstGeom>
        </p:spPr>
      </p:pic>
      <p:sp>
        <p:nvSpPr>
          <p:cNvPr id="13" name="TextBox 12">
            <a:extLst>
              <a:ext uri="{FF2B5EF4-FFF2-40B4-BE49-F238E27FC236}">
                <a16:creationId xmlns:a16="http://schemas.microsoft.com/office/drawing/2014/main" id="{4910E25B-B2C5-68B3-167D-1D8585711E38}"/>
              </a:ext>
            </a:extLst>
          </p:cNvPr>
          <p:cNvSpPr txBox="1"/>
          <p:nvPr/>
        </p:nvSpPr>
        <p:spPr bwMode="auto">
          <a:xfrm>
            <a:off x="3753095" y="2380689"/>
            <a:ext cx="4706938" cy="854075"/>
          </a:xfrm>
          <a:prstGeom prst="rect">
            <a:avLst/>
          </a:prstGeom>
          <a:noFill/>
        </p:spPr>
        <p:txBody>
          <a:bodyPr anchor="ctr">
            <a:spAutoFit/>
          </a:bodyPr>
          <a:lstStyle/>
          <a:p>
            <a:pPr algn="ctr" eaLnBrk="1" fontAlgn="auto" hangingPunct="1">
              <a:spcBef>
                <a:spcPts val="0"/>
              </a:spcBef>
              <a:spcAft>
                <a:spcPts val="0"/>
              </a:spcAft>
              <a:defRPr/>
            </a:pPr>
            <a:r>
              <a:rPr lang="en-US" sz="4950" b="1" dirty="0">
                <a:solidFill>
                  <a:schemeClr val="bg1"/>
                </a:solidFill>
                <a:latin typeface="+mj-lt"/>
              </a:rPr>
              <a:t>THANK YOU</a:t>
            </a:r>
          </a:p>
        </p:txBody>
      </p:sp>
      <p:sp>
        <p:nvSpPr>
          <p:cNvPr id="11" name="TextBox 10">
            <a:extLst>
              <a:ext uri="{FF2B5EF4-FFF2-40B4-BE49-F238E27FC236}">
                <a16:creationId xmlns:a16="http://schemas.microsoft.com/office/drawing/2014/main" id="{3879AEFE-B726-E128-0B8D-80297C2C6880}"/>
              </a:ext>
            </a:extLst>
          </p:cNvPr>
          <p:cNvSpPr txBox="1"/>
          <p:nvPr/>
        </p:nvSpPr>
        <p:spPr>
          <a:xfrm>
            <a:off x="5428912" y="6322009"/>
            <a:ext cx="3802766" cy="276999"/>
          </a:xfrm>
          <a:prstGeom prst="rect">
            <a:avLst/>
          </a:prstGeom>
          <a:noFill/>
        </p:spPr>
        <p:txBody>
          <a:bodyPr wrap="square" rtlCol="0">
            <a:spAutoFit/>
          </a:bodyPr>
          <a:lstStyle/>
          <a:p>
            <a:r>
              <a:rPr lang="en-MY" sz="1200" dirty="0">
                <a:solidFill>
                  <a:schemeClr val="bg1"/>
                </a:solidFill>
              </a:rPr>
              <a:t>univteknologimalaysia</a:t>
            </a:r>
          </a:p>
        </p:txBody>
      </p:sp>
      <p:grpSp>
        <p:nvGrpSpPr>
          <p:cNvPr id="14" name="Group 13">
            <a:extLst>
              <a:ext uri="{FF2B5EF4-FFF2-40B4-BE49-F238E27FC236}">
                <a16:creationId xmlns:a16="http://schemas.microsoft.com/office/drawing/2014/main" id="{1C439CD4-4875-5F66-A621-B6673941237D}"/>
              </a:ext>
            </a:extLst>
          </p:cNvPr>
          <p:cNvGrpSpPr/>
          <p:nvPr/>
        </p:nvGrpSpPr>
        <p:grpSpPr>
          <a:xfrm>
            <a:off x="5024495" y="6321466"/>
            <a:ext cx="280228" cy="281958"/>
            <a:chOff x="2163763" y="-1266825"/>
            <a:chExt cx="1028700" cy="1035050"/>
          </a:xfrm>
          <a:solidFill>
            <a:schemeClr val="bg1">
              <a:lumMod val="95000"/>
            </a:schemeClr>
          </a:solidFill>
        </p:grpSpPr>
        <p:sp>
          <p:nvSpPr>
            <p:cNvPr id="15" name="Freeform 5">
              <a:extLst>
                <a:ext uri="{FF2B5EF4-FFF2-40B4-BE49-F238E27FC236}">
                  <a16:creationId xmlns:a16="http://schemas.microsoft.com/office/drawing/2014/main" id="{78B31128-BD61-B8CA-138A-288839E17944}"/>
                </a:ext>
              </a:extLst>
            </p:cNvPr>
            <p:cNvSpPr>
              <a:spLocks noEditPoints="1"/>
            </p:cNvSpPr>
            <p:nvPr/>
          </p:nvSpPr>
          <p:spPr bwMode="auto">
            <a:xfrm>
              <a:off x="2163763" y="-1266825"/>
              <a:ext cx="1028700"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1">
              <a:extLst>
                <a:ext uri="{FF2B5EF4-FFF2-40B4-BE49-F238E27FC236}">
                  <a16:creationId xmlns:a16="http://schemas.microsoft.com/office/drawing/2014/main" id="{D9B65B8A-FB05-6E01-C563-5D2269EA0B7A}"/>
                </a:ext>
              </a:extLst>
            </p:cNvPr>
            <p:cNvSpPr>
              <a:spLocks/>
            </p:cNvSpPr>
            <p:nvPr/>
          </p:nvSpPr>
          <p:spPr bwMode="auto">
            <a:xfrm>
              <a:off x="2554288" y="-1014413"/>
              <a:ext cx="246063" cy="528638"/>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7" name="Group 16">
            <a:extLst>
              <a:ext uri="{FF2B5EF4-FFF2-40B4-BE49-F238E27FC236}">
                <a16:creationId xmlns:a16="http://schemas.microsoft.com/office/drawing/2014/main" id="{275F1115-69F7-6682-E4CC-84262E498DE0}"/>
              </a:ext>
            </a:extLst>
          </p:cNvPr>
          <p:cNvGrpSpPr/>
          <p:nvPr/>
        </p:nvGrpSpPr>
        <p:grpSpPr>
          <a:xfrm>
            <a:off x="7579583" y="6317279"/>
            <a:ext cx="279796" cy="281958"/>
            <a:chOff x="3470276" y="-1266825"/>
            <a:chExt cx="1027113" cy="1035050"/>
          </a:xfrm>
          <a:solidFill>
            <a:schemeClr val="bg1">
              <a:lumMod val="95000"/>
            </a:schemeClr>
          </a:solidFill>
        </p:grpSpPr>
        <p:sp>
          <p:nvSpPr>
            <p:cNvPr id="18" name="Freeform 6">
              <a:extLst>
                <a:ext uri="{FF2B5EF4-FFF2-40B4-BE49-F238E27FC236}">
                  <a16:creationId xmlns:a16="http://schemas.microsoft.com/office/drawing/2014/main" id="{5B59ED4C-42EB-2D4D-D057-FE91EC598F96}"/>
                </a:ext>
              </a:extLst>
            </p:cNvPr>
            <p:cNvSpPr>
              <a:spLocks noEditPoints="1"/>
            </p:cNvSpPr>
            <p:nvPr/>
          </p:nvSpPr>
          <p:spPr bwMode="auto">
            <a:xfrm>
              <a:off x="3470276" y="-1266825"/>
              <a:ext cx="1027113" cy="1035050"/>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8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8 w 396"/>
                <a:gd name="T31" fmla="*/ 327 h 396"/>
                <a:gd name="T32" fmla="*/ 381 w 396"/>
                <a:gd name="T33" fmla="*/ 198 h 396"/>
                <a:gd name="T34" fmla="*/ 328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3"/>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3"/>
                    <a:pt x="58" y="58"/>
                  </a:cubicBezTo>
                  <a:cubicBezTo>
                    <a:pt x="94" y="22"/>
                    <a:pt x="144" y="0"/>
                    <a:pt x="198" y="0"/>
                  </a:cubicBezTo>
                  <a:close/>
                  <a:moveTo>
                    <a:pt x="328"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8" y="327"/>
                  </a:cubicBezTo>
                  <a:cubicBezTo>
                    <a:pt x="361" y="294"/>
                    <a:pt x="381" y="248"/>
                    <a:pt x="381" y="198"/>
                  </a:cubicBezTo>
                  <a:cubicBezTo>
                    <a:pt x="381" y="147"/>
                    <a:pt x="361" y="102"/>
                    <a:pt x="328"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6">
              <a:extLst>
                <a:ext uri="{FF2B5EF4-FFF2-40B4-BE49-F238E27FC236}">
                  <a16:creationId xmlns:a16="http://schemas.microsoft.com/office/drawing/2014/main" id="{FA40A15F-ECD1-8CD4-121E-D5819325F6AD}"/>
                </a:ext>
              </a:extLst>
            </p:cNvPr>
            <p:cNvSpPr>
              <a:spLocks noEditPoints="1"/>
            </p:cNvSpPr>
            <p:nvPr/>
          </p:nvSpPr>
          <p:spPr bwMode="auto">
            <a:xfrm>
              <a:off x="3727451" y="-1011238"/>
              <a:ext cx="515938" cy="520700"/>
            </a:xfrm>
            <a:custGeom>
              <a:avLst/>
              <a:gdLst>
                <a:gd name="T0" fmla="*/ 49 w 199"/>
                <a:gd name="T1" fmla="*/ 100 h 199"/>
                <a:gd name="T2" fmla="*/ 99 w 199"/>
                <a:gd name="T3" fmla="*/ 49 h 199"/>
                <a:gd name="T4" fmla="*/ 150 w 199"/>
                <a:gd name="T5" fmla="*/ 100 h 199"/>
                <a:gd name="T6" fmla="*/ 99 w 199"/>
                <a:gd name="T7" fmla="*/ 150 h 199"/>
                <a:gd name="T8" fmla="*/ 49 w 199"/>
                <a:gd name="T9" fmla="*/ 100 h 199"/>
                <a:gd name="T10" fmla="*/ 152 w 199"/>
                <a:gd name="T11" fmla="*/ 0 h 199"/>
                <a:gd name="T12" fmla="*/ 47 w 199"/>
                <a:gd name="T13" fmla="*/ 0 h 199"/>
                <a:gd name="T14" fmla="*/ 0 w 199"/>
                <a:gd name="T15" fmla="*/ 47 h 199"/>
                <a:gd name="T16" fmla="*/ 0 w 199"/>
                <a:gd name="T17" fmla="*/ 152 h 199"/>
                <a:gd name="T18" fmla="*/ 47 w 199"/>
                <a:gd name="T19" fmla="*/ 199 h 199"/>
                <a:gd name="T20" fmla="*/ 152 w 199"/>
                <a:gd name="T21" fmla="*/ 199 h 199"/>
                <a:gd name="T22" fmla="*/ 199 w 199"/>
                <a:gd name="T23" fmla="*/ 152 h 199"/>
                <a:gd name="T24" fmla="*/ 199 w 199"/>
                <a:gd name="T25" fmla="*/ 47 h 199"/>
                <a:gd name="T26" fmla="*/ 152 w 199"/>
                <a:gd name="T27" fmla="*/ 0 h 199"/>
                <a:gd name="T28" fmla="*/ 47 w 199"/>
                <a:gd name="T29" fmla="*/ 12 h 199"/>
                <a:gd name="T30" fmla="*/ 152 w 199"/>
                <a:gd name="T31" fmla="*/ 12 h 199"/>
                <a:gd name="T32" fmla="*/ 187 w 199"/>
                <a:gd name="T33" fmla="*/ 47 h 199"/>
                <a:gd name="T34" fmla="*/ 187 w 199"/>
                <a:gd name="T35" fmla="*/ 152 h 199"/>
                <a:gd name="T36" fmla="*/ 152 w 199"/>
                <a:gd name="T37" fmla="*/ 187 h 199"/>
                <a:gd name="T38" fmla="*/ 47 w 199"/>
                <a:gd name="T39" fmla="*/ 187 h 199"/>
                <a:gd name="T40" fmla="*/ 12 w 199"/>
                <a:gd name="T41" fmla="*/ 152 h 199"/>
                <a:gd name="T42" fmla="*/ 12 w 199"/>
                <a:gd name="T43" fmla="*/ 47 h 199"/>
                <a:gd name="T44" fmla="*/ 47 w 199"/>
                <a:gd name="T45" fmla="*/ 12 h 199"/>
                <a:gd name="T46" fmla="*/ 162 w 199"/>
                <a:gd name="T47" fmla="*/ 27 h 199"/>
                <a:gd name="T48" fmla="*/ 152 w 199"/>
                <a:gd name="T49" fmla="*/ 37 h 199"/>
                <a:gd name="T50" fmla="*/ 162 w 199"/>
                <a:gd name="T51" fmla="*/ 48 h 199"/>
                <a:gd name="T52" fmla="*/ 173 w 199"/>
                <a:gd name="T53" fmla="*/ 37 h 199"/>
                <a:gd name="T54" fmla="*/ 162 w 199"/>
                <a:gd name="T55" fmla="*/ 27 h 199"/>
                <a:gd name="T56" fmla="*/ 163 w 199"/>
                <a:gd name="T57" fmla="*/ 100 h 199"/>
                <a:gd name="T58" fmla="*/ 99 w 199"/>
                <a:gd name="T59" fmla="*/ 36 h 199"/>
                <a:gd name="T60" fmla="*/ 35 w 199"/>
                <a:gd name="T61" fmla="*/ 100 h 199"/>
                <a:gd name="T62" fmla="*/ 99 w 199"/>
                <a:gd name="T63" fmla="*/ 164 h 199"/>
                <a:gd name="T64" fmla="*/ 163 w 199"/>
                <a:gd name="T65" fmla="*/ 100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9" h="199">
                  <a:moveTo>
                    <a:pt x="49" y="100"/>
                  </a:moveTo>
                  <a:cubicBezTo>
                    <a:pt x="49" y="72"/>
                    <a:pt x="71" y="49"/>
                    <a:pt x="99" y="49"/>
                  </a:cubicBezTo>
                  <a:cubicBezTo>
                    <a:pt x="127" y="49"/>
                    <a:pt x="150" y="72"/>
                    <a:pt x="150" y="100"/>
                  </a:cubicBezTo>
                  <a:cubicBezTo>
                    <a:pt x="150" y="128"/>
                    <a:pt x="127" y="150"/>
                    <a:pt x="99" y="150"/>
                  </a:cubicBezTo>
                  <a:cubicBezTo>
                    <a:pt x="71" y="150"/>
                    <a:pt x="49" y="128"/>
                    <a:pt x="49" y="100"/>
                  </a:cubicBezTo>
                  <a:close/>
                  <a:moveTo>
                    <a:pt x="152" y="0"/>
                  </a:moveTo>
                  <a:cubicBezTo>
                    <a:pt x="47" y="0"/>
                    <a:pt x="47" y="0"/>
                    <a:pt x="47" y="0"/>
                  </a:cubicBezTo>
                  <a:cubicBezTo>
                    <a:pt x="21" y="0"/>
                    <a:pt x="0" y="21"/>
                    <a:pt x="0" y="47"/>
                  </a:cubicBezTo>
                  <a:cubicBezTo>
                    <a:pt x="0" y="152"/>
                    <a:pt x="0" y="152"/>
                    <a:pt x="0" y="152"/>
                  </a:cubicBezTo>
                  <a:cubicBezTo>
                    <a:pt x="0" y="178"/>
                    <a:pt x="21" y="199"/>
                    <a:pt x="47" y="199"/>
                  </a:cubicBezTo>
                  <a:cubicBezTo>
                    <a:pt x="152" y="199"/>
                    <a:pt x="152" y="199"/>
                    <a:pt x="152" y="199"/>
                  </a:cubicBezTo>
                  <a:cubicBezTo>
                    <a:pt x="178" y="199"/>
                    <a:pt x="199" y="178"/>
                    <a:pt x="199" y="152"/>
                  </a:cubicBezTo>
                  <a:cubicBezTo>
                    <a:pt x="199" y="47"/>
                    <a:pt x="199" y="47"/>
                    <a:pt x="199" y="47"/>
                  </a:cubicBezTo>
                  <a:cubicBezTo>
                    <a:pt x="199" y="21"/>
                    <a:pt x="178" y="0"/>
                    <a:pt x="152" y="0"/>
                  </a:cubicBezTo>
                  <a:close/>
                  <a:moveTo>
                    <a:pt x="47" y="12"/>
                  </a:moveTo>
                  <a:cubicBezTo>
                    <a:pt x="152" y="12"/>
                    <a:pt x="152" y="12"/>
                    <a:pt x="152" y="12"/>
                  </a:cubicBezTo>
                  <a:cubicBezTo>
                    <a:pt x="171" y="12"/>
                    <a:pt x="187" y="28"/>
                    <a:pt x="187" y="47"/>
                  </a:cubicBezTo>
                  <a:cubicBezTo>
                    <a:pt x="187" y="152"/>
                    <a:pt x="187" y="152"/>
                    <a:pt x="187" y="152"/>
                  </a:cubicBezTo>
                  <a:cubicBezTo>
                    <a:pt x="187" y="171"/>
                    <a:pt x="171" y="187"/>
                    <a:pt x="152" y="187"/>
                  </a:cubicBezTo>
                  <a:cubicBezTo>
                    <a:pt x="47" y="187"/>
                    <a:pt x="47" y="187"/>
                    <a:pt x="47" y="187"/>
                  </a:cubicBezTo>
                  <a:cubicBezTo>
                    <a:pt x="28" y="187"/>
                    <a:pt x="12" y="171"/>
                    <a:pt x="12" y="152"/>
                  </a:cubicBezTo>
                  <a:cubicBezTo>
                    <a:pt x="12" y="47"/>
                    <a:pt x="12" y="47"/>
                    <a:pt x="12" y="47"/>
                  </a:cubicBezTo>
                  <a:cubicBezTo>
                    <a:pt x="12" y="28"/>
                    <a:pt x="28" y="12"/>
                    <a:pt x="47" y="12"/>
                  </a:cubicBezTo>
                  <a:close/>
                  <a:moveTo>
                    <a:pt x="162" y="27"/>
                  </a:moveTo>
                  <a:cubicBezTo>
                    <a:pt x="156" y="27"/>
                    <a:pt x="152" y="32"/>
                    <a:pt x="152" y="37"/>
                  </a:cubicBezTo>
                  <a:cubicBezTo>
                    <a:pt x="152" y="43"/>
                    <a:pt x="156" y="48"/>
                    <a:pt x="162" y="48"/>
                  </a:cubicBezTo>
                  <a:cubicBezTo>
                    <a:pt x="168" y="48"/>
                    <a:pt x="173" y="43"/>
                    <a:pt x="173" y="37"/>
                  </a:cubicBezTo>
                  <a:cubicBezTo>
                    <a:pt x="173" y="32"/>
                    <a:pt x="168" y="27"/>
                    <a:pt x="162" y="27"/>
                  </a:cubicBezTo>
                  <a:close/>
                  <a:moveTo>
                    <a:pt x="163" y="100"/>
                  </a:moveTo>
                  <a:cubicBezTo>
                    <a:pt x="163" y="64"/>
                    <a:pt x="135" y="36"/>
                    <a:pt x="99" y="36"/>
                  </a:cubicBezTo>
                  <a:cubicBezTo>
                    <a:pt x="64" y="36"/>
                    <a:pt x="35" y="64"/>
                    <a:pt x="35" y="100"/>
                  </a:cubicBezTo>
                  <a:cubicBezTo>
                    <a:pt x="35" y="135"/>
                    <a:pt x="64" y="164"/>
                    <a:pt x="99" y="164"/>
                  </a:cubicBezTo>
                  <a:cubicBezTo>
                    <a:pt x="135" y="164"/>
                    <a:pt x="163" y="135"/>
                    <a:pt x="163"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0" name="Freeform 13">
            <a:extLst>
              <a:ext uri="{FF2B5EF4-FFF2-40B4-BE49-F238E27FC236}">
                <a16:creationId xmlns:a16="http://schemas.microsoft.com/office/drawing/2014/main" id="{7B5D47AE-B864-8894-59A0-B2B33DCEF02B}"/>
              </a:ext>
            </a:extLst>
          </p:cNvPr>
          <p:cNvSpPr>
            <a:spLocks noEditPoints="1"/>
          </p:cNvSpPr>
          <p:nvPr/>
        </p:nvSpPr>
        <p:spPr bwMode="auto">
          <a:xfrm>
            <a:off x="3588919" y="6338057"/>
            <a:ext cx="281959" cy="281958"/>
          </a:xfrm>
          <a:custGeom>
            <a:avLst/>
            <a:gdLst>
              <a:gd name="T0" fmla="*/ 341 w 2328"/>
              <a:gd name="T1" fmla="*/ 341 h 2328"/>
              <a:gd name="T2" fmla="*/ 341 w 2328"/>
              <a:gd name="T3" fmla="*/ 1987 h 2328"/>
              <a:gd name="T4" fmla="*/ 1987 w 2328"/>
              <a:gd name="T5" fmla="*/ 1987 h 2328"/>
              <a:gd name="T6" fmla="*/ 1987 w 2328"/>
              <a:gd name="T7" fmla="*/ 341 h 2328"/>
              <a:gd name="T8" fmla="*/ 2040 w 2328"/>
              <a:gd name="T9" fmla="*/ 637 h 2328"/>
              <a:gd name="T10" fmla="*/ 1640 w 2328"/>
              <a:gd name="T11" fmla="*/ 423 h 2328"/>
              <a:gd name="T12" fmla="*/ 1341 w 2328"/>
              <a:gd name="T13" fmla="*/ 157 h 2328"/>
              <a:gd name="T14" fmla="*/ 2040 w 2328"/>
              <a:gd name="T15" fmla="*/ 637 h 2328"/>
              <a:gd name="T16" fmla="*/ 1700 w 2328"/>
              <a:gd name="T17" fmla="*/ 1672 h 2328"/>
              <a:gd name="T18" fmla="*/ 2185 w 2328"/>
              <a:gd name="T19" fmla="*/ 1199 h 2328"/>
              <a:gd name="T20" fmla="*/ 1204 w 2328"/>
              <a:gd name="T21" fmla="*/ 2185 h 2328"/>
              <a:gd name="T22" fmla="*/ 1200 w 2328"/>
              <a:gd name="T23" fmla="*/ 1935 h 2328"/>
              <a:gd name="T24" fmla="*/ 1552 w 2328"/>
              <a:gd name="T25" fmla="*/ 1787 h 2328"/>
              <a:gd name="T26" fmla="*/ 775 w 2328"/>
              <a:gd name="T27" fmla="*/ 1787 h 2328"/>
              <a:gd name="T28" fmla="*/ 1128 w 2328"/>
              <a:gd name="T29" fmla="*/ 1935 h 2328"/>
              <a:gd name="T30" fmla="*/ 1124 w 2328"/>
              <a:gd name="T31" fmla="*/ 2185 h 2328"/>
              <a:gd name="T32" fmla="*/ 229 w 2328"/>
              <a:gd name="T33" fmla="*/ 751 h 2328"/>
              <a:gd name="T34" fmla="*/ 532 w 2328"/>
              <a:gd name="T35" fmla="*/ 991 h 2328"/>
              <a:gd name="T36" fmla="*/ 143 w 2328"/>
              <a:gd name="T37" fmla="*/ 1129 h 2328"/>
              <a:gd name="T38" fmla="*/ 1124 w 2328"/>
              <a:gd name="T39" fmla="*/ 143 h 2328"/>
              <a:gd name="T40" fmla="*/ 1128 w 2328"/>
              <a:gd name="T41" fmla="*/ 518 h 2328"/>
              <a:gd name="T42" fmla="*/ 1124 w 2328"/>
              <a:gd name="T43" fmla="*/ 143 h 2328"/>
              <a:gd name="T44" fmla="*/ 1478 w 2328"/>
              <a:gd name="T45" fmla="*/ 533 h 2328"/>
              <a:gd name="T46" fmla="*/ 1200 w 2328"/>
              <a:gd name="T47" fmla="*/ 143 h 2328"/>
              <a:gd name="T48" fmla="*/ 1513 w 2328"/>
              <a:gd name="T49" fmla="*/ 478 h 2328"/>
              <a:gd name="T50" fmla="*/ 1467 w 2328"/>
              <a:gd name="T51" fmla="*/ 624 h 2328"/>
              <a:gd name="T52" fmla="*/ 1661 w 2328"/>
              <a:gd name="T53" fmla="*/ 772 h 2328"/>
              <a:gd name="T54" fmla="*/ 1200 w 2328"/>
              <a:gd name="T55" fmla="*/ 1129 h 2328"/>
              <a:gd name="T56" fmla="*/ 1720 w 2328"/>
              <a:gd name="T57" fmla="*/ 598 h 2328"/>
              <a:gd name="T58" fmla="*/ 1560 w 2328"/>
              <a:gd name="T59" fmla="*/ 598 h 2328"/>
              <a:gd name="T60" fmla="*/ 1720 w 2328"/>
              <a:gd name="T61" fmla="*/ 598 h 2328"/>
              <a:gd name="T62" fmla="*/ 1128 w 2328"/>
              <a:gd name="T63" fmla="*/ 1129 h 2328"/>
              <a:gd name="T64" fmla="*/ 611 w 2328"/>
              <a:gd name="T65" fmla="*/ 997 h 2328"/>
              <a:gd name="T66" fmla="*/ 1128 w 2328"/>
              <a:gd name="T67" fmla="*/ 610 h 2328"/>
              <a:gd name="T68" fmla="*/ 560 w 2328"/>
              <a:gd name="T69" fmla="*/ 1244 h 2328"/>
              <a:gd name="T70" fmla="*/ 560 w 2328"/>
              <a:gd name="T71" fmla="*/ 1084 h 2328"/>
              <a:gd name="T72" fmla="*/ 143 w 2328"/>
              <a:gd name="T73" fmla="*/ 1199 h 2328"/>
              <a:gd name="T74" fmla="*/ 532 w 2328"/>
              <a:gd name="T75" fmla="*/ 1337 h 2328"/>
              <a:gd name="T76" fmla="*/ 229 w 2328"/>
              <a:gd name="T77" fmla="*/ 1577 h 2328"/>
              <a:gd name="T78" fmla="*/ 611 w 2328"/>
              <a:gd name="T79" fmla="*/ 1331 h 2328"/>
              <a:gd name="T80" fmla="*/ 1128 w 2328"/>
              <a:gd name="T81" fmla="*/ 1199 h 2328"/>
              <a:gd name="T82" fmla="*/ 996 w 2328"/>
              <a:gd name="T83" fmla="*/ 1713 h 2328"/>
              <a:gd name="T84" fmla="*/ 611 w 2328"/>
              <a:gd name="T85" fmla="*/ 1331 h 2328"/>
              <a:gd name="T86" fmla="*/ 1164 w 2328"/>
              <a:gd name="T87" fmla="*/ 1844 h 2328"/>
              <a:gd name="T88" fmla="*/ 1164 w 2328"/>
              <a:gd name="T89" fmla="*/ 1684 h 2328"/>
              <a:gd name="T90" fmla="*/ 1331 w 2328"/>
              <a:gd name="T91" fmla="*/ 1713 h 2328"/>
              <a:gd name="T92" fmla="*/ 1200 w 2328"/>
              <a:gd name="T93" fmla="*/ 1199 h 2328"/>
              <a:gd name="T94" fmla="*/ 1606 w 2328"/>
              <a:gd name="T95" fmla="*/ 1687 h 2328"/>
              <a:gd name="T96" fmla="*/ 1807 w 2328"/>
              <a:gd name="T97" fmla="*/ 1129 h 2328"/>
              <a:gd name="T98" fmla="*/ 1798 w 2328"/>
              <a:gd name="T99" fmla="*/ 674 h 2328"/>
              <a:gd name="T100" fmla="*/ 2185 w 2328"/>
              <a:gd name="T101" fmla="*/ 1129 h 2328"/>
              <a:gd name="T102" fmla="*/ 441 w 2328"/>
              <a:gd name="T103" fmla="*/ 441 h 2328"/>
              <a:gd name="T104" fmla="*/ 688 w 2328"/>
              <a:gd name="T105" fmla="*/ 534 h 2328"/>
              <a:gd name="T106" fmla="*/ 288 w 2328"/>
              <a:gd name="T107" fmla="*/ 637 h 2328"/>
              <a:gd name="T108" fmla="*/ 288 w 2328"/>
              <a:gd name="T109" fmla="*/ 1690 h 2328"/>
              <a:gd name="T110" fmla="*/ 688 w 2328"/>
              <a:gd name="T111" fmla="*/ 1794 h 2328"/>
              <a:gd name="T112" fmla="*/ 441 w 2328"/>
              <a:gd name="T113" fmla="*/ 1886 h 2328"/>
              <a:gd name="T114" fmla="*/ 1886 w 2328"/>
              <a:gd name="T115" fmla="*/ 1886 h 2328"/>
              <a:gd name="T116" fmla="*/ 1640 w 2328"/>
              <a:gd name="T117" fmla="*/ 1794 h 2328"/>
              <a:gd name="T118" fmla="*/ 2040 w 2328"/>
              <a:gd name="T119" fmla="*/ 1690 h 2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328" h="2328">
                <a:moveTo>
                  <a:pt x="1164" y="0"/>
                </a:moveTo>
                <a:cubicBezTo>
                  <a:pt x="853" y="0"/>
                  <a:pt x="561" y="121"/>
                  <a:pt x="341" y="341"/>
                </a:cubicBezTo>
                <a:cubicBezTo>
                  <a:pt x="121" y="560"/>
                  <a:pt x="0" y="853"/>
                  <a:pt x="0" y="1164"/>
                </a:cubicBezTo>
                <a:cubicBezTo>
                  <a:pt x="0" y="1475"/>
                  <a:pt x="121" y="1767"/>
                  <a:pt x="341" y="1987"/>
                </a:cubicBezTo>
                <a:cubicBezTo>
                  <a:pt x="561" y="2207"/>
                  <a:pt x="853" y="2328"/>
                  <a:pt x="1164" y="2328"/>
                </a:cubicBezTo>
                <a:cubicBezTo>
                  <a:pt x="1475" y="2328"/>
                  <a:pt x="1767" y="2207"/>
                  <a:pt x="1987" y="1987"/>
                </a:cubicBezTo>
                <a:cubicBezTo>
                  <a:pt x="2207" y="1767"/>
                  <a:pt x="2328" y="1475"/>
                  <a:pt x="2328" y="1164"/>
                </a:cubicBezTo>
                <a:cubicBezTo>
                  <a:pt x="2328" y="853"/>
                  <a:pt x="2207" y="560"/>
                  <a:pt x="1987" y="341"/>
                </a:cubicBezTo>
                <a:cubicBezTo>
                  <a:pt x="1767" y="121"/>
                  <a:pt x="1475" y="0"/>
                  <a:pt x="1164" y="0"/>
                </a:cubicBezTo>
                <a:close/>
                <a:moveTo>
                  <a:pt x="2040" y="637"/>
                </a:moveTo>
                <a:cubicBezTo>
                  <a:pt x="1966" y="617"/>
                  <a:pt x="1890" y="598"/>
                  <a:pt x="1815" y="583"/>
                </a:cubicBezTo>
                <a:cubicBezTo>
                  <a:pt x="1807" y="493"/>
                  <a:pt x="1732" y="423"/>
                  <a:pt x="1640" y="423"/>
                </a:cubicBezTo>
                <a:cubicBezTo>
                  <a:pt x="1619" y="423"/>
                  <a:pt x="1598" y="427"/>
                  <a:pt x="1579" y="434"/>
                </a:cubicBezTo>
                <a:cubicBezTo>
                  <a:pt x="1512" y="335"/>
                  <a:pt x="1433" y="243"/>
                  <a:pt x="1341" y="157"/>
                </a:cubicBezTo>
                <a:cubicBezTo>
                  <a:pt x="1547" y="193"/>
                  <a:pt x="1736" y="291"/>
                  <a:pt x="1886" y="441"/>
                </a:cubicBezTo>
                <a:cubicBezTo>
                  <a:pt x="1946" y="501"/>
                  <a:pt x="1998" y="567"/>
                  <a:pt x="2040" y="637"/>
                </a:cubicBezTo>
                <a:close/>
                <a:moveTo>
                  <a:pt x="2099" y="1577"/>
                </a:moveTo>
                <a:cubicBezTo>
                  <a:pt x="1968" y="1617"/>
                  <a:pt x="1835" y="1649"/>
                  <a:pt x="1700" y="1672"/>
                </a:cubicBezTo>
                <a:cubicBezTo>
                  <a:pt x="1767" y="1520"/>
                  <a:pt x="1802" y="1362"/>
                  <a:pt x="1807" y="1199"/>
                </a:cubicBezTo>
                <a:cubicBezTo>
                  <a:pt x="2185" y="1199"/>
                  <a:pt x="2185" y="1199"/>
                  <a:pt x="2185" y="1199"/>
                </a:cubicBezTo>
                <a:cubicBezTo>
                  <a:pt x="2181" y="1331"/>
                  <a:pt x="2151" y="1459"/>
                  <a:pt x="2099" y="1577"/>
                </a:cubicBezTo>
                <a:close/>
                <a:moveTo>
                  <a:pt x="1204" y="2185"/>
                </a:moveTo>
                <a:cubicBezTo>
                  <a:pt x="1202" y="2185"/>
                  <a:pt x="1201" y="2185"/>
                  <a:pt x="1200" y="2185"/>
                </a:cubicBezTo>
                <a:cubicBezTo>
                  <a:pt x="1200" y="1935"/>
                  <a:pt x="1200" y="1935"/>
                  <a:pt x="1200" y="1935"/>
                </a:cubicBezTo>
                <a:cubicBezTo>
                  <a:pt x="1265" y="1921"/>
                  <a:pt x="1318" y="1870"/>
                  <a:pt x="1334" y="1805"/>
                </a:cubicBezTo>
                <a:cubicBezTo>
                  <a:pt x="1407" y="1802"/>
                  <a:pt x="1480" y="1795"/>
                  <a:pt x="1552" y="1787"/>
                </a:cubicBezTo>
                <a:cubicBezTo>
                  <a:pt x="1465" y="1934"/>
                  <a:pt x="1348" y="2067"/>
                  <a:pt x="1204" y="2185"/>
                </a:cubicBezTo>
                <a:close/>
                <a:moveTo>
                  <a:pt x="775" y="1787"/>
                </a:moveTo>
                <a:cubicBezTo>
                  <a:pt x="848" y="1795"/>
                  <a:pt x="921" y="1802"/>
                  <a:pt x="994" y="1805"/>
                </a:cubicBezTo>
                <a:cubicBezTo>
                  <a:pt x="1010" y="1870"/>
                  <a:pt x="1062" y="1921"/>
                  <a:pt x="1128" y="1935"/>
                </a:cubicBezTo>
                <a:cubicBezTo>
                  <a:pt x="1128" y="2185"/>
                  <a:pt x="1128" y="2185"/>
                  <a:pt x="1128" y="2185"/>
                </a:cubicBezTo>
                <a:cubicBezTo>
                  <a:pt x="1127" y="2185"/>
                  <a:pt x="1125" y="2185"/>
                  <a:pt x="1124" y="2185"/>
                </a:cubicBezTo>
                <a:cubicBezTo>
                  <a:pt x="980" y="2067"/>
                  <a:pt x="863" y="1934"/>
                  <a:pt x="775" y="1787"/>
                </a:cubicBezTo>
                <a:close/>
                <a:moveTo>
                  <a:pt x="229" y="751"/>
                </a:moveTo>
                <a:cubicBezTo>
                  <a:pt x="360" y="710"/>
                  <a:pt x="493" y="678"/>
                  <a:pt x="627" y="655"/>
                </a:cubicBezTo>
                <a:cubicBezTo>
                  <a:pt x="580" y="764"/>
                  <a:pt x="548" y="876"/>
                  <a:pt x="532" y="991"/>
                </a:cubicBezTo>
                <a:cubicBezTo>
                  <a:pt x="460" y="1002"/>
                  <a:pt x="403" y="1058"/>
                  <a:pt x="388" y="1129"/>
                </a:cubicBezTo>
                <a:cubicBezTo>
                  <a:pt x="143" y="1129"/>
                  <a:pt x="143" y="1129"/>
                  <a:pt x="143" y="1129"/>
                </a:cubicBezTo>
                <a:cubicBezTo>
                  <a:pt x="147" y="996"/>
                  <a:pt x="177" y="869"/>
                  <a:pt x="229" y="751"/>
                </a:cubicBezTo>
                <a:close/>
                <a:moveTo>
                  <a:pt x="1124" y="143"/>
                </a:moveTo>
                <a:cubicBezTo>
                  <a:pt x="1125" y="143"/>
                  <a:pt x="1127" y="143"/>
                  <a:pt x="1128" y="143"/>
                </a:cubicBezTo>
                <a:cubicBezTo>
                  <a:pt x="1128" y="518"/>
                  <a:pt x="1128" y="518"/>
                  <a:pt x="1128" y="518"/>
                </a:cubicBezTo>
                <a:cubicBezTo>
                  <a:pt x="1010" y="519"/>
                  <a:pt x="892" y="527"/>
                  <a:pt x="775" y="541"/>
                </a:cubicBezTo>
                <a:cubicBezTo>
                  <a:pt x="863" y="394"/>
                  <a:pt x="980" y="260"/>
                  <a:pt x="1124" y="143"/>
                </a:cubicBezTo>
                <a:close/>
                <a:moveTo>
                  <a:pt x="1513" y="478"/>
                </a:moveTo>
                <a:cubicBezTo>
                  <a:pt x="1498" y="494"/>
                  <a:pt x="1486" y="512"/>
                  <a:pt x="1478" y="533"/>
                </a:cubicBezTo>
                <a:cubicBezTo>
                  <a:pt x="1386" y="524"/>
                  <a:pt x="1293" y="519"/>
                  <a:pt x="1200" y="518"/>
                </a:cubicBezTo>
                <a:cubicBezTo>
                  <a:pt x="1200" y="143"/>
                  <a:pt x="1200" y="143"/>
                  <a:pt x="1200" y="143"/>
                </a:cubicBezTo>
                <a:cubicBezTo>
                  <a:pt x="1201" y="143"/>
                  <a:pt x="1202" y="143"/>
                  <a:pt x="1204" y="143"/>
                </a:cubicBezTo>
                <a:cubicBezTo>
                  <a:pt x="1327" y="243"/>
                  <a:pt x="1431" y="356"/>
                  <a:pt x="1513" y="478"/>
                </a:cubicBezTo>
                <a:close/>
                <a:moveTo>
                  <a:pt x="1200" y="610"/>
                </a:moveTo>
                <a:cubicBezTo>
                  <a:pt x="1289" y="611"/>
                  <a:pt x="1379" y="616"/>
                  <a:pt x="1467" y="624"/>
                </a:cubicBezTo>
                <a:cubicBezTo>
                  <a:pt x="1480" y="708"/>
                  <a:pt x="1553" y="773"/>
                  <a:pt x="1640" y="773"/>
                </a:cubicBezTo>
                <a:cubicBezTo>
                  <a:pt x="1647" y="773"/>
                  <a:pt x="1654" y="772"/>
                  <a:pt x="1661" y="772"/>
                </a:cubicBezTo>
                <a:cubicBezTo>
                  <a:pt x="1702" y="887"/>
                  <a:pt x="1724" y="1007"/>
                  <a:pt x="1728" y="1129"/>
                </a:cubicBezTo>
                <a:cubicBezTo>
                  <a:pt x="1200" y="1129"/>
                  <a:pt x="1200" y="1129"/>
                  <a:pt x="1200" y="1129"/>
                </a:cubicBezTo>
                <a:lnTo>
                  <a:pt x="1200" y="610"/>
                </a:lnTo>
                <a:close/>
                <a:moveTo>
                  <a:pt x="1720" y="598"/>
                </a:moveTo>
                <a:cubicBezTo>
                  <a:pt x="1720" y="642"/>
                  <a:pt x="1684" y="678"/>
                  <a:pt x="1640" y="678"/>
                </a:cubicBezTo>
                <a:cubicBezTo>
                  <a:pt x="1596" y="678"/>
                  <a:pt x="1560" y="642"/>
                  <a:pt x="1560" y="598"/>
                </a:cubicBezTo>
                <a:cubicBezTo>
                  <a:pt x="1560" y="554"/>
                  <a:pt x="1596" y="518"/>
                  <a:pt x="1640" y="518"/>
                </a:cubicBezTo>
                <a:cubicBezTo>
                  <a:pt x="1684" y="518"/>
                  <a:pt x="1720" y="554"/>
                  <a:pt x="1720" y="598"/>
                </a:cubicBezTo>
                <a:close/>
                <a:moveTo>
                  <a:pt x="1128" y="610"/>
                </a:moveTo>
                <a:cubicBezTo>
                  <a:pt x="1128" y="1129"/>
                  <a:pt x="1128" y="1129"/>
                  <a:pt x="1128" y="1129"/>
                </a:cubicBezTo>
                <a:cubicBezTo>
                  <a:pt x="731" y="1129"/>
                  <a:pt x="731" y="1129"/>
                  <a:pt x="731" y="1129"/>
                </a:cubicBezTo>
                <a:cubicBezTo>
                  <a:pt x="719" y="1066"/>
                  <a:pt x="672" y="1015"/>
                  <a:pt x="611" y="997"/>
                </a:cubicBezTo>
                <a:cubicBezTo>
                  <a:pt x="629" y="874"/>
                  <a:pt x="666" y="755"/>
                  <a:pt x="722" y="641"/>
                </a:cubicBezTo>
                <a:cubicBezTo>
                  <a:pt x="856" y="622"/>
                  <a:pt x="992" y="612"/>
                  <a:pt x="1128" y="610"/>
                </a:cubicBezTo>
                <a:close/>
                <a:moveTo>
                  <a:pt x="640" y="1164"/>
                </a:moveTo>
                <a:cubicBezTo>
                  <a:pt x="640" y="1208"/>
                  <a:pt x="604" y="1244"/>
                  <a:pt x="560" y="1244"/>
                </a:cubicBezTo>
                <a:cubicBezTo>
                  <a:pt x="516" y="1244"/>
                  <a:pt x="480" y="1208"/>
                  <a:pt x="480" y="1164"/>
                </a:cubicBezTo>
                <a:cubicBezTo>
                  <a:pt x="480" y="1120"/>
                  <a:pt x="516" y="1084"/>
                  <a:pt x="560" y="1084"/>
                </a:cubicBezTo>
                <a:cubicBezTo>
                  <a:pt x="604" y="1084"/>
                  <a:pt x="640" y="1120"/>
                  <a:pt x="640" y="1164"/>
                </a:cubicBezTo>
                <a:close/>
                <a:moveTo>
                  <a:pt x="143" y="1199"/>
                </a:moveTo>
                <a:cubicBezTo>
                  <a:pt x="388" y="1199"/>
                  <a:pt x="388" y="1199"/>
                  <a:pt x="388" y="1199"/>
                </a:cubicBezTo>
                <a:cubicBezTo>
                  <a:pt x="403" y="1270"/>
                  <a:pt x="460" y="1325"/>
                  <a:pt x="532" y="1337"/>
                </a:cubicBezTo>
                <a:cubicBezTo>
                  <a:pt x="548" y="1451"/>
                  <a:pt x="580" y="1563"/>
                  <a:pt x="627" y="1672"/>
                </a:cubicBezTo>
                <a:cubicBezTo>
                  <a:pt x="493" y="1649"/>
                  <a:pt x="360" y="1617"/>
                  <a:pt x="229" y="1577"/>
                </a:cubicBezTo>
                <a:cubicBezTo>
                  <a:pt x="177" y="1459"/>
                  <a:pt x="147" y="1331"/>
                  <a:pt x="143" y="1199"/>
                </a:cubicBezTo>
                <a:close/>
                <a:moveTo>
                  <a:pt x="611" y="1331"/>
                </a:moveTo>
                <a:cubicBezTo>
                  <a:pt x="672" y="1312"/>
                  <a:pt x="719" y="1262"/>
                  <a:pt x="731" y="1199"/>
                </a:cubicBezTo>
                <a:cubicBezTo>
                  <a:pt x="1128" y="1199"/>
                  <a:pt x="1128" y="1199"/>
                  <a:pt x="1128" y="1199"/>
                </a:cubicBezTo>
                <a:cubicBezTo>
                  <a:pt x="1128" y="1592"/>
                  <a:pt x="1128" y="1592"/>
                  <a:pt x="1128" y="1592"/>
                </a:cubicBezTo>
                <a:cubicBezTo>
                  <a:pt x="1065" y="1605"/>
                  <a:pt x="1015" y="1652"/>
                  <a:pt x="996" y="1713"/>
                </a:cubicBezTo>
                <a:cubicBezTo>
                  <a:pt x="904" y="1708"/>
                  <a:pt x="813" y="1700"/>
                  <a:pt x="722" y="1687"/>
                </a:cubicBezTo>
                <a:cubicBezTo>
                  <a:pt x="666" y="1572"/>
                  <a:pt x="629" y="1453"/>
                  <a:pt x="611" y="1331"/>
                </a:cubicBezTo>
                <a:close/>
                <a:moveTo>
                  <a:pt x="1244" y="1764"/>
                </a:moveTo>
                <a:cubicBezTo>
                  <a:pt x="1244" y="1808"/>
                  <a:pt x="1208" y="1844"/>
                  <a:pt x="1164" y="1844"/>
                </a:cubicBezTo>
                <a:cubicBezTo>
                  <a:pt x="1120" y="1844"/>
                  <a:pt x="1084" y="1808"/>
                  <a:pt x="1084" y="1764"/>
                </a:cubicBezTo>
                <a:cubicBezTo>
                  <a:pt x="1084" y="1720"/>
                  <a:pt x="1120" y="1684"/>
                  <a:pt x="1164" y="1684"/>
                </a:cubicBezTo>
                <a:cubicBezTo>
                  <a:pt x="1208" y="1684"/>
                  <a:pt x="1244" y="1720"/>
                  <a:pt x="1244" y="1764"/>
                </a:cubicBezTo>
                <a:close/>
                <a:moveTo>
                  <a:pt x="1331" y="1713"/>
                </a:moveTo>
                <a:cubicBezTo>
                  <a:pt x="1313" y="1652"/>
                  <a:pt x="1262" y="1605"/>
                  <a:pt x="1200" y="1592"/>
                </a:cubicBezTo>
                <a:cubicBezTo>
                  <a:pt x="1200" y="1199"/>
                  <a:pt x="1200" y="1199"/>
                  <a:pt x="1200" y="1199"/>
                </a:cubicBezTo>
                <a:cubicBezTo>
                  <a:pt x="1728" y="1199"/>
                  <a:pt x="1728" y="1199"/>
                  <a:pt x="1728" y="1199"/>
                </a:cubicBezTo>
                <a:cubicBezTo>
                  <a:pt x="1723" y="1367"/>
                  <a:pt x="1682" y="1531"/>
                  <a:pt x="1606" y="1687"/>
                </a:cubicBezTo>
                <a:cubicBezTo>
                  <a:pt x="1515" y="1700"/>
                  <a:pt x="1424" y="1708"/>
                  <a:pt x="1331" y="1713"/>
                </a:cubicBezTo>
                <a:close/>
                <a:moveTo>
                  <a:pt x="1807" y="1129"/>
                </a:moveTo>
                <a:cubicBezTo>
                  <a:pt x="1803" y="997"/>
                  <a:pt x="1779" y="869"/>
                  <a:pt x="1736" y="745"/>
                </a:cubicBezTo>
                <a:cubicBezTo>
                  <a:pt x="1762" y="727"/>
                  <a:pt x="1784" y="703"/>
                  <a:pt x="1798" y="674"/>
                </a:cubicBezTo>
                <a:cubicBezTo>
                  <a:pt x="1900" y="694"/>
                  <a:pt x="2000" y="720"/>
                  <a:pt x="2099" y="751"/>
                </a:cubicBezTo>
                <a:cubicBezTo>
                  <a:pt x="2151" y="869"/>
                  <a:pt x="2181" y="996"/>
                  <a:pt x="2185" y="1129"/>
                </a:cubicBezTo>
                <a:lnTo>
                  <a:pt x="1807" y="1129"/>
                </a:lnTo>
                <a:close/>
                <a:moveTo>
                  <a:pt x="441" y="441"/>
                </a:moveTo>
                <a:cubicBezTo>
                  <a:pt x="592" y="291"/>
                  <a:pt x="781" y="193"/>
                  <a:pt x="987" y="157"/>
                </a:cubicBezTo>
                <a:cubicBezTo>
                  <a:pt x="865" y="271"/>
                  <a:pt x="765" y="397"/>
                  <a:pt x="688" y="534"/>
                </a:cubicBezTo>
                <a:cubicBezTo>
                  <a:pt x="684" y="541"/>
                  <a:pt x="680" y="547"/>
                  <a:pt x="677" y="554"/>
                </a:cubicBezTo>
                <a:cubicBezTo>
                  <a:pt x="546" y="574"/>
                  <a:pt x="416" y="602"/>
                  <a:pt x="288" y="637"/>
                </a:cubicBezTo>
                <a:cubicBezTo>
                  <a:pt x="330" y="567"/>
                  <a:pt x="382" y="501"/>
                  <a:pt x="441" y="441"/>
                </a:cubicBezTo>
                <a:close/>
                <a:moveTo>
                  <a:pt x="288" y="1690"/>
                </a:moveTo>
                <a:cubicBezTo>
                  <a:pt x="416" y="1726"/>
                  <a:pt x="546" y="1754"/>
                  <a:pt x="677" y="1773"/>
                </a:cubicBezTo>
                <a:cubicBezTo>
                  <a:pt x="680" y="1780"/>
                  <a:pt x="684" y="1787"/>
                  <a:pt x="688" y="1794"/>
                </a:cubicBezTo>
                <a:cubicBezTo>
                  <a:pt x="765" y="1931"/>
                  <a:pt x="865" y="2057"/>
                  <a:pt x="987" y="2170"/>
                </a:cubicBezTo>
                <a:cubicBezTo>
                  <a:pt x="781" y="2134"/>
                  <a:pt x="592" y="2037"/>
                  <a:pt x="441" y="1886"/>
                </a:cubicBezTo>
                <a:cubicBezTo>
                  <a:pt x="382" y="1827"/>
                  <a:pt x="330" y="1761"/>
                  <a:pt x="288" y="1690"/>
                </a:cubicBezTo>
                <a:close/>
                <a:moveTo>
                  <a:pt x="1886" y="1886"/>
                </a:moveTo>
                <a:cubicBezTo>
                  <a:pt x="1736" y="2037"/>
                  <a:pt x="1547" y="2135"/>
                  <a:pt x="1341" y="2170"/>
                </a:cubicBezTo>
                <a:cubicBezTo>
                  <a:pt x="1463" y="2057"/>
                  <a:pt x="1563" y="1931"/>
                  <a:pt x="1640" y="1794"/>
                </a:cubicBezTo>
                <a:cubicBezTo>
                  <a:pt x="1644" y="1787"/>
                  <a:pt x="1647" y="1780"/>
                  <a:pt x="1651" y="1773"/>
                </a:cubicBezTo>
                <a:cubicBezTo>
                  <a:pt x="1782" y="1754"/>
                  <a:pt x="1912" y="1726"/>
                  <a:pt x="2040" y="1690"/>
                </a:cubicBezTo>
                <a:cubicBezTo>
                  <a:pt x="1998" y="1761"/>
                  <a:pt x="1946" y="1827"/>
                  <a:pt x="1886" y="1886"/>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1" name="TextBox 20">
            <a:extLst>
              <a:ext uri="{FF2B5EF4-FFF2-40B4-BE49-F238E27FC236}">
                <a16:creationId xmlns:a16="http://schemas.microsoft.com/office/drawing/2014/main" id="{EE01E88A-F86A-60DC-9900-B10FFFE802E2}"/>
              </a:ext>
            </a:extLst>
          </p:cNvPr>
          <p:cNvSpPr txBox="1"/>
          <p:nvPr/>
        </p:nvSpPr>
        <p:spPr>
          <a:xfrm>
            <a:off x="7984002" y="6338058"/>
            <a:ext cx="2628072" cy="276999"/>
          </a:xfrm>
          <a:prstGeom prst="rect">
            <a:avLst/>
          </a:prstGeom>
          <a:noFill/>
        </p:spPr>
        <p:txBody>
          <a:bodyPr wrap="square" rtlCol="0">
            <a:spAutoFit/>
          </a:bodyPr>
          <a:lstStyle/>
          <a:p>
            <a:r>
              <a:rPr lang="en-MY" sz="1200" dirty="0">
                <a:solidFill>
                  <a:schemeClr val="bg1"/>
                </a:solidFill>
              </a:rPr>
              <a:t>utmofficial</a:t>
            </a:r>
          </a:p>
        </p:txBody>
      </p:sp>
      <p:sp>
        <p:nvSpPr>
          <p:cNvPr id="22" name="TextBox 21">
            <a:extLst>
              <a:ext uri="{FF2B5EF4-FFF2-40B4-BE49-F238E27FC236}">
                <a16:creationId xmlns:a16="http://schemas.microsoft.com/office/drawing/2014/main" id="{DFA0673F-3E7A-F437-23AC-DAA088C81D5A}"/>
              </a:ext>
            </a:extLst>
          </p:cNvPr>
          <p:cNvSpPr txBox="1"/>
          <p:nvPr/>
        </p:nvSpPr>
        <p:spPr>
          <a:xfrm>
            <a:off x="3994395" y="6329744"/>
            <a:ext cx="3029941" cy="276999"/>
          </a:xfrm>
          <a:prstGeom prst="rect">
            <a:avLst/>
          </a:prstGeom>
          <a:noFill/>
        </p:spPr>
        <p:txBody>
          <a:bodyPr wrap="square" rtlCol="0">
            <a:spAutoFit/>
          </a:bodyPr>
          <a:lstStyle/>
          <a:p>
            <a:r>
              <a:rPr lang="en-MY" sz="1200" dirty="0">
                <a:solidFill>
                  <a:schemeClr val="bg1"/>
                </a:solidFill>
              </a:rPr>
              <a:t>utm.my</a:t>
            </a:r>
          </a:p>
        </p:txBody>
      </p:sp>
      <p:sp>
        <p:nvSpPr>
          <p:cNvPr id="23" name="Title 1">
            <a:extLst>
              <a:ext uri="{FF2B5EF4-FFF2-40B4-BE49-F238E27FC236}">
                <a16:creationId xmlns:a16="http://schemas.microsoft.com/office/drawing/2014/main" id="{0BD00390-AD6E-CE66-0A31-7D9304B49BC8}"/>
              </a:ext>
            </a:extLst>
          </p:cNvPr>
          <p:cNvSpPr txBox="1">
            <a:spLocks/>
          </p:cNvSpPr>
          <p:nvPr/>
        </p:nvSpPr>
        <p:spPr bwMode="auto">
          <a:xfrm>
            <a:off x="3730697" y="5702528"/>
            <a:ext cx="4730605" cy="319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rtl="0" eaLnBrk="1" fontAlgn="base" hangingPunct="1">
              <a:lnSpc>
                <a:spcPct val="90000"/>
              </a:lnSpc>
              <a:spcBef>
                <a:spcPct val="0"/>
              </a:spcBef>
              <a:spcAft>
                <a:spcPct val="0"/>
              </a:spcAft>
              <a:defRPr sz="5400" b="0" i="0" kern="1200">
                <a:solidFill>
                  <a:schemeClr val="bg1"/>
                </a:solidFill>
                <a:latin typeface="Century Gothic" panose="020B0502020202020204" pitchFamily="34" charset="0"/>
                <a:ea typeface="Roboto" panose="02000000000000000000" pitchFamily="2" charset="0"/>
                <a:cs typeface="Calibri" panose="020F0502020204030204" pitchFamily="34" charset="0"/>
              </a:defRPr>
            </a:lvl1pPr>
            <a:lvl2pPr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2pPr>
            <a:lvl3pPr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3pPr>
            <a:lvl4pPr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4pPr>
            <a:lvl5pPr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5pPr>
            <a:lvl6pPr marL="457200"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6pPr>
            <a:lvl7pPr marL="914400"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7pPr>
            <a:lvl8pPr marL="1371600"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8pPr>
            <a:lvl9pPr marL="1828800" algn="l" rtl="0" eaLnBrk="1" fontAlgn="base" hangingPunct="1">
              <a:lnSpc>
                <a:spcPct val="90000"/>
              </a:lnSpc>
              <a:spcBef>
                <a:spcPct val="0"/>
              </a:spcBef>
              <a:spcAft>
                <a:spcPct val="0"/>
              </a:spcAft>
              <a:defRPr sz="4000">
                <a:solidFill>
                  <a:srgbClr val="595959"/>
                </a:solidFill>
                <a:latin typeface="Roboto" panose="02000000000000000000" pitchFamily="2" charset="0"/>
                <a:ea typeface="Roboto" panose="02000000000000000000" pitchFamily="2" charset="0"/>
                <a:cs typeface="Roboto" panose="02000000000000000000" pitchFamily="2" charset="0"/>
              </a:defRPr>
            </a:lvl9pPr>
          </a:lstStyle>
          <a:p>
            <a:pPr algn="ctr"/>
            <a:r>
              <a:rPr lang="en-GB" sz="1400" dirty="0">
                <a:latin typeface="+mj-lt"/>
                <a:cs typeface="Lato" panose="020F0502020204030203" pitchFamily="34" charset="0"/>
              </a:rPr>
              <a:t>In the Name of God for Mankind</a:t>
            </a:r>
            <a:endParaRPr lang="en-US" sz="1400" dirty="0">
              <a:latin typeface="+mj-lt"/>
              <a:cs typeface="Lato" panose="020F0502020204030203" pitchFamily="34" charset="0"/>
            </a:endParaRPr>
          </a:p>
        </p:txBody>
      </p:sp>
    </p:spTree>
    <p:extLst>
      <p:ext uri="{BB962C8B-B14F-4D97-AF65-F5344CB8AC3E}">
        <p14:creationId xmlns:p14="http://schemas.microsoft.com/office/powerpoint/2010/main" val="8134592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2525">
            <a:extLst>
              <a:ext uri="{FF2B5EF4-FFF2-40B4-BE49-F238E27FC236}">
                <a16:creationId xmlns:a16="http://schemas.microsoft.com/office/drawing/2014/main" id="{A86E9C78-8CBE-6D68-6831-1A8F049B2CA4}"/>
              </a:ext>
            </a:extLst>
          </p:cNvPr>
          <p:cNvSpPr/>
          <p:nvPr/>
        </p:nvSpPr>
        <p:spPr>
          <a:xfrm>
            <a:off x="871311" y="133949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562" y="17673"/>
                  <a:pt x="11782" y="17453"/>
                  <a:pt x="11782" y="17182"/>
                </a:cubicBezTo>
                <a:cubicBezTo>
                  <a:pt x="11782" y="16911"/>
                  <a:pt x="11562" y="16691"/>
                  <a:pt x="11291" y="16691"/>
                </a:cubicBezTo>
                <a:cubicBezTo>
                  <a:pt x="11020" y="16691"/>
                  <a:pt x="10800" y="16911"/>
                  <a:pt x="10800" y="17182"/>
                </a:cubicBezTo>
                <a:cubicBezTo>
                  <a:pt x="10800" y="17453"/>
                  <a:pt x="11020" y="17673"/>
                  <a:pt x="11291" y="17673"/>
                </a:cubicBezTo>
                <a:moveTo>
                  <a:pt x="17673" y="18655"/>
                </a:moveTo>
                <a:lnTo>
                  <a:pt x="13745" y="18655"/>
                </a:lnTo>
                <a:lnTo>
                  <a:pt x="13745" y="12273"/>
                </a:lnTo>
                <a:cubicBezTo>
                  <a:pt x="13745" y="12002"/>
                  <a:pt x="13525" y="11782"/>
                  <a:pt x="13255" y="11782"/>
                </a:cubicBezTo>
                <a:lnTo>
                  <a:pt x="8345" y="11782"/>
                </a:lnTo>
                <a:cubicBezTo>
                  <a:pt x="8075" y="11782"/>
                  <a:pt x="7855" y="12002"/>
                  <a:pt x="7855" y="12273"/>
                </a:cubicBezTo>
                <a:lnTo>
                  <a:pt x="7855" y="18655"/>
                </a:lnTo>
                <a:lnTo>
                  <a:pt x="3927" y="18655"/>
                </a:lnTo>
                <a:lnTo>
                  <a:pt x="3927" y="8058"/>
                </a:lnTo>
                <a:lnTo>
                  <a:pt x="10800" y="1185"/>
                </a:lnTo>
                <a:lnTo>
                  <a:pt x="17673" y="8058"/>
                </a:lnTo>
                <a:cubicBezTo>
                  <a:pt x="17673" y="8058"/>
                  <a:pt x="17673" y="18655"/>
                  <a:pt x="17673" y="18655"/>
                </a:cubicBezTo>
                <a:close/>
                <a:moveTo>
                  <a:pt x="17673" y="20618"/>
                </a:moveTo>
                <a:lnTo>
                  <a:pt x="13745" y="20618"/>
                </a:lnTo>
                <a:lnTo>
                  <a:pt x="13745" y="19636"/>
                </a:lnTo>
                <a:lnTo>
                  <a:pt x="17673" y="19636"/>
                </a:lnTo>
                <a:cubicBezTo>
                  <a:pt x="17673" y="19636"/>
                  <a:pt x="17673" y="20618"/>
                  <a:pt x="17673" y="20618"/>
                </a:cubicBezTo>
                <a:close/>
                <a:moveTo>
                  <a:pt x="12764" y="20618"/>
                </a:moveTo>
                <a:lnTo>
                  <a:pt x="8836" y="20618"/>
                </a:lnTo>
                <a:lnTo>
                  <a:pt x="8836" y="12764"/>
                </a:lnTo>
                <a:lnTo>
                  <a:pt x="12764" y="12764"/>
                </a:lnTo>
                <a:cubicBezTo>
                  <a:pt x="12764" y="12764"/>
                  <a:pt x="12764" y="20618"/>
                  <a:pt x="12764" y="20618"/>
                </a:cubicBezTo>
                <a:close/>
                <a:moveTo>
                  <a:pt x="7855" y="20618"/>
                </a:moveTo>
                <a:lnTo>
                  <a:pt x="3927" y="20618"/>
                </a:lnTo>
                <a:lnTo>
                  <a:pt x="3927" y="19636"/>
                </a:lnTo>
                <a:lnTo>
                  <a:pt x="7855" y="19636"/>
                </a:lnTo>
                <a:cubicBezTo>
                  <a:pt x="7855" y="19636"/>
                  <a:pt x="7855" y="20618"/>
                  <a:pt x="7855" y="20618"/>
                </a:cubicBezTo>
                <a:close/>
                <a:moveTo>
                  <a:pt x="14727" y="1964"/>
                </a:moveTo>
                <a:lnTo>
                  <a:pt x="16691" y="1964"/>
                </a:lnTo>
                <a:lnTo>
                  <a:pt x="16691" y="5688"/>
                </a:lnTo>
                <a:lnTo>
                  <a:pt x="14727" y="3724"/>
                </a:lnTo>
                <a:cubicBezTo>
                  <a:pt x="14727" y="3724"/>
                  <a:pt x="14727" y="1964"/>
                  <a:pt x="14727" y="1964"/>
                </a:cubicBezTo>
                <a:close/>
                <a:moveTo>
                  <a:pt x="21456" y="10453"/>
                </a:moveTo>
                <a:lnTo>
                  <a:pt x="17673" y="6670"/>
                </a:lnTo>
                <a:lnTo>
                  <a:pt x="17673" y="1473"/>
                </a:lnTo>
                <a:cubicBezTo>
                  <a:pt x="17673" y="1202"/>
                  <a:pt x="17453" y="982"/>
                  <a:pt x="17182" y="982"/>
                </a:cubicBezTo>
                <a:lnTo>
                  <a:pt x="14236" y="982"/>
                </a:lnTo>
                <a:cubicBezTo>
                  <a:pt x="13966" y="982"/>
                  <a:pt x="13745" y="1202"/>
                  <a:pt x="13745" y="1473"/>
                </a:cubicBezTo>
                <a:lnTo>
                  <a:pt x="13745" y="2742"/>
                </a:lnTo>
                <a:lnTo>
                  <a:pt x="11147" y="144"/>
                </a:lnTo>
                <a:cubicBezTo>
                  <a:pt x="11058" y="55"/>
                  <a:pt x="10935" y="0"/>
                  <a:pt x="10800" y="0"/>
                </a:cubicBezTo>
                <a:cubicBezTo>
                  <a:pt x="10665" y="0"/>
                  <a:pt x="10542" y="55"/>
                  <a:pt x="10453" y="144"/>
                </a:cubicBezTo>
                <a:lnTo>
                  <a:pt x="144" y="10453"/>
                </a:lnTo>
                <a:cubicBezTo>
                  <a:pt x="55" y="10542"/>
                  <a:pt x="0" y="10665"/>
                  <a:pt x="0" y="10800"/>
                </a:cubicBezTo>
                <a:cubicBezTo>
                  <a:pt x="0" y="11072"/>
                  <a:pt x="220" y="11291"/>
                  <a:pt x="491" y="11291"/>
                </a:cubicBezTo>
                <a:cubicBezTo>
                  <a:pt x="626" y="11291"/>
                  <a:pt x="749" y="11236"/>
                  <a:pt x="838" y="11147"/>
                </a:cubicBezTo>
                <a:lnTo>
                  <a:pt x="2945" y="9040"/>
                </a:lnTo>
                <a:lnTo>
                  <a:pt x="2945" y="21109"/>
                </a:lnTo>
                <a:cubicBezTo>
                  <a:pt x="2945" y="21381"/>
                  <a:pt x="3166" y="21600"/>
                  <a:pt x="3436" y="21600"/>
                </a:cubicBezTo>
                <a:lnTo>
                  <a:pt x="18164" y="21600"/>
                </a:lnTo>
                <a:cubicBezTo>
                  <a:pt x="18434" y="21600"/>
                  <a:pt x="18655" y="21381"/>
                  <a:pt x="18655" y="21109"/>
                </a:cubicBezTo>
                <a:lnTo>
                  <a:pt x="18655" y="9040"/>
                </a:lnTo>
                <a:lnTo>
                  <a:pt x="20762" y="11147"/>
                </a:lnTo>
                <a:cubicBezTo>
                  <a:pt x="20851" y="11236"/>
                  <a:pt x="20974" y="11291"/>
                  <a:pt x="21109" y="11291"/>
                </a:cubicBezTo>
                <a:cubicBezTo>
                  <a:pt x="21380" y="11291"/>
                  <a:pt x="21600" y="11072"/>
                  <a:pt x="21600" y="10800"/>
                </a:cubicBezTo>
                <a:cubicBezTo>
                  <a:pt x="21600" y="10665"/>
                  <a:pt x="21545" y="10542"/>
                  <a:pt x="21456" y="1045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 name="Shape 2526">
            <a:extLst>
              <a:ext uri="{FF2B5EF4-FFF2-40B4-BE49-F238E27FC236}">
                <a16:creationId xmlns:a16="http://schemas.microsoft.com/office/drawing/2014/main" id="{DF007609-CB16-0B8A-3904-ABDEFB5C2D2F}"/>
              </a:ext>
            </a:extLst>
          </p:cNvPr>
          <p:cNvSpPr/>
          <p:nvPr/>
        </p:nvSpPr>
        <p:spPr>
          <a:xfrm>
            <a:off x="1404572" y="133949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4236" y="16752"/>
                </a:moveTo>
                <a:cubicBezTo>
                  <a:pt x="14001" y="16887"/>
                  <a:pt x="13921" y="17188"/>
                  <a:pt x="14057" y="17422"/>
                </a:cubicBezTo>
                <a:cubicBezTo>
                  <a:pt x="14192" y="17658"/>
                  <a:pt x="14493" y="17738"/>
                  <a:pt x="14727" y="17602"/>
                </a:cubicBezTo>
                <a:cubicBezTo>
                  <a:pt x="14962" y="17467"/>
                  <a:pt x="15042" y="17167"/>
                  <a:pt x="14907" y="16932"/>
                </a:cubicBezTo>
                <a:cubicBezTo>
                  <a:pt x="14771" y="16697"/>
                  <a:pt x="14472" y="16617"/>
                  <a:pt x="14236" y="16752"/>
                </a:cubicBezTo>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5218" y="10309"/>
                </a:moveTo>
                <a:lnTo>
                  <a:pt x="12694" y="10309"/>
                </a:lnTo>
                <a:cubicBezTo>
                  <a:pt x="12515" y="9624"/>
                  <a:pt x="11978" y="9084"/>
                  <a:pt x="11291" y="8906"/>
                </a:cubicBezTo>
                <a:lnTo>
                  <a:pt x="11291" y="3436"/>
                </a:lnTo>
                <a:cubicBezTo>
                  <a:pt x="11291" y="3166"/>
                  <a:pt x="11071" y="2945"/>
                  <a:pt x="10800" y="2945"/>
                </a:cubicBezTo>
                <a:cubicBezTo>
                  <a:pt x="10529" y="2945"/>
                  <a:pt x="10309" y="3166"/>
                  <a:pt x="10309" y="3436"/>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5218" y="11291"/>
                </a:lnTo>
                <a:cubicBezTo>
                  <a:pt x="15489" y="11291"/>
                  <a:pt x="15709" y="11072"/>
                  <a:pt x="15709" y="10800"/>
                </a:cubicBezTo>
                <a:cubicBezTo>
                  <a:pt x="15709" y="10529"/>
                  <a:pt x="15489" y="10309"/>
                  <a:pt x="15218" y="10309"/>
                </a:cubicBezTo>
                <a:moveTo>
                  <a:pt x="16932" y="6693"/>
                </a:moveTo>
                <a:cubicBezTo>
                  <a:pt x="16697" y="6829"/>
                  <a:pt x="16616" y="7129"/>
                  <a:pt x="16752" y="7364"/>
                </a:cubicBezTo>
                <a:cubicBezTo>
                  <a:pt x="16887" y="7599"/>
                  <a:pt x="17188" y="7679"/>
                  <a:pt x="17422" y="7543"/>
                </a:cubicBezTo>
                <a:cubicBezTo>
                  <a:pt x="17657" y="7408"/>
                  <a:pt x="17737" y="7108"/>
                  <a:pt x="17602" y="6873"/>
                </a:cubicBezTo>
                <a:cubicBezTo>
                  <a:pt x="17467" y="6638"/>
                  <a:pt x="17166" y="6557"/>
                  <a:pt x="16932" y="6693"/>
                </a:cubicBezTo>
                <a:moveTo>
                  <a:pt x="10800" y="17673"/>
                </a:moveTo>
                <a:cubicBezTo>
                  <a:pt x="10529" y="17673"/>
                  <a:pt x="10309" y="17893"/>
                  <a:pt x="10309" y="18164"/>
                </a:cubicBezTo>
                <a:cubicBezTo>
                  <a:pt x="10309" y="18435"/>
                  <a:pt x="10529" y="18655"/>
                  <a:pt x="10800" y="18655"/>
                </a:cubicBezTo>
                <a:cubicBezTo>
                  <a:pt x="11071" y="18655"/>
                  <a:pt x="11291" y="18435"/>
                  <a:pt x="11291" y="18164"/>
                </a:cubicBezTo>
                <a:cubicBezTo>
                  <a:pt x="11291" y="17893"/>
                  <a:pt x="11071" y="17673"/>
                  <a:pt x="10800" y="17673"/>
                </a:cubicBezTo>
                <a:moveTo>
                  <a:pt x="17422" y="14057"/>
                </a:moveTo>
                <a:cubicBezTo>
                  <a:pt x="17188" y="13921"/>
                  <a:pt x="16887" y="14001"/>
                  <a:pt x="16752" y="14236"/>
                </a:cubicBezTo>
                <a:cubicBezTo>
                  <a:pt x="16616" y="14472"/>
                  <a:pt x="16697" y="14772"/>
                  <a:pt x="16932" y="14907"/>
                </a:cubicBezTo>
                <a:cubicBezTo>
                  <a:pt x="17166" y="15043"/>
                  <a:pt x="17467" y="14962"/>
                  <a:pt x="17602" y="14727"/>
                </a:cubicBezTo>
                <a:cubicBezTo>
                  <a:pt x="17737" y="14492"/>
                  <a:pt x="17657" y="14192"/>
                  <a:pt x="17422" y="14057"/>
                </a:cubicBezTo>
                <a:moveTo>
                  <a:pt x="4668" y="6693"/>
                </a:moveTo>
                <a:cubicBezTo>
                  <a:pt x="4433" y="6557"/>
                  <a:pt x="4133" y="6638"/>
                  <a:pt x="3998" y="6873"/>
                </a:cubicBezTo>
                <a:cubicBezTo>
                  <a:pt x="3863" y="7108"/>
                  <a:pt x="3942" y="7408"/>
                  <a:pt x="4178" y="7543"/>
                </a:cubicBezTo>
                <a:cubicBezTo>
                  <a:pt x="4412" y="7679"/>
                  <a:pt x="4713" y="7599"/>
                  <a:pt x="4848" y="7364"/>
                </a:cubicBezTo>
                <a:cubicBezTo>
                  <a:pt x="4984" y="7129"/>
                  <a:pt x="4903" y="6829"/>
                  <a:pt x="4668" y="6693"/>
                </a:cubicBezTo>
                <a:moveTo>
                  <a:pt x="14236" y="4848"/>
                </a:moveTo>
                <a:cubicBezTo>
                  <a:pt x="14472" y="4984"/>
                  <a:pt x="14771" y="4903"/>
                  <a:pt x="14907" y="4669"/>
                </a:cubicBezTo>
                <a:cubicBezTo>
                  <a:pt x="15042" y="4434"/>
                  <a:pt x="14962" y="4134"/>
                  <a:pt x="14727" y="3998"/>
                </a:cubicBezTo>
                <a:cubicBezTo>
                  <a:pt x="14493" y="3863"/>
                  <a:pt x="14192" y="3943"/>
                  <a:pt x="14057" y="4178"/>
                </a:cubicBezTo>
                <a:cubicBezTo>
                  <a:pt x="13921" y="4412"/>
                  <a:pt x="14001" y="4713"/>
                  <a:pt x="14236" y="4848"/>
                </a:cubicBezTo>
                <a:moveTo>
                  <a:pt x="3436" y="10309"/>
                </a:moveTo>
                <a:cubicBezTo>
                  <a:pt x="3166" y="10309"/>
                  <a:pt x="2945" y="10529"/>
                  <a:pt x="2945" y="10800"/>
                </a:cubicBezTo>
                <a:cubicBezTo>
                  <a:pt x="2945" y="11072"/>
                  <a:pt x="3166" y="11291"/>
                  <a:pt x="3436" y="11291"/>
                </a:cubicBezTo>
                <a:cubicBezTo>
                  <a:pt x="3707" y="11291"/>
                  <a:pt x="3927" y="11072"/>
                  <a:pt x="3927" y="10800"/>
                </a:cubicBezTo>
                <a:cubicBezTo>
                  <a:pt x="3927" y="10529"/>
                  <a:pt x="3707" y="10309"/>
                  <a:pt x="3436" y="10309"/>
                </a:cubicBezTo>
                <a:moveTo>
                  <a:pt x="6873" y="3998"/>
                </a:moveTo>
                <a:cubicBezTo>
                  <a:pt x="6638" y="4134"/>
                  <a:pt x="6558" y="4434"/>
                  <a:pt x="6693" y="4669"/>
                </a:cubicBezTo>
                <a:cubicBezTo>
                  <a:pt x="6829" y="4903"/>
                  <a:pt x="7129" y="4984"/>
                  <a:pt x="7364" y="4848"/>
                </a:cubicBezTo>
                <a:cubicBezTo>
                  <a:pt x="7599" y="4713"/>
                  <a:pt x="7679" y="4412"/>
                  <a:pt x="7543" y="4178"/>
                </a:cubicBezTo>
                <a:cubicBezTo>
                  <a:pt x="7408" y="3943"/>
                  <a:pt x="7108" y="3863"/>
                  <a:pt x="6873" y="3998"/>
                </a:cubicBezTo>
                <a:moveTo>
                  <a:pt x="4178" y="14057"/>
                </a:moveTo>
                <a:cubicBezTo>
                  <a:pt x="3942" y="14192"/>
                  <a:pt x="3863" y="14492"/>
                  <a:pt x="3998" y="14727"/>
                </a:cubicBezTo>
                <a:cubicBezTo>
                  <a:pt x="4133" y="14962"/>
                  <a:pt x="4433" y="15043"/>
                  <a:pt x="4668" y="14907"/>
                </a:cubicBezTo>
                <a:cubicBezTo>
                  <a:pt x="4903" y="14772"/>
                  <a:pt x="4984" y="14472"/>
                  <a:pt x="4848" y="14236"/>
                </a:cubicBezTo>
                <a:cubicBezTo>
                  <a:pt x="4713" y="14001"/>
                  <a:pt x="4412" y="13921"/>
                  <a:pt x="4178" y="14057"/>
                </a:cubicBezTo>
                <a:moveTo>
                  <a:pt x="7364" y="16752"/>
                </a:moveTo>
                <a:cubicBezTo>
                  <a:pt x="7129" y="16617"/>
                  <a:pt x="6829" y="16697"/>
                  <a:pt x="6693" y="16932"/>
                </a:cubicBezTo>
                <a:cubicBezTo>
                  <a:pt x="6558" y="17167"/>
                  <a:pt x="6638" y="17467"/>
                  <a:pt x="6873" y="17602"/>
                </a:cubicBezTo>
                <a:cubicBezTo>
                  <a:pt x="7108" y="17738"/>
                  <a:pt x="7408" y="17658"/>
                  <a:pt x="7543" y="17422"/>
                </a:cubicBezTo>
                <a:cubicBezTo>
                  <a:pt x="7679" y="17188"/>
                  <a:pt x="7599" y="16887"/>
                  <a:pt x="7364" y="16752"/>
                </a:cubicBezTo>
                <a:moveTo>
                  <a:pt x="18164" y="10309"/>
                </a:moveTo>
                <a:cubicBezTo>
                  <a:pt x="17893" y="10309"/>
                  <a:pt x="17673" y="10529"/>
                  <a:pt x="17673" y="10800"/>
                </a:cubicBezTo>
                <a:cubicBezTo>
                  <a:pt x="17673" y="11072"/>
                  <a:pt x="17893" y="11291"/>
                  <a:pt x="18164" y="11291"/>
                </a:cubicBezTo>
                <a:cubicBezTo>
                  <a:pt x="18434" y="11291"/>
                  <a:pt x="18655" y="11072"/>
                  <a:pt x="18655" y="10800"/>
                </a:cubicBezTo>
                <a:cubicBezTo>
                  <a:pt x="18655" y="10529"/>
                  <a:pt x="18434" y="10309"/>
                  <a:pt x="18164" y="103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 name="Shape 2527">
            <a:extLst>
              <a:ext uri="{FF2B5EF4-FFF2-40B4-BE49-F238E27FC236}">
                <a16:creationId xmlns:a16="http://schemas.microsoft.com/office/drawing/2014/main" id="{008A4D37-48A2-5D00-981E-093E67FF3063}"/>
              </a:ext>
            </a:extLst>
          </p:cNvPr>
          <p:cNvSpPr/>
          <p:nvPr/>
        </p:nvSpPr>
        <p:spPr>
          <a:xfrm>
            <a:off x="1937833" y="133949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4236" y="10309"/>
                </a:moveTo>
                <a:lnTo>
                  <a:pt x="12694" y="10309"/>
                </a:lnTo>
                <a:cubicBezTo>
                  <a:pt x="12516" y="9622"/>
                  <a:pt x="11979" y="9084"/>
                  <a:pt x="11291" y="8906"/>
                </a:cubicBezTo>
                <a:lnTo>
                  <a:pt x="11291" y="5400"/>
                </a:lnTo>
                <a:cubicBezTo>
                  <a:pt x="11291" y="5129"/>
                  <a:pt x="11071" y="4909"/>
                  <a:pt x="10800" y="4909"/>
                </a:cubicBezTo>
                <a:cubicBezTo>
                  <a:pt x="10529" y="4909"/>
                  <a:pt x="10309" y="5129"/>
                  <a:pt x="10309" y="5400"/>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4236" y="11291"/>
                </a:lnTo>
                <a:cubicBezTo>
                  <a:pt x="14507" y="11291"/>
                  <a:pt x="14727" y="11072"/>
                  <a:pt x="14727" y="10800"/>
                </a:cubicBezTo>
                <a:cubicBezTo>
                  <a:pt x="14727" y="10529"/>
                  <a:pt x="14507" y="10309"/>
                  <a:pt x="14236" y="10309"/>
                </a:cubicBezTo>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0800" y="18655"/>
                </a:moveTo>
                <a:cubicBezTo>
                  <a:pt x="6462" y="18655"/>
                  <a:pt x="2945" y="15138"/>
                  <a:pt x="2945" y="10800"/>
                </a:cubicBezTo>
                <a:cubicBezTo>
                  <a:pt x="2945" y="6462"/>
                  <a:pt x="6462" y="2945"/>
                  <a:pt x="10800" y="2945"/>
                </a:cubicBezTo>
                <a:cubicBezTo>
                  <a:pt x="15138" y="2945"/>
                  <a:pt x="18655" y="6462"/>
                  <a:pt x="18655" y="10800"/>
                </a:cubicBezTo>
                <a:cubicBezTo>
                  <a:pt x="18655" y="15138"/>
                  <a:pt x="15138" y="18655"/>
                  <a:pt x="10800" y="18655"/>
                </a:cubicBezTo>
                <a:moveTo>
                  <a:pt x="10800" y="1964"/>
                </a:moveTo>
                <a:cubicBezTo>
                  <a:pt x="5920" y="1964"/>
                  <a:pt x="1964" y="5920"/>
                  <a:pt x="1964" y="10800"/>
                </a:cubicBezTo>
                <a:cubicBezTo>
                  <a:pt x="1964" y="15680"/>
                  <a:pt x="5920" y="19636"/>
                  <a:pt x="10800" y="19636"/>
                </a:cubicBezTo>
                <a:cubicBezTo>
                  <a:pt x="15680" y="19636"/>
                  <a:pt x="19636" y="15680"/>
                  <a:pt x="19636" y="10800"/>
                </a:cubicBezTo>
                <a:cubicBezTo>
                  <a:pt x="19636" y="5920"/>
                  <a:pt x="15680" y="1964"/>
                  <a:pt x="10800" y="19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 name="Shape 2528">
            <a:extLst>
              <a:ext uri="{FF2B5EF4-FFF2-40B4-BE49-F238E27FC236}">
                <a16:creationId xmlns:a16="http://schemas.microsoft.com/office/drawing/2014/main" id="{BF06586A-268E-C37F-0741-2509D7E9C5B5}"/>
              </a:ext>
            </a:extLst>
          </p:cNvPr>
          <p:cNvSpPr/>
          <p:nvPr/>
        </p:nvSpPr>
        <p:spPr>
          <a:xfrm>
            <a:off x="2509184" y="1339494"/>
            <a:ext cx="203148" cy="279328"/>
          </a:xfrm>
          <a:custGeom>
            <a:avLst/>
            <a:gdLst/>
            <a:ahLst/>
            <a:cxnLst>
              <a:cxn ang="0">
                <a:pos x="wd2" y="hd2"/>
              </a:cxn>
              <a:cxn ang="5400000">
                <a:pos x="wd2" y="hd2"/>
              </a:cxn>
              <a:cxn ang="10800000">
                <a:pos x="wd2" y="hd2"/>
              </a:cxn>
              <a:cxn ang="16200000">
                <a:pos x="wd2" y="hd2"/>
              </a:cxn>
            </a:cxnLst>
            <a:rect l="0" t="0" r="r" b="b"/>
            <a:pathLst>
              <a:path w="21600" h="21600" extrusionOk="0">
                <a:moveTo>
                  <a:pt x="20250" y="19636"/>
                </a:moveTo>
                <a:cubicBezTo>
                  <a:pt x="20250" y="20178"/>
                  <a:pt x="19645" y="20618"/>
                  <a:pt x="18900" y="20618"/>
                </a:cubicBezTo>
                <a:lnTo>
                  <a:pt x="2700" y="20618"/>
                </a:lnTo>
                <a:cubicBezTo>
                  <a:pt x="1955" y="20618"/>
                  <a:pt x="1350" y="20178"/>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4050" y="5891"/>
                </a:moveTo>
                <a:cubicBezTo>
                  <a:pt x="4050" y="3180"/>
                  <a:pt x="7072" y="982"/>
                  <a:pt x="10800" y="982"/>
                </a:cubicBezTo>
                <a:cubicBezTo>
                  <a:pt x="14528" y="982"/>
                  <a:pt x="17550" y="3180"/>
                  <a:pt x="17550" y="5891"/>
                </a:cubicBezTo>
                <a:lnTo>
                  <a:pt x="17550" y="8836"/>
                </a:lnTo>
                <a:lnTo>
                  <a:pt x="4050" y="8836"/>
                </a:lnTo>
                <a:cubicBezTo>
                  <a:pt x="4050" y="8836"/>
                  <a:pt x="4050" y="5891"/>
                  <a:pt x="4050" y="5891"/>
                </a:cubicBezTo>
                <a:close/>
                <a:moveTo>
                  <a:pt x="18900" y="8836"/>
                </a:moveTo>
                <a:lnTo>
                  <a:pt x="18900" y="5891"/>
                </a:lnTo>
                <a:cubicBezTo>
                  <a:pt x="18900" y="2638"/>
                  <a:pt x="15273" y="0"/>
                  <a:pt x="10800" y="0"/>
                </a:cubicBezTo>
                <a:cubicBezTo>
                  <a:pt x="6327" y="0"/>
                  <a:pt x="2700" y="2638"/>
                  <a:pt x="2700" y="5891"/>
                </a:cubicBez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moveTo>
                  <a:pt x="11475" y="15573"/>
                </a:moveTo>
                <a:lnTo>
                  <a:pt x="11475" y="16200"/>
                </a:lnTo>
                <a:cubicBezTo>
                  <a:pt x="11475" y="16472"/>
                  <a:pt x="11172" y="16691"/>
                  <a:pt x="10800" y="16691"/>
                </a:cubicBezTo>
                <a:cubicBezTo>
                  <a:pt x="10428" y="16691"/>
                  <a:pt x="10125" y="16472"/>
                  <a:pt x="10125" y="16200"/>
                </a:cubicBezTo>
                <a:lnTo>
                  <a:pt x="10125" y="15573"/>
                </a:lnTo>
                <a:cubicBezTo>
                  <a:pt x="9723" y="15403"/>
                  <a:pt x="9450" y="15090"/>
                  <a:pt x="9450" y="14727"/>
                </a:cubicBezTo>
                <a:cubicBezTo>
                  <a:pt x="9450" y="14186"/>
                  <a:pt x="10055" y="13745"/>
                  <a:pt x="10800" y="13745"/>
                </a:cubicBezTo>
                <a:cubicBezTo>
                  <a:pt x="11545" y="13745"/>
                  <a:pt x="12150" y="14186"/>
                  <a:pt x="12150" y="14727"/>
                </a:cubicBezTo>
                <a:cubicBezTo>
                  <a:pt x="12150" y="15090"/>
                  <a:pt x="11876" y="15403"/>
                  <a:pt x="11475" y="15573"/>
                </a:cubicBezTo>
                <a:moveTo>
                  <a:pt x="10800" y="12764"/>
                </a:moveTo>
                <a:cubicBezTo>
                  <a:pt x="9309" y="12764"/>
                  <a:pt x="8100" y="13643"/>
                  <a:pt x="8100" y="14727"/>
                </a:cubicBezTo>
                <a:cubicBezTo>
                  <a:pt x="8100" y="15232"/>
                  <a:pt x="8369" y="15687"/>
                  <a:pt x="8798" y="16034"/>
                </a:cubicBezTo>
                <a:cubicBezTo>
                  <a:pt x="8789" y="16089"/>
                  <a:pt x="8775" y="16144"/>
                  <a:pt x="8775" y="16200"/>
                </a:cubicBezTo>
                <a:cubicBezTo>
                  <a:pt x="8775" y="17014"/>
                  <a:pt x="9681" y="17673"/>
                  <a:pt x="10800" y="17673"/>
                </a:cubicBezTo>
                <a:cubicBezTo>
                  <a:pt x="11919" y="17673"/>
                  <a:pt x="12825" y="17014"/>
                  <a:pt x="12825" y="16200"/>
                </a:cubicBezTo>
                <a:cubicBezTo>
                  <a:pt x="12825" y="16144"/>
                  <a:pt x="12810" y="16089"/>
                  <a:pt x="12802" y="16034"/>
                </a:cubicBezTo>
                <a:cubicBezTo>
                  <a:pt x="13231" y="15686"/>
                  <a:pt x="13500" y="15232"/>
                  <a:pt x="13500" y="14727"/>
                </a:cubicBezTo>
                <a:cubicBezTo>
                  <a:pt x="13500" y="13643"/>
                  <a:pt x="12291" y="12764"/>
                  <a:pt x="10800" y="127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 name="Shape 2529">
            <a:extLst>
              <a:ext uri="{FF2B5EF4-FFF2-40B4-BE49-F238E27FC236}">
                <a16:creationId xmlns:a16="http://schemas.microsoft.com/office/drawing/2014/main" id="{6F00B9DD-CE91-D40F-134B-B11E3C38B21E}"/>
              </a:ext>
            </a:extLst>
          </p:cNvPr>
          <p:cNvSpPr/>
          <p:nvPr/>
        </p:nvSpPr>
        <p:spPr>
          <a:xfrm>
            <a:off x="3042445" y="1339494"/>
            <a:ext cx="203148" cy="279328"/>
          </a:xfrm>
          <a:custGeom>
            <a:avLst/>
            <a:gdLst/>
            <a:ahLst/>
            <a:cxnLst>
              <a:cxn ang="0">
                <a:pos x="wd2" y="hd2"/>
              </a:cxn>
              <a:cxn ang="5400000">
                <a:pos x="wd2" y="hd2"/>
              </a:cxn>
              <a:cxn ang="10800000">
                <a:pos x="wd2" y="hd2"/>
              </a:cxn>
              <a:cxn ang="16200000">
                <a:pos x="wd2" y="hd2"/>
              </a:cxn>
            </a:cxnLst>
            <a:rect l="0" t="0" r="r" b="b"/>
            <a:pathLst>
              <a:path w="21600" h="21600" extrusionOk="0">
                <a:moveTo>
                  <a:pt x="11475" y="15573"/>
                </a:moveTo>
                <a:lnTo>
                  <a:pt x="11475" y="16200"/>
                </a:lnTo>
                <a:cubicBezTo>
                  <a:pt x="11475" y="16471"/>
                  <a:pt x="11172" y="16691"/>
                  <a:pt x="10800" y="16691"/>
                </a:cubicBezTo>
                <a:cubicBezTo>
                  <a:pt x="10428" y="16691"/>
                  <a:pt x="10125" y="16471"/>
                  <a:pt x="10125" y="16200"/>
                </a:cubicBezTo>
                <a:lnTo>
                  <a:pt x="10125" y="15573"/>
                </a:lnTo>
                <a:cubicBezTo>
                  <a:pt x="9723" y="15403"/>
                  <a:pt x="9450" y="15090"/>
                  <a:pt x="9450" y="14727"/>
                </a:cubicBezTo>
                <a:cubicBezTo>
                  <a:pt x="9450" y="14185"/>
                  <a:pt x="10055" y="13745"/>
                  <a:pt x="10800" y="13745"/>
                </a:cubicBezTo>
                <a:cubicBezTo>
                  <a:pt x="11545" y="13745"/>
                  <a:pt x="12150" y="14185"/>
                  <a:pt x="12150" y="14727"/>
                </a:cubicBezTo>
                <a:cubicBezTo>
                  <a:pt x="12150" y="15090"/>
                  <a:pt x="11876" y="15403"/>
                  <a:pt x="11475" y="15573"/>
                </a:cubicBezTo>
                <a:moveTo>
                  <a:pt x="10800" y="12764"/>
                </a:moveTo>
                <a:cubicBezTo>
                  <a:pt x="9309" y="12764"/>
                  <a:pt x="8100" y="13643"/>
                  <a:pt x="8100" y="14727"/>
                </a:cubicBezTo>
                <a:cubicBezTo>
                  <a:pt x="8100" y="15232"/>
                  <a:pt x="8369" y="15686"/>
                  <a:pt x="8798" y="16034"/>
                </a:cubicBezTo>
                <a:cubicBezTo>
                  <a:pt x="8789" y="16089"/>
                  <a:pt x="8775" y="16143"/>
                  <a:pt x="8775" y="16200"/>
                </a:cubicBezTo>
                <a:cubicBezTo>
                  <a:pt x="8775" y="17014"/>
                  <a:pt x="9681" y="17673"/>
                  <a:pt x="10800" y="17673"/>
                </a:cubicBezTo>
                <a:cubicBezTo>
                  <a:pt x="11919" y="17673"/>
                  <a:pt x="12825" y="17014"/>
                  <a:pt x="12825" y="16200"/>
                </a:cubicBezTo>
                <a:cubicBezTo>
                  <a:pt x="12825" y="16143"/>
                  <a:pt x="12810" y="16089"/>
                  <a:pt x="12802" y="16034"/>
                </a:cubicBezTo>
                <a:cubicBezTo>
                  <a:pt x="13231" y="15687"/>
                  <a:pt x="13500" y="15232"/>
                  <a:pt x="13500" y="14727"/>
                </a:cubicBezTo>
                <a:cubicBezTo>
                  <a:pt x="13500" y="13643"/>
                  <a:pt x="12291" y="12764"/>
                  <a:pt x="10800" y="12764"/>
                </a:cubicBezTo>
                <a:moveTo>
                  <a:pt x="20250" y="19636"/>
                </a:moveTo>
                <a:cubicBezTo>
                  <a:pt x="20250" y="20179"/>
                  <a:pt x="19645" y="20618"/>
                  <a:pt x="18900" y="20618"/>
                </a:cubicBezTo>
                <a:lnTo>
                  <a:pt x="2700" y="20618"/>
                </a:lnTo>
                <a:cubicBezTo>
                  <a:pt x="1955" y="20618"/>
                  <a:pt x="1350" y="20179"/>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18900" y="8836"/>
                </a:moveTo>
                <a:lnTo>
                  <a:pt x="18900" y="5891"/>
                </a:lnTo>
                <a:cubicBezTo>
                  <a:pt x="18900" y="2638"/>
                  <a:pt x="15273" y="0"/>
                  <a:pt x="10800" y="0"/>
                </a:cubicBezTo>
                <a:cubicBezTo>
                  <a:pt x="6327" y="0"/>
                  <a:pt x="2700" y="2638"/>
                  <a:pt x="2700" y="5891"/>
                </a:cubicBezTo>
                <a:cubicBezTo>
                  <a:pt x="2700" y="6162"/>
                  <a:pt x="3003" y="6382"/>
                  <a:pt x="3375" y="6382"/>
                </a:cubicBezTo>
                <a:cubicBezTo>
                  <a:pt x="3747" y="6382"/>
                  <a:pt x="4050" y="6162"/>
                  <a:pt x="4050" y="5891"/>
                </a:cubicBezTo>
                <a:cubicBezTo>
                  <a:pt x="4050" y="3180"/>
                  <a:pt x="7072" y="982"/>
                  <a:pt x="10800" y="982"/>
                </a:cubicBezTo>
                <a:cubicBezTo>
                  <a:pt x="14528" y="982"/>
                  <a:pt x="17550" y="3180"/>
                  <a:pt x="17550" y="5891"/>
                </a:cubicBezTo>
                <a:lnTo>
                  <a:pt x="17550" y="8836"/>
                </a:ln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 name="Shape 2530">
            <a:extLst>
              <a:ext uri="{FF2B5EF4-FFF2-40B4-BE49-F238E27FC236}">
                <a16:creationId xmlns:a16="http://schemas.microsoft.com/office/drawing/2014/main" id="{D0E2D2C6-61B8-9723-F583-E64632EAA882}"/>
              </a:ext>
            </a:extLst>
          </p:cNvPr>
          <p:cNvSpPr/>
          <p:nvPr/>
        </p:nvSpPr>
        <p:spPr>
          <a:xfrm>
            <a:off x="3563009" y="1339493"/>
            <a:ext cx="228541" cy="279337"/>
          </a:xfrm>
          <a:custGeom>
            <a:avLst/>
            <a:gdLst/>
            <a:ahLst/>
            <a:cxnLst>
              <a:cxn ang="0">
                <a:pos x="wd2" y="hd2"/>
              </a:cxn>
              <a:cxn ang="5400000">
                <a:pos x="wd2" y="hd2"/>
              </a:cxn>
              <a:cxn ang="10800000">
                <a:pos x="wd2" y="hd2"/>
              </a:cxn>
              <a:cxn ang="16200000">
                <a:pos x="wd2" y="hd2"/>
              </a:cxn>
            </a:cxnLst>
            <a:rect l="0" t="0" r="r" b="b"/>
            <a:pathLst>
              <a:path w="21600" h="21600" extrusionOk="0">
                <a:moveTo>
                  <a:pt x="20400" y="19636"/>
                </a:moveTo>
                <a:cubicBezTo>
                  <a:pt x="20400" y="20178"/>
                  <a:pt x="19862" y="20617"/>
                  <a:pt x="19200" y="20617"/>
                </a:cubicBezTo>
                <a:lnTo>
                  <a:pt x="6000" y="20617"/>
                </a:lnTo>
                <a:lnTo>
                  <a:pt x="6000" y="982"/>
                </a:lnTo>
                <a:lnTo>
                  <a:pt x="13200" y="982"/>
                </a:lnTo>
                <a:lnTo>
                  <a:pt x="13200" y="6872"/>
                </a:lnTo>
                <a:lnTo>
                  <a:pt x="15600" y="4909"/>
                </a:lnTo>
                <a:lnTo>
                  <a:pt x="18000" y="6872"/>
                </a:lnTo>
                <a:lnTo>
                  <a:pt x="18000" y="982"/>
                </a:lnTo>
                <a:lnTo>
                  <a:pt x="19200" y="982"/>
                </a:lnTo>
                <a:cubicBezTo>
                  <a:pt x="19862" y="982"/>
                  <a:pt x="20400" y="1422"/>
                  <a:pt x="20400" y="1964"/>
                </a:cubicBezTo>
                <a:cubicBezTo>
                  <a:pt x="20400" y="1964"/>
                  <a:pt x="20400" y="19636"/>
                  <a:pt x="20400" y="19636"/>
                </a:cubicBezTo>
                <a:close/>
                <a:moveTo>
                  <a:pt x="4800" y="20617"/>
                </a:moveTo>
                <a:lnTo>
                  <a:pt x="2400" y="20617"/>
                </a:lnTo>
                <a:cubicBezTo>
                  <a:pt x="1738" y="20617"/>
                  <a:pt x="1200" y="20178"/>
                  <a:pt x="1200" y="19636"/>
                </a:cubicBezTo>
                <a:lnTo>
                  <a:pt x="1200" y="1964"/>
                </a:lnTo>
                <a:cubicBezTo>
                  <a:pt x="1200" y="1422"/>
                  <a:pt x="1738" y="982"/>
                  <a:pt x="2400" y="982"/>
                </a:cubicBezTo>
                <a:lnTo>
                  <a:pt x="4800" y="982"/>
                </a:lnTo>
                <a:cubicBezTo>
                  <a:pt x="4800" y="982"/>
                  <a:pt x="4800" y="20617"/>
                  <a:pt x="4800" y="20617"/>
                </a:cubicBezTo>
                <a:close/>
                <a:moveTo>
                  <a:pt x="14400" y="982"/>
                </a:moveTo>
                <a:lnTo>
                  <a:pt x="16800" y="982"/>
                </a:lnTo>
                <a:lnTo>
                  <a:pt x="16800" y="4418"/>
                </a:lnTo>
                <a:lnTo>
                  <a:pt x="15600" y="3436"/>
                </a:lnTo>
                <a:lnTo>
                  <a:pt x="14400" y="4418"/>
                </a:lnTo>
                <a:cubicBezTo>
                  <a:pt x="14400" y="4418"/>
                  <a:pt x="14400" y="982"/>
                  <a:pt x="14400" y="982"/>
                </a:cubicBezTo>
                <a:close/>
                <a:moveTo>
                  <a:pt x="192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1964"/>
                </a:lnTo>
                <a:cubicBezTo>
                  <a:pt x="21600" y="879"/>
                  <a:pt x="20525" y="0"/>
                  <a:pt x="192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 name="Shape 2531">
            <a:extLst>
              <a:ext uri="{FF2B5EF4-FFF2-40B4-BE49-F238E27FC236}">
                <a16:creationId xmlns:a16="http://schemas.microsoft.com/office/drawing/2014/main" id="{076EEAB1-74FE-D6A8-DAA1-D4ED04CC1DE4}"/>
              </a:ext>
            </a:extLst>
          </p:cNvPr>
          <p:cNvSpPr/>
          <p:nvPr/>
        </p:nvSpPr>
        <p:spPr>
          <a:xfrm>
            <a:off x="4096270" y="1339494"/>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20400" y="19636"/>
                </a:moveTo>
                <a:cubicBezTo>
                  <a:pt x="20400" y="20179"/>
                  <a:pt x="19862" y="20618"/>
                  <a:pt x="19200" y="20618"/>
                </a:cubicBezTo>
                <a:lnTo>
                  <a:pt x="7200" y="20618"/>
                </a:lnTo>
                <a:lnTo>
                  <a:pt x="7200" y="982"/>
                </a:lnTo>
                <a:lnTo>
                  <a:pt x="19200" y="982"/>
                </a:lnTo>
                <a:cubicBezTo>
                  <a:pt x="19862" y="982"/>
                  <a:pt x="20400" y="1422"/>
                  <a:pt x="20400" y="1964"/>
                </a:cubicBezTo>
                <a:cubicBezTo>
                  <a:pt x="20400" y="1964"/>
                  <a:pt x="20400" y="19636"/>
                  <a:pt x="20400" y="19636"/>
                </a:cubicBezTo>
                <a:close/>
                <a:moveTo>
                  <a:pt x="6000" y="20618"/>
                </a:moveTo>
                <a:lnTo>
                  <a:pt x="3600" y="20618"/>
                </a:lnTo>
                <a:cubicBezTo>
                  <a:pt x="2937" y="20618"/>
                  <a:pt x="2400" y="20179"/>
                  <a:pt x="2400" y="19636"/>
                </a:cubicBezTo>
                <a:lnTo>
                  <a:pt x="2400" y="18655"/>
                </a:lnTo>
                <a:lnTo>
                  <a:pt x="3000" y="18655"/>
                </a:lnTo>
                <a:cubicBezTo>
                  <a:pt x="3332" y="18655"/>
                  <a:pt x="3600" y="18435"/>
                  <a:pt x="3600" y="18164"/>
                </a:cubicBezTo>
                <a:cubicBezTo>
                  <a:pt x="3600" y="17893"/>
                  <a:pt x="3332" y="17673"/>
                  <a:pt x="3000" y="17673"/>
                </a:cubicBezTo>
                <a:lnTo>
                  <a:pt x="2400" y="17673"/>
                </a:lnTo>
                <a:lnTo>
                  <a:pt x="2400" y="15709"/>
                </a:lnTo>
                <a:lnTo>
                  <a:pt x="3000" y="15709"/>
                </a:lnTo>
                <a:cubicBezTo>
                  <a:pt x="3332" y="15709"/>
                  <a:pt x="3600" y="15490"/>
                  <a:pt x="3600" y="15218"/>
                </a:cubicBezTo>
                <a:cubicBezTo>
                  <a:pt x="3600" y="14947"/>
                  <a:pt x="3332" y="14727"/>
                  <a:pt x="3000" y="14727"/>
                </a:cubicBezTo>
                <a:lnTo>
                  <a:pt x="2400" y="14727"/>
                </a:lnTo>
                <a:lnTo>
                  <a:pt x="2400" y="12764"/>
                </a:lnTo>
                <a:lnTo>
                  <a:pt x="3000" y="12764"/>
                </a:lnTo>
                <a:cubicBezTo>
                  <a:pt x="3332" y="12764"/>
                  <a:pt x="3600" y="12544"/>
                  <a:pt x="3600" y="12273"/>
                </a:cubicBezTo>
                <a:cubicBezTo>
                  <a:pt x="3600" y="12002"/>
                  <a:pt x="3332" y="11782"/>
                  <a:pt x="3000" y="11782"/>
                </a:cubicBezTo>
                <a:lnTo>
                  <a:pt x="2400" y="11782"/>
                </a:lnTo>
                <a:lnTo>
                  <a:pt x="2400" y="9818"/>
                </a:lnTo>
                <a:lnTo>
                  <a:pt x="3000" y="9818"/>
                </a:lnTo>
                <a:cubicBezTo>
                  <a:pt x="3332" y="9818"/>
                  <a:pt x="3600" y="9599"/>
                  <a:pt x="3600" y="9327"/>
                </a:cubicBezTo>
                <a:cubicBezTo>
                  <a:pt x="3600" y="9056"/>
                  <a:pt x="3332" y="8836"/>
                  <a:pt x="3000" y="8836"/>
                </a:cubicBezTo>
                <a:lnTo>
                  <a:pt x="2400" y="8836"/>
                </a:lnTo>
                <a:lnTo>
                  <a:pt x="2400" y="6873"/>
                </a:lnTo>
                <a:lnTo>
                  <a:pt x="3000" y="6873"/>
                </a:lnTo>
                <a:cubicBezTo>
                  <a:pt x="3332" y="6873"/>
                  <a:pt x="3600" y="6653"/>
                  <a:pt x="3600" y="6382"/>
                </a:cubicBezTo>
                <a:cubicBezTo>
                  <a:pt x="3600" y="6111"/>
                  <a:pt x="3332" y="5891"/>
                  <a:pt x="3000" y="5891"/>
                </a:cubicBezTo>
                <a:lnTo>
                  <a:pt x="2400" y="5891"/>
                </a:lnTo>
                <a:lnTo>
                  <a:pt x="2400" y="3927"/>
                </a:lnTo>
                <a:lnTo>
                  <a:pt x="3000" y="3927"/>
                </a:lnTo>
                <a:cubicBezTo>
                  <a:pt x="3332" y="3927"/>
                  <a:pt x="3600" y="3708"/>
                  <a:pt x="3600" y="3436"/>
                </a:cubicBezTo>
                <a:cubicBezTo>
                  <a:pt x="3600" y="3166"/>
                  <a:pt x="3332" y="2945"/>
                  <a:pt x="3000" y="2945"/>
                </a:cubicBezTo>
                <a:lnTo>
                  <a:pt x="2400" y="2945"/>
                </a:lnTo>
                <a:lnTo>
                  <a:pt x="2400" y="1964"/>
                </a:lnTo>
                <a:cubicBezTo>
                  <a:pt x="2400" y="1422"/>
                  <a:pt x="2937" y="982"/>
                  <a:pt x="3600" y="982"/>
                </a:cubicBezTo>
                <a:lnTo>
                  <a:pt x="6000" y="982"/>
                </a:lnTo>
                <a:cubicBezTo>
                  <a:pt x="6000" y="982"/>
                  <a:pt x="6000" y="20618"/>
                  <a:pt x="6000" y="20618"/>
                </a:cubicBezTo>
                <a:close/>
                <a:moveTo>
                  <a:pt x="19200" y="0"/>
                </a:moveTo>
                <a:lnTo>
                  <a:pt x="3600" y="0"/>
                </a:lnTo>
                <a:cubicBezTo>
                  <a:pt x="2275" y="0"/>
                  <a:pt x="1200" y="879"/>
                  <a:pt x="1200" y="1964"/>
                </a:cubicBezTo>
                <a:lnTo>
                  <a:pt x="1200" y="2945"/>
                </a:lnTo>
                <a:lnTo>
                  <a:pt x="600" y="2945"/>
                </a:lnTo>
                <a:cubicBezTo>
                  <a:pt x="268" y="2945"/>
                  <a:pt x="0" y="3166"/>
                  <a:pt x="0" y="3436"/>
                </a:cubicBezTo>
                <a:cubicBezTo>
                  <a:pt x="0" y="3708"/>
                  <a:pt x="268" y="3927"/>
                  <a:pt x="600" y="3927"/>
                </a:cubicBezTo>
                <a:lnTo>
                  <a:pt x="1200" y="3927"/>
                </a:lnTo>
                <a:lnTo>
                  <a:pt x="1200" y="5891"/>
                </a:lnTo>
                <a:lnTo>
                  <a:pt x="600" y="5891"/>
                </a:lnTo>
                <a:cubicBezTo>
                  <a:pt x="268" y="5891"/>
                  <a:pt x="0" y="6111"/>
                  <a:pt x="0" y="6382"/>
                </a:cubicBezTo>
                <a:cubicBezTo>
                  <a:pt x="0" y="6653"/>
                  <a:pt x="268" y="6873"/>
                  <a:pt x="600" y="6873"/>
                </a:cubicBezTo>
                <a:lnTo>
                  <a:pt x="1200" y="6873"/>
                </a:lnTo>
                <a:lnTo>
                  <a:pt x="1200" y="8836"/>
                </a:lnTo>
                <a:lnTo>
                  <a:pt x="600" y="8836"/>
                </a:lnTo>
                <a:cubicBezTo>
                  <a:pt x="268" y="8836"/>
                  <a:pt x="0" y="9056"/>
                  <a:pt x="0" y="9327"/>
                </a:cubicBezTo>
                <a:cubicBezTo>
                  <a:pt x="0" y="9599"/>
                  <a:pt x="268" y="9818"/>
                  <a:pt x="600" y="9818"/>
                </a:cubicBezTo>
                <a:lnTo>
                  <a:pt x="1200" y="9818"/>
                </a:lnTo>
                <a:lnTo>
                  <a:pt x="1200" y="11782"/>
                </a:lnTo>
                <a:lnTo>
                  <a:pt x="600" y="11782"/>
                </a:lnTo>
                <a:cubicBezTo>
                  <a:pt x="268" y="11782"/>
                  <a:pt x="0" y="12002"/>
                  <a:pt x="0" y="12273"/>
                </a:cubicBezTo>
                <a:cubicBezTo>
                  <a:pt x="0" y="12544"/>
                  <a:pt x="268" y="12764"/>
                  <a:pt x="600" y="12764"/>
                </a:cubicBezTo>
                <a:lnTo>
                  <a:pt x="1200" y="12764"/>
                </a:lnTo>
                <a:lnTo>
                  <a:pt x="1200" y="14727"/>
                </a:lnTo>
                <a:lnTo>
                  <a:pt x="600" y="14727"/>
                </a:lnTo>
                <a:cubicBezTo>
                  <a:pt x="268" y="14727"/>
                  <a:pt x="0" y="14947"/>
                  <a:pt x="0" y="15218"/>
                </a:cubicBezTo>
                <a:cubicBezTo>
                  <a:pt x="0" y="15490"/>
                  <a:pt x="268" y="15709"/>
                  <a:pt x="600" y="15709"/>
                </a:cubicBezTo>
                <a:lnTo>
                  <a:pt x="1200" y="15709"/>
                </a:lnTo>
                <a:lnTo>
                  <a:pt x="1200" y="17673"/>
                </a:lnTo>
                <a:lnTo>
                  <a:pt x="600" y="17673"/>
                </a:lnTo>
                <a:cubicBezTo>
                  <a:pt x="268" y="17673"/>
                  <a:pt x="0" y="17893"/>
                  <a:pt x="0" y="18164"/>
                </a:cubicBezTo>
                <a:cubicBezTo>
                  <a:pt x="0" y="18435"/>
                  <a:pt x="268" y="18655"/>
                  <a:pt x="600" y="18655"/>
                </a:cubicBezTo>
                <a:lnTo>
                  <a:pt x="1200" y="18655"/>
                </a:lnTo>
                <a:lnTo>
                  <a:pt x="1200" y="19636"/>
                </a:lnTo>
                <a:cubicBezTo>
                  <a:pt x="1200" y="20721"/>
                  <a:pt x="2275" y="21600"/>
                  <a:pt x="3600" y="21600"/>
                </a:cubicBezTo>
                <a:lnTo>
                  <a:pt x="19200" y="21600"/>
                </a:lnTo>
                <a:cubicBezTo>
                  <a:pt x="20525" y="21600"/>
                  <a:pt x="21600" y="20721"/>
                  <a:pt x="21600" y="19636"/>
                </a:cubicBezTo>
                <a:lnTo>
                  <a:pt x="21600" y="1964"/>
                </a:lnTo>
                <a:cubicBezTo>
                  <a:pt x="21600" y="879"/>
                  <a:pt x="20525" y="0"/>
                  <a:pt x="192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 name="Shape 2532">
            <a:extLst>
              <a:ext uri="{FF2B5EF4-FFF2-40B4-BE49-F238E27FC236}">
                <a16:creationId xmlns:a16="http://schemas.microsoft.com/office/drawing/2014/main" id="{84AB2E70-46AD-A14C-386D-A2C4A5EAFB53}"/>
              </a:ext>
            </a:extLst>
          </p:cNvPr>
          <p:cNvSpPr/>
          <p:nvPr/>
        </p:nvSpPr>
        <p:spPr>
          <a:xfrm>
            <a:off x="4629531" y="1339494"/>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4400" y="5891"/>
                </a:moveTo>
                <a:lnTo>
                  <a:pt x="14400" y="982"/>
                </a:lnTo>
                <a:lnTo>
                  <a:pt x="15000" y="982"/>
                </a:lnTo>
                <a:lnTo>
                  <a:pt x="20400" y="5891"/>
                </a:lnTo>
                <a:cubicBezTo>
                  <a:pt x="20400" y="5891"/>
                  <a:pt x="14400" y="5891"/>
                  <a:pt x="14400" y="5891"/>
                </a:cubicBezTo>
                <a:close/>
                <a:moveTo>
                  <a:pt x="20400" y="19636"/>
                </a:moveTo>
                <a:cubicBezTo>
                  <a:pt x="20400" y="20179"/>
                  <a:pt x="19862" y="20618"/>
                  <a:pt x="19200" y="20618"/>
                </a:cubicBezTo>
                <a:lnTo>
                  <a:pt x="2400" y="20618"/>
                </a:lnTo>
                <a:cubicBezTo>
                  <a:pt x="1737" y="20618"/>
                  <a:pt x="1200" y="20179"/>
                  <a:pt x="1200" y="19636"/>
                </a:cubicBezTo>
                <a:lnTo>
                  <a:pt x="1200" y="1964"/>
                </a:lnTo>
                <a:cubicBezTo>
                  <a:pt x="1200" y="1422"/>
                  <a:pt x="1737" y="982"/>
                  <a:pt x="2400" y="982"/>
                </a:cubicBezTo>
                <a:lnTo>
                  <a:pt x="13200" y="982"/>
                </a:lnTo>
                <a:lnTo>
                  <a:pt x="13200" y="5891"/>
                </a:lnTo>
                <a:cubicBezTo>
                  <a:pt x="13200" y="6433"/>
                  <a:pt x="13738" y="6873"/>
                  <a:pt x="14400" y="6873"/>
                </a:cubicBezTo>
                <a:lnTo>
                  <a:pt x="20400" y="6873"/>
                </a:lnTo>
                <a:cubicBezTo>
                  <a:pt x="20400" y="6873"/>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4800" y="8836"/>
                </a:moveTo>
                <a:cubicBezTo>
                  <a:pt x="4800" y="9108"/>
                  <a:pt x="5068" y="9327"/>
                  <a:pt x="5400" y="9327"/>
                </a:cubicBezTo>
                <a:lnTo>
                  <a:pt x="16200" y="9327"/>
                </a:lnTo>
                <a:cubicBezTo>
                  <a:pt x="16532" y="9327"/>
                  <a:pt x="16800" y="9108"/>
                  <a:pt x="16800" y="8836"/>
                </a:cubicBezTo>
                <a:cubicBezTo>
                  <a:pt x="16800" y="8566"/>
                  <a:pt x="16532" y="8345"/>
                  <a:pt x="16200" y="8345"/>
                </a:cubicBezTo>
                <a:lnTo>
                  <a:pt x="5400" y="8345"/>
                </a:lnTo>
                <a:cubicBezTo>
                  <a:pt x="5068" y="8345"/>
                  <a:pt x="4800" y="8566"/>
                  <a:pt x="4800" y="8836"/>
                </a:cubicBezTo>
                <a:moveTo>
                  <a:pt x="16200" y="12273"/>
                </a:moveTo>
                <a:lnTo>
                  <a:pt x="5400" y="12273"/>
                </a:lnTo>
                <a:cubicBezTo>
                  <a:pt x="5068" y="12273"/>
                  <a:pt x="4800" y="12493"/>
                  <a:pt x="4800" y="12764"/>
                </a:cubicBezTo>
                <a:cubicBezTo>
                  <a:pt x="4800" y="13035"/>
                  <a:pt x="5068" y="13255"/>
                  <a:pt x="5400" y="13255"/>
                </a:cubicBezTo>
                <a:lnTo>
                  <a:pt x="16200" y="13255"/>
                </a:lnTo>
                <a:cubicBezTo>
                  <a:pt x="16532" y="13255"/>
                  <a:pt x="16800" y="13035"/>
                  <a:pt x="16800" y="12764"/>
                </a:cubicBezTo>
                <a:cubicBezTo>
                  <a:pt x="16800" y="12493"/>
                  <a:pt x="16532" y="12273"/>
                  <a:pt x="16200" y="12273"/>
                </a:cubicBezTo>
                <a:moveTo>
                  <a:pt x="5400" y="5400"/>
                </a:moveTo>
                <a:lnTo>
                  <a:pt x="8400" y="5400"/>
                </a:lnTo>
                <a:cubicBezTo>
                  <a:pt x="8732" y="5400"/>
                  <a:pt x="9000" y="5181"/>
                  <a:pt x="9000" y="4909"/>
                </a:cubicBezTo>
                <a:cubicBezTo>
                  <a:pt x="9000" y="4638"/>
                  <a:pt x="8732" y="4418"/>
                  <a:pt x="8400" y="4418"/>
                </a:cubicBezTo>
                <a:lnTo>
                  <a:pt x="5400" y="4418"/>
                </a:lnTo>
                <a:cubicBezTo>
                  <a:pt x="5068" y="4418"/>
                  <a:pt x="4800" y="4638"/>
                  <a:pt x="4800" y="4909"/>
                </a:cubicBezTo>
                <a:cubicBezTo>
                  <a:pt x="4800" y="5181"/>
                  <a:pt x="5068" y="5400"/>
                  <a:pt x="5400" y="5400"/>
                </a:cubicBezTo>
                <a:moveTo>
                  <a:pt x="12600" y="16200"/>
                </a:moveTo>
                <a:lnTo>
                  <a:pt x="5400" y="16200"/>
                </a:lnTo>
                <a:cubicBezTo>
                  <a:pt x="5068" y="16200"/>
                  <a:pt x="4800" y="16420"/>
                  <a:pt x="4800" y="16691"/>
                </a:cubicBezTo>
                <a:cubicBezTo>
                  <a:pt x="4800" y="16962"/>
                  <a:pt x="5068" y="17182"/>
                  <a:pt x="5400" y="17182"/>
                </a:cubicBezTo>
                <a:lnTo>
                  <a:pt x="12600" y="17182"/>
                </a:lnTo>
                <a:cubicBezTo>
                  <a:pt x="12932" y="17182"/>
                  <a:pt x="13200" y="16962"/>
                  <a:pt x="13200" y="16691"/>
                </a:cubicBezTo>
                <a:cubicBezTo>
                  <a:pt x="13200" y="16420"/>
                  <a:pt x="12932" y="16200"/>
                  <a:pt x="12600" y="16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1" name="Shape 2533">
            <a:extLst>
              <a:ext uri="{FF2B5EF4-FFF2-40B4-BE49-F238E27FC236}">
                <a16:creationId xmlns:a16="http://schemas.microsoft.com/office/drawing/2014/main" id="{8DDDD547-569C-F28C-95A5-843A62BFAC78}"/>
              </a:ext>
            </a:extLst>
          </p:cNvPr>
          <p:cNvSpPr/>
          <p:nvPr/>
        </p:nvSpPr>
        <p:spPr>
          <a:xfrm>
            <a:off x="5162793" y="1339494"/>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7"/>
                </a:lnTo>
                <a:lnTo>
                  <a:pt x="13929" y="8836"/>
                </a:lnTo>
                <a:cubicBezTo>
                  <a:pt x="13929" y="8836"/>
                  <a:pt x="10800" y="8836"/>
                  <a:pt x="10800" y="8836"/>
                </a:cubicBezTo>
                <a:close/>
                <a:moveTo>
                  <a:pt x="14400" y="19636"/>
                </a:moveTo>
                <a:cubicBezTo>
                  <a:pt x="14400" y="20179"/>
                  <a:pt x="13862" y="20618"/>
                  <a:pt x="13200" y="20618"/>
                </a:cubicBezTo>
                <a:lnTo>
                  <a:pt x="2400" y="20618"/>
                </a:lnTo>
                <a:cubicBezTo>
                  <a:pt x="1738" y="20618"/>
                  <a:pt x="1200" y="20179"/>
                  <a:pt x="1200" y="19636"/>
                </a:cubicBezTo>
                <a:lnTo>
                  <a:pt x="1200" y="6873"/>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3"/>
                </a:cubicBezTo>
                <a:lnTo>
                  <a:pt x="0" y="19636"/>
                </a:lnTo>
                <a:cubicBezTo>
                  <a:pt x="0" y="20721"/>
                  <a:pt x="1075" y="21600"/>
                  <a:pt x="2400" y="21600"/>
                </a:cubicBezTo>
                <a:lnTo>
                  <a:pt x="13200" y="21600"/>
                </a:lnTo>
                <a:cubicBezTo>
                  <a:pt x="14525" y="21600"/>
                  <a:pt x="15600" y="20721"/>
                  <a:pt x="15600" y="19636"/>
                </a:cubicBezTo>
                <a:lnTo>
                  <a:pt x="15600" y="8836"/>
                </a:lnTo>
                <a:lnTo>
                  <a:pt x="11400" y="4909"/>
                </a:lnTo>
                <a:cubicBezTo>
                  <a:pt x="11400" y="4909"/>
                  <a:pt x="2400" y="4909"/>
                  <a:pt x="2400" y="4909"/>
                </a:cubicBezTo>
                <a:close/>
                <a:moveTo>
                  <a:pt x="16800" y="3927"/>
                </a:moveTo>
                <a:lnTo>
                  <a:pt x="16800" y="1058"/>
                </a:lnTo>
                <a:lnTo>
                  <a:pt x="19929" y="3927"/>
                </a:lnTo>
                <a:cubicBezTo>
                  <a:pt x="19929" y="3927"/>
                  <a:pt x="16800" y="3927"/>
                  <a:pt x="16800" y="3927"/>
                </a:cubicBezTo>
                <a:close/>
                <a:moveTo>
                  <a:pt x="17400" y="0"/>
                </a:moveTo>
                <a:lnTo>
                  <a:pt x="8400" y="0"/>
                </a:lnTo>
                <a:cubicBezTo>
                  <a:pt x="7075" y="0"/>
                  <a:pt x="6000" y="879"/>
                  <a:pt x="6000" y="1964"/>
                </a:cubicBezTo>
                <a:lnTo>
                  <a:pt x="6000" y="3436"/>
                </a:lnTo>
                <a:cubicBezTo>
                  <a:pt x="6000" y="3708"/>
                  <a:pt x="6268" y="3927"/>
                  <a:pt x="6600" y="3927"/>
                </a:cubicBezTo>
                <a:cubicBezTo>
                  <a:pt x="6932"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8" y="15709"/>
                  <a:pt x="16800" y="15929"/>
                  <a:pt x="16800" y="16200"/>
                </a:cubicBezTo>
                <a:cubicBezTo>
                  <a:pt x="16800" y="16472"/>
                  <a:pt x="17068" y="16691"/>
                  <a:pt x="17400" y="16691"/>
                </a:cubicBezTo>
                <a:lnTo>
                  <a:pt x="19200" y="16691"/>
                </a:lnTo>
                <a:cubicBezTo>
                  <a:pt x="20525" y="16691"/>
                  <a:pt x="21600" y="15812"/>
                  <a:pt x="21600" y="14727"/>
                </a:cubicBezTo>
                <a:lnTo>
                  <a:pt x="21600" y="3927"/>
                </a:lnTo>
                <a:cubicBezTo>
                  <a:pt x="21600" y="3927"/>
                  <a:pt x="17400" y="0"/>
                  <a:pt x="17400" y="0"/>
                </a:cubicBezTo>
                <a:close/>
                <a:moveTo>
                  <a:pt x="3600" y="12273"/>
                </a:moveTo>
                <a:cubicBezTo>
                  <a:pt x="3600" y="12544"/>
                  <a:pt x="3868" y="12764"/>
                  <a:pt x="4200" y="12764"/>
                </a:cubicBezTo>
                <a:lnTo>
                  <a:pt x="11400" y="12764"/>
                </a:lnTo>
                <a:cubicBezTo>
                  <a:pt x="11732" y="12764"/>
                  <a:pt x="12000" y="12544"/>
                  <a:pt x="12000" y="12273"/>
                </a:cubicBezTo>
                <a:cubicBezTo>
                  <a:pt x="12000" y="12002"/>
                  <a:pt x="11732" y="11782"/>
                  <a:pt x="11400" y="11782"/>
                </a:cubicBezTo>
                <a:lnTo>
                  <a:pt x="4200" y="11782"/>
                </a:lnTo>
                <a:cubicBezTo>
                  <a:pt x="3868" y="11782"/>
                  <a:pt x="3600" y="12002"/>
                  <a:pt x="3600" y="12273"/>
                </a:cubicBezTo>
                <a:moveTo>
                  <a:pt x="4200" y="9818"/>
                </a:moveTo>
                <a:lnTo>
                  <a:pt x="6600" y="9818"/>
                </a:lnTo>
                <a:cubicBezTo>
                  <a:pt x="6932" y="9818"/>
                  <a:pt x="7200" y="9599"/>
                  <a:pt x="7200" y="9327"/>
                </a:cubicBezTo>
                <a:cubicBezTo>
                  <a:pt x="7200" y="9056"/>
                  <a:pt x="6932" y="8836"/>
                  <a:pt x="6600" y="8836"/>
                </a:cubicBezTo>
                <a:lnTo>
                  <a:pt x="4200" y="8836"/>
                </a:lnTo>
                <a:cubicBezTo>
                  <a:pt x="3868" y="8836"/>
                  <a:pt x="3600" y="9056"/>
                  <a:pt x="3600" y="9327"/>
                </a:cubicBezTo>
                <a:cubicBezTo>
                  <a:pt x="3600" y="9599"/>
                  <a:pt x="3868" y="9818"/>
                  <a:pt x="4200" y="9818"/>
                </a:cubicBezTo>
                <a:moveTo>
                  <a:pt x="9000" y="17673"/>
                </a:moveTo>
                <a:lnTo>
                  <a:pt x="4200" y="17673"/>
                </a:lnTo>
                <a:cubicBezTo>
                  <a:pt x="3868" y="17673"/>
                  <a:pt x="3600" y="17893"/>
                  <a:pt x="3600" y="18164"/>
                </a:cubicBezTo>
                <a:cubicBezTo>
                  <a:pt x="3600" y="18435"/>
                  <a:pt x="3868" y="18655"/>
                  <a:pt x="4200" y="18655"/>
                </a:cubicBezTo>
                <a:lnTo>
                  <a:pt x="9000" y="18655"/>
                </a:lnTo>
                <a:cubicBezTo>
                  <a:pt x="9332" y="18655"/>
                  <a:pt x="9600" y="18435"/>
                  <a:pt x="9600" y="18164"/>
                </a:cubicBezTo>
                <a:cubicBezTo>
                  <a:pt x="9600" y="17893"/>
                  <a:pt x="9332" y="17673"/>
                  <a:pt x="9000" y="17673"/>
                </a:cubicBezTo>
                <a:moveTo>
                  <a:pt x="11400" y="14727"/>
                </a:moveTo>
                <a:lnTo>
                  <a:pt x="4200" y="14727"/>
                </a:lnTo>
                <a:cubicBezTo>
                  <a:pt x="3868" y="14727"/>
                  <a:pt x="3600" y="14947"/>
                  <a:pt x="3600" y="15218"/>
                </a:cubicBezTo>
                <a:cubicBezTo>
                  <a:pt x="3600" y="15490"/>
                  <a:pt x="3868" y="15709"/>
                  <a:pt x="4200" y="15709"/>
                </a:cubicBezTo>
                <a:lnTo>
                  <a:pt x="11400" y="15709"/>
                </a:lnTo>
                <a:cubicBezTo>
                  <a:pt x="11732" y="15709"/>
                  <a:pt x="12000" y="15490"/>
                  <a:pt x="12000" y="15218"/>
                </a:cubicBezTo>
                <a:cubicBezTo>
                  <a:pt x="12000" y="14947"/>
                  <a:pt x="11732" y="14727"/>
                  <a:pt x="11400" y="147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2" name="Shape 2534">
            <a:extLst>
              <a:ext uri="{FF2B5EF4-FFF2-40B4-BE49-F238E27FC236}">
                <a16:creationId xmlns:a16="http://schemas.microsoft.com/office/drawing/2014/main" id="{1CEE5313-3C13-2A6E-3AE8-0D4D1F78F00F}"/>
              </a:ext>
            </a:extLst>
          </p:cNvPr>
          <p:cNvSpPr/>
          <p:nvPr/>
        </p:nvSpPr>
        <p:spPr>
          <a:xfrm>
            <a:off x="5696054" y="1339493"/>
            <a:ext cx="228541" cy="279337"/>
          </a:xfrm>
          <a:custGeom>
            <a:avLst/>
            <a:gdLst/>
            <a:ahLst/>
            <a:cxnLst>
              <a:cxn ang="0">
                <a:pos x="wd2" y="hd2"/>
              </a:cxn>
              <a:cxn ang="5400000">
                <a:pos x="wd2" y="hd2"/>
              </a:cxn>
              <a:cxn ang="10800000">
                <a:pos x="wd2" y="hd2"/>
              </a:cxn>
              <a:cxn ang="16200000">
                <a:pos x="wd2" y="hd2"/>
              </a:cxn>
            </a:cxnLst>
            <a:rect l="0" t="0" r="r" b="b"/>
            <a:pathLst>
              <a:path w="21600" h="21600" extrusionOk="0">
                <a:moveTo>
                  <a:pt x="14400" y="5891"/>
                </a:moveTo>
                <a:lnTo>
                  <a:pt x="14400" y="982"/>
                </a:lnTo>
                <a:lnTo>
                  <a:pt x="15000" y="982"/>
                </a:lnTo>
                <a:lnTo>
                  <a:pt x="20400" y="5891"/>
                </a:lnTo>
                <a:cubicBezTo>
                  <a:pt x="20400" y="5891"/>
                  <a:pt x="14400" y="5891"/>
                  <a:pt x="14400" y="5891"/>
                </a:cubicBezTo>
                <a:close/>
                <a:moveTo>
                  <a:pt x="20400" y="19636"/>
                </a:moveTo>
                <a:cubicBezTo>
                  <a:pt x="20400" y="20178"/>
                  <a:pt x="19862" y="20617"/>
                  <a:pt x="19200" y="20617"/>
                </a:cubicBezTo>
                <a:lnTo>
                  <a:pt x="2400" y="20617"/>
                </a:lnTo>
                <a:cubicBezTo>
                  <a:pt x="1738" y="20617"/>
                  <a:pt x="1200" y="20178"/>
                  <a:pt x="1200" y="19636"/>
                </a:cubicBezTo>
                <a:lnTo>
                  <a:pt x="1200" y="1964"/>
                </a:lnTo>
                <a:cubicBezTo>
                  <a:pt x="1200" y="1422"/>
                  <a:pt x="1738" y="982"/>
                  <a:pt x="2400" y="982"/>
                </a:cubicBezTo>
                <a:lnTo>
                  <a:pt x="13200" y="982"/>
                </a:lnTo>
                <a:lnTo>
                  <a:pt x="13200" y="5891"/>
                </a:lnTo>
                <a:cubicBezTo>
                  <a:pt x="13200" y="6433"/>
                  <a:pt x="13738"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5400"/>
                </a:lnTo>
                <a:cubicBezTo>
                  <a:pt x="21600" y="5400"/>
                  <a:pt x="15600" y="0"/>
                  <a:pt x="15600" y="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3" name="Shape 2535">
            <a:extLst>
              <a:ext uri="{FF2B5EF4-FFF2-40B4-BE49-F238E27FC236}">
                <a16:creationId xmlns:a16="http://schemas.microsoft.com/office/drawing/2014/main" id="{73F78F8F-9F2F-3D61-1236-B7B38538C270}"/>
              </a:ext>
            </a:extLst>
          </p:cNvPr>
          <p:cNvSpPr/>
          <p:nvPr/>
        </p:nvSpPr>
        <p:spPr>
          <a:xfrm>
            <a:off x="896704" y="1872755"/>
            <a:ext cx="228541" cy="279337"/>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6"/>
                </a:lnTo>
                <a:lnTo>
                  <a:pt x="13928" y="8836"/>
                </a:lnTo>
                <a:cubicBezTo>
                  <a:pt x="13928" y="8836"/>
                  <a:pt x="10800" y="8836"/>
                  <a:pt x="10800" y="8836"/>
                </a:cubicBezTo>
                <a:close/>
                <a:moveTo>
                  <a:pt x="14400" y="19636"/>
                </a:moveTo>
                <a:cubicBezTo>
                  <a:pt x="14400" y="20178"/>
                  <a:pt x="13862" y="20617"/>
                  <a:pt x="13200" y="20617"/>
                </a:cubicBezTo>
                <a:lnTo>
                  <a:pt x="2400" y="20617"/>
                </a:lnTo>
                <a:cubicBezTo>
                  <a:pt x="1738" y="20617"/>
                  <a:pt x="1200" y="20178"/>
                  <a:pt x="1200" y="19636"/>
                </a:cubicBezTo>
                <a:lnTo>
                  <a:pt x="1200" y="6872"/>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2"/>
                </a:cubicBezTo>
                <a:lnTo>
                  <a:pt x="0" y="19636"/>
                </a:lnTo>
                <a:cubicBezTo>
                  <a:pt x="0" y="20720"/>
                  <a:pt x="1075" y="21600"/>
                  <a:pt x="2400" y="21600"/>
                </a:cubicBezTo>
                <a:lnTo>
                  <a:pt x="13200" y="21600"/>
                </a:lnTo>
                <a:cubicBezTo>
                  <a:pt x="14525" y="21600"/>
                  <a:pt x="15600" y="20720"/>
                  <a:pt x="15600" y="19636"/>
                </a:cubicBezTo>
                <a:lnTo>
                  <a:pt x="15600" y="8836"/>
                </a:lnTo>
                <a:lnTo>
                  <a:pt x="11400" y="4909"/>
                </a:lnTo>
                <a:cubicBezTo>
                  <a:pt x="11400" y="4909"/>
                  <a:pt x="2400" y="4909"/>
                  <a:pt x="2400" y="4909"/>
                </a:cubicBezTo>
                <a:close/>
                <a:moveTo>
                  <a:pt x="16800" y="3927"/>
                </a:moveTo>
                <a:lnTo>
                  <a:pt x="16800" y="1058"/>
                </a:lnTo>
                <a:lnTo>
                  <a:pt x="19928" y="3927"/>
                </a:lnTo>
                <a:cubicBezTo>
                  <a:pt x="19928" y="3927"/>
                  <a:pt x="16800" y="3927"/>
                  <a:pt x="16800" y="3927"/>
                </a:cubicBezTo>
                <a:close/>
                <a:moveTo>
                  <a:pt x="17400" y="0"/>
                </a:moveTo>
                <a:lnTo>
                  <a:pt x="8400" y="0"/>
                </a:lnTo>
                <a:cubicBezTo>
                  <a:pt x="7075" y="0"/>
                  <a:pt x="6000" y="879"/>
                  <a:pt x="6000" y="1964"/>
                </a:cubicBezTo>
                <a:lnTo>
                  <a:pt x="6000" y="3436"/>
                </a:lnTo>
                <a:cubicBezTo>
                  <a:pt x="6000" y="3708"/>
                  <a:pt x="6269" y="3927"/>
                  <a:pt x="6600" y="3927"/>
                </a:cubicBezTo>
                <a:cubicBezTo>
                  <a:pt x="6931"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9" y="15709"/>
                  <a:pt x="16800" y="15929"/>
                  <a:pt x="16800" y="16199"/>
                </a:cubicBezTo>
                <a:cubicBezTo>
                  <a:pt x="16800" y="16471"/>
                  <a:pt x="17069" y="16690"/>
                  <a:pt x="17400" y="16690"/>
                </a:cubicBezTo>
                <a:lnTo>
                  <a:pt x="19200" y="16690"/>
                </a:lnTo>
                <a:cubicBezTo>
                  <a:pt x="20525" y="16690"/>
                  <a:pt x="21600" y="15811"/>
                  <a:pt x="21600" y="14727"/>
                </a:cubicBezTo>
                <a:lnTo>
                  <a:pt x="21600" y="3927"/>
                </a:lnTo>
                <a:cubicBezTo>
                  <a:pt x="21600" y="3927"/>
                  <a:pt x="17400" y="0"/>
                  <a:pt x="17400" y="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4" name="Shape 2536">
            <a:extLst>
              <a:ext uri="{FF2B5EF4-FFF2-40B4-BE49-F238E27FC236}">
                <a16:creationId xmlns:a16="http://schemas.microsoft.com/office/drawing/2014/main" id="{69FDA6F6-B6CA-C1CC-D66E-E6C44A109C45}"/>
              </a:ext>
            </a:extLst>
          </p:cNvPr>
          <p:cNvSpPr/>
          <p:nvPr/>
        </p:nvSpPr>
        <p:spPr>
          <a:xfrm>
            <a:off x="1404572" y="187275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4418" y="11782"/>
                </a:moveTo>
                <a:lnTo>
                  <a:pt x="14236" y="11782"/>
                </a:lnTo>
                <a:cubicBezTo>
                  <a:pt x="14507" y="11782"/>
                  <a:pt x="14727" y="11562"/>
                  <a:pt x="14727" y="11291"/>
                </a:cubicBezTo>
                <a:cubicBezTo>
                  <a:pt x="14727" y="11020"/>
                  <a:pt x="14507" y="10800"/>
                  <a:pt x="14236" y="10800"/>
                </a:cubicBezTo>
                <a:lnTo>
                  <a:pt x="4418" y="10800"/>
                </a:lnTo>
                <a:cubicBezTo>
                  <a:pt x="4147" y="10800"/>
                  <a:pt x="3927" y="11020"/>
                  <a:pt x="3927" y="11291"/>
                </a:cubicBezTo>
                <a:cubicBezTo>
                  <a:pt x="3927" y="11562"/>
                  <a:pt x="4147" y="11782"/>
                  <a:pt x="4418" y="11782"/>
                </a:cubicBezTo>
                <a:moveTo>
                  <a:pt x="20618" y="20618"/>
                </a:moveTo>
                <a:lnTo>
                  <a:pt x="5891" y="20618"/>
                </a:lnTo>
                <a:lnTo>
                  <a:pt x="5891" y="16200"/>
                </a:lnTo>
                <a:cubicBezTo>
                  <a:pt x="5891" y="15929"/>
                  <a:pt x="5671" y="15709"/>
                  <a:pt x="5400" y="15709"/>
                </a:cubicBezTo>
                <a:lnTo>
                  <a:pt x="982" y="15709"/>
                </a:lnTo>
                <a:lnTo>
                  <a:pt x="982" y="982"/>
                </a:lnTo>
                <a:lnTo>
                  <a:pt x="20618" y="982"/>
                </a:lnTo>
                <a:cubicBezTo>
                  <a:pt x="20618" y="982"/>
                  <a:pt x="20618" y="20618"/>
                  <a:pt x="20618" y="20618"/>
                </a:cubicBezTo>
                <a:close/>
                <a:moveTo>
                  <a:pt x="4909" y="20127"/>
                </a:moveTo>
                <a:lnTo>
                  <a:pt x="1473" y="16691"/>
                </a:lnTo>
                <a:lnTo>
                  <a:pt x="4909" y="16691"/>
                </a:lnTo>
                <a:cubicBezTo>
                  <a:pt x="4909" y="16691"/>
                  <a:pt x="4909" y="20127"/>
                  <a:pt x="4909" y="20127"/>
                </a:cubicBezTo>
                <a:close/>
                <a:moveTo>
                  <a:pt x="20618" y="0"/>
                </a:moveTo>
                <a:lnTo>
                  <a:pt x="982" y="0"/>
                </a:lnTo>
                <a:cubicBezTo>
                  <a:pt x="440" y="0"/>
                  <a:pt x="0" y="440"/>
                  <a:pt x="0" y="982"/>
                </a:cubicBezTo>
                <a:lnTo>
                  <a:pt x="0" y="16691"/>
                </a:lnTo>
                <a:lnTo>
                  <a:pt x="4909" y="21600"/>
                </a:lnTo>
                <a:lnTo>
                  <a:pt x="20618" y="21600"/>
                </a:lnTo>
                <a:cubicBezTo>
                  <a:pt x="21160" y="21600"/>
                  <a:pt x="21600" y="21161"/>
                  <a:pt x="21600" y="20618"/>
                </a:cubicBezTo>
                <a:lnTo>
                  <a:pt x="21600" y="982"/>
                </a:lnTo>
                <a:cubicBezTo>
                  <a:pt x="21600" y="440"/>
                  <a:pt x="21160" y="0"/>
                  <a:pt x="20618" y="0"/>
                </a:cubicBezTo>
                <a:moveTo>
                  <a:pt x="4418" y="8836"/>
                </a:moveTo>
                <a:lnTo>
                  <a:pt x="17182" y="8836"/>
                </a:lnTo>
                <a:cubicBezTo>
                  <a:pt x="17453" y="8836"/>
                  <a:pt x="17673" y="8617"/>
                  <a:pt x="17673" y="8345"/>
                </a:cubicBezTo>
                <a:cubicBezTo>
                  <a:pt x="17673" y="8075"/>
                  <a:pt x="17453" y="7855"/>
                  <a:pt x="17182" y="7855"/>
                </a:cubicBezTo>
                <a:lnTo>
                  <a:pt x="4418" y="7855"/>
                </a:lnTo>
                <a:cubicBezTo>
                  <a:pt x="4147" y="7855"/>
                  <a:pt x="3927" y="8075"/>
                  <a:pt x="3927" y="8345"/>
                </a:cubicBezTo>
                <a:cubicBezTo>
                  <a:pt x="3927" y="8617"/>
                  <a:pt x="4147" y="8836"/>
                  <a:pt x="4418" y="8836"/>
                </a:cubicBezTo>
                <a:moveTo>
                  <a:pt x="4418" y="5891"/>
                </a:moveTo>
                <a:lnTo>
                  <a:pt x="10309" y="5891"/>
                </a:lnTo>
                <a:cubicBezTo>
                  <a:pt x="10580" y="5891"/>
                  <a:pt x="10800" y="5672"/>
                  <a:pt x="10800" y="5400"/>
                </a:cubicBezTo>
                <a:cubicBezTo>
                  <a:pt x="10800" y="5129"/>
                  <a:pt x="10580" y="4909"/>
                  <a:pt x="10309" y="4909"/>
                </a:cubicBezTo>
                <a:lnTo>
                  <a:pt x="4418" y="4909"/>
                </a:lnTo>
                <a:cubicBezTo>
                  <a:pt x="4147" y="4909"/>
                  <a:pt x="3927" y="5129"/>
                  <a:pt x="3927" y="5400"/>
                </a:cubicBezTo>
                <a:cubicBezTo>
                  <a:pt x="3927" y="5672"/>
                  <a:pt x="4147" y="5891"/>
                  <a:pt x="4418" y="58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5" name="Shape 2537">
            <a:extLst>
              <a:ext uri="{FF2B5EF4-FFF2-40B4-BE49-F238E27FC236}">
                <a16:creationId xmlns:a16="http://schemas.microsoft.com/office/drawing/2014/main" id="{6C5542BA-E8A3-9A73-867E-02716B9770E2}"/>
              </a:ext>
            </a:extLst>
          </p:cNvPr>
          <p:cNvSpPr/>
          <p:nvPr/>
        </p:nvSpPr>
        <p:spPr>
          <a:xfrm>
            <a:off x="1963226" y="1872755"/>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4400" y="13745"/>
                </a:moveTo>
                <a:lnTo>
                  <a:pt x="3600" y="13745"/>
                </a:lnTo>
                <a:cubicBezTo>
                  <a:pt x="3269" y="13745"/>
                  <a:pt x="3000" y="13966"/>
                  <a:pt x="3000" y="14236"/>
                </a:cubicBezTo>
                <a:cubicBezTo>
                  <a:pt x="3000" y="14508"/>
                  <a:pt x="3269" y="14727"/>
                  <a:pt x="3600" y="14727"/>
                </a:cubicBezTo>
                <a:lnTo>
                  <a:pt x="14400" y="14727"/>
                </a:lnTo>
                <a:cubicBezTo>
                  <a:pt x="14731" y="14727"/>
                  <a:pt x="15000" y="14508"/>
                  <a:pt x="15000" y="14236"/>
                </a:cubicBezTo>
                <a:cubicBezTo>
                  <a:pt x="15000" y="13966"/>
                  <a:pt x="14731" y="13745"/>
                  <a:pt x="14400" y="13745"/>
                </a:cubicBezTo>
                <a:moveTo>
                  <a:pt x="3000" y="11291"/>
                </a:moveTo>
                <a:cubicBezTo>
                  <a:pt x="3000" y="11562"/>
                  <a:pt x="3269" y="11782"/>
                  <a:pt x="3600" y="11782"/>
                </a:cubicBezTo>
                <a:lnTo>
                  <a:pt x="18000" y="11782"/>
                </a:lnTo>
                <a:cubicBezTo>
                  <a:pt x="18331" y="11782"/>
                  <a:pt x="18600" y="11562"/>
                  <a:pt x="18600" y="11291"/>
                </a:cubicBezTo>
                <a:cubicBezTo>
                  <a:pt x="18600" y="11020"/>
                  <a:pt x="18331" y="10800"/>
                  <a:pt x="18000" y="10800"/>
                </a:cubicBezTo>
                <a:lnTo>
                  <a:pt x="3600" y="10800"/>
                </a:lnTo>
                <a:cubicBezTo>
                  <a:pt x="3269" y="10800"/>
                  <a:pt x="3000" y="11020"/>
                  <a:pt x="3000" y="11291"/>
                </a:cubicBezTo>
                <a:moveTo>
                  <a:pt x="20400" y="20618"/>
                </a:moveTo>
                <a:lnTo>
                  <a:pt x="6600" y="20618"/>
                </a:lnTo>
                <a:lnTo>
                  <a:pt x="1200" y="16200"/>
                </a:lnTo>
                <a:lnTo>
                  <a:pt x="1200" y="2945"/>
                </a:lnTo>
                <a:lnTo>
                  <a:pt x="4200" y="2945"/>
                </a:lnTo>
                <a:lnTo>
                  <a:pt x="4200" y="4418"/>
                </a:lnTo>
                <a:cubicBezTo>
                  <a:pt x="4200" y="4690"/>
                  <a:pt x="4469" y="4909"/>
                  <a:pt x="4800" y="4909"/>
                </a:cubicBezTo>
                <a:cubicBezTo>
                  <a:pt x="5131" y="4909"/>
                  <a:pt x="5400" y="4690"/>
                  <a:pt x="5400" y="4418"/>
                </a:cubicBezTo>
                <a:lnTo>
                  <a:pt x="5400" y="2945"/>
                </a:lnTo>
                <a:lnTo>
                  <a:pt x="6600" y="2945"/>
                </a:lnTo>
                <a:lnTo>
                  <a:pt x="6600" y="4418"/>
                </a:lnTo>
                <a:cubicBezTo>
                  <a:pt x="6600" y="4690"/>
                  <a:pt x="6869" y="4909"/>
                  <a:pt x="7200" y="4909"/>
                </a:cubicBezTo>
                <a:cubicBezTo>
                  <a:pt x="7531" y="4909"/>
                  <a:pt x="7800" y="4690"/>
                  <a:pt x="7800" y="4418"/>
                </a:cubicBezTo>
                <a:lnTo>
                  <a:pt x="7800" y="2945"/>
                </a:lnTo>
                <a:lnTo>
                  <a:pt x="9000" y="2945"/>
                </a:lnTo>
                <a:lnTo>
                  <a:pt x="9000" y="4418"/>
                </a:lnTo>
                <a:cubicBezTo>
                  <a:pt x="9000" y="4690"/>
                  <a:pt x="9269" y="4909"/>
                  <a:pt x="9600" y="4909"/>
                </a:cubicBezTo>
                <a:cubicBezTo>
                  <a:pt x="9931" y="4909"/>
                  <a:pt x="10200" y="4690"/>
                  <a:pt x="10200" y="4418"/>
                </a:cubicBezTo>
                <a:lnTo>
                  <a:pt x="10200" y="2945"/>
                </a:lnTo>
                <a:lnTo>
                  <a:pt x="11400" y="2945"/>
                </a:lnTo>
                <a:lnTo>
                  <a:pt x="11400" y="4418"/>
                </a:lnTo>
                <a:cubicBezTo>
                  <a:pt x="11400" y="4690"/>
                  <a:pt x="11669" y="4909"/>
                  <a:pt x="12000" y="4909"/>
                </a:cubicBezTo>
                <a:cubicBezTo>
                  <a:pt x="12331" y="4909"/>
                  <a:pt x="12600" y="4690"/>
                  <a:pt x="12600" y="4418"/>
                </a:cubicBezTo>
                <a:lnTo>
                  <a:pt x="12600" y="2945"/>
                </a:lnTo>
                <a:lnTo>
                  <a:pt x="13800" y="2945"/>
                </a:lnTo>
                <a:lnTo>
                  <a:pt x="13800" y="4418"/>
                </a:lnTo>
                <a:cubicBezTo>
                  <a:pt x="13800" y="4690"/>
                  <a:pt x="14069" y="4909"/>
                  <a:pt x="14400" y="4909"/>
                </a:cubicBezTo>
                <a:cubicBezTo>
                  <a:pt x="14731" y="4909"/>
                  <a:pt x="15000" y="4690"/>
                  <a:pt x="15000" y="4418"/>
                </a:cubicBezTo>
                <a:lnTo>
                  <a:pt x="15000" y="2945"/>
                </a:lnTo>
                <a:lnTo>
                  <a:pt x="16200" y="2945"/>
                </a:lnTo>
                <a:lnTo>
                  <a:pt x="16200" y="4418"/>
                </a:lnTo>
                <a:cubicBezTo>
                  <a:pt x="16200" y="4690"/>
                  <a:pt x="16469" y="4909"/>
                  <a:pt x="16800" y="4909"/>
                </a:cubicBezTo>
                <a:cubicBezTo>
                  <a:pt x="17131" y="4909"/>
                  <a:pt x="17400" y="4690"/>
                  <a:pt x="17400" y="4418"/>
                </a:cubicBezTo>
                <a:lnTo>
                  <a:pt x="17400" y="2945"/>
                </a:lnTo>
                <a:lnTo>
                  <a:pt x="20400" y="2945"/>
                </a:lnTo>
                <a:cubicBezTo>
                  <a:pt x="20400" y="2945"/>
                  <a:pt x="20400" y="20618"/>
                  <a:pt x="20400" y="20618"/>
                </a:cubicBezTo>
                <a:close/>
                <a:moveTo>
                  <a:pt x="1200" y="20618"/>
                </a:moveTo>
                <a:lnTo>
                  <a:pt x="1200" y="17673"/>
                </a:lnTo>
                <a:lnTo>
                  <a:pt x="4800" y="20618"/>
                </a:lnTo>
                <a:cubicBezTo>
                  <a:pt x="4800" y="20618"/>
                  <a:pt x="1200" y="20618"/>
                  <a:pt x="1200" y="20618"/>
                </a:cubicBezTo>
                <a:close/>
                <a:moveTo>
                  <a:pt x="20400" y="1964"/>
                </a:moveTo>
                <a:lnTo>
                  <a:pt x="17400" y="1964"/>
                </a:lnTo>
                <a:lnTo>
                  <a:pt x="17400" y="491"/>
                </a:lnTo>
                <a:cubicBezTo>
                  <a:pt x="17400" y="220"/>
                  <a:pt x="17131" y="0"/>
                  <a:pt x="16800" y="0"/>
                </a:cubicBezTo>
                <a:cubicBezTo>
                  <a:pt x="16469" y="0"/>
                  <a:pt x="16200" y="220"/>
                  <a:pt x="16200" y="491"/>
                </a:cubicBezTo>
                <a:lnTo>
                  <a:pt x="16200" y="1964"/>
                </a:lnTo>
                <a:lnTo>
                  <a:pt x="15000" y="1964"/>
                </a:lnTo>
                <a:lnTo>
                  <a:pt x="15000" y="491"/>
                </a:lnTo>
                <a:cubicBezTo>
                  <a:pt x="15000" y="220"/>
                  <a:pt x="14731" y="0"/>
                  <a:pt x="14400" y="0"/>
                </a:cubicBezTo>
                <a:cubicBezTo>
                  <a:pt x="14069" y="0"/>
                  <a:pt x="13800" y="220"/>
                  <a:pt x="13800" y="491"/>
                </a:cubicBezTo>
                <a:lnTo>
                  <a:pt x="13800" y="1964"/>
                </a:lnTo>
                <a:lnTo>
                  <a:pt x="12600" y="1964"/>
                </a:lnTo>
                <a:lnTo>
                  <a:pt x="12600" y="491"/>
                </a:lnTo>
                <a:cubicBezTo>
                  <a:pt x="12600" y="220"/>
                  <a:pt x="12331" y="0"/>
                  <a:pt x="12000" y="0"/>
                </a:cubicBezTo>
                <a:cubicBezTo>
                  <a:pt x="11669" y="0"/>
                  <a:pt x="11400" y="220"/>
                  <a:pt x="11400" y="491"/>
                </a:cubicBezTo>
                <a:lnTo>
                  <a:pt x="11400" y="1964"/>
                </a:lnTo>
                <a:lnTo>
                  <a:pt x="10200" y="1964"/>
                </a:lnTo>
                <a:lnTo>
                  <a:pt x="10200" y="491"/>
                </a:lnTo>
                <a:cubicBezTo>
                  <a:pt x="10200" y="220"/>
                  <a:pt x="9931" y="0"/>
                  <a:pt x="9600" y="0"/>
                </a:cubicBezTo>
                <a:cubicBezTo>
                  <a:pt x="9269" y="0"/>
                  <a:pt x="9000" y="220"/>
                  <a:pt x="9000" y="491"/>
                </a:cubicBezTo>
                <a:lnTo>
                  <a:pt x="9000" y="1964"/>
                </a:lnTo>
                <a:lnTo>
                  <a:pt x="7800" y="1964"/>
                </a:lnTo>
                <a:lnTo>
                  <a:pt x="7800" y="491"/>
                </a:lnTo>
                <a:cubicBezTo>
                  <a:pt x="7800" y="220"/>
                  <a:pt x="7531" y="0"/>
                  <a:pt x="7200" y="0"/>
                </a:cubicBezTo>
                <a:cubicBezTo>
                  <a:pt x="6869" y="0"/>
                  <a:pt x="6600" y="220"/>
                  <a:pt x="6600" y="491"/>
                </a:cubicBezTo>
                <a:lnTo>
                  <a:pt x="6600" y="1964"/>
                </a:lnTo>
                <a:lnTo>
                  <a:pt x="5400" y="1964"/>
                </a:lnTo>
                <a:lnTo>
                  <a:pt x="5400" y="491"/>
                </a:lnTo>
                <a:cubicBezTo>
                  <a:pt x="5400" y="220"/>
                  <a:pt x="5131" y="0"/>
                  <a:pt x="4800" y="0"/>
                </a:cubicBezTo>
                <a:cubicBezTo>
                  <a:pt x="4469" y="0"/>
                  <a:pt x="4200" y="220"/>
                  <a:pt x="4200" y="491"/>
                </a:cubicBezTo>
                <a:lnTo>
                  <a:pt x="4200" y="1964"/>
                </a:lnTo>
                <a:lnTo>
                  <a:pt x="1200" y="1964"/>
                </a:lnTo>
                <a:cubicBezTo>
                  <a:pt x="538" y="1964"/>
                  <a:pt x="0" y="2404"/>
                  <a:pt x="0" y="2945"/>
                </a:cubicBezTo>
                <a:lnTo>
                  <a:pt x="0" y="20618"/>
                </a:lnTo>
                <a:cubicBezTo>
                  <a:pt x="0" y="21161"/>
                  <a:pt x="538" y="21600"/>
                  <a:pt x="1200" y="21600"/>
                </a:cubicBezTo>
                <a:lnTo>
                  <a:pt x="20400" y="21600"/>
                </a:lnTo>
                <a:cubicBezTo>
                  <a:pt x="21062" y="21600"/>
                  <a:pt x="21600" y="21161"/>
                  <a:pt x="21600" y="20618"/>
                </a:cubicBezTo>
                <a:lnTo>
                  <a:pt x="21600" y="2945"/>
                </a:lnTo>
                <a:cubicBezTo>
                  <a:pt x="21600" y="2404"/>
                  <a:pt x="21062" y="1964"/>
                  <a:pt x="20400" y="1964"/>
                </a:cubicBezTo>
                <a:moveTo>
                  <a:pt x="3600" y="8836"/>
                </a:moveTo>
                <a:lnTo>
                  <a:pt x="10800" y="8836"/>
                </a:lnTo>
                <a:cubicBezTo>
                  <a:pt x="11131" y="8836"/>
                  <a:pt x="11400" y="8617"/>
                  <a:pt x="11400" y="8345"/>
                </a:cubicBezTo>
                <a:cubicBezTo>
                  <a:pt x="11400" y="8075"/>
                  <a:pt x="11131" y="7855"/>
                  <a:pt x="10800" y="7855"/>
                </a:cubicBezTo>
                <a:lnTo>
                  <a:pt x="3600" y="7855"/>
                </a:lnTo>
                <a:cubicBezTo>
                  <a:pt x="3269" y="7855"/>
                  <a:pt x="3000" y="8075"/>
                  <a:pt x="3000" y="8345"/>
                </a:cubicBezTo>
                <a:cubicBezTo>
                  <a:pt x="3000" y="8617"/>
                  <a:pt x="3269" y="8836"/>
                  <a:pt x="3600" y="88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6" name="Shape 2538">
            <a:extLst>
              <a:ext uri="{FF2B5EF4-FFF2-40B4-BE49-F238E27FC236}">
                <a16:creationId xmlns:a16="http://schemas.microsoft.com/office/drawing/2014/main" id="{C27A4A60-904F-54DD-C2CF-341CCD2D44BE}"/>
              </a:ext>
            </a:extLst>
          </p:cNvPr>
          <p:cNvSpPr/>
          <p:nvPr/>
        </p:nvSpPr>
        <p:spPr>
          <a:xfrm>
            <a:off x="2496487" y="1872755"/>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20400" y="5891"/>
                </a:moveTo>
                <a:lnTo>
                  <a:pt x="1200" y="5891"/>
                </a:lnTo>
                <a:lnTo>
                  <a:pt x="1200" y="3927"/>
                </a:lnTo>
                <a:lnTo>
                  <a:pt x="6000" y="3927"/>
                </a:lnTo>
                <a:cubicBezTo>
                  <a:pt x="6000" y="4469"/>
                  <a:pt x="6538" y="4909"/>
                  <a:pt x="7200" y="4909"/>
                </a:cubicBezTo>
                <a:lnTo>
                  <a:pt x="14400" y="4909"/>
                </a:lnTo>
                <a:cubicBezTo>
                  <a:pt x="15062" y="4909"/>
                  <a:pt x="15600" y="4469"/>
                  <a:pt x="15600" y="3927"/>
                </a:cubicBezTo>
                <a:lnTo>
                  <a:pt x="20400" y="3927"/>
                </a:lnTo>
                <a:cubicBezTo>
                  <a:pt x="20400" y="3927"/>
                  <a:pt x="20400" y="5891"/>
                  <a:pt x="20400" y="5891"/>
                </a:cubicBezTo>
                <a:close/>
                <a:moveTo>
                  <a:pt x="20400" y="20618"/>
                </a:moveTo>
                <a:lnTo>
                  <a:pt x="1200" y="20618"/>
                </a:lnTo>
                <a:lnTo>
                  <a:pt x="1200" y="6873"/>
                </a:lnTo>
                <a:lnTo>
                  <a:pt x="20400" y="6873"/>
                </a:lnTo>
                <a:cubicBezTo>
                  <a:pt x="20400" y="6873"/>
                  <a:pt x="20400" y="20618"/>
                  <a:pt x="20400" y="20618"/>
                </a:cubicBezTo>
                <a:close/>
                <a:moveTo>
                  <a:pt x="7200" y="1964"/>
                </a:moveTo>
                <a:lnTo>
                  <a:pt x="14400" y="1964"/>
                </a:lnTo>
                <a:lnTo>
                  <a:pt x="14400" y="3927"/>
                </a:lnTo>
                <a:lnTo>
                  <a:pt x="7200" y="3927"/>
                </a:lnTo>
                <a:cubicBezTo>
                  <a:pt x="7200" y="3927"/>
                  <a:pt x="7200" y="1964"/>
                  <a:pt x="7200" y="1964"/>
                </a:cubicBezTo>
                <a:close/>
                <a:moveTo>
                  <a:pt x="20400" y="2945"/>
                </a:moveTo>
                <a:lnTo>
                  <a:pt x="15600" y="2945"/>
                </a:lnTo>
                <a:lnTo>
                  <a:pt x="15600" y="1964"/>
                </a:lnTo>
                <a:cubicBezTo>
                  <a:pt x="15600" y="1422"/>
                  <a:pt x="15062" y="982"/>
                  <a:pt x="14400" y="982"/>
                </a:cubicBezTo>
                <a:lnTo>
                  <a:pt x="12000" y="982"/>
                </a:lnTo>
                <a:cubicBezTo>
                  <a:pt x="12000" y="440"/>
                  <a:pt x="11462" y="0"/>
                  <a:pt x="10800" y="0"/>
                </a:cubicBezTo>
                <a:cubicBezTo>
                  <a:pt x="10138" y="0"/>
                  <a:pt x="9600" y="440"/>
                  <a:pt x="9600" y="982"/>
                </a:cubicBezTo>
                <a:lnTo>
                  <a:pt x="7200" y="982"/>
                </a:lnTo>
                <a:cubicBezTo>
                  <a:pt x="6538" y="982"/>
                  <a:pt x="6000" y="1422"/>
                  <a:pt x="6000" y="1964"/>
                </a:cubicBezTo>
                <a:lnTo>
                  <a:pt x="6000" y="2945"/>
                </a:lnTo>
                <a:lnTo>
                  <a:pt x="1200" y="2945"/>
                </a:lnTo>
                <a:cubicBezTo>
                  <a:pt x="538" y="2945"/>
                  <a:pt x="0" y="3386"/>
                  <a:pt x="0" y="3927"/>
                </a:cubicBezTo>
                <a:lnTo>
                  <a:pt x="0" y="20618"/>
                </a:lnTo>
                <a:cubicBezTo>
                  <a:pt x="0" y="21160"/>
                  <a:pt x="538" y="21600"/>
                  <a:pt x="1200" y="21600"/>
                </a:cubicBezTo>
                <a:lnTo>
                  <a:pt x="20400" y="21600"/>
                </a:lnTo>
                <a:cubicBezTo>
                  <a:pt x="21062" y="21600"/>
                  <a:pt x="21600" y="21160"/>
                  <a:pt x="21600" y="20618"/>
                </a:cubicBezTo>
                <a:lnTo>
                  <a:pt x="21600" y="3927"/>
                </a:lnTo>
                <a:cubicBezTo>
                  <a:pt x="21600" y="3386"/>
                  <a:pt x="21062" y="2945"/>
                  <a:pt x="20400" y="2945"/>
                </a:cubicBezTo>
                <a:moveTo>
                  <a:pt x="4200" y="16691"/>
                </a:moveTo>
                <a:lnTo>
                  <a:pt x="15000" y="16691"/>
                </a:lnTo>
                <a:cubicBezTo>
                  <a:pt x="15331" y="16691"/>
                  <a:pt x="15600" y="16472"/>
                  <a:pt x="15600" y="16200"/>
                </a:cubicBezTo>
                <a:cubicBezTo>
                  <a:pt x="15600" y="15929"/>
                  <a:pt x="15331" y="15709"/>
                  <a:pt x="15000" y="15709"/>
                </a:cubicBezTo>
                <a:lnTo>
                  <a:pt x="4200" y="15709"/>
                </a:lnTo>
                <a:cubicBezTo>
                  <a:pt x="3869" y="15709"/>
                  <a:pt x="3600" y="15929"/>
                  <a:pt x="3600" y="16200"/>
                </a:cubicBezTo>
                <a:cubicBezTo>
                  <a:pt x="3600" y="16472"/>
                  <a:pt x="3869" y="16691"/>
                  <a:pt x="4200" y="16691"/>
                </a:cubicBezTo>
                <a:moveTo>
                  <a:pt x="4200" y="13745"/>
                </a:moveTo>
                <a:lnTo>
                  <a:pt x="17400" y="13745"/>
                </a:lnTo>
                <a:cubicBezTo>
                  <a:pt x="17731" y="13745"/>
                  <a:pt x="18000" y="13526"/>
                  <a:pt x="18000" y="13255"/>
                </a:cubicBezTo>
                <a:cubicBezTo>
                  <a:pt x="18000" y="12984"/>
                  <a:pt x="17731" y="12764"/>
                  <a:pt x="17400" y="12764"/>
                </a:cubicBezTo>
                <a:lnTo>
                  <a:pt x="4200" y="12764"/>
                </a:lnTo>
                <a:cubicBezTo>
                  <a:pt x="3869" y="12764"/>
                  <a:pt x="3600" y="12984"/>
                  <a:pt x="3600" y="13255"/>
                </a:cubicBezTo>
                <a:cubicBezTo>
                  <a:pt x="3600" y="13526"/>
                  <a:pt x="3869" y="13745"/>
                  <a:pt x="4200" y="13745"/>
                </a:cubicBezTo>
                <a:moveTo>
                  <a:pt x="4200" y="10800"/>
                </a:moveTo>
                <a:lnTo>
                  <a:pt x="11400" y="10800"/>
                </a:lnTo>
                <a:cubicBezTo>
                  <a:pt x="11731" y="10800"/>
                  <a:pt x="12000" y="10581"/>
                  <a:pt x="12000" y="10309"/>
                </a:cubicBezTo>
                <a:cubicBezTo>
                  <a:pt x="12000" y="10038"/>
                  <a:pt x="11731" y="9818"/>
                  <a:pt x="11400" y="9818"/>
                </a:cubicBezTo>
                <a:lnTo>
                  <a:pt x="4200" y="9818"/>
                </a:lnTo>
                <a:cubicBezTo>
                  <a:pt x="3869" y="9818"/>
                  <a:pt x="3600" y="10038"/>
                  <a:pt x="3600" y="10309"/>
                </a:cubicBezTo>
                <a:cubicBezTo>
                  <a:pt x="3600" y="10581"/>
                  <a:pt x="3869" y="10800"/>
                  <a:pt x="4200" y="10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7" name="Shape 2539">
            <a:extLst>
              <a:ext uri="{FF2B5EF4-FFF2-40B4-BE49-F238E27FC236}">
                <a16:creationId xmlns:a16="http://schemas.microsoft.com/office/drawing/2014/main" id="{01B45C61-1FFE-8621-D219-24270625A2F6}"/>
              </a:ext>
            </a:extLst>
          </p:cNvPr>
          <p:cNvSpPr/>
          <p:nvPr/>
        </p:nvSpPr>
        <p:spPr>
          <a:xfrm>
            <a:off x="3004355" y="1917193"/>
            <a:ext cx="279328" cy="190451"/>
          </a:xfrm>
          <a:custGeom>
            <a:avLst/>
            <a:gdLst/>
            <a:ahLst/>
            <a:cxnLst>
              <a:cxn ang="0">
                <a:pos x="wd2" y="hd2"/>
              </a:cxn>
              <a:cxn ang="5400000">
                <a:pos x="wd2" y="hd2"/>
              </a:cxn>
              <a:cxn ang="10800000">
                <a:pos x="wd2" y="hd2"/>
              </a:cxn>
              <a:cxn ang="16200000">
                <a:pos x="wd2" y="hd2"/>
              </a:cxn>
            </a:cxnLst>
            <a:rect l="0" t="0" r="r" b="b"/>
            <a:pathLst>
              <a:path w="21600" h="21600" extrusionOk="0">
                <a:moveTo>
                  <a:pt x="21600" y="720"/>
                </a:moveTo>
                <a:cubicBezTo>
                  <a:pt x="21600" y="323"/>
                  <a:pt x="21380" y="0"/>
                  <a:pt x="21109" y="0"/>
                </a:cubicBezTo>
                <a:cubicBezTo>
                  <a:pt x="20969" y="0"/>
                  <a:pt x="20845" y="88"/>
                  <a:pt x="20756" y="226"/>
                </a:cubicBezTo>
                <a:lnTo>
                  <a:pt x="20754" y="223"/>
                </a:lnTo>
                <a:lnTo>
                  <a:pt x="7848" y="19853"/>
                </a:lnTo>
                <a:lnTo>
                  <a:pt x="838" y="9571"/>
                </a:lnTo>
                <a:cubicBezTo>
                  <a:pt x="749" y="9441"/>
                  <a:pt x="626" y="9360"/>
                  <a:pt x="491" y="9360"/>
                </a:cubicBezTo>
                <a:cubicBezTo>
                  <a:pt x="220" y="9360"/>
                  <a:pt x="0" y="9683"/>
                  <a:pt x="0" y="10080"/>
                </a:cubicBezTo>
                <a:cubicBezTo>
                  <a:pt x="0" y="10279"/>
                  <a:pt x="55" y="10459"/>
                  <a:pt x="144" y="10589"/>
                </a:cubicBezTo>
                <a:lnTo>
                  <a:pt x="7507" y="21390"/>
                </a:lnTo>
                <a:cubicBezTo>
                  <a:pt x="7596" y="21520"/>
                  <a:pt x="7719" y="21600"/>
                  <a:pt x="7855" y="21600"/>
                </a:cubicBezTo>
                <a:cubicBezTo>
                  <a:pt x="7995" y="21600"/>
                  <a:pt x="8119" y="21513"/>
                  <a:pt x="8208" y="21376"/>
                </a:cubicBezTo>
                <a:lnTo>
                  <a:pt x="8210" y="21377"/>
                </a:lnTo>
                <a:lnTo>
                  <a:pt x="21465" y="1217"/>
                </a:lnTo>
                <a:lnTo>
                  <a:pt x="21462" y="1215"/>
                </a:lnTo>
                <a:cubicBezTo>
                  <a:pt x="21547" y="1087"/>
                  <a:pt x="21600" y="913"/>
                  <a:pt x="21600" y="72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8" name="Shape 2540">
            <a:extLst>
              <a:ext uri="{FF2B5EF4-FFF2-40B4-BE49-F238E27FC236}">
                <a16:creationId xmlns:a16="http://schemas.microsoft.com/office/drawing/2014/main" id="{ABCD94F9-4AE1-2210-E2AD-5A1ECB26509A}"/>
              </a:ext>
            </a:extLst>
          </p:cNvPr>
          <p:cNvSpPr/>
          <p:nvPr/>
        </p:nvSpPr>
        <p:spPr>
          <a:xfrm>
            <a:off x="3537616" y="187275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732" y="6661"/>
                </a:moveTo>
                <a:cubicBezTo>
                  <a:pt x="20540" y="6471"/>
                  <a:pt x="20228" y="6473"/>
                  <a:pt x="20038" y="6667"/>
                </a:cubicBezTo>
                <a:cubicBezTo>
                  <a:pt x="19903" y="6804"/>
                  <a:pt x="19870" y="7000"/>
                  <a:pt x="19929" y="7171"/>
                </a:cubicBezTo>
                <a:lnTo>
                  <a:pt x="19918" y="7175"/>
                </a:lnTo>
                <a:cubicBezTo>
                  <a:pt x="20365" y="8298"/>
                  <a:pt x="20618" y="9518"/>
                  <a:pt x="20618" y="10800"/>
                </a:cubicBezTo>
                <a:cubicBezTo>
                  <a:pt x="20618" y="16223"/>
                  <a:pt x="16223" y="20618"/>
                  <a:pt x="10800" y="20618"/>
                </a:cubicBezTo>
                <a:cubicBezTo>
                  <a:pt x="5378" y="20618"/>
                  <a:pt x="982" y="16223"/>
                  <a:pt x="982" y="10800"/>
                </a:cubicBezTo>
                <a:cubicBezTo>
                  <a:pt x="982" y="5377"/>
                  <a:pt x="5378" y="982"/>
                  <a:pt x="10800" y="982"/>
                </a:cubicBezTo>
                <a:cubicBezTo>
                  <a:pt x="13575" y="982"/>
                  <a:pt x="16077" y="2136"/>
                  <a:pt x="17862" y="3989"/>
                </a:cubicBezTo>
                <a:lnTo>
                  <a:pt x="17868" y="3982"/>
                </a:lnTo>
                <a:cubicBezTo>
                  <a:pt x="18062" y="4157"/>
                  <a:pt x="18359" y="4153"/>
                  <a:pt x="18544" y="3965"/>
                </a:cubicBezTo>
                <a:cubicBezTo>
                  <a:pt x="18734" y="3771"/>
                  <a:pt x="18732" y="3461"/>
                  <a:pt x="18539" y="3270"/>
                </a:cubicBezTo>
                <a:cubicBezTo>
                  <a:pt x="18520" y="3252"/>
                  <a:pt x="18496" y="3244"/>
                  <a:pt x="18476" y="3230"/>
                </a:cubicBezTo>
                <a:cubicBezTo>
                  <a:pt x="16521" y="1241"/>
                  <a:pt x="13810" y="0"/>
                  <a:pt x="10800" y="0"/>
                </a:cubicBezTo>
                <a:cubicBezTo>
                  <a:pt x="4835" y="0"/>
                  <a:pt x="0" y="4835"/>
                  <a:pt x="0" y="10800"/>
                </a:cubicBezTo>
                <a:cubicBezTo>
                  <a:pt x="0" y="16764"/>
                  <a:pt x="4835" y="21600"/>
                  <a:pt x="10800" y="21600"/>
                </a:cubicBezTo>
                <a:cubicBezTo>
                  <a:pt x="16765" y="21600"/>
                  <a:pt x="21600" y="16764"/>
                  <a:pt x="21600" y="10800"/>
                </a:cubicBezTo>
                <a:cubicBezTo>
                  <a:pt x="21600" y="9412"/>
                  <a:pt x="21329" y="8089"/>
                  <a:pt x="20851" y="6869"/>
                </a:cubicBezTo>
                <a:cubicBezTo>
                  <a:pt x="20828" y="6794"/>
                  <a:pt x="20793" y="6721"/>
                  <a:pt x="20732" y="6661"/>
                </a:cubicBezTo>
                <a:moveTo>
                  <a:pt x="10792" y="13534"/>
                </a:moveTo>
                <a:lnTo>
                  <a:pt x="6238" y="8980"/>
                </a:lnTo>
                <a:cubicBezTo>
                  <a:pt x="6149" y="8891"/>
                  <a:pt x="6027" y="8836"/>
                  <a:pt x="5891" y="8836"/>
                </a:cubicBezTo>
                <a:cubicBezTo>
                  <a:pt x="5620" y="8836"/>
                  <a:pt x="5400" y="9056"/>
                  <a:pt x="5400" y="9327"/>
                </a:cubicBezTo>
                <a:cubicBezTo>
                  <a:pt x="5400" y="9463"/>
                  <a:pt x="5455" y="9585"/>
                  <a:pt x="5544" y="9675"/>
                </a:cubicBezTo>
                <a:lnTo>
                  <a:pt x="10453" y="14583"/>
                </a:lnTo>
                <a:cubicBezTo>
                  <a:pt x="10542" y="14672"/>
                  <a:pt x="10664" y="14727"/>
                  <a:pt x="10800" y="14727"/>
                </a:cubicBezTo>
                <a:cubicBezTo>
                  <a:pt x="10940" y="14727"/>
                  <a:pt x="11064" y="14668"/>
                  <a:pt x="11154" y="14574"/>
                </a:cubicBezTo>
                <a:lnTo>
                  <a:pt x="11155" y="14576"/>
                </a:lnTo>
                <a:lnTo>
                  <a:pt x="19353" y="5988"/>
                </a:lnTo>
                <a:cubicBezTo>
                  <a:pt x="19353" y="5989"/>
                  <a:pt x="19354" y="5990"/>
                  <a:pt x="19354" y="5991"/>
                </a:cubicBezTo>
                <a:lnTo>
                  <a:pt x="20055" y="5255"/>
                </a:lnTo>
                <a:cubicBezTo>
                  <a:pt x="20055" y="5255"/>
                  <a:pt x="20054" y="5254"/>
                  <a:pt x="20054" y="5253"/>
                </a:cubicBezTo>
                <a:lnTo>
                  <a:pt x="21464" y="3775"/>
                </a:lnTo>
                <a:lnTo>
                  <a:pt x="21463" y="3774"/>
                </a:lnTo>
                <a:cubicBezTo>
                  <a:pt x="21547" y="3686"/>
                  <a:pt x="21600" y="3567"/>
                  <a:pt x="21600" y="3436"/>
                </a:cubicBezTo>
                <a:cubicBezTo>
                  <a:pt x="21600" y="3166"/>
                  <a:pt x="21380" y="2945"/>
                  <a:pt x="21109" y="2945"/>
                </a:cubicBezTo>
                <a:cubicBezTo>
                  <a:pt x="20969" y="2945"/>
                  <a:pt x="20844" y="3005"/>
                  <a:pt x="20755" y="3099"/>
                </a:cubicBezTo>
                <a:lnTo>
                  <a:pt x="20754" y="3097"/>
                </a:lnTo>
                <a:lnTo>
                  <a:pt x="19493" y="4419"/>
                </a:lnTo>
                <a:cubicBezTo>
                  <a:pt x="19492" y="4418"/>
                  <a:pt x="19491" y="4416"/>
                  <a:pt x="19490" y="4415"/>
                </a:cubicBezTo>
                <a:lnTo>
                  <a:pt x="18805" y="5133"/>
                </a:lnTo>
                <a:cubicBezTo>
                  <a:pt x="18806" y="5134"/>
                  <a:pt x="18807" y="5136"/>
                  <a:pt x="18807" y="5137"/>
                </a:cubicBezTo>
                <a:cubicBezTo>
                  <a:pt x="18807" y="5137"/>
                  <a:pt x="10792" y="13534"/>
                  <a:pt x="10792" y="13534"/>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9" name="Shape 2541">
            <a:extLst>
              <a:ext uri="{FF2B5EF4-FFF2-40B4-BE49-F238E27FC236}">
                <a16:creationId xmlns:a16="http://schemas.microsoft.com/office/drawing/2014/main" id="{5BF83DE1-4930-F4A5-ABA7-00B7A4D9FDC8}"/>
              </a:ext>
            </a:extLst>
          </p:cNvPr>
          <p:cNvSpPr/>
          <p:nvPr/>
        </p:nvSpPr>
        <p:spPr>
          <a:xfrm>
            <a:off x="4096270" y="1898148"/>
            <a:ext cx="228541" cy="228541"/>
          </a:xfrm>
          <a:custGeom>
            <a:avLst/>
            <a:gdLst/>
            <a:ahLst/>
            <a:cxnLst>
              <a:cxn ang="0">
                <a:pos x="wd2" y="hd2"/>
              </a:cxn>
              <a:cxn ang="5400000">
                <a:pos x="wd2" y="hd2"/>
              </a:cxn>
              <a:cxn ang="10800000">
                <a:pos x="wd2" y="hd2"/>
              </a:cxn>
              <a:cxn ang="16200000">
                <a:pos x="wd2" y="hd2"/>
              </a:cxn>
            </a:cxnLst>
            <a:rect l="0" t="0" r="r" b="b"/>
            <a:pathLst>
              <a:path w="21600" h="21600" extrusionOk="0">
                <a:moveTo>
                  <a:pt x="11648" y="10800"/>
                </a:moveTo>
                <a:lnTo>
                  <a:pt x="21424" y="1024"/>
                </a:lnTo>
                <a:cubicBezTo>
                  <a:pt x="21533" y="916"/>
                  <a:pt x="21600" y="766"/>
                  <a:pt x="21600" y="600"/>
                </a:cubicBezTo>
                <a:cubicBezTo>
                  <a:pt x="21600" y="269"/>
                  <a:pt x="21332" y="0"/>
                  <a:pt x="21000" y="0"/>
                </a:cubicBezTo>
                <a:cubicBezTo>
                  <a:pt x="20835" y="0"/>
                  <a:pt x="20685" y="67"/>
                  <a:pt x="20576" y="176"/>
                </a:cubicBezTo>
                <a:lnTo>
                  <a:pt x="10800" y="9952"/>
                </a:lnTo>
                <a:lnTo>
                  <a:pt x="1024" y="176"/>
                </a:lnTo>
                <a:cubicBezTo>
                  <a:pt x="916" y="67"/>
                  <a:pt x="766" y="0"/>
                  <a:pt x="600" y="0"/>
                </a:cubicBezTo>
                <a:cubicBezTo>
                  <a:pt x="268" y="0"/>
                  <a:pt x="0" y="269"/>
                  <a:pt x="0" y="600"/>
                </a:cubicBezTo>
                <a:cubicBezTo>
                  <a:pt x="0" y="766"/>
                  <a:pt x="67" y="916"/>
                  <a:pt x="176" y="1025"/>
                </a:cubicBezTo>
                <a:lnTo>
                  <a:pt x="9952" y="10800"/>
                </a:lnTo>
                <a:lnTo>
                  <a:pt x="176" y="20576"/>
                </a:lnTo>
                <a:cubicBezTo>
                  <a:pt x="67" y="20684"/>
                  <a:pt x="0" y="20834"/>
                  <a:pt x="0" y="21000"/>
                </a:cubicBezTo>
                <a:cubicBezTo>
                  <a:pt x="0" y="21332"/>
                  <a:pt x="268" y="21600"/>
                  <a:pt x="600" y="21600"/>
                </a:cubicBezTo>
                <a:cubicBezTo>
                  <a:pt x="766" y="21600"/>
                  <a:pt x="916" y="21533"/>
                  <a:pt x="1024" y="21424"/>
                </a:cubicBezTo>
                <a:lnTo>
                  <a:pt x="10800" y="11648"/>
                </a:lnTo>
                <a:lnTo>
                  <a:pt x="20576" y="21424"/>
                </a:lnTo>
                <a:cubicBezTo>
                  <a:pt x="20685" y="21533"/>
                  <a:pt x="20835" y="21600"/>
                  <a:pt x="21000" y="21600"/>
                </a:cubicBezTo>
                <a:cubicBezTo>
                  <a:pt x="21332" y="21600"/>
                  <a:pt x="21600" y="21332"/>
                  <a:pt x="21600" y="21000"/>
                </a:cubicBezTo>
                <a:cubicBezTo>
                  <a:pt x="21600" y="20834"/>
                  <a:pt x="21533" y="20684"/>
                  <a:pt x="21424" y="20576"/>
                </a:cubicBezTo>
                <a:cubicBezTo>
                  <a:pt x="21424" y="20576"/>
                  <a:pt x="11648" y="10800"/>
                  <a:pt x="11648" y="1080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0" name="Shape 2542">
            <a:extLst>
              <a:ext uri="{FF2B5EF4-FFF2-40B4-BE49-F238E27FC236}">
                <a16:creationId xmlns:a16="http://schemas.microsoft.com/office/drawing/2014/main" id="{ABFE7208-7DB3-9369-83FD-DB3776A6C4E2}"/>
              </a:ext>
            </a:extLst>
          </p:cNvPr>
          <p:cNvSpPr/>
          <p:nvPr/>
        </p:nvSpPr>
        <p:spPr>
          <a:xfrm>
            <a:off x="4604138" y="187275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655" y="4909"/>
                </a:moveTo>
                <a:lnTo>
                  <a:pt x="19636" y="4909"/>
                </a:lnTo>
                <a:lnTo>
                  <a:pt x="19636" y="3927"/>
                </a:lnTo>
                <a:lnTo>
                  <a:pt x="18655" y="3927"/>
                </a:lnTo>
                <a:cubicBezTo>
                  <a:pt x="18655" y="3927"/>
                  <a:pt x="18655" y="4909"/>
                  <a:pt x="18655" y="4909"/>
                </a:cubicBezTo>
                <a:close/>
                <a:moveTo>
                  <a:pt x="19636" y="12764"/>
                </a:moveTo>
                <a:lnTo>
                  <a:pt x="18655" y="12764"/>
                </a:lnTo>
                <a:lnTo>
                  <a:pt x="18655" y="13745"/>
                </a:lnTo>
                <a:lnTo>
                  <a:pt x="19636" y="13745"/>
                </a:lnTo>
                <a:cubicBezTo>
                  <a:pt x="19636" y="13745"/>
                  <a:pt x="19636" y="12764"/>
                  <a:pt x="19636" y="12764"/>
                </a:cubicBezTo>
                <a:close/>
                <a:moveTo>
                  <a:pt x="18655" y="2945"/>
                </a:moveTo>
                <a:lnTo>
                  <a:pt x="19636" y="2945"/>
                </a:lnTo>
                <a:lnTo>
                  <a:pt x="19636" y="1964"/>
                </a:lnTo>
                <a:lnTo>
                  <a:pt x="18655" y="1964"/>
                </a:lnTo>
                <a:cubicBezTo>
                  <a:pt x="18655" y="1964"/>
                  <a:pt x="18655" y="2945"/>
                  <a:pt x="18655" y="2945"/>
                </a:cubicBezTo>
                <a:close/>
                <a:moveTo>
                  <a:pt x="20618" y="10309"/>
                </a:moveTo>
                <a:lnTo>
                  <a:pt x="17673" y="10309"/>
                </a:lnTo>
                <a:lnTo>
                  <a:pt x="17673" y="982"/>
                </a:lnTo>
                <a:lnTo>
                  <a:pt x="19636" y="982"/>
                </a:lnTo>
                <a:cubicBezTo>
                  <a:pt x="20178" y="982"/>
                  <a:pt x="20618" y="1422"/>
                  <a:pt x="20618" y="1964"/>
                </a:cubicBezTo>
                <a:cubicBezTo>
                  <a:pt x="20618" y="1964"/>
                  <a:pt x="20618" y="10309"/>
                  <a:pt x="20618" y="10309"/>
                </a:cubicBezTo>
                <a:close/>
                <a:moveTo>
                  <a:pt x="20618" y="19636"/>
                </a:moveTo>
                <a:cubicBezTo>
                  <a:pt x="20618" y="20178"/>
                  <a:pt x="20178" y="20618"/>
                  <a:pt x="19636" y="20618"/>
                </a:cubicBezTo>
                <a:lnTo>
                  <a:pt x="17673" y="20618"/>
                </a:lnTo>
                <a:lnTo>
                  <a:pt x="17673" y="11291"/>
                </a:lnTo>
                <a:lnTo>
                  <a:pt x="20618" y="11291"/>
                </a:lnTo>
                <a:cubicBezTo>
                  <a:pt x="20618" y="11291"/>
                  <a:pt x="20618" y="19636"/>
                  <a:pt x="20618" y="19636"/>
                </a:cubicBezTo>
                <a:close/>
                <a:moveTo>
                  <a:pt x="16691" y="10309"/>
                </a:moveTo>
                <a:lnTo>
                  <a:pt x="4909" y="10309"/>
                </a:lnTo>
                <a:lnTo>
                  <a:pt x="4909" y="982"/>
                </a:lnTo>
                <a:lnTo>
                  <a:pt x="16691" y="982"/>
                </a:lnTo>
                <a:cubicBezTo>
                  <a:pt x="16691" y="982"/>
                  <a:pt x="16691" y="10309"/>
                  <a:pt x="16691" y="10309"/>
                </a:cubicBezTo>
                <a:close/>
                <a:moveTo>
                  <a:pt x="16691" y="20618"/>
                </a:moveTo>
                <a:lnTo>
                  <a:pt x="4909" y="20618"/>
                </a:lnTo>
                <a:lnTo>
                  <a:pt x="4909" y="11291"/>
                </a:lnTo>
                <a:lnTo>
                  <a:pt x="16691" y="11291"/>
                </a:lnTo>
                <a:cubicBezTo>
                  <a:pt x="16691" y="11291"/>
                  <a:pt x="16691" y="20618"/>
                  <a:pt x="16691" y="20618"/>
                </a:cubicBezTo>
                <a:close/>
                <a:moveTo>
                  <a:pt x="3927" y="10309"/>
                </a:moveTo>
                <a:lnTo>
                  <a:pt x="982" y="10309"/>
                </a:lnTo>
                <a:lnTo>
                  <a:pt x="982" y="1964"/>
                </a:lnTo>
                <a:cubicBezTo>
                  <a:pt x="982" y="1422"/>
                  <a:pt x="1421" y="982"/>
                  <a:pt x="1964" y="982"/>
                </a:cubicBezTo>
                <a:lnTo>
                  <a:pt x="3927" y="982"/>
                </a:lnTo>
                <a:cubicBezTo>
                  <a:pt x="3927" y="982"/>
                  <a:pt x="3927" y="10309"/>
                  <a:pt x="3927" y="10309"/>
                </a:cubicBezTo>
                <a:close/>
                <a:moveTo>
                  <a:pt x="3927" y="20618"/>
                </a:moveTo>
                <a:lnTo>
                  <a:pt x="1964" y="20618"/>
                </a:lnTo>
                <a:cubicBezTo>
                  <a:pt x="1421" y="20618"/>
                  <a:pt x="982" y="20178"/>
                  <a:pt x="982" y="19636"/>
                </a:cubicBezTo>
                <a:lnTo>
                  <a:pt x="982" y="11291"/>
                </a:lnTo>
                <a:lnTo>
                  <a:pt x="3927" y="11291"/>
                </a:lnTo>
                <a:cubicBezTo>
                  <a:pt x="3927" y="11291"/>
                  <a:pt x="3927" y="20618"/>
                  <a:pt x="3927" y="20618"/>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9636" y="14727"/>
                </a:moveTo>
                <a:lnTo>
                  <a:pt x="18655" y="14727"/>
                </a:lnTo>
                <a:lnTo>
                  <a:pt x="18655" y="15709"/>
                </a:lnTo>
                <a:lnTo>
                  <a:pt x="19636" y="15709"/>
                </a:lnTo>
                <a:cubicBezTo>
                  <a:pt x="19636" y="15709"/>
                  <a:pt x="19636" y="14727"/>
                  <a:pt x="19636" y="14727"/>
                </a:cubicBezTo>
                <a:close/>
                <a:moveTo>
                  <a:pt x="18655" y="6873"/>
                </a:moveTo>
                <a:lnTo>
                  <a:pt x="19636" y="6873"/>
                </a:lnTo>
                <a:lnTo>
                  <a:pt x="19636" y="5891"/>
                </a:lnTo>
                <a:lnTo>
                  <a:pt x="18655" y="5891"/>
                </a:lnTo>
                <a:cubicBezTo>
                  <a:pt x="18655" y="5891"/>
                  <a:pt x="18655" y="6873"/>
                  <a:pt x="18655" y="6873"/>
                </a:cubicBezTo>
                <a:close/>
                <a:moveTo>
                  <a:pt x="18655" y="8836"/>
                </a:moveTo>
                <a:lnTo>
                  <a:pt x="19636" y="8836"/>
                </a:lnTo>
                <a:lnTo>
                  <a:pt x="19636" y="7855"/>
                </a:lnTo>
                <a:lnTo>
                  <a:pt x="18655" y="7855"/>
                </a:lnTo>
                <a:cubicBezTo>
                  <a:pt x="18655" y="7855"/>
                  <a:pt x="18655" y="8836"/>
                  <a:pt x="18655" y="8836"/>
                </a:cubicBezTo>
                <a:close/>
                <a:moveTo>
                  <a:pt x="19636" y="16691"/>
                </a:moveTo>
                <a:lnTo>
                  <a:pt x="18655" y="16691"/>
                </a:lnTo>
                <a:lnTo>
                  <a:pt x="18655" y="17673"/>
                </a:lnTo>
                <a:lnTo>
                  <a:pt x="19636" y="17673"/>
                </a:lnTo>
                <a:cubicBezTo>
                  <a:pt x="19636" y="17673"/>
                  <a:pt x="19636" y="16691"/>
                  <a:pt x="19636" y="16691"/>
                </a:cubicBezTo>
                <a:close/>
                <a:moveTo>
                  <a:pt x="19636" y="18655"/>
                </a:moveTo>
                <a:lnTo>
                  <a:pt x="18655" y="18655"/>
                </a:lnTo>
                <a:lnTo>
                  <a:pt x="18655" y="19636"/>
                </a:lnTo>
                <a:lnTo>
                  <a:pt x="19636" y="19636"/>
                </a:lnTo>
                <a:cubicBezTo>
                  <a:pt x="19636" y="19636"/>
                  <a:pt x="19636" y="18655"/>
                  <a:pt x="19636" y="18655"/>
                </a:cubicBezTo>
                <a:close/>
                <a:moveTo>
                  <a:pt x="2945" y="18655"/>
                </a:moveTo>
                <a:lnTo>
                  <a:pt x="1964" y="18655"/>
                </a:lnTo>
                <a:lnTo>
                  <a:pt x="1964" y="19636"/>
                </a:lnTo>
                <a:lnTo>
                  <a:pt x="2945" y="19636"/>
                </a:lnTo>
                <a:cubicBezTo>
                  <a:pt x="2945" y="19636"/>
                  <a:pt x="2945" y="18655"/>
                  <a:pt x="2945" y="18655"/>
                </a:cubicBezTo>
                <a:close/>
                <a:moveTo>
                  <a:pt x="2945" y="16691"/>
                </a:moveTo>
                <a:lnTo>
                  <a:pt x="1964" y="16691"/>
                </a:lnTo>
                <a:lnTo>
                  <a:pt x="1964" y="17673"/>
                </a:lnTo>
                <a:lnTo>
                  <a:pt x="2945" y="17673"/>
                </a:lnTo>
                <a:cubicBezTo>
                  <a:pt x="2945" y="17673"/>
                  <a:pt x="2945" y="16691"/>
                  <a:pt x="2945" y="16691"/>
                </a:cubicBezTo>
                <a:close/>
                <a:moveTo>
                  <a:pt x="1964" y="2945"/>
                </a:moveTo>
                <a:lnTo>
                  <a:pt x="2945" y="2945"/>
                </a:lnTo>
                <a:lnTo>
                  <a:pt x="2945" y="1964"/>
                </a:lnTo>
                <a:lnTo>
                  <a:pt x="1964" y="1964"/>
                </a:lnTo>
                <a:cubicBezTo>
                  <a:pt x="1964" y="1964"/>
                  <a:pt x="1964" y="2945"/>
                  <a:pt x="1964" y="2945"/>
                </a:cubicBezTo>
                <a:close/>
                <a:moveTo>
                  <a:pt x="2945" y="14727"/>
                </a:moveTo>
                <a:lnTo>
                  <a:pt x="1964" y="14727"/>
                </a:lnTo>
                <a:lnTo>
                  <a:pt x="1964" y="15709"/>
                </a:lnTo>
                <a:lnTo>
                  <a:pt x="2945" y="15709"/>
                </a:lnTo>
                <a:cubicBezTo>
                  <a:pt x="2945" y="15709"/>
                  <a:pt x="2945" y="14727"/>
                  <a:pt x="2945" y="14727"/>
                </a:cubicBezTo>
                <a:close/>
                <a:moveTo>
                  <a:pt x="2945" y="12764"/>
                </a:moveTo>
                <a:lnTo>
                  <a:pt x="1964" y="12764"/>
                </a:lnTo>
                <a:lnTo>
                  <a:pt x="1964" y="13745"/>
                </a:lnTo>
                <a:lnTo>
                  <a:pt x="2945" y="13745"/>
                </a:lnTo>
                <a:cubicBezTo>
                  <a:pt x="2945" y="13745"/>
                  <a:pt x="2945" y="12764"/>
                  <a:pt x="2945" y="12764"/>
                </a:cubicBezTo>
                <a:close/>
                <a:moveTo>
                  <a:pt x="1964" y="6873"/>
                </a:moveTo>
                <a:lnTo>
                  <a:pt x="2945" y="6873"/>
                </a:lnTo>
                <a:lnTo>
                  <a:pt x="2945" y="5891"/>
                </a:lnTo>
                <a:lnTo>
                  <a:pt x="1964" y="5891"/>
                </a:lnTo>
                <a:cubicBezTo>
                  <a:pt x="1964" y="5891"/>
                  <a:pt x="1964" y="6873"/>
                  <a:pt x="1964" y="6873"/>
                </a:cubicBezTo>
                <a:close/>
                <a:moveTo>
                  <a:pt x="1964" y="4909"/>
                </a:moveTo>
                <a:lnTo>
                  <a:pt x="2945" y="4909"/>
                </a:lnTo>
                <a:lnTo>
                  <a:pt x="2945" y="3927"/>
                </a:lnTo>
                <a:lnTo>
                  <a:pt x="1964" y="3927"/>
                </a:lnTo>
                <a:cubicBezTo>
                  <a:pt x="1964" y="3927"/>
                  <a:pt x="1964" y="4909"/>
                  <a:pt x="1964" y="4909"/>
                </a:cubicBezTo>
                <a:close/>
                <a:moveTo>
                  <a:pt x="1964" y="8836"/>
                </a:moveTo>
                <a:lnTo>
                  <a:pt x="2945" y="8836"/>
                </a:lnTo>
                <a:lnTo>
                  <a:pt x="2945" y="7855"/>
                </a:lnTo>
                <a:lnTo>
                  <a:pt x="1964" y="7855"/>
                </a:lnTo>
                <a:cubicBezTo>
                  <a:pt x="1964" y="7855"/>
                  <a:pt x="1964" y="8836"/>
                  <a:pt x="1964" y="8836"/>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1" name="Shape 2543">
            <a:extLst>
              <a:ext uri="{FF2B5EF4-FFF2-40B4-BE49-F238E27FC236}">
                <a16:creationId xmlns:a16="http://schemas.microsoft.com/office/drawing/2014/main" id="{B918B833-80C0-9164-D2CF-C598D8F204B2}"/>
              </a:ext>
            </a:extLst>
          </p:cNvPr>
          <p:cNvSpPr/>
          <p:nvPr/>
        </p:nvSpPr>
        <p:spPr>
          <a:xfrm>
            <a:off x="5137399" y="187275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709" y="18655"/>
                </a:moveTo>
                <a:lnTo>
                  <a:pt x="14727" y="18655"/>
                </a:lnTo>
                <a:lnTo>
                  <a:pt x="14727" y="19636"/>
                </a:lnTo>
                <a:lnTo>
                  <a:pt x="15709" y="19636"/>
                </a:lnTo>
                <a:cubicBezTo>
                  <a:pt x="15709" y="19636"/>
                  <a:pt x="15709" y="18655"/>
                  <a:pt x="15709" y="18655"/>
                </a:cubicBezTo>
                <a:close/>
                <a:moveTo>
                  <a:pt x="15709" y="14727"/>
                </a:moveTo>
                <a:lnTo>
                  <a:pt x="14727" y="14727"/>
                </a:lnTo>
                <a:lnTo>
                  <a:pt x="14727" y="15709"/>
                </a:lnTo>
                <a:lnTo>
                  <a:pt x="15709" y="15709"/>
                </a:lnTo>
                <a:cubicBezTo>
                  <a:pt x="15709" y="15709"/>
                  <a:pt x="15709" y="14727"/>
                  <a:pt x="15709" y="14727"/>
                </a:cubicBezTo>
                <a:close/>
                <a:moveTo>
                  <a:pt x="14727" y="10800"/>
                </a:moveTo>
                <a:lnTo>
                  <a:pt x="15709" y="10800"/>
                </a:lnTo>
                <a:lnTo>
                  <a:pt x="15709" y="9818"/>
                </a:lnTo>
                <a:lnTo>
                  <a:pt x="14727" y="9818"/>
                </a:lnTo>
                <a:cubicBezTo>
                  <a:pt x="14727" y="9818"/>
                  <a:pt x="14727" y="10800"/>
                  <a:pt x="14727" y="10800"/>
                </a:cubicBezTo>
                <a:close/>
                <a:moveTo>
                  <a:pt x="15709" y="16691"/>
                </a:moveTo>
                <a:lnTo>
                  <a:pt x="14727" y="16691"/>
                </a:lnTo>
                <a:lnTo>
                  <a:pt x="14727" y="17673"/>
                </a:lnTo>
                <a:lnTo>
                  <a:pt x="15709" y="17673"/>
                </a:lnTo>
                <a:cubicBezTo>
                  <a:pt x="15709" y="17673"/>
                  <a:pt x="15709" y="16691"/>
                  <a:pt x="15709" y="16691"/>
                </a:cubicBezTo>
                <a:close/>
                <a:moveTo>
                  <a:pt x="14727" y="8836"/>
                </a:moveTo>
                <a:lnTo>
                  <a:pt x="15709" y="8836"/>
                </a:lnTo>
                <a:lnTo>
                  <a:pt x="15709" y="7855"/>
                </a:lnTo>
                <a:lnTo>
                  <a:pt x="14727" y="7855"/>
                </a:lnTo>
                <a:cubicBezTo>
                  <a:pt x="14727" y="7855"/>
                  <a:pt x="14727" y="8836"/>
                  <a:pt x="14727" y="8836"/>
                </a:cubicBezTo>
                <a:close/>
                <a:moveTo>
                  <a:pt x="19636" y="0"/>
                </a:moveTo>
                <a:lnTo>
                  <a:pt x="5891" y="0"/>
                </a:lnTo>
                <a:cubicBezTo>
                  <a:pt x="4806" y="0"/>
                  <a:pt x="3927" y="879"/>
                  <a:pt x="3927" y="1964"/>
                </a:cubicBezTo>
                <a:lnTo>
                  <a:pt x="3927" y="2455"/>
                </a:lnTo>
                <a:cubicBezTo>
                  <a:pt x="3927" y="2726"/>
                  <a:pt x="4147" y="2945"/>
                  <a:pt x="4418" y="2945"/>
                </a:cubicBezTo>
                <a:cubicBezTo>
                  <a:pt x="4690"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1"/>
                  <a:pt x="20178" y="16691"/>
                  <a:pt x="19636" y="16691"/>
                </a:cubicBezTo>
                <a:lnTo>
                  <a:pt x="19145" y="16691"/>
                </a:lnTo>
                <a:cubicBezTo>
                  <a:pt x="18874" y="16691"/>
                  <a:pt x="18655" y="16911"/>
                  <a:pt x="18655" y="17182"/>
                </a:cubicBezTo>
                <a:cubicBezTo>
                  <a:pt x="18655" y="17453"/>
                  <a:pt x="18874" y="17673"/>
                  <a:pt x="19145" y="17673"/>
                </a:cubicBezTo>
                <a:lnTo>
                  <a:pt x="19636" y="17673"/>
                </a:lnTo>
                <a:cubicBezTo>
                  <a:pt x="20721" y="17673"/>
                  <a:pt x="21600" y="16794"/>
                  <a:pt x="21600" y="15709"/>
                </a:cubicBezTo>
                <a:lnTo>
                  <a:pt x="21600" y="1964"/>
                </a:lnTo>
                <a:cubicBezTo>
                  <a:pt x="21600" y="879"/>
                  <a:pt x="20721" y="0"/>
                  <a:pt x="19636" y="0"/>
                </a:cubicBezTo>
                <a:moveTo>
                  <a:pt x="14727" y="6873"/>
                </a:moveTo>
                <a:lnTo>
                  <a:pt x="15709" y="6873"/>
                </a:lnTo>
                <a:lnTo>
                  <a:pt x="15709" y="5891"/>
                </a:lnTo>
                <a:lnTo>
                  <a:pt x="14727" y="5891"/>
                </a:lnTo>
                <a:cubicBezTo>
                  <a:pt x="14727" y="5891"/>
                  <a:pt x="14727" y="6873"/>
                  <a:pt x="14727" y="6873"/>
                </a:cubicBezTo>
                <a:close/>
                <a:moveTo>
                  <a:pt x="16691" y="12273"/>
                </a:moveTo>
                <a:lnTo>
                  <a:pt x="13745" y="12273"/>
                </a:lnTo>
                <a:lnTo>
                  <a:pt x="13745" y="4909"/>
                </a:lnTo>
                <a:lnTo>
                  <a:pt x="15709" y="4909"/>
                </a:lnTo>
                <a:cubicBezTo>
                  <a:pt x="16251" y="4909"/>
                  <a:pt x="16691" y="5349"/>
                  <a:pt x="16691" y="5891"/>
                </a:cubicBezTo>
                <a:cubicBezTo>
                  <a:pt x="16691" y="5891"/>
                  <a:pt x="16691" y="12273"/>
                  <a:pt x="16691" y="12273"/>
                </a:cubicBezTo>
                <a:close/>
                <a:moveTo>
                  <a:pt x="16691" y="19636"/>
                </a:moveTo>
                <a:cubicBezTo>
                  <a:pt x="16691" y="20178"/>
                  <a:pt x="16251" y="20618"/>
                  <a:pt x="15709" y="20618"/>
                </a:cubicBezTo>
                <a:lnTo>
                  <a:pt x="13745" y="20618"/>
                </a:lnTo>
                <a:lnTo>
                  <a:pt x="13745" y="13255"/>
                </a:lnTo>
                <a:lnTo>
                  <a:pt x="16691" y="13255"/>
                </a:lnTo>
                <a:cubicBezTo>
                  <a:pt x="16691" y="13255"/>
                  <a:pt x="16691" y="19636"/>
                  <a:pt x="16691" y="19636"/>
                </a:cubicBezTo>
                <a:close/>
                <a:moveTo>
                  <a:pt x="12764" y="12273"/>
                </a:moveTo>
                <a:lnTo>
                  <a:pt x="4909" y="12273"/>
                </a:lnTo>
                <a:lnTo>
                  <a:pt x="4909" y="4909"/>
                </a:lnTo>
                <a:lnTo>
                  <a:pt x="12764" y="4909"/>
                </a:lnTo>
                <a:cubicBezTo>
                  <a:pt x="12764" y="4909"/>
                  <a:pt x="12764" y="12273"/>
                  <a:pt x="12764" y="12273"/>
                </a:cubicBezTo>
                <a:close/>
                <a:moveTo>
                  <a:pt x="12764" y="20618"/>
                </a:moveTo>
                <a:lnTo>
                  <a:pt x="4909" y="20618"/>
                </a:lnTo>
                <a:lnTo>
                  <a:pt x="4909" y="13255"/>
                </a:lnTo>
                <a:lnTo>
                  <a:pt x="12764" y="13255"/>
                </a:lnTo>
                <a:cubicBezTo>
                  <a:pt x="12764" y="13255"/>
                  <a:pt x="12764" y="20618"/>
                  <a:pt x="12764" y="20618"/>
                </a:cubicBezTo>
                <a:close/>
                <a:moveTo>
                  <a:pt x="3927" y="12273"/>
                </a:moveTo>
                <a:lnTo>
                  <a:pt x="982" y="12273"/>
                </a:lnTo>
                <a:lnTo>
                  <a:pt x="982" y="5891"/>
                </a:lnTo>
                <a:cubicBezTo>
                  <a:pt x="982" y="5349"/>
                  <a:pt x="1422" y="4909"/>
                  <a:pt x="1964" y="4909"/>
                </a:cubicBezTo>
                <a:lnTo>
                  <a:pt x="3927" y="4909"/>
                </a:lnTo>
                <a:cubicBezTo>
                  <a:pt x="3927" y="4909"/>
                  <a:pt x="3927" y="12273"/>
                  <a:pt x="3927" y="12273"/>
                </a:cubicBezTo>
                <a:close/>
                <a:moveTo>
                  <a:pt x="3927" y="20618"/>
                </a:moveTo>
                <a:lnTo>
                  <a:pt x="1964" y="20618"/>
                </a:lnTo>
                <a:cubicBezTo>
                  <a:pt x="1422" y="20618"/>
                  <a:pt x="982" y="20178"/>
                  <a:pt x="982" y="19636"/>
                </a:cubicBezTo>
                <a:lnTo>
                  <a:pt x="982" y="13255"/>
                </a:lnTo>
                <a:lnTo>
                  <a:pt x="3927" y="13255"/>
                </a:lnTo>
                <a:cubicBezTo>
                  <a:pt x="3927" y="13255"/>
                  <a:pt x="3927" y="20618"/>
                  <a:pt x="3927" y="20618"/>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moveTo>
                  <a:pt x="1964" y="8836"/>
                </a:moveTo>
                <a:lnTo>
                  <a:pt x="2945" y="8836"/>
                </a:lnTo>
                <a:lnTo>
                  <a:pt x="2945" y="7855"/>
                </a:lnTo>
                <a:lnTo>
                  <a:pt x="1964" y="7855"/>
                </a:lnTo>
                <a:cubicBezTo>
                  <a:pt x="1964" y="7855"/>
                  <a:pt x="1964" y="8836"/>
                  <a:pt x="1964" y="8836"/>
                </a:cubicBezTo>
                <a:close/>
                <a:moveTo>
                  <a:pt x="1964" y="10800"/>
                </a:moveTo>
                <a:lnTo>
                  <a:pt x="2945" y="10800"/>
                </a:lnTo>
                <a:lnTo>
                  <a:pt x="2945" y="9818"/>
                </a:lnTo>
                <a:lnTo>
                  <a:pt x="1964" y="9818"/>
                </a:lnTo>
                <a:cubicBezTo>
                  <a:pt x="1964" y="9818"/>
                  <a:pt x="1964" y="10800"/>
                  <a:pt x="1964" y="10800"/>
                </a:cubicBezTo>
                <a:close/>
                <a:moveTo>
                  <a:pt x="2945" y="16691"/>
                </a:moveTo>
                <a:lnTo>
                  <a:pt x="1964" y="16691"/>
                </a:lnTo>
                <a:lnTo>
                  <a:pt x="1964" y="17673"/>
                </a:lnTo>
                <a:lnTo>
                  <a:pt x="2945" y="17673"/>
                </a:lnTo>
                <a:cubicBezTo>
                  <a:pt x="2945" y="17673"/>
                  <a:pt x="2945" y="16691"/>
                  <a:pt x="2945" y="16691"/>
                </a:cubicBezTo>
                <a:close/>
                <a:moveTo>
                  <a:pt x="1964" y="6873"/>
                </a:moveTo>
                <a:lnTo>
                  <a:pt x="2945" y="6873"/>
                </a:lnTo>
                <a:lnTo>
                  <a:pt x="2945" y="5891"/>
                </a:lnTo>
                <a:lnTo>
                  <a:pt x="1964" y="5891"/>
                </a:lnTo>
                <a:cubicBezTo>
                  <a:pt x="1964" y="5891"/>
                  <a:pt x="1964" y="6873"/>
                  <a:pt x="1964" y="6873"/>
                </a:cubicBezTo>
                <a:close/>
                <a:moveTo>
                  <a:pt x="2945" y="14727"/>
                </a:moveTo>
                <a:lnTo>
                  <a:pt x="1964" y="14727"/>
                </a:lnTo>
                <a:lnTo>
                  <a:pt x="1964" y="15709"/>
                </a:lnTo>
                <a:lnTo>
                  <a:pt x="2945" y="15709"/>
                </a:lnTo>
                <a:cubicBezTo>
                  <a:pt x="2945" y="15709"/>
                  <a:pt x="2945" y="14727"/>
                  <a:pt x="2945" y="14727"/>
                </a:cubicBezTo>
                <a:close/>
                <a:moveTo>
                  <a:pt x="2945" y="18655"/>
                </a:moveTo>
                <a:lnTo>
                  <a:pt x="1964" y="18655"/>
                </a:lnTo>
                <a:lnTo>
                  <a:pt x="1964" y="19636"/>
                </a:lnTo>
                <a:lnTo>
                  <a:pt x="2945" y="19636"/>
                </a:lnTo>
                <a:cubicBezTo>
                  <a:pt x="2945" y="19636"/>
                  <a:pt x="2945" y="18655"/>
                  <a:pt x="2945" y="18655"/>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2" name="Shape 2544">
            <a:extLst>
              <a:ext uri="{FF2B5EF4-FFF2-40B4-BE49-F238E27FC236}">
                <a16:creationId xmlns:a16="http://schemas.microsoft.com/office/drawing/2014/main" id="{65F2C1FC-350A-DDF6-AD9B-BA3A18467D0C}"/>
              </a:ext>
            </a:extLst>
          </p:cNvPr>
          <p:cNvSpPr/>
          <p:nvPr/>
        </p:nvSpPr>
        <p:spPr>
          <a:xfrm>
            <a:off x="5670660" y="187275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8836" y="8255"/>
                </a:moveTo>
                <a:lnTo>
                  <a:pt x="12837" y="10800"/>
                </a:lnTo>
                <a:lnTo>
                  <a:pt x="8836" y="13345"/>
                </a:lnTo>
                <a:cubicBezTo>
                  <a:pt x="8836" y="13345"/>
                  <a:pt x="8836" y="8255"/>
                  <a:pt x="8836" y="8255"/>
                </a:cubicBezTo>
                <a:close/>
                <a:moveTo>
                  <a:pt x="8345" y="14727"/>
                </a:moveTo>
                <a:cubicBezTo>
                  <a:pt x="8461" y="14727"/>
                  <a:pt x="8564" y="14681"/>
                  <a:pt x="8647" y="14614"/>
                </a:cubicBezTo>
                <a:lnTo>
                  <a:pt x="8652" y="14620"/>
                </a:lnTo>
                <a:lnTo>
                  <a:pt x="14052" y="11184"/>
                </a:lnTo>
                <a:lnTo>
                  <a:pt x="14047" y="11178"/>
                </a:lnTo>
                <a:cubicBezTo>
                  <a:pt x="14160" y="11088"/>
                  <a:pt x="14236" y="10955"/>
                  <a:pt x="14236" y="10800"/>
                </a:cubicBezTo>
                <a:cubicBezTo>
                  <a:pt x="14236" y="10645"/>
                  <a:pt x="14160" y="10512"/>
                  <a:pt x="14047" y="10422"/>
                </a:cubicBezTo>
                <a:lnTo>
                  <a:pt x="14052" y="10417"/>
                </a:lnTo>
                <a:lnTo>
                  <a:pt x="8652" y="6980"/>
                </a:lnTo>
                <a:lnTo>
                  <a:pt x="8647" y="6986"/>
                </a:lnTo>
                <a:cubicBezTo>
                  <a:pt x="8564" y="6919"/>
                  <a:pt x="8461" y="6873"/>
                  <a:pt x="8345" y="6873"/>
                </a:cubicBezTo>
                <a:cubicBezTo>
                  <a:pt x="8074" y="6873"/>
                  <a:pt x="7855" y="7093"/>
                  <a:pt x="7855" y="7364"/>
                </a:cubicBezTo>
                <a:lnTo>
                  <a:pt x="7855" y="14236"/>
                </a:lnTo>
                <a:cubicBezTo>
                  <a:pt x="7855" y="14507"/>
                  <a:pt x="8074" y="14727"/>
                  <a:pt x="8345" y="14727"/>
                </a:cubicBezTo>
                <a:moveTo>
                  <a:pt x="19636" y="18655"/>
                </a:moveTo>
                <a:lnTo>
                  <a:pt x="18655" y="18655"/>
                </a:lnTo>
                <a:lnTo>
                  <a:pt x="18655" y="19636"/>
                </a:lnTo>
                <a:lnTo>
                  <a:pt x="19636" y="19636"/>
                </a:lnTo>
                <a:cubicBezTo>
                  <a:pt x="19636" y="19636"/>
                  <a:pt x="19636" y="18655"/>
                  <a:pt x="19636" y="18655"/>
                </a:cubicBezTo>
                <a:close/>
                <a:moveTo>
                  <a:pt x="19636" y="14727"/>
                </a:moveTo>
                <a:lnTo>
                  <a:pt x="18655" y="14727"/>
                </a:lnTo>
                <a:lnTo>
                  <a:pt x="18655" y="15709"/>
                </a:lnTo>
                <a:lnTo>
                  <a:pt x="19636" y="15709"/>
                </a:lnTo>
                <a:cubicBezTo>
                  <a:pt x="19636" y="15709"/>
                  <a:pt x="19636" y="14727"/>
                  <a:pt x="19636" y="14727"/>
                </a:cubicBezTo>
                <a:close/>
                <a:moveTo>
                  <a:pt x="19636" y="12764"/>
                </a:moveTo>
                <a:lnTo>
                  <a:pt x="18655" y="12764"/>
                </a:lnTo>
                <a:lnTo>
                  <a:pt x="18655" y="13745"/>
                </a:lnTo>
                <a:lnTo>
                  <a:pt x="19636" y="13745"/>
                </a:lnTo>
                <a:cubicBezTo>
                  <a:pt x="19636" y="13745"/>
                  <a:pt x="19636" y="12764"/>
                  <a:pt x="19636" y="12764"/>
                </a:cubicBezTo>
                <a:close/>
                <a:moveTo>
                  <a:pt x="19636" y="16691"/>
                </a:moveTo>
                <a:lnTo>
                  <a:pt x="18655" y="16691"/>
                </a:lnTo>
                <a:lnTo>
                  <a:pt x="18655" y="17673"/>
                </a:lnTo>
                <a:lnTo>
                  <a:pt x="19636" y="17673"/>
                </a:lnTo>
                <a:cubicBezTo>
                  <a:pt x="19636" y="17673"/>
                  <a:pt x="19636" y="16691"/>
                  <a:pt x="19636" y="16691"/>
                </a:cubicBezTo>
                <a:close/>
                <a:moveTo>
                  <a:pt x="18655" y="2945"/>
                </a:moveTo>
                <a:lnTo>
                  <a:pt x="19636" y="2945"/>
                </a:lnTo>
                <a:lnTo>
                  <a:pt x="19636" y="1964"/>
                </a:lnTo>
                <a:lnTo>
                  <a:pt x="18655" y="1964"/>
                </a:lnTo>
                <a:cubicBezTo>
                  <a:pt x="18655" y="1964"/>
                  <a:pt x="18655" y="2945"/>
                  <a:pt x="18655" y="2945"/>
                </a:cubicBezTo>
                <a:close/>
                <a:moveTo>
                  <a:pt x="20618" y="10309"/>
                </a:moveTo>
                <a:lnTo>
                  <a:pt x="17673" y="10309"/>
                </a:lnTo>
                <a:lnTo>
                  <a:pt x="17673" y="982"/>
                </a:lnTo>
                <a:lnTo>
                  <a:pt x="19636" y="982"/>
                </a:lnTo>
                <a:cubicBezTo>
                  <a:pt x="20178" y="982"/>
                  <a:pt x="20618" y="1421"/>
                  <a:pt x="20618" y="1964"/>
                </a:cubicBezTo>
                <a:cubicBezTo>
                  <a:pt x="20618" y="1964"/>
                  <a:pt x="20618" y="10309"/>
                  <a:pt x="20618" y="10309"/>
                </a:cubicBezTo>
                <a:close/>
                <a:moveTo>
                  <a:pt x="20618" y="19636"/>
                </a:moveTo>
                <a:cubicBezTo>
                  <a:pt x="20618" y="20178"/>
                  <a:pt x="20178" y="20618"/>
                  <a:pt x="19636" y="20618"/>
                </a:cubicBezTo>
                <a:lnTo>
                  <a:pt x="17673" y="20618"/>
                </a:lnTo>
                <a:lnTo>
                  <a:pt x="17673" y="11291"/>
                </a:lnTo>
                <a:lnTo>
                  <a:pt x="20618" y="11291"/>
                </a:lnTo>
                <a:cubicBezTo>
                  <a:pt x="20618" y="11291"/>
                  <a:pt x="20618" y="19636"/>
                  <a:pt x="20618" y="19636"/>
                </a:cubicBezTo>
                <a:close/>
                <a:moveTo>
                  <a:pt x="16691" y="20618"/>
                </a:moveTo>
                <a:lnTo>
                  <a:pt x="4909" y="20618"/>
                </a:lnTo>
                <a:lnTo>
                  <a:pt x="4909" y="982"/>
                </a:lnTo>
                <a:lnTo>
                  <a:pt x="16691" y="982"/>
                </a:lnTo>
                <a:cubicBezTo>
                  <a:pt x="16691" y="982"/>
                  <a:pt x="16691" y="20618"/>
                  <a:pt x="16691" y="20618"/>
                </a:cubicBezTo>
                <a:close/>
                <a:moveTo>
                  <a:pt x="3927" y="10309"/>
                </a:moveTo>
                <a:lnTo>
                  <a:pt x="982" y="10309"/>
                </a:lnTo>
                <a:lnTo>
                  <a:pt x="982" y="1964"/>
                </a:lnTo>
                <a:cubicBezTo>
                  <a:pt x="982" y="1421"/>
                  <a:pt x="1422" y="982"/>
                  <a:pt x="1964" y="982"/>
                </a:cubicBezTo>
                <a:lnTo>
                  <a:pt x="3927" y="982"/>
                </a:lnTo>
                <a:cubicBezTo>
                  <a:pt x="3927" y="982"/>
                  <a:pt x="3927" y="10309"/>
                  <a:pt x="3927" y="10309"/>
                </a:cubicBezTo>
                <a:close/>
                <a:moveTo>
                  <a:pt x="3927" y="20618"/>
                </a:moveTo>
                <a:lnTo>
                  <a:pt x="1964" y="20618"/>
                </a:lnTo>
                <a:cubicBezTo>
                  <a:pt x="1422" y="20618"/>
                  <a:pt x="982" y="20178"/>
                  <a:pt x="982" y="19636"/>
                </a:cubicBezTo>
                <a:lnTo>
                  <a:pt x="982" y="11291"/>
                </a:lnTo>
                <a:lnTo>
                  <a:pt x="3927" y="11291"/>
                </a:lnTo>
                <a:cubicBezTo>
                  <a:pt x="3927" y="11291"/>
                  <a:pt x="3927" y="20618"/>
                  <a:pt x="3927" y="20618"/>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8655" y="8836"/>
                </a:moveTo>
                <a:lnTo>
                  <a:pt x="19636" y="8836"/>
                </a:lnTo>
                <a:lnTo>
                  <a:pt x="19636" y="7855"/>
                </a:lnTo>
                <a:lnTo>
                  <a:pt x="18655" y="7855"/>
                </a:lnTo>
                <a:cubicBezTo>
                  <a:pt x="18655" y="7855"/>
                  <a:pt x="18655" y="8836"/>
                  <a:pt x="18655" y="8836"/>
                </a:cubicBezTo>
                <a:close/>
                <a:moveTo>
                  <a:pt x="18655" y="6873"/>
                </a:moveTo>
                <a:lnTo>
                  <a:pt x="19636" y="6873"/>
                </a:lnTo>
                <a:lnTo>
                  <a:pt x="19636" y="5891"/>
                </a:lnTo>
                <a:lnTo>
                  <a:pt x="18655" y="5891"/>
                </a:lnTo>
                <a:cubicBezTo>
                  <a:pt x="18655" y="5891"/>
                  <a:pt x="18655" y="6873"/>
                  <a:pt x="18655" y="6873"/>
                </a:cubicBezTo>
                <a:close/>
                <a:moveTo>
                  <a:pt x="18655" y="4909"/>
                </a:moveTo>
                <a:lnTo>
                  <a:pt x="19636" y="4909"/>
                </a:lnTo>
                <a:lnTo>
                  <a:pt x="19636" y="3927"/>
                </a:lnTo>
                <a:lnTo>
                  <a:pt x="18655" y="3927"/>
                </a:lnTo>
                <a:cubicBezTo>
                  <a:pt x="18655" y="3927"/>
                  <a:pt x="18655" y="4909"/>
                  <a:pt x="18655" y="4909"/>
                </a:cubicBezTo>
                <a:close/>
                <a:moveTo>
                  <a:pt x="1964" y="2945"/>
                </a:moveTo>
                <a:lnTo>
                  <a:pt x="2945" y="2945"/>
                </a:lnTo>
                <a:lnTo>
                  <a:pt x="2945" y="1964"/>
                </a:lnTo>
                <a:lnTo>
                  <a:pt x="1964" y="1964"/>
                </a:lnTo>
                <a:cubicBezTo>
                  <a:pt x="1964" y="1964"/>
                  <a:pt x="1964" y="2945"/>
                  <a:pt x="1964" y="2945"/>
                </a:cubicBezTo>
                <a:close/>
                <a:moveTo>
                  <a:pt x="1964" y="8836"/>
                </a:moveTo>
                <a:lnTo>
                  <a:pt x="2945" y="8836"/>
                </a:lnTo>
                <a:lnTo>
                  <a:pt x="2945" y="7855"/>
                </a:lnTo>
                <a:lnTo>
                  <a:pt x="1964" y="7855"/>
                </a:lnTo>
                <a:cubicBezTo>
                  <a:pt x="1964" y="7855"/>
                  <a:pt x="1964" y="8836"/>
                  <a:pt x="1964" y="8836"/>
                </a:cubicBezTo>
                <a:close/>
                <a:moveTo>
                  <a:pt x="2945" y="16691"/>
                </a:moveTo>
                <a:lnTo>
                  <a:pt x="1964" y="16691"/>
                </a:lnTo>
                <a:lnTo>
                  <a:pt x="1964" y="17673"/>
                </a:lnTo>
                <a:lnTo>
                  <a:pt x="2945" y="17673"/>
                </a:lnTo>
                <a:cubicBezTo>
                  <a:pt x="2945" y="17673"/>
                  <a:pt x="2945" y="16691"/>
                  <a:pt x="2945" y="16691"/>
                </a:cubicBezTo>
                <a:close/>
                <a:moveTo>
                  <a:pt x="2945" y="12764"/>
                </a:moveTo>
                <a:lnTo>
                  <a:pt x="1964" y="12764"/>
                </a:lnTo>
                <a:lnTo>
                  <a:pt x="1964" y="13745"/>
                </a:lnTo>
                <a:lnTo>
                  <a:pt x="2945" y="13745"/>
                </a:lnTo>
                <a:cubicBezTo>
                  <a:pt x="2945" y="13745"/>
                  <a:pt x="2945" y="12764"/>
                  <a:pt x="2945" y="12764"/>
                </a:cubicBezTo>
                <a:close/>
                <a:moveTo>
                  <a:pt x="2945" y="14727"/>
                </a:moveTo>
                <a:lnTo>
                  <a:pt x="1964" y="14727"/>
                </a:lnTo>
                <a:lnTo>
                  <a:pt x="1964" y="15709"/>
                </a:lnTo>
                <a:lnTo>
                  <a:pt x="2945" y="15709"/>
                </a:lnTo>
                <a:cubicBezTo>
                  <a:pt x="2945" y="15709"/>
                  <a:pt x="2945" y="14727"/>
                  <a:pt x="2945" y="14727"/>
                </a:cubicBezTo>
                <a:close/>
                <a:moveTo>
                  <a:pt x="2945" y="18655"/>
                </a:moveTo>
                <a:lnTo>
                  <a:pt x="1964" y="18655"/>
                </a:lnTo>
                <a:lnTo>
                  <a:pt x="1964" y="19636"/>
                </a:lnTo>
                <a:lnTo>
                  <a:pt x="2945" y="19636"/>
                </a:lnTo>
                <a:cubicBezTo>
                  <a:pt x="2945" y="19636"/>
                  <a:pt x="2945" y="18655"/>
                  <a:pt x="2945" y="18655"/>
                </a:cubicBezTo>
                <a:close/>
                <a:moveTo>
                  <a:pt x="1964" y="6873"/>
                </a:moveTo>
                <a:lnTo>
                  <a:pt x="2945" y="6873"/>
                </a:lnTo>
                <a:lnTo>
                  <a:pt x="2945" y="5891"/>
                </a:lnTo>
                <a:lnTo>
                  <a:pt x="1964" y="5891"/>
                </a:lnTo>
                <a:cubicBezTo>
                  <a:pt x="1964" y="5891"/>
                  <a:pt x="1964" y="6873"/>
                  <a:pt x="1964" y="6873"/>
                </a:cubicBezTo>
                <a:close/>
                <a:moveTo>
                  <a:pt x="1964" y="4909"/>
                </a:moveTo>
                <a:lnTo>
                  <a:pt x="2945" y="4909"/>
                </a:lnTo>
                <a:lnTo>
                  <a:pt x="2945" y="3927"/>
                </a:lnTo>
                <a:lnTo>
                  <a:pt x="1964" y="3927"/>
                </a:lnTo>
                <a:cubicBezTo>
                  <a:pt x="1964" y="3927"/>
                  <a:pt x="1964" y="4909"/>
                  <a:pt x="1964" y="4909"/>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3" name="Shape 2545">
            <a:extLst>
              <a:ext uri="{FF2B5EF4-FFF2-40B4-BE49-F238E27FC236}">
                <a16:creationId xmlns:a16="http://schemas.microsoft.com/office/drawing/2014/main" id="{F9832EF2-0121-574B-7A31-5B93FAAFBD63}"/>
              </a:ext>
            </a:extLst>
          </p:cNvPr>
          <p:cNvSpPr/>
          <p:nvPr/>
        </p:nvSpPr>
        <p:spPr>
          <a:xfrm>
            <a:off x="871311" y="240601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9"/>
                </a:moveTo>
                <a:cubicBezTo>
                  <a:pt x="5377" y="20619"/>
                  <a:pt x="982" y="16223"/>
                  <a:pt x="982" y="10800"/>
                </a:cubicBezTo>
                <a:cubicBezTo>
                  <a:pt x="982" y="5378"/>
                  <a:pt x="5377" y="982"/>
                  <a:pt x="10800" y="982"/>
                </a:cubicBezTo>
                <a:cubicBezTo>
                  <a:pt x="13336" y="982"/>
                  <a:pt x="15638" y="1950"/>
                  <a:pt x="17377" y="3529"/>
                </a:cubicBezTo>
                <a:lnTo>
                  <a:pt x="10453" y="10453"/>
                </a:lnTo>
                <a:cubicBezTo>
                  <a:pt x="10364" y="10542"/>
                  <a:pt x="10309" y="10665"/>
                  <a:pt x="10309" y="10800"/>
                </a:cubicBezTo>
                <a:cubicBezTo>
                  <a:pt x="10309" y="11072"/>
                  <a:pt x="10529" y="11291"/>
                  <a:pt x="10800" y="11291"/>
                </a:cubicBezTo>
                <a:lnTo>
                  <a:pt x="20594" y="11291"/>
                </a:lnTo>
                <a:cubicBezTo>
                  <a:pt x="20336" y="16484"/>
                  <a:pt x="16057" y="20619"/>
                  <a:pt x="10800" y="20619"/>
                </a:cubicBezTo>
                <a:moveTo>
                  <a:pt x="20594" y="10309"/>
                </a:moveTo>
                <a:lnTo>
                  <a:pt x="11985" y="10309"/>
                </a:lnTo>
                <a:lnTo>
                  <a:pt x="18071" y="4223"/>
                </a:lnTo>
                <a:cubicBezTo>
                  <a:pt x="19541" y="5852"/>
                  <a:pt x="20477" y="7971"/>
                  <a:pt x="20594" y="10309"/>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4" name="Shape 2546">
            <a:extLst>
              <a:ext uri="{FF2B5EF4-FFF2-40B4-BE49-F238E27FC236}">
                <a16:creationId xmlns:a16="http://schemas.microsoft.com/office/drawing/2014/main" id="{147A816F-08BE-C959-82C4-C4D999A94146}"/>
              </a:ext>
            </a:extLst>
          </p:cNvPr>
          <p:cNvSpPr/>
          <p:nvPr/>
        </p:nvSpPr>
        <p:spPr>
          <a:xfrm>
            <a:off x="1404572" y="2431409"/>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18655" y="20400"/>
                </a:lnTo>
                <a:lnTo>
                  <a:pt x="18655" y="1200"/>
                </a:lnTo>
                <a:lnTo>
                  <a:pt x="20618" y="1200"/>
                </a:lnTo>
                <a:cubicBezTo>
                  <a:pt x="20618" y="1200"/>
                  <a:pt x="20618" y="20400"/>
                  <a:pt x="20618" y="20400"/>
                </a:cubicBezTo>
                <a:close/>
                <a:moveTo>
                  <a:pt x="21109" y="0"/>
                </a:moveTo>
                <a:lnTo>
                  <a:pt x="18164" y="0"/>
                </a:lnTo>
                <a:cubicBezTo>
                  <a:pt x="17893" y="0"/>
                  <a:pt x="17673" y="269"/>
                  <a:pt x="17673" y="600"/>
                </a:cubicBezTo>
                <a:lnTo>
                  <a:pt x="17673" y="21000"/>
                </a:lnTo>
                <a:cubicBezTo>
                  <a:pt x="17673" y="21332"/>
                  <a:pt x="17893" y="21600"/>
                  <a:pt x="18164" y="21600"/>
                </a:cubicBezTo>
                <a:lnTo>
                  <a:pt x="21109" y="21600"/>
                </a:lnTo>
                <a:cubicBezTo>
                  <a:pt x="21380" y="21600"/>
                  <a:pt x="21600" y="21332"/>
                  <a:pt x="21600" y="21000"/>
                </a:cubicBezTo>
                <a:lnTo>
                  <a:pt x="21600" y="600"/>
                </a:lnTo>
                <a:cubicBezTo>
                  <a:pt x="21600" y="269"/>
                  <a:pt x="21380" y="0"/>
                  <a:pt x="21109" y="0"/>
                </a:cubicBezTo>
                <a:moveTo>
                  <a:pt x="8836" y="20400"/>
                </a:moveTo>
                <a:lnTo>
                  <a:pt x="6873" y="20400"/>
                </a:lnTo>
                <a:lnTo>
                  <a:pt x="6873" y="3600"/>
                </a:lnTo>
                <a:lnTo>
                  <a:pt x="8836" y="3600"/>
                </a:lnTo>
                <a:cubicBezTo>
                  <a:pt x="8836" y="3600"/>
                  <a:pt x="8836" y="20400"/>
                  <a:pt x="8836" y="20400"/>
                </a:cubicBezTo>
                <a:close/>
                <a:moveTo>
                  <a:pt x="9327" y="2400"/>
                </a:moveTo>
                <a:lnTo>
                  <a:pt x="6382" y="2400"/>
                </a:lnTo>
                <a:cubicBezTo>
                  <a:pt x="6111" y="2400"/>
                  <a:pt x="5891" y="2669"/>
                  <a:pt x="5891" y="3000"/>
                </a:cubicBezTo>
                <a:lnTo>
                  <a:pt x="5891" y="21000"/>
                </a:lnTo>
                <a:cubicBezTo>
                  <a:pt x="5891" y="21332"/>
                  <a:pt x="6111" y="21600"/>
                  <a:pt x="6382" y="21600"/>
                </a:cubicBezTo>
                <a:lnTo>
                  <a:pt x="9327" y="21600"/>
                </a:lnTo>
                <a:cubicBezTo>
                  <a:pt x="9598" y="21600"/>
                  <a:pt x="9818" y="21332"/>
                  <a:pt x="9818" y="21000"/>
                </a:cubicBezTo>
                <a:lnTo>
                  <a:pt x="9818" y="3000"/>
                </a:lnTo>
                <a:cubicBezTo>
                  <a:pt x="9818" y="2669"/>
                  <a:pt x="9598" y="2400"/>
                  <a:pt x="9327" y="2400"/>
                </a:cubicBezTo>
                <a:moveTo>
                  <a:pt x="14727" y="20400"/>
                </a:moveTo>
                <a:lnTo>
                  <a:pt x="12764" y="20400"/>
                </a:lnTo>
                <a:lnTo>
                  <a:pt x="12764" y="10800"/>
                </a:lnTo>
                <a:lnTo>
                  <a:pt x="14727" y="10800"/>
                </a:lnTo>
                <a:cubicBezTo>
                  <a:pt x="14727" y="10800"/>
                  <a:pt x="14727" y="20400"/>
                  <a:pt x="14727" y="20400"/>
                </a:cubicBezTo>
                <a:close/>
                <a:moveTo>
                  <a:pt x="15218" y="9600"/>
                </a:moveTo>
                <a:lnTo>
                  <a:pt x="12273" y="9600"/>
                </a:lnTo>
                <a:cubicBezTo>
                  <a:pt x="12002" y="9600"/>
                  <a:pt x="11782" y="9869"/>
                  <a:pt x="11782" y="10200"/>
                </a:cubicBezTo>
                <a:lnTo>
                  <a:pt x="11782" y="21000"/>
                </a:lnTo>
                <a:cubicBezTo>
                  <a:pt x="11782" y="21332"/>
                  <a:pt x="12002" y="21600"/>
                  <a:pt x="12273" y="21600"/>
                </a:cubicBezTo>
                <a:lnTo>
                  <a:pt x="15218" y="21600"/>
                </a:lnTo>
                <a:cubicBezTo>
                  <a:pt x="15489" y="21600"/>
                  <a:pt x="15709" y="21332"/>
                  <a:pt x="15709" y="21000"/>
                </a:cubicBezTo>
                <a:lnTo>
                  <a:pt x="15709" y="10200"/>
                </a:lnTo>
                <a:cubicBezTo>
                  <a:pt x="15709" y="9869"/>
                  <a:pt x="15489" y="9600"/>
                  <a:pt x="15218" y="9600"/>
                </a:cubicBezTo>
                <a:moveTo>
                  <a:pt x="2945" y="20400"/>
                </a:moveTo>
                <a:lnTo>
                  <a:pt x="982" y="20400"/>
                </a:lnTo>
                <a:lnTo>
                  <a:pt x="982" y="14400"/>
                </a:lnTo>
                <a:lnTo>
                  <a:pt x="2945" y="14400"/>
                </a:lnTo>
                <a:cubicBezTo>
                  <a:pt x="2945" y="14400"/>
                  <a:pt x="2945" y="20400"/>
                  <a:pt x="2945" y="20400"/>
                </a:cubicBezTo>
                <a:close/>
                <a:moveTo>
                  <a:pt x="3436" y="13200"/>
                </a:moveTo>
                <a:lnTo>
                  <a:pt x="491" y="13200"/>
                </a:lnTo>
                <a:cubicBezTo>
                  <a:pt x="220" y="13200"/>
                  <a:pt x="0" y="13469"/>
                  <a:pt x="0" y="13800"/>
                </a:cubicBezTo>
                <a:lnTo>
                  <a:pt x="0" y="21000"/>
                </a:lnTo>
                <a:cubicBezTo>
                  <a:pt x="0" y="21332"/>
                  <a:pt x="220" y="21600"/>
                  <a:pt x="491" y="21600"/>
                </a:cubicBezTo>
                <a:lnTo>
                  <a:pt x="3436" y="21600"/>
                </a:lnTo>
                <a:cubicBezTo>
                  <a:pt x="3707" y="21600"/>
                  <a:pt x="3927" y="21332"/>
                  <a:pt x="3927" y="21000"/>
                </a:cubicBezTo>
                <a:lnTo>
                  <a:pt x="3927" y="13800"/>
                </a:lnTo>
                <a:cubicBezTo>
                  <a:pt x="3927" y="13469"/>
                  <a:pt x="3707" y="13200"/>
                  <a:pt x="3436" y="13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5" name="Shape 2547">
            <a:extLst>
              <a:ext uri="{FF2B5EF4-FFF2-40B4-BE49-F238E27FC236}">
                <a16:creationId xmlns:a16="http://schemas.microsoft.com/office/drawing/2014/main" id="{85AC2D96-FC87-F02D-D287-082C09765F0B}"/>
              </a:ext>
            </a:extLst>
          </p:cNvPr>
          <p:cNvSpPr/>
          <p:nvPr/>
        </p:nvSpPr>
        <p:spPr>
          <a:xfrm>
            <a:off x="1937833" y="240601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15643" y="14949"/>
                </a:lnTo>
                <a:cubicBezTo>
                  <a:pt x="16600" y="13832"/>
                  <a:pt x="17182" y="12386"/>
                  <a:pt x="17182" y="10800"/>
                </a:cubicBezTo>
                <a:cubicBezTo>
                  <a:pt x="17182" y="9214"/>
                  <a:pt x="16600" y="7767"/>
                  <a:pt x="15643" y="6651"/>
                </a:cubicBezTo>
                <a:lnTo>
                  <a:pt x="18073" y="4221"/>
                </a:lnTo>
                <a:cubicBezTo>
                  <a:pt x="19649" y="5963"/>
                  <a:pt x="20618" y="8266"/>
                  <a:pt x="20618" y="10800"/>
                </a:cubicBezTo>
                <a:cubicBezTo>
                  <a:pt x="20618" y="13335"/>
                  <a:pt x="19649" y="15637"/>
                  <a:pt x="18073" y="17379"/>
                </a:cubicBezTo>
                <a:moveTo>
                  <a:pt x="10800" y="20619"/>
                </a:moveTo>
                <a:cubicBezTo>
                  <a:pt x="8265" y="20619"/>
                  <a:pt x="5963" y="19650"/>
                  <a:pt x="4221" y="18073"/>
                </a:cubicBezTo>
                <a:lnTo>
                  <a:pt x="6651" y="15643"/>
                </a:lnTo>
                <a:cubicBezTo>
                  <a:pt x="7767" y="16600"/>
                  <a:pt x="9214" y="17182"/>
                  <a:pt x="10800" y="17182"/>
                </a:cubicBezTo>
                <a:cubicBezTo>
                  <a:pt x="12386" y="17182"/>
                  <a:pt x="13833" y="16600"/>
                  <a:pt x="14949" y="15643"/>
                </a:cubicBezTo>
                <a:lnTo>
                  <a:pt x="17379" y="18073"/>
                </a:lnTo>
                <a:cubicBezTo>
                  <a:pt x="15637" y="19650"/>
                  <a:pt x="13334" y="20619"/>
                  <a:pt x="10800" y="20619"/>
                </a:cubicBezTo>
                <a:moveTo>
                  <a:pt x="982" y="10800"/>
                </a:moveTo>
                <a:cubicBezTo>
                  <a:pt x="982" y="8266"/>
                  <a:pt x="1950" y="5963"/>
                  <a:pt x="3527" y="4221"/>
                </a:cubicBezTo>
                <a:lnTo>
                  <a:pt x="5957" y="6651"/>
                </a:lnTo>
                <a:cubicBezTo>
                  <a:pt x="4999" y="7767"/>
                  <a:pt x="4418" y="9214"/>
                  <a:pt x="4418" y="10800"/>
                </a:cubicBezTo>
                <a:cubicBezTo>
                  <a:pt x="4418" y="12386"/>
                  <a:pt x="4999" y="13832"/>
                  <a:pt x="5957" y="14949"/>
                </a:cubicBezTo>
                <a:lnTo>
                  <a:pt x="3527" y="17379"/>
                </a:lnTo>
                <a:cubicBezTo>
                  <a:pt x="1950" y="15637"/>
                  <a:pt x="982" y="13335"/>
                  <a:pt x="982" y="10800"/>
                </a:cubicBezTo>
                <a:moveTo>
                  <a:pt x="16200" y="10800"/>
                </a:moveTo>
                <a:cubicBezTo>
                  <a:pt x="16200" y="13782"/>
                  <a:pt x="13782" y="16200"/>
                  <a:pt x="10800" y="16200"/>
                </a:cubicBezTo>
                <a:cubicBezTo>
                  <a:pt x="7817" y="16200"/>
                  <a:pt x="5400" y="13782"/>
                  <a:pt x="5400" y="10800"/>
                </a:cubicBezTo>
                <a:cubicBezTo>
                  <a:pt x="5400" y="7817"/>
                  <a:pt x="7817" y="5400"/>
                  <a:pt x="10800" y="5400"/>
                </a:cubicBezTo>
                <a:cubicBezTo>
                  <a:pt x="13782" y="5400"/>
                  <a:pt x="16200" y="7817"/>
                  <a:pt x="16200" y="10800"/>
                </a:cubicBezTo>
                <a:moveTo>
                  <a:pt x="10800" y="982"/>
                </a:moveTo>
                <a:cubicBezTo>
                  <a:pt x="13334" y="982"/>
                  <a:pt x="15637" y="1950"/>
                  <a:pt x="17379" y="3527"/>
                </a:cubicBezTo>
                <a:lnTo>
                  <a:pt x="14949" y="5957"/>
                </a:lnTo>
                <a:cubicBezTo>
                  <a:pt x="13832" y="4999"/>
                  <a:pt x="12386" y="4418"/>
                  <a:pt x="10800" y="4418"/>
                </a:cubicBezTo>
                <a:cubicBezTo>
                  <a:pt x="9214" y="4418"/>
                  <a:pt x="7767" y="4999"/>
                  <a:pt x="6651" y="5957"/>
                </a:cubicBezTo>
                <a:lnTo>
                  <a:pt x="4221" y="3527"/>
                </a:lnTo>
                <a:cubicBezTo>
                  <a:pt x="5963" y="1950"/>
                  <a:pt x="8265" y="982"/>
                  <a:pt x="10800" y="982"/>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6" name="Shape 2548">
            <a:extLst>
              <a:ext uri="{FF2B5EF4-FFF2-40B4-BE49-F238E27FC236}">
                <a16:creationId xmlns:a16="http://schemas.microsoft.com/office/drawing/2014/main" id="{9DA6F0EB-BC6F-57D4-4F8C-D503F8860924}"/>
              </a:ext>
            </a:extLst>
          </p:cNvPr>
          <p:cNvSpPr/>
          <p:nvPr/>
        </p:nvSpPr>
        <p:spPr>
          <a:xfrm>
            <a:off x="2471094" y="2513938"/>
            <a:ext cx="279328" cy="63484"/>
          </a:xfrm>
          <a:custGeom>
            <a:avLst/>
            <a:gdLst/>
            <a:ahLst/>
            <a:cxnLst>
              <a:cxn ang="0">
                <a:pos x="wd2" y="hd2"/>
              </a:cxn>
              <a:cxn ang="5400000">
                <a:pos x="wd2" y="hd2"/>
              </a:cxn>
              <a:cxn ang="10800000">
                <a:pos x="wd2" y="hd2"/>
              </a:cxn>
              <a:cxn ang="16200000">
                <a:pos x="wd2" y="hd2"/>
              </a:cxn>
            </a:cxnLst>
            <a:rect l="0" t="0" r="r" b="b"/>
            <a:pathLst>
              <a:path w="21600" h="21600" extrusionOk="0">
                <a:moveTo>
                  <a:pt x="19145" y="17280"/>
                </a:moveTo>
                <a:cubicBezTo>
                  <a:pt x="18332" y="17280"/>
                  <a:pt x="17673" y="14380"/>
                  <a:pt x="17673" y="10800"/>
                </a:cubicBezTo>
                <a:cubicBezTo>
                  <a:pt x="17673" y="7224"/>
                  <a:pt x="18332" y="4320"/>
                  <a:pt x="19145" y="4320"/>
                </a:cubicBezTo>
                <a:cubicBezTo>
                  <a:pt x="19959" y="4320"/>
                  <a:pt x="20618" y="7224"/>
                  <a:pt x="20618" y="10800"/>
                </a:cubicBezTo>
                <a:cubicBezTo>
                  <a:pt x="20618" y="14380"/>
                  <a:pt x="19959" y="17280"/>
                  <a:pt x="19145" y="17280"/>
                </a:cubicBezTo>
                <a:moveTo>
                  <a:pt x="19145" y="0"/>
                </a:moveTo>
                <a:cubicBezTo>
                  <a:pt x="17790" y="0"/>
                  <a:pt x="16691" y="4837"/>
                  <a:pt x="16691" y="10800"/>
                </a:cubicBezTo>
                <a:cubicBezTo>
                  <a:pt x="16691" y="16766"/>
                  <a:pt x="17790" y="21600"/>
                  <a:pt x="19145" y="21600"/>
                </a:cubicBezTo>
                <a:cubicBezTo>
                  <a:pt x="20501" y="21600"/>
                  <a:pt x="21600" y="16766"/>
                  <a:pt x="21600" y="10800"/>
                </a:cubicBezTo>
                <a:cubicBezTo>
                  <a:pt x="21600" y="4837"/>
                  <a:pt x="20501" y="0"/>
                  <a:pt x="19145" y="0"/>
                </a:cubicBezTo>
                <a:moveTo>
                  <a:pt x="10800" y="17280"/>
                </a:moveTo>
                <a:cubicBezTo>
                  <a:pt x="9986" y="17280"/>
                  <a:pt x="9327" y="14380"/>
                  <a:pt x="9327" y="10800"/>
                </a:cubicBezTo>
                <a:cubicBezTo>
                  <a:pt x="9327" y="7224"/>
                  <a:pt x="9986" y="4320"/>
                  <a:pt x="10800" y="4320"/>
                </a:cubicBezTo>
                <a:cubicBezTo>
                  <a:pt x="11614" y="4320"/>
                  <a:pt x="12273" y="7224"/>
                  <a:pt x="12273" y="10800"/>
                </a:cubicBezTo>
                <a:cubicBezTo>
                  <a:pt x="12273" y="14380"/>
                  <a:pt x="11614" y="17280"/>
                  <a:pt x="10800" y="17280"/>
                </a:cubicBezTo>
                <a:moveTo>
                  <a:pt x="10800" y="0"/>
                </a:moveTo>
                <a:cubicBezTo>
                  <a:pt x="9444" y="0"/>
                  <a:pt x="8345" y="4837"/>
                  <a:pt x="8345" y="10800"/>
                </a:cubicBezTo>
                <a:cubicBezTo>
                  <a:pt x="8345" y="16766"/>
                  <a:pt x="9444" y="21600"/>
                  <a:pt x="10800" y="21600"/>
                </a:cubicBezTo>
                <a:cubicBezTo>
                  <a:pt x="12156" y="21600"/>
                  <a:pt x="13255" y="16766"/>
                  <a:pt x="13255" y="10800"/>
                </a:cubicBezTo>
                <a:cubicBezTo>
                  <a:pt x="13255" y="4837"/>
                  <a:pt x="12156" y="0"/>
                  <a:pt x="10800" y="0"/>
                </a:cubicBezTo>
                <a:moveTo>
                  <a:pt x="2455" y="17280"/>
                </a:moveTo>
                <a:cubicBezTo>
                  <a:pt x="1641" y="17280"/>
                  <a:pt x="982" y="14380"/>
                  <a:pt x="982" y="10800"/>
                </a:cubicBezTo>
                <a:cubicBezTo>
                  <a:pt x="982" y="7224"/>
                  <a:pt x="1641" y="4320"/>
                  <a:pt x="2455" y="4320"/>
                </a:cubicBezTo>
                <a:cubicBezTo>
                  <a:pt x="3268" y="4320"/>
                  <a:pt x="3927" y="7224"/>
                  <a:pt x="3927" y="10800"/>
                </a:cubicBezTo>
                <a:cubicBezTo>
                  <a:pt x="3927" y="14380"/>
                  <a:pt x="3268" y="17280"/>
                  <a:pt x="2455" y="17280"/>
                </a:cubicBezTo>
                <a:moveTo>
                  <a:pt x="2455" y="0"/>
                </a:moveTo>
                <a:cubicBezTo>
                  <a:pt x="1099" y="0"/>
                  <a:pt x="0" y="4837"/>
                  <a:pt x="0" y="10800"/>
                </a:cubicBezTo>
                <a:cubicBezTo>
                  <a:pt x="0" y="16766"/>
                  <a:pt x="1099" y="21600"/>
                  <a:pt x="2455" y="21600"/>
                </a:cubicBezTo>
                <a:cubicBezTo>
                  <a:pt x="3811" y="21600"/>
                  <a:pt x="4909" y="16766"/>
                  <a:pt x="4909" y="10800"/>
                </a:cubicBezTo>
                <a:cubicBezTo>
                  <a:pt x="4909" y="4837"/>
                  <a:pt x="3811" y="0"/>
                  <a:pt x="2455"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7" name="Shape 2549">
            <a:extLst>
              <a:ext uri="{FF2B5EF4-FFF2-40B4-BE49-F238E27FC236}">
                <a16:creationId xmlns:a16="http://schemas.microsoft.com/office/drawing/2014/main" id="{F687C092-E8B7-98F5-675B-F7297A9D92AD}"/>
              </a:ext>
            </a:extLst>
          </p:cNvPr>
          <p:cNvSpPr/>
          <p:nvPr/>
        </p:nvSpPr>
        <p:spPr>
          <a:xfrm>
            <a:off x="3004355" y="240601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0800" y="11291"/>
                </a:moveTo>
                <a:cubicBezTo>
                  <a:pt x="10529" y="11291"/>
                  <a:pt x="10309" y="11072"/>
                  <a:pt x="10309" y="10800"/>
                </a:cubicBezTo>
                <a:cubicBezTo>
                  <a:pt x="10309" y="10529"/>
                  <a:pt x="10529" y="10309"/>
                  <a:pt x="10800" y="10309"/>
                </a:cubicBezTo>
                <a:cubicBezTo>
                  <a:pt x="11071" y="10309"/>
                  <a:pt x="11291" y="10529"/>
                  <a:pt x="11291" y="10800"/>
                </a:cubicBezTo>
                <a:cubicBezTo>
                  <a:pt x="11291" y="11072"/>
                  <a:pt x="11071" y="11291"/>
                  <a:pt x="10800" y="11291"/>
                </a:cubicBezTo>
                <a:moveTo>
                  <a:pt x="10800" y="9327"/>
                </a:moveTo>
                <a:cubicBezTo>
                  <a:pt x="9986" y="9327"/>
                  <a:pt x="9327" y="9987"/>
                  <a:pt x="9327" y="10800"/>
                </a:cubicBezTo>
                <a:cubicBezTo>
                  <a:pt x="9327" y="11614"/>
                  <a:pt x="9986" y="12273"/>
                  <a:pt x="10800" y="12273"/>
                </a:cubicBezTo>
                <a:cubicBezTo>
                  <a:pt x="11614" y="12273"/>
                  <a:pt x="12273" y="11614"/>
                  <a:pt x="12273" y="10800"/>
                </a:cubicBezTo>
                <a:cubicBezTo>
                  <a:pt x="12273" y="9987"/>
                  <a:pt x="11614" y="9327"/>
                  <a:pt x="10800" y="9327"/>
                </a:cubicBezTo>
                <a:moveTo>
                  <a:pt x="5400" y="11291"/>
                </a:moveTo>
                <a:cubicBezTo>
                  <a:pt x="5129" y="11291"/>
                  <a:pt x="4909" y="11072"/>
                  <a:pt x="4909" y="10800"/>
                </a:cubicBezTo>
                <a:cubicBezTo>
                  <a:pt x="4909" y="10529"/>
                  <a:pt x="5129" y="10309"/>
                  <a:pt x="5400" y="10309"/>
                </a:cubicBezTo>
                <a:cubicBezTo>
                  <a:pt x="5671" y="10309"/>
                  <a:pt x="5891" y="10529"/>
                  <a:pt x="5891" y="10800"/>
                </a:cubicBezTo>
                <a:cubicBezTo>
                  <a:pt x="5891" y="11072"/>
                  <a:pt x="5671" y="11291"/>
                  <a:pt x="5400" y="11291"/>
                </a:cubicBezTo>
                <a:moveTo>
                  <a:pt x="5400" y="9327"/>
                </a:moveTo>
                <a:cubicBezTo>
                  <a:pt x="4586" y="9327"/>
                  <a:pt x="3927" y="9987"/>
                  <a:pt x="3927" y="10800"/>
                </a:cubicBezTo>
                <a:cubicBezTo>
                  <a:pt x="3927" y="11614"/>
                  <a:pt x="4586" y="12273"/>
                  <a:pt x="5400" y="12273"/>
                </a:cubicBezTo>
                <a:cubicBezTo>
                  <a:pt x="6214" y="12273"/>
                  <a:pt x="6873" y="11614"/>
                  <a:pt x="6873" y="10800"/>
                </a:cubicBezTo>
                <a:cubicBezTo>
                  <a:pt x="6873" y="9987"/>
                  <a:pt x="6214" y="9327"/>
                  <a:pt x="5400" y="9327"/>
                </a:cubicBezTo>
                <a:moveTo>
                  <a:pt x="16200" y="11291"/>
                </a:moveTo>
                <a:cubicBezTo>
                  <a:pt x="15929" y="11291"/>
                  <a:pt x="15709" y="11072"/>
                  <a:pt x="15709" y="10800"/>
                </a:cubicBezTo>
                <a:cubicBezTo>
                  <a:pt x="15709" y="10529"/>
                  <a:pt x="15929" y="10309"/>
                  <a:pt x="16200" y="10309"/>
                </a:cubicBezTo>
                <a:cubicBezTo>
                  <a:pt x="16471" y="10309"/>
                  <a:pt x="16691" y="10529"/>
                  <a:pt x="16691" y="10800"/>
                </a:cubicBezTo>
                <a:cubicBezTo>
                  <a:pt x="16691" y="11072"/>
                  <a:pt x="16471" y="11291"/>
                  <a:pt x="16200" y="11291"/>
                </a:cubicBezTo>
                <a:moveTo>
                  <a:pt x="16200" y="9327"/>
                </a:moveTo>
                <a:cubicBezTo>
                  <a:pt x="15386" y="9327"/>
                  <a:pt x="14727" y="9987"/>
                  <a:pt x="14727" y="10800"/>
                </a:cubicBezTo>
                <a:cubicBezTo>
                  <a:pt x="14727" y="11614"/>
                  <a:pt x="15386" y="12273"/>
                  <a:pt x="16200" y="12273"/>
                </a:cubicBezTo>
                <a:cubicBezTo>
                  <a:pt x="17014" y="12273"/>
                  <a:pt x="17673" y="11614"/>
                  <a:pt x="17673" y="10800"/>
                </a:cubicBezTo>
                <a:cubicBezTo>
                  <a:pt x="17673" y="9987"/>
                  <a:pt x="17014" y="9327"/>
                  <a:pt x="16200" y="93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8" name="Shape 2550">
            <a:extLst>
              <a:ext uri="{FF2B5EF4-FFF2-40B4-BE49-F238E27FC236}">
                <a16:creationId xmlns:a16="http://schemas.microsoft.com/office/drawing/2014/main" id="{C3BBC03A-AFF9-E417-B838-726688C31955}"/>
              </a:ext>
            </a:extLst>
          </p:cNvPr>
          <p:cNvSpPr/>
          <p:nvPr/>
        </p:nvSpPr>
        <p:spPr>
          <a:xfrm>
            <a:off x="3537616" y="240601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9" name="Shape 2551">
            <a:extLst>
              <a:ext uri="{FF2B5EF4-FFF2-40B4-BE49-F238E27FC236}">
                <a16:creationId xmlns:a16="http://schemas.microsoft.com/office/drawing/2014/main" id="{8AD27F77-9FC6-2737-F786-BCF5F3FD7AA0}"/>
              </a:ext>
            </a:extLst>
          </p:cNvPr>
          <p:cNvSpPr/>
          <p:nvPr/>
        </p:nvSpPr>
        <p:spPr>
          <a:xfrm>
            <a:off x="4070877" y="240601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9755" y="6010"/>
                </a:moveTo>
                <a:lnTo>
                  <a:pt x="18630" y="7136"/>
                </a:lnTo>
                <a:lnTo>
                  <a:pt x="14465" y="2970"/>
                </a:lnTo>
                <a:lnTo>
                  <a:pt x="15590" y="1845"/>
                </a:lnTo>
                <a:cubicBezTo>
                  <a:pt x="15590" y="1845"/>
                  <a:pt x="16391" y="982"/>
                  <a:pt x="17673" y="982"/>
                </a:cubicBezTo>
                <a:cubicBezTo>
                  <a:pt x="19300" y="982"/>
                  <a:pt x="20618" y="2300"/>
                  <a:pt x="20618" y="3927"/>
                </a:cubicBezTo>
                <a:cubicBezTo>
                  <a:pt x="20618" y="4741"/>
                  <a:pt x="20288" y="5477"/>
                  <a:pt x="19755" y="6010"/>
                </a:cubicBezTo>
                <a:moveTo>
                  <a:pt x="7364" y="18402"/>
                </a:moveTo>
                <a:lnTo>
                  <a:pt x="7364" y="14727"/>
                </a:lnTo>
                <a:cubicBezTo>
                  <a:pt x="7364" y="14456"/>
                  <a:pt x="7144" y="14236"/>
                  <a:pt x="6873" y="14236"/>
                </a:cubicBezTo>
                <a:lnTo>
                  <a:pt x="3198" y="14236"/>
                </a:lnTo>
                <a:lnTo>
                  <a:pt x="13770" y="3665"/>
                </a:lnTo>
                <a:lnTo>
                  <a:pt x="17935" y="7830"/>
                </a:lnTo>
                <a:cubicBezTo>
                  <a:pt x="17935" y="7830"/>
                  <a:pt x="7364" y="18402"/>
                  <a:pt x="7364" y="18402"/>
                </a:cubicBezTo>
                <a:close/>
                <a:moveTo>
                  <a:pt x="6382" y="19042"/>
                </a:moveTo>
                <a:lnTo>
                  <a:pt x="2945" y="19845"/>
                </a:lnTo>
                <a:lnTo>
                  <a:pt x="2945" y="18655"/>
                </a:lnTo>
                <a:lnTo>
                  <a:pt x="1755" y="18655"/>
                </a:lnTo>
                <a:lnTo>
                  <a:pt x="2558" y="15218"/>
                </a:lnTo>
                <a:lnTo>
                  <a:pt x="6382" y="15218"/>
                </a:lnTo>
                <a:cubicBezTo>
                  <a:pt x="6382" y="15218"/>
                  <a:pt x="6382" y="19042"/>
                  <a:pt x="6382" y="19042"/>
                </a:cubicBezTo>
                <a:close/>
                <a:moveTo>
                  <a:pt x="17673" y="0"/>
                </a:moveTo>
                <a:cubicBezTo>
                  <a:pt x="16588" y="0"/>
                  <a:pt x="15606" y="439"/>
                  <a:pt x="14896" y="1151"/>
                </a:cubicBezTo>
                <a:lnTo>
                  <a:pt x="1641" y="14405"/>
                </a:lnTo>
                <a:lnTo>
                  <a:pt x="0" y="21600"/>
                </a:lnTo>
                <a:lnTo>
                  <a:pt x="7195" y="19959"/>
                </a:lnTo>
                <a:lnTo>
                  <a:pt x="20449" y="6704"/>
                </a:lnTo>
                <a:cubicBezTo>
                  <a:pt x="21160" y="5994"/>
                  <a:pt x="21600" y="5012"/>
                  <a:pt x="21600" y="3927"/>
                </a:cubicBezTo>
                <a:cubicBezTo>
                  <a:pt x="21600" y="1758"/>
                  <a:pt x="19842" y="0"/>
                  <a:pt x="17673"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0" name="Shape 2552">
            <a:extLst>
              <a:ext uri="{FF2B5EF4-FFF2-40B4-BE49-F238E27FC236}">
                <a16:creationId xmlns:a16="http://schemas.microsoft.com/office/drawing/2014/main" id="{04752473-F5CE-EF8B-A9C9-471229AE090D}"/>
              </a:ext>
            </a:extLst>
          </p:cNvPr>
          <p:cNvSpPr/>
          <p:nvPr/>
        </p:nvSpPr>
        <p:spPr>
          <a:xfrm>
            <a:off x="4604138" y="2418712"/>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10800" y="18360"/>
                </a:moveTo>
                <a:cubicBezTo>
                  <a:pt x="9864" y="18360"/>
                  <a:pt x="8922" y="18237"/>
                  <a:pt x="7998" y="17995"/>
                </a:cubicBezTo>
                <a:cubicBezTo>
                  <a:pt x="7923" y="17975"/>
                  <a:pt x="7846" y="17965"/>
                  <a:pt x="7770" y="17965"/>
                </a:cubicBezTo>
                <a:cubicBezTo>
                  <a:pt x="7646" y="17965"/>
                  <a:pt x="7522" y="17991"/>
                  <a:pt x="7406" y="18043"/>
                </a:cubicBezTo>
                <a:lnTo>
                  <a:pt x="3352" y="19826"/>
                </a:lnTo>
                <a:lnTo>
                  <a:pt x="4013" y="16735"/>
                </a:lnTo>
                <a:cubicBezTo>
                  <a:pt x="4098" y="16339"/>
                  <a:pt x="3972" y="15924"/>
                  <a:pt x="3689" y="15662"/>
                </a:cubicBezTo>
                <a:cubicBezTo>
                  <a:pt x="1944" y="14045"/>
                  <a:pt x="982" y="11934"/>
                  <a:pt x="982" y="9720"/>
                </a:cubicBezTo>
                <a:cubicBezTo>
                  <a:pt x="982" y="4956"/>
                  <a:pt x="5387" y="1080"/>
                  <a:pt x="10800" y="1080"/>
                </a:cubicBezTo>
                <a:cubicBezTo>
                  <a:pt x="16214" y="1080"/>
                  <a:pt x="20618" y="4956"/>
                  <a:pt x="20618" y="9720"/>
                </a:cubicBezTo>
                <a:cubicBezTo>
                  <a:pt x="20618" y="14484"/>
                  <a:pt x="16214" y="18360"/>
                  <a:pt x="10800" y="18360"/>
                </a:cubicBezTo>
                <a:moveTo>
                  <a:pt x="10800" y="0"/>
                </a:moveTo>
                <a:cubicBezTo>
                  <a:pt x="4835" y="0"/>
                  <a:pt x="0" y="4352"/>
                  <a:pt x="0" y="9720"/>
                </a:cubicBezTo>
                <a:cubicBezTo>
                  <a:pt x="0" y="12353"/>
                  <a:pt x="1168" y="14738"/>
                  <a:pt x="3057" y="16488"/>
                </a:cubicBezTo>
                <a:lnTo>
                  <a:pt x="1964" y="21600"/>
                </a:lnTo>
                <a:lnTo>
                  <a:pt x="7770" y="19046"/>
                </a:lnTo>
                <a:cubicBezTo>
                  <a:pt x="8732" y="19298"/>
                  <a:pt x="9747" y="19440"/>
                  <a:pt x="10800" y="19440"/>
                </a:cubicBezTo>
                <a:cubicBezTo>
                  <a:pt x="16765" y="19440"/>
                  <a:pt x="21600" y="15089"/>
                  <a:pt x="21600" y="9720"/>
                </a:cubicBezTo>
                <a:cubicBezTo>
                  <a:pt x="21600" y="4352"/>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1" name="Shape 2553">
            <a:extLst>
              <a:ext uri="{FF2B5EF4-FFF2-40B4-BE49-F238E27FC236}">
                <a16:creationId xmlns:a16="http://schemas.microsoft.com/office/drawing/2014/main" id="{7AF20149-9323-F3FC-6291-83CD928BD26B}"/>
              </a:ext>
            </a:extLst>
          </p:cNvPr>
          <p:cNvSpPr/>
          <p:nvPr/>
        </p:nvSpPr>
        <p:spPr>
          <a:xfrm>
            <a:off x="5137399" y="2418712"/>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15709" y="8100"/>
                </a:moveTo>
                <a:cubicBezTo>
                  <a:pt x="14896" y="8100"/>
                  <a:pt x="14236" y="8826"/>
                  <a:pt x="14236" y="9720"/>
                </a:cubicBezTo>
                <a:cubicBezTo>
                  <a:pt x="14236" y="10615"/>
                  <a:pt x="14896" y="11340"/>
                  <a:pt x="15709" y="11340"/>
                </a:cubicBezTo>
                <a:cubicBezTo>
                  <a:pt x="16522" y="11340"/>
                  <a:pt x="17182" y="10615"/>
                  <a:pt x="17182" y="9720"/>
                </a:cubicBezTo>
                <a:cubicBezTo>
                  <a:pt x="17182" y="8826"/>
                  <a:pt x="16522" y="8100"/>
                  <a:pt x="15709" y="8100"/>
                </a:cubicBezTo>
                <a:moveTo>
                  <a:pt x="10800" y="18360"/>
                </a:moveTo>
                <a:cubicBezTo>
                  <a:pt x="9864" y="18360"/>
                  <a:pt x="8922" y="18237"/>
                  <a:pt x="7998" y="17995"/>
                </a:cubicBezTo>
                <a:cubicBezTo>
                  <a:pt x="7923" y="17975"/>
                  <a:pt x="7846" y="17965"/>
                  <a:pt x="7770" y="17965"/>
                </a:cubicBezTo>
                <a:cubicBezTo>
                  <a:pt x="7646" y="17965"/>
                  <a:pt x="7522" y="17991"/>
                  <a:pt x="7406" y="18043"/>
                </a:cubicBezTo>
                <a:lnTo>
                  <a:pt x="3352" y="19826"/>
                </a:lnTo>
                <a:lnTo>
                  <a:pt x="4013" y="16735"/>
                </a:lnTo>
                <a:cubicBezTo>
                  <a:pt x="4098" y="16339"/>
                  <a:pt x="3972" y="15924"/>
                  <a:pt x="3689" y="15662"/>
                </a:cubicBezTo>
                <a:cubicBezTo>
                  <a:pt x="1944" y="14045"/>
                  <a:pt x="982" y="11934"/>
                  <a:pt x="982" y="9720"/>
                </a:cubicBezTo>
                <a:cubicBezTo>
                  <a:pt x="982" y="4956"/>
                  <a:pt x="5387" y="1080"/>
                  <a:pt x="10800" y="1080"/>
                </a:cubicBezTo>
                <a:cubicBezTo>
                  <a:pt x="16214" y="1080"/>
                  <a:pt x="20618" y="4956"/>
                  <a:pt x="20618" y="9720"/>
                </a:cubicBezTo>
                <a:cubicBezTo>
                  <a:pt x="20618" y="14484"/>
                  <a:pt x="16214" y="18360"/>
                  <a:pt x="10800" y="18360"/>
                </a:cubicBezTo>
                <a:moveTo>
                  <a:pt x="10800" y="0"/>
                </a:moveTo>
                <a:cubicBezTo>
                  <a:pt x="4835" y="0"/>
                  <a:pt x="0" y="4352"/>
                  <a:pt x="0" y="9720"/>
                </a:cubicBezTo>
                <a:cubicBezTo>
                  <a:pt x="0" y="12353"/>
                  <a:pt x="1168" y="14738"/>
                  <a:pt x="3057" y="16488"/>
                </a:cubicBezTo>
                <a:lnTo>
                  <a:pt x="1964" y="21600"/>
                </a:lnTo>
                <a:lnTo>
                  <a:pt x="7770" y="19046"/>
                </a:lnTo>
                <a:cubicBezTo>
                  <a:pt x="8732" y="19298"/>
                  <a:pt x="9747" y="19440"/>
                  <a:pt x="10800" y="19440"/>
                </a:cubicBezTo>
                <a:cubicBezTo>
                  <a:pt x="16765" y="19440"/>
                  <a:pt x="21600" y="15089"/>
                  <a:pt x="21600" y="9720"/>
                </a:cubicBezTo>
                <a:cubicBezTo>
                  <a:pt x="21600" y="4352"/>
                  <a:pt x="16765" y="0"/>
                  <a:pt x="10800" y="0"/>
                </a:cubicBezTo>
                <a:moveTo>
                  <a:pt x="10800" y="8100"/>
                </a:moveTo>
                <a:cubicBezTo>
                  <a:pt x="9987" y="8100"/>
                  <a:pt x="9327" y="8826"/>
                  <a:pt x="9327" y="9720"/>
                </a:cubicBezTo>
                <a:cubicBezTo>
                  <a:pt x="9327" y="10615"/>
                  <a:pt x="9987" y="11340"/>
                  <a:pt x="10800" y="11340"/>
                </a:cubicBezTo>
                <a:cubicBezTo>
                  <a:pt x="11613" y="11340"/>
                  <a:pt x="12273" y="10615"/>
                  <a:pt x="12273" y="9720"/>
                </a:cubicBezTo>
                <a:cubicBezTo>
                  <a:pt x="12273" y="8826"/>
                  <a:pt x="11613" y="8100"/>
                  <a:pt x="10800" y="8100"/>
                </a:cubicBezTo>
                <a:moveTo>
                  <a:pt x="5891" y="8100"/>
                </a:moveTo>
                <a:cubicBezTo>
                  <a:pt x="5078" y="8100"/>
                  <a:pt x="4418" y="8826"/>
                  <a:pt x="4418" y="9720"/>
                </a:cubicBezTo>
                <a:cubicBezTo>
                  <a:pt x="4418" y="10615"/>
                  <a:pt x="5078" y="11340"/>
                  <a:pt x="5891" y="11340"/>
                </a:cubicBezTo>
                <a:cubicBezTo>
                  <a:pt x="6704" y="11340"/>
                  <a:pt x="7364" y="10615"/>
                  <a:pt x="7364" y="9720"/>
                </a:cubicBezTo>
                <a:cubicBezTo>
                  <a:pt x="7364" y="8826"/>
                  <a:pt x="6704" y="8100"/>
                  <a:pt x="5891" y="81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2" name="Shape 2554">
            <a:extLst>
              <a:ext uri="{FF2B5EF4-FFF2-40B4-BE49-F238E27FC236}">
                <a16:creationId xmlns:a16="http://schemas.microsoft.com/office/drawing/2014/main" id="{1F09502D-4378-5F62-7382-3819888626FC}"/>
              </a:ext>
            </a:extLst>
          </p:cNvPr>
          <p:cNvSpPr/>
          <p:nvPr/>
        </p:nvSpPr>
        <p:spPr>
          <a:xfrm>
            <a:off x="5670660" y="2418712"/>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7855" y="18900"/>
                </a:moveTo>
                <a:cubicBezTo>
                  <a:pt x="7279" y="18900"/>
                  <a:pt x="6684" y="18827"/>
                  <a:pt x="6086" y="18683"/>
                </a:cubicBezTo>
                <a:cubicBezTo>
                  <a:pt x="6017" y="18666"/>
                  <a:pt x="5946" y="18658"/>
                  <a:pt x="5876" y="18658"/>
                </a:cubicBezTo>
                <a:cubicBezTo>
                  <a:pt x="5756" y="18658"/>
                  <a:pt x="5636" y="18682"/>
                  <a:pt x="5523" y="18729"/>
                </a:cubicBezTo>
                <a:lnTo>
                  <a:pt x="2957" y="19815"/>
                </a:lnTo>
                <a:lnTo>
                  <a:pt x="3365" y="18243"/>
                </a:lnTo>
                <a:cubicBezTo>
                  <a:pt x="3474" y="17827"/>
                  <a:pt x="3345" y="17380"/>
                  <a:pt x="3039" y="17108"/>
                </a:cubicBezTo>
                <a:cubicBezTo>
                  <a:pt x="1712" y="15926"/>
                  <a:pt x="982" y="14358"/>
                  <a:pt x="982" y="12690"/>
                </a:cubicBezTo>
                <a:cubicBezTo>
                  <a:pt x="982" y="9266"/>
                  <a:pt x="4065" y="6480"/>
                  <a:pt x="7855" y="6480"/>
                </a:cubicBezTo>
                <a:cubicBezTo>
                  <a:pt x="11644" y="6480"/>
                  <a:pt x="14727" y="9266"/>
                  <a:pt x="14727" y="12690"/>
                </a:cubicBezTo>
                <a:cubicBezTo>
                  <a:pt x="14727" y="16114"/>
                  <a:pt x="11644" y="18900"/>
                  <a:pt x="7855" y="18900"/>
                </a:cubicBezTo>
                <a:moveTo>
                  <a:pt x="7855" y="5400"/>
                </a:moveTo>
                <a:cubicBezTo>
                  <a:pt x="3517" y="5400"/>
                  <a:pt x="0" y="8664"/>
                  <a:pt x="0" y="12690"/>
                </a:cubicBezTo>
                <a:cubicBezTo>
                  <a:pt x="0" y="14758"/>
                  <a:pt x="932" y="16620"/>
                  <a:pt x="2422" y="17947"/>
                </a:cubicBezTo>
                <a:lnTo>
                  <a:pt x="1473" y="21600"/>
                </a:lnTo>
                <a:lnTo>
                  <a:pt x="5876" y="19738"/>
                </a:lnTo>
                <a:cubicBezTo>
                  <a:pt x="6509" y="19891"/>
                  <a:pt x="7169" y="19980"/>
                  <a:pt x="7855" y="19980"/>
                </a:cubicBezTo>
                <a:cubicBezTo>
                  <a:pt x="12192" y="19980"/>
                  <a:pt x="15709" y="16716"/>
                  <a:pt x="15709" y="12690"/>
                </a:cubicBezTo>
                <a:cubicBezTo>
                  <a:pt x="15709" y="8664"/>
                  <a:pt x="12192" y="5400"/>
                  <a:pt x="7855" y="5400"/>
                </a:cubicBezTo>
                <a:moveTo>
                  <a:pt x="21600" y="7290"/>
                </a:moveTo>
                <a:cubicBezTo>
                  <a:pt x="21600" y="3264"/>
                  <a:pt x="18084" y="0"/>
                  <a:pt x="13745" y="0"/>
                </a:cubicBezTo>
                <a:cubicBezTo>
                  <a:pt x="10506" y="0"/>
                  <a:pt x="7725" y="1821"/>
                  <a:pt x="6525" y="4422"/>
                </a:cubicBezTo>
                <a:cubicBezTo>
                  <a:pt x="6912" y="4367"/>
                  <a:pt x="7306" y="4332"/>
                  <a:pt x="7708" y="4326"/>
                </a:cubicBezTo>
                <a:cubicBezTo>
                  <a:pt x="8875" y="2394"/>
                  <a:pt x="11143" y="1080"/>
                  <a:pt x="13745" y="1080"/>
                </a:cubicBezTo>
                <a:cubicBezTo>
                  <a:pt x="17535" y="1080"/>
                  <a:pt x="20618" y="3866"/>
                  <a:pt x="20618" y="7290"/>
                </a:cubicBezTo>
                <a:cubicBezTo>
                  <a:pt x="20618" y="8958"/>
                  <a:pt x="19888" y="10526"/>
                  <a:pt x="18561" y="11707"/>
                </a:cubicBezTo>
                <a:cubicBezTo>
                  <a:pt x="18255" y="11980"/>
                  <a:pt x="18126" y="12428"/>
                  <a:pt x="18234" y="12843"/>
                </a:cubicBezTo>
                <a:lnTo>
                  <a:pt x="18643" y="14415"/>
                </a:lnTo>
                <a:lnTo>
                  <a:pt x="16613" y="13556"/>
                </a:lnTo>
                <a:cubicBezTo>
                  <a:pt x="16573" y="13922"/>
                  <a:pt x="16500" y="14278"/>
                  <a:pt x="16411" y="14628"/>
                </a:cubicBezTo>
                <a:lnTo>
                  <a:pt x="20127" y="16200"/>
                </a:lnTo>
                <a:lnTo>
                  <a:pt x="19178" y="12547"/>
                </a:lnTo>
                <a:cubicBezTo>
                  <a:pt x="20669" y="11220"/>
                  <a:pt x="21600" y="9358"/>
                  <a:pt x="21600" y="729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3" name="Shape 2555">
            <a:extLst>
              <a:ext uri="{FF2B5EF4-FFF2-40B4-BE49-F238E27FC236}">
                <a16:creationId xmlns:a16="http://schemas.microsoft.com/office/drawing/2014/main" id="{28BE36F1-2668-188B-A27B-9650C14DB59E}"/>
              </a:ext>
            </a:extLst>
          </p:cNvPr>
          <p:cNvSpPr/>
          <p:nvPr/>
        </p:nvSpPr>
        <p:spPr>
          <a:xfrm>
            <a:off x="871311" y="29392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4221" y="3527"/>
                </a:lnTo>
                <a:cubicBezTo>
                  <a:pt x="5963" y="1950"/>
                  <a:pt x="8265" y="982"/>
                  <a:pt x="10800" y="982"/>
                </a:cubicBezTo>
                <a:cubicBezTo>
                  <a:pt x="16223" y="982"/>
                  <a:pt x="20618" y="5377"/>
                  <a:pt x="20618" y="10800"/>
                </a:cubicBezTo>
                <a:cubicBezTo>
                  <a:pt x="20618" y="13335"/>
                  <a:pt x="19650" y="15637"/>
                  <a:pt x="18073" y="17379"/>
                </a:cubicBezTo>
                <a:moveTo>
                  <a:pt x="10800" y="20618"/>
                </a:moveTo>
                <a:cubicBezTo>
                  <a:pt x="5377" y="20618"/>
                  <a:pt x="982" y="16223"/>
                  <a:pt x="982" y="10800"/>
                </a:cubicBezTo>
                <a:cubicBezTo>
                  <a:pt x="982" y="8266"/>
                  <a:pt x="1950" y="5963"/>
                  <a:pt x="3527" y="4221"/>
                </a:cubicBezTo>
                <a:lnTo>
                  <a:pt x="17379" y="18073"/>
                </a:lnTo>
                <a:cubicBezTo>
                  <a:pt x="15637" y="19650"/>
                  <a:pt x="13334" y="20618"/>
                  <a:pt x="10800" y="20618"/>
                </a:cubicBezTo>
                <a:moveTo>
                  <a:pt x="10800" y="0"/>
                </a:moveTo>
                <a:cubicBezTo>
                  <a:pt x="4835" y="0"/>
                  <a:pt x="0" y="4836"/>
                  <a:pt x="0" y="10800"/>
                </a:cubicBezTo>
                <a:cubicBezTo>
                  <a:pt x="0" y="16764"/>
                  <a:pt x="4835" y="21600"/>
                  <a:pt x="10800" y="21600"/>
                </a:cubicBezTo>
                <a:cubicBezTo>
                  <a:pt x="16764" y="21600"/>
                  <a:pt x="21600" y="16764"/>
                  <a:pt x="21600" y="10800"/>
                </a:cubicBezTo>
                <a:cubicBezTo>
                  <a:pt x="21600" y="4836"/>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4" name="Shape 2556">
            <a:extLst>
              <a:ext uri="{FF2B5EF4-FFF2-40B4-BE49-F238E27FC236}">
                <a16:creationId xmlns:a16="http://schemas.microsoft.com/office/drawing/2014/main" id="{F96455CA-EA75-7338-DDEB-9CF9CAF84F25}"/>
              </a:ext>
            </a:extLst>
          </p:cNvPr>
          <p:cNvSpPr/>
          <p:nvPr/>
        </p:nvSpPr>
        <p:spPr>
          <a:xfrm>
            <a:off x="1404572" y="29392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1874" y="5396"/>
                </a:moveTo>
                <a:cubicBezTo>
                  <a:pt x="11493" y="5396"/>
                  <a:pt x="11166" y="5519"/>
                  <a:pt x="10894" y="5766"/>
                </a:cubicBezTo>
                <a:cubicBezTo>
                  <a:pt x="10621" y="6013"/>
                  <a:pt x="10484" y="6310"/>
                  <a:pt x="10484" y="6658"/>
                </a:cubicBezTo>
                <a:cubicBezTo>
                  <a:pt x="10484" y="7005"/>
                  <a:pt x="10621" y="7301"/>
                  <a:pt x="10894" y="7545"/>
                </a:cubicBezTo>
                <a:cubicBezTo>
                  <a:pt x="11166" y="7790"/>
                  <a:pt x="11493" y="7912"/>
                  <a:pt x="11874" y="7912"/>
                </a:cubicBezTo>
                <a:cubicBezTo>
                  <a:pt x="12255" y="7912"/>
                  <a:pt x="12581" y="7790"/>
                  <a:pt x="12852" y="7545"/>
                </a:cubicBezTo>
                <a:cubicBezTo>
                  <a:pt x="13122" y="7301"/>
                  <a:pt x="13257" y="7005"/>
                  <a:pt x="13257" y="6658"/>
                </a:cubicBezTo>
                <a:cubicBezTo>
                  <a:pt x="13257" y="6310"/>
                  <a:pt x="13122" y="6013"/>
                  <a:pt x="12852" y="5766"/>
                </a:cubicBezTo>
                <a:cubicBezTo>
                  <a:pt x="12581" y="5519"/>
                  <a:pt x="12255" y="5396"/>
                  <a:pt x="11874" y="5396"/>
                </a:cubicBezTo>
                <a:moveTo>
                  <a:pt x="12242" y="15228"/>
                </a:moveTo>
                <a:cubicBezTo>
                  <a:pt x="11942" y="15228"/>
                  <a:pt x="11730" y="15180"/>
                  <a:pt x="11608" y="15083"/>
                </a:cubicBezTo>
                <a:cubicBezTo>
                  <a:pt x="11486" y="14987"/>
                  <a:pt x="11425" y="14807"/>
                  <a:pt x="11425" y="14542"/>
                </a:cubicBezTo>
                <a:cubicBezTo>
                  <a:pt x="11425" y="14436"/>
                  <a:pt x="11444" y="14281"/>
                  <a:pt x="11482" y="14076"/>
                </a:cubicBezTo>
                <a:cubicBezTo>
                  <a:pt x="11519" y="13870"/>
                  <a:pt x="11562" y="13687"/>
                  <a:pt x="11609" y="13527"/>
                </a:cubicBezTo>
                <a:lnTo>
                  <a:pt x="12189" y="11532"/>
                </a:lnTo>
                <a:cubicBezTo>
                  <a:pt x="12246" y="11349"/>
                  <a:pt x="12284" y="11148"/>
                  <a:pt x="12306" y="10929"/>
                </a:cubicBezTo>
                <a:cubicBezTo>
                  <a:pt x="12327" y="10709"/>
                  <a:pt x="12337" y="10557"/>
                  <a:pt x="12337" y="10469"/>
                </a:cubicBezTo>
                <a:cubicBezTo>
                  <a:pt x="12337" y="10049"/>
                  <a:pt x="12185" y="9707"/>
                  <a:pt x="11882" y="9444"/>
                </a:cubicBezTo>
                <a:cubicBezTo>
                  <a:pt x="11578" y="9182"/>
                  <a:pt x="11146" y="9050"/>
                  <a:pt x="10586" y="9050"/>
                </a:cubicBezTo>
                <a:cubicBezTo>
                  <a:pt x="10275" y="9050"/>
                  <a:pt x="9945" y="9104"/>
                  <a:pt x="9597" y="9211"/>
                </a:cubicBezTo>
                <a:cubicBezTo>
                  <a:pt x="9248" y="9319"/>
                  <a:pt x="8884" y="9448"/>
                  <a:pt x="8502" y="9599"/>
                </a:cubicBezTo>
                <a:lnTo>
                  <a:pt x="8347" y="10216"/>
                </a:lnTo>
                <a:cubicBezTo>
                  <a:pt x="8460" y="10175"/>
                  <a:pt x="8595" y="10131"/>
                  <a:pt x="8753" y="10085"/>
                </a:cubicBezTo>
                <a:cubicBezTo>
                  <a:pt x="8911" y="10040"/>
                  <a:pt x="9066" y="10017"/>
                  <a:pt x="9217" y="10017"/>
                </a:cubicBezTo>
                <a:cubicBezTo>
                  <a:pt x="9524" y="10017"/>
                  <a:pt x="9731" y="10068"/>
                  <a:pt x="9839" y="10168"/>
                </a:cubicBezTo>
                <a:cubicBezTo>
                  <a:pt x="9948" y="10269"/>
                  <a:pt x="10002" y="10447"/>
                  <a:pt x="10002" y="10703"/>
                </a:cubicBezTo>
                <a:cubicBezTo>
                  <a:pt x="10002" y="10844"/>
                  <a:pt x="9985" y="11001"/>
                  <a:pt x="9949" y="11172"/>
                </a:cubicBezTo>
                <a:cubicBezTo>
                  <a:pt x="9914" y="11343"/>
                  <a:pt x="9870" y="11526"/>
                  <a:pt x="9818" y="11717"/>
                </a:cubicBezTo>
                <a:lnTo>
                  <a:pt x="9235" y="13719"/>
                </a:lnTo>
                <a:cubicBezTo>
                  <a:pt x="9184" y="13929"/>
                  <a:pt x="9146" y="14118"/>
                  <a:pt x="9123" y="14285"/>
                </a:cubicBezTo>
                <a:cubicBezTo>
                  <a:pt x="9100" y="14451"/>
                  <a:pt x="9088" y="14615"/>
                  <a:pt x="9088" y="14775"/>
                </a:cubicBezTo>
                <a:cubicBezTo>
                  <a:pt x="9088" y="15186"/>
                  <a:pt x="9244" y="15526"/>
                  <a:pt x="9556" y="15793"/>
                </a:cubicBezTo>
                <a:cubicBezTo>
                  <a:pt x="9869" y="16060"/>
                  <a:pt x="10308" y="16194"/>
                  <a:pt x="10872" y="16194"/>
                </a:cubicBezTo>
                <a:cubicBezTo>
                  <a:pt x="11239" y="16194"/>
                  <a:pt x="11561" y="16147"/>
                  <a:pt x="11839" y="16053"/>
                </a:cubicBezTo>
                <a:cubicBezTo>
                  <a:pt x="12117" y="15960"/>
                  <a:pt x="12488" y="15824"/>
                  <a:pt x="12954" y="15645"/>
                </a:cubicBezTo>
                <a:lnTo>
                  <a:pt x="13109" y="15028"/>
                </a:lnTo>
                <a:cubicBezTo>
                  <a:pt x="13029" y="15065"/>
                  <a:pt x="12900" y="15107"/>
                  <a:pt x="12721" y="15155"/>
                </a:cubicBezTo>
                <a:cubicBezTo>
                  <a:pt x="12543" y="15204"/>
                  <a:pt x="12383" y="15228"/>
                  <a:pt x="12242" y="1522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5" name="Shape 2557">
            <a:extLst>
              <a:ext uri="{FF2B5EF4-FFF2-40B4-BE49-F238E27FC236}">
                <a16:creationId xmlns:a16="http://schemas.microsoft.com/office/drawing/2014/main" id="{BBC13D59-379D-BDF7-D7C9-41BB73060D76}"/>
              </a:ext>
            </a:extLst>
          </p:cNvPr>
          <p:cNvSpPr/>
          <p:nvPr/>
        </p:nvSpPr>
        <p:spPr>
          <a:xfrm>
            <a:off x="1937833" y="29392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991" y="6559"/>
                </a:moveTo>
                <a:cubicBezTo>
                  <a:pt x="12727" y="6341"/>
                  <a:pt x="12420" y="6172"/>
                  <a:pt x="12078" y="6058"/>
                </a:cubicBezTo>
                <a:cubicBezTo>
                  <a:pt x="11737" y="5946"/>
                  <a:pt x="11367" y="5889"/>
                  <a:pt x="10978" y="5889"/>
                </a:cubicBezTo>
                <a:cubicBezTo>
                  <a:pt x="10477" y="5889"/>
                  <a:pt x="10025" y="5967"/>
                  <a:pt x="9633" y="6120"/>
                </a:cubicBezTo>
                <a:cubicBezTo>
                  <a:pt x="9239" y="6275"/>
                  <a:pt x="8900" y="6494"/>
                  <a:pt x="8623" y="6771"/>
                </a:cubicBezTo>
                <a:cubicBezTo>
                  <a:pt x="8346" y="7049"/>
                  <a:pt x="8133" y="7392"/>
                  <a:pt x="7992" y="7788"/>
                </a:cubicBezTo>
                <a:cubicBezTo>
                  <a:pt x="7853" y="8180"/>
                  <a:pt x="7782" y="8620"/>
                  <a:pt x="7782" y="9096"/>
                </a:cubicBezTo>
                <a:lnTo>
                  <a:pt x="7782" y="9217"/>
                </a:lnTo>
                <a:lnTo>
                  <a:pt x="8880" y="9217"/>
                </a:lnTo>
                <a:lnTo>
                  <a:pt x="8877" y="9093"/>
                </a:lnTo>
                <a:cubicBezTo>
                  <a:pt x="8868" y="8767"/>
                  <a:pt x="8908" y="8461"/>
                  <a:pt x="8993" y="8187"/>
                </a:cubicBezTo>
                <a:cubicBezTo>
                  <a:pt x="9079" y="7914"/>
                  <a:pt x="9207" y="7675"/>
                  <a:pt x="9377" y="7473"/>
                </a:cubicBezTo>
                <a:cubicBezTo>
                  <a:pt x="9545" y="7274"/>
                  <a:pt x="9762" y="7115"/>
                  <a:pt x="10024" y="7000"/>
                </a:cubicBezTo>
                <a:cubicBezTo>
                  <a:pt x="10287" y="6884"/>
                  <a:pt x="10594" y="6827"/>
                  <a:pt x="10937" y="6827"/>
                </a:cubicBezTo>
                <a:cubicBezTo>
                  <a:pt x="11182" y="6827"/>
                  <a:pt x="11418" y="6868"/>
                  <a:pt x="11639" y="6950"/>
                </a:cubicBezTo>
                <a:cubicBezTo>
                  <a:pt x="11858" y="7032"/>
                  <a:pt x="12053" y="7146"/>
                  <a:pt x="12218" y="7289"/>
                </a:cubicBezTo>
                <a:cubicBezTo>
                  <a:pt x="12381" y="7431"/>
                  <a:pt x="12512" y="7605"/>
                  <a:pt x="12609" y="7808"/>
                </a:cubicBezTo>
                <a:cubicBezTo>
                  <a:pt x="12704" y="8011"/>
                  <a:pt x="12752" y="8236"/>
                  <a:pt x="12752" y="8478"/>
                </a:cubicBezTo>
                <a:cubicBezTo>
                  <a:pt x="12752" y="8797"/>
                  <a:pt x="12674" y="9089"/>
                  <a:pt x="12519" y="9350"/>
                </a:cubicBezTo>
                <a:cubicBezTo>
                  <a:pt x="12359" y="9618"/>
                  <a:pt x="12154" y="9865"/>
                  <a:pt x="11913" y="10082"/>
                </a:cubicBezTo>
                <a:cubicBezTo>
                  <a:pt x="11624" y="10337"/>
                  <a:pt x="11374" y="10568"/>
                  <a:pt x="11170" y="10771"/>
                </a:cubicBezTo>
                <a:cubicBezTo>
                  <a:pt x="10959" y="10979"/>
                  <a:pt x="10789" y="11200"/>
                  <a:pt x="10662" y="11428"/>
                </a:cubicBezTo>
                <a:cubicBezTo>
                  <a:pt x="10534" y="11657"/>
                  <a:pt x="10441" y="11916"/>
                  <a:pt x="10385" y="12199"/>
                </a:cubicBezTo>
                <a:cubicBezTo>
                  <a:pt x="10329" y="12478"/>
                  <a:pt x="10305" y="12827"/>
                  <a:pt x="10315" y="13237"/>
                </a:cubicBezTo>
                <a:lnTo>
                  <a:pt x="10318" y="13355"/>
                </a:lnTo>
                <a:lnTo>
                  <a:pt x="11407" y="13355"/>
                </a:lnTo>
                <a:lnTo>
                  <a:pt x="11410" y="13237"/>
                </a:lnTo>
                <a:cubicBezTo>
                  <a:pt x="11418" y="12838"/>
                  <a:pt x="11436" y="12531"/>
                  <a:pt x="11463" y="12322"/>
                </a:cubicBezTo>
                <a:cubicBezTo>
                  <a:pt x="11488" y="12125"/>
                  <a:pt x="11538" y="11956"/>
                  <a:pt x="11611" y="11821"/>
                </a:cubicBezTo>
                <a:cubicBezTo>
                  <a:pt x="11687" y="11684"/>
                  <a:pt x="11803" y="11541"/>
                  <a:pt x="11959" y="11399"/>
                </a:cubicBezTo>
                <a:cubicBezTo>
                  <a:pt x="12127" y="11245"/>
                  <a:pt x="12351" y="11031"/>
                  <a:pt x="12630" y="10762"/>
                </a:cubicBezTo>
                <a:cubicBezTo>
                  <a:pt x="12979" y="10441"/>
                  <a:pt x="13270" y="10102"/>
                  <a:pt x="13495" y="9753"/>
                </a:cubicBezTo>
                <a:cubicBezTo>
                  <a:pt x="13729" y="9393"/>
                  <a:pt x="13847" y="8952"/>
                  <a:pt x="13847" y="8439"/>
                </a:cubicBezTo>
                <a:cubicBezTo>
                  <a:pt x="13847" y="8038"/>
                  <a:pt x="13770" y="7675"/>
                  <a:pt x="13618" y="7362"/>
                </a:cubicBezTo>
                <a:cubicBezTo>
                  <a:pt x="13467" y="7050"/>
                  <a:pt x="13256" y="6780"/>
                  <a:pt x="12991" y="6559"/>
                </a:cubicBezTo>
                <a:moveTo>
                  <a:pt x="10179" y="15706"/>
                </a:moveTo>
                <a:lnTo>
                  <a:pt x="11558" y="15706"/>
                </a:lnTo>
                <a:lnTo>
                  <a:pt x="11558" y="14072"/>
                </a:lnTo>
                <a:lnTo>
                  <a:pt x="10179" y="14072"/>
                </a:lnTo>
                <a:cubicBezTo>
                  <a:pt x="10179" y="14072"/>
                  <a:pt x="10179" y="15706"/>
                  <a:pt x="10179" y="15706"/>
                </a:cubicBezTo>
                <a:close/>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5" y="0"/>
                  <a:pt x="0" y="4836"/>
                  <a:pt x="0" y="10800"/>
                </a:cubicBezTo>
                <a:cubicBezTo>
                  <a:pt x="0" y="16764"/>
                  <a:pt x="4835" y="21600"/>
                  <a:pt x="10800" y="21600"/>
                </a:cubicBezTo>
                <a:cubicBezTo>
                  <a:pt x="16764" y="21600"/>
                  <a:pt x="21600" y="16764"/>
                  <a:pt x="21600" y="10800"/>
                </a:cubicBezTo>
                <a:cubicBezTo>
                  <a:pt x="21600" y="4836"/>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6" name="Shape 2558">
            <a:extLst>
              <a:ext uri="{FF2B5EF4-FFF2-40B4-BE49-F238E27FC236}">
                <a16:creationId xmlns:a16="http://schemas.microsoft.com/office/drawing/2014/main" id="{D43524FA-7D25-06E3-A08B-010F778A8B9F}"/>
              </a:ext>
            </a:extLst>
          </p:cNvPr>
          <p:cNvSpPr/>
          <p:nvPr/>
        </p:nvSpPr>
        <p:spPr>
          <a:xfrm>
            <a:off x="2471094" y="29392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1782" y="5891"/>
                </a:moveTo>
                <a:lnTo>
                  <a:pt x="9818" y="5891"/>
                </a:lnTo>
                <a:cubicBezTo>
                  <a:pt x="9547" y="5891"/>
                  <a:pt x="9327" y="6111"/>
                  <a:pt x="9327" y="6382"/>
                </a:cubicBezTo>
                <a:cubicBezTo>
                  <a:pt x="9327" y="6394"/>
                  <a:pt x="9334" y="6405"/>
                  <a:pt x="9334" y="6417"/>
                </a:cubicBezTo>
                <a:lnTo>
                  <a:pt x="9328" y="6417"/>
                </a:lnTo>
                <a:lnTo>
                  <a:pt x="9819" y="12308"/>
                </a:lnTo>
                <a:lnTo>
                  <a:pt x="9825" y="12307"/>
                </a:lnTo>
                <a:cubicBezTo>
                  <a:pt x="9844" y="12562"/>
                  <a:pt x="10050" y="12764"/>
                  <a:pt x="10309" y="12764"/>
                </a:cubicBezTo>
                <a:lnTo>
                  <a:pt x="11291" y="12764"/>
                </a:lnTo>
                <a:cubicBezTo>
                  <a:pt x="11550" y="12764"/>
                  <a:pt x="11756" y="12562"/>
                  <a:pt x="11775" y="12307"/>
                </a:cubicBezTo>
                <a:lnTo>
                  <a:pt x="11781" y="12308"/>
                </a:lnTo>
                <a:lnTo>
                  <a:pt x="12272" y="6417"/>
                </a:lnTo>
                <a:lnTo>
                  <a:pt x="12266" y="6417"/>
                </a:lnTo>
                <a:cubicBezTo>
                  <a:pt x="12267" y="6405"/>
                  <a:pt x="12273" y="6394"/>
                  <a:pt x="12273" y="6382"/>
                </a:cubicBezTo>
                <a:cubicBezTo>
                  <a:pt x="12273" y="6111"/>
                  <a:pt x="12053" y="5891"/>
                  <a:pt x="11782" y="5891"/>
                </a:cubicBezTo>
                <a:moveTo>
                  <a:pt x="10800" y="13745"/>
                </a:moveTo>
                <a:cubicBezTo>
                  <a:pt x="10258" y="13745"/>
                  <a:pt x="9818" y="14186"/>
                  <a:pt x="9818" y="14727"/>
                </a:cubicBezTo>
                <a:cubicBezTo>
                  <a:pt x="9818" y="15269"/>
                  <a:pt x="10258" y="15709"/>
                  <a:pt x="10800" y="15709"/>
                </a:cubicBezTo>
                <a:cubicBezTo>
                  <a:pt x="11342" y="15709"/>
                  <a:pt x="11782" y="15269"/>
                  <a:pt x="11782" y="14727"/>
                </a:cubicBezTo>
                <a:cubicBezTo>
                  <a:pt x="11782" y="14186"/>
                  <a:pt x="11342" y="13745"/>
                  <a:pt x="10800" y="137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7" name="Shape 2559">
            <a:extLst>
              <a:ext uri="{FF2B5EF4-FFF2-40B4-BE49-F238E27FC236}">
                <a16:creationId xmlns:a16="http://schemas.microsoft.com/office/drawing/2014/main" id="{6D4495EC-2421-D393-7777-AF4B6BC71733}"/>
              </a:ext>
            </a:extLst>
          </p:cNvPr>
          <p:cNvSpPr/>
          <p:nvPr/>
        </p:nvSpPr>
        <p:spPr>
          <a:xfrm>
            <a:off x="3004355" y="2964670"/>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455" y="15600"/>
                </a:moveTo>
                <a:lnTo>
                  <a:pt x="982" y="15600"/>
                </a:lnTo>
                <a:lnTo>
                  <a:pt x="982" y="1200"/>
                </a:lnTo>
                <a:lnTo>
                  <a:pt x="16691" y="1200"/>
                </a:lnTo>
                <a:lnTo>
                  <a:pt x="16691" y="3000"/>
                </a:lnTo>
                <a:cubicBezTo>
                  <a:pt x="16691" y="3332"/>
                  <a:pt x="16911" y="3600"/>
                  <a:pt x="17182" y="3600"/>
                </a:cubicBezTo>
                <a:cubicBezTo>
                  <a:pt x="17453" y="3600"/>
                  <a:pt x="17673" y="3332"/>
                  <a:pt x="17673" y="3000"/>
                </a:cubicBezTo>
                <a:lnTo>
                  <a:pt x="17673" y="1200"/>
                </a:lnTo>
                <a:cubicBezTo>
                  <a:pt x="17673" y="538"/>
                  <a:pt x="17233" y="0"/>
                  <a:pt x="16691" y="0"/>
                </a:cubicBezTo>
                <a:lnTo>
                  <a:pt x="982" y="0"/>
                </a:lnTo>
                <a:cubicBezTo>
                  <a:pt x="440" y="0"/>
                  <a:pt x="0" y="538"/>
                  <a:pt x="0" y="1200"/>
                </a:cubicBezTo>
                <a:lnTo>
                  <a:pt x="0" y="15600"/>
                </a:lnTo>
                <a:cubicBezTo>
                  <a:pt x="0" y="16262"/>
                  <a:pt x="440" y="16800"/>
                  <a:pt x="982" y="16800"/>
                </a:cubicBezTo>
                <a:lnTo>
                  <a:pt x="2455" y="16800"/>
                </a:lnTo>
                <a:cubicBezTo>
                  <a:pt x="2725" y="16800"/>
                  <a:pt x="2945" y="16532"/>
                  <a:pt x="2945" y="16200"/>
                </a:cubicBezTo>
                <a:cubicBezTo>
                  <a:pt x="2945" y="15869"/>
                  <a:pt x="2725" y="15600"/>
                  <a:pt x="2455" y="15600"/>
                </a:cubicBezTo>
                <a:moveTo>
                  <a:pt x="20618" y="20400"/>
                </a:moveTo>
                <a:lnTo>
                  <a:pt x="4909" y="20400"/>
                </a:lnTo>
                <a:lnTo>
                  <a:pt x="4909" y="6000"/>
                </a:lnTo>
                <a:lnTo>
                  <a:pt x="20618" y="6000"/>
                </a:lnTo>
                <a:cubicBezTo>
                  <a:pt x="20618" y="6000"/>
                  <a:pt x="20618" y="20400"/>
                  <a:pt x="20618" y="20400"/>
                </a:cubicBezTo>
                <a:close/>
                <a:moveTo>
                  <a:pt x="20618" y="4800"/>
                </a:moveTo>
                <a:lnTo>
                  <a:pt x="4909" y="4800"/>
                </a:lnTo>
                <a:cubicBezTo>
                  <a:pt x="4367" y="4800"/>
                  <a:pt x="3927" y="5338"/>
                  <a:pt x="3927" y="6000"/>
                </a:cubicBezTo>
                <a:lnTo>
                  <a:pt x="3927" y="20400"/>
                </a:lnTo>
                <a:cubicBezTo>
                  <a:pt x="3927" y="21062"/>
                  <a:pt x="4367" y="21600"/>
                  <a:pt x="4909" y="21600"/>
                </a:cubicBezTo>
                <a:lnTo>
                  <a:pt x="20618" y="21600"/>
                </a:lnTo>
                <a:cubicBezTo>
                  <a:pt x="21160" y="21600"/>
                  <a:pt x="21600" y="21062"/>
                  <a:pt x="21600" y="20400"/>
                </a:cubicBezTo>
                <a:lnTo>
                  <a:pt x="21600" y="6000"/>
                </a:lnTo>
                <a:cubicBezTo>
                  <a:pt x="21600" y="5338"/>
                  <a:pt x="21160" y="4800"/>
                  <a:pt x="20618" y="4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8" name="Shape 2560">
            <a:extLst>
              <a:ext uri="{FF2B5EF4-FFF2-40B4-BE49-F238E27FC236}">
                <a16:creationId xmlns:a16="http://schemas.microsoft.com/office/drawing/2014/main" id="{AA45BCF0-EB59-4D15-5175-E07FBEA6721C}"/>
              </a:ext>
            </a:extLst>
          </p:cNvPr>
          <p:cNvSpPr/>
          <p:nvPr/>
        </p:nvSpPr>
        <p:spPr>
          <a:xfrm>
            <a:off x="3537616" y="29392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455" y="13745"/>
                </a:moveTo>
                <a:cubicBezTo>
                  <a:pt x="2726" y="13745"/>
                  <a:pt x="2945" y="13526"/>
                  <a:pt x="2945" y="13255"/>
                </a:cubicBezTo>
                <a:cubicBezTo>
                  <a:pt x="2945" y="12984"/>
                  <a:pt x="2726" y="12764"/>
                  <a:pt x="2455" y="12764"/>
                </a:cubicBezTo>
                <a:lnTo>
                  <a:pt x="982" y="12764"/>
                </a:lnTo>
                <a:lnTo>
                  <a:pt x="982" y="982"/>
                </a:lnTo>
                <a:lnTo>
                  <a:pt x="16691" y="982"/>
                </a:lnTo>
                <a:lnTo>
                  <a:pt x="16691" y="2455"/>
                </a:lnTo>
                <a:cubicBezTo>
                  <a:pt x="16691" y="2726"/>
                  <a:pt x="16910" y="2945"/>
                  <a:pt x="17182" y="2945"/>
                </a:cubicBezTo>
                <a:cubicBezTo>
                  <a:pt x="17453" y="2945"/>
                  <a:pt x="17673" y="2726"/>
                  <a:pt x="17673" y="2455"/>
                </a:cubicBezTo>
                <a:lnTo>
                  <a:pt x="17673" y="982"/>
                </a:lnTo>
                <a:cubicBezTo>
                  <a:pt x="17673" y="440"/>
                  <a:pt x="17233" y="0"/>
                  <a:pt x="16691" y="0"/>
                </a:cubicBezTo>
                <a:lnTo>
                  <a:pt x="982" y="0"/>
                </a:lnTo>
                <a:cubicBezTo>
                  <a:pt x="440" y="0"/>
                  <a:pt x="0" y="440"/>
                  <a:pt x="0" y="982"/>
                </a:cubicBezTo>
                <a:lnTo>
                  <a:pt x="0" y="16691"/>
                </a:lnTo>
                <a:cubicBezTo>
                  <a:pt x="0" y="17233"/>
                  <a:pt x="440" y="17673"/>
                  <a:pt x="982" y="17673"/>
                </a:cubicBezTo>
                <a:lnTo>
                  <a:pt x="2455" y="17673"/>
                </a:lnTo>
                <a:cubicBezTo>
                  <a:pt x="2726" y="17673"/>
                  <a:pt x="2945" y="17453"/>
                  <a:pt x="2945" y="17182"/>
                </a:cubicBezTo>
                <a:cubicBezTo>
                  <a:pt x="2945" y="16911"/>
                  <a:pt x="2726" y="16691"/>
                  <a:pt x="2455" y="16691"/>
                </a:cubicBezTo>
                <a:lnTo>
                  <a:pt x="982" y="16691"/>
                </a:lnTo>
                <a:lnTo>
                  <a:pt x="982" y="13745"/>
                </a:lnTo>
                <a:cubicBezTo>
                  <a:pt x="982" y="13745"/>
                  <a:pt x="2455" y="13745"/>
                  <a:pt x="2455" y="13745"/>
                </a:cubicBezTo>
                <a:close/>
                <a:moveTo>
                  <a:pt x="20618" y="16691"/>
                </a:moveTo>
                <a:lnTo>
                  <a:pt x="4909" y="16691"/>
                </a:lnTo>
                <a:lnTo>
                  <a:pt x="4909" y="4909"/>
                </a:lnTo>
                <a:lnTo>
                  <a:pt x="20618" y="4909"/>
                </a:lnTo>
                <a:cubicBezTo>
                  <a:pt x="20618" y="4909"/>
                  <a:pt x="20618" y="16691"/>
                  <a:pt x="20618" y="16691"/>
                </a:cubicBezTo>
                <a:close/>
                <a:moveTo>
                  <a:pt x="20618" y="20618"/>
                </a:moveTo>
                <a:lnTo>
                  <a:pt x="4909" y="20618"/>
                </a:lnTo>
                <a:lnTo>
                  <a:pt x="4909" y="17673"/>
                </a:lnTo>
                <a:lnTo>
                  <a:pt x="20618" y="17673"/>
                </a:lnTo>
                <a:cubicBezTo>
                  <a:pt x="20618" y="17673"/>
                  <a:pt x="20618" y="20618"/>
                  <a:pt x="20618" y="20618"/>
                </a:cubicBezTo>
                <a:close/>
                <a:moveTo>
                  <a:pt x="20618" y="3927"/>
                </a:moveTo>
                <a:lnTo>
                  <a:pt x="4909" y="3927"/>
                </a:lnTo>
                <a:cubicBezTo>
                  <a:pt x="4367" y="3927"/>
                  <a:pt x="3927" y="4367"/>
                  <a:pt x="3927" y="4909"/>
                </a:cubicBezTo>
                <a:lnTo>
                  <a:pt x="3927" y="20618"/>
                </a:lnTo>
                <a:cubicBezTo>
                  <a:pt x="3927" y="21160"/>
                  <a:pt x="4367" y="21600"/>
                  <a:pt x="4909" y="21600"/>
                </a:cubicBezTo>
                <a:lnTo>
                  <a:pt x="20618" y="21600"/>
                </a:lnTo>
                <a:cubicBezTo>
                  <a:pt x="21160" y="21600"/>
                  <a:pt x="21600" y="21160"/>
                  <a:pt x="21600" y="20618"/>
                </a:cubicBezTo>
                <a:lnTo>
                  <a:pt x="21600" y="4909"/>
                </a:lnTo>
                <a:cubicBezTo>
                  <a:pt x="21600" y="4367"/>
                  <a:pt x="21160" y="3927"/>
                  <a:pt x="20618" y="39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9" name="Shape 2561">
            <a:extLst>
              <a:ext uri="{FF2B5EF4-FFF2-40B4-BE49-F238E27FC236}">
                <a16:creationId xmlns:a16="http://schemas.microsoft.com/office/drawing/2014/main" id="{429B3458-03DB-2F0C-C8B0-36790711AE15}"/>
              </a:ext>
            </a:extLst>
          </p:cNvPr>
          <p:cNvSpPr/>
          <p:nvPr/>
        </p:nvSpPr>
        <p:spPr>
          <a:xfrm>
            <a:off x="4070877" y="2964670"/>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455" y="3600"/>
                </a:moveTo>
                <a:lnTo>
                  <a:pt x="19145" y="3600"/>
                </a:lnTo>
                <a:cubicBezTo>
                  <a:pt x="19417" y="3600"/>
                  <a:pt x="19636" y="3332"/>
                  <a:pt x="19636" y="3000"/>
                </a:cubicBezTo>
                <a:cubicBezTo>
                  <a:pt x="19636" y="2669"/>
                  <a:pt x="19417" y="2400"/>
                  <a:pt x="19145" y="2400"/>
                </a:cubicBezTo>
                <a:lnTo>
                  <a:pt x="2455" y="2400"/>
                </a:lnTo>
                <a:cubicBezTo>
                  <a:pt x="2183" y="2400"/>
                  <a:pt x="1964" y="2669"/>
                  <a:pt x="1964" y="3000"/>
                </a:cubicBezTo>
                <a:cubicBezTo>
                  <a:pt x="1964" y="3332"/>
                  <a:pt x="2183" y="3600"/>
                  <a:pt x="2455" y="3600"/>
                </a:cubicBezTo>
                <a:moveTo>
                  <a:pt x="20618" y="20400"/>
                </a:moveTo>
                <a:lnTo>
                  <a:pt x="982" y="20400"/>
                </a:lnTo>
                <a:lnTo>
                  <a:pt x="982" y="6000"/>
                </a:lnTo>
                <a:lnTo>
                  <a:pt x="20618" y="6000"/>
                </a:lnTo>
                <a:cubicBezTo>
                  <a:pt x="20618" y="6000"/>
                  <a:pt x="20618" y="20400"/>
                  <a:pt x="20618" y="20400"/>
                </a:cubicBezTo>
                <a:close/>
                <a:moveTo>
                  <a:pt x="20618" y="4800"/>
                </a:moveTo>
                <a:lnTo>
                  <a:pt x="982" y="4800"/>
                </a:lnTo>
                <a:cubicBezTo>
                  <a:pt x="439" y="4800"/>
                  <a:pt x="0" y="5338"/>
                  <a:pt x="0" y="6000"/>
                </a:cubicBezTo>
                <a:lnTo>
                  <a:pt x="0" y="20400"/>
                </a:lnTo>
                <a:cubicBezTo>
                  <a:pt x="0" y="21062"/>
                  <a:pt x="439" y="21600"/>
                  <a:pt x="982" y="21600"/>
                </a:cubicBezTo>
                <a:lnTo>
                  <a:pt x="20618" y="21600"/>
                </a:lnTo>
                <a:cubicBezTo>
                  <a:pt x="21160" y="21600"/>
                  <a:pt x="21600" y="21062"/>
                  <a:pt x="21600" y="20400"/>
                </a:cubicBezTo>
                <a:lnTo>
                  <a:pt x="21600" y="6000"/>
                </a:lnTo>
                <a:cubicBezTo>
                  <a:pt x="21600" y="5338"/>
                  <a:pt x="21160" y="4800"/>
                  <a:pt x="20618" y="4800"/>
                </a:cubicBezTo>
                <a:moveTo>
                  <a:pt x="4418" y="1200"/>
                </a:moveTo>
                <a:lnTo>
                  <a:pt x="17182" y="1200"/>
                </a:lnTo>
                <a:cubicBezTo>
                  <a:pt x="17453" y="1200"/>
                  <a:pt x="17673" y="932"/>
                  <a:pt x="17673" y="600"/>
                </a:cubicBezTo>
                <a:cubicBezTo>
                  <a:pt x="17673" y="269"/>
                  <a:pt x="17453" y="0"/>
                  <a:pt x="17182" y="0"/>
                </a:cubicBezTo>
                <a:lnTo>
                  <a:pt x="4418" y="0"/>
                </a:lnTo>
                <a:cubicBezTo>
                  <a:pt x="4147" y="0"/>
                  <a:pt x="3927" y="269"/>
                  <a:pt x="3927" y="600"/>
                </a:cubicBezTo>
                <a:cubicBezTo>
                  <a:pt x="3927" y="932"/>
                  <a:pt x="4147" y="1200"/>
                  <a:pt x="4418" y="1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0" name="Shape 2562">
            <a:extLst>
              <a:ext uri="{FF2B5EF4-FFF2-40B4-BE49-F238E27FC236}">
                <a16:creationId xmlns:a16="http://schemas.microsoft.com/office/drawing/2014/main" id="{475D0A36-BCCD-9D2B-E6C2-7741C8064622}"/>
              </a:ext>
            </a:extLst>
          </p:cNvPr>
          <p:cNvSpPr/>
          <p:nvPr/>
        </p:nvSpPr>
        <p:spPr>
          <a:xfrm>
            <a:off x="4604138" y="29392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9"/>
                  <a:pt x="19636" y="20619"/>
                </a:cubicBezTo>
                <a:lnTo>
                  <a:pt x="1964" y="20619"/>
                </a:lnTo>
                <a:cubicBezTo>
                  <a:pt x="1421" y="20619"/>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4294" y="17673"/>
                </a:moveTo>
                <a:lnTo>
                  <a:pt x="8376" y="10732"/>
                </a:lnTo>
                <a:lnTo>
                  <a:pt x="10838" y="14425"/>
                </a:lnTo>
                <a:cubicBezTo>
                  <a:pt x="10862" y="14484"/>
                  <a:pt x="10898" y="14536"/>
                  <a:pt x="10942" y="14581"/>
                </a:cubicBezTo>
                <a:lnTo>
                  <a:pt x="10944" y="14583"/>
                </a:lnTo>
                <a:cubicBezTo>
                  <a:pt x="11033" y="14673"/>
                  <a:pt x="11155" y="14727"/>
                  <a:pt x="11291" y="14727"/>
                </a:cubicBezTo>
                <a:cubicBezTo>
                  <a:pt x="11427" y="14727"/>
                  <a:pt x="11549" y="14673"/>
                  <a:pt x="11638" y="14583"/>
                </a:cubicBezTo>
                <a:lnTo>
                  <a:pt x="13686" y="12536"/>
                </a:lnTo>
                <a:lnTo>
                  <a:pt x="17242" y="17673"/>
                </a:lnTo>
                <a:cubicBezTo>
                  <a:pt x="17242" y="17673"/>
                  <a:pt x="4294" y="17673"/>
                  <a:pt x="4294" y="17673"/>
                </a:cubicBezTo>
                <a:close/>
                <a:moveTo>
                  <a:pt x="18620" y="17982"/>
                </a:moveTo>
                <a:lnTo>
                  <a:pt x="18617" y="17978"/>
                </a:lnTo>
                <a:cubicBezTo>
                  <a:pt x="18590" y="17913"/>
                  <a:pt x="18551" y="17858"/>
                  <a:pt x="18501" y="17810"/>
                </a:cubicBezTo>
                <a:lnTo>
                  <a:pt x="14201" y="11600"/>
                </a:lnTo>
                <a:lnTo>
                  <a:pt x="14200" y="11601"/>
                </a:lnTo>
                <a:cubicBezTo>
                  <a:pt x="14127" y="11420"/>
                  <a:pt x="13952" y="11291"/>
                  <a:pt x="13745" y="11291"/>
                </a:cubicBezTo>
                <a:cubicBezTo>
                  <a:pt x="13610" y="11291"/>
                  <a:pt x="13488" y="11346"/>
                  <a:pt x="13398" y="11435"/>
                </a:cubicBezTo>
                <a:lnTo>
                  <a:pt x="11360" y="13473"/>
                </a:lnTo>
                <a:lnTo>
                  <a:pt x="8798" y="9630"/>
                </a:lnTo>
                <a:cubicBezTo>
                  <a:pt x="8724" y="9453"/>
                  <a:pt x="8550" y="9327"/>
                  <a:pt x="8345" y="9327"/>
                </a:cubicBezTo>
                <a:cubicBezTo>
                  <a:pt x="8175" y="9327"/>
                  <a:pt x="8033" y="9420"/>
                  <a:pt x="7945" y="9551"/>
                </a:cubicBezTo>
                <a:lnTo>
                  <a:pt x="7937" y="9546"/>
                </a:lnTo>
                <a:lnTo>
                  <a:pt x="3028" y="17891"/>
                </a:lnTo>
                <a:lnTo>
                  <a:pt x="3036" y="17897"/>
                </a:lnTo>
                <a:cubicBezTo>
                  <a:pt x="2983" y="17974"/>
                  <a:pt x="2945" y="18063"/>
                  <a:pt x="2945" y="18164"/>
                </a:cubicBezTo>
                <a:cubicBezTo>
                  <a:pt x="2945" y="18435"/>
                  <a:pt x="3165" y="18655"/>
                  <a:pt x="3436" y="18655"/>
                </a:cubicBezTo>
                <a:lnTo>
                  <a:pt x="18164" y="18655"/>
                </a:lnTo>
                <a:cubicBezTo>
                  <a:pt x="18435" y="18655"/>
                  <a:pt x="18655" y="18435"/>
                  <a:pt x="18655" y="18164"/>
                </a:cubicBezTo>
                <a:cubicBezTo>
                  <a:pt x="18655" y="18099"/>
                  <a:pt x="18640" y="18039"/>
                  <a:pt x="18618" y="17983"/>
                </a:cubicBezTo>
                <a:cubicBezTo>
                  <a:pt x="18618" y="17983"/>
                  <a:pt x="18620" y="17982"/>
                  <a:pt x="18620" y="17982"/>
                </a:cubicBezTo>
                <a:close/>
                <a:moveTo>
                  <a:pt x="5400" y="3927"/>
                </a:moveTo>
                <a:cubicBezTo>
                  <a:pt x="6213" y="3927"/>
                  <a:pt x="6873" y="4587"/>
                  <a:pt x="6873" y="5400"/>
                </a:cubicBezTo>
                <a:cubicBezTo>
                  <a:pt x="6873" y="6214"/>
                  <a:pt x="6213" y="6873"/>
                  <a:pt x="5400" y="6873"/>
                </a:cubicBezTo>
                <a:cubicBezTo>
                  <a:pt x="4587" y="6873"/>
                  <a:pt x="3927" y="6214"/>
                  <a:pt x="3927" y="5400"/>
                </a:cubicBezTo>
                <a:cubicBezTo>
                  <a:pt x="3927" y="4587"/>
                  <a:pt x="4587" y="3927"/>
                  <a:pt x="5400" y="3927"/>
                </a:cubicBezTo>
                <a:moveTo>
                  <a:pt x="5400" y="7855"/>
                </a:moveTo>
                <a:cubicBezTo>
                  <a:pt x="6756" y="7855"/>
                  <a:pt x="7855" y="6756"/>
                  <a:pt x="7855" y="5400"/>
                </a:cubicBezTo>
                <a:cubicBezTo>
                  <a:pt x="7855" y="4045"/>
                  <a:pt x="6756" y="2945"/>
                  <a:pt x="5400" y="2945"/>
                </a:cubicBezTo>
                <a:cubicBezTo>
                  <a:pt x="4044" y="2945"/>
                  <a:pt x="2945" y="4045"/>
                  <a:pt x="2945" y="5400"/>
                </a:cubicBezTo>
                <a:cubicBezTo>
                  <a:pt x="2945" y="6756"/>
                  <a:pt x="4044" y="7855"/>
                  <a:pt x="5400" y="785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1" name="Shape 2563">
            <a:extLst>
              <a:ext uri="{FF2B5EF4-FFF2-40B4-BE49-F238E27FC236}">
                <a16:creationId xmlns:a16="http://schemas.microsoft.com/office/drawing/2014/main" id="{805F8C55-6B99-2296-442D-852D16BC597E}"/>
              </a:ext>
            </a:extLst>
          </p:cNvPr>
          <p:cNvSpPr/>
          <p:nvPr/>
        </p:nvSpPr>
        <p:spPr>
          <a:xfrm>
            <a:off x="5137399" y="29392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9636" y="0"/>
                </a:moveTo>
                <a:lnTo>
                  <a:pt x="5891" y="0"/>
                </a:lnTo>
                <a:cubicBezTo>
                  <a:pt x="4806" y="0"/>
                  <a:pt x="3927" y="879"/>
                  <a:pt x="3927" y="1964"/>
                </a:cubicBezTo>
                <a:lnTo>
                  <a:pt x="3927" y="2455"/>
                </a:lnTo>
                <a:cubicBezTo>
                  <a:pt x="3927" y="2726"/>
                  <a:pt x="4147" y="2945"/>
                  <a:pt x="4418" y="2945"/>
                </a:cubicBezTo>
                <a:cubicBezTo>
                  <a:pt x="4690"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2"/>
                  <a:pt x="20178" y="16691"/>
                  <a:pt x="19636" y="16691"/>
                </a:cubicBezTo>
                <a:lnTo>
                  <a:pt x="19145" y="16691"/>
                </a:lnTo>
                <a:cubicBezTo>
                  <a:pt x="18874" y="16691"/>
                  <a:pt x="18655" y="16911"/>
                  <a:pt x="18655" y="17182"/>
                </a:cubicBezTo>
                <a:cubicBezTo>
                  <a:pt x="18655" y="17453"/>
                  <a:pt x="18874" y="17673"/>
                  <a:pt x="19145" y="17673"/>
                </a:cubicBezTo>
                <a:lnTo>
                  <a:pt x="19636" y="17673"/>
                </a:lnTo>
                <a:cubicBezTo>
                  <a:pt x="20721" y="17673"/>
                  <a:pt x="21600" y="16794"/>
                  <a:pt x="21600" y="15709"/>
                </a:cubicBezTo>
                <a:lnTo>
                  <a:pt x="21600" y="1964"/>
                </a:lnTo>
                <a:cubicBezTo>
                  <a:pt x="21600" y="879"/>
                  <a:pt x="20721" y="0"/>
                  <a:pt x="19636" y="0"/>
                </a:cubicBezTo>
                <a:moveTo>
                  <a:pt x="4354" y="17673"/>
                </a:moveTo>
                <a:lnTo>
                  <a:pt x="7369" y="13149"/>
                </a:lnTo>
                <a:lnTo>
                  <a:pt x="8875" y="15407"/>
                </a:lnTo>
                <a:cubicBezTo>
                  <a:pt x="8949" y="15584"/>
                  <a:pt x="9123" y="15709"/>
                  <a:pt x="9327" y="15709"/>
                </a:cubicBezTo>
                <a:cubicBezTo>
                  <a:pt x="9463" y="15709"/>
                  <a:pt x="9586" y="15655"/>
                  <a:pt x="9674" y="15565"/>
                </a:cubicBezTo>
                <a:lnTo>
                  <a:pt x="11198" y="14042"/>
                </a:lnTo>
                <a:lnTo>
                  <a:pt x="13376" y="17673"/>
                </a:lnTo>
                <a:cubicBezTo>
                  <a:pt x="13376" y="17673"/>
                  <a:pt x="4354" y="17673"/>
                  <a:pt x="4354" y="17673"/>
                </a:cubicBezTo>
                <a:close/>
                <a:moveTo>
                  <a:pt x="14692" y="17982"/>
                </a:moveTo>
                <a:lnTo>
                  <a:pt x="14690" y="17977"/>
                </a:lnTo>
                <a:cubicBezTo>
                  <a:pt x="14685" y="17967"/>
                  <a:pt x="14677" y="17959"/>
                  <a:pt x="14673" y="17949"/>
                </a:cubicBezTo>
                <a:lnTo>
                  <a:pt x="11747" y="13073"/>
                </a:lnTo>
                <a:lnTo>
                  <a:pt x="11745" y="13073"/>
                </a:lnTo>
                <a:cubicBezTo>
                  <a:pt x="11673" y="12892"/>
                  <a:pt x="11498" y="12764"/>
                  <a:pt x="11291" y="12764"/>
                </a:cubicBezTo>
                <a:cubicBezTo>
                  <a:pt x="11155" y="12764"/>
                  <a:pt x="11033" y="12819"/>
                  <a:pt x="10944" y="12908"/>
                </a:cubicBezTo>
                <a:lnTo>
                  <a:pt x="9397" y="14454"/>
                </a:lnTo>
                <a:lnTo>
                  <a:pt x="7816" y="12084"/>
                </a:lnTo>
                <a:cubicBezTo>
                  <a:pt x="7742" y="11907"/>
                  <a:pt x="7568" y="11782"/>
                  <a:pt x="7364" y="11782"/>
                </a:cubicBezTo>
                <a:cubicBezTo>
                  <a:pt x="7193" y="11782"/>
                  <a:pt x="7051" y="11874"/>
                  <a:pt x="6963" y="12006"/>
                </a:cubicBezTo>
                <a:lnTo>
                  <a:pt x="6955" y="12000"/>
                </a:lnTo>
                <a:lnTo>
                  <a:pt x="3028" y="17891"/>
                </a:lnTo>
                <a:lnTo>
                  <a:pt x="3036" y="17897"/>
                </a:lnTo>
                <a:cubicBezTo>
                  <a:pt x="2983" y="17974"/>
                  <a:pt x="2945" y="18063"/>
                  <a:pt x="2945" y="18164"/>
                </a:cubicBezTo>
                <a:cubicBezTo>
                  <a:pt x="2945" y="18435"/>
                  <a:pt x="3165" y="18655"/>
                  <a:pt x="3436" y="18655"/>
                </a:cubicBezTo>
                <a:lnTo>
                  <a:pt x="14236" y="18655"/>
                </a:lnTo>
                <a:cubicBezTo>
                  <a:pt x="14508" y="18655"/>
                  <a:pt x="14727" y="18435"/>
                  <a:pt x="14727" y="18164"/>
                </a:cubicBezTo>
                <a:cubicBezTo>
                  <a:pt x="14727" y="18099"/>
                  <a:pt x="14713" y="18039"/>
                  <a:pt x="14691" y="17983"/>
                </a:cubicBezTo>
                <a:cubicBezTo>
                  <a:pt x="14691" y="17983"/>
                  <a:pt x="14692" y="17982"/>
                  <a:pt x="14692" y="17982"/>
                </a:cubicBezTo>
                <a:close/>
                <a:moveTo>
                  <a:pt x="4909" y="7855"/>
                </a:moveTo>
                <a:cubicBezTo>
                  <a:pt x="5451" y="7855"/>
                  <a:pt x="5891" y="8295"/>
                  <a:pt x="5891" y="8836"/>
                </a:cubicBezTo>
                <a:cubicBezTo>
                  <a:pt x="5891" y="9379"/>
                  <a:pt x="5451" y="9818"/>
                  <a:pt x="4909" y="9818"/>
                </a:cubicBezTo>
                <a:cubicBezTo>
                  <a:pt x="4367" y="9818"/>
                  <a:pt x="3927" y="9379"/>
                  <a:pt x="3927" y="8836"/>
                </a:cubicBezTo>
                <a:cubicBezTo>
                  <a:pt x="3927" y="8295"/>
                  <a:pt x="4367" y="7855"/>
                  <a:pt x="4909" y="7855"/>
                </a:cubicBezTo>
                <a:moveTo>
                  <a:pt x="4909" y="10800"/>
                </a:moveTo>
                <a:cubicBezTo>
                  <a:pt x="5994" y="10800"/>
                  <a:pt x="6873" y="9921"/>
                  <a:pt x="6873" y="8836"/>
                </a:cubicBezTo>
                <a:cubicBezTo>
                  <a:pt x="6873" y="7752"/>
                  <a:pt x="5994" y="6873"/>
                  <a:pt x="4909" y="6873"/>
                </a:cubicBezTo>
                <a:cubicBezTo>
                  <a:pt x="3825" y="6873"/>
                  <a:pt x="2945" y="7752"/>
                  <a:pt x="2945" y="8836"/>
                </a:cubicBezTo>
                <a:cubicBezTo>
                  <a:pt x="2945" y="9921"/>
                  <a:pt x="3825" y="10800"/>
                  <a:pt x="4909" y="10800"/>
                </a:cubicBezTo>
                <a:moveTo>
                  <a:pt x="16691" y="19636"/>
                </a:moveTo>
                <a:cubicBezTo>
                  <a:pt x="16691" y="20179"/>
                  <a:pt x="16251" y="20619"/>
                  <a:pt x="15709" y="20619"/>
                </a:cubicBezTo>
                <a:lnTo>
                  <a:pt x="1964" y="20619"/>
                </a:lnTo>
                <a:cubicBezTo>
                  <a:pt x="1422" y="20619"/>
                  <a:pt x="982" y="20179"/>
                  <a:pt x="982" y="19636"/>
                </a:cubicBezTo>
                <a:lnTo>
                  <a:pt x="982" y="5891"/>
                </a:lnTo>
                <a:cubicBezTo>
                  <a:pt x="982" y="5349"/>
                  <a:pt x="1422" y="4909"/>
                  <a:pt x="1964" y="4909"/>
                </a:cubicBezTo>
                <a:lnTo>
                  <a:pt x="15709" y="4909"/>
                </a:lnTo>
                <a:cubicBezTo>
                  <a:pt x="16251" y="4909"/>
                  <a:pt x="16691" y="5349"/>
                  <a:pt x="16691" y="5891"/>
                </a:cubicBezTo>
                <a:cubicBezTo>
                  <a:pt x="16691" y="5891"/>
                  <a:pt x="16691" y="19636"/>
                  <a:pt x="16691" y="19636"/>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2" name="Shape 2564">
            <a:extLst>
              <a:ext uri="{FF2B5EF4-FFF2-40B4-BE49-F238E27FC236}">
                <a16:creationId xmlns:a16="http://schemas.microsoft.com/office/drawing/2014/main" id="{B9B02B77-B5DA-CAA3-6672-BC80B5EC4250}"/>
              </a:ext>
            </a:extLst>
          </p:cNvPr>
          <p:cNvSpPr/>
          <p:nvPr/>
        </p:nvSpPr>
        <p:spPr>
          <a:xfrm>
            <a:off x="5670660" y="293927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818" y="10800"/>
                </a:moveTo>
                <a:lnTo>
                  <a:pt x="11782" y="10800"/>
                </a:lnTo>
                <a:lnTo>
                  <a:pt x="11782" y="12764"/>
                </a:lnTo>
                <a:lnTo>
                  <a:pt x="9818" y="12764"/>
                </a:lnTo>
                <a:cubicBezTo>
                  <a:pt x="9818" y="12764"/>
                  <a:pt x="9818" y="10800"/>
                  <a:pt x="9818" y="10800"/>
                </a:cubicBezTo>
                <a:close/>
                <a:moveTo>
                  <a:pt x="9327" y="13745"/>
                </a:moveTo>
                <a:lnTo>
                  <a:pt x="12273" y="13745"/>
                </a:lnTo>
                <a:cubicBezTo>
                  <a:pt x="12544" y="13745"/>
                  <a:pt x="12764" y="13526"/>
                  <a:pt x="12764" y="13255"/>
                </a:cubicBezTo>
                <a:lnTo>
                  <a:pt x="12764" y="10309"/>
                </a:lnTo>
                <a:cubicBezTo>
                  <a:pt x="12764" y="10038"/>
                  <a:pt x="12544" y="9818"/>
                  <a:pt x="12273" y="9818"/>
                </a:cubicBezTo>
                <a:lnTo>
                  <a:pt x="9327" y="9818"/>
                </a:lnTo>
                <a:cubicBezTo>
                  <a:pt x="9056" y="9818"/>
                  <a:pt x="8836" y="10038"/>
                  <a:pt x="8836" y="10309"/>
                </a:cubicBezTo>
                <a:lnTo>
                  <a:pt x="8836" y="13255"/>
                </a:lnTo>
                <a:cubicBezTo>
                  <a:pt x="8836" y="13526"/>
                  <a:pt x="9056" y="13745"/>
                  <a:pt x="9327" y="13745"/>
                </a:cubicBezTo>
                <a:moveTo>
                  <a:pt x="14727" y="15709"/>
                </a:moveTo>
                <a:lnTo>
                  <a:pt x="16691" y="15709"/>
                </a:lnTo>
                <a:lnTo>
                  <a:pt x="16691" y="17673"/>
                </a:lnTo>
                <a:lnTo>
                  <a:pt x="14727" y="17673"/>
                </a:lnTo>
                <a:cubicBezTo>
                  <a:pt x="14727" y="17673"/>
                  <a:pt x="14727" y="15709"/>
                  <a:pt x="14727" y="15709"/>
                </a:cubicBezTo>
                <a:close/>
                <a:moveTo>
                  <a:pt x="14236" y="18655"/>
                </a:moveTo>
                <a:lnTo>
                  <a:pt x="17182" y="18655"/>
                </a:lnTo>
                <a:cubicBezTo>
                  <a:pt x="17453" y="18655"/>
                  <a:pt x="17673" y="18435"/>
                  <a:pt x="17673" y="18164"/>
                </a:cubicBezTo>
                <a:lnTo>
                  <a:pt x="17673" y="15218"/>
                </a:lnTo>
                <a:cubicBezTo>
                  <a:pt x="17673" y="14947"/>
                  <a:pt x="17453" y="14727"/>
                  <a:pt x="17182" y="14727"/>
                </a:cubicBezTo>
                <a:lnTo>
                  <a:pt x="14236" y="14727"/>
                </a:lnTo>
                <a:cubicBezTo>
                  <a:pt x="13965" y="14727"/>
                  <a:pt x="13745" y="14947"/>
                  <a:pt x="13745" y="15218"/>
                </a:cubicBezTo>
                <a:lnTo>
                  <a:pt x="13745" y="18164"/>
                </a:lnTo>
                <a:cubicBezTo>
                  <a:pt x="13745" y="18435"/>
                  <a:pt x="13965" y="18655"/>
                  <a:pt x="14236" y="18655"/>
                </a:cubicBezTo>
                <a:moveTo>
                  <a:pt x="9818" y="5891"/>
                </a:moveTo>
                <a:lnTo>
                  <a:pt x="11782" y="5891"/>
                </a:lnTo>
                <a:lnTo>
                  <a:pt x="11782" y="7855"/>
                </a:lnTo>
                <a:lnTo>
                  <a:pt x="9818" y="7855"/>
                </a:lnTo>
                <a:cubicBezTo>
                  <a:pt x="9818" y="7855"/>
                  <a:pt x="9818" y="5891"/>
                  <a:pt x="9818" y="5891"/>
                </a:cubicBezTo>
                <a:close/>
                <a:moveTo>
                  <a:pt x="9327" y="8836"/>
                </a:moveTo>
                <a:lnTo>
                  <a:pt x="12273" y="8836"/>
                </a:lnTo>
                <a:cubicBezTo>
                  <a:pt x="12544" y="8836"/>
                  <a:pt x="12764" y="8617"/>
                  <a:pt x="12764" y="8345"/>
                </a:cubicBezTo>
                <a:lnTo>
                  <a:pt x="12764" y="5400"/>
                </a:lnTo>
                <a:cubicBezTo>
                  <a:pt x="12764" y="5129"/>
                  <a:pt x="12544" y="4909"/>
                  <a:pt x="12273" y="4909"/>
                </a:cubicBezTo>
                <a:lnTo>
                  <a:pt x="9327" y="4909"/>
                </a:lnTo>
                <a:cubicBezTo>
                  <a:pt x="9056" y="4909"/>
                  <a:pt x="8836" y="5129"/>
                  <a:pt x="8836" y="5400"/>
                </a:cubicBezTo>
                <a:lnTo>
                  <a:pt x="8836" y="8345"/>
                </a:lnTo>
                <a:cubicBezTo>
                  <a:pt x="8836" y="8617"/>
                  <a:pt x="9056" y="8836"/>
                  <a:pt x="9327" y="8836"/>
                </a:cubicBezTo>
                <a:moveTo>
                  <a:pt x="4909" y="15709"/>
                </a:moveTo>
                <a:lnTo>
                  <a:pt x="6873" y="15709"/>
                </a:lnTo>
                <a:lnTo>
                  <a:pt x="6873" y="17673"/>
                </a:lnTo>
                <a:lnTo>
                  <a:pt x="4909" y="17673"/>
                </a:lnTo>
                <a:cubicBezTo>
                  <a:pt x="4909" y="17673"/>
                  <a:pt x="4909" y="15709"/>
                  <a:pt x="4909" y="15709"/>
                </a:cubicBezTo>
                <a:close/>
                <a:moveTo>
                  <a:pt x="4418" y="18655"/>
                </a:moveTo>
                <a:lnTo>
                  <a:pt x="7364" y="18655"/>
                </a:lnTo>
                <a:cubicBezTo>
                  <a:pt x="7635" y="18655"/>
                  <a:pt x="7855" y="18435"/>
                  <a:pt x="7855" y="18164"/>
                </a:cubicBezTo>
                <a:lnTo>
                  <a:pt x="7855" y="15218"/>
                </a:lnTo>
                <a:cubicBezTo>
                  <a:pt x="7855" y="14947"/>
                  <a:pt x="7635" y="14727"/>
                  <a:pt x="7364" y="14727"/>
                </a:cubicBezTo>
                <a:lnTo>
                  <a:pt x="4418" y="14727"/>
                </a:lnTo>
                <a:cubicBezTo>
                  <a:pt x="4147" y="14727"/>
                  <a:pt x="3927" y="14947"/>
                  <a:pt x="3927" y="15218"/>
                </a:cubicBezTo>
                <a:lnTo>
                  <a:pt x="3927" y="18164"/>
                </a:lnTo>
                <a:cubicBezTo>
                  <a:pt x="3927" y="18435"/>
                  <a:pt x="4147" y="18655"/>
                  <a:pt x="4418" y="18655"/>
                </a:cubicBezTo>
                <a:moveTo>
                  <a:pt x="14727" y="10800"/>
                </a:moveTo>
                <a:lnTo>
                  <a:pt x="16691" y="10800"/>
                </a:lnTo>
                <a:lnTo>
                  <a:pt x="16691" y="12764"/>
                </a:lnTo>
                <a:lnTo>
                  <a:pt x="14727" y="12764"/>
                </a:lnTo>
                <a:cubicBezTo>
                  <a:pt x="14727" y="12764"/>
                  <a:pt x="14727" y="10800"/>
                  <a:pt x="14727" y="10800"/>
                </a:cubicBezTo>
                <a:close/>
                <a:moveTo>
                  <a:pt x="14236" y="13745"/>
                </a:moveTo>
                <a:lnTo>
                  <a:pt x="17182" y="13745"/>
                </a:lnTo>
                <a:cubicBezTo>
                  <a:pt x="17453" y="13745"/>
                  <a:pt x="17673" y="13526"/>
                  <a:pt x="17673" y="13255"/>
                </a:cubicBezTo>
                <a:lnTo>
                  <a:pt x="17673" y="10309"/>
                </a:lnTo>
                <a:cubicBezTo>
                  <a:pt x="17673" y="10038"/>
                  <a:pt x="17453" y="9818"/>
                  <a:pt x="17182" y="9818"/>
                </a:cubicBezTo>
                <a:lnTo>
                  <a:pt x="14236" y="9818"/>
                </a:lnTo>
                <a:cubicBezTo>
                  <a:pt x="13965" y="9818"/>
                  <a:pt x="13745" y="10038"/>
                  <a:pt x="13745" y="10309"/>
                </a:cubicBezTo>
                <a:lnTo>
                  <a:pt x="13745" y="13255"/>
                </a:lnTo>
                <a:cubicBezTo>
                  <a:pt x="13745" y="13526"/>
                  <a:pt x="13965" y="13745"/>
                  <a:pt x="14236" y="13745"/>
                </a:cubicBezTo>
                <a:moveTo>
                  <a:pt x="4909" y="10800"/>
                </a:moveTo>
                <a:lnTo>
                  <a:pt x="6873" y="10800"/>
                </a:lnTo>
                <a:lnTo>
                  <a:pt x="6873" y="12764"/>
                </a:lnTo>
                <a:lnTo>
                  <a:pt x="4909" y="12764"/>
                </a:lnTo>
                <a:cubicBezTo>
                  <a:pt x="4909" y="12764"/>
                  <a:pt x="4909" y="10800"/>
                  <a:pt x="4909" y="10800"/>
                </a:cubicBezTo>
                <a:close/>
                <a:moveTo>
                  <a:pt x="4418" y="13745"/>
                </a:moveTo>
                <a:lnTo>
                  <a:pt x="7364" y="13745"/>
                </a:lnTo>
                <a:cubicBezTo>
                  <a:pt x="7635" y="13745"/>
                  <a:pt x="7855" y="13526"/>
                  <a:pt x="7855" y="13255"/>
                </a:cubicBezTo>
                <a:lnTo>
                  <a:pt x="7855" y="10309"/>
                </a:lnTo>
                <a:cubicBezTo>
                  <a:pt x="7855" y="10038"/>
                  <a:pt x="7635" y="9818"/>
                  <a:pt x="7364" y="9818"/>
                </a:cubicBezTo>
                <a:lnTo>
                  <a:pt x="4418" y="9818"/>
                </a:lnTo>
                <a:cubicBezTo>
                  <a:pt x="4147" y="9818"/>
                  <a:pt x="3927" y="10038"/>
                  <a:pt x="3927" y="10309"/>
                </a:cubicBezTo>
                <a:lnTo>
                  <a:pt x="3927" y="13255"/>
                </a:lnTo>
                <a:cubicBezTo>
                  <a:pt x="3927" y="13526"/>
                  <a:pt x="4147" y="13745"/>
                  <a:pt x="4418" y="13745"/>
                </a:cubicBezTo>
                <a:moveTo>
                  <a:pt x="4909" y="5891"/>
                </a:moveTo>
                <a:lnTo>
                  <a:pt x="6873" y="5891"/>
                </a:lnTo>
                <a:lnTo>
                  <a:pt x="6873" y="7855"/>
                </a:lnTo>
                <a:lnTo>
                  <a:pt x="4909" y="7855"/>
                </a:lnTo>
                <a:cubicBezTo>
                  <a:pt x="4909" y="7855"/>
                  <a:pt x="4909" y="5891"/>
                  <a:pt x="4909" y="5891"/>
                </a:cubicBezTo>
                <a:close/>
                <a:moveTo>
                  <a:pt x="4418" y="8836"/>
                </a:moveTo>
                <a:lnTo>
                  <a:pt x="7364" y="8836"/>
                </a:lnTo>
                <a:cubicBezTo>
                  <a:pt x="7635" y="8836"/>
                  <a:pt x="7855" y="8617"/>
                  <a:pt x="7855" y="8345"/>
                </a:cubicBezTo>
                <a:lnTo>
                  <a:pt x="7855" y="5400"/>
                </a:lnTo>
                <a:cubicBezTo>
                  <a:pt x="7855" y="5129"/>
                  <a:pt x="7635" y="4909"/>
                  <a:pt x="7364" y="4909"/>
                </a:cubicBezTo>
                <a:lnTo>
                  <a:pt x="4418" y="4909"/>
                </a:lnTo>
                <a:cubicBezTo>
                  <a:pt x="4147" y="4909"/>
                  <a:pt x="3927" y="5129"/>
                  <a:pt x="3927" y="5400"/>
                </a:cubicBezTo>
                <a:lnTo>
                  <a:pt x="3927" y="8345"/>
                </a:lnTo>
                <a:cubicBezTo>
                  <a:pt x="3927" y="8617"/>
                  <a:pt x="4147" y="8836"/>
                  <a:pt x="4418" y="8836"/>
                </a:cubicBezTo>
                <a:moveTo>
                  <a:pt x="14727" y="5891"/>
                </a:moveTo>
                <a:lnTo>
                  <a:pt x="16691" y="5891"/>
                </a:lnTo>
                <a:lnTo>
                  <a:pt x="16691" y="7855"/>
                </a:lnTo>
                <a:lnTo>
                  <a:pt x="14727" y="7855"/>
                </a:lnTo>
                <a:cubicBezTo>
                  <a:pt x="14727" y="7855"/>
                  <a:pt x="14727" y="5891"/>
                  <a:pt x="14727" y="5891"/>
                </a:cubicBezTo>
                <a:close/>
                <a:moveTo>
                  <a:pt x="14236" y="8836"/>
                </a:moveTo>
                <a:lnTo>
                  <a:pt x="17182" y="8836"/>
                </a:lnTo>
                <a:cubicBezTo>
                  <a:pt x="17453" y="8836"/>
                  <a:pt x="17673" y="8617"/>
                  <a:pt x="17673" y="8345"/>
                </a:cubicBezTo>
                <a:lnTo>
                  <a:pt x="17673" y="5400"/>
                </a:lnTo>
                <a:cubicBezTo>
                  <a:pt x="17673" y="5129"/>
                  <a:pt x="17453" y="4909"/>
                  <a:pt x="17182" y="4909"/>
                </a:cubicBezTo>
                <a:lnTo>
                  <a:pt x="14236" y="4909"/>
                </a:lnTo>
                <a:cubicBezTo>
                  <a:pt x="13965" y="4909"/>
                  <a:pt x="13745" y="5129"/>
                  <a:pt x="13745" y="5400"/>
                </a:cubicBezTo>
                <a:lnTo>
                  <a:pt x="13745" y="8345"/>
                </a:lnTo>
                <a:cubicBezTo>
                  <a:pt x="13745" y="8617"/>
                  <a:pt x="13965" y="8836"/>
                  <a:pt x="14236" y="8836"/>
                </a:cubicBezTo>
                <a:moveTo>
                  <a:pt x="19636" y="1964"/>
                </a:moveTo>
                <a:lnTo>
                  <a:pt x="1964" y="1964"/>
                </a:lnTo>
                <a:lnTo>
                  <a:pt x="1964" y="982"/>
                </a:lnTo>
                <a:lnTo>
                  <a:pt x="19636" y="982"/>
                </a:lnTo>
                <a:cubicBezTo>
                  <a:pt x="19636" y="982"/>
                  <a:pt x="19636" y="1964"/>
                  <a:pt x="19636" y="1964"/>
                </a:cubicBezTo>
                <a:close/>
                <a:moveTo>
                  <a:pt x="19636" y="20618"/>
                </a:moveTo>
                <a:lnTo>
                  <a:pt x="12764" y="20618"/>
                </a:lnTo>
                <a:lnTo>
                  <a:pt x="12764" y="15218"/>
                </a:lnTo>
                <a:cubicBezTo>
                  <a:pt x="12764" y="14947"/>
                  <a:pt x="12544" y="14727"/>
                  <a:pt x="12273" y="14727"/>
                </a:cubicBezTo>
                <a:lnTo>
                  <a:pt x="9327" y="14727"/>
                </a:lnTo>
                <a:cubicBezTo>
                  <a:pt x="9056" y="14727"/>
                  <a:pt x="8836" y="14947"/>
                  <a:pt x="8836" y="15218"/>
                </a:cubicBezTo>
                <a:lnTo>
                  <a:pt x="8836" y="20618"/>
                </a:lnTo>
                <a:lnTo>
                  <a:pt x="1964" y="20618"/>
                </a:lnTo>
                <a:lnTo>
                  <a:pt x="1964" y="2945"/>
                </a:lnTo>
                <a:lnTo>
                  <a:pt x="19636" y="2945"/>
                </a:lnTo>
                <a:cubicBezTo>
                  <a:pt x="19636" y="2945"/>
                  <a:pt x="19636" y="20618"/>
                  <a:pt x="19636" y="20618"/>
                </a:cubicBezTo>
                <a:close/>
                <a:moveTo>
                  <a:pt x="11782" y="20618"/>
                </a:moveTo>
                <a:lnTo>
                  <a:pt x="9818" y="20618"/>
                </a:lnTo>
                <a:lnTo>
                  <a:pt x="9818" y="15709"/>
                </a:lnTo>
                <a:lnTo>
                  <a:pt x="11782" y="15709"/>
                </a:lnTo>
                <a:cubicBezTo>
                  <a:pt x="11782" y="15709"/>
                  <a:pt x="11782" y="20618"/>
                  <a:pt x="11782" y="20618"/>
                </a:cubicBezTo>
                <a:close/>
                <a:moveTo>
                  <a:pt x="21109" y="1964"/>
                </a:moveTo>
                <a:lnTo>
                  <a:pt x="20618" y="1964"/>
                </a:lnTo>
                <a:lnTo>
                  <a:pt x="20618" y="491"/>
                </a:lnTo>
                <a:cubicBezTo>
                  <a:pt x="20618" y="220"/>
                  <a:pt x="20399" y="0"/>
                  <a:pt x="20127" y="0"/>
                </a:cubicBezTo>
                <a:lnTo>
                  <a:pt x="1473" y="0"/>
                </a:lnTo>
                <a:cubicBezTo>
                  <a:pt x="1201" y="0"/>
                  <a:pt x="982" y="220"/>
                  <a:pt x="982" y="491"/>
                </a:cubicBezTo>
                <a:lnTo>
                  <a:pt x="982" y="1964"/>
                </a:lnTo>
                <a:lnTo>
                  <a:pt x="491" y="1964"/>
                </a:lnTo>
                <a:cubicBezTo>
                  <a:pt x="220" y="1964"/>
                  <a:pt x="0" y="2184"/>
                  <a:pt x="0" y="2455"/>
                </a:cubicBezTo>
                <a:cubicBezTo>
                  <a:pt x="0" y="2726"/>
                  <a:pt x="220" y="2945"/>
                  <a:pt x="491" y="2945"/>
                </a:cubicBezTo>
                <a:lnTo>
                  <a:pt x="982" y="2945"/>
                </a:lnTo>
                <a:lnTo>
                  <a:pt x="982" y="21109"/>
                </a:lnTo>
                <a:cubicBezTo>
                  <a:pt x="982" y="21381"/>
                  <a:pt x="1201" y="21600"/>
                  <a:pt x="1473" y="21600"/>
                </a:cubicBezTo>
                <a:lnTo>
                  <a:pt x="20127" y="21600"/>
                </a:lnTo>
                <a:cubicBezTo>
                  <a:pt x="20399" y="21600"/>
                  <a:pt x="20618" y="21381"/>
                  <a:pt x="20618" y="21109"/>
                </a:cubicBezTo>
                <a:lnTo>
                  <a:pt x="20618" y="2945"/>
                </a:lnTo>
                <a:lnTo>
                  <a:pt x="21109" y="2945"/>
                </a:lnTo>
                <a:cubicBezTo>
                  <a:pt x="21380" y="2945"/>
                  <a:pt x="21600" y="2726"/>
                  <a:pt x="21600" y="2455"/>
                </a:cubicBezTo>
                <a:cubicBezTo>
                  <a:pt x="21600" y="2184"/>
                  <a:pt x="21380" y="1964"/>
                  <a:pt x="21109" y="19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3" name="Shape 2565">
            <a:extLst>
              <a:ext uri="{FF2B5EF4-FFF2-40B4-BE49-F238E27FC236}">
                <a16:creationId xmlns:a16="http://schemas.microsoft.com/office/drawing/2014/main" id="{0030810A-51D6-0E95-329E-667627D96C8C}"/>
              </a:ext>
            </a:extLst>
          </p:cNvPr>
          <p:cNvSpPr/>
          <p:nvPr/>
        </p:nvSpPr>
        <p:spPr>
          <a:xfrm>
            <a:off x="871311" y="3497931"/>
            <a:ext cx="279328" cy="228548"/>
          </a:xfrm>
          <a:custGeom>
            <a:avLst/>
            <a:gdLst/>
            <a:ahLst/>
            <a:cxnLst>
              <a:cxn ang="0">
                <a:pos x="wd2" y="hd2"/>
              </a:cxn>
              <a:cxn ang="5400000">
                <a:pos x="wd2" y="hd2"/>
              </a:cxn>
              <a:cxn ang="10800000">
                <a:pos x="wd2" y="hd2"/>
              </a:cxn>
              <a:cxn ang="16200000">
                <a:pos x="wd2" y="hd2"/>
              </a:cxn>
            </a:cxnLst>
            <a:rect l="0" t="0" r="r" b="b"/>
            <a:pathLst>
              <a:path w="21600" h="21600" extrusionOk="0">
                <a:moveTo>
                  <a:pt x="7855" y="8400"/>
                </a:moveTo>
                <a:lnTo>
                  <a:pt x="13745" y="8400"/>
                </a:lnTo>
                <a:lnTo>
                  <a:pt x="13745" y="9600"/>
                </a:lnTo>
                <a:lnTo>
                  <a:pt x="7855" y="9600"/>
                </a:lnTo>
                <a:cubicBezTo>
                  <a:pt x="7855" y="9600"/>
                  <a:pt x="7855" y="8400"/>
                  <a:pt x="7855" y="8400"/>
                </a:cubicBezTo>
                <a:close/>
                <a:moveTo>
                  <a:pt x="7855" y="10800"/>
                </a:moveTo>
                <a:lnTo>
                  <a:pt x="13745" y="10800"/>
                </a:lnTo>
                <a:cubicBezTo>
                  <a:pt x="14287" y="10800"/>
                  <a:pt x="14727" y="10262"/>
                  <a:pt x="14727" y="9600"/>
                </a:cubicBezTo>
                <a:lnTo>
                  <a:pt x="14727" y="8400"/>
                </a:lnTo>
                <a:cubicBezTo>
                  <a:pt x="14727" y="7737"/>
                  <a:pt x="14287" y="7200"/>
                  <a:pt x="13745" y="7200"/>
                </a:cubicBezTo>
                <a:lnTo>
                  <a:pt x="7855" y="7200"/>
                </a:lnTo>
                <a:cubicBezTo>
                  <a:pt x="7313" y="7200"/>
                  <a:pt x="6873" y="7737"/>
                  <a:pt x="6873" y="8400"/>
                </a:cubicBezTo>
                <a:lnTo>
                  <a:pt x="6873" y="9600"/>
                </a:lnTo>
                <a:cubicBezTo>
                  <a:pt x="6873" y="10262"/>
                  <a:pt x="7313" y="10800"/>
                  <a:pt x="7855" y="10800"/>
                </a:cubicBezTo>
                <a:moveTo>
                  <a:pt x="20618" y="3600"/>
                </a:moveTo>
                <a:lnTo>
                  <a:pt x="982" y="3600"/>
                </a:lnTo>
                <a:lnTo>
                  <a:pt x="982" y="1200"/>
                </a:lnTo>
                <a:lnTo>
                  <a:pt x="20618" y="1200"/>
                </a:lnTo>
                <a:cubicBezTo>
                  <a:pt x="20618" y="1200"/>
                  <a:pt x="20618" y="3600"/>
                  <a:pt x="20618" y="3600"/>
                </a:cubicBezTo>
                <a:close/>
                <a:moveTo>
                  <a:pt x="18655" y="20399"/>
                </a:moveTo>
                <a:lnTo>
                  <a:pt x="2945" y="20399"/>
                </a:lnTo>
                <a:lnTo>
                  <a:pt x="2945" y="4800"/>
                </a:lnTo>
                <a:lnTo>
                  <a:pt x="18655" y="4800"/>
                </a:lnTo>
                <a:cubicBezTo>
                  <a:pt x="18655" y="4800"/>
                  <a:pt x="18655" y="20399"/>
                  <a:pt x="18655" y="20399"/>
                </a:cubicBezTo>
                <a:close/>
                <a:moveTo>
                  <a:pt x="20618" y="0"/>
                </a:moveTo>
                <a:lnTo>
                  <a:pt x="982" y="0"/>
                </a:lnTo>
                <a:cubicBezTo>
                  <a:pt x="440" y="0"/>
                  <a:pt x="0" y="538"/>
                  <a:pt x="0" y="1200"/>
                </a:cubicBezTo>
                <a:lnTo>
                  <a:pt x="0" y="3600"/>
                </a:lnTo>
                <a:cubicBezTo>
                  <a:pt x="0" y="4263"/>
                  <a:pt x="440" y="4800"/>
                  <a:pt x="982" y="4800"/>
                </a:cubicBezTo>
                <a:lnTo>
                  <a:pt x="1964" y="4800"/>
                </a:lnTo>
                <a:lnTo>
                  <a:pt x="1964" y="20399"/>
                </a:lnTo>
                <a:cubicBezTo>
                  <a:pt x="1964" y="21062"/>
                  <a:pt x="2403" y="21600"/>
                  <a:pt x="2945" y="21600"/>
                </a:cubicBezTo>
                <a:lnTo>
                  <a:pt x="18655" y="21600"/>
                </a:lnTo>
                <a:cubicBezTo>
                  <a:pt x="19197" y="21600"/>
                  <a:pt x="19636" y="21062"/>
                  <a:pt x="19636" y="20399"/>
                </a:cubicBezTo>
                <a:lnTo>
                  <a:pt x="19636" y="4800"/>
                </a:lnTo>
                <a:lnTo>
                  <a:pt x="20618" y="4800"/>
                </a:lnTo>
                <a:cubicBezTo>
                  <a:pt x="21160" y="4800"/>
                  <a:pt x="21600" y="4263"/>
                  <a:pt x="21600" y="3600"/>
                </a:cubicBezTo>
                <a:lnTo>
                  <a:pt x="21600" y="1200"/>
                </a:lnTo>
                <a:cubicBezTo>
                  <a:pt x="21600" y="538"/>
                  <a:pt x="21160" y="0"/>
                  <a:pt x="20618"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4" name="Shape 2566">
            <a:extLst>
              <a:ext uri="{FF2B5EF4-FFF2-40B4-BE49-F238E27FC236}">
                <a16:creationId xmlns:a16="http://schemas.microsoft.com/office/drawing/2014/main" id="{58E7744B-52C1-9E25-6EAB-E77E7FE38D7C}"/>
              </a:ext>
            </a:extLst>
          </p:cNvPr>
          <p:cNvSpPr/>
          <p:nvPr/>
        </p:nvSpPr>
        <p:spPr>
          <a:xfrm>
            <a:off x="1404572" y="3497931"/>
            <a:ext cx="279328" cy="228551"/>
          </a:xfrm>
          <a:custGeom>
            <a:avLst/>
            <a:gdLst/>
            <a:ahLst/>
            <a:cxnLst>
              <a:cxn ang="0">
                <a:pos x="wd2" y="hd2"/>
              </a:cxn>
              <a:cxn ang="5400000">
                <a:pos x="wd2" y="hd2"/>
              </a:cxn>
              <a:cxn ang="10800000">
                <a:pos x="wd2" y="hd2"/>
              </a:cxn>
              <a:cxn ang="16200000">
                <a:pos x="wd2" y="hd2"/>
              </a:cxn>
            </a:cxnLst>
            <a:rect l="0" t="0" r="r" b="b"/>
            <a:pathLst>
              <a:path w="21600" h="21600" extrusionOk="0">
                <a:moveTo>
                  <a:pt x="6382" y="12000"/>
                </a:moveTo>
                <a:cubicBezTo>
                  <a:pt x="6653" y="12000"/>
                  <a:pt x="6873" y="12268"/>
                  <a:pt x="6873" y="12599"/>
                </a:cubicBezTo>
                <a:cubicBezTo>
                  <a:pt x="6873" y="12931"/>
                  <a:pt x="6653" y="13199"/>
                  <a:pt x="6382" y="13199"/>
                </a:cubicBezTo>
                <a:cubicBezTo>
                  <a:pt x="6111" y="13199"/>
                  <a:pt x="5891" y="12931"/>
                  <a:pt x="5891" y="12599"/>
                </a:cubicBezTo>
                <a:cubicBezTo>
                  <a:pt x="5891" y="12268"/>
                  <a:pt x="6111" y="12000"/>
                  <a:pt x="6382" y="12000"/>
                </a:cubicBezTo>
                <a:moveTo>
                  <a:pt x="6382" y="14399"/>
                </a:moveTo>
                <a:cubicBezTo>
                  <a:pt x="7195" y="14399"/>
                  <a:pt x="7855" y="13594"/>
                  <a:pt x="7855" y="12599"/>
                </a:cubicBezTo>
                <a:cubicBezTo>
                  <a:pt x="7855" y="11606"/>
                  <a:pt x="7195" y="10800"/>
                  <a:pt x="6382" y="10800"/>
                </a:cubicBezTo>
                <a:cubicBezTo>
                  <a:pt x="5568" y="10800"/>
                  <a:pt x="4909" y="11606"/>
                  <a:pt x="4909" y="12599"/>
                </a:cubicBezTo>
                <a:cubicBezTo>
                  <a:pt x="4909" y="13594"/>
                  <a:pt x="5568" y="14399"/>
                  <a:pt x="6382" y="14399"/>
                </a:cubicBezTo>
                <a:moveTo>
                  <a:pt x="20618" y="3600"/>
                </a:moveTo>
                <a:lnTo>
                  <a:pt x="982" y="3600"/>
                </a:lnTo>
                <a:lnTo>
                  <a:pt x="982" y="1200"/>
                </a:lnTo>
                <a:lnTo>
                  <a:pt x="20618" y="1200"/>
                </a:lnTo>
                <a:cubicBezTo>
                  <a:pt x="20618" y="1200"/>
                  <a:pt x="20618" y="3600"/>
                  <a:pt x="20618" y="3600"/>
                </a:cubicBezTo>
                <a:close/>
                <a:moveTo>
                  <a:pt x="18655" y="20399"/>
                </a:moveTo>
                <a:lnTo>
                  <a:pt x="2945" y="20399"/>
                </a:lnTo>
                <a:lnTo>
                  <a:pt x="2945" y="4800"/>
                </a:lnTo>
                <a:lnTo>
                  <a:pt x="18655" y="4800"/>
                </a:lnTo>
                <a:cubicBezTo>
                  <a:pt x="18655" y="4800"/>
                  <a:pt x="18655" y="20399"/>
                  <a:pt x="18655" y="20399"/>
                </a:cubicBezTo>
                <a:close/>
                <a:moveTo>
                  <a:pt x="20618" y="0"/>
                </a:moveTo>
                <a:lnTo>
                  <a:pt x="982" y="0"/>
                </a:lnTo>
                <a:cubicBezTo>
                  <a:pt x="440" y="0"/>
                  <a:pt x="0" y="538"/>
                  <a:pt x="0" y="1200"/>
                </a:cubicBezTo>
                <a:lnTo>
                  <a:pt x="0" y="3600"/>
                </a:lnTo>
                <a:cubicBezTo>
                  <a:pt x="0" y="4263"/>
                  <a:pt x="440" y="4800"/>
                  <a:pt x="982" y="4800"/>
                </a:cubicBezTo>
                <a:lnTo>
                  <a:pt x="1964" y="4800"/>
                </a:lnTo>
                <a:lnTo>
                  <a:pt x="1964" y="20399"/>
                </a:lnTo>
                <a:cubicBezTo>
                  <a:pt x="1964" y="21062"/>
                  <a:pt x="2403" y="21600"/>
                  <a:pt x="2945" y="21600"/>
                </a:cubicBezTo>
                <a:lnTo>
                  <a:pt x="18655" y="21600"/>
                </a:lnTo>
                <a:cubicBezTo>
                  <a:pt x="19197" y="21600"/>
                  <a:pt x="19636" y="21062"/>
                  <a:pt x="19636" y="20399"/>
                </a:cubicBezTo>
                <a:lnTo>
                  <a:pt x="19636" y="4800"/>
                </a:lnTo>
                <a:lnTo>
                  <a:pt x="20618" y="4800"/>
                </a:lnTo>
                <a:cubicBezTo>
                  <a:pt x="21160" y="4800"/>
                  <a:pt x="21600" y="4263"/>
                  <a:pt x="21600" y="3600"/>
                </a:cubicBezTo>
                <a:lnTo>
                  <a:pt x="21600" y="1200"/>
                </a:lnTo>
                <a:cubicBezTo>
                  <a:pt x="21600" y="538"/>
                  <a:pt x="21160" y="0"/>
                  <a:pt x="20618" y="0"/>
                </a:cubicBezTo>
                <a:moveTo>
                  <a:pt x="10800" y="12000"/>
                </a:moveTo>
                <a:cubicBezTo>
                  <a:pt x="11071" y="12000"/>
                  <a:pt x="11291" y="12268"/>
                  <a:pt x="11291" y="12599"/>
                </a:cubicBezTo>
                <a:cubicBezTo>
                  <a:pt x="11291" y="12931"/>
                  <a:pt x="11071" y="13199"/>
                  <a:pt x="10800" y="13199"/>
                </a:cubicBezTo>
                <a:cubicBezTo>
                  <a:pt x="10529" y="13199"/>
                  <a:pt x="10309" y="12931"/>
                  <a:pt x="10309" y="12599"/>
                </a:cubicBezTo>
                <a:cubicBezTo>
                  <a:pt x="10309" y="12268"/>
                  <a:pt x="10529" y="12000"/>
                  <a:pt x="10800" y="12000"/>
                </a:cubicBezTo>
                <a:moveTo>
                  <a:pt x="10800" y="14399"/>
                </a:moveTo>
                <a:cubicBezTo>
                  <a:pt x="11614" y="14399"/>
                  <a:pt x="12273" y="13594"/>
                  <a:pt x="12273" y="12599"/>
                </a:cubicBezTo>
                <a:cubicBezTo>
                  <a:pt x="12273" y="11606"/>
                  <a:pt x="11614" y="10800"/>
                  <a:pt x="10800" y="10800"/>
                </a:cubicBezTo>
                <a:cubicBezTo>
                  <a:pt x="9986" y="10800"/>
                  <a:pt x="9327" y="11606"/>
                  <a:pt x="9327" y="12599"/>
                </a:cubicBezTo>
                <a:cubicBezTo>
                  <a:pt x="9327" y="13594"/>
                  <a:pt x="9986" y="14399"/>
                  <a:pt x="10800" y="14399"/>
                </a:cubicBezTo>
                <a:moveTo>
                  <a:pt x="15218" y="12000"/>
                </a:moveTo>
                <a:cubicBezTo>
                  <a:pt x="15489" y="12000"/>
                  <a:pt x="15709" y="12268"/>
                  <a:pt x="15709" y="12599"/>
                </a:cubicBezTo>
                <a:cubicBezTo>
                  <a:pt x="15709" y="12931"/>
                  <a:pt x="15489" y="13199"/>
                  <a:pt x="15218" y="13199"/>
                </a:cubicBezTo>
                <a:cubicBezTo>
                  <a:pt x="14947" y="13199"/>
                  <a:pt x="14727" y="12931"/>
                  <a:pt x="14727" y="12599"/>
                </a:cubicBezTo>
                <a:cubicBezTo>
                  <a:pt x="14727" y="12268"/>
                  <a:pt x="14947" y="12000"/>
                  <a:pt x="15218" y="12000"/>
                </a:cubicBezTo>
                <a:moveTo>
                  <a:pt x="15218" y="14399"/>
                </a:moveTo>
                <a:cubicBezTo>
                  <a:pt x="16032" y="14399"/>
                  <a:pt x="16691" y="13594"/>
                  <a:pt x="16691" y="12599"/>
                </a:cubicBezTo>
                <a:cubicBezTo>
                  <a:pt x="16691" y="11606"/>
                  <a:pt x="16032" y="10800"/>
                  <a:pt x="15218" y="10800"/>
                </a:cubicBezTo>
                <a:cubicBezTo>
                  <a:pt x="14405" y="10800"/>
                  <a:pt x="13745" y="11606"/>
                  <a:pt x="13745" y="12599"/>
                </a:cubicBezTo>
                <a:cubicBezTo>
                  <a:pt x="13745" y="13594"/>
                  <a:pt x="14405" y="14399"/>
                  <a:pt x="15218" y="1439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5" name="Shape 2567">
            <a:extLst>
              <a:ext uri="{FF2B5EF4-FFF2-40B4-BE49-F238E27FC236}">
                <a16:creationId xmlns:a16="http://schemas.microsoft.com/office/drawing/2014/main" id="{5BB9CBBF-443A-56B8-F86C-9F8943565E91}"/>
              </a:ext>
            </a:extLst>
          </p:cNvPr>
          <p:cNvSpPr/>
          <p:nvPr/>
        </p:nvSpPr>
        <p:spPr>
          <a:xfrm>
            <a:off x="1937833" y="3472538"/>
            <a:ext cx="279328" cy="279337"/>
          </a:xfrm>
          <a:custGeom>
            <a:avLst/>
            <a:gdLst/>
            <a:ahLst/>
            <a:cxnLst>
              <a:cxn ang="0">
                <a:pos x="wd2" y="hd2"/>
              </a:cxn>
              <a:cxn ang="5400000">
                <a:pos x="wd2" y="hd2"/>
              </a:cxn>
              <a:cxn ang="10800000">
                <a:pos x="wd2" y="hd2"/>
              </a:cxn>
              <a:cxn ang="16200000">
                <a:pos x="wd2" y="hd2"/>
              </a:cxn>
            </a:cxnLst>
            <a:rect l="0" t="0" r="r" b="b"/>
            <a:pathLst>
              <a:path w="21600" h="21600" extrusionOk="0">
                <a:moveTo>
                  <a:pt x="20618" y="4909"/>
                </a:moveTo>
                <a:lnTo>
                  <a:pt x="12764" y="4909"/>
                </a:lnTo>
                <a:cubicBezTo>
                  <a:pt x="12493" y="4909"/>
                  <a:pt x="12273" y="5129"/>
                  <a:pt x="12273" y="5400"/>
                </a:cubicBezTo>
                <a:cubicBezTo>
                  <a:pt x="12273" y="5671"/>
                  <a:pt x="12493" y="5891"/>
                  <a:pt x="12764" y="5891"/>
                </a:cubicBezTo>
                <a:lnTo>
                  <a:pt x="20618" y="5891"/>
                </a:lnTo>
                <a:lnTo>
                  <a:pt x="20618" y="7854"/>
                </a:lnTo>
                <a:lnTo>
                  <a:pt x="12764" y="7854"/>
                </a:lnTo>
                <a:cubicBezTo>
                  <a:pt x="12493" y="7854"/>
                  <a:pt x="12273" y="8074"/>
                  <a:pt x="12273" y="8345"/>
                </a:cubicBezTo>
                <a:cubicBezTo>
                  <a:pt x="12273" y="8617"/>
                  <a:pt x="12493" y="8836"/>
                  <a:pt x="12764" y="8836"/>
                </a:cubicBezTo>
                <a:lnTo>
                  <a:pt x="18655" y="8836"/>
                </a:lnTo>
                <a:lnTo>
                  <a:pt x="18655" y="20617"/>
                </a:lnTo>
                <a:lnTo>
                  <a:pt x="2945" y="20617"/>
                </a:lnTo>
                <a:lnTo>
                  <a:pt x="2945" y="8836"/>
                </a:lnTo>
                <a:lnTo>
                  <a:pt x="8836" y="8836"/>
                </a:lnTo>
                <a:cubicBezTo>
                  <a:pt x="9107" y="8836"/>
                  <a:pt x="9327" y="8617"/>
                  <a:pt x="9327" y="8345"/>
                </a:cubicBezTo>
                <a:cubicBezTo>
                  <a:pt x="9327" y="8074"/>
                  <a:pt x="9107" y="7854"/>
                  <a:pt x="8836" y="7854"/>
                </a:cubicBezTo>
                <a:lnTo>
                  <a:pt x="982" y="7854"/>
                </a:lnTo>
                <a:lnTo>
                  <a:pt x="982" y="5891"/>
                </a:lnTo>
                <a:lnTo>
                  <a:pt x="8836" y="5891"/>
                </a:lnTo>
                <a:cubicBezTo>
                  <a:pt x="9107" y="5891"/>
                  <a:pt x="9327" y="5671"/>
                  <a:pt x="9327" y="5400"/>
                </a:cubicBezTo>
                <a:cubicBezTo>
                  <a:pt x="9327" y="5129"/>
                  <a:pt x="9107" y="4909"/>
                  <a:pt x="8836" y="4909"/>
                </a:cubicBezTo>
                <a:lnTo>
                  <a:pt x="982" y="4909"/>
                </a:lnTo>
                <a:cubicBezTo>
                  <a:pt x="440" y="4909"/>
                  <a:pt x="0" y="5349"/>
                  <a:pt x="0" y="5891"/>
                </a:cubicBezTo>
                <a:lnTo>
                  <a:pt x="0" y="7854"/>
                </a:lnTo>
                <a:cubicBezTo>
                  <a:pt x="0" y="8396"/>
                  <a:pt x="440" y="8836"/>
                  <a:pt x="982" y="8836"/>
                </a:cubicBezTo>
                <a:lnTo>
                  <a:pt x="1964" y="8836"/>
                </a:lnTo>
                <a:lnTo>
                  <a:pt x="1964" y="20617"/>
                </a:lnTo>
                <a:cubicBezTo>
                  <a:pt x="1964" y="21159"/>
                  <a:pt x="2403" y="21600"/>
                  <a:pt x="2945" y="21600"/>
                </a:cubicBezTo>
                <a:lnTo>
                  <a:pt x="18655" y="21600"/>
                </a:lnTo>
                <a:cubicBezTo>
                  <a:pt x="19197" y="21600"/>
                  <a:pt x="19636" y="21159"/>
                  <a:pt x="19636" y="20617"/>
                </a:cubicBezTo>
                <a:lnTo>
                  <a:pt x="19636" y="8836"/>
                </a:lnTo>
                <a:lnTo>
                  <a:pt x="20618" y="8836"/>
                </a:lnTo>
                <a:cubicBezTo>
                  <a:pt x="21160" y="8836"/>
                  <a:pt x="21600" y="8396"/>
                  <a:pt x="21600" y="7854"/>
                </a:cubicBezTo>
                <a:lnTo>
                  <a:pt x="21600" y="5891"/>
                </a:lnTo>
                <a:cubicBezTo>
                  <a:pt x="21600" y="5349"/>
                  <a:pt x="21160" y="4909"/>
                  <a:pt x="20618" y="4909"/>
                </a:cubicBezTo>
                <a:moveTo>
                  <a:pt x="7855" y="11782"/>
                </a:moveTo>
                <a:cubicBezTo>
                  <a:pt x="7584" y="11782"/>
                  <a:pt x="7364" y="12001"/>
                  <a:pt x="7364" y="12272"/>
                </a:cubicBezTo>
                <a:cubicBezTo>
                  <a:pt x="7364" y="12408"/>
                  <a:pt x="7419" y="12531"/>
                  <a:pt x="7507" y="12619"/>
                </a:cubicBezTo>
                <a:lnTo>
                  <a:pt x="10453" y="15565"/>
                </a:lnTo>
                <a:cubicBezTo>
                  <a:pt x="10542" y="15654"/>
                  <a:pt x="10665" y="15709"/>
                  <a:pt x="10800" y="15709"/>
                </a:cubicBezTo>
                <a:cubicBezTo>
                  <a:pt x="10935" y="15709"/>
                  <a:pt x="11058" y="15654"/>
                  <a:pt x="11147" y="15565"/>
                </a:cubicBezTo>
                <a:lnTo>
                  <a:pt x="14093" y="12619"/>
                </a:lnTo>
                <a:cubicBezTo>
                  <a:pt x="14181" y="12531"/>
                  <a:pt x="14236" y="12408"/>
                  <a:pt x="14236" y="12272"/>
                </a:cubicBezTo>
                <a:cubicBezTo>
                  <a:pt x="14236" y="12001"/>
                  <a:pt x="14016" y="11782"/>
                  <a:pt x="13745" y="11782"/>
                </a:cubicBezTo>
                <a:cubicBezTo>
                  <a:pt x="13610" y="11782"/>
                  <a:pt x="13487" y="11837"/>
                  <a:pt x="13398" y="11925"/>
                </a:cubicBezTo>
                <a:lnTo>
                  <a:pt x="11291" y="14033"/>
                </a:lnTo>
                <a:lnTo>
                  <a:pt x="11291" y="492"/>
                </a:lnTo>
                <a:lnTo>
                  <a:pt x="11291" y="491"/>
                </a:lnTo>
                <a:cubicBezTo>
                  <a:pt x="11291" y="220"/>
                  <a:pt x="11071" y="0"/>
                  <a:pt x="10800" y="0"/>
                </a:cubicBezTo>
                <a:cubicBezTo>
                  <a:pt x="10529" y="0"/>
                  <a:pt x="10309" y="220"/>
                  <a:pt x="10309" y="491"/>
                </a:cubicBezTo>
                <a:lnTo>
                  <a:pt x="10309" y="14033"/>
                </a:lnTo>
                <a:lnTo>
                  <a:pt x="8202" y="11925"/>
                </a:lnTo>
                <a:cubicBezTo>
                  <a:pt x="8113" y="11837"/>
                  <a:pt x="7990" y="11782"/>
                  <a:pt x="7855" y="117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6" name="Shape 2568">
            <a:extLst>
              <a:ext uri="{FF2B5EF4-FFF2-40B4-BE49-F238E27FC236}">
                <a16:creationId xmlns:a16="http://schemas.microsoft.com/office/drawing/2014/main" id="{C91CE557-3893-CBC8-3804-441370A242E6}"/>
              </a:ext>
            </a:extLst>
          </p:cNvPr>
          <p:cNvSpPr/>
          <p:nvPr/>
        </p:nvSpPr>
        <p:spPr>
          <a:xfrm>
            <a:off x="2471094" y="3472538"/>
            <a:ext cx="279328" cy="279337"/>
          </a:xfrm>
          <a:custGeom>
            <a:avLst/>
            <a:gdLst/>
            <a:ahLst/>
            <a:cxnLst>
              <a:cxn ang="0">
                <a:pos x="wd2" y="hd2"/>
              </a:cxn>
              <a:cxn ang="5400000">
                <a:pos x="wd2" y="hd2"/>
              </a:cxn>
              <a:cxn ang="10800000">
                <a:pos x="wd2" y="hd2"/>
              </a:cxn>
              <a:cxn ang="16200000">
                <a:pos x="wd2" y="hd2"/>
              </a:cxn>
            </a:cxnLst>
            <a:rect l="0" t="0" r="r" b="b"/>
            <a:pathLst>
              <a:path w="21600" h="21600" extrusionOk="0">
                <a:moveTo>
                  <a:pt x="20618" y="4909"/>
                </a:moveTo>
                <a:lnTo>
                  <a:pt x="12764" y="4909"/>
                </a:lnTo>
                <a:cubicBezTo>
                  <a:pt x="12493" y="4909"/>
                  <a:pt x="12273" y="5129"/>
                  <a:pt x="12273" y="5400"/>
                </a:cubicBezTo>
                <a:cubicBezTo>
                  <a:pt x="12273" y="5671"/>
                  <a:pt x="12493" y="5891"/>
                  <a:pt x="12764" y="5891"/>
                </a:cubicBezTo>
                <a:lnTo>
                  <a:pt x="20618" y="5891"/>
                </a:lnTo>
                <a:lnTo>
                  <a:pt x="20618" y="7854"/>
                </a:lnTo>
                <a:lnTo>
                  <a:pt x="12764" y="7854"/>
                </a:lnTo>
                <a:cubicBezTo>
                  <a:pt x="12493" y="7854"/>
                  <a:pt x="12273" y="8074"/>
                  <a:pt x="12273" y="8345"/>
                </a:cubicBezTo>
                <a:cubicBezTo>
                  <a:pt x="12273" y="8617"/>
                  <a:pt x="12493" y="8836"/>
                  <a:pt x="12764" y="8836"/>
                </a:cubicBezTo>
                <a:lnTo>
                  <a:pt x="18655" y="8836"/>
                </a:lnTo>
                <a:lnTo>
                  <a:pt x="18655" y="20617"/>
                </a:lnTo>
                <a:lnTo>
                  <a:pt x="2945" y="20617"/>
                </a:lnTo>
                <a:lnTo>
                  <a:pt x="2945" y="8836"/>
                </a:lnTo>
                <a:lnTo>
                  <a:pt x="8836" y="8836"/>
                </a:lnTo>
                <a:cubicBezTo>
                  <a:pt x="9107" y="8836"/>
                  <a:pt x="9327" y="8617"/>
                  <a:pt x="9327" y="8345"/>
                </a:cubicBezTo>
                <a:cubicBezTo>
                  <a:pt x="9327" y="8074"/>
                  <a:pt x="9107" y="7854"/>
                  <a:pt x="8836" y="7854"/>
                </a:cubicBezTo>
                <a:lnTo>
                  <a:pt x="982" y="7854"/>
                </a:lnTo>
                <a:lnTo>
                  <a:pt x="982" y="5891"/>
                </a:lnTo>
                <a:lnTo>
                  <a:pt x="8836" y="5891"/>
                </a:lnTo>
                <a:cubicBezTo>
                  <a:pt x="9107" y="5891"/>
                  <a:pt x="9327" y="5671"/>
                  <a:pt x="9327" y="5400"/>
                </a:cubicBezTo>
                <a:cubicBezTo>
                  <a:pt x="9327" y="5129"/>
                  <a:pt x="9107" y="4909"/>
                  <a:pt x="8836" y="4909"/>
                </a:cubicBezTo>
                <a:lnTo>
                  <a:pt x="982" y="4909"/>
                </a:lnTo>
                <a:cubicBezTo>
                  <a:pt x="440" y="4909"/>
                  <a:pt x="0" y="5349"/>
                  <a:pt x="0" y="5891"/>
                </a:cubicBezTo>
                <a:lnTo>
                  <a:pt x="0" y="7854"/>
                </a:lnTo>
                <a:cubicBezTo>
                  <a:pt x="0" y="8396"/>
                  <a:pt x="440" y="8836"/>
                  <a:pt x="982" y="8836"/>
                </a:cubicBezTo>
                <a:lnTo>
                  <a:pt x="1964" y="8836"/>
                </a:lnTo>
                <a:lnTo>
                  <a:pt x="1964" y="20617"/>
                </a:lnTo>
                <a:cubicBezTo>
                  <a:pt x="1964" y="21159"/>
                  <a:pt x="2403" y="21600"/>
                  <a:pt x="2945" y="21600"/>
                </a:cubicBezTo>
                <a:lnTo>
                  <a:pt x="18655" y="21600"/>
                </a:lnTo>
                <a:cubicBezTo>
                  <a:pt x="19197" y="21600"/>
                  <a:pt x="19636" y="21159"/>
                  <a:pt x="19636" y="20617"/>
                </a:cubicBezTo>
                <a:lnTo>
                  <a:pt x="19636" y="8836"/>
                </a:lnTo>
                <a:lnTo>
                  <a:pt x="20618" y="8836"/>
                </a:lnTo>
                <a:cubicBezTo>
                  <a:pt x="21160" y="8836"/>
                  <a:pt x="21600" y="8396"/>
                  <a:pt x="21600" y="7854"/>
                </a:cubicBezTo>
                <a:lnTo>
                  <a:pt x="21600" y="5891"/>
                </a:lnTo>
                <a:cubicBezTo>
                  <a:pt x="21600" y="5349"/>
                  <a:pt x="21160" y="4909"/>
                  <a:pt x="20618" y="4909"/>
                </a:cubicBezTo>
                <a:moveTo>
                  <a:pt x="7855" y="3927"/>
                </a:moveTo>
                <a:cubicBezTo>
                  <a:pt x="7990" y="3927"/>
                  <a:pt x="8113" y="3872"/>
                  <a:pt x="8202" y="3784"/>
                </a:cubicBezTo>
                <a:lnTo>
                  <a:pt x="10309" y="1676"/>
                </a:lnTo>
                <a:lnTo>
                  <a:pt x="10309" y="15218"/>
                </a:lnTo>
                <a:lnTo>
                  <a:pt x="10309" y="15218"/>
                </a:lnTo>
                <a:cubicBezTo>
                  <a:pt x="10309" y="15489"/>
                  <a:pt x="10529" y="15709"/>
                  <a:pt x="10800" y="15709"/>
                </a:cubicBezTo>
                <a:cubicBezTo>
                  <a:pt x="11071" y="15709"/>
                  <a:pt x="11291" y="15489"/>
                  <a:pt x="11291" y="15218"/>
                </a:cubicBezTo>
                <a:lnTo>
                  <a:pt x="11291" y="1676"/>
                </a:lnTo>
                <a:lnTo>
                  <a:pt x="13398" y="3784"/>
                </a:lnTo>
                <a:cubicBezTo>
                  <a:pt x="13487" y="3872"/>
                  <a:pt x="13610" y="3927"/>
                  <a:pt x="13745" y="3927"/>
                </a:cubicBezTo>
                <a:cubicBezTo>
                  <a:pt x="14016" y="3927"/>
                  <a:pt x="14236" y="3708"/>
                  <a:pt x="14236" y="3436"/>
                </a:cubicBezTo>
                <a:cubicBezTo>
                  <a:pt x="14236" y="3301"/>
                  <a:pt x="14181" y="3178"/>
                  <a:pt x="14093" y="3089"/>
                </a:cubicBezTo>
                <a:lnTo>
                  <a:pt x="11147" y="144"/>
                </a:lnTo>
                <a:cubicBezTo>
                  <a:pt x="11058" y="55"/>
                  <a:pt x="10935" y="0"/>
                  <a:pt x="10800" y="0"/>
                </a:cubicBezTo>
                <a:cubicBezTo>
                  <a:pt x="10665" y="0"/>
                  <a:pt x="10542" y="55"/>
                  <a:pt x="10453" y="144"/>
                </a:cubicBezTo>
                <a:lnTo>
                  <a:pt x="7507" y="3089"/>
                </a:lnTo>
                <a:cubicBezTo>
                  <a:pt x="7419" y="3178"/>
                  <a:pt x="7364" y="3301"/>
                  <a:pt x="7364" y="3436"/>
                </a:cubicBezTo>
                <a:cubicBezTo>
                  <a:pt x="7364" y="3708"/>
                  <a:pt x="7584" y="3927"/>
                  <a:pt x="7855" y="39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7" name="Shape 2569">
            <a:extLst>
              <a:ext uri="{FF2B5EF4-FFF2-40B4-BE49-F238E27FC236}">
                <a16:creationId xmlns:a16="http://schemas.microsoft.com/office/drawing/2014/main" id="{154CCC19-AC16-9284-C9FC-045775AABE0B}"/>
              </a:ext>
            </a:extLst>
          </p:cNvPr>
          <p:cNvSpPr/>
          <p:nvPr/>
        </p:nvSpPr>
        <p:spPr>
          <a:xfrm>
            <a:off x="3004355" y="3472538"/>
            <a:ext cx="279328" cy="279334"/>
          </a:xfrm>
          <a:custGeom>
            <a:avLst/>
            <a:gdLst/>
            <a:ahLst/>
            <a:cxnLst>
              <a:cxn ang="0">
                <a:pos x="wd2" y="hd2"/>
              </a:cxn>
              <a:cxn ang="5400000">
                <a:pos x="wd2" y="hd2"/>
              </a:cxn>
              <a:cxn ang="10800000">
                <a:pos x="wd2" y="hd2"/>
              </a:cxn>
              <a:cxn ang="16200000">
                <a:pos x="wd2" y="hd2"/>
              </a:cxn>
            </a:cxnLst>
            <a:rect l="0" t="0" r="r" b="b"/>
            <a:pathLst>
              <a:path w="21600" h="21600" extrusionOk="0">
                <a:moveTo>
                  <a:pt x="20618" y="8836"/>
                </a:moveTo>
                <a:lnTo>
                  <a:pt x="982" y="8836"/>
                </a:lnTo>
                <a:lnTo>
                  <a:pt x="982" y="6873"/>
                </a:lnTo>
                <a:lnTo>
                  <a:pt x="20618" y="6873"/>
                </a:lnTo>
                <a:cubicBezTo>
                  <a:pt x="20618" y="6873"/>
                  <a:pt x="20618" y="8836"/>
                  <a:pt x="20618" y="8836"/>
                </a:cubicBezTo>
                <a:close/>
                <a:moveTo>
                  <a:pt x="18655" y="20618"/>
                </a:moveTo>
                <a:lnTo>
                  <a:pt x="2945" y="20618"/>
                </a:lnTo>
                <a:lnTo>
                  <a:pt x="2945" y="9818"/>
                </a:lnTo>
                <a:lnTo>
                  <a:pt x="18655" y="9818"/>
                </a:lnTo>
                <a:cubicBezTo>
                  <a:pt x="18655" y="9818"/>
                  <a:pt x="18655" y="20618"/>
                  <a:pt x="18655" y="20618"/>
                </a:cubicBezTo>
                <a:close/>
                <a:moveTo>
                  <a:pt x="3927" y="982"/>
                </a:moveTo>
                <a:lnTo>
                  <a:pt x="11782" y="982"/>
                </a:lnTo>
                <a:lnTo>
                  <a:pt x="11782" y="3436"/>
                </a:lnTo>
                <a:cubicBezTo>
                  <a:pt x="11782" y="3708"/>
                  <a:pt x="12002" y="3927"/>
                  <a:pt x="12273" y="3927"/>
                </a:cubicBezTo>
                <a:lnTo>
                  <a:pt x="14727" y="3927"/>
                </a:lnTo>
                <a:lnTo>
                  <a:pt x="14727" y="5891"/>
                </a:lnTo>
                <a:lnTo>
                  <a:pt x="3927" y="5891"/>
                </a:lnTo>
                <a:cubicBezTo>
                  <a:pt x="3927" y="5891"/>
                  <a:pt x="3927" y="982"/>
                  <a:pt x="3927" y="982"/>
                </a:cubicBezTo>
                <a:close/>
                <a:moveTo>
                  <a:pt x="12764" y="1473"/>
                </a:moveTo>
                <a:lnTo>
                  <a:pt x="14236" y="2945"/>
                </a:lnTo>
                <a:lnTo>
                  <a:pt x="12764" y="2945"/>
                </a:lnTo>
                <a:cubicBezTo>
                  <a:pt x="12764" y="2945"/>
                  <a:pt x="12764" y="1473"/>
                  <a:pt x="12764" y="1473"/>
                </a:cubicBezTo>
                <a:close/>
                <a:moveTo>
                  <a:pt x="17673" y="1964"/>
                </a:moveTo>
                <a:lnTo>
                  <a:pt x="17673" y="5891"/>
                </a:lnTo>
                <a:lnTo>
                  <a:pt x="15709" y="5891"/>
                </a:lnTo>
                <a:lnTo>
                  <a:pt x="15709" y="2945"/>
                </a:lnTo>
                <a:lnTo>
                  <a:pt x="14727" y="1964"/>
                </a:lnTo>
                <a:cubicBezTo>
                  <a:pt x="14727" y="1964"/>
                  <a:pt x="17673" y="1964"/>
                  <a:pt x="17673" y="1964"/>
                </a:cubicBezTo>
                <a:close/>
                <a:moveTo>
                  <a:pt x="20618" y="5891"/>
                </a:moveTo>
                <a:lnTo>
                  <a:pt x="18655" y="5891"/>
                </a:lnTo>
                <a:lnTo>
                  <a:pt x="18655" y="1964"/>
                </a:lnTo>
                <a:cubicBezTo>
                  <a:pt x="18655" y="1422"/>
                  <a:pt x="18215" y="982"/>
                  <a:pt x="17673" y="982"/>
                </a:cubicBezTo>
                <a:lnTo>
                  <a:pt x="13745" y="982"/>
                </a:lnTo>
                <a:lnTo>
                  <a:pt x="12764" y="0"/>
                </a:lnTo>
                <a:lnTo>
                  <a:pt x="3927" y="0"/>
                </a:lnTo>
                <a:cubicBezTo>
                  <a:pt x="3385" y="0"/>
                  <a:pt x="2945" y="440"/>
                  <a:pt x="2945" y="982"/>
                </a:cubicBezTo>
                <a:lnTo>
                  <a:pt x="2945" y="5891"/>
                </a:lnTo>
                <a:lnTo>
                  <a:pt x="982" y="5891"/>
                </a:lnTo>
                <a:cubicBezTo>
                  <a:pt x="440" y="5891"/>
                  <a:pt x="0" y="6331"/>
                  <a:pt x="0" y="6873"/>
                </a:cubicBezTo>
                <a:lnTo>
                  <a:pt x="0" y="8836"/>
                </a:lnTo>
                <a:cubicBezTo>
                  <a:pt x="0" y="9379"/>
                  <a:pt x="440" y="9818"/>
                  <a:pt x="982" y="9818"/>
                </a:cubicBezTo>
                <a:lnTo>
                  <a:pt x="1964" y="9818"/>
                </a:lnTo>
                <a:lnTo>
                  <a:pt x="1964" y="20618"/>
                </a:lnTo>
                <a:cubicBezTo>
                  <a:pt x="1964" y="21160"/>
                  <a:pt x="2403" y="21600"/>
                  <a:pt x="2945" y="21600"/>
                </a:cubicBezTo>
                <a:lnTo>
                  <a:pt x="18655" y="21600"/>
                </a:lnTo>
                <a:cubicBezTo>
                  <a:pt x="19197" y="21600"/>
                  <a:pt x="19636" y="21160"/>
                  <a:pt x="19636" y="20618"/>
                </a:cubicBezTo>
                <a:lnTo>
                  <a:pt x="19636" y="9818"/>
                </a:lnTo>
                <a:lnTo>
                  <a:pt x="20618" y="9818"/>
                </a:lnTo>
                <a:cubicBezTo>
                  <a:pt x="21160" y="9818"/>
                  <a:pt x="21600" y="9379"/>
                  <a:pt x="21600" y="8836"/>
                </a:cubicBezTo>
                <a:lnTo>
                  <a:pt x="21600" y="6873"/>
                </a:lnTo>
                <a:cubicBezTo>
                  <a:pt x="21600" y="6331"/>
                  <a:pt x="21160" y="5891"/>
                  <a:pt x="20618" y="5891"/>
                </a:cubicBezTo>
                <a:moveTo>
                  <a:pt x="7855" y="12763"/>
                </a:moveTo>
                <a:lnTo>
                  <a:pt x="13745" y="12763"/>
                </a:lnTo>
                <a:lnTo>
                  <a:pt x="13745" y="13745"/>
                </a:lnTo>
                <a:lnTo>
                  <a:pt x="7855" y="13745"/>
                </a:lnTo>
                <a:cubicBezTo>
                  <a:pt x="7855" y="13745"/>
                  <a:pt x="7855" y="12763"/>
                  <a:pt x="7855" y="12763"/>
                </a:cubicBezTo>
                <a:close/>
                <a:moveTo>
                  <a:pt x="7855" y="14727"/>
                </a:moveTo>
                <a:lnTo>
                  <a:pt x="13745" y="14727"/>
                </a:lnTo>
                <a:cubicBezTo>
                  <a:pt x="14287" y="14727"/>
                  <a:pt x="14727" y="14287"/>
                  <a:pt x="14727" y="13745"/>
                </a:cubicBezTo>
                <a:lnTo>
                  <a:pt x="14727" y="12763"/>
                </a:lnTo>
                <a:cubicBezTo>
                  <a:pt x="14727" y="12221"/>
                  <a:pt x="14287" y="11782"/>
                  <a:pt x="13745" y="11782"/>
                </a:cubicBezTo>
                <a:lnTo>
                  <a:pt x="7855" y="11782"/>
                </a:lnTo>
                <a:cubicBezTo>
                  <a:pt x="7313" y="11782"/>
                  <a:pt x="6873" y="12221"/>
                  <a:pt x="6873" y="12763"/>
                </a:cubicBezTo>
                <a:lnTo>
                  <a:pt x="6873" y="13745"/>
                </a:lnTo>
                <a:cubicBezTo>
                  <a:pt x="6873" y="14287"/>
                  <a:pt x="7313" y="14727"/>
                  <a:pt x="7855" y="147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8" name="Shape 2570">
            <a:extLst>
              <a:ext uri="{FF2B5EF4-FFF2-40B4-BE49-F238E27FC236}">
                <a16:creationId xmlns:a16="http://schemas.microsoft.com/office/drawing/2014/main" id="{89DAE6C1-DD54-1051-4411-96B55CDDC8FA}"/>
              </a:ext>
            </a:extLst>
          </p:cNvPr>
          <p:cNvSpPr/>
          <p:nvPr/>
        </p:nvSpPr>
        <p:spPr>
          <a:xfrm>
            <a:off x="3537616" y="3478886"/>
            <a:ext cx="279328" cy="272981"/>
          </a:xfrm>
          <a:custGeom>
            <a:avLst/>
            <a:gdLst/>
            <a:ahLst/>
            <a:cxnLst>
              <a:cxn ang="0">
                <a:pos x="wd2" y="hd2"/>
              </a:cxn>
              <a:cxn ang="5400000">
                <a:pos x="wd2" y="hd2"/>
              </a:cxn>
              <a:cxn ang="10800000">
                <a:pos x="wd2" y="hd2"/>
              </a:cxn>
              <a:cxn ang="16200000">
                <a:pos x="wd2" y="hd2"/>
              </a:cxn>
            </a:cxnLst>
            <a:rect l="0" t="0" r="r" b="b"/>
            <a:pathLst>
              <a:path w="21600" h="21319" extrusionOk="0">
                <a:moveTo>
                  <a:pt x="7530" y="4197"/>
                </a:moveTo>
                <a:lnTo>
                  <a:pt x="6680" y="3701"/>
                </a:lnTo>
                <a:lnTo>
                  <a:pt x="6189" y="4560"/>
                </a:lnTo>
                <a:lnTo>
                  <a:pt x="7040" y="5056"/>
                </a:lnTo>
                <a:cubicBezTo>
                  <a:pt x="7040" y="5056"/>
                  <a:pt x="7530" y="4197"/>
                  <a:pt x="7530" y="4197"/>
                </a:cubicBezTo>
                <a:close/>
                <a:moveTo>
                  <a:pt x="8512" y="2479"/>
                </a:moveTo>
                <a:lnTo>
                  <a:pt x="7662" y="1984"/>
                </a:lnTo>
                <a:lnTo>
                  <a:pt x="7171" y="2843"/>
                </a:lnTo>
                <a:lnTo>
                  <a:pt x="8021" y="3339"/>
                </a:lnTo>
                <a:cubicBezTo>
                  <a:pt x="8021" y="3339"/>
                  <a:pt x="8512" y="2479"/>
                  <a:pt x="8512" y="2479"/>
                </a:cubicBezTo>
                <a:close/>
                <a:moveTo>
                  <a:pt x="20618" y="8428"/>
                </a:moveTo>
                <a:lnTo>
                  <a:pt x="982" y="8428"/>
                </a:lnTo>
                <a:lnTo>
                  <a:pt x="982" y="6445"/>
                </a:lnTo>
                <a:lnTo>
                  <a:pt x="20618" y="6445"/>
                </a:lnTo>
                <a:cubicBezTo>
                  <a:pt x="20618" y="6445"/>
                  <a:pt x="20618" y="8428"/>
                  <a:pt x="20618" y="8428"/>
                </a:cubicBezTo>
                <a:close/>
                <a:moveTo>
                  <a:pt x="18655" y="20327"/>
                </a:moveTo>
                <a:lnTo>
                  <a:pt x="2945" y="20327"/>
                </a:lnTo>
                <a:lnTo>
                  <a:pt x="2945" y="9420"/>
                </a:lnTo>
                <a:lnTo>
                  <a:pt x="18655" y="9420"/>
                </a:lnTo>
                <a:cubicBezTo>
                  <a:pt x="18655" y="9420"/>
                  <a:pt x="18655" y="20327"/>
                  <a:pt x="18655" y="20327"/>
                </a:cubicBezTo>
                <a:close/>
                <a:moveTo>
                  <a:pt x="6811" y="1488"/>
                </a:moveTo>
                <a:cubicBezTo>
                  <a:pt x="7083" y="1014"/>
                  <a:pt x="7683" y="851"/>
                  <a:pt x="8153" y="1125"/>
                </a:cubicBezTo>
                <a:lnTo>
                  <a:pt x="9854" y="2117"/>
                </a:lnTo>
                <a:lnTo>
                  <a:pt x="7946" y="5454"/>
                </a:lnTo>
                <a:lnTo>
                  <a:pt x="5759" y="5454"/>
                </a:lnTo>
                <a:lnTo>
                  <a:pt x="5698" y="5419"/>
                </a:lnTo>
                <a:lnTo>
                  <a:pt x="5678" y="5454"/>
                </a:lnTo>
                <a:lnTo>
                  <a:pt x="4545" y="5454"/>
                </a:lnTo>
                <a:cubicBezTo>
                  <a:pt x="4545" y="5454"/>
                  <a:pt x="6811" y="1488"/>
                  <a:pt x="6811" y="1488"/>
                </a:cubicBezTo>
                <a:close/>
                <a:moveTo>
                  <a:pt x="15577" y="5454"/>
                </a:moveTo>
                <a:lnTo>
                  <a:pt x="9079" y="5454"/>
                </a:lnTo>
                <a:lnTo>
                  <a:pt x="10704" y="2612"/>
                </a:lnTo>
                <a:cubicBezTo>
                  <a:pt x="10704" y="2612"/>
                  <a:pt x="15577" y="5454"/>
                  <a:pt x="15577" y="5454"/>
                </a:cubicBezTo>
                <a:close/>
                <a:moveTo>
                  <a:pt x="15930" y="2759"/>
                </a:moveTo>
                <a:cubicBezTo>
                  <a:pt x="16454" y="2617"/>
                  <a:pt x="16991" y="2931"/>
                  <a:pt x="17132" y="3460"/>
                </a:cubicBezTo>
                <a:lnTo>
                  <a:pt x="17661" y="5454"/>
                </a:lnTo>
                <a:lnTo>
                  <a:pt x="17540" y="5454"/>
                </a:lnTo>
                <a:lnTo>
                  <a:pt x="16279" y="4718"/>
                </a:lnTo>
                <a:lnTo>
                  <a:pt x="16438" y="4674"/>
                </a:lnTo>
                <a:lnTo>
                  <a:pt x="16184" y="3716"/>
                </a:lnTo>
                <a:lnTo>
                  <a:pt x="15236" y="3973"/>
                </a:lnTo>
                <a:lnTo>
                  <a:pt x="15279" y="4135"/>
                </a:lnTo>
                <a:lnTo>
                  <a:pt x="14076" y="3434"/>
                </a:lnTo>
                <a:lnTo>
                  <a:pt x="14033" y="3272"/>
                </a:lnTo>
                <a:cubicBezTo>
                  <a:pt x="14033" y="3272"/>
                  <a:pt x="15930" y="2759"/>
                  <a:pt x="15930" y="2759"/>
                </a:cubicBezTo>
                <a:close/>
                <a:moveTo>
                  <a:pt x="20618" y="5454"/>
                </a:moveTo>
                <a:lnTo>
                  <a:pt x="18678" y="5454"/>
                </a:lnTo>
                <a:lnTo>
                  <a:pt x="18081" y="3203"/>
                </a:lnTo>
                <a:cubicBezTo>
                  <a:pt x="17800" y="2145"/>
                  <a:pt x="16724" y="1518"/>
                  <a:pt x="15676" y="1801"/>
                </a:cubicBezTo>
                <a:lnTo>
                  <a:pt x="12671" y="2615"/>
                </a:lnTo>
                <a:lnTo>
                  <a:pt x="8644" y="266"/>
                </a:lnTo>
                <a:cubicBezTo>
                  <a:pt x="7704" y="-281"/>
                  <a:pt x="6504" y="44"/>
                  <a:pt x="5961" y="992"/>
                </a:cubicBezTo>
                <a:lnTo>
                  <a:pt x="3410" y="5454"/>
                </a:lnTo>
                <a:lnTo>
                  <a:pt x="982" y="5454"/>
                </a:lnTo>
                <a:cubicBezTo>
                  <a:pt x="440" y="5454"/>
                  <a:pt x="0" y="5898"/>
                  <a:pt x="0" y="6445"/>
                </a:cubicBezTo>
                <a:lnTo>
                  <a:pt x="0" y="8428"/>
                </a:lnTo>
                <a:cubicBezTo>
                  <a:pt x="0" y="8977"/>
                  <a:pt x="440" y="9420"/>
                  <a:pt x="982" y="9420"/>
                </a:cubicBezTo>
                <a:lnTo>
                  <a:pt x="1964" y="9420"/>
                </a:lnTo>
                <a:lnTo>
                  <a:pt x="1964" y="20327"/>
                </a:lnTo>
                <a:cubicBezTo>
                  <a:pt x="1964" y="20875"/>
                  <a:pt x="2403" y="21319"/>
                  <a:pt x="2945" y="21319"/>
                </a:cubicBezTo>
                <a:lnTo>
                  <a:pt x="18655" y="21319"/>
                </a:lnTo>
                <a:cubicBezTo>
                  <a:pt x="19197" y="21319"/>
                  <a:pt x="19636" y="20875"/>
                  <a:pt x="19636" y="20327"/>
                </a:cubicBezTo>
                <a:lnTo>
                  <a:pt x="19636" y="9420"/>
                </a:lnTo>
                <a:lnTo>
                  <a:pt x="20618" y="9420"/>
                </a:lnTo>
                <a:cubicBezTo>
                  <a:pt x="21160" y="9420"/>
                  <a:pt x="21600" y="8977"/>
                  <a:pt x="21600" y="8428"/>
                </a:cubicBezTo>
                <a:lnTo>
                  <a:pt x="21600" y="6445"/>
                </a:lnTo>
                <a:cubicBezTo>
                  <a:pt x="21600" y="5898"/>
                  <a:pt x="21160" y="5454"/>
                  <a:pt x="20618" y="5454"/>
                </a:cubicBezTo>
                <a:moveTo>
                  <a:pt x="7855" y="12395"/>
                </a:moveTo>
                <a:lnTo>
                  <a:pt x="13745" y="12395"/>
                </a:lnTo>
                <a:lnTo>
                  <a:pt x="13745" y="13386"/>
                </a:lnTo>
                <a:lnTo>
                  <a:pt x="7855" y="13386"/>
                </a:lnTo>
                <a:cubicBezTo>
                  <a:pt x="7855" y="13386"/>
                  <a:pt x="7855" y="12395"/>
                  <a:pt x="7855" y="12395"/>
                </a:cubicBezTo>
                <a:close/>
                <a:moveTo>
                  <a:pt x="7855" y="14378"/>
                </a:moveTo>
                <a:lnTo>
                  <a:pt x="13745" y="14378"/>
                </a:lnTo>
                <a:cubicBezTo>
                  <a:pt x="14288" y="14378"/>
                  <a:pt x="14727" y="13934"/>
                  <a:pt x="14727" y="13386"/>
                </a:cubicBezTo>
                <a:lnTo>
                  <a:pt x="14727" y="12395"/>
                </a:lnTo>
                <a:cubicBezTo>
                  <a:pt x="14727" y="11847"/>
                  <a:pt x="14288" y="11403"/>
                  <a:pt x="13745" y="11403"/>
                </a:cubicBezTo>
                <a:lnTo>
                  <a:pt x="7855" y="11403"/>
                </a:lnTo>
                <a:cubicBezTo>
                  <a:pt x="7312" y="11403"/>
                  <a:pt x="6873" y="11847"/>
                  <a:pt x="6873" y="12395"/>
                </a:cubicBezTo>
                <a:lnTo>
                  <a:pt x="6873" y="13386"/>
                </a:lnTo>
                <a:cubicBezTo>
                  <a:pt x="6873" y="13934"/>
                  <a:pt x="7312" y="14378"/>
                  <a:pt x="7855" y="1437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9" name="Shape 2571">
            <a:extLst>
              <a:ext uri="{FF2B5EF4-FFF2-40B4-BE49-F238E27FC236}">
                <a16:creationId xmlns:a16="http://schemas.microsoft.com/office/drawing/2014/main" id="{CFEAE0F9-299D-5474-FF77-4DF1F58B2B88}"/>
              </a:ext>
            </a:extLst>
          </p:cNvPr>
          <p:cNvSpPr/>
          <p:nvPr/>
        </p:nvSpPr>
        <p:spPr>
          <a:xfrm>
            <a:off x="4070877" y="347253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0" name="Shape 2572">
            <a:extLst>
              <a:ext uri="{FF2B5EF4-FFF2-40B4-BE49-F238E27FC236}">
                <a16:creationId xmlns:a16="http://schemas.microsoft.com/office/drawing/2014/main" id="{89D03F6E-3412-918B-A150-FF8D8BC49F96}"/>
              </a:ext>
            </a:extLst>
          </p:cNvPr>
          <p:cNvSpPr/>
          <p:nvPr/>
        </p:nvSpPr>
        <p:spPr>
          <a:xfrm>
            <a:off x="4604138" y="347253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moveTo>
                  <a:pt x="13745" y="8836"/>
                </a:moveTo>
                <a:lnTo>
                  <a:pt x="9818" y="8836"/>
                </a:lnTo>
                <a:lnTo>
                  <a:pt x="9818" y="4909"/>
                </a:lnTo>
                <a:cubicBezTo>
                  <a:pt x="9818" y="4638"/>
                  <a:pt x="9599" y="4418"/>
                  <a:pt x="9327" y="4418"/>
                </a:cubicBezTo>
                <a:cubicBezTo>
                  <a:pt x="9056" y="4418"/>
                  <a:pt x="8836" y="4638"/>
                  <a:pt x="8836" y="4909"/>
                </a:cubicBezTo>
                <a:lnTo>
                  <a:pt x="8836" y="8836"/>
                </a:lnTo>
                <a:lnTo>
                  <a:pt x="4909" y="8836"/>
                </a:lnTo>
                <a:cubicBezTo>
                  <a:pt x="4638" y="8836"/>
                  <a:pt x="4418" y="9056"/>
                  <a:pt x="4418" y="9327"/>
                </a:cubicBezTo>
                <a:cubicBezTo>
                  <a:pt x="4418" y="9599"/>
                  <a:pt x="4638" y="9818"/>
                  <a:pt x="4909" y="9818"/>
                </a:cubicBezTo>
                <a:lnTo>
                  <a:pt x="8836" y="9818"/>
                </a:lnTo>
                <a:lnTo>
                  <a:pt x="8836" y="13745"/>
                </a:lnTo>
                <a:cubicBezTo>
                  <a:pt x="8836" y="14017"/>
                  <a:pt x="9056" y="14236"/>
                  <a:pt x="9327" y="14236"/>
                </a:cubicBezTo>
                <a:cubicBezTo>
                  <a:pt x="9599" y="14236"/>
                  <a:pt x="9818" y="14017"/>
                  <a:pt x="9818" y="13745"/>
                </a:cubicBezTo>
                <a:lnTo>
                  <a:pt x="9818" y="9818"/>
                </a:lnTo>
                <a:lnTo>
                  <a:pt x="13745" y="9818"/>
                </a:lnTo>
                <a:cubicBezTo>
                  <a:pt x="14017" y="9818"/>
                  <a:pt x="14236" y="9599"/>
                  <a:pt x="14236" y="9327"/>
                </a:cubicBezTo>
                <a:cubicBezTo>
                  <a:pt x="14236" y="9056"/>
                  <a:pt x="14017" y="8836"/>
                  <a:pt x="13745" y="88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1" name="Shape 2573">
            <a:extLst>
              <a:ext uri="{FF2B5EF4-FFF2-40B4-BE49-F238E27FC236}">
                <a16:creationId xmlns:a16="http://schemas.microsoft.com/office/drawing/2014/main" id="{6A52F3A5-D626-6975-8BA7-0E7B3932C90F}"/>
              </a:ext>
            </a:extLst>
          </p:cNvPr>
          <p:cNvSpPr/>
          <p:nvPr/>
        </p:nvSpPr>
        <p:spPr>
          <a:xfrm>
            <a:off x="5137399" y="347253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moveTo>
                  <a:pt x="13745" y="8836"/>
                </a:moveTo>
                <a:lnTo>
                  <a:pt x="4909" y="8836"/>
                </a:lnTo>
                <a:cubicBezTo>
                  <a:pt x="4638" y="8836"/>
                  <a:pt x="4418" y="9056"/>
                  <a:pt x="4418" y="9327"/>
                </a:cubicBezTo>
                <a:cubicBezTo>
                  <a:pt x="4418" y="9599"/>
                  <a:pt x="4638" y="9818"/>
                  <a:pt x="4909" y="9818"/>
                </a:cubicBezTo>
                <a:lnTo>
                  <a:pt x="13745" y="9818"/>
                </a:lnTo>
                <a:cubicBezTo>
                  <a:pt x="14017" y="9818"/>
                  <a:pt x="14236" y="9599"/>
                  <a:pt x="14236" y="9327"/>
                </a:cubicBezTo>
                <a:cubicBezTo>
                  <a:pt x="14236" y="9056"/>
                  <a:pt x="14017" y="8836"/>
                  <a:pt x="13745" y="88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2" name="Shape 2574">
            <a:extLst>
              <a:ext uri="{FF2B5EF4-FFF2-40B4-BE49-F238E27FC236}">
                <a16:creationId xmlns:a16="http://schemas.microsoft.com/office/drawing/2014/main" id="{D9B2B83B-1983-E56C-7182-221157EA0717}"/>
              </a:ext>
            </a:extLst>
          </p:cNvPr>
          <p:cNvSpPr/>
          <p:nvPr/>
        </p:nvSpPr>
        <p:spPr>
          <a:xfrm>
            <a:off x="5683357" y="3472538"/>
            <a:ext cx="253935"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4909"/>
                </a:moveTo>
                <a:cubicBezTo>
                  <a:pt x="5432" y="4909"/>
                  <a:pt x="1080" y="4030"/>
                  <a:pt x="1080" y="2945"/>
                </a:cubicBezTo>
                <a:cubicBezTo>
                  <a:pt x="1080" y="1861"/>
                  <a:pt x="5432" y="982"/>
                  <a:pt x="10800" y="982"/>
                </a:cubicBezTo>
                <a:cubicBezTo>
                  <a:pt x="16168" y="982"/>
                  <a:pt x="20520" y="1861"/>
                  <a:pt x="20520" y="2945"/>
                </a:cubicBezTo>
                <a:cubicBezTo>
                  <a:pt x="20520" y="4030"/>
                  <a:pt x="16168" y="4909"/>
                  <a:pt x="10800" y="4909"/>
                </a:cubicBezTo>
                <a:moveTo>
                  <a:pt x="16305" y="8659"/>
                </a:moveTo>
                <a:cubicBezTo>
                  <a:pt x="14130" y="10260"/>
                  <a:pt x="11880" y="11916"/>
                  <a:pt x="11880" y="14727"/>
                </a:cubicBezTo>
                <a:cubicBezTo>
                  <a:pt x="11880" y="17561"/>
                  <a:pt x="11880" y="19270"/>
                  <a:pt x="11642" y="20135"/>
                </a:cubicBezTo>
                <a:cubicBezTo>
                  <a:pt x="11522" y="20573"/>
                  <a:pt x="11509" y="20618"/>
                  <a:pt x="10800" y="20618"/>
                </a:cubicBezTo>
                <a:cubicBezTo>
                  <a:pt x="10091" y="20618"/>
                  <a:pt x="10078" y="20573"/>
                  <a:pt x="9957" y="20135"/>
                </a:cubicBezTo>
                <a:cubicBezTo>
                  <a:pt x="9818" y="19627"/>
                  <a:pt x="9761" y="18820"/>
                  <a:pt x="9738" y="17673"/>
                </a:cubicBezTo>
                <a:lnTo>
                  <a:pt x="10260" y="17673"/>
                </a:lnTo>
                <a:cubicBezTo>
                  <a:pt x="10558" y="17673"/>
                  <a:pt x="10800" y="17453"/>
                  <a:pt x="10800" y="17182"/>
                </a:cubicBezTo>
                <a:cubicBezTo>
                  <a:pt x="10800" y="16911"/>
                  <a:pt x="10558" y="16691"/>
                  <a:pt x="10260" y="16691"/>
                </a:cubicBezTo>
                <a:lnTo>
                  <a:pt x="9724" y="16691"/>
                </a:lnTo>
                <a:cubicBezTo>
                  <a:pt x="9722" y="16381"/>
                  <a:pt x="9721" y="16059"/>
                  <a:pt x="9721" y="15709"/>
                </a:cubicBezTo>
                <a:lnTo>
                  <a:pt x="10260" y="15709"/>
                </a:lnTo>
                <a:cubicBezTo>
                  <a:pt x="10558" y="15709"/>
                  <a:pt x="10800" y="15489"/>
                  <a:pt x="10800" y="15218"/>
                </a:cubicBezTo>
                <a:cubicBezTo>
                  <a:pt x="10800" y="14947"/>
                  <a:pt x="10558" y="14727"/>
                  <a:pt x="10260" y="14727"/>
                </a:cubicBezTo>
                <a:lnTo>
                  <a:pt x="9720" y="14727"/>
                </a:lnTo>
                <a:cubicBezTo>
                  <a:pt x="9720" y="11916"/>
                  <a:pt x="7470" y="10260"/>
                  <a:pt x="5295" y="8659"/>
                </a:cubicBezTo>
                <a:cubicBezTo>
                  <a:pt x="3543" y="7370"/>
                  <a:pt x="1872" y="6139"/>
                  <a:pt x="1294" y="4344"/>
                </a:cubicBezTo>
                <a:cubicBezTo>
                  <a:pt x="3119" y="5266"/>
                  <a:pt x="6691" y="5891"/>
                  <a:pt x="10800" y="5891"/>
                </a:cubicBezTo>
                <a:cubicBezTo>
                  <a:pt x="14905" y="5891"/>
                  <a:pt x="18475" y="5266"/>
                  <a:pt x="20302" y="4347"/>
                </a:cubicBezTo>
                <a:cubicBezTo>
                  <a:pt x="19721" y="6143"/>
                  <a:pt x="18053" y="7373"/>
                  <a:pt x="16305" y="8659"/>
                </a:cubicBezTo>
                <a:moveTo>
                  <a:pt x="10800" y="0"/>
                </a:moveTo>
                <a:cubicBezTo>
                  <a:pt x="4835" y="0"/>
                  <a:pt x="0" y="1319"/>
                  <a:pt x="0" y="2945"/>
                </a:cubicBezTo>
                <a:cubicBezTo>
                  <a:pt x="0" y="8836"/>
                  <a:pt x="8640" y="9818"/>
                  <a:pt x="8640" y="14727"/>
                </a:cubicBezTo>
                <a:lnTo>
                  <a:pt x="8640" y="15217"/>
                </a:lnTo>
                <a:lnTo>
                  <a:pt x="8640" y="15218"/>
                </a:lnTo>
                <a:lnTo>
                  <a:pt x="8640" y="15219"/>
                </a:lnTo>
                <a:cubicBezTo>
                  <a:pt x="8641" y="15938"/>
                  <a:pt x="8642" y="16572"/>
                  <a:pt x="8649" y="17142"/>
                </a:cubicBezTo>
                <a:cubicBezTo>
                  <a:pt x="8647" y="17155"/>
                  <a:pt x="8640" y="17168"/>
                  <a:pt x="8640" y="17182"/>
                </a:cubicBezTo>
                <a:cubicBezTo>
                  <a:pt x="8640" y="17199"/>
                  <a:pt x="8648" y="17212"/>
                  <a:pt x="8651" y="17230"/>
                </a:cubicBezTo>
                <a:cubicBezTo>
                  <a:pt x="8699" y="20896"/>
                  <a:pt x="8995" y="21600"/>
                  <a:pt x="10800" y="21600"/>
                </a:cubicBezTo>
                <a:cubicBezTo>
                  <a:pt x="12960" y="21600"/>
                  <a:pt x="12960" y="20618"/>
                  <a:pt x="12960" y="14727"/>
                </a:cubicBezTo>
                <a:cubicBezTo>
                  <a:pt x="12960" y="9818"/>
                  <a:pt x="21600" y="8836"/>
                  <a:pt x="21600" y="2945"/>
                </a:cubicBezTo>
                <a:cubicBezTo>
                  <a:pt x="21600" y="1319"/>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3" name="Shape 2575">
            <a:extLst>
              <a:ext uri="{FF2B5EF4-FFF2-40B4-BE49-F238E27FC236}">
                <a16:creationId xmlns:a16="http://schemas.microsoft.com/office/drawing/2014/main" id="{C37F356B-18A8-F883-5110-0EA8C00311BE}"/>
              </a:ext>
            </a:extLst>
          </p:cNvPr>
          <p:cNvSpPr/>
          <p:nvPr/>
        </p:nvSpPr>
        <p:spPr>
          <a:xfrm>
            <a:off x="871311" y="40057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14727"/>
                </a:moveTo>
                <a:lnTo>
                  <a:pt x="18655" y="14727"/>
                </a:lnTo>
                <a:lnTo>
                  <a:pt x="18655" y="12273"/>
                </a:lnTo>
                <a:cubicBezTo>
                  <a:pt x="18655" y="12002"/>
                  <a:pt x="18434" y="11782"/>
                  <a:pt x="18164" y="11782"/>
                </a:cubicBezTo>
                <a:cubicBezTo>
                  <a:pt x="17893" y="11782"/>
                  <a:pt x="17673" y="12002"/>
                  <a:pt x="17673" y="12273"/>
                </a:cubicBezTo>
                <a:lnTo>
                  <a:pt x="17673" y="14727"/>
                </a:lnTo>
                <a:lnTo>
                  <a:pt x="15218" y="14727"/>
                </a:lnTo>
                <a:cubicBezTo>
                  <a:pt x="14947" y="14727"/>
                  <a:pt x="14727" y="14947"/>
                  <a:pt x="14727" y="15218"/>
                </a:cubicBezTo>
                <a:cubicBezTo>
                  <a:pt x="14727" y="15490"/>
                  <a:pt x="14947" y="15709"/>
                  <a:pt x="15218" y="15709"/>
                </a:cubicBezTo>
                <a:lnTo>
                  <a:pt x="17673" y="15709"/>
                </a:lnTo>
                <a:lnTo>
                  <a:pt x="17673" y="18164"/>
                </a:lnTo>
                <a:cubicBezTo>
                  <a:pt x="17673" y="18435"/>
                  <a:pt x="17893" y="18655"/>
                  <a:pt x="18164" y="18655"/>
                </a:cubicBezTo>
                <a:cubicBezTo>
                  <a:pt x="18434" y="18655"/>
                  <a:pt x="18655" y="18435"/>
                  <a:pt x="18655" y="18164"/>
                </a:cubicBezTo>
                <a:lnTo>
                  <a:pt x="18655" y="15709"/>
                </a:lnTo>
                <a:lnTo>
                  <a:pt x="21109" y="15709"/>
                </a:lnTo>
                <a:cubicBezTo>
                  <a:pt x="21380" y="15709"/>
                  <a:pt x="21600" y="15490"/>
                  <a:pt x="21600" y="15218"/>
                </a:cubicBezTo>
                <a:cubicBezTo>
                  <a:pt x="21600" y="14947"/>
                  <a:pt x="21380" y="14727"/>
                  <a:pt x="21109" y="14727"/>
                </a:cubicBezTo>
                <a:moveTo>
                  <a:pt x="14823" y="8659"/>
                </a:moveTo>
                <a:cubicBezTo>
                  <a:pt x="12845" y="10260"/>
                  <a:pt x="10800" y="11916"/>
                  <a:pt x="10800" y="14727"/>
                </a:cubicBezTo>
                <a:cubicBezTo>
                  <a:pt x="10800" y="17561"/>
                  <a:pt x="10800" y="19270"/>
                  <a:pt x="10584" y="20135"/>
                </a:cubicBezTo>
                <a:cubicBezTo>
                  <a:pt x="10474" y="20573"/>
                  <a:pt x="10463" y="20618"/>
                  <a:pt x="9818" y="20618"/>
                </a:cubicBezTo>
                <a:cubicBezTo>
                  <a:pt x="9173" y="20618"/>
                  <a:pt x="9162" y="20573"/>
                  <a:pt x="9052" y="20135"/>
                </a:cubicBezTo>
                <a:cubicBezTo>
                  <a:pt x="8926" y="19627"/>
                  <a:pt x="8874" y="18820"/>
                  <a:pt x="8853" y="17673"/>
                </a:cubicBezTo>
                <a:lnTo>
                  <a:pt x="9327" y="17673"/>
                </a:lnTo>
                <a:cubicBezTo>
                  <a:pt x="9598" y="17673"/>
                  <a:pt x="9818" y="17453"/>
                  <a:pt x="9818" y="17182"/>
                </a:cubicBezTo>
                <a:cubicBezTo>
                  <a:pt x="9818" y="16910"/>
                  <a:pt x="9598" y="16691"/>
                  <a:pt x="9327" y="16691"/>
                </a:cubicBezTo>
                <a:lnTo>
                  <a:pt x="8840" y="16691"/>
                </a:lnTo>
                <a:cubicBezTo>
                  <a:pt x="8838" y="16381"/>
                  <a:pt x="8837" y="16059"/>
                  <a:pt x="8837" y="15709"/>
                </a:cubicBezTo>
                <a:lnTo>
                  <a:pt x="9327" y="15709"/>
                </a:lnTo>
                <a:cubicBezTo>
                  <a:pt x="9598" y="15709"/>
                  <a:pt x="9818" y="15490"/>
                  <a:pt x="9818" y="15218"/>
                </a:cubicBezTo>
                <a:cubicBezTo>
                  <a:pt x="9818" y="14947"/>
                  <a:pt x="9598" y="14727"/>
                  <a:pt x="9327" y="14727"/>
                </a:cubicBezTo>
                <a:lnTo>
                  <a:pt x="8836" y="14727"/>
                </a:lnTo>
                <a:cubicBezTo>
                  <a:pt x="8836" y="11916"/>
                  <a:pt x="6791" y="10260"/>
                  <a:pt x="4813" y="8659"/>
                </a:cubicBezTo>
                <a:cubicBezTo>
                  <a:pt x="3221" y="7370"/>
                  <a:pt x="1702" y="6139"/>
                  <a:pt x="1176" y="4344"/>
                </a:cubicBezTo>
                <a:cubicBezTo>
                  <a:pt x="2835" y="5266"/>
                  <a:pt x="6083" y="5891"/>
                  <a:pt x="9818" y="5891"/>
                </a:cubicBezTo>
                <a:cubicBezTo>
                  <a:pt x="13550" y="5891"/>
                  <a:pt x="16795" y="5266"/>
                  <a:pt x="18456" y="4347"/>
                </a:cubicBezTo>
                <a:cubicBezTo>
                  <a:pt x="17928" y="6143"/>
                  <a:pt x="16412" y="7373"/>
                  <a:pt x="14823" y="8659"/>
                </a:cubicBezTo>
                <a:moveTo>
                  <a:pt x="982" y="2945"/>
                </a:moveTo>
                <a:cubicBezTo>
                  <a:pt x="982" y="1861"/>
                  <a:pt x="4938" y="982"/>
                  <a:pt x="9818" y="982"/>
                </a:cubicBezTo>
                <a:cubicBezTo>
                  <a:pt x="14698" y="982"/>
                  <a:pt x="18655" y="1861"/>
                  <a:pt x="18655" y="2945"/>
                </a:cubicBezTo>
                <a:cubicBezTo>
                  <a:pt x="18655" y="4031"/>
                  <a:pt x="14698" y="4909"/>
                  <a:pt x="9818" y="4909"/>
                </a:cubicBezTo>
                <a:cubicBezTo>
                  <a:pt x="4938" y="4909"/>
                  <a:pt x="982" y="4031"/>
                  <a:pt x="982" y="2945"/>
                </a:cubicBezTo>
                <a:moveTo>
                  <a:pt x="19636" y="2945"/>
                </a:moveTo>
                <a:cubicBezTo>
                  <a:pt x="19636" y="1319"/>
                  <a:pt x="15241" y="0"/>
                  <a:pt x="9818" y="0"/>
                </a:cubicBezTo>
                <a:cubicBezTo>
                  <a:pt x="4396" y="0"/>
                  <a:pt x="0" y="1319"/>
                  <a:pt x="0" y="2945"/>
                </a:cubicBezTo>
                <a:cubicBezTo>
                  <a:pt x="0" y="8836"/>
                  <a:pt x="7855" y="9818"/>
                  <a:pt x="7855" y="14727"/>
                </a:cubicBezTo>
                <a:cubicBezTo>
                  <a:pt x="7855" y="14900"/>
                  <a:pt x="7855" y="15053"/>
                  <a:pt x="7855" y="15217"/>
                </a:cubicBezTo>
                <a:cubicBezTo>
                  <a:pt x="7855" y="15217"/>
                  <a:pt x="7855" y="15218"/>
                  <a:pt x="7855" y="15218"/>
                </a:cubicBezTo>
                <a:cubicBezTo>
                  <a:pt x="7855" y="15219"/>
                  <a:pt x="7855" y="15219"/>
                  <a:pt x="7855" y="15219"/>
                </a:cubicBezTo>
                <a:cubicBezTo>
                  <a:pt x="7855" y="15938"/>
                  <a:pt x="7856" y="16572"/>
                  <a:pt x="7863" y="17142"/>
                </a:cubicBezTo>
                <a:cubicBezTo>
                  <a:pt x="7861" y="17155"/>
                  <a:pt x="7855" y="17168"/>
                  <a:pt x="7855" y="17182"/>
                </a:cubicBezTo>
                <a:cubicBezTo>
                  <a:pt x="7855" y="17199"/>
                  <a:pt x="7862" y="17212"/>
                  <a:pt x="7864" y="17229"/>
                </a:cubicBezTo>
                <a:cubicBezTo>
                  <a:pt x="7908" y="20896"/>
                  <a:pt x="8177" y="21600"/>
                  <a:pt x="9818" y="21600"/>
                </a:cubicBezTo>
                <a:cubicBezTo>
                  <a:pt x="11782" y="21600"/>
                  <a:pt x="11782" y="20618"/>
                  <a:pt x="11782" y="14727"/>
                </a:cubicBezTo>
                <a:cubicBezTo>
                  <a:pt x="11782" y="9818"/>
                  <a:pt x="19636" y="8836"/>
                  <a:pt x="19636" y="29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4" name="Shape 2576">
            <a:extLst>
              <a:ext uri="{FF2B5EF4-FFF2-40B4-BE49-F238E27FC236}">
                <a16:creationId xmlns:a16="http://schemas.microsoft.com/office/drawing/2014/main" id="{60E87541-1CA4-6820-A78C-12388599B62E}"/>
              </a:ext>
            </a:extLst>
          </p:cNvPr>
          <p:cNvSpPr/>
          <p:nvPr/>
        </p:nvSpPr>
        <p:spPr>
          <a:xfrm>
            <a:off x="1404572" y="40057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14727"/>
                </a:moveTo>
                <a:lnTo>
                  <a:pt x="15218" y="14727"/>
                </a:lnTo>
                <a:cubicBezTo>
                  <a:pt x="14947" y="14727"/>
                  <a:pt x="14727" y="14947"/>
                  <a:pt x="14727" y="15218"/>
                </a:cubicBezTo>
                <a:cubicBezTo>
                  <a:pt x="14727" y="15490"/>
                  <a:pt x="14947" y="15709"/>
                  <a:pt x="15218" y="15709"/>
                </a:cubicBezTo>
                <a:lnTo>
                  <a:pt x="21109" y="15709"/>
                </a:lnTo>
                <a:cubicBezTo>
                  <a:pt x="21380" y="15709"/>
                  <a:pt x="21600" y="15490"/>
                  <a:pt x="21600" y="15218"/>
                </a:cubicBezTo>
                <a:cubicBezTo>
                  <a:pt x="21600" y="14947"/>
                  <a:pt x="21380" y="14727"/>
                  <a:pt x="21109" y="14727"/>
                </a:cubicBezTo>
                <a:moveTo>
                  <a:pt x="14823" y="8659"/>
                </a:moveTo>
                <a:cubicBezTo>
                  <a:pt x="12845" y="10260"/>
                  <a:pt x="10800" y="11916"/>
                  <a:pt x="10800" y="14727"/>
                </a:cubicBezTo>
                <a:cubicBezTo>
                  <a:pt x="10800" y="17561"/>
                  <a:pt x="10800" y="19270"/>
                  <a:pt x="10584" y="20135"/>
                </a:cubicBezTo>
                <a:cubicBezTo>
                  <a:pt x="10474" y="20573"/>
                  <a:pt x="10463" y="20618"/>
                  <a:pt x="9818" y="20618"/>
                </a:cubicBezTo>
                <a:cubicBezTo>
                  <a:pt x="9173" y="20618"/>
                  <a:pt x="9162" y="20573"/>
                  <a:pt x="9052" y="20135"/>
                </a:cubicBezTo>
                <a:cubicBezTo>
                  <a:pt x="8926" y="19627"/>
                  <a:pt x="8874" y="18820"/>
                  <a:pt x="8853" y="17673"/>
                </a:cubicBezTo>
                <a:lnTo>
                  <a:pt x="9327" y="17673"/>
                </a:lnTo>
                <a:cubicBezTo>
                  <a:pt x="9598" y="17673"/>
                  <a:pt x="9818" y="17453"/>
                  <a:pt x="9818" y="17182"/>
                </a:cubicBezTo>
                <a:cubicBezTo>
                  <a:pt x="9818" y="16910"/>
                  <a:pt x="9598" y="16691"/>
                  <a:pt x="9327" y="16691"/>
                </a:cubicBezTo>
                <a:lnTo>
                  <a:pt x="8840" y="16691"/>
                </a:lnTo>
                <a:cubicBezTo>
                  <a:pt x="8838" y="16381"/>
                  <a:pt x="8837" y="16059"/>
                  <a:pt x="8837" y="15709"/>
                </a:cubicBezTo>
                <a:lnTo>
                  <a:pt x="9327" y="15709"/>
                </a:lnTo>
                <a:cubicBezTo>
                  <a:pt x="9598" y="15709"/>
                  <a:pt x="9818" y="15490"/>
                  <a:pt x="9818" y="15218"/>
                </a:cubicBezTo>
                <a:cubicBezTo>
                  <a:pt x="9818" y="14947"/>
                  <a:pt x="9598" y="14727"/>
                  <a:pt x="9327" y="14727"/>
                </a:cubicBezTo>
                <a:lnTo>
                  <a:pt x="8836" y="14727"/>
                </a:lnTo>
                <a:cubicBezTo>
                  <a:pt x="8836" y="11916"/>
                  <a:pt x="6791" y="10260"/>
                  <a:pt x="4813" y="8659"/>
                </a:cubicBezTo>
                <a:cubicBezTo>
                  <a:pt x="3221" y="7370"/>
                  <a:pt x="1702" y="6139"/>
                  <a:pt x="1176" y="4344"/>
                </a:cubicBezTo>
                <a:cubicBezTo>
                  <a:pt x="2835" y="5266"/>
                  <a:pt x="6083" y="5891"/>
                  <a:pt x="9818" y="5891"/>
                </a:cubicBezTo>
                <a:cubicBezTo>
                  <a:pt x="13550" y="5891"/>
                  <a:pt x="16795" y="5266"/>
                  <a:pt x="18456" y="4347"/>
                </a:cubicBezTo>
                <a:cubicBezTo>
                  <a:pt x="17928" y="6143"/>
                  <a:pt x="16412" y="7373"/>
                  <a:pt x="14823" y="8659"/>
                </a:cubicBezTo>
                <a:moveTo>
                  <a:pt x="982" y="2945"/>
                </a:moveTo>
                <a:cubicBezTo>
                  <a:pt x="982" y="1861"/>
                  <a:pt x="4938" y="982"/>
                  <a:pt x="9818" y="982"/>
                </a:cubicBezTo>
                <a:cubicBezTo>
                  <a:pt x="14698" y="982"/>
                  <a:pt x="18655" y="1861"/>
                  <a:pt x="18655" y="2945"/>
                </a:cubicBezTo>
                <a:cubicBezTo>
                  <a:pt x="18655" y="4031"/>
                  <a:pt x="14698" y="4909"/>
                  <a:pt x="9818" y="4909"/>
                </a:cubicBezTo>
                <a:cubicBezTo>
                  <a:pt x="4938" y="4909"/>
                  <a:pt x="982" y="4031"/>
                  <a:pt x="982" y="2945"/>
                </a:cubicBezTo>
                <a:moveTo>
                  <a:pt x="19636" y="2945"/>
                </a:moveTo>
                <a:cubicBezTo>
                  <a:pt x="19636" y="1319"/>
                  <a:pt x="15241" y="0"/>
                  <a:pt x="9818" y="0"/>
                </a:cubicBezTo>
                <a:cubicBezTo>
                  <a:pt x="4396" y="0"/>
                  <a:pt x="0" y="1319"/>
                  <a:pt x="0" y="2945"/>
                </a:cubicBezTo>
                <a:cubicBezTo>
                  <a:pt x="0" y="8836"/>
                  <a:pt x="7855" y="9818"/>
                  <a:pt x="7855" y="14727"/>
                </a:cubicBezTo>
                <a:cubicBezTo>
                  <a:pt x="7855" y="14900"/>
                  <a:pt x="7855" y="15053"/>
                  <a:pt x="7855" y="15217"/>
                </a:cubicBezTo>
                <a:cubicBezTo>
                  <a:pt x="7855" y="15217"/>
                  <a:pt x="7855" y="15218"/>
                  <a:pt x="7855" y="15218"/>
                </a:cubicBezTo>
                <a:cubicBezTo>
                  <a:pt x="7855" y="15219"/>
                  <a:pt x="7855" y="15219"/>
                  <a:pt x="7855" y="15219"/>
                </a:cubicBezTo>
                <a:cubicBezTo>
                  <a:pt x="7855" y="15938"/>
                  <a:pt x="7856" y="16572"/>
                  <a:pt x="7863" y="17142"/>
                </a:cubicBezTo>
                <a:cubicBezTo>
                  <a:pt x="7861" y="17155"/>
                  <a:pt x="7855" y="17168"/>
                  <a:pt x="7855" y="17182"/>
                </a:cubicBezTo>
                <a:cubicBezTo>
                  <a:pt x="7855" y="17199"/>
                  <a:pt x="7862" y="17212"/>
                  <a:pt x="7864" y="17229"/>
                </a:cubicBezTo>
                <a:cubicBezTo>
                  <a:pt x="7908" y="20896"/>
                  <a:pt x="8177" y="21600"/>
                  <a:pt x="9818" y="21600"/>
                </a:cubicBezTo>
                <a:cubicBezTo>
                  <a:pt x="11782" y="21600"/>
                  <a:pt x="11782" y="20618"/>
                  <a:pt x="11782" y="14727"/>
                </a:cubicBezTo>
                <a:cubicBezTo>
                  <a:pt x="11782" y="9818"/>
                  <a:pt x="19636" y="8836"/>
                  <a:pt x="19636" y="29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5" name="Shape 2577">
            <a:extLst>
              <a:ext uri="{FF2B5EF4-FFF2-40B4-BE49-F238E27FC236}">
                <a16:creationId xmlns:a16="http://schemas.microsoft.com/office/drawing/2014/main" id="{7BEFF14E-B6A0-DD4A-05B0-1BD7086C4EE4}"/>
              </a:ext>
            </a:extLst>
          </p:cNvPr>
          <p:cNvSpPr/>
          <p:nvPr/>
        </p:nvSpPr>
        <p:spPr>
          <a:xfrm>
            <a:off x="1950529" y="4005799"/>
            <a:ext cx="253935" cy="279328"/>
          </a:xfrm>
          <a:custGeom>
            <a:avLst/>
            <a:gdLst/>
            <a:ahLst/>
            <a:cxnLst>
              <a:cxn ang="0">
                <a:pos x="wd2" y="hd2"/>
              </a:cxn>
              <a:cxn ang="5400000">
                <a:pos x="wd2" y="hd2"/>
              </a:cxn>
              <a:cxn ang="10800000">
                <a:pos x="wd2" y="hd2"/>
              </a:cxn>
              <a:cxn ang="16200000">
                <a:pos x="wd2" y="hd2"/>
              </a:cxn>
            </a:cxnLst>
            <a:rect l="0" t="0" r="r" b="b"/>
            <a:pathLst>
              <a:path w="21600" h="21600" extrusionOk="0">
                <a:moveTo>
                  <a:pt x="20520" y="4979"/>
                </a:moveTo>
                <a:lnTo>
                  <a:pt x="7560" y="6792"/>
                </a:lnTo>
                <a:lnTo>
                  <a:pt x="7560" y="2876"/>
                </a:lnTo>
                <a:lnTo>
                  <a:pt x="20520" y="1063"/>
                </a:lnTo>
                <a:cubicBezTo>
                  <a:pt x="20520" y="1063"/>
                  <a:pt x="20520" y="4979"/>
                  <a:pt x="20520" y="4979"/>
                </a:cubicBezTo>
                <a:close/>
                <a:moveTo>
                  <a:pt x="18900" y="17673"/>
                </a:moveTo>
                <a:lnTo>
                  <a:pt x="16740" y="17673"/>
                </a:lnTo>
                <a:cubicBezTo>
                  <a:pt x="15845" y="17673"/>
                  <a:pt x="15120" y="17014"/>
                  <a:pt x="15120" y="16200"/>
                </a:cubicBezTo>
                <a:cubicBezTo>
                  <a:pt x="15120" y="15387"/>
                  <a:pt x="15845" y="14727"/>
                  <a:pt x="16740" y="14727"/>
                </a:cubicBezTo>
                <a:lnTo>
                  <a:pt x="18900" y="14727"/>
                </a:lnTo>
                <a:cubicBezTo>
                  <a:pt x="19795" y="14727"/>
                  <a:pt x="20520" y="15387"/>
                  <a:pt x="20520" y="16200"/>
                </a:cubicBezTo>
                <a:cubicBezTo>
                  <a:pt x="20520" y="17014"/>
                  <a:pt x="19795" y="17673"/>
                  <a:pt x="18900" y="17673"/>
                </a:cubicBezTo>
                <a:moveTo>
                  <a:pt x="4860" y="20618"/>
                </a:moveTo>
                <a:lnTo>
                  <a:pt x="2700" y="20618"/>
                </a:lnTo>
                <a:cubicBezTo>
                  <a:pt x="1805" y="20618"/>
                  <a:pt x="1080" y="19959"/>
                  <a:pt x="1080" y="19146"/>
                </a:cubicBezTo>
                <a:cubicBezTo>
                  <a:pt x="1080" y="18332"/>
                  <a:pt x="1805" y="17673"/>
                  <a:pt x="2700" y="17673"/>
                </a:cubicBezTo>
                <a:lnTo>
                  <a:pt x="4860" y="17673"/>
                </a:lnTo>
                <a:cubicBezTo>
                  <a:pt x="5755" y="17673"/>
                  <a:pt x="6480" y="18332"/>
                  <a:pt x="6480" y="19146"/>
                </a:cubicBezTo>
                <a:cubicBezTo>
                  <a:pt x="6480" y="19959"/>
                  <a:pt x="5755" y="20618"/>
                  <a:pt x="4860" y="20618"/>
                </a:cubicBezTo>
                <a:moveTo>
                  <a:pt x="21060" y="0"/>
                </a:moveTo>
                <a:cubicBezTo>
                  <a:pt x="21031" y="0"/>
                  <a:pt x="21006" y="11"/>
                  <a:pt x="20980" y="15"/>
                </a:cubicBezTo>
                <a:lnTo>
                  <a:pt x="20978" y="6"/>
                </a:lnTo>
                <a:lnTo>
                  <a:pt x="6938" y="1969"/>
                </a:lnTo>
                <a:lnTo>
                  <a:pt x="6940" y="1979"/>
                </a:lnTo>
                <a:cubicBezTo>
                  <a:pt x="6681" y="2016"/>
                  <a:pt x="6480" y="2210"/>
                  <a:pt x="6480" y="2455"/>
                </a:cubicBezTo>
                <a:lnTo>
                  <a:pt x="6480" y="17193"/>
                </a:lnTo>
                <a:cubicBezTo>
                  <a:pt x="6028" y="16882"/>
                  <a:pt x="5471" y="16691"/>
                  <a:pt x="4860" y="16691"/>
                </a:cubicBezTo>
                <a:lnTo>
                  <a:pt x="2700" y="16691"/>
                </a:lnTo>
                <a:cubicBezTo>
                  <a:pt x="1209" y="16691"/>
                  <a:pt x="0" y="17790"/>
                  <a:pt x="0" y="19146"/>
                </a:cubicBezTo>
                <a:cubicBezTo>
                  <a:pt x="0" y="20501"/>
                  <a:pt x="1209" y="21600"/>
                  <a:pt x="2700" y="21600"/>
                </a:cubicBezTo>
                <a:lnTo>
                  <a:pt x="4860" y="21600"/>
                </a:lnTo>
                <a:cubicBezTo>
                  <a:pt x="6352" y="21600"/>
                  <a:pt x="7560" y="20501"/>
                  <a:pt x="7560" y="19146"/>
                </a:cubicBezTo>
                <a:lnTo>
                  <a:pt x="7560" y="7785"/>
                </a:lnTo>
                <a:lnTo>
                  <a:pt x="20520" y="5972"/>
                </a:lnTo>
                <a:lnTo>
                  <a:pt x="20520" y="14248"/>
                </a:lnTo>
                <a:cubicBezTo>
                  <a:pt x="20068" y="13937"/>
                  <a:pt x="19511" y="13745"/>
                  <a:pt x="18900" y="13745"/>
                </a:cubicBezTo>
                <a:lnTo>
                  <a:pt x="16740" y="13745"/>
                </a:lnTo>
                <a:cubicBezTo>
                  <a:pt x="15249" y="13745"/>
                  <a:pt x="14040" y="14845"/>
                  <a:pt x="14040" y="16200"/>
                </a:cubicBezTo>
                <a:cubicBezTo>
                  <a:pt x="14040" y="17556"/>
                  <a:pt x="15249" y="18655"/>
                  <a:pt x="16740" y="18655"/>
                </a:cubicBezTo>
                <a:lnTo>
                  <a:pt x="18900" y="18655"/>
                </a:lnTo>
                <a:cubicBezTo>
                  <a:pt x="20392" y="18655"/>
                  <a:pt x="21600" y="17556"/>
                  <a:pt x="21600" y="16200"/>
                </a:cubicBezTo>
                <a:lnTo>
                  <a:pt x="21600" y="491"/>
                </a:lnTo>
                <a:cubicBezTo>
                  <a:pt x="21600" y="220"/>
                  <a:pt x="21358" y="0"/>
                  <a:pt x="2106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6" name="Shape 2578">
            <a:extLst>
              <a:ext uri="{FF2B5EF4-FFF2-40B4-BE49-F238E27FC236}">
                <a16:creationId xmlns:a16="http://schemas.microsoft.com/office/drawing/2014/main" id="{56A7C77E-5C53-4FF7-1C2A-07E3C3F05E3C}"/>
              </a:ext>
            </a:extLst>
          </p:cNvPr>
          <p:cNvSpPr/>
          <p:nvPr/>
        </p:nvSpPr>
        <p:spPr>
          <a:xfrm>
            <a:off x="2521881" y="4005799"/>
            <a:ext cx="177754" cy="279328"/>
          </a:xfrm>
          <a:custGeom>
            <a:avLst/>
            <a:gdLst/>
            <a:ahLst/>
            <a:cxnLst>
              <a:cxn ang="0">
                <a:pos x="wd2" y="hd2"/>
              </a:cxn>
              <a:cxn ang="5400000">
                <a:pos x="wd2" y="hd2"/>
              </a:cxn>
              <a:cxn ang="10800000">
                <a:pos x="wd2" y="hd2"/>
              </a:cxn>
              <a:cxn ang="16200000">
                <a:pos x="wd2" y="hd2"/>
              </a:cxn>
            </a:cxnLst>
            <a:rect l="0" t="0" r="r" b="b"/>
            <a:pathLst>
              <a:path w="21600" h="21600" extrusionOk="0">
                <a:moveTo>
                  <a:pt x="20057" y="5837"/>
                </a:moveTo>
                <a:lnTo>
                  <a:pt x="10800" y="4996"/>
                </a:lnTo>
                <a:lnTo>
                  <a:pt x="10800" y="1036"/>
                </a:lnTo>
                <a:lnTo>
                  <a:pt x="20057" y="1878"/>
                </a:lnTo>
                <a:cubicBezTo>
                  <a:pt x="20057" y="1878"/>
                  <a:pt x="20057" y="5837"/>
                  <a:pt x="20057" y="5837"/>
                </a:cubicBezTo>
                <a:close/>
                <a:moveTo>
                  <a:pt x="6943" y="20618"/>
                </a:moveTo>
                <a:lnTo>
                  <a:pt x="3857" y="20618"/>
                </a:lnTo>
                <a:cubicBezTo>
                  <a:pt x="2579" y="20618"/>
                  <a:pt x="1543" y="19959"/>
                  <a:pt x="1543" y="19146"/>
                </a:cubicBezTo>
                <a:cubicBezTo>
                  <a:pt x="1543" y="18332"/>
                  <a:pt x="2579" y="17673"/>
                  <a:pt x="3857" y="17673"/>
                </a:cubicBezTo>
                <a:lnTo>
                  <a:pt x="6943" y="17673"/>
                </a:lnTo>
                <a:cubicBezTo>
                  <a:pt x="8221" y="17673"/>
                  <a:pt x="9257" y="18332"/>
                  <a:pt x="9257" y="19146"/>
                </a:cubicBezTo>
                <a:cubicBezTo>
                  <a:pt x="9257" y="19959"/>
                  <a:pt x="8221" y="20618"/>
                  <a:pt x="6943" y="20618"/>
                </a:cubicBezTo>
                <a:moveTo>
                  <a:pt x="20829" y="982"/>
                </a:moveTo>
                <a:cubicBezTo>
                  <a:pt x="20788" y="982"/>
                  <a:pt x="20752" y="993"/>
                  <a:pt x="20714" y="997"/>
                </a:cubicBezTo>
                <a:lnTo>
                  <a:pt x="20711" y="988"/>
                </a:lnTo>
                <a:lnTo>
                  <a:pt x="10344" y="45"/>
                </a:lnTo>
                <a:cubicBezTo>
                  <a:pt x="10248" y="17"/>
                  <a:pt x="10141" y="0"/>
                  <a:pt x="10029" y="0"/>
                </a:cubicBezTo>
                <a:cubicBezTo>
                  <a:pt x="10002" y="0"/>
                  <a:pt x="9979" y="8"/>
                  <a:pt x="9954" y="10"/>
                </a:cubicBezTo>
                <a:lnTo>
                  <a:pt x="9911" y="6"/>
                </a:lnTo>
                <a:lnTo>
                  <a:pt x="9914" y="15"/>
                </a:lnTo>
                <a:cubicBezTo>
                  <a:pt x="9545" y="52"/>
                  <a:pt x="9257" y="246"/>
                  <a:pt x="9257" y="491"/>
                </a:cubicBezTo>
                <a:lnTo>
                  <a:pt x="9257" y="17193"/>
                </a:lnTo>
                <a:cubicBezTo>
                  <a:pt x="8612" y="16882"/>
                  <a:pt x="7815" y="16691"/>
                  <a:pt x="6943" y="16691"/>
                </a:cubicBezTo>
                <a:lnTo>
                  <a:pt x="3857" y="16691"/>
                </a:lnTo>
                <a:cubicBezTo>
                  <a:pt x="1727" y="16691"/>
                  <a:pt x="0" y="17790"/>
                  <a:pt x="0" y="19146"/>
                </a:cubicBezTo>
                <a:cubicBezTo>
                  <a:pt x="0" y="20501"/>
                  <a:pt x="1727" y="21600"/>
                  <a:pt x="3857" y="21600"/>
                </a:cubicBezTo>
                <a:lnTo>
                  <a:pt x="6943" y="21600"/>
                </a:lnTo>
                <a:cubicBezTo>
                  <a:pt x="9074" y="21600"/>
                  <a:pt x="10800" y="20501"/>
                  <a:pt x="10800" y="19146"/>
                </a:cubicBezTo>
                <a:lnTo>
                  <a:pt x="10800" y="5945"/>
                </a:lnTo>
                <a:lnTo>
                  <a:pt x="20513" y="6828"/>
                </a:lnTo>
                <a:cubicBezTo>
                  <a:pt x="20610" y="6855"/>
                  <a:pt x="20715" y="6873"/>
                  <a:pt x="20829" y="6873"/>
                </a:cubicBezTo>
                <a:cubicBezTo>
                  <a:pt x="20855" y="6873"/>
                  <a:pt x="20877" y="6865"/>
                  <a:pt x="20904" y="6864"/>
                </a:cubicBezTo>
                <a:lnTo>
                  <a:pt x="20946" y="6867"/>
                </a:lnTo>
                <a:lnTo>
                  <a:pt x="20943" y="6858"/>
                </a:lnTo>
                <a:cubicBezTo>
                  <a:pt x="21313" y="6822"/>
                  <a:pt x="21600" y="6627"/>
                  <a:pt x="21600" y="6382"/>
                </a:cubicBezTo>
                <a:lnTo>
                  <a:pt x="21600" y="1473"/>
                </a:lnTo>
                <a:cubicBezTo>
                  <a:pt x="21600" y="1202"/>
                  <a:pt x="21254" y="982"/>
                  <a:pt x="20829" y="9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7" name="Shape 2579">
            <a:extLst>
              <a:ext uri="{FF2B5EF4-FFF2-40B4-BE49-F238E27FC236}">
                <a16:creationId xmlns:a16="http://schemas.microsoft.com/office/drawing/2014/main" id="{3B0C37B0-F8F7-E77F-49AF-429CC8BCAA22}"/>
              </a:ext>
            </a:extLst>
          </p:cNvPr>
          <p:cNvSpPr/>
          <p:nvPr/>
        </p:nvSpPr>
        <p:spPr>
          <a:xfrm>
            <a:off x="3004355" y="40057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6257" y="18984"/>
                </a:moveTo>
                <a:lnTo>
                  <a:pt x="11380" y="15408"/>
                </a:lnTo>
                <a:lnTo>
                  <a:pt x="10800" y="14983"/>
                </a:lnTo>
                <a:lnTo>
                  <a:pt x="10219" y="15408"/>
                </a:lnTo>
                <a:lnTo>
                  <a:pt x="5343" y="18984"/>
                </a:lnTo>
                <a:lnTo>
                  <a:pt x="7313" y="13075"/>
                </a:lnTo>
                <a:lnTo>
                  <a:pt x="7534" y="12411"/>
                </a:lnTo>
                <a:lnTo>
                  <a:pt x="6980" y="11985"/>
                </a:lnTo>
                <a:lnTo>
                  <a:pt x="2887" y="8836"/>
                </a:lnTo>
                <a:lnTo>
                  <a:pt x="8535" y="8836"/>
                </a:lnTo>
                <a:lnTo>
                  <a:pt x="8774" y="8199"/>
                </a:lnTo>
                <a:lnTo>
                  <a:pt x="10800" y="2796"/>
                </a:lnTo>
                <a:lnTo>
                  <a:pt x="12826" y="8199"/>
                </a:lnTo>
                <a:lnTo>
                  <a:pt x="13065" y="8836"/>
                </a:lnTo>
                <a:lnTo>
                  <a:pt x="18714" y="8836"/>
                </a:lnTo>
                <a:lnTo>
                  <a:pt x="14619" y="11985"/>
                </a:lnTo>
                <a:lnTo>
                  <a:pt x="14066" y="12411"/>
                </a:lnTo>
                <a:cubicBezTo>
                  <a:pt x="14066" y="12411"/>
                  <a:pt x="16257" y="18984"/>
                  <a:pt x="16257" y="18984"/>
                </a:cubicBezTo>
                <a:close/>
                <a:moveTo>
                  <a:pt x="21600" y="7855"/>
                </a:moveTo>
                <a:lnTo>
                  <a:pt x="13745" y="7855"/>
                </a:lnTo>
                <a:lnTo>
                  <a:pt x="10800" y="0"/>
                </a:lnTo>
                <a:lnTo>
                  <a:pt x="7855" y="7855"/>
                </a:lnTo>
                <a:lnTo>
                  <a:pt x="0" y="7855"/>
                </a:lnTo>
                <a:lnTo>
                  <a:pt x="6382" y="12764"/>
                </a:lnTo>
                <a:lnTo>
                  <a:pt x="3436" y="21600"/>
                </a:lnTo>
                <a:lnTo>
                  <a:pt x="10800" y="16200"/>
                </a:lnTo>
                <a:lnTo>
                  <a:pt x="18164" y="21600"/>
                </a:lnTo>
                <a:lnTo>
                  <a:pt x="15218" y="12764"/>
                </a:lnTo>
                <a:cubicBezTo>
                  <a:pt x="15218" y="12764"/>
                  <a:pt x="21600" y="7855"/>
                  <a:pt x="21600" y="7855"/>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8" name="Shape 2580">
            <a:extLst>
              <a:ext uri="{FF2B5EF4-FFF2-40B4-BE49-F238E27FC236}">
                <a16:creationId xmlns:a16="http://schemas.microsoft.com/office/drawing/2014/main" id="{2E2A8535-C158-FDFF-AD34-9ED25B1AB146}"/>
              </a:ext>
            </a:extLst>
          </p:cNvPr>
          <p:cNvSpPr/>
          <p:nvPr/>
        </p:nvSpPr>
        <p:spPr>
          <a:xfrm>
            <a:off x="3537616" y="40057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445" y="15886"/>
                </a:moveTo>
                <a:lnTo>
                  <a:pt x="10478" y="18984"/>
                </a:lnTo>
                <a:lnTo>
                  <a:pt x="7944" y="17126"/>
                </a:lnTo>
                <a:lnTo>
                  <a:pt x="7364" y="16700"/>
                </a:lnTo>
                <a:lnTo>
                  <a:pt x="6783" y="17126"/>
                </a:lnTo>
                <a:lnTo>
                  <a:pt x="4249" y="18984"/>
                </a:lnTo>
                <a:lnTo>
                  <a:pt x="5283" y="15886"/>
                </a:lnTo>
                <a:lnTo>
                  <a:pt x="5505" y="15220"/>
                </a:lnTo>
                <a:lnTo>
                  <a:pt x="4946" y="14794"/>
                </a:lnTo>
                <a:lnTo>
                  <a:pt x="2908" y="13240"/>
                </a:lnTo>
                <a:lnTo>
                  <a:pt x="6037" y="13240"/>
                </a:lnTo>
                <a:lnTo>
                  <a:pt x="6275" y="12602"/>
                </a:lnTo>
                <a:lnTo>
                  <a:pt x="7364" y="9683"/>
                </a:lnTo>
                <a:lnTo>
                  <a:pt x="8452" y="12602"/>
                </a:lnTo>
                <a:lnTo>
                  <a:pt x="8690" y="13240"/>
                </a:lnTo>
                <a:lnTo>
                  <a:pt x="11820" y="13240"/>
                </a:lnTo>
                <a:lnTo>
                  <a:pt x="9781" y="14794"/>
                </a:lnTo>
                <a:lnTo>
                  <a:pt x="9223" y="15220"/>
                </a:lnTo>
                <a:cubicBezTo>
                  <a:pt x="9223" y="15220"/>
                  <a:pt x="9445" y="15886"/>
                  <a:pt x="9445" y="15886"/>
                </a:cubicBezTo>
                <a:close/>
                <a:moveTo>
                  <a:pt x="9372" y="12259"/>
                </a:moveTo>
                <a:lnTo>
                  <a:pt x="7364" y="6873"/>
                </a:lnTo>
                <a:lnTo>
                  <a:pt x="5355" y="12259"/>
                </a:lnTo>
                <a:lnTo>
                  <a:pt x="0" y="12259"/>
                </a:lnTo>
                <a:lnTo>
                  <a:pt x="4351" y="15575"/>
                </a:lnTo>
                <a:lnTo>
                  <a:pt x="2343" y="21600"/>
                </a:lnTo>
                <a:lnTo>
                  <a:pt x="7364" y="17918"/>
                </a:lnTo>
                <a:lnTo>
                  <a:pt x="12384" y="21600"/>
                </a:lnTo>
                <a:lnTo>
                  <a:pt x="10376" y="15575"/>
                </a:lnTo>
                <a:lnTo>
                  <a:pt x="14727" y="12259"/>
                </a:lnTo>
                <a:cubicBezTo>
                  <a:pt x="14727" y="12259"/>
                  <a:pt x="9372" y="12259"/>
                  <a:pt x="9372" y="12259"/>
                </a:cubicBezTo>
                <a:close/>
                <a:moveTo>
                  <a:pt x="16781" y="7308"/>
                </a:moveTo>
                <a:lnTo>
                  <a:pt x="16200" y="6883"/>
                </a:lnTo>
                <a:lnTo>
                  <a:pt x="15619" y="7308"/>
                </a:lnTo>
                <a:lnTo>
                  <a:pt x="14426" y="8184"/>
                </a:lnTo>
                <a:lnTo>
                  <a:pt x="14922" y="6693"/>
                </a:lnTo>
                <a:lnTo>
                  <a:pt x="15143" y="6031"/>
                </a:lnTo>
                <a:lnTo>
                  <a:pt x="14590" y="5605"/>
                </a:lnTo>
                <a:lnTo>
                  <a:pt x="13682" y="4905"/>
                </a:lnTo>
                <a:lnTo>
                  <a:pt x="15408" y="4905"/>
                </a:lnTo>
                <a:lnTo>
                  <a:pt x="15647" y="4267"/>
                </a:lnTo>
                <a:lnTo>
                  <a:pt x="16200" y="2793"/>
                </a:lnTo>
                <a:lnTo>
                  <a:pt x="16754" y="4267"/>
                </a:lnTo>
                <a:lnTo>
                  <a:pt x="16992" y="4905"/>
                </a:lnTo>
                <a:lnTo>
                  <a:pt x="18718" y="4905"/>
                </a:lnTo>
                <a:lnTo>
                  <a:pt x="17810" y="5605"/>
                </a:lnTo>
                <a:lnTo>
                  <a:pt x="17257" y="6031"/>
                </a:lnTo>
                <a:lnTo>
                  <a:pt x="17478" y="6693"/>
                </a:lnTo>
                <a:lnTo>
                  <a:pt x="17975" y="8184"/>
                </a:lnTo>
                <a:cubicBezTo>
                  <a:pt x="17975" y="8184"/>
                  <a:pt x="16781" y="7308"/>
                  <a:pt x="16781" y="7308"/>
                </a:cubicBezTo>
                <a:close/>
                <a:moveTo>
                  <a:pt x="21600" y="3922"/>
                </a:moveTo>
                <a:lnTo>
                  <a:pt x="17673" y="3922"/>
                </a:lnTo>
                <a:lnTo>
                  <a:pt x="16200" y="0"/>
                </a:lnTo>
                <a:lnTo>
                  <a:pt x="14727" y="3922"/>
                </a:lnTo>
                <a:lnTo>
                  <a:pt x="10800" y="3922"/>
                </a:lnTo>
                <a:lnTo>
                  <a:pt x="13991" y="6382"/>
                </a:lnTo>
                <a:lnTo>
                  <a:pt x="12518" y="10800"/>
                </a:lnTo>
                <a:lnTo>
                  <a:pt x="16200" y="8100"/>
                </a:lnTo>
                <a:lnTo>
                  <a:pt x="19882" y="10800"/>
                </a:lnTo>
                <a:lnTo>
                  <a:pt x="18409" y="6382"/>
                </a:lnTo>
                <a:cubicBezTo>
                  <a:pt x="18409" y="6382"/>
                  <a:pt x="21600" y="3922"/>
                  <a:pt x="21600" y="3922"/>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9" name="Shape 2581">
            <a:extLst>
              <a:ext uri="{FF2B5EF4-FFF2-40B4-BE49-F238E27FC236}">
                <a16:creationId xmlns:a16="http://schemas.microsoft.com/office/drawing/2014/main" id="{C5F4DA24-EB3E-CC93-64EB-AD4BA0FACC68}"/>
              </a:ext>
            </a:extLst>
          </p:cNvPr>
          <p:cNvSpPr/>
          <p:nvPr/>
        </p:nvSpPr>
        <p:spPr>
          <a:xfrm>
            <a:off x="4070877" y="40057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133" y="11950"/>
                </a:moveTo>
                <a:lnTo>
                  <a:pt x="12831" y="14044"/>
                </a:lnTo>
                <a:lnTo>
                  <a:pt x="11135" y="12801"/>
                </a:lnTo>
                <a:lnTo>
                  <a:pt x="10555" y="12375"/>
                </a:lnTo>
                <a:lnTo>
                  <a:pt x="9974" y="12801"/>
                </a:lnTo>
                <a:lnTo>
                  <a:pt x="8277" y="14044"/>
                </a:lnTo>
                <a:lnTo>
                  <a:pt x="8976" y="11950"/>
                </a:lnTo>
                <a:lnTo>
                  <a:pt x="9195" y="11291"/>
                </a:lnTo>
                <a:lnTo>
                  <a:pt x="8647" y="10864"/>
                </a:lnTo>
                <a:lnTo>
                  <a:pt x="7280" y="9801"/>
                </a:lnTo>
                <a:lnTo>
                  <a:pt x="9560" y="9801"/>
                </a:lnTo>
                <a:lnTo>
                  <a:pt x="9799" y="9167"/>
                </a:lnTo>
                <a:lnTo>
                  <a:pt x="10555" y="7167"/>
                </a:lnTo>
                <a:lnTo>
                  <a:pt x="11310" y="9167"/>
                </a:lnTo>
                <a:lnTo>
                  <a:pt x="11549" y="9801"/>
                </a:lnTo>
                <a:lnTo>
                  <a:pt x="13829" y="9801"/>
                </a:lnTo>
                <a:lnTo>
                  <a:pt x="12462" y="10864"/>
                </a:lnTo>
                <a:lnTo>
                  <a:pt x="11914" y="11291"/>
                </a:lnTo>
                <a:cubicBezTo>
                  <a:pt x="11914" y="11291"/>
                  <a:pt x="12133" y="11950"/>
                  <a:pt x="12133" y="11950"/>
                </a:cubicBezTo>
                <a:close/>
                <a:moveTo>
                  <a:pt x="12228" y="8820"/>
                </a:moveTo>
                <a:lnTo>
                  <a:pt x="10555" y="4388"/>
                </a:lnTo>
                <a:lnTo>
                  <a:pt x="8881" y="8820"/>
                </a:lnTo>
                <a:lnTo>
                  <a:pt x="4418" y="8820"/>
                </a:lnTo>
                <a:lnTo>
                  <a:pt x="8044" y="11639"/>
                </a:lnTo>
                <a:lnTo>
                  <a:pt x="6371" y="16660"/>
                </a:lnTo>
                <a:lnTo>
                  <a:pt x="10555" y="13592"/>
                </a:lnTo>
                <a:lnTo>
                  <a:pt x="14738" y="16660"/>
                </a:lnTo>
                <a:lnTo>
                  <a:pt x="13065" y="11639"/>
                </a:lnTo>
                <a:lnTo>
                  <a:pt x="16691" y="8820"/>
                </a:lnTo>
                <a:cubicBezTo>
                  <a:pt x="16691" y="8820"/>
                  <a:pt x="12228" y="8820"/>
                  <a:pt x="12228" y="8820"/>
                </a:cubicBezTo>
                <a:close/>
                <a:moveTo>
                  <a:pt x="10800" y="20618"/>
                </a:moveTo>
                <a:cubicBezTo>
                  <a:pt x="5378" y="20618"/>
                  <a:pt x="982" y="16223"/>
                  <a:pt x="982" y="10800"/>
                </a:cubicBezTo>
                <a:cubicBezTo>
                  <a:pt x="982" y="5377"/>
                  <a:pt x="5378" y="982"/>
                  <a:pt x="10800" y="982"/>
                </a:cubicBezTo>
                <a:cubicBezTo>
                  <a:pt x="16223" y="982"/>
                  <a:pt x="20618" y="5377"/>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0" name="Shape 2582">
            <a:extLst>
              <a:ext uri="{FF2B5EF4-FFF2-40B4-BE49-F238E27FC236}">
                <a16:creationId xmlns:a16="http://schemas.microsoft.com/office/drawing/2014/main" id="{7C6C5C9C-4FEF-D47C-6B43-5B824962969D}"/>
              </a:ext>
            </a:extLst>
          </p:cNvPr>
          <p:cNvSpPr/>
          <p:nvPr/>
        </p:nvSpPr>
        <p:spPr>
          <a:xfrm>
            <a:off x="4604138" y="40057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164" y="4419"/>
                </a:moveTo>
                <a:lnTo>
                  <a:pt x="9327" y="4419"/>
                </a:lnTo>
                <a:cubicBezTo>
                  <a:pt x="9056" y="4419"/>
                  <a:pt x="8836" y="4638"/>
                  <a:pt x="8836" y="4909"/>
                </a:cubicBezTo>
                <a:cubicBezTo>
                  <a:pt x="8836" y="5181"/>
                  <a:pt x="9056" y="5400"/>
                  <a:pt x="9327" y="5400"/>
                </a:cubicBezTo>
                <a:lnTo>
                  <a:pt x="18164" y="5400"/>
                </a:lnTo>
                <a:cubicBezTo>
                  <a:pt x="18435" y="5400"/>
                  <a:pt x="18655" y="5181"/>
                  <a:pt x="18655" y="4909"/>
                </a:cubicBezTo>
                <a:cubicBezTo>
                  <a:pt x="18655" y="4638"/>
                  <a:pt x="18435" y="4419"/>
                  <a:pt x="18164" y="4419"/>
                </a:cubicBezTo>
                <a:moveTo>
                  <a:pt x="20618" y="19636"/>
                </a:moveTo>
                <a:cubicBezTo>
                  <a:pt x="20618" y="20179"/>
                  <a:pt x="20178" y="20618"/>
                  <a:pt x="19636" y="20618"/>
                </a:cubicBezTo>
                <a:lnTo>
                  <a:pt x="1964" y="20618"/>
                </a:lnTo>
                <a:cubicBezTo>
                  <a:pt x="1421" y="20618"/>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8164" y="10310"/>
                </a:moveTo>
                <a:lnTo>
                  <a:pt x="9327" y="10310"/>
                </a:lnTo>
                <a:cubicBezTo>
                  <a:pt x="9056" y="10310"/>
                  <a:pt x="8836" y="10529"/>
                  <a:pt x="8836" y="10800"/>
                </a:cubicBezTo>
                <a:cubicBezTo>
                  <a:pt x="8836" y="11072"/>
                  <a:pt x="9056" y="11291"/>
                  <a:pt x="9327" y="11291"/>
                </a:cubicBezTo>
                <a:lnTo>
                  <a:pt x="18164" y="11291"/>
                </a:lnTo>
                <a:cubicBezTo>
                  <a:pt x="18435" y="11291"/>
                  <a:pt x="18655" y="11072"/>
                  <a:pt x="18655" y="10800"/>
                </a:cubicBezTo>
                <a:cubicBezTo>
                  <a:pt x="18655" y="10529"/>
                  <a:pt x="18435" y="10310"/>
                  <a:pt x="18164" y="10310"/>
                </a:cubicBezTo>
                <a:moveTo>
                  <a:pt x="5445" y="16155"/>
                </a:moveTo>
                <a:lnTo>
                  <a:pt x="4909" y="14728"/>
                </a:lnTo>
                <a:lnTo>
                  <a:pt x="4374" y="16155"/>
                </a:lnTo>
                <a:lnTo>
                  <a:pt x="2945" y="16155"/>
                </a:lnTo>
                <a:lnTo>
                  <a:pt x="4106" y="17048"/>
                </a:lnTo>
                <a:lnTo>
                  <a:pt x="3571" y="18655"/>
                </a:lnTo>
                <a:lnTo>
                  <a:pt x="4909" y="17673"/>
                </a:lnTo>
                <a:lnTo>
                  <a:pt x="6248" y="18655"/>
                </a:lnTo>
                <a:lnTo>
                  <a:pt x="5713" y="17048"/>
                </a:lnTo>
                <a:lnTo>
                  <a:pt x="6873" y="16155"/>
                </a:lnTo>
                <a:cubicBezTo>
                  <a:pt x="6873" y="16155"/>
                  <a:pt x="5445" y="16155"/>
                  <a:pt x="5445" y="16155"/>
                </a:cubicBezTo>
                <a:close/>
                <a:moveTo>
                  <a:pt x="4909" y="8836"/>
                </a:moveTo>
                <a:lnTo>
                  <a:pt x="4374" y="10265"/>
                </a:lnTo>
                <a:lnTo>
                  <a:pt x="2945" y="10265"/>
                </a:lnTo>
                <a:lnTo>
                  <a:pt x="4106" y="11157"/>
                </a:lnTo>
                <a:lnTo>
                  <a:pt x="3571" y="12764"/>
                </a:lnTo>
                <a:lnTo>
                  <a:pt x="4909" y="11782"/>
                </a:lnTo>
                <a:lnTo>
                  <a:pt x="6248" y="12764"/>
                </a:lnTo>
                <a:lnTo>
                  <a:pt x="5713" y="11157"/>
                </a:lnTo>
                <a:lnTo>
                  <a:pt x="6873" y="10265"/>
                </a:lnTo>
                <a:lnTo>
                  <a:pt x="5445" y="10265"/>
                </a:lnTo>
                <a:cubicBezTo>
                  <a:pt x="5445" y="10265"/>
                  <a:pt x="4909" y="8836"/>
                  <a:pt x="4909" y="8836"/>
                </a:cubicBezTo>
                <a:close/>
                <a:moveTo>
                  <a:pt x="4909" y="2945"/>
                </a:moveTo>
                <a:lnTo>
                  <a:pt x="4374" y="4374"/>
                </a:lnTo>
                <a:lnTo>
                  <a:pt x="2945" y="4374"/>
                </a:lnTo>
                <a:lnTo>
                  <a:pt x="4106" y="5266"/>
                </a:lnTo>
                <a:lnTo>
                  <a:pt x="3571" y="6873"/>
                </a:lnTo>
                <a:lnTo>
                  <a:pt x="4909" y="5891"/>
                </a:lnTo>
                <a:lnTo>
                  <a:pt x="6248" y="6873"/>
                </a:lnTo>
                <a:lnTo>
                  <a:pt x="5713" y="5266"/>
                </a:lnTo>
                <a:lnTo>
                  <a:pt x="6873" y="4374"/>
                </a:lnTo>
                <a:lnTo>
                  <a:pt x="5445" y="4374"/>
                </a:lnTo>
                <a:cubicBezTo>
                  <a:pt x="5445" y="4374"/>
                  <a:pt x="4909" y="2945"/>
                  <a:pt x="4909" y="2945"/>
                </a:cubicBezTo>
                <a:close/>
                <a:moveTo>
                  <a:pt x="18164" y="16200"/>
                </a:moveTo>
                <a:lnTo>
                  <a:pt x="9327" y="16200"/>
                </a:lnTo>
                <a:cubicBezTo>
                  <a:pt x="9056" y="16200"/>
                  <a:pt x="8836" y="16420"/>
                  <a:pt x="8836" y="16691"/>
                </a:cubicBezTo>
                <a:cubicBezTo>
                  <a:pt x="8836" y="16962"/>
                  <a:pt x="9056" y="17182"/>
                  <a:pt x="9327" y="17182"/>
                </a:cubicBezTo>
                <a:lnTo>
                  <a:pt x="18164" y="17182"/>
                </a:lnTo>
                <a:cubicBezTo>
                  <a:pt x="18435" y="17182"/>
                  <a:pt x="18655" y="16962"/>
                  <a:pt x="18655" y="16691"/>
                </a:cubicBezTo>
                <a:cubicBezTo>
                  <a:pt x="18655" y="16420"/>
                  <a:pt x="18435" y="16200"/>
                  <a:pt x="18164" y="16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1" name="Shape 2583">
            <a:extLst>
              <a:ext uri="{FF2B5EF4-FFF2-40B4-BE49-F238E27FC236}">
                <a16:creationId xmlns:a16="http://schemas.microsoft.com/office/drawing/2014/main" id="{27D307CE-83C1-CDC0-3D0B-41B1EE5E4B89}"/>
              </a:ext>
            </a:extLst>
          </p:cNvPr>
          <p:cNvSpPr/>
          <p:nvPr/>
        </p:nvSpPr>
        <p:spPr>
          <a:xfrm>
            <a:off x="5137399" y="40057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291" y="17673"/>
                </a:moveTo>
                <a:cubicBezTo>
                  <a:pt x="11427" y="17673"/>
                  <a:pt x="11549" y="17618"/>
                  <a:pt x="11638" y="17529"/>
                </a:cubicBezTo>
                <a:lnTo>
                  <a:pt x="14583" y="14583"/>
                </a:lnTo>
                <a:cubicBezTo>
                  <a:pt x="14673" y="14495"/>
                  <a:pt x="14727" y="14372"/>
                  <a:pt x="14727" y="14236"/>
                </a:cubicBezTo>
                <a:cubicBezTo>
                  <a:pt x="14727" y="13966"/>
                  <a:pt x="14508" y="13745"/>
                  <a:pt x="14236" y="13745"/>
                </a:cubicBezTo>
                <a:cubicBezTo>
                  <a:pt x="14101" y="13745"/>
                  <a:pt x="13978" y="13801"/>
                  <a:pt x="13889" y="13890"/>
                </a:cubicBezTo>
                <a:lnTo>
                  <a:pt x="10944" y="16835"/>
                </a:lnTo>
                <a:cubicBezTo>
                  <a:pt x="10855" y="16924"/>
                  <a:pt x="10800" y="17047"/>
                  <a:pt x="10800" y="17183"/>
                </a:cubicBezTo>
                <a:cubicBezTo>
                  <a:pt x="10800" y="17453"/>
                  <a:pt x="11020" y="17673"/>
                  <a:pt x="11291" y="17673"/>
                </a:cubicBezTo>
                <a:moveTo>
                  <a:pt x="8980" y="14871"/>
                </a:moveTo>
                <a:cubicBezTo>
                  <a:pt x="8891" y="14961"/>
                  <a:pt x="8836" y="15083"/>
                  <a:pt x="8836" y="15218"/>
                </a:cubicBezTo>
                <a:cubicBezTo>
                  <a:pt x="8836" y="15490"/>
                  <a:pt x="9056" y="15709"/>
                  <a:pt x="9327" y="15709"/>
                </a:cubicBezTo>
                <a:cubicBezTo>
                  <a:pt x="9463" y="15709"/>
                  <a:pt x="9586" y="15655"/>
                  <a:pt x="9674" y="15565"/>
                </a:cubicBezTo>
                <a:lnTo>
                  <a:pt x="10656" y="14583"/>
                </a:lnTo>
                <a:cubicBezTo>
                  <a:pt x="10745" y="14495"/>
                  <a:pt x="10800" y="14372"/>
                  <a:pt x="10800" y="14236"/>
                </a:cubicBezTo>
                <a:cubicBezTo>
                  <a:pt x="10800" y="13966"/>
                  <a:pt x="10580" y="13745"/>
                  <a:pt x="10309" y="13745"/>
                </a:cubicBezTo>
                <a:cubicBezTo>
                  <a:pt x="10174" y="13745"/>
                  <a:pt x="10051" y="13801"/>
                  <a:pt x="9962" y="13890"/>
                </a:cubicBezTo>
                <a:cubicBezTo>
                  <a:pt x="9962" y="13890"/>
                  <a:pt x="8980" y="14871"/>
                  <a:pt x="8980" y="14871"/>
                </a:cubicBezTo>
                <a:close/>
                <a:moveTo>
                  <a:pt x="11291" y="20415"/>
                </a:moveTo>
                <a:lnTo>
                  <a:pt x="982" y="10106"/>
                </a:lnTo>
                <a:lnTo>
                  <a:pt x="982" y="1473"/>
                </a:lnTo>
                <a:cubicBezTo>
                  <a:pt x="982" y="1202"/>
                  <a:pt x="1201" y="982"/>
                  <a:pt x="1473" y="982"/>
                </a:cubicBezTo>
                <a:lnTo>
                  <a:pt x="10106" y="982"/>
                </a:lnTo>
                <a:lnTo>
                  <a:pt x="20415" y="11291"/>
                </a:lnTo>
                <a:cubicBezTo>
                  <a:pt x="20415" y="11291"/>
                  <a:pt x="11291" y="20415"/>
                  <a:pt x="11291" y="20415"/>
                </a:cubicBezTo>
                <a:close/>
                <a:moveTo>
                  <a:pt x="21456" y="10944"/>
                </a:moveTo>
                <a:lnTo>
                  <a:pt x="10656" y="144"/>
                </a:lnTo>
                <a:cubicBezTo>
                  <a:pt x="10567" y="55"/>
                  <a:pt x="10445" y="0"/>
                  <a:pt x="10309" y="0"/>
                </a:cubicBezTo>
                <a:lnTo>
                  <a:pt x="1473" y="0"/>
                </a:lnTo>
                <a:cubicBezTo>
                  <a:pt x="660" y="0"/>
                  <a:pt x="0" y="660"/>
                  <a:pt x="0" y="1473"/>
                </a:cubicBezTo>
                <a:lnTo>
                  <a:pt x="0" y="10310"/>
                </a:lnTo>
                <a:cubicBezTo>
                  <a:pt x="0" y="10445"/>
                  <a:pt x="55" y="10567"/>
                  <a:pt x="144" y="10656"/>
                </a:cubicBezTo>
                <a:lnTo>
                  <a:pt x="10944" y="21456"/>
                </a:lnTo>
                <a:cubicBezTo>
                  <a:pt x="11033" y="21546"/>
                  <a:pt x="11155" y="21600"/>
                  <a:pt x="11291" y="21600"/>
                </a:cubicBezTo>
                <a:cubicBezTo>
                  <a:pt x="11427" y="21600"/>
                  <a:pt x="11549" y="21546"/>
                  <a:pt x="11638" y="21456"/>
                </a:cubicBezTo>
                <a:lnTo>
                  <a:pt x="21456" y="11638"/>
                </a:lnTo>
                <a:cubicBezTo>
                  <a:pt x="21545" y="11549"/>
                  <a:pt x="21600" y="11427"/>
                  <a:pt x="21600" y="11291"/>
                </a:cubicBezTo>
                <a:cubicBezTo>
                  <a:pt x="21600" y="11156"/>
                  <a:pt x="21545" y="11033"/>
                  <a:pt x="21456" y="10944"/>
                </a:cubicBezTo>
                <a:moveTo>
                  <a:pt x="11782" y="13255"/>
                </a:moveTo>
                <a:cubicBezTo>
                  <a:pt x="11917" y="13255"/>
                  <a:pt x="12040" y="13200"/>
                  <a:pt x="12129" y="13111"/>
                </a:cubicBezTo>
                <a:lnTo>
                  <a:pt x="14093" y="11147"/>
                </a:lnTo>
                <a:cubicBezTo>
                  <a:pt x="14182" y="11058"/>
                  <a:pt x="14236" y="10936"/>
                  <a:pt x="14236" y="10800"/>
                </a:cubicBezTo>
                <a:cubicBezTo>
                  <a:pt x="14236" y="10529"/>
                  <a:pt x="14017" y="10310"/>
                  <a:pt x="13745" y="10310"/>
                </a:cubicBezTo>
                <a:cubicBezTo>
                  <a:pt x="13610" y="10310"/>
                  <a:pt x="13487" y="10364"/>
                  <a:pt x="13398" y="10453"/>
                </a:cubicBezTo>
                <a:lnTo>
                  <a:pt x="11435" y="12417"/>
                </a:lnTo>
                <a:cubicBezTo>
                  <a:pt x="11346" y="12506"/>
                  <a:pt x="11291" y="12629"/>
                  <a:pt x="11291" y="12764"/>
                </a:cubicBezTo>
                <a:cubicBezTo>
                  <a:pt x="11291" y="13035"/>
                  <a:pt x="11510" y="13255"/>
                  <a:pt x="11782" y="13255"/>
                </a:cubicBezTo>
                <a:moveTo>
                  <a:pt x="4418" y="4909"/>
                </a:moveTo>
                <a:cubicBezTo>
                  <a:pt x="4147" y="4909"/>
                  <a:pt x="3927" y="4690"/>
                  <a:pt x="3927" y="4418"/>
                </a:cubicBezTo>
                <a:cubicBezTo>
                  <a:pt x="3927" y="4147"/>
                  <a:pt x="4147" y="3927"/>
                  <a:pt x="4418" y="3927"/>
                </a:cubicBezTo>
                <a:cubicBezTo>
                  <a:pt x="4690" y="3927"/>
                  <a:pt x="4909" y="4147"/>
                  <a:pt x="4909" y="4418"/>
                </a:cubicBezTo>
                <a:cubicBezTo>
                  <a:pt x="4909" y="4690"/>
                  <a:pt x="4690" y="4909"/>
                  <a:pt x="4418" y="4909"/>
                </a:cubicBezTo>
                <a:moveTo>
                  <a:pt x="4418" y="2945"/>
                </a:moveTo>
                <a:cubicBezTo>
                  <a:pt x="3605" y="2945"/>
                  <a:pt x="2945" y="3605"/>
                  <a:pt x="2945" y="4418"/>
                </a:cubicBezTo>
                <a:cubicBezTo>
                  <a:pt x="2945" y="5232"/>
                  <a:pt x="3605" y="5891"/>
                  <a:pt x="4418" y="5891"/>
                </a:cubicBezTo>
                <a:cubicBezTo>
                  <a:pt x="5231" y="5891"/>
                  <a:pt x="5891" y="5232"/>
                  <a:pt x="5891" y="4418"/>
                </a:cubicBezTo>
                <a:cubicBezTo>
                  <a:pt x="5891" y="3605"/>
                  <a:pt x="5231" y="2945"/>
                  <a:pt x="4418" y="29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2" name="Shape 2584">
            <a:extLst>
              <a:ext uri="{FF2B5EF4-FFF2-40B4-BE49-F238E27FC236}">
                <a16:creationId xmlns:a16="http://schemas.microsoft.com/office/drawing/2014/main" id="{9A4797CD-0D26-EB54-3EF4-2F8581AF7E60}"/>
              </a:ext>
            </a:extLst>
          </p:cNvPr>
          <p:cNvSpPr/>
          <p:nvPr/>
        </p:nvSpPr>
        <p:spPr>
          <a:xfrm>
            <a:off x="5670660" y="4005799"/>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309" y="17673"/>
                </a:moveTo>
                <a:cubicBezTo>
                  <a:pt x="10445" y="17673"/>
                  <a:pt x="10567" y="17618"/>
                  <a:pt x="10656" y="17529"/>
                </a:cubicBezTo>
                <a:lnTo>
                  <a:pt x="12620" y="15565"/>
                </a:lnTo>
                <a:cubicBezTo>
                  <a:pt x="12709" y="15477"/>
                  <a:pt x="12764" y="15354"/>
                  <a:pt x="12764" y="15218"/>
                </a:cubicBezTo>
                <a:cubicBezTo>
                  <a:pt x="12764" y="14947"/>
                  <a:pt x="12544" y="14728"/>
                  <a:pt x="12273" y="14728"/>
                </a:cubicBezTo>
                <a:cubicBezTo>
                  <a:pt x="12137" y="14728"/>
                  <a:pt x="12014" y="14782"/>
                  <a:pt x="11926" y="14871"/>
                </a:cubicBezTo>
                <a:lnTo>
                  <a:pt x="9962" y="16835"/>
                </a:lnTo>
                <a:cubicBezTo>
                  <a:pt x="9873" y="16924"/>
                  <a:pt x="9818" y="17046"/>
                  <a:pt x="9818" y="17183"/>
                </a:cubicBezTo>
                <a:cubicBezTo>
                  <a:pt x="9818" y="17453"/>
                  <a:pt x="10038" y="17673"/>
                  <a:pt x="10309" y="17673"/>
                </a:cubicBezTo>
                <a:moveTo>
                  <a:pt x="10309" y="20415"/>
                </a:moveTo>
                <a:lnTo>
                  <a:pt x="982" y="11088"/>
                </a:lnTo>
                <a:lnTo>
                  <a:pt x="982" y="4418"/>
                </a:lnTo>
                <a:cubicBezTo>
                  <a:pt x="982" y="4147"/>
                  <a:pt x="1201" y="3927"/>
                  <a:pt x="1473" y="3927"/>
                </a:cubicBezTo>
                <a:lnTo>
                  <a:pt x="8142" y="3927"/>
                </a:lnTo>
                <a:lnTo>
                  <a:pt x="17469" y="13255"/>
                </a:lnTo>
                <a:cubicBezTo>
                  <a:pt x="17469" y="13255"/>
                  <a:pt x="10309" y="20415"/>
                  <a:pt x="10309" y="20415"/>
                </a:cubicBezTo>
                <a:close/>
                <a:moveTo>
                  <a:pt x="8693" y="3090"/>
                </a:moveTo>
                <a:cubicBezTo>
                  <a:pt x="8604" y="3001"/>
                  <a:pt x="8481" y="2945"/>
                  <a:pt x="8345" y="2945"/>
                </a:cubicBezTo>
                <a:lnTo>
                  <a:pt x="1473" y="2945"/>
                </a:lnTo>
                <a:cubicBezTo>
                  <a:pt x="660" y="2945"/>
                  <a:pt x="0" y="3605"/>
                  <a:pt x="0" y="4418"/>
                </a:cubicBezTo>
                <a:lnTo>
                  <a:pt x="0" y="11291"/>
                </a:lnTo>
                <a:cubicBezTo>
                  <a:pt x="0" y="11427"/>
                  <a:pt x="55" y="11549"/>
                  <a:pt x="144" y="11638"/>
                </a:cubicBezTo>
                <a:lnTo>
                  <a:pt x="9962" y="21456"/>
                </a:lnTo>
                <a:cubicBezTo>
                  <a:pt x="10051" y="21546"/>
                  <a:pt x="10174" y="21600"/>
                  <a:pt x="10309" y="21600"/>
                </a:cubicBezTo>
                <a:cubicBezTo>
                  <a:pt x="10445" y="21600"/>
                  <a:pt x="10567" y="21546"/>
                  <a:pt x="10656" y="21456"/>
                </a:cubicBezTo>
                <a:lnTo>
                  <a:pt x="18511" y="13602"/>
                </a:lnTo>
                <a:cubicBezTo>
                  <a:pt x="18600" y="13513"/>
                  <a:pt x="18655" y="13390"/>
                  <a:pt x="18655" y="13255"/>
                </a:cubicBezTo>
                <a:cubicBezTo>
                  <a:pt x="18655" y="13119"/>
                  <a:pt x="18599" y="12997"/>
                  <a:pt x="18511" y="12908"/>
                </a:cubicBezTo>
                <a:cubicBezTo>
                  <a:pt x="18511" y="12908"/>
                  <a:pt x="8693" y="3090"/>
                  <a:pt x="8693" y="3090"/>
                </a:cubicBezTo>
                <a:close/>
                <a:moveTo>
                  <a:pt x="7855" y="15218"/>
                </a:moveTo>
                <a:cubicBezTo>
                  <a:pt x="7855" y="15490"/>
                  <a:pt x="8074" y="15709"/>
                  <a:pt x="8345" y="15709"/>
                </a:cubicBezTo>
                <a:cubicBezTo>
                  <a:pt x="8481" y="15709"/>
                  <a:pt x="8604" y="15655"/>
                  <a:pt x="8693" y="15565"/>
                </a:cubicBezTo>
                <a:lnTo>
                  <a:pt x="9183" y="15074"/>
                </a:lnTo>
                <a:cubicBezTo>
                  <a:pt x="9273" y="14986"/>
                  <a:pt x="9327" y="14863"/>
                  <a:pt x="9327" y="14728"/>
                </a:cubicBezTo>
                <a:cubicBezTo>
                  <a:pt x="9327" y="14456"/>
                  <a:pt x="9108" y="14236"/>
                  <a:pt x="8836" y="14236"/>
                </a:cubicBezTo>
                <a:cubicBezTo>
                  <a:pt x="8701" y="14236"/>
                  <a:pt x="8578" y="14291"/>
                  <a:pt x="8489" y="14381"/>
                </a:cubicBezTo>
                <a:lnTo>
                  <a:pt x="7998" y="14871"/>
                </a:lnTo>
                <a:cubicBezTo>
                  <a:pt x="7910" y="14961"/>
                  <a:pt x="7855" y="15083"/>
                  <a:pt x="7855" y="15218"/>
                </a:cubicBezTo>
                <a:moveTo>
                  <a:pt x="21456" y="9962"/>
                </a:moveTo>
                <a:lnTo>
                  <a:pt x="11638" y="144"/>
                </a:lnTo>
                <a:cubicBezTo>
                  <a:pt x="11549" y="55"/>
                  <a:pt x="11427" y="0"/>
                  <a:pt x="11291" y="0"/>
                </a:cubicBezTo>
                <a:lnTo>
                  <a:pt x="4418" y="0"/>
                </a:lnTo>
                <a:cubicBezTo>
                  <a:pt x="3605" y="0"/>
                  <a:pt x="2945" y="660"/>
                  <a:pt x="2945" y="1473"/>
                </a:cubicBezTo>
                <a:cubicBezTo>
                  <a:pt x="2945" y="1744"/>
                  <a:pt x="3165" y="1964"/>
                  <a:pt x="3436" y="1964"/>
                </a:cubicBezTo>
                <a:cubicBezTo>
                  <a:pt x="3708" y="1964"/>
                  <a:pt x="3927" y="1744"/>
                  <a:pt x="3927" y="1473"/>
                </a:cubicBezTo>
                <a:cubicBezTo>
                  <a:pt x="3927" y="1202"/>
                  <a:pt x="4147" y="982"/>
                  <a:pt x="4418" y="982"/>
                </a:cubicBezTo>
                <a:lnTo>
                  <a:pt x="11088" y="982"/>
                </a:lnTo>
                <a:lnTo>
                  <a:pt x="20415" y="10310"/>
                </a:lnTo>
                <a:lnTo>
                  <a:pt x="19289" y="11435"/>
                </a:lnTo>
                <a:cubicBezTo>
                  <a:pt x="19201" y="11524"/>
                  <a:pt x="19145" y="11646"/>
                  <a:pt x="19145" y="11782"/>
                </a:cubicBezTo>
                <a:cubicBezTo>
                  <a:pt x="19145" y="12053"/>
                  <a:pt x="19366" y="12273"/>
                  <a:pt x="19636" y="12273"/>
                </a:cubicBezTo>
                <a:cubicBezTo>
                  <a:pt x="19772" y="12273"/>
                  <a:pt x="19895" y="12218"/>
                  <a:pt x="19983" y="12129"/>
                </a:cubicBezTo>
                <a:lnTo>
                  <a:pt x="21456" y="10656"/>
                </a:lnTo>
                <a:cubicBezTo>
                  <a:pt x="21545" y="10567"/>
                  <a:pt x="21600" y="10445"/>
                  <a:pt x="21600" y="10310"/>
                </a:cubicBezTo>
                <a:cubicBezTo>
                  <a:pt x="21600" y="10174"/>
                  <a:pt x="21545" y="10051"/>
                  <a:pt x="21456" y="9962"/>
                </a:cubicBezTo>
                <a:moveTo>
                  <a:pt x="10309" y="13745"/>
                </a:moveTo>
                <a:cubicBezTo>
                  <a:pt x="10445" y="13745"/>
                  <a:pt x="10567" y="13691"/>
                  <a:pt x="10656" y="13602"/>
                </a:cubicBezTo>
                <a:lnTo>
                  <a:pt x="11638" y="12620"/>
                </a:lnTo>
                <a:cubicBezTo>
                  <a:pt x="11727" y="12531"/>
                  <a:pt x="11782" y="12408"/>
                  <a:pt x="11782" y="12273"/>
                </a:cubicBezTo>
                <a:cubicBezTo>
                  <a:pt x="11782" y="12002"/>
                  <a:pt x="11562" y="11782"/>
                  <a:pt x="11291" y="11782"/>
                </a:cubicBezTo>
                <a:cubicBezTo>
                  <a:pt x="11156" y="11782"/>
                  <a:pt x="11033" y="11837"/>
                  <a:pt x="10944" y="11926"/>
                </a:cubicBezTo>
                <a:lnTo>
                  <a:pt x="9962" y="12908"/>
                </a:lnTo>
                <a:cubicBezTo>
                  <a:pt x="9873" y="12997"/>
                  <a:pt x="9818" y="13119"/>
                  <a:pt x="9818" y="13255"/>
                </a:cubicBezTo>
                <a:cubicBezTo>
                  <a:pt x="9818" y="13526"/>
                  <a:pt x="10038" y="13745"/>
                  <a:pt x="10309" y="13745"/>
                </a:cubicBezTo>
                <a:moveTo>
                  <a:pt x="4418" y="7855"/>
                </a:moveTo>
                <a:cubicBezTo>
                  <a:pt x="4147" y="7855"/>
                  <a:pt x="3927" y="7635"/>
                  <a:pt x="3927" y="7364"/>
                </a:cubicBezTo>
                <a:cubicBezTo>
                  <a:pt x="3927" y="7093"/>
                  <a:pt x="4147" y="6873"/>
                  <a:pt x="4418" y="6873"/>
                </a:cubicBezTo>
                <a:cubicBezTo>
                  <a:pt x="4690" y="6873"/>
                  <a:pt x="4909" y="7093"/>
                  <a:pt x="4909" y="7364"/>
                </a:cubicBezTo>
                <a:cubicBezTo>
                  <a:pt x="4909" y="7635"/>
                  <a:pt x="4690" y="7855"/>
                  <a:pt x="4418" y="7855"/>
                </a:cubicBezTo>
                <a:moveTo>
                  <a:pt x="4418" y="5891"/>
                </a:moveTo>
                <a:cubicBezTo>
                  <a:pt x="3605" y="5891"/>
                  <a:pt x="2945" y="6551"/>
                  <a:pt x="2945" y="7364"/>
                </a:cubicBezTo>
                <a:cubicBezTo>
                  <a:pt x="2945" y="8177"/>
                  <a:pt x="3605" y="8837"/>
                  <a:pt x="4418" y="8837"/>
                </a:cubicBezTo>
                <a:cubicBezTo>
                  <a:pt x="5232" y="8837"/>
                  <a:pt x="5891" y="8177"/>
                  <a:pt x="5891" y="7364"/>
                </a:cubicBezTo>
                <a:cubicBezTo>
                  <a:pt x="5891" y="6551"/>
                  <a:pt x="5232" y="5891"/>
                  <a:pt x="4418" y="58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3" name="Shape 2585">
            <a:extLst>
              <a:ext uri="{FF2B5EF4-FFF2-40B4-BE49-F238E27FC236}">
                <a16:creationId xmlns:a16="http://schemas.microsoft.com/office/drawing/2014/main" id="{6C9DE9D6-DA39-6927-6743-DAB5CDDBC4F8}"/>
              </a:ext>
            </a:extLst>
          </p:cNvPr>
          <p:cNvSpPr/>
          <p:nvPr/>
        </p:nvSpPr>
        <p:spPr>
          <a:xfrm>
            <a:off x="6267405" y="1339503"/>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9000" y="14727"/>
                </a:moveTo>
                <a:lnTo>
                  <a:pt x="5400" y="14727"/>
                </a:lnTo>
                <a:cubicBezTo>
                  <a:pt x="5069" y="14727"/>
                  <a:pt x="4800" y="14947"/>
                  <a:pt x="4800" y="15218"/>
                </a:cubicBezTo>
                <a:cubicBezTo>
                  <a:pt x="4800" y="15490"/>
                  <a:pt x="5069" y="15709"/>
                  <a:pt x="5400" y="15709"/>
                </a:cubicBezTo>
                <a:lnTo>
                  <a:pt x="9000" y="15709"/>
                </a:lnTo>
                <a:cubicBezTo>
                  <a:pt x="9331" y="15709"/>
                  <a:pt x="9600" y="15490"/>
                  <a:pt x="9600" y="15218"/>
                </a:cubicBezTo>
                <a:cubicBezTo>
                  <a:pt x="9600" y="14947"/>
                  <a:pt x="9331" y="14727"/>
                  <a:pt x="9000" y="14727"/>
                </a:cubicBezTo>
                <a:moveTo>
                  <a:pt x="20400" y="2579"/>
                </a:moveTo>
                <a:cubicBezTo>
                  <a:pt x="18840" y="3757"/>
                  <a:pt x="15638" y="4614"/>
                  <a:pt x="12466" y="4845"/>
                </a:cubicBezTo>
                <a:cubicBezTo>
                  <a:pt x="12197" y="4307"/>
                  <a:pt x="11554" y="3927"/>
                  <a:pt x="10800" y="3927"/>
                </a:cubicBezTo>
                <a:cubicBezTo>
                  <a:pt x="10046" y="3927"/>
                  <a:pt x="9403" y="4307"/>
                  <a:pt x="9135" y="4845"/>
                </a:cubicBezTo>
                <a:cubicBezTo>
                  <a:pt x="5962" y="4614"/>
                  <a:pt x="2760" y="3757"/>
                  <a:pt x="1200" y="2579"/>
                </a:cubicBezTo>
                <a:lnTo>
                  <a:pt x="1200" y="1964"/>
                </a:lnTo>
                <a:cubicBezTo>
                  <a:pt x="1200" y="1422"/>
                  <a:pt x="1738" y="982"/>
                  <a:pt x="2400" y="982"/>
                </a:cubicBezTo>
                <a:lnTo>
                  <a:pt x="19200" y="982"/>
                </a:lnTo>
                <a:cubicBezTo>
                  <a:pt x="19862" y="982"/>
                  <a:pt x="20400" y="1422"/>
                  <a:pt x="20400" y="1964"/>
                </a:cubicBezTo>
                <a:cubicBezTo>
                  <a:pt x="20400" y="1964"/>
                  <a:pt x="20400" y="2579"/>
                  <a:pt x="20400" y="2579"/>
                </a:cubicBezTo>
                <a:close/>
                <a:moveTo>
                  <a:pt x="10200" y="5400"/>
                </a:moveTo>
                <a:cubicBezTo>
                  <a:pt x="10200" y="5129"/>
                  <a:pt x="10469" y="4909"/>
                  <a:pt x="10800" y="4909"/>
                </a:cubicBezTo>
                <a:cubicBezTo>
                  <a:pt x="11131" y="4909"/>
                  <a:pt x="11400" y="5129"/>
                  <a:pt x="11400" y="5400"/>
                </a:cubicBezTo>
                <a:cubicBezTo>
                  <a:pt x="11400" y="5672"/>
                  <a:pt x="11131" y="5891"/>
                  <a:pt x="10800" y="5891"/>
                </a:cubicBezTo>
                <a:cubicBezTo>
                  <a:pt x="10469" y="5891"/>
                  <a:pt x="10200" y="5672"/>
                  <a:pt x="10200" y="5400"/>
                </a:cubicBezTo>
                <a:moveTo>
                  <a:pt x="20400" y="19636"/>
                </a:moveTo>
                <a:cubicBezTo>
                  <a:pt x="20400" y="20178"/>
                  <a:pt x="19862" y="20619"/>
                  <a:pt x="19200" y="20619"/>
                </a:cubicBezTo>
                <a:lnTo>
                  <a:pt x="2400" y="20619"/>
                </a:lnTo>
                <a:cubicBezTo>
                  <a:pt x="1738" y="20619"/>
                  <a:pt x="1200" y="20178"/>
                  <a:pt x="1200" y="19636"/>
                </a:cubicBezTo>
                <a:lnTo>
                  <a:pt x="1200" y="3859"/>
                </a:lnTo>
                <a:cubicBezTo>
                  <a:pt x="3007" y="4894"/>
                  <a:pt x="6118" y="5617"/>
                  <a:pt x="9086" y="5827"/>
                </a:cubicBezTo>
                <a:cubicBezTo>
                  <a:pt x="9311" y="6431"/>
                  <a:pt x="9988" y="6873"/>
                  <a:pt x="10800" y="6873"/>
                </a:cubicBezTo>
                <a:cubicBezTo>
                  <a:pt x="11611" y="6873"/>
                  <a:pt x="12289" y="6431"/>
                  <a:pt x="12514" y="5827"/>
                </a:cubicBezTo>
                <a:cubicBezTo>
                  <a:pt x="15482" y="5617"/>
                  <a:pt x="18593" y="4894"/>
                  <a:pt x="20400" y="3859"/>
                </a:cubicBezTo>
                <a:cubicBezTo>
                  <a:pt x="20400" y="3859"/>
                  <a:pt x="20400" y="19636"/>
                  <a:pt x="20400" y="19636"/>
                </a:cubicBezTo>
                <a:close/>
                <a:moveTo>
                  <a:pt x="192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1964"/>
                </a:lnTo>
                <a:cubicBezTo>
                  <a:pt x="21600" y="879"/>
                  <a:pt x="20525" y="0"/>
                  <a:pt x="19200" y="0"/>
                </a:cubicBezTo>
                <a:moveTo>
                  <a:pt x="7800" y="16691"/>
                </a:moveTo>
                <a:lnTo>
                  <a:pt x="5400" y="16691"/>
                </a:lnTo>
                <a:cubicBezTo>
                  <a:pt x="5069" y="16691"/>
                  <a:pt x="4800" y="16911"/>
                  <a:pt x="4800" y="17182"/>
                </a:cubicBezTo>
                <a:cubicBezTo>
                  <a:pt x="4800" y="17453"/>
                  <a:pt x="5069" y="17673"/>
                  <a:pt x="5400" y="17673"/>
                </a:cubicBezTo>
                <a:lnTo>
                  <a:pt x="7800" y="17673"/>
                </a:lnTo>
                <a:cubicBezTo>
                  <a:pt x="8131" y="17673"/>
                  <a:pt x="8400" y="17453"/>
                  <a:pt x="8400" y="17182"/>
                </a:cubicBezTo>
                <a:cubicBezTo>
                  <a:pt x="8400" y="16911"/>
                  <a:pt x="8131" y="16691"/>
                  <a:pt x="7800" y="166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4" name="Shape 2586">
            <a:extLst>
              <a:ext uri="{FF2B5EF4-FFF2-40B4-BE49-F238E27FC236}">
                <a16:creationId xmlns:a16="http://schemas.microsoft.com/office/drawing/2014/main" id="{1101B865-B9FA-5B0D-6EB4-E77FC9B738DF}"/>
              </a:ext>
            </a:extLst>
          </p:cNvPr>
          <p:cNvSpPr/>
          <p:nvPr/>
        </p:nvSpPr>
        <p:spPr>
          <a:xfrm>
            <a:off x="6800666" y="1339503"/>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5600" y="6076"/>
                </a:moveTo>
                <a:cubicBezTo>
                  <a:pt x="14428" y="7109"/>
                  <a:pt x="12685" y="7649"/>
                  <a:pt x="10071" y="7803"/>
                </a:cubicBezTo>
                <a:cubicBezTo>
                  <a:pt x="9806" y="7259"/>
                  <a:pt x="9160" y="6873"/>
                  <a:pt x="8400" y="6873"/>
                </a:cubicBezTo>
                <a:cubicBezTo>
                  <a:pt x="7640" y="6873"/>
                  <a:pt x="6994" y="7259"/>
                  <a:pt x="6729" y="7803"/>
                </a:cubicBezTo>
                <a:cubicBezTo>
                  <a:pt x="4115" y="7649"/>
                  <a:pt x="2372" y="7109"/>
                  <a:pt x="1200" y="6076"/>
                </a:cubicBezTo>
                <a:lnTo>
                  <a:pt x="1200" y="5891"/>
                </a:lnTo>
                <a:cubicBezTo>
                  <a:pt x="1200" y="5349"/>
                  <a:pt x="1738" y="4909"/>
                  <a:pt x="2400" y="4909"/>
                </a:cubicBezTo>
                <a:lnTo>
                  <a:pt x="14400" y="4909"/>
                </a:lnTo>
                <a:cubicBezTo>
                  <a:pt x="15062" y="4909"/>
                  <a:pt x="15600" y="5349"/>
                  <a:pt x="15600" y="5891"/>
                </a:cubicBezTo>
                <a:cubicBezTo>
                  <a:pt x="15600" y="5891"/>
                  <a:pt x="15600" y="6076"/>
                  <a:pt x="15600" y="6076"/>
                </a:cubicBezTo>
                <a:close/>
                <a:moveTo>
                  <a:pt x="7800" y="8346"/>
                </a:moveTo>
                <a:cubicBezTo>
                  <a:pt x="7800" y="8074"/>
                  <a:pt x="8069" y="7855"/>
                  <a:pt x="8400" y="7855"/>
                </a:cubicBezTo>
                <a:cubicBezTo>
                  <a:pt x="8731" y="7855"/>
                  <a:pt x="9000" y="8074"/>
                  <a:pt x="9000" y="8346"/>
                </a:cubicBezTo>
                <a:cubicBezTo>
                  <a:pt x="9000" y="8617"/>
                  <a:pt x="8731" y="8836"/>
                  <a:pt x="8400" y="8836"/>
                </a:cubicBezTo>
                <a:cubicBezTo>
                  <a:pt x="8069" y="8836"/>
                  <a:pt x="7800" y="8617"/>
                  <a:pt x="7800" y="8346"/>
                </a:cubicBezTo>
                <a:moveTo>
                  <a:pt x="15600" y="19636"/>
                </a:moveTo>
                <a:cubicBezTo>
                  <a:pt x="15600" y="20179"/>
                  <a:pt x="15062" y="20619"/>
                  <a:pt x="14400" y="20619"/>
                </a:cubicBezTo>
                <a:lnTo>
                  <a:pt x="2400" y="20619"/>
                </a:lnTo>
                <a:cubicBezTo>
                  <a:pt x="1738" y="20619"/>
                  <a:pt x="1200" y="20179"/>
                  <a:pt x="1200" y="19636"/>
                </a:cubicBezTo>
                <a:lnTo>
                  <a:pt x="1200" y="7318"/>
                </a:lnTo>
                <a:cubicBezTo>
                  <a:pt x="2658" y="8244"/>
                  <a:pt x="4301" y="8666"/>
                  <a:pt x="6693" y="8790"/>
                </a:cubicBezTo>
                <a:cubicBezTo>
                  <a:pt x="6924" y="9385"/>
                  <a:pt x="7597" y="9819"/>
                  <a:pt x="8400" y="9819"/>
                </a:cubicBezTo>
                <a:cubicBezTo>
                  <a:pt x="9203" y="9819"/>
                  <a:pt x="9875" y="9385"/>
                  <a:pt x="10108" y="8790"/>
                </a:cubicBezTo>
                <a:cubicBezTo>
                  <a:pt x="12499" y="8666"/>
                  <a:pt x="14142" y="8244"/>
                  <a:pt x="15600" y="7318"/>
                </a:cubicBezTo>
                <a:cubicBezTo>
                  <a:pt x="15600" y="7318"/>
                  <a:pt x="15600" y="19636"/>
                  <a:pt x="15600" y="19636"/>
                </a:cubicBezTo>
                <a:close/>
                <a:moveTo>
                  <a:pt x="14400" y="3927"/>
                </a:moveTo>
                <a:lnTo>
                  <a:pt x="2400" y="3927"/>
                </a:lnTo>
                <a:cubicBezTo>
                  <a:pt x="1075" y="3927"/>
                  <a:pt x="0" y="4806"/>
                  <a:pt x="0" y="5891"/>
                </a:cubicBezTo>
                <a:lnTo>
                  <a:pt x="0" y="19636"/>
                </a:lnTo>
                <a:cubicBezTo>
                  <a:pt x="0" y="20721"/>
                  <a:pt x="1075" y="21600"/>
                  <a:pt x="2400" y="21600"/>
                </a:cubicBezTo>
                <a:lnTo>
                  <a:pt x="14400" y="21600"/>
                </a:lnTo>
                <a:cubicBezTo>
                  <a:pt x="15725" y="21600"/>
                  <a:pt x="16800" y="20721"/>
                  <a:pt x="16800" y="19636"/>
                </a:cubicBezTo>
                <a:lnTo>
                  <a:pt x="16800" y="5891"/>
                </a:lnTo>
                <a:cubicBezTo>
                  <a:pt x="16800" y="4806"/>
                  <a:pt x="15725" y="3927"/>
                  <a:pt x="14400" y="3927"/>
                </a:cubicBezTo>
                <a:moveTo>
                  <a:pt x="5400" y="17673"/>
                </a:moveTo>
                <a:lnTo>
                  <a:pt x="4200" y="17673"/>
                </a:lnTo>
                <a:cubicBezTo>
                  <a:pt x="3869" y="17673"/>
                  <a:pt x="3600" y="17893"/>
                  <a:pt x="3600" y="18164"/>
                </a:cubicBezTo>
                <a:cubicBezTo>
                  <a:pt x="3600" y="18435"/>
                  <a:pt x="3869" y="18655"/>
                  <a:pt x="4200" y="18655"/>
                </a:cubicBezTo>
                <a:lnTo>
                  <a:pt x="5400" y="18655"/>
                </a:lnTo>
                <a:cubicBezTo>
                  <a:pt x="5731" y="18655"/>
                  <a:pt x="6000" y="18435"/>
                  <a:pt x="6000" y="18164"/>
                </a:cubicBezTo>
                <a:cubicBezTo>
                  <a:pt x="6000" y="17893"/>
                  <a:pt x="5731" y="17673"/>
                  <a:pt x="5400" y="17673"/>
                </a:cubicBezTo>
                <a:moveTo>
                  <a:pt x="6600" y="15709"/>
                </a:moveTo>
                <a:lnTo>
                  <a:pt x="4200" y="15709"/>
                </a:lnTo>
                <a:cubicBezTo>
                  <a:pt x="3869" y="15709"/>
                  <a:pt x="3600" y="15929"/>
                  <a:pt x="3600" y="16200"/>
                </a:cubicBezTo>
                <a:cubicBezTo>
                  <a:pt x="3600" y="16472"/>
                  <a:pt x="3869" y="16691"/>
                  <a:pt x="4200" y="16691"/>
                </a:cubicBezTo>
                <a:lnTo>
                  <a:pt x="6600" y="16691"/>
                </a:lnTo>
                <a:cubicBezTo>
                  <a:pt x="6931" y="16691"/>
                  <a:pt x="7200" y="16472"/>
                  <a:pt x="7200" y="16200"/>
                </a:cubicBezTo>
                <a:cubicBezTo>
                  <a:pt x="7200" y="15929"/>
                  <a:pt x="6931" y="15709"/>
                  <a:pt x="6600" y="15709"/>
                </a:cubicBezTo>
                <a:moveTo>
                  <a:pt x="19200" y="0"/>
                </a:moveTo>
                <a:lnTo>
                  <a:pt x="7200" y="0"/>
                </a:lnTo>
                <a:cubicBezTo>
                  <a:pt x="5875" y="0"/>
                  <a:pt x="4800" y="879"/>
                  <a:pt x="4800" y="1964"/>
                </a:cubicBezTo>
                <a:lnTo>
                  <a:pt x="4800" y="2455"/>
                </a:lnTo>
                <a:cubicBezTo>
                  <a:pt x="4800" y="2726"/>
                  <a:pt x="5069" y="2945"/>
                  <a:pt x="5400" y="2945"/>
                </a:cubicBezTo>
                <a:cubicBezTo>
                  <a:pt x="5731" y="2945"/>
                  <a:pt x="6000" y="2726"/>
                  <a:pt x="6000" y="2455"/>
                </a:cubicBezTo>
                <a:lnTo>
                  <a:pt x="6000" y="1964"/>
                </a:lnTo>
                <a:cubicBezTo>
                  <a:pt x="6000" y="1422"/>
                  <a:pt x="6538" y="982"/>
                  <a:pt x="7200" y="982"/>
                </a:cubicBezTo>
                <a:lnTo>
                  <a:pt x="19200" y="982"/>
                </a:lnTo>
                <a:cubicBezTo>
                  <a:pt x="19862" y="982"/>
                  <a:pt x="20400" y="1422"/>
                  <a:pt x="20400" y="1964"/>
                </a:cubicBezTo>
                <a:lnTo>
                  <a:pt x="20400" y="15709"/>
                </a:lnTo>
                <a:cubicBezTo>
                  <a:pt x="20400" y="16252"/>
                  <a:pt x="19862" y="16691"/>
                  <a:pt x="19200" y="16691"/>
                </a:cubicBezTo>
                <a:lnTo>
                  <a:pt x="18600" y="16691"/>
                </a:lnTo>
                <a:cubicBezTo>
                  <a:pt x="18269" y="16691"/>
                  <a:pt x="18000" y="16911"/>
                  <a:pt x="18000" y="17182"/>
                </a:cubicBezTo>
                <a:cubicBezTo>
                  <a:pt x="18000" y="17453"/>
                  <a:pt x="18269" y="17673"/>
                  <a:pt x="18600" y="17673"/>
                </a:cubicBezTo>
                <a:lnTo>
                  <a:pt x="19200" y="17673"/>
                </a:lnTo>
                <a:cubicBezTo>
                  <a:pt x="20525" y="17673"/>
                  <a:pt x="21600" y="16794"/>
                  <a:pt x="21600" y="15709"/>
                </a:cubicBezTo>
                <a:lnTo>
                  <a:pt x="21600" y="1964"/>
                </a:lnTo>
                <a:cubicBezTo>
                  <a:pt x="21600" y="879"/>
                  <a:pt x="20525" y="0"/>
                  <a:pt x="192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5" name="Shape 2587">
            <a:extLst>
              <a:ext uri="{FF2B5EF4-FFF2-40B4-BE49-F238E27FC236}">
                <a16:creationId xmlns:a16="http://schemas.microsoft.com/office/drawing/2014/main" id="{DEBA2262-8DB1-6985-77BD-C30E05DCF216}"/>
              </a:ext>
            </a:extLst>
          </p:cNvPr>
          <p:cNvSpPr/>
          <p:nvPr/>
        </p:nvSpPr>
        <p:spPr>
          <a:xfrm>
            <a:off x="7308534" y="133950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6" name="Shape 2588">
            <a:extLst>
              <a:ext uri="{FF2B5EF4-FFF2-40B4-BE49-F238E27FC236}">
                <a16:creationId xmlns:a16="http://schemas.microsoft.com/office/drawing/2014/main" id="{F91B4D4F-0498-384F-46C1-52E84102288B}"/>
              </a:ext>
            </a:extLst>
          </p:cNvPr>
          <p:cNvSpPr/>
          <p:nvPr/>
        </p:nvSpPr>
        <p:spPr>
          <a:xfrm>
            <a:off x="7841795" y="1352199"/>
            <a:ext cx="279328" cy="253944"/>
          </a:xfrm>
          <a:custGeom>
            <a:avLst/>
            <a:gdLst/>
            <a:ahLst/>
            <a:cxnLst>
              <a:cxn ang="0">
                <a:pos x="wd2" y="hd2"/>
              </a:cxn>
              <a:cxn ang="5400000">
                <a:pos x="wd2" y="hd2"/>
              </a:cxn>
              <a:cxn ang="10800000">
                <a:pos x="wd2" y="hd2"/>
              </a:cxn>
              <a:cxn ang="16200000">
                <a:pos x="wd2" y="hd2"/>
              </a:cxn>
            </a:cxnLst>
            <a:rect l="0" t="0" r="r" b="b"/>
            <a:pathLst>
              <a:path w="21600" h="21600" extrusionOk="0">
                <a:moveTo>
                  <a:pt x="17182" y="12420"/>
                </a:moveTo>
                <a:cubicBezTo>
                  <a:pt x="16368" y="12420"/>
                  <a:pt x="15709" y="11694"/>
                  <a:pt x="15709" y="10800"/>
                </a:cubicBezTo>
                <a:cubicBezTo>
                  <a:pt x="15709" y="9906"/>
                  <a:pt x="16368" y="9180"/>
                  <a:pt x="17182" y="9180"/>
                </a:cubicBezTo>
                <a:cubicBezTo>
                  <a:pt x="17995" y="9180"/>
                  <a:pt x="18655" y="9906"/>
                  <a:pt x="18655" y="10800"/>
                </a:cubicBezTo>
                <a:cubicBezTo>
                  <a:pt x="18655" y="11694"/>
                  <a:pt x="17995" y="12420"/>
                  <a:pt x="17182" y="12420"/>
                </a:cubicBezTo>
                <a:moveTo>
                  <a:pt x="21109" y="10260"/>
                </a:moveTo>
                <a:lnTo>
                  <a:pt x="19587" y="10260"/>
                </a:lnTo>
                <a:cubicBezTo>
                  <a:pt x="19360" y="9028"/>
                  <a:pt x="18369" y="8100"/>
                  <a:pt x="17182" y="8100"/>
                </a:cubicBezTo>
                <a:cubicBezTo>
                  <a:pt x="15994" y="8100"/>
                  <a:pt x="15004" y="9028"/>
                  <a:pt x="14777" y="10260"/>
                </a:cubicBezTo>
                <a:lnTo>
                  <a:pt x="491" y="10260"/>
                </a:lnTo>
                <a:cubicBezTo>
                  <a:pt x="220" y="10260"/>
                  <a:pt x="0" y="10502"/>
                  <a:pt x="0" y="10800"/>
                </a:cubicBezTo>
                <a:cubicBezTo>
                  <a:pt x="0" y="11098"/>
                  <a:pt x="220" y="11340"/>
                  <a:pt x="491" y="11340"/>
                </a:cubicBezTo>
                <a:lnTo>
                  <a:pt x="14777" y="11340"/>
                </a:lnTo>
                <a:cubicBezTo>
                  <a:pt x="15004" y="12572"/>
                  <a:pt x="15994" y="13500"/>
                  <a:pt x="17182" y="13500"/>
                </a:cubicBezTo>
                <a:cubicBezTo>
                  <a:pt x="18369" y="13500"/>
                  <a:pt x="19360" y="12572"/>
                  <a:pt x="19587" y="11340"/>
                </a:cubicBezTo>
                <a:lnTo>
                  <a:pt x="21109" y="11340"/>
                </a:lnTo>
                <a:cubicBezTo>
                  <a:pt x="21380" y="11340"/>
                  <a:pt x="21600" y="11098"/>
                  <a:pt x="21600" y="10800"/>
                </a:cubicBezTo>
                <a:cubicBezTo>
                  <a:pt x="21600" y="10502"/>
                  <a:pt x="21380" y="10260"/>
                  <a:pt x="21109" y="10260"/>
                </a:cubicBezTo>
                <a:moveTo>
                  <a:pt x="5400" y="1080"/>
                </a:moveTo>
                <a:cubicBezTo>
                  <a:pt x="6214" y="1080"/>
                  <a:pt x="6873" y="1806"/>
                  <a:pt x="6873" y="2700"/>
                </a:cubicBezTo>
                <a:cubicBezTo>
                  <a:pt x="6873" y="3595"/>
                  <a:pt x="6214" y="4320"/>
                  <a:pt x="5400" y="4320"/>
                </a:cubicBezTo>
                <a:cubicBezTo>
                  <a:pt x="4586" y="4320"/>
                  <a:pt x="3927" y="3595"/>
                  <a:pt x="3927" y="2700"/>
                </a:cubicBezTo>
                <a:cubicBezTo>
                  <a:pt x="3927" y="1806"/>
                  <a:pt x="4586" y="1080"/>
                  <a:pt x="5400" y="1080"/>
                </a:cubicBezTo>
                <a:moveTo>
                  <a:pt x="491" y="3240"/>
                </a:moveTo>
                <a:lnTo>
                  <a:pt x="2995" y="3240"/>
                </a:lnTo>
                <a:cubicBezTo>
                  <a:pt x="3222" y="4472"/>
                  <a:pt x="4213" y="5400"/>
                  <a:pt x="5400" y="5400"/>
                </a:cubicBezTo>
                <a:cubicBezTo>
                  <a:pt x="6587" y="5400"/>
                  <a:pt x="7578" y="4472"/>
                  <a:pt x="7805" y="3240"/>
                </a:cubicBezTo>
                <a:lnTo>
                  <a:pt x="21109" y="3240"/>
                </a:lnTo>
                <a:cubicBezTo>
                  <a:pt x="21380" y="3240"/>
                  <a:pt x="21600" y="2999"/>
                  <a:pt x="21600" y="2700"/>
                </a:cubicBezTo>
                <a:cubicBezTo>
                  <a:pt x="21600" y="2402"/>
                  <a:pt x="21380" y="2160"/>
                  <a:pt x="21109" y="2160"/>
                </a:cubicBezTo>
                <a:lnTo>
                  <a:pt x="7805" y="2160"/>
                </a:lnTo>
                <a:cubicBezTo>
                  <a:pt x="7578" y="928"/>
                  <a:pt x="6587" y="0"/>
                  <a:pt x="5400" y="0"/>
                </a:cubicBezTo>
                <a:cubicBezTo>
                  <a:pt x="4213" y="0"/>
                  <a:pt x="3222" y="928"/>
                  <a:pt x="2995" y="2160"/>
                </a:cubicBezTo>
                <a:lnTo>
                  <a:pt x="491" y="2160"/>
                </a:lnTo>
                <a:cubicBezTo>
                  <a:pt x="220" y="2160"/>
                  <a:pt x="0" y="2402"/>
                  <a:pt x="0" y="2700"/>
                </a:cubicBezTo>
                <a:cubicBezTo>
                  <a:pt x="0" y="2999"/>
                  <a:pt x="220" y="3240"/>
                  <a:pt x="491" y="3240"/>
                </a:cubicBezTo>
                <a:moveTo>
                  <a:pt x="9327" y="20519"/>
                </a:moveTo>
                <a:cubicBezTo>
                  <a:pt x="8514" y="20519"/>
                  <a:pt x="7855" y="19794"/>
                  <a:pt x="7855" y="18899"/>
                </a:cubicBezTo>
                <a:cubicBezTo>
                  <a:pt x="7855" y="18005"/>
                  <a:pt x="8514" y="17279"/>
                  <a:pt x="9327" y="17279"/>
                </a:cubicBezTo>
                <a:cubicBezTo>
                  <a:pt x="10141" y="17279"/>
                  <a:pt x="10800" y="18005"/>
                  <a:pt x="10800" y="18899"/>
                </a:cubicBezTo>
                <a:cubicBezTo>
                  <a:pt x="10800" y="19794"/>
                  <a:pt x="10141" y="20519"/>
                  <a:pt x="9327" y="20519"/>
                </a:cubicBezTo>
                <a:moveTo>
                  <a:pt x="21109" y="18359"/>
                </a:moveTo>
                <a:lnTo>
                  <a:pt x="11732" y="18359"/>
                </a:lnTo>
                <a:cubicBezTo>
                  <a:pt x="11505" y="17127"/>
                  <a:pt x="10515" y="16199"/>
                  <a:pt x="9327" y="16199"/>
                </a:cubicBezTo>
                <a:cubicBezTo>
                  <a:pt x="8140" y="16199"/>
                  <a:pt x="7150" y="17127"/>
                  <a:pt x="6922" y="18359"/>
                </a:cubicBezTo>
                <a:lnTo>
                  <a:pt x="491" y="18359"/>
                </a:lnTo>
                <a:cubicBezTo>
                  <a:pt x="220" y="18359"/>
                  <a:pt x="0" y="18601"/>
                  <a:pt x="0" y="18899"/>
                </a:cubicBezTo>
                <a:cubicBezTo>
                  <a:pt x="0" y="19198"/>
                  <a:pt x="220" y="19439"/>
                  <a:pt x="491" y="19439"/>
                </a:cubicBezTo>
                <a:lnTo>
                  <a:pt x="6922" y="19439"/>
                </a:lnTo>
                <a:cubicBezTo>
                  <a:pt x="7150" y="20672"/>
                  <a:pt x="8140" y="21600"/>
                  <a:pt x="9327" y="21600"/>
                </a:cubicBezTo>
                <a:cubicBezTo>
                  <a:pt x="10515" y="21600"/>
                  <a:pt x="11505" y="20672"/>
                  <a:pt x="11732" y="19439"/>
                </a:cubicBezTo>
                <a:lnTo>
                  <a:pt x="21109" y="19439"/>
                </a:lnTo>
                <a:cubicBezTo>
                  <a:pt x="21380" y="19439"/>
                  <a:pt x="21600" y="19198"/>
                  <a:pt x="21600" y="18899"/>
                </a:cubicBezTo>
                <a:cubicBezTo>
                  <a:pt x="21600" y="18601"/>
                  <a:pt x="21380" y="18359"/>
                  <a:pt x="21109" y="1835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7" name="Shape 2589">
            <a:extLst>
              <a:ext uri="{FF2B5EF4-FFF2-40B4-BE49-F238E27FC236}">
                <a16:creationId xmlns:a16="http://schemas.microsoft.com/office/drawing/2014/main" id="{82CC283C-87BC-AFBF-7549-0F1B27C35308}"/>
              </a:ext>
            </a:extLst>
          </p:cNvPr>
          <p:cNvSpPr/>
          <p:nvPr/>
        </p:nvSpPr>
        <p:spPr>
          <a:xfrm>
            <a:off x="8375056" y="1352199"/>
            <a:ext cx="279328" cy="253944"/>
          </a:xfrm>
          <a:custGeom>
            <a:avLst/>
            <a:gdLst/>
            <a:ahLst/>
            <a:cxnLst>
              <a:cxn ang="0">
                <a:pos x="wd2" y="hd2"/>
              </a:cxn>
              <a:cxn ang="5400000">
                <a:pos x="wd2" y="hd2"/>
              </a:cxn>
              <a:cxn ang="10800000">
                <a:pos x="wd2" y="hd2"/>
              </a:cxn>
              <a:cxn ang="16200000">
                <a:pos x="wd2" y="hd2"/>
              </a:cxn>
            </a:cxnLst>
            <a:rect l="0" t="0" r="r" b="b"/>
            <a:pathLst>
              <a:path w="21600" h="21600" extrusionOk="0">
                <a:moveTo>
                  <a:pt x="6382" y="15119"/>
                </a:moveTo>
                <a:cubicBezTo>
                  <a:pt x="7195" y="15119"/>
                  <a:pt x="7855" y="14394"/>
                  <a:pt x="7855" y="13500"/>
                </a:cubicBezTo>
                <a:cubicBezTo>
                  <a:pt x="7855" y="12605"/>
                  <a:pt x="7195" y="11880"/>
                  <a:pt x="6382" y="11880"/>
                </a:cubicBezTo>
                <a:cubicBezTo>
                  <a:pt x="5568" y="11880"/>
                  <a:pt x="4909" y="12605"/>
                  <a:pt x="4909" y="13500"/>
                </a:cubicBezTo>
                <a:cubicBezTo>
                  <a:pt x="4909" y="14394"/>
                  <a:pt x="5568" y="15119"/>
                  <a:pt x="6382" y="15119"/>
                </a:cubicBezTo>
                <a:moveTo>
                  <a:pt x="2455" y="3240"/>
                </a:moveTo>
                <a:cubicBezTo>
                  <a:pt x="2725" y="3240"/>
                  <a:pt x="2945" y="2999"/>
                  <a:pt x="2945" y="2700"/>
                </a:cubicBezTo>
                <a:cubicBezTo>
                  <a:pt x="2945" y="2402"/>
                  <a:pt x="2725" y="2160"/>
                  <a:pt x="2455" y="2160"/>
                </a:cubicBezTo>
                <a:cubicBezTo>
                  <a:pt x="2184" y="2160"/>
                  <a:pt x="1964" y="2402"/>
                  <a:pt x="1964" y="2700"/>
                </a:cubicBezTo>
                <a:cubicBezTo>
                  <a:pt x="1964" y="2999"/>
                  <a:pt x="2184" y="3240"/>
                  <a:pt x="2455" y="3240"/>
                </a:cubicBezTo>
                <a:moveTo>
                  <a:pt x="3927" y="8100"/>
                </a:moveTo>
                <a:cubicBezTo>
                  <a:pt x="3927" y="6609"/>
                  <a:pt x="5026" y="5400"/>
                  <a:pt x="6382" y="5400"/>
                </a:cubicBezTo>
                <a:cubicBezTo>
                  <a:pt x="7738" y="5400"/>
                  <a:pt x="8836" y="6609"/>
                  <a:pt x="8836" y="8100"/>
                </a:cubicBezTo>
                <a:lnTo>
                  <a:pt x="8836" y="13500"/>
                </a:lnTo>
                <a:cubicBezTo>
                  <a:pt x="8836" y="14991"/>
                  <a:pt x="7738" y="16199"/>
                  <a:pt x="6382" y="16199"/>
                </a:cubicBezTo>
                <a:cubicBezTo>
                  <a:pt x="5026" y="16199"/>
                  <a:pt x="3927" y="14991"/>
                  <a:pt x="3927" y="13500"/>
                </a:cubicBezTo>
                <a:cubicBezTo>
                  <a:pt x="3927" y="13500"/>
                  <a:pt x="3927" y="8100"/>
                  <a:pt x="3927" y="8100"/>
                </a:cubicBezTo>
                <a:close/>
                <a:moveTo>
                  <a:pt x="2945" y="13500"/>
                </a:moveTo>
                <a:cubicBezTo>
                  <a:pt x="2945" y="15587"/>
                  <a:pt x="4484" y="17279"/>
                  <a:pt x="6382" y="17279"/>
                </a:cubicBezTo>
                <a:cubicBezTo>
                  <a:pt x="8280" y="17279"/>
                  <a:pt x="9818" y="15587"/>
                  <a:pt x="9818" y="13500"/>
                </a:cubicBezTo>
                <a:lnTo>
                  <a:pt x="9818" y="8100"/>
                </a:lnTo>
                <a:cubicBezTo>
                  <a:pt x="9818" y="6012"/>
                  <a:pt x="8280" y="4320"/>
                  <a:pt x="6382" y="4320"/>
                </a:cubicBezTo>
                <a:cubicBezTo>
                  <a:pt x="4484" y="4320"/>
                  <a:pt x="2945" y="6012"/>
                  <a:pt x="2945" y="8100"/>
                </a:cubicBezTo>
                <a:cubicBezTo>
                  <a:pt x="2945" y="8100"/>
                  <a:pt x="2945" y="13500"/>
                  <a:pt x="2945" y="13500"/>
                </a:cubicBezTo>
                <a:close/>
                <a:moveTo>
                  <a:pt x="2455" y="19439"/>
                </a:moveTo>
                <a:cubicBezTo>
                  <a:pt x="2725" y="19439"/>
                  <a:pt x="2945" y="19198"/>
                  <a:pt x="2945" y="18899"/>
                </a:cubicBezTo>
                <a:cubicBezTo>
                  <a:pt x="2945" y="18601"/>
                  <a:pt x="2725" y="18359"/>
                  <a:pt x="2455" y="18359"/>
                </a:cubicBezTo>
                <a:cubicBezTo>
                  <a:pt x="2184" y="18359"/>
                  <a:pt x="1964" y="18601"/>
                  <a:pt x="1964" y="18899"/>
                </a:cubicBezTo>
                <a:cubicBezTo>
                  <a:pt x="1964" y="19198"/>
                  <a:pt x="2184" y="19439"/>
                  <a:pt x="2455" y="19439"/>
                </a:cubicBezTo>
                <a:moveTo>
                  <a:pt x="20618" y="20519"/>
                </a:moveTo>
                <a:lnTo>
                  <a:pt x="982" y="20519"/>
                </a:lnTo>
                <a:lnTo>
                  <a:pt x="982" y="1080"/>
                </a:lnTo>
                <a:lnTo>
                  <a:pt x="20618" y="1080"/>
                </a:lnTo>
                <a:cubicBezTo>
                  <a:pt x="20618" y="1080"/>
                  <a:pt x="20618" y="20519"/>
                  <a:pt x="20618" y="20519"/>
                </a:cubicBezTo>
                <a:close/>
                <a:moveTo>
                  <a:pt x="20618" y="0"/>
                </a:moveTo>
                <a:lnTo>
                  <a:pt x="982" y="0"/>
                </a:lnTo>
                <a:cubicBezTo>
                  <a:pt x="440" y="0"/>
                  <a:pt x="0" y="484"/>
                  <a:pt x="0" y="1080"/>
                </a:cubicBezTo>
                <a:lnTo>
                  <a:pt x="0" y="20519"/>
                </a:lnTo>
                <a:cubicBezTo>
                  <a:pt x="0" y="21115"/>
                  <a:pt x="440" y="21600"/>
                  <a:pt x="982" y="21600"/>
                </a:cubicBezTo>
                <a:lnTo>
                  <a:pt x="20618" y="21600"/>
                </a:lnTo>
                <a:cubicBezTo>
                  <a:pt x="21160" y="21600"/>
                  <a:pt x="21600" y="21115"/>
                  <a:pt x="21600" y="20519"/>
                </a:cubicBezTo>
                <a:lnTo>
                  <a:pt x="21600" y="1080"/>
                </a:lnTo>
                <a:cubicBezTo>
                  <a:pt x="21600" y="484"/>
                  <a:pt x="21160" y="0"/>
                  <a:pt x="20618" y="0"/>
                </a:cubicBezTo>
                <a:moveTo>
                  <a:pt x="19145" y="3240"/>
                </a:moveTo>
                <a:cubicBezTo>
                  <a:pt x="19416" y="3240"/>
                  <a:pt x="19636" y="2999"/>
                  <a:pt x="19636" y="2700"/>
                </a:cubicBezTo>
                <a:cubicBezTo>
                  <a:pt x="19636" y="2402"/>
                  <a:pt x="19416" y="2160"/>
                  <a:pt x="19145" y="2160"/>
                </a:cubicBezTo>
                <a:cubicBezTo>
                  <a:pt x="18875" y="2160"/>
                  <a:pt x="18655" y="2402"/>
                  <a:pt x="18655" y="2700"/>
                </a:cubicBezTo>
                <a:cubicBezTo>
                  <a:pt x="18655" y="2999"/>
                  <a:pt x="18875" y="3240"/>
                  <a:pt x="19145" y="3240"/>
                </a:cubicBezTo>
                <a:moveTo>
                  <a:pt x="12764" y="8100"/>
                </a:moveTo>
                <a:cubicBezTo>
                  <a:pt x="12764" y="6609"/>
                  <a:pt x="13863" y="5400"/>
                  <a:pt x="15218" y="5400"/>
                </a:cubicBezTo>
                <a:cubicBezTo>
                  <a:pt x="16574" y="5400"/>
                  <a:pt x="17673" y="6609"/>
                  <a:pt x="17673" y="8100"/>
                </a:cubicBezTo>
                <a:lnTo>
                  <a:pt x="17673" y="13500"/>
                </a:lnTo>
                <a:cubicBezTo>
                  <a:pt x="17673" y="14991"/>
                  <a:pt x="16574" y="16199"/>
                  <a:pt x="15218" y="16199"/>
                </a:cubicBezTo>
                <a:cubicBezTo>
                  <a:pt x="13863" y="16199"/>
                  <a:pt x="12764" y="14991"/>
                  <a:pt x="12764" y="13500"/>
                </a:cubicBezTo>
                <a:cubicBezTo>
                  <a:pt x="12764" y="13500"/>
                  <a:pt x="12764" y="8100"/>
                  <a:pt x="12764" y="8100"/>
                </a:cubicBezTo>
                <a:close/>
                <a:moveTo>
                  <a:pt x="15218" y="17279"/>
                </a:moveTo>
                <a:cubicBezTo>
                  <a:pt x="17116" y="17279"/>
                  <a:pt x="18655" y="15587"/>
                  <a:pt x="18655" y="13500"/>
                </a:cubicBezTo>
                <a:lnTo>
                  <a:pt x="18655" y="8100"/>
                </a:lnTo>
                <a:cubicBezTo>
                  <a:pt x="18655" y="6012"/>
                  <a:pt x="17116" y="4320"/>
                  <a:pt x="15218" y="4320"/>
                </a:cubicBezTo>
                <a:cubicBezTo>
                  <a:pt x="13320" y="4320"/>
                  <a:pt x="11782" y="6012"/>
                  <a:pt x="11782" y="8100"/>
                </a:cubicBezTo>
                <a:lnTo>
                  <a:pt x="11782" y="13500"/>
                </a:lnTo>
                <a:cubicBezTo>
                  <a:pt x="11782" y="15587"/>
                  <a:pt x="13320" y="17279"/>
                  <a:pt x="15218" y="17279"/>
                </a:cubicBezTo>
                <a:moveTo>
                  <a:pt x="15218" y="9720"/>
                </a:moveTo>
                <a:cubicBezTo>
                  <a:pt x="16032" y="9720"/>
                  <a:pt x="16691" y="8995"/>
                  <a:pt x="16691" y="8100"/>
                </a:cubicBezTo>
                <a:cubicBezTo>
                  <a:pt x="16691" y="7206"/>
                  <a:pt x="16032" y="6480"/>
                  <a:pt x="15218" y="6480"/>
                </a:cubicBezTo>
                <a:cubicBezTo>
                  <a:pt x="14405" y="6480"/>
                  <a:pt x="13745" y="7206"/>
                  <a:pt x="13745" y="8100"/>
                </a:cubicBezTo>
                <a:cubicBezTo>
                  <a:pt x="13745" y="8995"/>
                  <a:pt x="14405" y="9720"/>
                  <a:pt x="15218" y="9720"/>
                </a:cubicBezTo>
                <a:moveTo>
                  <a:pt x="19145" y="18359"/>
                </a:moveTo>
                <a:cubicBezTo>
                  <a:pt x="18875" y="18359"/>
                  <a:pt x="18655" y="18601"/>
                  <a:pt x="18655" y="18899"/>
                </a:cubicBezTo>
                <a:cubicBezTo>
                  <a:pt x="18655" y="19198"/>
                  <a:pt x="18875" y="19439"/>
                  <a:pt x="19145" y="19439"/>
                </a:cubicBezTo>
                <a:cubicBezTo>
                  <a:pt x="19416" y="19439"/>
                  <a:pt x="19636" y="19198"/>
                  <a:pt x="19636" y="18899"/>
                </a:cubicBezTo>
                <a:cubicBezTo>
                  <a:pt x="19636" y="18601"/>
                  <a:pt x="19416" y="18359"/>
                  <a:pt x="19145" y="1835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8" name="Shape 2590">
            <a:extLst>
              <a:ext uri="{FF2B5EF4-FFF2-40B4-BE49-F238E27FC236}">
                <a16:creationId xmlns:a16="http://schemas.microsoft.com/office/drawing/2014/main" id="{E96C63F7-10E5-5EAE-4E11-D51961CB71C6}"/>
              </a:ext>
            </a:extLst>
          </p:cNvPr>
          <p:cNvSpPr/>
          <p:nvPr/>
        </p:nvSpPr>
        <p:spPr>
          <a:xfrm>
            <a:off x="8908317" y="133950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8"/>
                  <a:pt x="20178" y="20619"/>
                  <a:pt x="19636" y="20619"/>
                </a:cubicBezTo>
                <a:lnTo>
                  <a:pt x="1964" y="20619"/>
                </a:lnTo>
                <a:cubicBezTo>
                  <a:pt x="1422" y="20619"/>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855" y="6382"/>
                </a:moveTo>
                <a:cubicBezTo>
                  <a:pt x="7313" y="6382"/>
                  <a:pt x="6873" y="5943"/>
                  <a:pt x="6873" y="5400"/>
                </a:cubicBezTo>
                <a:cubicBezTo>
                  <a:pt x="6873" y="4858"/>
                  <a:pt x="7313" y="4418"/>
                  <a:pt x="7855" y="4418"/>
                </a:cubicBezTo>
                <a:cubicBezTo>
                  <a:pt x="8396" y="4418"/>
                  <a:pt x="8836" y="4858"/>
                  <a:pt x="8836" y="5400"/>
                </a:cubicBezTo>
                <a:cubicBezTo>
                  <a:pt x="8836" y="5943"/>
                  <a:pt x="8396" y="6382"/>
                  <a:pt x="7855" y="6382"/>
                </a:cubicBezTo>
                <a:moveTo>
                  <a:pt x="18164" y="4909"/>
                </a:moveTo>
                <a:lnTo>
                  <a:pt x="9749" y="4909"/>
                </a:lnTo>
                <a:cubicBezTo>
                  <a:pt x="9530" y="4064"/>
                  <a:pt x="8768" y="3436"/>
                  <a:pt x="7855" y="3436"/>
                </a:cubicBezTo>
                <a:cubicBezTo>
                  <a:pt x="6941" y="3436"/>
                  <a:pt x="6180" y="4064"/>
                  <a:pt x="5960" y="4909"/>
                </a:cubicBezTo>
                <a:lnTo>
                  <a:pt x="3436" y="4909"/>
                </a:lnTo>
                <a:cubicBezTo>
                  <a:pt x="3165" y="4909"/>
                  <a:pt x="2945" y="5129"/>
                  <a:pt x="2945" y="5400"/>
                </a:cubicBezTo>
                <a:cubicBezTo>
                  <a:pt x="2945" y="5672"/>
                  <a:pt x="3165" y="5891"/>
                  <a:pt x="3436" y="5891"/>
                </a:cubicBezTo>
                <a:lnTo>
                  <a:pt x="5960" y="5891"/>
                </a:lnTo>
                <a:cubicBezTo>
                  <a:pt x="6180" y="6737"/>
                  <a:pt x="6941" y="7364"/>
                  <a:pt x="7855" y="7364"/>
                </a:cubicBezTo>
                <a:cubicBezTo>
                  <a:pt x="8768" y="7364"/>
                  <a:pt x="9530" y="6737"/>
                  <a:pt x="9749" y="5891"/>
                </a:cubicBezTo>
                <a:lnTo>
                  <a:pt x="18164" y="5891"/>
                </a:lnTo>
                <a:cubicBezTo>
                  <a:pt x="18435" y="5891"/>
                  <a:pt x="18655" y="5672"/>
                  <a:pt x="18655" y="5400"/>
                </a:cubicBezTo>
                <a:cubicBezTo>
                  <a:pt x="18655" y="5129"/>
                  <a:pt x="18435" y="4909"/>
                  <a:pt x="18164" y="4909"/>
                </a:cubicBezTo>
                <a:moveTo>
                  <a:pt x="14727" y="11782"/>
                </a:moveTo>
                <a:cubicBezTo>
                  <a:pt x="14186" y="11782"/>
                  <a:pt x="13745" y="11342"/>
                  <a:pt x="13745" y="10800"/>
                </a:cubicBezTo>
                <a:cubicBezTo>
                  <a:pt x="13745" y="10258"/>
                  <a:pt x="14186" y="9818"/>
                  <a:pt x="14727" y="9818"/>
                </a:cubicBezTo>
                <a:cubicBezTo>
                  <a:pt x="15269" y="9818"/>
                  <a:pt x="15709" y="10258"/>
                  <a:pt x="15709" y="10800"/>
                </a:cubicBezTo>
                <a:cubicBezTo>
                  <a:pt x="15709" y="11342"/>
                  <a:pt x="15269" y="11782"/>
                  <a:pt x="14727" y="11782"/>
                </a:cubicBezTo>
                <a:moveTo>
                  <a:pt x="18164" y="10310"/>
                </a:moveTo>
                <a:lnTo>
                  <a:pt x="16621" y="10310"/>
                </a:lnTo>
                <a:cubicBezTo>
                  <a:pt x="16402" y="9464"/>
                  <a:pt x="15641" y="8836"/>
                  <a:pt x="14727" y="8836"/>
                </a:cubicBezTo>
                <a:cubicBezTo>
                  <a:pt x="13814" y="8836"/>
                  <a:pt x="13052" y="9464"/>
                  <a:pt x="12833" y="10310"/>
                </a:cubicBezTo>
                <a:lnTo>
                  <a:pt x="3436" y="10310"/>
                </a:lnTo>
                <a:cubicBezTo>
                  <a:pt x="3165" y="10310"/>
                  <a:pt x="2945" y="10529"/>
                  <a:pt x="2945" y="10800"/>
                </a:cubicBezTo>
                <a:cubicBezTo>
                  <a:pt x="2945" y="11072"/>
                  <a:pt x="3165" y="11291"/>
                  <a:pt x="3436" y="11291"/>
                </a:cubicBezTo>
                <a:lnTo>
                  <a:pt x="12833" y="11291"/>
                </a:lnTo>
                <a:cubicBezTo>
                  <a:pt x="13052" y="12137"/>
                  <a:pt x="13814" y="12764"/>
                  <a:pt x="14727" y="12764"/>
                </a:cubicBezTo>
                <a:cubicBezTo>
                  <a:pt x="15641" y="12764"/>
                  <a:pt x="16402" y="12137"/>
                  <a:pt x="16621" y="11291"/>
                </a:cubicBezTo>
                <a:lnTo>
                  <a:pt x="18164" y="11291"/>
                </a:lnTo>
                <a:cubicBezTo>
                  <a:pt x="18435" y="11291"/>
                  <a:pt x="18655" y="11072"/>
                  <a:pt x="18655" y="10800"/>
                </a:cubicBezTo>
                <a:cubicBezTo>
                  <a:pt x="18655" y="10529"/>
                  <a:pt x="18435" y="10310"/>
                  <a:pt x="18164" y="10310"/>
                </a:cubicBezTo>
                <a:moveTo>
                  <a:pt x="9818" y="17182"/>
                </a:moveTo>
                <a:cubicBezTo>
                  <a:pt x="9276" y="17182"/>
                  <a:pt x="8836" y="16743"/>
                  <a:pt x="8836" y="16200"/>
                </a:cubicBezTo>
                <a:cubicBezTo>
                  <a:pt x="8836" y="15658"/>
                  <a:pt x="9276" y="15218"/>
                  <a:pt x="9818" y="15218"/>
                </a:cubicBezTo>
                <a:cubicBezTo>
                  <a:pt x="10360" y="15218"/>
                  <a:pt x="10800" y="15658"/>
                  <a:pt x="10800" y="16200"/>
                </a:cubicBezTo>
                <a:cubicBezTo>
                  <a:pt x="10800" y="16743"/>
                  <a:pt x="10360" y="17182"/>
                  <a:pt x="9818" y="17182"/>
                </a:cubicBezTo>
                <a:moveTo>
                  <a:pt x="18164" y="15709"/>
                </a:moveTo>
                <a:lnTo>
                  <a:pt x="11712" y="15709"/>
                </a:lnTo>
                <a:cubicBezTo>
                  <a:pt x="11493" y="14863"/>
                  <a:pt x="10732" y="14237"/>
                  <a:pt x="9818" y="14237"/>
                </a:cubicBezTo>
                <a:cubicBezTo>
                  <a:pt x="8904" y="14237"/>
                  <a:pt x="8143" y="14863"/>
                  <a:pt x="7924" y="15709"/>
                </a:cubicBezTo>
                <a:lnTo>
                  <a:pt x="3436" y="15709"/>
                </a:lnTo>
                <a:cubicBezTo>
                  <a:pt x="3165" y="15709"/>
                  <a:pt x="2945" y="15929"/>
                  <a:pt x="2945" y="16200"/>
                </a:cubicBezTo>
                <a:cubicBezTo>
                  <a:pt x="2945" y="16472"/>
                  <a:pt x="3165" y="16691"/>
                  <a:pt x="3436" y="16691"/>
                </a:cubicBezTo>
                <a:lnTo>
                  <a:pt x="7924" y="16691"/>
                </a:lnTo>
                <a:cubicBezTo>
                  <a:pt x="8143" y="17537"/>
                  <a:pt x="8904" y="18164"/>
                  <a:pt x="9818" y="18164"/>
                </a:cubicBezTo>
                <a:cubicBezTo>
                  <a:pt x="10732" y="18164"/>
                  <a:pt x="11493" y="17537"/>
                  <a:pt x="11712" y="16691"/>
                </a:cubicBezTo>
                <a:lnTo>
                  <a:pt x="18164" y="16691"/>
                </a:lnTo>
                <a:cubicBezTo>
                  <a:pt x="18435" y="16691"/>
                  <a:pt x="18655" y="16472"/>
                  <a:pt x="18655" y="16200"/>
                </a:cubicBezTo>
                <a:cubicBezTo>
                  <a:pt x="18655" y="15929"/>
                  <a:pt x="18435" y="15709"/>
                  <a:pt x="18164" y="157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9" name="Shape 2591">
            <a:extLst>
              <a:ext uri="{FF2B5EF4-FFF2-40B4-BE49-F238E27FC236}">
                <a16:creationId xmlns:a16="http://schemas.microsoft.com/office/drawing/2014/main" id="{852A3B6E-BDD7-3BFB-BEAD-07E0781D1469}"/>
              </a:ext>
            </a:extLst>
          </p:cNvPr>
          <p:cNvSpPr/>
          <p:nvPr/>
        </p:nvSpPr>
        <p:spPr>
          <a:xfrm>
            <a:off x="9441578" y="133950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0" name="Shape 2592">
            <a:extLst>
              <a:ext uri="{FF2B5EF4-FFF2-40B4-BE49-F238E27FC236}">
                <a16:creationId xmlns:a16="http://schemas.microsoft.com/office/drawing/2014/main" id="{17FD504C-B2DD-D375-5AB1-F8B72646F175}"/>
              </a:ext>
            </a:extLst>
          </p:cNvPr>
          <p:cNvSpPr/>
          <p:nvPr/>
        </p:nvSpPr>
        <p:spPr>
          <a:xfrm>
            <a:off x="9974839" y="133950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2012"/>
                </a:moveTo>
                <a:cubicBezTo>
                  <a:pt x="20614" y="12014"/>
                  <a:pt x="20611" y="12016"/>
                  <a:pt x="20607" y="12016"/>
                </a:cubicBezTo>
                <a:lnTo>
                  <a:pt x="19602" y="12268"/>
                </a:lnTo>
                <a:cubicBezTo>
                  <a:pt x="19256" y="12354"/>
                  <a:pt x="18984" y="12622"/>
                  <a:pt x="18892" y="12966"/>
                </a:cubicBezTo>
                <a:cubicBezTo>
                  <a:pt x="18703" y="13672"/>
                  <a:pt x="18421" y="14352"/>
                  <a:pt x="18053" y="14986"/>
                </a:cubicBezTo>
                <a:cubicBezTo>
                  <a:pt x="17873" y="15295"/>
                  <a:pt x="17876" y="15677"/>
                  <a:pt x="18060" y="15984"/>
                </a:cubicBezTo>
                <a:lnTo>
                  <a:pt x="18601" y="16885"/>
                </a:lnTo>
                <a:lnTo>
                  <a:pt x="16886" y="18600"/>
                </a:lnTo>
                <a:cubicBezTo>
                  <a:pt x="16882" y="18598"/>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2" y="18415"/>
                  <a:pt x="6617" y="18049"/>
                </a:cubicBezTo>
                <a:cubicBezTo>
                  <a:pt x="6465" y="17961"/>
                  <a:pt x="6296" y="17917"/>
                  <a:pt x="6127" y="17917"/>
                </a:cubicBezTo>
                <a:cubicBezTo>
                  <a:pt x="5951" y="17917"/>
                  <a:pt x="5777" y="17964"/>
                  <a:pt x="5621" y="18057"/>
                </a:cubicBezTo>
                <a:lnTo>
                  <a:pt x="4725" y="18595"/>
                </a:lnTo>
                <a:cubicBezTo>
                  <a:pt x="4722" y="18597"/>
                  <a:pt x="4718" y="18598"/>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2"/>
                </a:cubicBezTo>
                <a:lnTo>
                  <a:pt x="982" y="9587"/>
                </a:lnTo>
                <a:lnTo>
                  <a:pt x="1998" y="9333"/>
                </a:lnTo>
                <a:cubicBezTo>
                  <a:pt x="2343" y="9246"/>
                  <a:pt x="2616" y="8979"/>
                  <a:pt x="2708" y="8634"/>
                </a:cubicBezTo>
                <a:cubicBezTo>
                  <a:pt x="2897" y="7929"/>
                  <a:pt x="3179" y="7249"/>
                  <a:pt x="3548" y="6615"/>
                </a:cubicBezTo>
                <a:cubicBezTo>
                  <a:pt x="3727" y="6305"/>
                  <a:pt x="3724" y="5923"/>
                  <a:pt x="3540" y="5617"/>
                </a:cubicBezTo>
                <a:lnTo>
                  <a:pt x="3005" y="4725"/>
                </a:lnTo>
                <a:cubicBezTo>
                  <a:pt x="3004" y="4722"/>
                  <a:pt x="3002" y="4719"/>
                  <a:pt x="3000" y="4715"/>
                </a:cubicBezTo>
                <a:lnTo>
                  <a:pt x="4715" y="3000"/>
                </a:lnTo>
                <a:lnTo>
                  <a:pt x="5621" y="3543"/>
                </a:lnTo>
                <a:cubicBezTo>
                  <a:pt x="5777" y="3637"/>
                  <a:pt x="5951" y="3683"/>
                  <a:pt x="6127" y="3683"/>
                </a:cubicBezTo>
                <a:cubicBezTo>
                  <a:pt x="6296" y="3683"/>
                  <a:pt x="6465" y="3639"/>
                  <a:pt x="6618" y="3552"/>
                </a:cubicBezTo>
                <a:cubicBezTo>
                  <a:pt x="7251" y="3185"/>
                  <a:pt x="7929" y="2904"/>
                  <a:pt x="8632" y="2717"/>
                </a:cubicBezTo>
                <a:cubicBezTo>
                  <a:pt x="8976" y="2624"/>
                  <a:pt x="9244" y="2352"/>
                  <a:pt x="9331" y="2006"/>
                </a:cubicBezTo>
                <a:lnTo>
                  <a:pt x="9587" y="982"/>
                </a:lnTo>
                <a:lnTo>
                  <a:pt x="12012" y="982"/>
                </a:lnTo>
                <a:cubicBezTo>
                  <a:pt x="12014" y="986"/>
                  <a:pt x="12015" y="989"/>
                  <a:pt x="12016" y="993"/>
                </a:cubicBezTo>
                <a:lnTo>
                  <a:pt x="12269" y="2006"/>
                </a:lnTo>
                <a:cubicBezTo>
                  <a:pt x="12356" y="2352"/>
                  <a:pt x="12624" y="2624"/>
                  <a:pt x="12968" y="2717"/>
                </a:cubicBezTo>
                <a:cubicBezTo>
                  <a:pt x="13671" y="2904"/>
                  <a:pt x="14348" y="3185"/>
                  <a:pt x="14982" y="3552"/>
                </a:cubicBezTo>
                <a:cubicBezTo>
                  <a:pt x="15134" y="3639"/>
                  <a:pt x="15304" y="3683"/>
                  <a:pt x="15473" y="3683"/>
                </a:cubicBezTo>
                <a:cubicBezTo>
                  <a:pt x="15648" y="3683"/>
                  <a:pt x="15822" y="3637"/>
                  <a:pt x="15978" y="3543"/>
                </a:cubicBezTo>
                <a:lnTo>
                  <a:pt x="16884" y="3000"/>
                </a:lnTo>
                <a:lnTo>
                  <a:pt x="18600" y="4715"/>
                </a:lnTo>
                <a:cubicBezTo>
                  <a:pt x="18598" y="4719"/>
                  <a:pt x="18597" y="4722"/>
                  <a:pt x="18595" y="4725"/>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2"/>
                  <a:pt x="20618" y="12012"/>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9"/>
                  <a:pt x="17136" y="1968"/>
                  <a:pt x="16975" y="1968"/>
                </a:cubicBezTo>
                <a:cubicBezTo>
                  <a:pt x="16778" y="1968"/>
                  <a:pt x="16572" y="2043"/>
                  <a:pt x="16400" y="2145"/>
                </a:cubicBezTo>
                <a:lnTo>
                  <a:pt x="15473" y="2701"/>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1"/>
                </a:cubicBezTo>
                <a:lnTo>
                  <a:pt x="5200" y="2145"/>
                </a:lnTo>
                <a:cubicBezTo>
                  <a:pt x="5028" y="2043"/>
                  <a:pt x="4822" y="1968"/>
                  <a:pt x="4625" y="1968"/>
                </a:cubicBezTo>
                <a:cubicBezTo>
                  <a:pt x="4464" y="1968"/>
                  <a:pt x="4308" y="2019"/>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2"/>
                  <a:pt x="0" y="9361"/>
                </a:cubicBezTo>
                <a:lnTo>
                  <a:pt x="0" y="12240"/>
                </a:lnTo>
                <a:cubicBezTo>
                  <a:pt x="0" y="12638"/>
                  <a:pt x="367" y="12848"/>
                  <a:pt x="720" y="12960"/>
                </a:cubicBezTo>
                <a:lnTo>
                  <a:pt x="1759" y="13220"/>
                </a:lnTo>
                <a:cubicBezTo>
                  <a:pt x="1973" y="14021"/>
                  <a:pt x="2292" y="14778"/>
                  <a:pt x="2698" y="15479"/>
                </a:cubicBezTo>
                <a:lnTo>
                  <a:pt x="2145" y="16400"/>
                </a:lnTo>
                <a:cubicBezTo>
                  <a:pt x="1959" y="16713"/>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3"/>
                  <a:pt x="19455" y="16400"/>
                </a:cubicBezTo>
                <a:lnTo>
                  <a:pt x="18902" y="15479"/>
                </a:lnTo>
                <a:cubicBezTo>
                  <a:pt x="19308" y="14778"/>
                  <a:pt x="19626" y="14021"/>
                  <a:pt x="19841" y="13220"/>
                </a:cubicBezTo>
                <a:lnTo>
                  <a:pt x="20880" y="12960"/>
                </a:lnTo>
                <a:cubicBezTo>
                  <a:pt x="21233" y="12848"/>
                  <a:pt x="21600" y="12638"/>
                  <a:pt x="21600" y="12240"/>
                </a:cubicBezTo>
                <a:lnTo>
                  <a:pt x="21600" y="9361"/>
                </a:lnTo>
                <a:cubicBezTo>
                  <a:pt x="21600" y="8962"/>
                  <a:pt x="21233" y="8730"/>
                  <a:pt x="20880" y="8641"/>
                </a:cubicBezTo>
                <a:moveTo>
                  <a:pt x="15709" y="10800"/>
                </a:moveTo>
                <a:cubicBezTo>
                  <a:pt x="15709" y="13346"/>
                  <a:pt x="13771" y="15438"/>
                  <a:pt x="11291" y="15685"/>
                </a:cubicBezTo>
                <a:lnTo>
                  <a:pt x="11291" y="12694"/>
                </a:lnTo>
                <a:cubicBezTo>
                  <a:pt x="12137" y="12476"/>
                  <a:pt x="12764" y="11714"/>
                  <a:pt x="12764" y="10800"/>
                </a:cubicBezTo>
                <a:cubicBezTo>
                  <a:pt x="12764" y="10630"/>
                  <a:pt x="12735" y="10468"/>
                  <a:pt x="12694" y="10310"/>
                </a:cubicBezTo>
                <a:lnTo>
                  <a:pt x="15308" y="8857"/>
                </a:lnTo>
                <a:cubicBezTo>
                  <a:pt x="15565" y="9453"/>
                  <a:pt x="15709" y="10110"/>
                  <a:pt x="15709" y="10800"/>
                </a:cubicBezTo>
                <a:moveTo>
                  <a:pt x="9818" y="10800"/>
                </a:moveTo>
                <a:cubicBezTo>
                  <a:pt x="9818" y="10258"/>
                  <a:pt x="10258" y="9818"/>
                  <a:pt x="10800" y="9818"/>
                </a:cubicBezTo>
                <a:cubicBezTo>
                  <a:pt x="11342" y="9818"/>
                  <a:pt x="11782" y="10258"/>
                  <a:pt x="11782" y="10800"/>
                </a:cubicBezTo>
                <a:cubicBezTo>
                  <a:pt x="11782" y="11342"/>
                  <a:pt x="11342" y="11782"/>
                  <a:pt x="10800" y="11782"/>
                </a:cubicBezTo>
                <a:cubicBezTo>
                  <a:pt x="10258" y="11782"/>
                  <a:pt x="9818" y="11342"/>
                  <a:pt x="9818" y="10800"/>
                </a:cubicBezTo>
                <a:moveTo>
                  <a:pt x="10309" y="15685"/>
                </a:moveTo>
                <a:cubicBezTo>
                  <a:pt x="7829" y="15438"/>
                  <a:pt x="5891" y="13346"/>
                  <a:pt x="5891" y="10800"/>
                </a:cubicBezTo>
                <a:cubicBezTo>
                  <a:pt x="5891" y="10110"/>
                  <a:pt x="6035" y="9453"/>
                  <a:pt x="6292" y="8857"/>
                </a:cubicBezTo>
                <a:lnTo>
                  <a:pt x="8906" y="10310"/>
                </a:lnTo>
                <a:cubicBezTo>
                  <a:pt x="8865" y="10468"/>
                  <a:pt x="8836" y="10630"/>
                  <a:pt x="8836" y="10800"/>
                </a:cubicBezTo>
                <a:cubicBezTo>
                  <a:pt x="8836" y="11714"/>
                  <a:pt x="9463" y="12476"/>
                  <a:pt x="10309" y="12694"/>
                </a:cubicBezTo>
                <a:cubicBezTo>
                  <a:pt x="10309" y="12694"/>
                  <a:pt x="10309" y="15685"/>
                  <a:pt x="10309" y="15685"/>
                </a:cubicBezTo>
                <a:close/>
                <a:moveTo>
                  <a:pt x="10800" y="5891"/>
                </a:moveTo>
                <a:cubicBezTo>
                  <a:pt x="12470" y="5891"/>
                  <a:pt x="13942" y="6727"/>
                  <a:pt x="14829" y="8000"/>
                </a:cubicBezTo>
                <a:lnTo>
                  <a:pt x="12220" y="9450"/>
                </a:lnTo>
                <a:cubicBezTo>
                  <a:pt x="11862" y="9074"/>
                  <a:pt x="11360" y="8836"/>
                  <a:pt x="10800" y="8836"/>
                </a:cubicBezTo>
                <a:cubicBezTo>
                  <a:pt x="10240" y="8836"/>
                  <a:pt x="9738" y="9074"/>
                  <a:pt x="9380" y="9450"/>
                </a:cubicBezTo>
                <a:lnTo>
                  <a:pt x="6771" y="8000"/>
                </a:lnTo>
                <a:cubicBezTo>
                  <a:pt x="7658" y="6727"/>
                  <a:pt x="9130" y="5891"/>
                  <a:pt x="10800" y="5891"/>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1" name="Shape 2593">
            <a:extLst>
              <a:ext uri="{FF2B5EF4-FFF2-40B4-BE49-F238E27FC236}">
                <a16:creationId xmlns:a16="http://schemas.microsoft.com/office/drawing/2014/main" id="{D71E8864-CF99-4751-CD2D-14139687B610}"/>
              </a:ext>
            </a:extLst>
          </p:cNvPr>
          <p:cNvSpPr/>
          <p:nvPr/>
        </p:nvSpPr>
        <p:spPr>
          <a:xfrm>
            <a:off x="10508100" y="133950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8095"/>
                </a:moveTo>
                <a:lnTo>
                  <a:pt x="20091" y="8640"/>
                </a:lnTo>
                <a:cubicBezTo>
                  <a:pt x="19294" y="8426"/>
                  <a:pt x="18482" y="8322"/>
                  <a:pt x="17675" y="8322"/>
                </a:cubicBezTo>
                <a:lnTo>
                  <a:pt x="17150" y="7377"/>
                </a:lnTo>
                <a:cubicBezTo>
                  <a:pt x="17052" y="7203"/>
                  <a:pt x="16911" y="7035"/>
                  <a:pt x="16741" y="6937"/>
                </a:cubicBezTo>
                <a:cubicBezTo>
                  <a:pt x="16601" y="6856"/>
                  <a:pt x="16442" y="6822"/>
                  <a:pt x="16268" y="6868"/>
                </a:cubicBezTo>
                <a:lnTo>
                  <a:pt x="13487" y="7613"/>
                </a:lnTo>
                <a:cubicBezTo>
                  <a:pt x="13102" y="7716"/>
                  <a:pt x="12995" y="8125"/>
                  <a:pt x="12977" y="8495"/>
                </a:cubicBezTo>
                <a:lnTo>
                  <a:pt x="12996" y="9570"/>
                </a:lnTo>
                <a:cubicBezTo>
                  <a:pt x="12293" y="9973"/>
                  <a:pt x="11639" y="10471"/>
                  <a:pt x="11053" y="11057"/>
                </a:cubicBezTo>
                <a:lnTo>
                  <a:pt x="10023" y="10762"/>
                </a:lnTo>
                <a:cubicBezTo>
                  <a:pt x="9673" y="10664"/>
                  <a:pt x="9239" y="10682"/>
                  <a:pt x="9040" y="11026"/>
                </a:cubicBezTo>
                <a:lnTo>
                  <a:pt x="7600" y="13520"/>
                </a:lnTo>
                <a:cubicBezTo>
                  <a:pt x="7401" y="13864"/>
                  <a:pt x="7614" y="14229"/>
                  <a:pt x="7863" y="14504"/>
                </a:cubicBezTo>
                <a:lnTo>
                  <a:pt x="8633" y="15248"/>
                </a:lnTo>
                <a:cubicBezTo>
                  <a:pt x="8419" y="16049"/>
                  <a:pt x="8315" y="16864"/>
                  <a:pt x="8317" y="17674"/>
                </a:cubicBezTo>
                <a:lnTo>
                  <a:pt x="7377" y="18196"/>
                </a:lnTo>
                <a:cubicBezTo>
                  <a:pt x="7060" y="18373"/>
                  <a:pt x="6765" y="18693"/>
                  <a:pt x="6868" y="19077"/>
                </a:cubicBezTo>
                <a:lnTo>
                  <a:pt x="7281" y="20619"/>
                </a:lnTo>
                <a:lnTo>
                  <a:pt x="1964" y="20619"/>
                </a:lnTo>
                <a:cubicBezTo>
                  <a:pt x="1422" y="20619"/>
                  <a:pt x="982" y="20178"/>
                  <a:pt x="982" y="19636"/>
                </a:cubicBezTo>
                <a:lnTo>
                  <a:pt x="982" y="11291"/>
                </a:lnTo>
                <a:lnTo>
                  <a:pt x="1931" y="11291"/>
                </a:lnTo>
                <a:cubicBezTo>
                  <a:pt x="2328" y="11291"/>
                  <a:pt x="2538" y="10924"/>
                  <a:pt x="2651" y="10571"/>
                </a:cubicBezTo>
                <a:lnTo>
                  <a:pt x="2913" y="9523"/>
                </a:lnTo>
                <a:cubicBezTo>
                  <a:pt x="3711" y="9310"/>
                  <a:pt x="4466" y="8993"/>
                  <a:pt x="5164" y="8590"/>
                </a:cubicBezTo>
                <a:lnTo>
                  <a:pt x="6091" y="9146"/>
                </a:lnTo>
                <a:cubicBezTo>
                  <a:pt x="6275" y="9241"/>
                  <a:pt x="6484" y="9317"/>
                  <a:pt x="6681" y="9317"/>
                </a:cubicBezTo>
                <a:cubicBezTo>
                  <a:pt x="6837" y="9317"/>
                  <a:pt x="6985" y="9270"/>
                  <a:pt x="7110" y="9146"/>
                </a:cubicBezTo>
                <a:lnTo>
                  <a:pt x="9146" y="7109"/>
                </a:lnTo>
                <a:cubicBezTo>
                  <a:pt x="9427" y="6828"/>
                  <a:pt x="9332" y="6404"/>
                  <a:pt x="9146" y="6091"/>
                </a:cubicBezTo>
                <a:lnTo>
                  <a:pt x="8593" y="5169"/>
                </a:lnTo>
                <a:cubicBezTo>
                  <a:pt x="8999" y="4469"/>
                  <a:pt x="9317" y="3711"/>
                  <a:pt x="9531" y="2911"/>
                </a:cubicBezTo>
                <a:lnTo>
                  <a:pt x="10571" y="2651"/>
                </a:lnTo>
                <a:cubicBezTo>
                  <a:pt x="10924" y="2538"/>
                  <a:pt x="11291" y="2328"/>
                  <a:pt x="11291" y="1931"/>
                </a:cubicBezTo>
                <a:lnTo>
                  <a:pt x="11291" y="982"/>
                </a:lnTo>
                <a:lnTo>
                  <a:pt x="19636" y="982"/>
                </a:lnTo>
                <a:cubicBezTo>
                  <a:pt x="20178" y="982"/>
                  <a:pt x="20618" y="1421"/>
                  <a:pt x="20618" y="1964"/>
                </a:cubicBezTo>
                <a:cubicBezTo>
                  <a:pt x="20618" y="1964"/>
                  <a:pt x="20618" y="8095"/>
                  <a:pt x="20618" y="8095"/>
                </a:cubicBezTo>
                <a:close/>
                <a:moveTo>
                  <a:pt x="20618" y="12594"/>
                </a:moveTo>
                <a:cubicBezTo>
                  <a:pt x="19750" y="12088"/>
                  <a:pt x="18750" y="11782"/>
                  <a:pt x="17673" y="11782"/>
                </a:cubicBezTo>
                <a:cubicBezTo>
                  <a:pt x="14419" y="11782"/>
                  <a:pt x="11782" y="14419"/>
                  <a:pt x="11782" y="17673"/>
                </a:cubicBezTo>
                <a:cubicBezTo>
                  <a:pt x="11782" y="18751"/>
                  <a:pt x="12088" y="19750"/>
                  <a:pt x="12594" y="20619"/>
                </a:cubicBezTo>
                <a:lnTo>
                  <a:pt x="8298" y="20619"/>
                </a:lnTo>
                <a:lnTo>
                  <a:pt x="7875" y="19042"/>
                </a:lnTo>
                <a:lnTo>
                  <a:pt x="8794" y="18532"/>
                </a:lnTo>
                <a:cubicBezTo>
                  <a:pt x="9106" y="18358"/>
                  <a:pt x="9299" y="18028"/>
                  <a:pt x="9299" y="17671"/>
                </a:cubicBezTo>
                <a:cubicBezTo>
                  <a:pt x="9298" y="16938"/>
                  <a:pt x="9392" y="16208"/>
                  <a:pt x="9582" y="15502"/>
                </a:cubicBezTo>
                <a:cubicBezTo>
                  <a:pt x="9674" y="15158"/>
                  <a:pt x="9572" y="14791"/>
                  <a:pt x="9316" y="14543"/>
                </a:cubicBezTo>
                <a:lnTo>
                  <a:pt x="8572" y="13823"/>
                </a:lnTo>
                <a:cubicBezTo>
                  <a:pt x="8569" y="13820"/>
                  <a:pt x="8566" y="13817"/>
                  <a:pt x="8564" y="13813"/>
                </a:cubicBezTo>
                <a:lnTo>
                  <a:pt x="9776" y="11713"/>
                </a:lnTo>
                <a:lnTo>
                  <a:pt x="10783" y="12001"/>
                </a:lnTo>
                <a:cubicBezTo>
                  <a:pt x="11126" y="12099"/>
                  <a:pt x="11495" y="12003"/>
                  <a:pt x="11748" y="11751"/>
                </a:cubicBezTo>
                <a:cubicBezTo>
                  <a:pt x="12264" y="11234"/>
                  <a:pt x="12848" y="10787"/>
                  <a:pt x="13485" y="10421"/>
                </a:cubicBezTo>
                <a:cubicBezTo>
                  <a:pt x="13794" y="10243"/>
                  <a:pt x="13983" y="9911"/>
                  <a:pt x="13977" y="9554"/>
                </a:cubicBezTo>
                <a:lnTo>
                  <a:pt x="13960" y="8514"/>
                </a:lnTo>
                <a:lnTo>
                  <a:pt x="13960" y="8503"/>
                </a:lnTo>
                <a:lnTo>
                  <a:pt x="16304" y="7875"/>
                </a:lnTo>
                <a:lnTo>
                  <a:pt x="16817" y="8799"/>
                </a:lnTo>
                <a:cubicBezTo>
                  <a:pt x="16905" y="8958"/>
                  <a:pt x="17032" y="9085"/>
                  <a:pt x="17184" y="9172"/>
                </a:cubicBezTo>
                <a:cubicBezTo>
                  <a:pt x="17330" y="9257"/>
                  <a:pt x="17499" y="9304"/>
                  <a:pt x="17675" y="9304"/>
                </a:cubicBezTo>
                <a:cubicBezTo>
                  <a:pt x="18407" y="9304"/>
                  <a:pt x="19135" y="9399"/>
                  <a:pt x="19837" y="9589"/>
                </a:cubicBezTo>
                <a:cubicBezTo>
                  <a:pt x="20106" y="9660"/>
                  <a:pt x="20389" y="9611"/>
                  <a:pt x="20618" y="9464"/>
                </a:cubicBezTo>
                <a:cubicBezTo>
                  <a:pt x="20618" y="9464"/>
                  <a:pt x="20618" y="12594"/>
                  <a:pt x="20618" y="12594"/>
                </a:cubicBezTo>
                <a:close/>
                <a:moveTo>
                  <a:pt x="20618" y="15475"/>
                </a:moveTo>
                <a:lnTo>
                  <a:pt x="19093" y="16323"/>
                </a:lnTo>
                <a:cubicBezTo>
                  <a:pt x="18735" y="15946"/>
                  <a:pt x="18233" y="15709"/>
                  <a:pt x="17673" y="15709"/>
                </a:cubicBezTo>
                <a:cubicBezTo>
                  <a:pt x="17113" y="15709"/>
                  <a:pt x="16610" y="15946"/>
                  <a:pt x="16253" y="16323"/>
                </a:cubicBezTo>
                <a:lnTo>
                  <a:pt x="13643" y="14873"/>
                </a:lnTo>
                <a:cubicBezTo>
                  <a:pt x="14530" y="13599"/>
                  <a:pt x="16003" y="12764"/>
                  <a:pt x="17673" y="12764"/>
                </a:cubicBezTo>
                <a:cubicBezTo>
                  <a:pt x="18783" y="12764"/>
                  <a:pt x="19798" y="13141"/>
                  <a:pt x="20618" y="13764"/>
                </a:cubicBezTo>
                <a:cubicBezTo>
                  <a:pt x="20618" y="13764"/>
                  <a:pt x="20618" y="15475"/>
                  <a:pt x="20618" y="15475"/>
                </a:cubicBezTo>
                <a:close/>
                <a:moveTo>
                  <a:pt x="20618" y="19636"/>
                </a:moveTo>
                <a:cubicBezTo>
                  <a:pt x="20618" y="20178"/>
                  <a:pt x="20178" y="20619"/>
                  <a:pt x="19636" y="20619"/>
                </a:cubicBezTo>
                <a:lnTo>
                  <a:pt x="18164" y="20619"/>
                </a:lnTo>
                <a:lnTo>
                  <a:pt x="18164" y="19567"/>
                </a:lnTo>
                <a:cubicBezTo>
                  <a:pt x="19009" y="19348"/>
                  <a:pt x="19636" y="18587"/>
                  <a:pt x="19636" y="17673"/>
                </a:cubicBezTo>
                <a:cubicBezTo>
                  <a:pt x="19636" y="17502"/>
                  <a:pt x="19608" y="17339"/>
                  <a:pt x="19567" y="17182"/>
                </a:cubicBezTo>
                <a:lnTo>
                  <a:pt x="20618" y="16598"/>
                </a:lnTo>
                <a:cubicBezTo>
                  <a:pt x="20618" y="16598"/>
                  <a:pt x="20618" y="19636"/>
                  <a:pt x="20618" y="19636"/>
                </a:cubicBezTo>
                <a:close/>
                <a:moveTo>
                  <a:pt x="16691" y="17673"/>
                </a:moveTo>
                <a:cubicBezTo>
                  <a:pt x="16691" y="17131"/>
                  <a:pt x="17131" y="16691"/>
                  <a:pt x="17673" y="16691"/>
                </a:cubicBezTo>
                <a:cubicBezTo>
                  <a:pt x="18214" y="16691"/>
                  <a:pt x="18655" y="17131"/>
                  <a:pt x="18655" y="17673"/>
                </a:cubicBezTo>
                <a:cubicBezTo>
                  <a:pt x="18655" y="18215"/>
                  <a:pt x="18214" y="18655"/>
                  <a:pt x="17673" y="18655"/>
                </a:cubicBezTo>
                <a:cubicBezTo>
                  <a:pt x="17131" y="18655"/>
                  <a:pt x="16691" y="18215"/>
                  <a:pt x="16691" y="17673"/>
                </a:cubicBezTo>
                <a:moveTo>
                  <a:pt x="17182" y="20619"/>
                </a:moveTo>
                <a:lnTo>
                  <a:pt x="13757" y="20619"/>
                </a:lnTo>
                <a:cubicBezTo>
                  <a:pt x="13138" y="19797"/>
                  <a:pt x="12764" y="18781"/>
                  <a:pt x="12764" y="17673"/>
                </a:cubicBezTo>
                <a:cubicBezTo>
                  <a:pt x="12764" y="16982"/>
                  <a:pt x="12907" y="16326"/>
                  <a:pt x="13165" y="15730"/>
                </a:cubicBezTo>
                <a:lnTo>
                  <a:pt x="15779" y="17182"/>
                </a:lnTo>
                <a:cubicBezTo>
                  <a:pt x="15738" y="17339"/>
                  <a:pt x="15709" y="17502"/>
                  <a:pt x="15709" y="17673"/>
                </a:cubicBezTo>
                <a:cubicBezTo>
                  <a:pt x="15709" y="18587"/>
                  <a:pt x="16336" y="19348"/>
                  <a:pt x="17182" y="19567"/>
                </a:cubicBezTo>
                <a:cubicBezTo>
                  <a:pt x="17182" y="19567"/>
                  <a:pt x="17182" y="20619"/>
                  <a:pt x="17182" y="20619"/>
                </a:cubicBezTo>
                <a:close/>
                <a:moveTo>
                  <a:pt x="982" y="5376"/>
                </a:moveTo>
                <a:cubicBezTo>
                  <a:pt x="3301" y="5145"/>
                  <a:pt x="5145" y="3301"/>
                  <a:pt x="5375" y="982"/>
                </a:cubicBezTo>
                <a:lnTo>
                  <a:pt x="10309" y="982"/>
                </a:lnTo>
                <a:lnTo>
                  <a:pt x="10309" y="1703"/>
                </a:lnTo>
                <a:cubicBezTo>
                  <a:pt x="10305" y="1705"/>
                  <a:pt x="10302" y="1706"/>
                  <a:pt x="10298" y="1707"/>
                </a:cubicBezTo>
                <a:lnTo>
                  <a:pt x="9293" y="1958"/>
                </a:lnTo>
                <a:cubicBezTo>
                  <a:pt x="8947" y="2045"/>
                  <a:pt x="8675" y="2313"/>
                  <a:pt x="8583" y="2657"/>
                </a:cubicBezTo>
                <a:cubicBezTo>
                  <a:pt x="8394" y="3363"/>
                  <a:pt x="8112" y="4042"/>
                  <a:pt x="7744" y="4676"/>
                </a:cubicBezTo>
                <a:cubicBezTo>
                  <a:pt x="7564" y="4986"/>
                  <a:pt x="7567" y="5368"/>
                  <a:pt x="7751" y="5674"/>
                </a:cubicBezTo>
                <a:lnTo>
                  <a:pt x="8292" y="6575"/>
                </a:lnTo>
                <a:lnTo>
                  <a:pt x="6576" y="8291"/>
                </a:lnTo>
                <a:cubicBezTo>
                  <a:pt x="6573" y="8290"/>
                  <a:pt x="6569" y="8288"/>
                  <a:pt x="6566" y="8286"/>
                </a:cubicBezTo>
                <a:lnTo>
                  <a:pt x="5669" y="7748"/>
                </a:lnTo>
                <a:cubicBezTo>
                  <a:pt x="5513" y="7655"/>
                  <a:pt x="5339" y="7608"/>
                  <a:pt x="5164" y="7608"/>
                </a:cubicBezTo>
                <a:cubicBezTo>
                  <a:pt x="4995" y="7608"/>
                  <a:pt x="4825" y="7652"/>
                  <a:pt x="4673" y="7739"/>
                </a:cubicBezTo>
                <a:cubicBezTo>
                  <a:pt x="4039" y="8106"/>
                  <a:pt x="3362" y="8387"/>
                  <a:pt x="2659" y="8575"/>
                </a:cubicBezTo>
                <a:cubicBezTo>
                  <a:pt x="2315" y="8666"/>
                  <a:pt x="2047" y="8938"/>
                  <a:pt x="1960" y="9285"/>
                </a:cubicBezTo>
                <a:lnTo>
                  <a:pt x="1707" y="10298"/>
                </a:lnTo>
                <a:cubicBezTo>
                  <a:pt x="1706" y="10302"/>
                  <a:pt x="1705" y="10305"/>
                  <a:pt x="1703" y="10310"/>
                </a:cubicBezTo>
                <a:lnTo>
                  <a:pt x="982" y="10310"/>
                </a:lnTo>
                <a:cubicBezTo>
                  <a:pt x="982" y="10310"/>
                  <a:pt x="982" y="5376"/>
                  <a:pt x="982" y="5376"/>
                </a:cubicBezTo>
                <a:close/>
                <a:moveTo>
                  <a:pt x="982" y="1964"/>
                </a:moveTo>
                <a:cubicBezTo>
                  <a:pt x="982" y="1421"/>
                  <a:pt x="1422" y="982"/>
                  <a:pt x="1964" y="982"/>
                </a:cubicBezTo>
                <a:lnTo>
                  <a:pt x="4384" y="982"/>
                </a:lnTo>
                <a:cubicBezTo>
                  <a:pt x="4162" y="2758"/>
                  <a:pt x="2758" y="4162"/>
                  <a:pt x="982" y="4384"/>
                </a:cubicBezTo>
                <a:cubicBezTo>
                  <a:pt x="982" y="4384"/>
                  <a:pt x="982" y="1964"/>
                  <a:pt x="982" y="1964"/>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2" name="Shape 2594">
            <a:extLst>
              <a:ext uri="{FF2B5EF4-FFF2-40B4-BE49-F238E27FC236}">
                <a16:creationId xmlns:a16="http://schemas.microsoft.com/office/drawing/2014/main" id="{B07B3FA1-7ABD-FB2B-9735-EDD1CBC88D51}"/>
              </a:ext>
            </a:extLst>
          </p:cNvPr>
          <p:cNvSpPr/>
          <p:nvPr/>
        </p:nvSpPr>
        <p:spPr>
          <a:xfrm>
            <a:off x="11041361" y="1364896"/>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3436" y="8400"/>
                </a:moveTo>
                <a:lnTo>
                  <a:pt x="18164" y="8400"/>
                </a:lnTo>
                <a:cubicBezTo>
                  <a:pt x="18435" y="8400"/>
                  <a:pt x="18655" y="8132"/>
                  <a:pt x="18655" y="7800"/>
                </a:cubicBezTo>
                <a:cubicBezTo>
                  <a:pt x="18655" y="7468"/>
                  <a:pt x="18435" y="7200"/>
                  <a:pt x="18164" y="7200"/>
                </a:cubicBezTo>
                <a:lnTo>
                  <a:pt x="3436" y="7200"/>
                </a:lnTo>
                <a:cubicBezTo>
                  <a:pt x="3165" y="7200"/>
                  <a:pt x="2945" y="7468"/>
                  <a:pt x="2945" y="7800"/>
                </a:cubicBezTo>
                <a:cubicBezTo>
                  <a:pt x="2945" y="8132"/>
                  <a:pt x="3165" y="8400"/>
                  <a:pt x="3436" y="8400"/>
                </a:cubicBezTo>
                <a:moveTo>
                  <a:pt x="3436" y="10800"/>
                </a:moveTo>
                <a:lnTo>
                  <a:pt x="18164" y="10800"/>
                </a:lnTo>
                <a:cubicBezTo>
                  <a:pt x="18435" y="10800"/>
                  <a:pt x="18655" y="10532"/>
                  <a:pt x="18655" y="10200"/>
                </a:cubicBezTo>
                <a:cubicBezTo>
                  <a:pt x="18655" y="9868"/>
                  <a:pt x="18435" y="9600"/>
                  <a:pt x="18164" y="9600"/>
                </a:cubicBezTo>
                <a:lnTo>
                  <a:pt x="3436" y="9600"/>
                </a:lnTo>
                <a:cubicBezTo>
                  <a:pt x="3165" y="9600"/>
                  <a:pt x="2945" y="9868"/>
                  <a:pt x="2945" y="10200"/>
                </a:cubicBezTo>
                <a:cubicBezTo>
                  <a:pt x="2945" y="10532"/>
                  <a:pt x="3165" y="10800"/>
                  <a:pt x="3436" y="10800"/>
                </a:cubicBezTo>
                <a:moveTo>
                  <a:pt x="3436" y="13200"/>
                </a:moveTo>
                <a:lnTo>
                  <a:pt x="13255" y="13200"/>
                </a:lnTo>
                <a:cubicBezTo>
                  <a:pt x="13526" y="13200"/>
                  <a:pt x="13745" y="12931"/>
                  <a:pt x="13745" y="12601"/>
                </a:cubicBezTo>
                <a:cubicBezTo>
                  <a:pt x="13745" y="12268"/>
                  <a:pt x="13526" y="12000"/>
                  <a:pt x="13255" y="12000"/>
                </a:cubicBezTo>
                <a:lnTo>
                  <a:pt x="3436" y="12000"/>
                </a:lnTo>
                <a:cubicBezTo>
                  <a:pt x="3165" y="12000"/>
                  <a:pt x="2945" y="12268"/>
                  <a:pt x="2945" y="12601"/>
                </a:cubicBezTo>
                <a:cubicBezTo>
                  <a:pt x="2945" y="12931"/>
                  <a:pt x="3165" y="13200"/>
                  <a:pt x="3436" y="13200"/>
                </a:cubicBezTo>
                <a:moveTo>
                  <a:pt x="20618" y="19200"/>
                </a:moveTo>
                <a:lnTo>
                  <a:pt x="18114" y="19200"/>
                </a:lnTo>
                <a:cubicBezTo>
                  <a:pt x="17887" y="17831"/>
                  <a:pt x="16897" y="16800"/>
                  <a:pt x="15709" y="16800"/>
                </a:cubicBezTo>
                <a:cubicBezTo>
                  <a:pt x="14522" y="16800"/>
                  <a:pt x="13532" y="17831"/>
                  <a:pt x="13304" y="19200"/>
                </a:cubicBezTo>
                <a:lnTo>
                  <a:pt x="8296" y="19200"/>
                </a:lnTo>
                <a:cubicBezTo>
                  <a:pt x="8068" y="17831"/>
                  <a:pt x="7078" y="16800"/>
                  <a:pt x="5891" y="16800"/>
                </a:cubicBezTo>
                <a:cubicBezTo>
                  <a:pt x="4703" y="16800"/>
                  <a:pt x="3713" y="17831"/>
                  <a:pt x="3486" y="19200"/>
                </a:cubicBezTo>
                <a:lnTo>
                  <a:pt x="982" y="19200"/>
                </a:lnTo>
                <a:lnTo>
                  <a:pt x="982" y="1200"/>
                </a:lnTo>
                <a:lnTo>
                  <a:pt x="20618" y="1200"/>
                </a:lnTo>
                <a:cubicBezTo>
                  <a:pt x="20618" y="1200"/>
                  <a:pt x="20618" y="19200"/>
                  <a:pt x="20618" y="19200"/>
                </a:cubicBezTo>
                <a:close/>
                <a:moveTo>
                  <a:pt x="20618" y="0"/>
                </a:moveTo>
                <a:lnTo>
                  <a:pt x="982" y="0"/>
                </a:lnTo>
                <a:cubicBezTo>
                  <a:pt x="440" y="0"/>
                  <a:pt x="0" y="538"/>
                  <a:pt x="0" y="1200"/>
                </a:cubicBezTo>
                <a:lnTo>
                  <a:pt x="0" y="19200"/>
                </a:lnTo>
                <a:cubicBezTo>
                  <a:pt x="0" y="19862"/>
                  <a:pt x="440" y="20400"/>
                  <a:pt x="982" y="20400"/>
                </a:cubicBezTo>
                <a:lnTo>
                  <a:pt x="3927" y="20400"/>
                </a:lnTo>
                <a:cubicBezTo>
                  <a:pt x="4199" y="20400"/>
                  <a:pt x="4418" y="20132"/>
                  <a:pt x="4418" y="19800"/>
                </a:cubicBezTo>
                <a:cubicBezTo>
                  <a:pt x="4418" y="18807"/>
                  <a:pt x="5078" y="18000"/>
                  <a:pt x="5891" y="18000"/>
                </a:cubicBezTo>
                <a:cubicBezTo>
                  <a:pt x="6704" y="18000"/>
                  <a:pt x="7364" y="18807"/>
                  <a:pt x="7364" y="19800"/>
                </a:cubicBezTo>
                <a:cubicBezTo>
                  <a:pt x="7364" y="20132"/>
                  <a:pt x="7583" y="20400"/>
                  <a:pt x="7855" y="20400"/>
                </a:cubicBezTo>
                <a:lnTo>
                  <a:pt x="13745" y="20400"/>
                </a:lnTo>
                <a:cubicBezTo>
                  <a:pt x="14017" y="20400"/>
                  <a:pt x="14236" y="20132"/>
                  <a:pt x="14236" y="19800"/>
                </a:cubicBezTo>
                <a:cubicBezTo>
                  <a:pt x="14236" y="18807"/>
                  <a:pt x="14896" y="18000"/>
                  <a:pt x="15709" y="18000"/>
                </a:cubicBezTo>
                <a:cubicBezTo>
                  <a:pt x="16523" y="18000"/>
                  <a:pt x="17182" y="18807"/>
                  <a:pt x="17182" y="19800"/>
                </a:cubicBezTo>
                <a:cubicBezTo>
                  <a:pt x="17182" y="20132"/>
                  <a:pt x="17401" y="20400"/>
                  <a:pt x="17673" y="20400"/>
                </a:cubicBezTo>
                <a:lnTo>
                  <a:pt x="20618" y="20400"/>
                </a:lnTo>
                <a:cubicBezTo>
                  <a:pt x="21160" y="20400"/>
                  <a:pt x="21600" y="19862"/>
                  <a:pt x="21600" y="19200"/>
                </a:cubicBezTo>
                <a:lnTo>
                  <a:pt x="21600" y="1200"/>
                </a:lnTo>
                <a:cubicBezTo>
                  <a:pt x="21600" y="538"/>
                  <a:pt x="21160" y="0"/>
                  <a:pt x="20618" y="0"/>
                </a:cubicBezTo>
                <a:moveTo>
                  <a:pt x="5891" y="19200"/>
                </a:moveTo>
                <a:cubicBezTo>
                  <a:pt x="5620" y="19200"/>
                  <a:pt x="5400" y="19468"/>
                  <a:pt x="5400" y="19800"/>
                </a:cubicBezTo>
                <a:lnTo>
                  <a:pt x="5400" y="21000"/>
                </a:lnTo>
                <a:cubicBezTo>
                  <a:pt x="5400" y="21332"/>
                  <a:pt x="5620" y="21600"/>
                  <a:pt x="5891" y="21600"/>
                </a:cubicBezTo>
                <a:cubicBezTo>
                  <a:pt x="6162" y="21600"/>
                  <a:pt x="6382" y="21332"/>
                  <a:pt x="6382" y="21000"/>
                </a:cubicBezTo>
                <a:lnTo>
                  <a:pt x="6382" y="19800"/>
                </a:lnTo>
                <a:cubicBezTo>
                  <a:pt x="6382" y="19468"/>
                  <a:pt x="6162" y="19200"/>
                  <a:pt x="5891" y="19200"/>
                </a:cubicBezTo>
                <a:moveTo>
                  <a:pt x="3436" y="6000"/>
                </a:moveTo>
                <a:lnTo>
                  <a:pt x="18164" y="6000"/>
                </a:lnTo>
                <a:cubicBezTo>
                  <a:pt x="18435" y="6000"/>
                  <a:pt x="18655" y="5732"/>
                  <a:pt x="18655" y="5400"/>
                </a:cubicBezTo>
                <a:cubicBezTo>
                  <a:pt x="18655" y="5069"/>
                  <a:pt x="18435" y="4800"/>
                  <a:pt x="18164" y="4800"/>
                </a:cubicBezTo>
                <a:lnTo>
                  <a:pt x="3436" y="4800"/>
                </a:lnTo>
                <a:cubicBezTo>
                  <a:pt x="3165" y="4800"/>
                  <a:pt x="2945" y="5069"/>
                  <a:pt x="2945" y="5400"/>
                </a:cubicBezTo>
                <a:cubicBezTo>
                  <a:pt x="2945" y="5732"/>
                  <a:pt x="3165" y="6000"/>
                  <a:pt x="3436" y="6000"/>
                </a:cubicBezTo>
                <a:moveTo>
                  <a:pt x="15709" y="19200"/>
                </a:moveTo>
                <a:cubicBezTo>
                  <a:pt x="15438" y="19200"/>
                  <a:pt x="15218" y="19468"/>
                  <a:pt x="15218" y="19800"/>
                </a:cubicBezTo>
                <a:lnTo>
                  <a:pt x="15218" y="21000"/>
                </a:lnTo>
                <a:cubicBezTo>
                  <a:pt x="15218" y="21332"/>
                  <a:pt x="15438" y="21600"/>
                  <a:pt x="15709" y="21600"/>
                </a:cubicBezTo>
                <a:cubicBezTo>
                  <a:pt x="15980" y="21600"/>
                  <a:pt x="16200" y="21332"/>
                  <a:pt x="16200" y="21000"/>
                </a:cubicBezTo>
                <a:lnTo>
                  <a:pt x="16200" y="19800"/>
                </a:lnTo>
                <a:cubicBezTo>
                  <a:pt x="16200" y="19468"/>
                  <a:pt x="15980" y="19200"/>
                  <a:pt x="15709" y="19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3" name="Shape 2595">
            <a:extLst>
              <a:ext uri="{FF2B5EF4-FFF2-40B4-BE49-F238E27FC236}">
                <a16:creationId xmlns:a16="http://schemas.microsoft.com/office/drawing/2014/main" id="{80D830CE-9C0D-3D07-4DE1-CAC87AF353F1}"/>
              </a:ext>
            </a:extLst>
          </p:cNvPr>
          <p:cNvSpPr/>
          <p:nvPr/>
        </p:nvSpPr>
        <p:spPr>
          <a:xfrm>
            <a:off x="6242012" y="1885461"/>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7364" y="14040"/>
                </a:moveTo>
                <a:lnTo>
                  <a:pt x="14236" y="14040"/>
                </a:lnTo>
                <a:cubicBezTo>
                  <a:pt x="14507" y="14040"/>
                  <a:pt x="14727" y="13799"/>
                  <a:pt x="14727" y="13500"/>
                </a:cubicBezTo>
                <a:cubicBezTo>
                  <a:pt x="14727" y="13202"/>
                  <a:pt x="14507" y="12960"/>
                  <a:pt x="14236" y="12960"/>
                </a:cubicBezTo>
                <a:lnTo>
                  <a:pt x="7364" y="12960"/>
                </a:lnTo>
                <a:cubicBezTo>
                  <a:pt x="7093" y="12960"/>
                  <a:pt x="6873" y="13202"/>
                  <a:pt x="6873" y="13500"/>
                </a:cubicBezTo>
                <a:cubicBezTo>
                  <a:pt x="6873" y="13799"/>
                  <a:pt x="7093" y="14040"/>
                  <a:pt x="7364" y="14040"/>
                </a:cubicBezTo>
                <a:moveTo>
                  <a:pt x="7364" y="11880"/>
                </a:moveTo>
                <a:lnTo>
                  <a:pt x="18164" y="11880"/>
                </a:lnTo>
                <a:cubicBezTo>
                  <a:pt x="18434" y="11880"/>
                  <a:pt x="18655" y="11639"/>
                  <a:pt x="18655" y="11340"/>
                </a:cubicBezTo>
                <a:cubicBezTo>
                  <a:pt x="18655" y="11042"/>
                  <a:pt x="18434" y="10800"/>
                  <a:pt x="18164" y="10800"/>
                </a:cubicBezTo>
                <a:lnTo>
                  <a:pt x="7364" y="10800"/>
                </a:lnTo>
                <a:cubicBezTo>
                  <a:pt x="7093" y="10800"/>
                  <a:pt x="6873" y="11042"/>
                  <a:pt x="6873" y="11340"/>
                </a:cubicBezTo>
                <a:cubicBezTo>
                  <a:pt x="6873" y="11639"/>
                  <a:pt x="7093" y="11880"/>
                  <a:pt x="7364" y="11880"/>
                </a:cubicBezTo>
                <a:moveTo>
                  <a:pt x="20618" y="19440"/>
                </a:moveTo>
                <a:lnTo>
                  <a:pt x="18605" y="19440"/>
                </a:lnTo>
                <a:cubicBezTo>
                  <a:pt x="18378" y="18208"/>
                  <a:pt x="17387" y="17280"/>
                  <a:pt x="16200" y="17280"/>
                </a:cubicBezTo>
                <a:cubicBezTo>
                  <a:pt x="15013" y="17280"/>
                  <a:pt x="14022" y="18208"/>
                  <a:pt x="13795" y="19440"/>
                </a:cubicBezTo>
                <a:lnTo>
                  <a:pt x="11732" y="19440"/>
                </a:lnTo>
                <a:cubicBezTo>
                  <a:pt x="11505" y="18208"/>
                  <a:pt x="10515" y="17280"/>
                  <a:pt x="9327" y="17280"/>
                </a:cubicBezTo>
                <a:cubicBezTo>
                  <a:pt x="8140" y="17280"/>
                  <a:pt x="7150" y="18208"/>
                  <a:pt x="6922" y="19440"/>
                </a:cubicBezTo>
                <a:lnTo>
                  <a:pt x="4909" y="19440"/>
                </a:lnTo>
                <a:lnTo>
                  <a:pt x="4909" y="5400"/>
                </a:lnTo>
                <a:lnTo>
                  <a:pt x="20618" y="5400"/>
                </a:lnTo>
                <a:cubicBezTo>
                  <a:pt x="20618" y="5400"/>
                  <a:pt x="20618" y="19440"/>
                  <a:pt x="20618" y="19440"/>
                </a:cubicBezTo>
                <a:close/>
                <a:moveTo>
                  <a:pt x="20618" y="4320"/>
                </a:moveTo>
                <a:lnTo>
                  <a:pt x="4909" y="4320"/>
                </a:lnTo>
                <a:cubicBezTo>
                  <a:pt x="4367" y="4320"/>
                  <a:pt x="3927" y="4804"/>
                  <a:pt x="3927" y="5400"/>
                </a:cubicBezTo>
                <a:lnTo>
                  <a:pt x="3927" y="19440"/>
                </a:lnTo>
                <a:cubicBezTo>
                  <a:pt x="3927" y="20036"/>
                  <a:pt x="4367" y="20520"/>
                  <a:pt x="4909" y="20520"/>
                </a:cubicBezTo>
                <a:lnTo>
                  <a:pt x="7364" y="20520"/>
                </a:lnTo>
                <a:cubicBezTo>
                  <a:pt x="7634" y="20520"/>
                  <a:pt x="7855" y="20279"/>
                  <a:pt x="7855" y="19980"/>
                </a:cubicBezTo>
                <a:cubicBezTo>
                  <a:pt x="7855" y="19085"/>
                  <a:pt x="8514" y="18360"/>
                  <a:pt x="9327" y="18360"/>
                </a:cubicBezTo>
                <a:cubicBezTo>
                  <a:pt x="10141" y="18360"/>
                  <a:pt x="10800" y="19085"/>
                  <a:pt x="10800" y="19980"/>
                </a:cubicBezTo>
                <a:cubicBezTo>
                  <a:pt x="10800" y="20279"/>
                  <a:pt x="11020" y="20520"/>
                  <a:pt x="11291" y="20520"/>
                </a:cubicBezTo>
                <a:lnTo>
                  <a:pt x="14236" y="20520"/>
                </a:lnTo>
                <a:cubicBezTo>
                  <a:pt x="14507" y="20520"/>
                  <a:pt x="14727" y="20279"/>
                  <a:pt x="14727" y="19980"/>
                </a:cubicBezTo>
                <a:cubicBezTo>
                  <a:pt x="14727" y="19085"/>
                  <a:pt x="15386" y="18360"/>
                  <a:pt x="16200" y="18360"/>
                </a:cubicBezTo>
                <a:cubicBezTo>
                  <a:pt x="17014" y="18360"/>
                  <a:pt x="17673" y="19085"/>
                  <a:pt x="17673" y="19980"/>
                </a:cubicBezTo>
                <a:cubicBezTo>
                  <a:pt x="17673" y="20279"/>
                  <a:pt x="17893" y="20520"/>
                  <a:pt x="18164" y="20520"/>
                </a:cubicBezTo>
                <a:lnTo>
                  <a:pt x="20618" y="20520"/>
                </a:lnTo>
                <a:cubicBezTo>
                  <a:pt x="21160" y="20520"/>
                  <a:pt x="21600" y="20036"/>
                  <a:pt x="21600" y="19440"/>
                </a:cubicBezTo>
                <a:lnTo>
                  <a:pt x="21600" y="5400"/>
                </a:lnTo>
                <a:cubicBezTo>
                  <a:pt x="21600" y="4804"/>
                  <a:pt x="21160" y="4320"/>
                  <a:pt x="20618" y="4320"/>
                </a:cubicBezTo>
                <a:moveTo>
                  <a:pt x="7364" y="9720"/>
                </a:moveTo>
                <a:lnTo>
                  <a:pt x="18164" y="9720"/>
                </a:lnTo>
                <a:cubicBezTo>
                  <a:pt x="18434" y="9720"/>
                  <a:pt x="18655" y="9479"/>
                  <a:pt x="18655" y="9180"/>
                </a:cubicBezTo>
                <a:cubicBezTo>
                  <a:pt x="18655" y="8882"/>
                  <a:pt x="18434" y="8640"/>
                  <a:pt x="18164" y="8640"/>
                </a:cubicBezTo>
                <a:lnTo>
                  <a:pt x="7364" y="8640"/>
                </a:lnTo>
                <a:cubicBezTo>
                  <a:pt x="7093" y="8640"/>
                  <a:pt x="6873" y="8882"/>
                  <a:pt x="6873" y="9180"/>
                </a:cubicBezTo>
                <a:cubicBezTo>
                  <a:pt x="6873" y="9479"/>
                  <a:pt x="7093" y="9720"/>
                  <a:pt x="7364" y="9720"/>
                </a:cubicBezTo>
                <a:moveTo>
                  <a:pt x="9327" y="19440"/>
                </a:moveTo>
                <a:cubicBezTo>
                  <a:pt x="9056" y="19440"/>
                  <a:pt x="8836" y="19682"/>
                  <a:pt x="8836" y="19980"/>
                </a:cubicBezTo>
                <a:lnTo>
                  <a:pt x="8836" y="21060"/>
                </a:lnTo>
                <a:cubicBezTo>
                  <a:pt x="8836" y="21359"/>
                  <a:pt x="9056" y="21600"/>
                  <a:pt x="9327" y="21600"/>
                </a:cubicBezTo>
                <a:cubicBezTo>
                  <a:pt x="9598" y="21600"/>
                  <a:pt x="9818" y="21359"/>
                  <a:pt x="9818" y="21060"/>
                </a:cubicBezTo>
                <a:lnTo>
                  <a:pt x="9818" y="19980"/>
                </a:lnTo>
                <a:cubicBezTo>
                  <a:pt x="9818" y="19682"/>
                  <a:pt x="9598" y="19440"/>
                  <a:pt x="9327" y="19440"/>
                </a:cubicBezTo>
                <a:moveTo>
                  <a:pt x="2455" y="15120"/>
                </a:moveTo>
                <a:lnTo>
                  <a:pt x="982" y="15120"/>
                </a:lnTo>
                <a:lnTo>
                  <a:pt x="982" y="1080"/>
                </a:lnTo>
                <a:lnTo>
                  <a:pt x="16691" y="1080"/>
                </a:lnTo>
                <a:lnTo>
                  <a:pt x="16691" y="2700"/>
                </a:lnTo>
                <a:cubicBezTo>
                  <a:pt x="16691" y="2999"/>
                  <a:pt x="16911" y="3240"/>
                  <a:pt x="17182" y="3240"/>
                </a:cubicBezTo>
                <a:cubicBezTo>
                  <a:pt x="17453" y="3240"/>
                  <a:pt x="17673" y="2999"/>
                  <a:pt x="17673" y="2700"/>
                </a:cubicBezTo>
                <a:lnTo>
                  <a:pt x="17673" y="1080"/>
                </a:lnTo>
                <a:cubicBezTo>
                  <a:pt x="17673" y="484"/>
                  <a:pt x="17233" y="0"/>
                  <a:pt x="16691" y="0"/>
                </a:cubicBezTo>
                <a:lnTo>
                  <a:pt x="982" y="0"/>
                </a:lnTo>
                <a:cubicBezTo>
                  <a:pt x="440" y="0"/>
                  <a:pt x="0" y="484"/>
                  <a:pt x="0" y="1080"/>
                </a:cubicBezTo>
                <a:lnTo>
                  <a:pt x="0" y="15120"/>
                </a:lnTo>
                <a:cubicBezTo>
                  <a:pt x="0" y="15716"/>
                  <a:pt x="440" y="16201"/>
                  <a:pt x="982" y="16201"/>
                </a:cubicBezTo>
                <a:lnTo>
                  <a:pt x="2455" y="16201"/>
                </a:lnTo>
                <a:cubicBezTo>
                  <a:pt x="2725" y="16201"/>
                  <a:pt x="2945" y="15959"/>
                  <a:pt x="2945" y="15660"/>
                </a:cubicBezTo>
                <a:cubicBezTo>
                  <a:pt x="2945" y="15362"/>
                  <a:pt x="2725" y="15120"/>
                  <a:pt x="2455" y="15120"/>
                </a:cubicBezTo>
                <a:moveTo>
                  <a:pt x="16200" y="19440"/>
                </a:moveTo>
                <a:cubicBezTo>
                  <a:pt x="15929" y="19440"/>
                  <a:pt x="15709" y="19682"/>
                  <a:pt x="15709" y="19980"/>
                </a:cubicBezTo>
                <a:lnTo>
                  <a:pt x="15709" y="21060"/>
                </a:lnTo>
                <a:cubicBezTo>
                  <a:pt x="15709" y="21359"/>
                  <a:pt x="15929" y="21600"/>
                  <a:pt x="16200" y="21600"/>
                </a:cubicBezTo>
                <a:cubicBezTo>
                  <a:pt x="16471" y="21600"/>
                  <a:pt x="16691" y="21359"/>
                  <a:pt x="16691" y="21060"/>
                </a:cubicBezTo>
                <a:lnTo>
                  <a:pt x="16691" y="19980"/>
                </a:lnTo>
                <a:cubicBezTo>
                  <a:pt x="16691" y="19682"/>
                  <a:pt x="16471" y="19440"/>
                  <a:pt x="16200" y="1944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4" name="Shape 2596">
            <a:extLst>
              <a:ext uri="{FF2B5EF4-FFF2-40B4-BE49-F238E27FC236}">
                <a16:creationId xmlns:a16="http://schemas.microsoft.com/office/drawing/2014/main" id="{20113DD4-BE04-6000-DDBE-93C2F091B8F4}"/>
              </a:ext>
            </a:extLst>
          </p:cNvPr>
          <p:cNvSpPr/>
          <p:nvPr/>
        </p:nvSpPr>
        <p:spPr>
          <a:xfrm>
            <a:off x="6775273" y="1910854"/>
            <a:ext cx="279328" cy="203148"/>
          </a:xfrm>
          <a:custGeom>
            <a:avLst/>
            <a:gdLst/>
            <a:ahLst/>
            <a:cxnLst>
              <a:cxn ang="0">
                <a:pos x="wd2" y="hd2"/>
              </a:cxn>
              <a:cxn ang="5400000">
                <a:pos x="wd2" y="hd2"/>
              </a:cxn>
              <a:cxn ang="10800000">
                <a:pos x="wd2" y="hd2"/>
              </a:cxn>
              <a:cxn ang="16200000">
                <a:pos x="wd2" y="hd2"/>
              </a:cxn>
            </a:cxnLst>
            <a:rect l="0" t="0" r="r" b="b"/>
            <a:pathLst>
              <a:path w="21600" h="21600" extrusionOk="0">
                <a:moveTo>
                  <a:pt x="3436" y="5400"/>
                </a:moveTo>
                <a:lnTo>
                  <a:pt x="9327" y="5400"/>
                </a:lnTo>
                <a:cubicBezTo>
                  <a:pt x="9598" y="5400"/>
                  <a:pt x="9818" y="5098"/>
                  <a:pt x="9818" y="4725"/>
                </a:cubicBezTo>
                <a:cubicBezTo>
                  <a:pt x="9818" y="4353"/>
                  <a:pt x="9598" y="4050"/>
                  <a:pt x="9327" y="4050"/>
                </a:cubicBezTo>
                <a:lnTo>
                  <a:pt x="3436" y="4050"/>
                </a:lnTo>
                <a:cubicBezTo>
                  <a:pt x="3166" y="4050"/>
                  <a:pt x="2945" y="4353"/>
                  <a:pt x="2945" y="4725"/>
                </a:cubicBezTo>
                <a:cubicBezTo>
                  <a:pt x="2945" y="5098"/>
                  <a:pt x="3166" y="5400"/>
                  <a:pt x="3436" y="5400"/>
                </a:cubicBezTo>
                <a:moveTo>
                  <a:pt x="3436" y="8100"/>
                </a:moveTo>
                <a:lnTo>
                  <a:pt x="7364" y="8100"/>
                </a:lnTo>
                <a:cubicBezTo>
                  <a:pt x="7634" y="8100"/>
                  <a:pt x="7855" y="7798"/>
                  <a:pt x="7855" y="7425"/>
                </a:cubicBezTo>
                <a:cubicBezTo>
                  <a:pt x="7855" y="7053"/>
                  <a:pt x="7634" y="6750"/>
                  <a:pt x="7364" y="6750"/>
                </a:cubicBezTo>
                <a:lnTo>
                  <a:pt x="3436" y="6750"/>
                </a:lnTo>
                <a:cubicBezTo>
                  <a:pt x="3166" y="6750"/>
                  <a:pt x="2945" y="7053"/>
                  <a:pt x="2945" y="7425"/>
                </a:cubicBezTo>
                <a:cubicBezTo>
                  <a:pt x="2945" y="7798"/>
                  <a:pt x="3166" y="8100"/>
                  <a:pt x="3436" y="8100"/>
                </a:cubicBezTo>
                <a:moveTo>
                  <a:pt x="3436" y="10800"/>
                </a:moveTo>
                <a:lnTo>
                  <a:pt x="9327" y="10800"/>
                </a:lnTo>
                <a:cubicBezTo>
                  <a:pt x="9598" y="10800"/>
                  <a:pt x="9818" y="10498"/>
                  <a:pt x="9818" y="10125"/>
                </a:cubicBezTo>
                <a:cubicBezTo>
                  <a:pt x="9818" y="9753"/>
                  <a:pt x="9598" y="9450"/>
                  <a:pt x="9327" y="9450"/>
                </a:cubicBezTo>
                <a:lnTo>
                  <a:pt x="3436" y="9450"/>
                </a:lnTo>
                <a:cubicBezTo>
                  <a:pt x="3166" y="9450"/>
                  <a:pt x="2945" y="9753"/>
                  <a:pt x="2945" y="10125"/>
                </a:cubicBezTo>
                <a:cubicBezTo>
                  <a:pt x="2945" y="10498"/>
                  <a:pt x="3166" y="10800"/>
                  <a:pt x="3436" y="10800"/>
                </a:cubicBezTo>
                <a:moveTo>
                  <a:pt x="20618" y="20250"/>
                </a:moveTo>
                <a:lnTo>
                  <a:pt x="15709" y="20250"/>
                </a:lnTo>
                <a:lnTo>
                  <a:pt x="15709" y="17551"/>
                </a:lnTo>
                <a:lnTo>
                  <a:pt x="16691" y="17551"/>
                </a:lnTo>
                <a:cubicBezTo>
                  <a:pt x="16962" y="17551"/>
                  <a:pt x="17182" y="17248"/>
                  <a:pt x="17182" y="16875"/>
                </a:cubicBezTo>
                <a:cubicBezTo>
                  <a:pt x="17182" y="16503"/>
                  <a:pt x="16962" y="16200"/>
                  <a:pt x="16691" y="16200"/>
                </a:cubicBezTo>
                <a:lnTo>
                  <a:pt x="13745" y="16200"/>
                </a:lnTo>
                <a:cubicBezTo>
                  <a:pt x="13475" y="16200"/>
                  <a:pt x="13255" y="16503"/>
                  <a:pt x="13255" y="16875"/>
                </a:cubicBezTo>
                <a:cubicBezTo>
                  <a:pt x="13255" y="17248"/>
                  <a:pt x="13475" y="17551"/>
                  <a:pt x="13745" y="17551"/>
                </a:cubicBezTo>
                <a:lnTo>
                  <a:pt x="14727" y="17551"/>
                </a:lnTo>
                <a:lnTo>
                  <a:pt x="14727" y="20250"/>
                </a:lnTo>
                <a:lnTo>
                  <a:pt x="6873" y="20250"/>
                </a:lnTo>
                <a:lnTo>
                  <a:pt x="6873" y="17551"/>
                </a:lnTo>
                <a:lnTo>
                  <a:pt x="7855" y="17551"/>
                </a:lnTo>
                <a:cubicBezTo>
                  <a:pt x="8125" y="17551"/>
                  <a:pt x="8345" y="17248"/>
                  <a:pt x="8345" y="16875"/>
                </a:cubicBezTo>
                <a:cubicBezTo>
                  <a:pt x="8345" y="16503"/>
                  <a:pt x="8125" y="16200"/>
                  <a:pt x="7855" y="16200"/>
                </a:cubicBezTo>
                <a:lnTo>
                  <a:pt x="4909" y="16200"/>
                </a:lnTo>
                <a:cubicBezTo>
                  <a:pt x="4638" y="16200"/>
                  <a:pt x="4418" y="16503"/>
                  <a:pt x="4418" y="16875"/>
                </a:cubicBezTo>
                <a:cubicBezTo>
                  <a:pt x="4418" y="17248"/>
                  <a:pt x="4638" y="17551"/>
                  <a:pt x="4909" y="17551"/>
                </a:cubicBezTo>
                <a:lnTo>
                  <a:pt x="5891" y="17551"/>
                </a:lnTo>
                <a:lnTo>
                  <a:pt x="5891" y="20250"/>
                </a:lnTo>
                <a:lnTo>
                  <a:pt x="982" y="20250"/>
                </a:lnTo>
                <a:lnTo>
                  <a:pt x="982" y="1350"/>
                </a:lnTo>
                <a:lnTo>
                  <a:pt x="20618" y="1350"/>
                </a:lnTo>
                <a:cubicBezTo>
                  <a:pt x="20618" y="1350"/>
                  <a:pt x="20618" y="20250"/>
                  <a:pt x="20618" y="20250"/>
                </a:cubicBezTo>
                <a:close/>
                <a:moveTo>
                  <a:pt x="20618" y="0"/>
                </a:moveTo>
                <a:lnTo>
                  <a:pt x="982" y="0"/>
                </a:lnTo>
                <a:cubicBezTo>
                  <a:pt x="440" y="0"/>
                  <a:pt x="0" y="605"/>
                  <a:pt x="0" y="1350"/>
                </a:cubicBezTo>
                <a:lnTo>
                  <a:pt x="0" y="20250"/>
                </a:lnTo>
                <a:cubicBezTo>
                  <a:pt x="0" y="20995"/>
                  <a:pt x="440" y="21600"/>
                  <a:pt x="982" y="21600"/>
                </a:cubicBezTo>
                <a:lnTo>
                  <a:pt x="20618" y="21600"/>
                </a:lnTo>
                <a:cubicBezTo>
                  <a:pt x="21160" y="21600"/>
                  <a:pt x="21600" y="20995"/>
                  <a:pt x="21600" y="20250"/>
                </a:cubicBezTo>
                <a:lnTo>
                  <a:pt x="21600" y="1350"/>
                </a:lnTo>
                <a:cubicBezTo>
                  <a:pt x="21600" y="605"/>
                  <a:pt x="21160" y="0"/>
                  <a:pt x="20618" y="0"/>
                </a:cubicBezTo>
                <a:moveTo>
                  <a:pt x="3436" y="13500"/>
                </a:moveTo>
                <a:lnTo>
                  <a:pt x="7364" y="13500"/>
                </a:lnTo>
                <a:cubicBezTo>
                  <a:pt x="7634" y="13500"/>
                  <a:pt x="7855" y="13198"/>
                  <a:pt x="7855" y="12825"/>
                </a:cubicBezTo>
                <a:cubicBezTo>
                  <a:pt x="7855" y="12452"/>
                  <a:pt x="7634" y="12150"/>
                  <a:pt x="7364" y="12150"/>
                </a:cubicBezTo>
                <a:lnTo>
                  <a:pt x="3436" y="12150"/>
                </a:lnTo>
                <a:cubicBezTo>
                  <a:pt x="3166" y="12150"/>
                  <a:pt x="2945" y="12452"/>
                  <a:pt x="2945" y="12825"/>
                </a:cubicBezTo>
                <a:cubicBezTo>
                  <a:pt x="2945" y="13198"/>
                  <a:pt x="3166" y="13500"/>
                  <a:pt x="3436" y="13500"/>
                </a:cubicBezTo>
                <a:moveTo>
                  <a:pt x="12273" y="5400"/>
                </a:moveTo>
                <a:lnTo>
                  <a:pt x="16200" y="5400"/>
                </a:lnTo>
                <a:cubicBezTo>
                  <a:pt x="16471" y="5400"/>
                  <a:pt x="16691" y="5098"/>
                  <a:pt x="16691" y="4725"/>
                </a:cubicBezTo>
                <a:cubicBezTo>
                  <a:pt x="16691" y="4353"/>
                  <a:pt x="16471" y="4050"/>
                  <a:pt x="16200" y="4050"/>
                </a:cubicBezTo>
                <a:lnTo>
                  <a:pt x="12273" y="4050"/>
                </a:lnTo>
                <a:cubicBezTo>
                  <a:pt x="12002" y="4050"/>
                  <a:pt x="11782" y="4353"/>
                  <a:pt x="11782" y="4725"/>
                </a:cubicBezTo>
                <a:cubicBezTo>
                  <a:pt x="11782" y="5098"/>
                  <a:pt x="12002" y="5400"/>
                  <a:pt x="12273" y="5400"/>
                </a:cubicBezTo>
                <a:moveTo>
                  <a:pt x="12273" y="10800"/>
                </a:moveTo>
                <a:lnTo>
                  <a:pt x="16200" y="10800"/>
                </a:lnTo>
                <a:cubicBezTo>
                  <a:pt x="16471" y="10800"/>
                  <a:pt x="16691" y="10498"/>
                  <a:pt x="16691" y="10125"/>
                </a:cubicBezTo>
                <a:cubicBezTo>
                  <a:pt x="16691" y="9753"/>
                  <a:pt x="16471" y="9450"/>
                  <a:pt x="16200" y="9450"/>
                </a:cubicBezTo>
                <a:lnTo>
                  <a:pt x="12273" y="9450"/>
                </a:lnTo>
                <a:cubicBezTo>
                  <a:pt x="12002" y="9450"/>
                  <a:pt x="11782" y="9753"/>
                  <a:pt x="11782" y="10125"/>
                </a:cubicBezTo>
                <a:cubicBezTo>
                  <a:pt x="11782" y="10498"/>
                  <a:pt x="12002" y="10800"/>
                  <a:pt x="12273" y="10800"/>
                </a:cubicBezTo>
                <a:moveTo>
                  <a:pt x="12273" y="13500"/>
                </a:moveTo>
                <a:lnTo>
                  <a:pt x="18164" y="13500"/>
                </a:lnTo>
                <a:cubicBezTo>
                  <a:pt x="18434" y="13500"/>
                  <a:pt x="18655" y="13198"/>
                  <a:pt x="18655" y="12825"/>
                </a:cubicBezTo>
                <a:cubicBezTo>
                  <a:pt x="18655" y="12452"/>
                  <a:pt x="18434" y="12150"/>
                  <a:pt x="18164" y="12150"/>
                </a:cubicBezTo>
                <a:lnTo>
                  <a:pt x="12273" y="12150"/>
                </a:lnTo>
                <a:cubicBezTo>
                  <a:pt x="12002" y="12150"/>
                  <a:pt x="11782" y="12452"/>
                  <a:pt x="11782" y="12825"/>
                </a:cubicBezTo>
                <a:cubicBezTo>
                  <a:pt x="11782" y="13198"/>
                  <a:pt x="12002" y="13500"/>
                  <a:pt x="12273" y="13500"/>
                </a:cubicBezTo>
                <a:moveTo>
                  <a:pt x="12273" y="8100"/>
                </a:moveTo>
                <a:lnTo>
                  <a:pt x="18164" y="8100"/>
                </a:lnTo>
                <a:cubicBezTo>
                  <a:pt x="18434" y="8100"/>
                  <a:pt x="18655" y="7798"/>
                  <a:pt x="18655" y="7425"/>
                </a:cubicBezTo>
                <a:cubicBezTo>
                  <a:pt x="18655" y="7053"/>
                  <a:pt x="18434" y="6750"/>
                  <a:pt x="18164" y="6750"/>
                </a:cubicBezTo>
                <a:lnTo>
                  <a:pt x="12273" y="6750"/>
                </a:lnTo>
                <a:cubicBezTo>
                  <a:pt x="12002" y="6750"/>
                  <a:pt x="11782" y="7053"/>
                  <a:pt x="11782" y="7425"/>
                </a:cubicBezTo>
                <a:cubicBezTo>
                  <a:pt x="11782" y="7798"/>
                  <a:pt x="12002" y="8100"/>
                  <a:pt x="12273" y="81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5" name="Shape 2597">
            <a:extLst>
              <a:ext uri="{FF2B5EF4-FFF2-40B4-BE49-F238E27FC236}">
                <a16:creationId xmlns:a16="http://schemas.microsoft.com/office/drawing/2014/main" id="{B7793571-EE60-6C5B-B201-3A951FFAC552}"/>
              </a:ext>
            </a:extLst>
          </p:cNvPr>
          <p:cNvSpPr/>
          <p:nvPr/>
        </p:nvSpPr>
        <p:spPr>
          <a:xfrm>
            <a:off x="7308534" y="1898158"/>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7364" y="9600"/>
                </a:moveTo>
                <a:lnTo>
                  <a:pt x="11291" y="9600"/>
                </a:lnTo>
                <a:cubicBezTo>
                  <a:pt x="11562" y="9600"/>
                  <a:pt x="11782" y="9332"/>
                  <a:pt x="11782" y="9000"/>
                </a:cubicBezTo>
                <a:cubicBezTo>
                  <a:pt x="11782" y="8669"/>
                  <a:pt x="11562" y="8400"/>
                  <a:pt x="11291" y="8400"/>
                </a:cubicBezTo>
                <a:lnTo>
                  <a:pt x="7364" y="8400"/>
                </a:lnTo>
                <a:cubicBezTo>
                  <a:pt x="7093" y="8400"/>
                  <a:pt x="6873" y="8669"/>
                  <a:pt x="6873" y="9000"/>
                </a:cubicBezTo>
                <a:cubicBezTo>
                  <a:pt x="6873" y="9332"/>
                  <a:pt x="7093" y="9600"/>
                  <a:pt x="7364" y="9600"/>
                </a:cubicBezTo>
                <a:moveTo>
                  <a:pt x="7364" y="12000"/>
                </a:moveTo>
                <a:lnTo>
                  <a:pt x="9327" y="12000"/>
                </a:lnTo>
                <a:cubicBezTo>
                  <a:pt x="9598" y="12000"/>
                  <a:pt x="9818" y="11732"/>
                  <a:pt x="9818" y="11400"/>
                </a:cubicBezTo>
                <a:cubicBezTo>
                  <a:pt x="9818" y="11069"/>
                  <a:pt x="9598" y="10800"/>
                  <a:pt x="9327" y="10800"/>
                </a:cubicBezTo>
                <a:lnTo>
                  <a:pt x="7364" y="10800"/>
                </a:lnTo>
                <a:cubicBezTo>
                  <a:pt x="7093" y="10800"/>
                  <a:pt x="6873" y="11069"/>
                  <a:pt x="6873" y="11400"/>
                </a:cubicBezTo>
                <a:cubicBezTo>
                  <a:pt x="6873" y="11732"/>
                  <a:pt x="7093" y="12000"/>
                  <a:pt x="7364" y="12000"/>
                </a:cubicBezTo>
                <a:moveTo>
                  <a:pt x="20618" y="20400"/>
                </a:moveTo>
                <a:lnTo>
                  <a:pt x="16691" y="20400"/>
                </a:lnTo>
                <a:lnTo>
                  <a:pt x="16691" y="19200"/>
                </a:lnTo>
                <a:lnTo>
                  <a:pt x="17182" y="19200"/>
                </a:lnTo>
                <a:cubicBezTo>
                  <a:pt x="17453" y="19200"/>
                  <a:pt x="17673" y="18932"/>
                  <a:pt x="17673" y="18600"/>
                </a:cubicBezTo>
                <a:cubicBezTo>
                  <a:pt x="17673" y="18269"/>
                  <a:pt x="17453" y="18000"/>
                  <a:pt x="17182" y="18000"/>
                </a:cubicBezTo>
                <a:lnTo>
                  <a:pt x="15218" y="18000"/>
                </a:lnTo>
                <a:cubicBezTo>
                  <a:pt x="14947" y="18000"/>
                  <a:pt x="14727" y="18269"/>
                  <a:pt x="14727" y="18600"/>
                </a:cubicBezTo>
                <a:cubicBezTo>
                  <a:pt x="14727" y="18932"/>
                  <a:pt x="14947" y="19200"/>
                  <a:pt x="15218" y="19200"/>
                </a:cubicBezTo>
                <a:lnTo>
                  <a:pt x="15709" y="19200"/>
                </a:lnTo>
                <a:lnTo>
                  <a:pt x="15709" y="20400"/>
                </a:lnTo>
                <a:lnTo>
                  <a:pt x="9818" y="20400"/>
                </a:lnTo>
                <a:lnTo>
                  <a:pt x="9818" y="19200"/>
                </a:lnTo>
                <a:lnTo>
                  <a:pt x="10309" y="19200"/>
                </a:lnTo>
                <a:cubicBezTo>
                  <a:pt x="10580" y="19200"/>
                  <a:pt x="10800" y="18932"/>
                  <a:pt x="10800" y="18600"/>
                </a:cubicBezTo>
                <a:cubicBezTo>
                  <a:pt x="10800" y="18269"/>
                  <a:pt x="10580" y="18000"/>
                  <a:pt x="10309" y="18000"/>
                </a:cubicBezTo>
                <a:lnTo>
                  <a:pt x="8345" y="18000"/>
                </a:lnTo>
                <a:cubicBezTo>
                  <a:pt x="8075" y="18000"/>
                  <a:pt x="7855" y="18269"/>
                  <a:pt x="7855" y="18600"/>
                </a:cubicBezTo>
                <a:cubicBezTo>
                  <a:pt x="7855" y="18932"/>
                  <a:pt x="8075" y="19200"/>
                  <a:pt x="8345" y="19200"/>
                </a:cubicBezTo>
                <a:lnTo>
                  <a:pt x="8836" y="19200"/>
                </a:lnTo>
                <a:lnTo>
                  <a:pt x="8836" y="20400"/>
                </a:lnTo>
                <a:lnTo>
                  <a:pt x="4909" y="20400"/>
                </a:lnTo>
                <a:lnTo>
                  <a:pt x="4909" y="6000"/>
                </a:lnTo>
                <a:lnTo>
                  <a:pt x="20618" y="6000"/>
                </a:lnTo>
                <a:cubicBezTo>
                  <a:pt x="20618" y="6000"/>
                  <a:pt x="20618" y="20400"/>
                  <a:pt x="20618" y="20400"/>
                </a:cubicBezTo>
                <a:close/>
                <a:moveTo>
                  <a:pt x="20618" y="4800"/>
                </a:moveTo>
                <a:lnTo>
                  <a:pt x="4909" y="4800"/>
                </a:lnTo>
                <a:cubicBezTo>
                  <a:pt x="4367" y="4800"/>
                  <a:pt x="3927" y="5338"/>
                  <a:pt x="3927" y="6000"/>
                </a:cubicBezTo>
                <a:lnTo>
                  <a:pt x="3927" y="20400"/>
                </a:lnTo>
                <a:cubicBezTo>
                  <a:pt x="3927" y="21062"/>
                  <a:pt x="4367" y="21600"/>
                  <a:pt x="4909" y="21600"/>
                </a:cubicBezTo>
                <a:lnTo>
                  <a:pt x="20618" y="21600"/>
                </a:lnTo>
                <a:cubicBezTo>
                  <a:pt x="21160" y="21600"/>
                  <a:pt x="21600" y="21062"/>
                  <a:pt x="21600" y="20400"/>
                </a:cubicBezTo>
                <a:lnTo>
                  <a:pt x="21600" y="6000"/>
                </a:lnTo>
                <a:cubicBezTo>
                  <a:pt x="21600" y="5338"/>
                  <a:pt x="21160" y="4800"/>
                  <a:pt x="20618" y="4800"/>
                </a:cubicBezTo>
                <a:moveTo>
                  <a:pt x="7364" y="14400"/>
                </a:moveTo>
                <a:lnTo>
                  <a:pt x="11291" y="14400"/>
                </a:lnTo>
                <a:cubicBezTo>
                  <a:pt x="11562" y="14400"/>
                  <a:pt x="11782" y="14132"/>
                  <a:pt x="11782" y="13800"/>
                </a:cubicBezTo>
                <a:cubicBezTo>
                  <a:pt x="11782" y="13469"/>
                  <a:pt x="11562" y="13200"/>
                  <a:pt x="11291" y="13200"/>
                </a:cubicBezTo>
                <a:lnTo>
                  <a:pt x="7364" y="13200"/>
                </a:lnTo>
                <a:cubicBezTo>
                  <a:pt x="7093" y="13200"/>
                  <a:pt x="6873" y="13469"/>
                  <a:pt x="6873" y="13800"/>
                </a:cubicBezTo>
                <a:cubicBezTo>
                  <a:pt x="6873" y="14132"/>
                  <a:pt x="7093" y="14400"/>
                  <a:pt x="7364" y="14400"/>
                </a:cubicBezTo>
                <a:moveTo>
                  <a:pt x="2455" y="15600"/>
                </a:moveTo>
                <a:lnTo>
                  <a:pt x="982" y="15600"/>
                </a:lnTo>
                <a:lnTo>
                  <a:pt x="982" y="1200"/>
                </a:lnTo>
                <a:lnTo>
                  <a:pt x="16691" y="1200"/>
                </a:lnTo>
                <a:lnTo>
                  <a:pt x="16691" y="3000"/>
                </a:lnTo>
                <a:cubicBezTo>
                  <a:pt x="16691" y="3332"/>
                  <a:pt x="16911" y="3600"/>
                  <a:pt x="17182" y="3600"/>
                </a:cubicBezTo>
                <a:cubicBezTo>
                  <a:pt x="17453" y="3600"/>
                  <a:pt x="17673" y="3332"/>
                  <a:pt x="17673" y="3000"/>
                </a:cubicBezTo>
                <a:lnTo>
                  <a:pt x="17673" y="1200"/>
                </a:lnTo>
                <a:cubicBezTo>
                  <a:pt x="17673" y="538"/>
                  <a:pt x="17233" y="0"/>
                  <a:pt x="16691" y="0"/>
                </a:cubicBezTo>
                <a:lnTo>
                  <a:pt x="982" y="0"/>
                </a:lnTo>
                <a:cubicBezTo>
                  <a:pt x="440" y="0"/>
                  <a:pt x="0" y="538"/>
                  <a:pt x="0" y="1200"/>
                </a:cubicBezTo>
                <a:lnTo>
                  <a:pt x="0" y="15600"/>
                </a:lnTo>
                <a:cubicBezTo>
                  <a:pt x="0" y="16262"/>
                  <a:pt x="440" y="16801"/>
                  <a:pt x="982" y="16801"/>
                </a:cubicBezTo>
                <a:lnTo>
                  <a:pt x="2455" y="16801"/>
                </a:lnTo>
                <a:cubicBezTo>
                  <a:pt x="2725" y="16801"/>
                  <a:pt x="2945" y="16532"/>
                  <a:pt x="2945" y="16200"/>
                </a:cubicBezTo>
                <a:cubicBezTo>
                  <a:pt x="2945" y="15869"/>
                  <a:pt x="2725" y="15600"/>
                  <a:pt x="2455" y="15600"/>
                </a:cubicBezTo>
                <a:moveTo>
                  <a:pt x="14236" y="14400"/>
                </a:moveTo>
                <a:lnTo>
                  <a:pt x="16200" y="14400"/>
                </a:lnTo>
                <a:cubicBezTo>
                  <a:pt x="16471" y="14400"/>
                  <a:pt x="16691" y="14132"/>
                  <a:pt x="16691" y="13800"/>
                </a:cubicBezTo>
                <a:cubicBezTo>
                  <a:pt x="16691" y="13469"/>
                  <a:pt x="16471" y="13200"/>
                  <a:pt x="16200" y="13200"/>
                </a:cubicBezTo>
                <a:lnTo>
                  <a:pt x="14236" y="13200"/>
                </a:lnTo>
                <a:cubicBezTo>
                  <a:pt x="13966" y="13200"/>
                  <a:pt x="13745" y="13469"/>
                  <a:pt x="13745" y="13800"/>
                </a:cubicBezTo>
                <a:cubicBezTo>
                  <a:pt x="13745" y="14132"/>
                  <a:pt x="13966" y="14400"/>
                  <a:pt x="14236" y="14400"/>
                </a:cubicBezTo>
                <a:moveTo>
                  <a:pt x="14236" y="9600"/>
                </a:moveTo>
                <a:lnTo>
                  <a:pt x="16200" y="9600"/>
                </a:lnTo>
                <a:cubicBezTo>
                  <a:pt x="16471" y="9600"/>
                  <a:pt x="16691" y="9332"/>
                  <a:pt x="16691" y="9000"/>
                </a:cubicBezTo>
                <a:cubicBezTo>
                  <a:pt x="16691" y="8669"/>
                  <a:pt x="16471" y="8400"/>
                  <a:pt x="16200" y="8400"/>
                </a:cubicBezTo>
                <a:lnTo>
                  <a:pt x="14236" y="8400"/>
                </a:lnTo>
                <a:cubicBezTo>
                  <a:pt x="13966" y="8400"/>
                  <a:pt x="13745" y="8669"/>
                  <a:pt x="13745" y="9000"/>
                </a:cubicBezTo>
                <a:cubicBezTo>
                  <a:pt x="13745" y="9332"/>
                  <a:pt x="13966" y="9600"/>
                  <a:pt x="14236" y="9600"/>
                </a:cubicBezTo>
                <a:moveTo>
                  <a:pt x="14236" y="12000"/>
                </a:moveTo>
                <a:lnTo>
                  <a:pt x="18164" y="12000"/>
                </a:lnTo>
                <a:cubicBezTo>
                  <a:pt x="18434" y="12000"/>
                  <a:pt x="18655" y="11732"/>
                  <a:pt x="18655" y="11400"/>
                </a:cubicBezTo>
                <a:cubicBezTo>
                  <a:pt x="18655" y="11069"/>
                  <a:pt x="18434" y="10800"/>
                  <a:pt x="18164" y="10800"/>
                </a:cubicBezTo>
                <a:lnTo>
                  <a:pt x="14236" y="10800"/>
                </a:lnTo>
                <a:cubicBezTo>
                  <a:pt x="13966" y="10800"/>
                  <a:pt x="13745" y="11069"/>
                  <a:pt x="13745" y="11400"/>
                </a:cubicBezTo>
                <a:cubicBezTo>
                  <a:pt x="13745" y="11732"/>
                  <a:pt x="13966" y="12000"/>
                  <a:pt x="14236" y="120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6" name="Shape 2598">
            <a:extLst>
              <a:ext uri="{FF2B5EF4-FFF2-40B4-BE49-F238E27FC236}">
                <a16:creationId xmlns:a16="http://schemas.microsoft.com/office/drawing/2014/main" id="{B8721056-A241-2B6B-8A3F-C08FDA1678C5}"/>
              </a:ext>
            </a:extLst>
          </p:cNvPr>
          <p:cNvSpPr/>
          <p:nvPr/>
        </p:nvSpPr>
        <p:spPr>
          <a:xfrm>
            <a:off x="7841795" y="1898158"/>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6873" y="8400"/>
                </a:moveTo>
                <a:lnTo>
                  <a:pt x="10800" y="8400"/>
                </a:lnTo>
                <a:lnTo>
                  <a:pt x="10800" y="12001"/>
                </a:lnTo>
                <a:lnTo>
                  <a:pt x="6873" y="12001"/>
                </a:lnTo>
                <a:cubicBezTo>
                  <a:pt x="6873" y="12001"/>
                  <a:pt x="6873" y="8400"/>
                  <a:pt x="6873" y="8400"/>
                </a:cubicBezTo>
                <a:close/>
                <a:moveTo>
                  <a:pt x="6382" y="13200"/>
                </a:moveTo>
                <a:lnTo>
                  <a:pt x="11291" y="13200"/>
                </a:lnTo>
                <a:cubicBezTo>
                  <a:pt x="11562" y="13200"/>
                  <a:pt x="11782" y="12932"/>
                  <a:pt x="11782" y="12600"/>
                </a:cubicBezTo>
                <a:lnTo>
                  <a:pt x="11782" y="7800"/>
                </a:lnTo>
                <a:cubicBezTo>
                  <a:pt x="11782" y="7469"/>
                  <a:pt x="11562" y="7200"/>
                  <a:pt x="11291" y="7200"/>
                </a:cubicBezTo>
                <a:lnTo>
                  <a:pt x="6382" y="7200"/>
                </a:lnTo>
                <a:cubicBezTo>
                  <a:pt x="6111" y="7200"/>
                  <a:pt x="5891" y="7469"/>
                  <a:pt x="5891" y="7800"/>
                </a:cubicBezTo>
                <a:lnTo>
                  <a:pt x="5891" y="12600"/>
                </a:lnTo>
                <a:cubicBezTo>
                  <a:pt x="5891" y="12932"/>
                  <a:pt x="6111" y="13200"/>
                  <a:pt x="6382" y="13200"/>
                </a:cubicBezTo>
                <a:moveTo>
                  <a:pt x="6382" y="4800"/>
                </a:moveTo>
                <a:cubicBezTo>
                  <a:pt x="6653" y="4800"/>
                  <a:pt x="6873" y="4531"/>
                  <a:pt x="6873" y="4200"/>
                </a:cubicBezTo>
                <a:cubicBezTo>
                  <a:pt x="6873" y="3868"/>
                  <a:pt x="6653" y="3600"/>
                  <a:pt x="6382" y="3600"/>
                </a:cubicBezTo>
                <a:cubicBezTo>
                  <a:pt x="6111" y="3600"/>
                  <a:pt x="5891" y="3868"/>
                  <a:pt x="5891" y="4200"/>
                </a:cubicBezTo>
                <a:cubicBezTo>
                  <a:pt x="5891" y="4531"/>
                  <a:pt x="6111" y="4800"/>
                  <a:pt x="6382" y="4800"/>
                </a:cubicBezTo>
                <a:moveTo>
                  <a:pt x="20618" y="20400"/>
                </a:moveTo>
                <a:lnTo>
                  <a:pt x="2945" y="20400"/>
                </a:lnTo>
                <a:cubicBezTo>
                  <a:pt x="1861" y="20400"/>
                  <a:pt x="982" y="19325"/>
                  <a:pt x="982" y="18000"/>
                </a:cubicBezTo>
                <a:lnTo>
                  <a:pt x="982" y="4800"/>
                </a:lnTo>
                <a:lnTo>
                  <a:pt x="2945" y="4800"/>
                </a:lnTo>
                <a:lnTo>
                  <a:pt x="2945" y="17400"/>
                </a:lnTo>
                <a:cubicBezTo>
                  <a:pt x="2945" y="17732"/>
                  <a:pt x="3166" y="18000"/>
                  <a:pt x="3436" y="18000"/>
                </a:cubicBezTo>
                <a:cubicBezTo>
                  <a:pt x="3707" y="18000"/>
                  <a:pt x="3927" y="17732"/>
                  <a:pt x="3927" y="17400"/>
                </a:cubicBezTo>
                <a:lnTo>
                  <a:pt x="3927" y="1200"/>
                </a:lnTo>
                <a:lnTo>
                  <a:pt x="20618" y="1200"/>
                </a:lnTo>
                <a:cubicBezTo>
                  <a:pt x="20618" y="1200"/>
                  <a:pt x="20618" y="20400"/>
                  <a:pt x="20618" y="20400"/>
                </a:cubicBezTo>
                <a:close/>
                <a:moveTo>
                  <a:pt x="20618" y="0"/>
                </a:moveTo>
                <a:lnTo>
                  <a:pt x="3927" y="0"/>
                </a:lnTo>
                <a:cubicBezTo>
                  <a:pt x="3385" y="0"/>
                  <a:pt x="2945" y="538"/>
                  <a:pt x="2945" y="1200"/>
                </a:cubicBezTo>
                <a:lnTo>
                  <a:pt x="2945" y="3600"/>
                </a:lnTo>
                <a:lnTo>
                  <a:pt x="982" y="3600"/>
                </a:lnTo>
                <a:cubicBezTo>
                  <a:pt x="440" y="3600"/>
                  <a:pt x="0" y="4138"/>
                  <a:pt x="0" y="4800"/>
                </a:cubicBezTo>
                <a:lnTo>
                  <a:pt x="0" y="18000"/>
                </a:lnTo>
                <a:cubicBezTo>
                  <a:pt x="0" y="19988"/>
                  <a:pt x="1319" y="21600"/>
                  <a:pt x="2945" y="21600"/>
                </a:cubicBezTo>
                <a:lnTo>
                  <a:pt x="20618" y="21600"/>
                </a:lnTo>
                <a:cubicBezTo>
                  <a:pt x="21160" y="21600"/>
                  <a:pt x="21600" y="21062"/>
                  <a:pt x="21600" y="20400"/>
                </a:cubicBezTo>
                <a:lnTo>
                  <a:pt x="21600" y="1200"/>
                </a:lnTo>
                <a:cubicBezTo>
                  <a:pt x="21600" y="538"/>
                  <a:pt x="21160" y="0"/>
                  <a:pt x="20618" y="0"/>
                </a:cubicBezTo>
                <a:moveTo>
                  <a:pt x="6382" y="18000"/>
                </a:moveTo>
                <a:lnTo>
                  <a:pt x="18164" y="18000"/>
                </a:lnTo>
                <a:cubicBezTo>
                  <a:pt x="18434" y="18000"/>
                  <a:pt x="18655" y="17732"/>
                  <a:pt x="18655" y="17400"/>
                </a:cubicBezTo>
                <a:cubicBezTo>
                  <a:pt x="18655" y="17068"/>
                  <a:pt x="18434" y="16801"/>
                  <a:pt x="18164" y="16801"/>
                </a:cubicBezTo>
                <a:lnTo>
                  <a:pt x="6382" y="16801"/>
                </a:lnTo>
                <a:cubicBezTo>
                  <a:pt x="6111" y="16801"/>
                  <a:pt x="5891" y="17068"/>
                  <a:pt x="5891" y="17400"/>
                </a:cubicBezTo>
                <a:cubicBezTo>
                  <a:pt x="5891" y="17732"/>
                  <a:pt x="6111" y="18000"/>
                  <a:pt x="6382" y="18000"/>
                </a:cubicBezTo>
                <a:moveTo>
                  <a:pt x="6382" y="15600"/>
                </a:moveTo>
                <a:lnTo>
                  <a:pt x="18164" y="15600"/>
                </a:lnTo>
                <a:cubicBezTo>
                  <a:pt x="18434" y="15600"/>
                  <a:pt x="18655" y="15332"/>
                  <a:pt x="18655" y="15000"/>
                </a:cubicBezTo>
                <a:cubicBezTo>
                  <a:pt x="18655" y="14668"/>
                  <a:pt x="18434" y="14401"/>
                  <a:pt x="18164" y="14401"/>
                </a:cubicBezTo>
                <a:lnTo>
                  <a:pt x="6382" y="14401"/>
                </a:lnTo>
                <a:cubicBezTo>
                  <a:pt x="6111" y="14401"/>
                  <a:pt x="5891" y="14668"/>
                  <a:pt x="5891" y="15000"/>
                </a:cubicBezTo>
                <a:cubicBezTo>
                  <a:pt x="5891" y="15332"/>
                  <a:pt x="6111" y="15600"/>
                  <a:pt x="6382" y="15600"/>
                </a:cubicBezTo>
                <a:moveTo>
                  <a:pt x="8345" y="4800"/>
                </a:moveTo>
                <a:cubicBezTo>
                  <a:pt x="8616" y="4800"/>
                  <a:pt x="8836" y="4531"/>
                  <a:pt x="8836" y="4200"/>
                </a:cubicBezTo>
                <a:cubicBezTo>
                  <a:pt x="8836" y="3868"/>
                  <a:pt x="8616" y="3600"/>
                  <a:pt x="8345" y="3600"/>
                </a:cubicBezTo>
                <a:cubicBezTo>
                  <a:pt x="8075" y="3600"/>
                  <a:pt x="7855" y="3868"/>
                  <a:pt x="7855" y="4200"/>
                </a:cubicBezTo>
                <a:cubicBezTo>
                  <a:pt x="7855" y="4531"/>
                  <a:pt x="8075" y="4800"/>
                  <a:pt x="8345" y="4800"/>
                </a:cubicBezTo>
                <a:moveTo>
                  <a:pt x="18164" y="7200"/>
                </a:moveTo>
                <a:lnTo>
                  <a:pt x="14236" y="7200"/>
                </a:lnTo>
                <a:cubicBezTo>
                  <a:pt x="13966" y="7200"/>
                  <a:pt x="13745" y="7469"/>
                  <a:pt x="13745" y="7800"/>
                </a:cubicBezTo>
                <a:cubicBezTo>
                  <a:pt x="13745" y="8132"/>
                  <a:pt x="13966" y="8400"/>
                  <a:pt x="14236" y="8400"/>
                </a:cubicBezTo>
                <a:lnTo>
                  <a:pt x="18164" y="8400"/>
                </a:lnTo>
                <a:cubicBezTo>
                  <a:pt x="18434" y="8400"/>
                  <a:pt x="18655" y="8132"/>
                  <a:pt x="18655" y="7800"/>
                </a:cubicBezTo>
                <a:cubicBezTo>
                  <a:pt x="18655" y="7469"/>
                  <a:pt x="18434" y="7200"/>
                  <a:pt x="18164" y="7200"/>
                </a:cubicBezTo>
                <a:moveTo>
                  <a:pt x="18164" y="12001"/>
                </a:moveTo>
                <a:lnTo>
                  <a:pt x="14236" y="12001"/>
                </a:lnTo>
                <a:cubicBezTo>
                  <a:pt x="13966" y="12001"/>
                  <a:pt x="13745" y="12268"/>
                  <a:pt x="13745" y="12600"/>
                </a:cubicBezTo>
                <a:cubicBezTo>
                  <a:pt x="13745" y="12932"/>
                  <a:pt x="13966" y="13200"/>
                  <a:pt x="14236" y="13200"/>
                </a:cubicBezTo>
                <a:lnTo>
                  <a:pt x="18164" y="13200"/>
                </a:lnTo>
                <a:cubicBezTo>
                  <a:pt x="18434" y="13200"/>
                  <a:pt x="18655" y="12932"/>
                  <a:pt x="18655" y="12600"/>
                </a:cubicBezTo>
                <a:cubicBezTo>
                  <a:pt x="18655" y="12268"/>
                  <a:pt x="18434" y="12001"/>
                  <a:pt x="18164" y="12001"/>
                </a:cubicBezTo>
                <a:moveTo>
                  <a:pt x="18164" y="9600"/>
                </a:moveTo>
                <a:lnTo>
                  <a:pt x="14236" y="9600"/>
                </a:lnTo>
                <a:cubicBezTo>
                  <a:pt x="13966" y="9600"/>
                  <a:pt x="13745" y="9869"/>
                  <a:pt x="13745" y="10200"/>
                </a:cubicBezTo>
                <a:cubicBezTo>
                  <a:pt x="13745" y="10532"/>
                  <a:pt x="13966" y="10800"/>
                  <a:pt x="14236" y="10800"/>
                </a:cubicBezTo>
                <a:lnTo>
                  <a:pt x="18164" y="10800"/>
                </a:lnTo>
                <a:cubicBezTo>
                  <a:pt x="18434" y="10800"/>
                  <a:pt x="18655" y="10532"/>
                  <a:pt x="18655" y="10200"/>
                </a:cubicBezTo>
                <a:cubicBezTo>
                  <a:pt x="18655" y="9869"/>
                  <a:pt x="18434" y="9600"/>
                  <a:pt x="18164" y="9600"/>
                </a:cubicBezTo>
                <a:moveTo>
                  <a:pt x="18164" y="4800"/>
                </a:moveTo>
                <a:cubicBezTo>
                  <a:pt x="18434" y="4800"/>
                  <a:pt x="18655" y="4531"/>
                  <a:pt x="18655" y="4200"/>
                </a:cubicBezTo>
                <a:cubicBezTo>
                  <a:pt x="18655" y="3868"/>
                  <a:pt x="18434" y="3600"/>
                  <a:pt x="18164" y="3600"/>
                </a:cubicBezTo>
                <a:cubicBezTo>
                  <a:pt x="17893" y="3600"/>
                  <a:pt x="17673" y="3868"/>
                  <a:pt x="17673" y="4200"/>
                </a:cubicBezTo>
                <a:cubicBezTo>
                  <a:pt x="17673" y="4531"/>
                  <a:pt x="17893" y="4800"/>
                  <a:pt x="18164" y="4800"/>
                </a:cubicBezTo>
                <a:moveTo>
                  <a:pt x="16200" y="4800"/>
                </a:moveTo>
                <a:cubicBezTo>
                  <a:pt x="16471" y="4800"/>
                  <a:pt x="16691" y="4531"/>
                  <a:pt x="16691" y="4200"/>
                </a:cubicBezTo>
                <a:cubicBezTo>
                  <a:pt x="16691" y="3868"/>
                  <a:pt x="16471" y="3600"/>
                  <a:pt x="16200" y="3600"/>
                </a:cubicBezTo>
                <a:cubicBezTo>
                  <a:pt x="15929" y="3600"/>
                  <a:pt x="15709" y="3868"/>
                  <a:pt x="15709" y="4200"/>
                </a:cubicBezTo>
                <a:cubicBezTo>
                  <a:pt x="15709" y="4531"/>
                  <a:pt x="15929" y="4800"/>
                  <a:pt x="16200" y="4800"/>
                </a:cubicBezTo>
                <a:moveTo>
                  <a:pt x="10309" y="4800"/>
                </a:moveTo>
                <a:lnTo>
                  <a:pt x="14236" y="4800"/>
                </a:lnTo>
                <a:cubicBezTo>
                  <a:pt x="14507" y="4800"/>
                  <a:pt x="14727" y="4531"/>
                  <a:pt x="14727" y="4200"/>
                </a:cubicBezTo>
                <a:cubicBezTo>
                  <a:pt x="14727" y="3868"/>
                  <a:pt x="14507" y="3600"/>
                  <a:pt x="14236" y="3600"/>
                </a:cubicBezTo>
                <a:lnTo>
                  <a:pt x="10309" y="3600"/>
                </a:lnTo>
                <a:cubicBezTo>
                  <a:pt x="10038" y="3600"/>
                  <a:pt x="9818" y="3868"/>
                  <a:pt x="9818" y="4200"/>
                </a:cubicBezTo>
                <a:cubicBezTo>
                  <a:pt x="9818" y="4531"/>
                  <a:pt x="10038" y="4800"/>
                  <a:pt x="10309" y="4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7" name="Shape 2599">
            <a:extLst>
              <a:ext uri="{FF2B5EF4-FFF2-40B4-BE49-F238E27FC236}">
                <a16:creationId xmlns:a16="http://schemas.microsoft.com/office/drawing/2014/main" id="{4D85D583-A7B5-19F6-0C91-8100CEBC5609}"/>
              </a:ext>
            </a:extLst>
          </p:cNvPr>
          <p:cNvSpPr/>
          <p:nvPr/>
        </p:nvSpPr>
        <p:spPr>
          <a:xfrm>
            <a:off x="8375056" y="187276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6382" y="7855"/>
                </a:moveTo>
                <a:cubicBezTo>
                  <a:pt x="6653" y="7855"/>
                  <a:pt x="6873" y="7635"/>
                  <a:pt x="6873" y="7364"/>
                </a:cubicBezTo>
                <a:cubicBezTo>
                  <a:pt x="6873" y="7092"/>
                  <a:pt x="6653" y="6873"/>
                  <a:pt x="6382" y="6873"/>
                </a:cubicBezTo>
                <a:cubicBezTo>
                  <a:pt x="6111" y="6873"/>
                  <a:pt x="5891" y="7092"/>
                  <a:pt x="5891" y="7364"/>
                </a:cubicBezTo>
                <a:cubicBezTo>
                  <a:pt x="5891" y="7635"/>
                  <a:pt x="6111" y="7855"/>
                  <a:pt x="6382" y="7855"/>
                </a:cubicBezTo>
                <a:moveTo>
                  <a:pt x="6873" y="10800"/>
                </a:moveTo>
                <a:lnTo>
                  <a:pt x="10800" y="10800"/>
                </a:lnTo>
                <a:lnTo>
                  <a:pt x="10800" y="13746"/>
                </a:lnTo>
                <a:lnTo>
                  <a:pt x="6873" y="13746"/>
                </a:lnTo>
                <a:cubicBezTo>
                  <a:pt x="6873" y="13746"/>
                  <a:pt x="6873" y="10800"/>
                  <a:pt x="6873" y="10800"/>
                </a:cubicBezTo>
                <a:close/>
                <a:moveTo>
                  <a:pt x="6382" y="14727"/>
                </a:moveTo>
                <a:lnTo>
                  <a:pt x="11291" y="14727"/>
                </a:lnTo>
                <a:cubicBezTo>
                  <a:pt x="11562" y="14727"/>
                  <a:pt x="11782" y="14508"/>
                  <a:pt x="11782" y="14236"/>
                </a:cubicBezTo>
                <a:lnTo>
                  <a:pt x="11782" y="10309"/>
                </a:lnTo>
                <a:cubicBezTo>
                  <a:pt x="11782" y="10038"/>
                  <a:pt x="11562" y="9818"/>
                  <a:pt x="11291" y="9818"/>
                </a:cubicBezTo>
                <a:lnTo>
                  <a:pt x="6382" y="9818"/>
                </a:lnTo>
                <a:cubicBezTo>
                  <a:pt x="6111" y="9818"/>
                  <a:pt x="5891" y="10038"/>
                  <a:pt x="5891" y="10309"/>
                </a:cubicBezTo>
                <a:lnTo>
                  <a:pt x="5891" y="14236"/>
                </a:lnTo>
                <a:cubicBezTo>
                  <a:pt x="5891" y="14508"/>
                  <a:pt x="6111" y="14727"/>
                  <a:pt x="6382" y="14727"/>
                </a:cubicBezTo>
                <a:moveTo>
                  <a:pt x="8345" y="7855"/>
                </a:moveTo>
                <a:cubicBezTo>
                  <a:pt x="8616" y="7855"/>
                  <a:pt x="8836" y="7635"/>
                  <a:pt x="8836" y="7364"/>
                </a:cubicBezTo>
                <a:cubicBezTo>
                  <a:pt x="8836" y="7092"/>
                  <a:pt x="8616" y="6873"/>
                  <a:pt x="8345" y="6873"/>
                </a:cubicBezTo>
                <a:cubicBezTo>
                  <a:pt x="8075" y="6873"/>
                  <a:pt x="7855" y="7092"/>
                  <a:pt x="7855" y="7364"/>
                </a:cubicBezTo>
                <a:cubicBezTo>
                  <a:pt x="7855" y="7635"/>
                  <a:pt x="8075" y="7855"/>
                  <a:pt x="8345" y="7855"/>
                </a:cubicBezTo>
                <a:moveTo>
                  <a:pt x="20618" y="20618"/>
                </a:moveTo>
                <a:lnTo>
                  <a:pt x="2945" y="20618"/>
                </a:lnTo>
                <a:cubicBezTo>
                  <a:pt x="1861" y="20618"/>
                  <a:pt x="982" y="19739"/>
                  <a:pt x="982" y="18655"/>
                </a:cubicBezTo>
                <a:lnTo>
                  <a:pt x="982" y="7855"/>
                </a:lnTo>
                <a:lnTo>
                  <a:pt x="2945" y="7855"/>
                </a:lnTo>
                <a:lnTo>
                  <a:pt x="2945" y="18164"/>
                </a:lnTo>
                <a:cubicBezTo>
                  <a:pt x="2945" y="18435"/>
                  <a:pt x="3166" y="18655"/>
                  <a:pt x="3436" y="18655"/>
                </a:cubicBezTo>
                <a:cubicBezTo>
                  <a:pt x="3707" y="18655"/>
                  <a:pt x="3927" y="18435"/>
                  <a:pt x="3927" y="18164"/>
                </a:cubicBezTo>
                <a:lnTo>
                  <a:pt x="3927" y="4909"/>
                </a:lnTo>
                <a:lnTo>
                  <a:pt x="20618" y="4909"/>
                </a:lnTo>
                <a:cubicBezTo>
                  <a:pt x="20618" y="4909"/>
                  <a:pt x="20618" y="20618"/>
                  <a:pt x="20618" y="20618"/>
                </a:cubicBezTo>
                <a:close/>
                <a:moveTo>
                  <a:pt x="20618" y="3927"/>
                </a:moveTo>
                <a:lnTo>
                  <a:pt x="3927" y="3927"/>
                </a:lnTo>
                <a:cubicBezTo>
                  <a:pt x="3385" y="3927"/>
                  <a:pt x="2945" y="4367"/>
                  <a:pt x="2945" y="4909"/>
                </a:cubicBezTo>
                <a:lnTo>
                  <a:pt x="2945" y="6873"/>
                </a:lnTo>
                <a:lnTo>
                  <a:pt x="982" y="6873"/>
                </a:lnTo>
                <a:cubicBezTo>
                  <a:pt x="440" y="6873"/>
                  <a:pt x="0" y="7313"/>
                  <a:pt x="0" y="7855"/>
                </a:cubicBezTo>
                <a:lnTo>
                  <a:pt x="0" y="18655"/>
                </a:lnTo>
                <a:cubicBezTo>
                  <a:pt x="0" y="20282"/>
                  <a:pt x="1319" y="21600"/>
                  <a:pt x="2945" y="21600"/>
                </a:cubicBezTo>
                <a:lnTo>
                  <a:pt x="20618" y="21600"/>
                </a:lnTo>
                <a:cubicBezTo>
                  <a:pt x="21160" y="21600"/>
                  <a:pt x="21600" y="21160"/>
                  <a:pt x="21600" y="20618"/>
                </a:cubicBezTo>
                <a:lnTo>
                  <a:pt x="21600" y="4909"/>
                </a:lnTo>
                <a:cubicBezTo>
                  <a:pt x="21600" y="4367"/>
                  <a:pt x="21160" y="3927"/>
                  <a:pt x="20618" y="3927"/>
                </a:cubicBezTo>
                <a:moveTo>
                  <a:pt x="6382" y="16691"/>
                </a:moveTo>
                <a:lnTo>
                  <a:pt x="18164" y="16691"/>
                </a:lnTo>
                <a:cubicBezTo>
                  <a:pt x="18434" y="16691"/>
                  <a:pt x="18655" y="16472"/>
                  <a:pt x="18655" y="16200"/>
                </a:cubicBezTo>
                <a:cubicBezTo>
                  <a:pt x="18655" y="15929"/>
                  <a:pt x="18434" y="15710"/>
                  <a:pt x="18164" y="15710"/>
                </a:cubicBezTo>
                <a:lnTo>
                  <a:pt x="6382" y="15710"/>
                </a:lnTo>
                <a:cubicBezTo>
                  <a:pt x="6111" y="15710"/>
                  <a:pt x="5891" y="15929"/>
                  <a:pt x="5891" y="16200"/>
                </a:cubicBezTo>
                <a:cubicBezTo>
                  <a:pt x="5891" y="16472"/>
                  <a:pt x="6111" y="16691"/>
                  <a:pt x="6382" y="16691"/>
                </a:cubicBezTo>
                <a:moveTo>
                  <a:pt x="10309" y="7855"/>
                </a:moveTo>
                <a:lnTo>
                  <a:pt x="14236" y="7855"/>
                </a:lnTo>
                <a:cubicBezTo>
                  <a:pt x="14507" y="7855"/>
                  <a:pt x="14727" y="7635"/>
                  <a:pt x="14727" y="7364"/>
                </a:cubicBezTo>
                <a:cubicBezTo>
                  <a:pt x="14727" y="7092"/>
                  <a:pt x="14507" y="6873"/>
                  <a:pt x="14236" y="6873"/>
                </a:cubicBezTo>
                <a:lnTo>
                  <a:pt x="10309" y="6873"/>
                </a:lnTo>
                <a:cubicBezTo>
                  <a:pt x="10038" y="6873"/>
                  <a:pt x="9818" y="7092"/>
                  <a:pt x="9818" y="7364"/>
                </a:cubicBezTo>
                <a:cubicBezTo>
                  <a:pt x="9818" y="7635"/>
                  <a:pt x="10038" y="7855"/>
                  <a:pt x="10309" y="7855"/>
                </a:cubicBezTo>
                <a:moveTo>
                  <a:pt x="6382" y="18655"/>
                </a:moveTo>
                <a:lnTo>
                  <a:pt x="18164" y="18655"/>
                </a:lnTo>
                <a:cubicBezTo>
                  <a:pt x="18434" y="18655"/>
                  <a:pt x="18655" y="18435"/>
                  <a:pt x="18655" y="18164"/>
                </a:cubicBezTo>
                <a:cubicBezTo>
                  <a:pt x="18655" y="17893"/>
                  <a:pt x="18434" y="17673"/>
                  <a:pt x="18164" y="17673"/>
                </a:cubicBezTo>
                <a:lnTo>
                  <a:pt x="6382" y="17673"/>
                </a:lnTo>
                <a:cubicBezTo>
                  <a:pt x="6111" y="17673"/>
                  <a:pt x="5891" y="17893"/>
                  <a:pt x="5891" y="18164"/>
                </a:cubicBezTo>
                <a:cubicBezTo>
                  <a:pt x="5891" y="18435"/>
                  <a:pt x="6111" y="18655"/>
                  <a:pt x="6382" y="18655"/>
                </a:cubicBezTo>
                <a:moveTo>
                  <a:pt x="4909" y="2945"/>
                </a:moveTo>
                <a:lnTo>
                  <a:pt x="20127" y="2945"/>
                </a:lnTo>
                <a:cubicBezTo>
                  <a:pt x="20398" y="2945"/>
                  <a:pt x="20618" y="2726"/>
                  <a:pt x="20618" y="2455"/>
                </a:cubicBezTo>
                <a:cubicBezTo>
                  <a:pt x="20618" y="2184"/>
                  <a:pt x="20398" y="1964"/>
                  <a:pt x="20127" y="1964"/>
                </a:cubicBezTo>
                <a:lnTo>
                  <a:pt x="4909" y="1964"/>
                </a:lnTo>
                <a:cubicBezTo>
                  <a:pt x="4638" y="1964"/>
                  <a:pt x="4418" y="2184"/>
                  <a:pt x="4418" y="2455"/>
                </a:cubicBezTo>
                <a:cubicBezTo>
                  <a:pt x="4418" y="2726"/>
                  <a:pt x="4638" y="2945"/>
                  <a:pt x="4909" y="2945"/>
                </a:cubicBezTo>
                <a:moveTo>
                  <a:pt x="18164" y="11783"/>
                </a:moveTo>
                <a:lnTo>
                  <a:pt x="14236" y="11783"/>
                </a:lnTo>
                <a:cubicBezTo>
                  <a:pt x="13966" y="11783"/>
                  <a:pt x="13745" y="12001"/>
                  <a:pt x="13745" y="12273"/>
                </a:cubicBezTo>
                <a:cubicBezTo>
                  <a:pt x="13745" y="12544"/>
                  <a:pt x="13966" y="12764"/>
                  <a:pt x="14236" y="12764"/>
                </a:cubicBezTo>
                <a:lnTo>
                  <a:pt x="18164" y="12764"/>
                </a:lnTo>
                <a:cubicBezTo>
                  <a:pt x="18434" y="12764"/>
                  <a:pt x="18655" y="12544"/>
                  <a:pt x="18655" y="12273"/>
                </a:cubicBezTo>
                <a:cubicBezTo>
                  <a:pt x="18655" y="12001"/>
                  <a:pt x="18434" y="11783"/>
                  <a:pt x="18164" y="11783"/>
                </a:cubicBezTo>
                <a:moveTo>
                  <a:pt x="6382" y="982"/>
                </a:moveTo>
                <a:lnTo>
                  <a:pt x="19145" y="982"/>
                </a:lnTo>
                <a:cubicBezTo>
                  <a:pt x="19416" y="982"/>
                  <a:pt x="19636" y="762"/>
                  <a:pt x="19636" y="491"/>
                </a:cubicBezTo>
                <a:cubicBezTo>
                  <a:pt x="19636" y="220"/>
                  <a:pt x="19416" y="0"/>
                  <a:pt x="19145" y="0"/>
                </a:cubicBezTo>
                <a:lnTo>
                  <a:pt x="6382" y="0"/>
                </a:lnTo>
                <a:cubicBezTo>
                  <a:pt x="6111" y="0"/>
                  <a:pt x="5891" y="220"/>
                  <a:pt x="5891" y="491"/>
                </a:cubicBezTo>
                <a:cubicBezTo>
                  <a:pt x="5891" y="762"/>
                  <a:pt x="6111" y="982"/>
                  <a:pt x="6382" y="982"/>
                </a:cubicBezTo>
                <a:moveTo>
                  <a:pt x="18164" y="13746"/>
                </a:moveTo>
                <a:lnTo>
                  <a:pt x="14236" y="13746"/>
                </a:lnTo>
                <a:cubicBezTo>
                  <a:pt x="13966" y="13746"/>
                  <a:pt x="13745" y="13965"/>
                  <a:pt x="13745" y="14236"/>
                </a:cubicBezTo>
                <a:cubicBezTo>
                  <a:pt x="13745" y="14508"/>
                  <a:pt x="13966" y="14727"/>
                  <a:pt x="14236" y="14727"/>
                </a:cubicBezTo>
                <a:lnTo>
                  <a:pt x="18164" y="14727"/>
                </a:lnTo>
                <a:cubicBezTo>
                  <a:pt x="18434" y="14727"/>
                  <a:pt x="18655" y="14508"/>
                  <a:pt x="18655" y="14236"/>
                </a:cubicBezTo>
                <a:cubicBezTo>
                  <a:pt x="18655" y="13965"/>
                  <a:pt x="18434" y="13746"/>
                  <a:pt x="18164" y="13746"/>
                </a:cubicBezTo>
                <a:moveTo>
                  <a:pt x="16200" y="7855"/>
                </a:moveTo>
                <a:cubicBezTo>
                  <a:pt x="16471" y="7855"/>
                  <a:pt x="16691" y="7635"/>
                  <a:pt x="16691" y="7364"/>
                </a:cubicBezTo>
                <a:cubicBezTo>
                  <a:pt x="16691" y="7092"/>
                  <a:pt x="16471" y="6873"/>
                  <a:pt x="16200" y="6873"/>
                </a:cubicBezTo>
                <a:cubicBezTo>
                  <a:pt x="15929" y="6873"/>
                  <a:pt x="15709" y="7092"/>
                  <a:pt x="15709" y="7364"/>
                </a:cubicBezTo>
                <a:cubicBezTo>
                  <a:pt x="15709" y="7635"/>
                  <a:pt x="15929" y="7855"/>
                  <a:pt x="16200" y="7855"/>
                </a:cubicBezTo>
                <a:moveTo>
                  <a:pt x="18164" y="7855"/>
                </a:moveTo>
                <a:cubicBezTo>
                  <a:pt x="18434" y="7855"/>
                  <a:pt x="18655" y="7635"/>
                  <a:pt x="18655" y="7364"/>
                </a:cubicBezTo>
                <a:cubicBezTo>
                  <a:pt x="18655" y="7092"/>
                  <a:pt x="18434" y="6873"/>
                  <a:pt x="18164" y="6873"/>
                </a:cubicBezTo>
                <a:cubicBezTo>
                  <a:pt x="17893" y="6873"/>
                  <a:pt x="17673" y="7092"/>
                  <a:pt x="17673" y="7364"/>
                </a:cubicBezTo>
                <a:cubicBezTo>
                  <a:pt x="17673" y="7635"/>
                  <a:pt x="17893" y="7855"/>
                  <a:pt x="18164" y="7855"/>
                </a:cubicBezTo>
                <a:moveTo>
                  <a:pt x="18164" y="9818"/>
                </a:moveTo>
                <a:lnTo>
                  <a:pt x="14236" y="9818"/>
                </a:lnTo>
                <a:cubicBezTo>
                  <a:pt x="13966" y="9818"/>
                  <a:pt x="13745" y="10038"/>
                  <a:pt x="13745" y="10309"/>
                </a:cubicBezTo>
                <a:cubicBezTo>
                  <a:pt x="13745" y="10581"/>
                  <a:pt x="13966" y="10800"/>
                  <a:pt x="14236" y="10800"/>
                </a:cubicBezTo>
                <a:lnTo>
                  <a:pt x="18164" y="10800"/>
                </a:lnTo>
                <a:cubicBezTo>
                  <a:pt x="18434" y="10800"/>
                  <a:pt x="18655" y="10581"/>
                  <a:pt x="18655" y="10309"/>
                </a:cubicBezTo>
                <a:cubicBezTo>
                  <a:pt x="18655" y="10038"/>
                  <a:pt x="18434" y="9818"/>
                  <a:pt x="18164" y="98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8" name="Shape 2600">
            <a:extLst>
              <a:ext uri="{FF2B5EF4-FFF2-40B4-BE49-F238E27FC236}">
                <a16:creationId xmlns:a16="http://schemas.microsoft.com/office/drawing/2014/main" id="{991D008B-C1F1-14BE-6C9E-E6FCEF8EF6CB}"/>
              </a:ext>
            </a:extLst>
          </p:cNvPr>
          <p:cNvSpPr/>
          <p:nvPr/>
        </p:nvSpPr>
        <p:spPr>
          <a:xfrm>
            <a:off x="8908317" y="187276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moveTo>
                  <a:pt x="16200" y="10309"/>
                </a:moveTo>
                <a:lnTo>
                  <a:pt x="11291" y="10309"/>
                </a:lnTo>
                <a:lnTo>
                  <a:pt x="11291" y="5401"/>
                </a:lnTo>
                <a:cubicBezTo>
                  <a:pt x="11291" y="5129"/>
                  <a:pt x="11071" y="4909"/>
                  <a:pt x="10800" y="4909"/>
                </a:cubicBezTo>
                <a:cubicBezTo>
                  <a:pt x="10529" y="4909"/>
                  <a:pt x="10309" y="5129"/>
                  <a:pt x="10309" y="5401"/>
                </a:cubicBezTo>
                <a:lnTo>
                  <a:pt x="10309" y="10309"/>
                </a:lnTo>
                <a:lnTo>
                  <a:pt x="5400" y="10309"/>
                </a:lnTo>
                <a:cubicBezTo>
                  <a:pt x="5129" y="10309"/>
                  <a:pt x="4909" y="10529"/>
                  <a:pt x="4909" y="10800"/>
                </a:cubicBezTo>
                <a:cubicBezTo>
                  <a:pt x="4909" y="11072"/>
                  <a:pt x="5129" y="11292"/>
                  <a:pt x="5400" y="11292"/>
                </a:cubicBezTo>
                <a:lnTo>
                  <a:pt x="10309" y="11292"/>
                </a:lnTo>
                <a:lnTo>
                  <a:pt x="10309" y="16200"/>
                </a:lnTo>
                <a:cubicBezTo>
                  <a:pt x="10309" y="16472"/>
                  <a:pt x="10529" y="16691"/>
                  <a:pt x="10800" y="16691"/>
                </a:cubicBezTo>
                <a:cubicBezTo>
                  <a:pt x="11071" y="16691"/>
                  <a:pt x="11291" y="16472"/>
                  <a:pt x="11291" y="16200"/>
                </a:cubicBezTo>
                <a:lnTo>
                  <a:pt x="11291" y="11292"/>
                </a:lnTo>
                <a:lnTo>
                  <a:pt x="16200" y="11292"/>
                </a:lnTo>
                <a:cubicBezTo>
                  <a:pt x="16471" y="11292"/>
                  <a:pt x="16691" y="11072"/>
                  <a:pt x="16691" y="10800"/>
                </a:cubicBezTo>
                <a:cubicBezTo>
                  <a:pt x="16691" y="10529"/>
                  <a:pt x="16471" y="10309"/>
                  <a:pt x="16200" y="103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9" name="Shape 2601">
            <a:extLst>
              <a:ext uri="{FF2B5EF4-FFF2-40B4-BE49-F238E27FC236}">
                <a16:creationId xmlns:a16="http://schemas.microsoft.com/office/drawing/2014/main" id="{343A7D08-341F-DDAF-311A-138A9EC9997B}"/>
              </a:ext>
            </a:extLst>
          </p:cNvPr>
          <p:cNvSpPr/>
          <p:nvPr/>
        </p:nvSpPr>
        <p:spPr>
          <a:xfrm>
            <a:off x="9441578" y="187276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moveTo>
                  <a:pt x="16200" y="10309"/>
                </a:moveTo>
                <a:lnTo>
                  <a:pt x="5400" y="10309"/>
                </a:lnTo>
                <a:cubicBezTo>
                  <a:pt x="5129" y="10309"/>
                  <a:pt x="4909" y="10529"/>
                  <a:pt x="4909" y="10800"/>
                </a:cubicBezTo>
                <a:cubicBezTo>
                  <a:pt x="4909" y="11072"/>
                  <a:pt x="5129" y="11292"/>
                  <a:pt x="5400" y="11292"/>
                </a:cubicBezTo>
                <a:lnTo>
                  <a:pt x="16200" y="11292"/>
                </a:lnTo>
                <a:cubicBezTo>
                  <a:pt x="16471" y="11292"/>
                  <a:pt x="16691" y="11072"/>
                  <a:pt x="16691" y="10800"/>
                </a:cubicBezTo>
                <a:cubicBezTo>
                  <a:pt x="16691" y="10529"/>
                  <a:pt x="16471" y="10309"/>
                  <a:pt x="16200" y="103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0" name="Shape 2602">
            <a:extLst>
              <a:ext uri="{FF2B5EF4-FFF2-40B4-BE49-F238E27FC236}">
                <a16:creationId xmlns:a16="http://schemas.microsoft.com/office/drawing/2014/main" id="{14EFBA75-066F-45B4-A563-520DA27A0983}"/>
              </a:ext>
            </a:extLst>
          </p:cNvPr>
          <p:cNvSpPr/>
          <p:nvPr/>
        </p:nvSpPr>
        <p:spPr>
          <a:xfrm>
            <a:off x="9974839" y="1898158"/>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5400" y="6001"/>
                </a:moveTo>
                <a:lnTo>
                  <a:pt x="8345" y="6001"/>
                </a:lnTo>
                <a:cubicBezTo>
                  <a:pt x="8617" y="6001"/>
                  <a:pt x="8836" y="5732"/>
                  <a:pt x="8836" y="5400"/>
                </a:cubicBezTo>
                <a:cubicBezTo>
                  <a:pt x="8836" y="5069"/>
                  <a:pt x="8617" y="4800"/>
                  <a:pt x="8345" y="4800"/>
                </a:cubicBezTo>
                <a:lnTo>
                  <a:pt x="5400" y="4800"/>
                </a:lnTo>
                <a:cubicBezTo>
                  <a:pt x="5129" y="4800"/>
                  <a:pt x="4909" y="5069"/>
                  <a:pt x="4909" y="5400"/>
                </a:cubicBezTo>
                <a:cubicBezTo>
                  <a:pt x="4909" y="5732"/>
                  <a:pt x="5129" y="6001"/>
                  <a:pt x="5400" y="6001"/>
                </a:cubicBezTo>
                <a:moveTo>
                  <a:pt x="20618" y="20400"/>
                </a:moveTo>
                <a:lnTo>
                  <a:pt x="18655" y="20400"/>
                </a:lnTo>
                <a:lnTo>
                  <a:pt x="18655" y="18000"/>
                </a:lnTo>
                <a:cubicBezTo>
                  <a:pt x="18926" y="18000"/>
                  <a:pt x="19145" y="17732"/>
                  <a:pt x="19145" y="17400"/>
                </a:cubicBezTo>
                <a:cubicBezTo>
                  <a:pt x="19145" y="17069"/>
                  <a:pt x="18926" y="16801"/>
                  <a:pt x="18655" y="16801"/>
                </a:cubicBezTo>
                <a:lnTo>
                  <a:pt x="18655" y="3601"/>
                </a:lnTo>
                <a:lnTo>
                  <a:pt x="20618" y="3601"/>
                </a:lnTo>
                <a:cubicBezTo>
                  <a:pt x="20618" y="3601"/>
                  <a:pt x="20618" y="20400"/>
                  <a:pt x="20618" y="20400"/>
                </a:cubicBezTo>
                <a:close/>
                <a:moveTo>
                  <a:pt x="17673" y="16801"/>
                </a:moveTo>
                <a:cubicBezTo>
                  <a:pt x="17401" y="16801"/>
                  <a:pt x="17182" y="17069"/>
                  <a:pt x="17182" y="17400"/>
                </a:cubicBezTo>
                <a:cubicBezTo>
                  <a:pt x="17182" y="17732"/>
                  <a:pt x="17401" y="18000"/>
                  <a:pt x="17673" y="18000"/>
                </a:cubicBezTo>
                <a:lnTo>
                  <a:pt x="17673" y="20400"/>
                </a:lnTo>
                <a:lnTo>
                  <a:pt x="3927" y="20400"/>
                </a:lnTo>
                <a:lnTo>
                  <a:pt x="3927" y="18000"/>
                </a:lnTo>
                <a:cubicBezTo>
                  <a:pt x="4199" y="18000"/>
                  <a:pt x="4418" y="17732"/>
                  <a:pt x="4418" y="17400"/>
                </a:cubicBezTo>
                <a:cubicBezTo>
                  <a:pt x="4418" y="17069"/>
                  <a:pt x="4199" y="16801"/>
                  <a:pt x="3927" y="16801"/>
                </a:cubicBezTo>
                <a:lnTo>
                  <a:pt x="3927" y="3601"/>
                </a:lnTo>
                <a:lnTo>
                  <a:pt x="17673" y="3601"/>
                </a:lnTo>
                <a:cubicBezTo>
                  <a:pt x="17673" y="3601"/>
                  <a:pt x="17673" y="16801"/>
                  <a:pt x="17673" y="16801"/>
                </a:cubicBezTo>
                <a:close/>
                <a:moveTo>
                  <a:pt x="2945" y="16801"/>
                </a:moveTo>
                <a:cubicBezTo>
                  <a:pt x="2674" y="16801"/>
                  <a:pt x="2455" y="17069"/>
                  <a:pt x="2455" y="17400"/>
                </a:cubicBezTo>
                <a:cubicBezTo>
                  <a:pt x="2455" y="17732"/>
                  <a:pt x="2674" y="18000"/>
                  <a:pt x="2945" y="18000"/>
                </a:cubicBezTo>
                <a:lnTo>
                  <a:pt x="2945" y="20400"/>
                </a:lnTo>
                <a:lnTo>
                  <a:pt x="982" y="20400"/>
                </a:lnTo>
                <a:lnTo>
                  <a:pt x="982" y="3601"/>
                </a:lnTo>
                <a:lnTo>
                  <a:pt x="2945" y="3601"/>
                </a:lnTo>
                <a:cubicBezTo>
                  <a:pt x="2945" y="3601"/>
                  <a:pt x="2945" y="16801"/>
                  <a:pt x="2945" y="16801"/>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39" y="2400"/>
                  <a:pt x="0" y="2938"/>
                  <a:pt x="0" y="3601"/>
                </a:cubicBezTo>
                <a:lnTo>
                  <a:pt x="0" y="20400"/>
                </a:lnTo>
                <a:cubicBezTo>
                  <a:pt x="0" y="21063"/>
                  <a:pt x="439" y="21600"/>
                  <a:pt x="982" y="21600"/>
                </a:cubicBezTo>
                <a:lnTo>
                  <a:pt x="20618" y="21600"/>
                </a:lnTo>
                <a:cubicBezTo>
                  <a:pt x="21160" y="21600"/>
                  <a:pt x="21600" y="21063"/>
                  <a:pt x="21600" y="20400"/>
                </a:cubicBezTo>
                <a:lnTo>
                  <a:pt x="21600" y="3601"/>
                </a:lnTo>
                <a:cubicBezTo>
                  <a:pt x="21600" y="2938"/>
                  <a:pt x="21160" y="2400"/>
                  <a:pt x="20618" y="2400"/>
                </a:cubicBezTo>
                <a:moveTo>
                  <a:pt x="5400" y="8400"/>
                </a:moveTo>
                <a:lnTo>
                  <a:pt x="6382" y="8400"/>
                </a:lnTo>
                <a:cubicBezTo>
                  <a:pt x="6653" y="8400"/>
                  <a:pt x="6873" y="8132"/>
                  <a:pt x="6873" y="7800"/>
                </a:cubicBezTo>
                <a:cubicBezTo>
                  <a:pt x="6873" y="7469"/>
                  <a:pt x="6653" y="7200"/>
                  <a:pt x="6382" y="7200"/>
                </a:cubicBezTo>
                <a:lnTo>
                  <a:pt x="5400" y="7200"/>
                </a:lnTo>
                <a:cubicBezTo>
                  <a:pt x="5129" y="7200"/>
                  <a:pt x="4909" y="7469"/>
                  <a:pt x="4909" y="7800"/>
                </a:cubicBezTo>
                <a:cubicBezTo>
                  <a:pt x="4909" y="8132"/>
                  <a:pt x="5129" y="8400"/>
                  <a:pt x="5400" y="84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1" name="Shape 2603">
            <a:extLst>
              <a:ext uri="{FF2B5EF4-FFF2-40B4-BE49-F238E27FC236}">
                <a16:creationId xmlns:a16="http://schemas.microsoft.com/office/drawing/2014/main" id="{89498403-8292-052C-B080-9E6B2D92BCBC}"/>
              </a:ext>
            </a:extLst>
          </p:cNvPr>
          <p:cNvSpPr/>
          <p:nvPr/>
        </p:nvSpPr>
        <p:spPr>
          <a:xfrm>
            <a:off x="10508100" y="1885461"/>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16691" y="20520"/>
                </a:moveTo>
                <a:lnTo>
                  <a:pt x="14727" y="20520"/>
                </a:lnTo>
                <a:lnTo>
                  <a:pt x="14727" y="18360"/>
                </a:lnTo>
                <a:cubicBezTo>
                  <a:pt x="14999" y="18360"/>
                  <a:pt x="15218" y="18119"/>
                  <a:pt x="15218" y="17820"/>
                </a:cubicBezTo>
                <a:cubicBezTo>
                  <a:pt x="15218" y="17522"/>
                  <a:pt x="14999" y="17280"/>
                  <a:pt x="14727" y="17280"/>
                </a:cubicBezTo>
                <a:lnTo>
                  <a:pt x="14727" y="7560"/>
                </a:lnTo>
                <a:lnTo>
                  <a:pt x="16691" y="7560"/>
                </a:lnTo>
                <a:cubicBezTo>
                  <a:pt x="16691" y="7560"/>
                  <a:pt x="16691" y="20520"/>
                  <a:pt x="16691" y="20520"/>
                </a:cubicBezTo>
                <a:close/>
                <a:moveTo>
                  <a:pt x="13745" y="17280"/>
                </a:moveTo>
                <a:cubicBezTo>
                  <a:pt x="13474" y="17280"/>
                  <a:pt x="13255" y="17522"/>
                  <a:pt x="13255" y="17820"/>
                </a:cubicBezTo>
                <a:cubicBezTo>
                  <a:pt x="13255" y="18119"/>
                  <a:pt x="13474" y="18360"/>
                  <a:pt x="13745" y="18360"/>
                </a:cubicBezTo>
                <a:lnTo>
                  <a:pt x="13745" y="20520"/>
                </a:lnTo>
                <a:lnTo>
                  <a:pt x="3927" y="20520"/>
                </a:lnTo>
                <a:lnTo>
                  <a:pt x="3927" y="18360"/>
                </a:lnTo>
                <a:cubicBezTo>
                  <a:pt x="4199" y="18360"/>
                  <a:pt x="4418" y="18119"/>
                  <a:pt x="4418" y="17820"/>
                </a:cubicBezTo>
                <a:cubicBezTo>
                  <a:pt x="4418" y="17522"/>
                  <a:pt x="4199" y="17280"/>
                  <a:pt x="3927" y="17280"/>
                </a:cubicBezTo>
                <a:lnTo>
                  <a:pt x="3927" y="7560"/>
                </a:lnTo>
                <a:lnTo>
                  <a:pt x="13745" y="7560"/>
                </a:lnTo>
                <a:cubicBezTo>
                  <a:pt x="13745" y="7560"/>
                  <a:pt x="13745" y="17280"/>
                  <a:pt x="13745" y="17280"/>
                </a:cubicBezTo>
                <a:close/>
                <a:moveTo>
                  <a:pt x="2945" y="17280"/>
                </a:moveTo>
                <a:cubicBezTo>
                  <a:pt x="2674" y="17280"/>
                  <a:pt x="2455" y="17522"/>
                  <a:pt x="2455" y="17820"/>
                </a:cubicBezTo>
                <a:cubicBezTo>
                  <a:pt x="2455" y="18119"/>
                  <a:pt x="2674" y="18360"/>
                  <a:pt x="2945" y="18360"/>
                </a:cubicBezTo>
                <a:lnTo>
                  <a:pt x="2945" y="20520"/>
                </a:lnTo>
                <a:lnTo>
                  <a:pt x="982" y="20520"/>
                </a:lnTo>
                <a:lnTo>
                  <a:pt x="982" y="7560"/>
                </a:lnTo>
                <a:lnTo>
                  <a:pt x="2945" y="7560"/>
                </a:lnTo>
                <a:cubicBezTo>
                  <a:pt x="2945" y="7560"/>
                  <a:pt x="2945" y="17280"/>
                  <a:pt x="2945" y="17280"/>
                </a:cubicBezTo>
                <a:close/>
                <a:moveTo>
                  <a:pt x="7855" y="5400"/>
                </a:moveTo>
                <a:lnTo>
                  <a:pt x="9818" y="5400"/>
                </a:lnTo>
                <a:cubicBezTo>
                  <a:pt x="10360" y="5400"/>
                  <a:pt x="10800" y="5884"/>
                  <a:pt x="10800" y="6481"/>
                </a:cubicBezTo>
                <a:lnTo>
                  <a:pt x="6873" y="6481"/>
                </a:lnTo>
                <a:cubicBezTo>
                  <a:pt x="6873" y="5884"/>
                  <a:pt x="7313" y="5400"/>
                  <a:pt x="7855" y="5400"/>
                </a:cubicBezTo>
                <a:moveTo>
                  <a:pt x="16691" y="6481"/>
                </a:moveTo>
                <a:lnTo>
                  <a:pt x="11782" y="6481"/>
                </a:lnTo>
                <a:cubicBezTo>
                  <a:pt x="11782" y="5287"/>
                  <a:pt x="10903" y="4321"/>
                  <a:pt x="9818" y="4321"/>
                </a:cubicBezTo>
                <a:lnTo>
                  <a:pt x="7855" y="4321"/>
                </a:lnTo>
                <a:cubicBezTo>
                  <a:pt x="6770" y="4321"/>
                  <a:pt x="5891" y="5287"/>
                  <a:pt x="5891" y="6481"/>
                </a:cubicBezTo>
                <a:lnTo>
                  <a:pt x="982" y="6481"/>
                </a:lnTo>
                <a:cubicBezTo>
                  <a:pt x="440" y="6481"/>
                  <a:pt x="0" y="6964"/>
                  <a:pt x="0" y="7560"/>
                </a:cubicBezTo>
                <a:lnTo>
                  <a:pt x="0" y="20520"/>
                </a:lnTo>
                <a:cubicBezTo>
                  <a:pt x="0" y="21116"/>
                  <a:pt x="440" y="21600"/>
                  <a:pt x="982" y="21600"/>
                </a:cubicBezTo>
                <a:lnTo>
                  <a:pt x="16691" y="21600"/>
                </a:lnTo>
                <a:cubicBezTo>
                  <a:pt x="17233" y="21600"/>
                  <a:pt x="17673" y="21116"/>
                  <a:pt x="17673" y="20520"/>
                </a:cubicBezTo>
                <a:lnTo>
                  <a:pt x="17673" y="7560"/>
                </a:lnTo>
                <a:cubicBezTo>
                  <a:pt x="17673" y="6964"/>
                  <a:pt x="17233" y="6481"/>
                  <a:pt x="16691" y="6481"/>
                </a:cubicBezTo>
                <a:moveTo>
                  <a:pt x="10800" y="2161"/>
                </a:moveTo>
                <a:cubicBezTo>
                  <a:pt x="10800" y="1564"/>
                  <a:pt x="11240" y="1080"/>
                  <a:pt x="11782" y="1080"/>
                </a:cubicBezTo>
                <a:lnTo>
                  <a:pt x="13745" y="1080"/>
                </a:lnTo>
                <a:cubicBezTo>
                  <a:pt x="14287" y="1080"/>
                  <a:pt x="14727" y="1564"/>
                  <a:pt x="14727" y="2161"/>
                </a:cubicBezTo>
                <a:cubicBezTo>
                  <a:pt x="14727" y="2161"/>
                  <a:pt x="10800" y="2161"/>
                  <a:pt x="10800" y="2161"/>
                </a:cubicBezTo>
                <a:close/>
                <a:moveTo>
                  <a:pt x="20618" y="2161"/>
                </a:moveTo>
                <a:lnTo>
                  <a:pt x="15709" y="2161"/>
                </a:lnTo>
                <a:cubicBezTo>
                  <a:pt x="15709" y="967"/>
                  <a:pt x="14830" y="0"/>
                  <a:pt x="13745" y="0"/>
                </a:cubicBezTo>
                <a:lnTo>
                  <a:pt x="11782" y="0"/>
                </a:lnTo>
                <a:cubicBezTo>
                  <a:pt x="10697" y="0"/>
                  <a:pt x="9818" y="967"/>
                  <a:pt x="9818" y="2161"/>
                </a:cubicBezTo>
                <a:lnTo>
                  <a:pt x="4909" y="2161"/>
                </a:lnTo>
                <a:cubicBezTo>
                  <a:pt x="4367" y="2161"/>
                  <a:pt x="3927" y="2644"/>
                  <a:pt x="3927" y="3240"/>
                </a:cubicBezTo>
                <a:lnTo>
                  <a:pt x="3927" y="4860"/>
                </a:lnTo>
                <a:cubicBezTo>
                  <a:pt x="3927" y="5159"/>
                  <a:pt x="4147" y="5400"/>
                  <a:pt x="4418" y="5400"/>
                </a:cubicBezTo>
                <a:cubicBezTo>
                  <a:pt x="4690" y="5400"/>
                  <a:pt x="4909" y="5159"/>
                  <a:pt x="4909" y="4860"/>
                </a:cubicBezTo>
                <a:lnTo>
                  <a:pt x="4909" y="3240"/>
                </a:lnTo>
                <a:lnTo>
                  <a:pt x="20618" y="3240"/>
                </a:lnTo>
                <a:lnTo>
                  <a:pt x="20618" y="16201"/>
                </a:lnTo>
                <a:lnTo>
                  <a:pt x="19145" y="16201"/>
                </a:lnTo>
                <a:cubicBezTo>
                  <a:pt x="18874" y="16201"/>
                  <a:pt x="18655" y="16442"/>
                  <a:pt x="18655" y="16740"/>
                </a:cubicBezTo>
                <a:cubicBezTo>
                  <a:pt x="18655" y="17039"/>
                  <a:pt x="18874" y="17280"/>
                  <a:pt x="19145" y="17280"/>
                </a:cubicBezTo>
                <a:lnTo>
                  <a:pt x="20618" y="17280"/>
                </a:lnTo>
                <a:cubicBezTo>
                  <a:pt x="21160" y="17280"/>
                  <a:pt x="21600" y="16796"/>
                  <a:pt x="21600" y="16201"/>
                </a:cubicBezTo>
                <a:lnTo>
                  <a:pt x="21600" y="3240"/>
                </a:lnTo>
                <a:cubicBezTo>
                  <a:pt x="21600" y="2644"/>
                  <a:pt x="21160" y="2161"/>
                  <a:pt x="20618" y="2161"/>
                </a:cubicBezTo>
                <a:moveTo>
                  <a:pt x="5400" y="11881"/>
                </a:moveTo>
                <a:lnTo>
                  <a:pt x="6382" y="11881"/>
                </a:lnTo>
                <a:cubicBezTo>
                  <a:pt x="6653" y="11881"/>
                  <a:pt x="6873" y="11639"/>
                  <a:pt x="6873" y="11341"/>
                </a:cubicBezTo>
                <a:cubicBezTo>
                  <a:pt x="6873" y="11042"/>
                  <a:pt x="6653" y="10800"/>
                  <a:pt x="6382" y="10800"/>
                </a:cubicBezTo>
                <a:lnTo>
                  <a:pt x="5400" y="10800"/>
                </a:lnTo>
                <a:cubicBezTo>
                  <a:pt x="5129" y="10800"/>
                  <a:pt x="4909" y="11042"/>
                  <a:pt x="4909" y="11341"/>
                </a:cubicBezTo>
                <a:cubicBezTo>
                  <a:pt x="4909" y="11639"/>
                  <a:pt x="5129" y="11881"/>
                  <a:pt x="5400" y="11881"/>
                </a:cubicBezTo>
                <a:moveTo>
                  <a:pt x="5400" y="9720"/>
                </a:moveTo>
                <a:lnTo>
                  <a:pt x="8345" y="9720"/>
                </a:lnTo>
                <a:cubicBezTo>
                  <a:pt x="8617" y="9720"/>
                  <a:pt x="8836" y="9479"/>
                  <a:pt x="8836" y="9181"/>
                </a:cubicBezTo>
                <a:cubicBezTo>
                  <a:pt x="8836" y="8882"/>
                  <a:pt x="8617" y="8640"/>
                  <a:pt x="8345" y="8640"/>
                </a:cubicBezTo>
                <a:lnTo>
                  <a:pt x="5400" y="8640"/>
                </a:lnTo>
                <a:cubicBezTo>
                  <a:pt x="5129" y="8640"/>
                  <a:pt x="4909" y="8882"/>
                  <a:pt x="4909" y="9181"/>
                </a:cubicBezTo>
                <a:cubicBezTo>
                  <a:pt x="4909" y="9479"/>
                  <a:pt x="5129" y="9720"/>
                  <a:pt x="5400" y="972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2" name="Shape 2604">
            <a:extLst>
              <a:ext uri="{FF2B5EF4-FFF2-40B4-BE49-F238E27FC236}">
                <a16:creationId xmlns:a16="http://schemas.microsoft.com/office/drawing/2014/main" id="{E0E04E5D-7A0B-C74F-2A7F-D72C6EB7395C}"/>
              </a:ext>
            </a:extLst>
          </p:cNvPr>
          <p:cNvSpPr/>
          <p:nvPr/>
        </p:nvSpPr>
        <p:spPr>
          <a:xfrm>
            <a:off x="11041361" y="1898158"/>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0618" y="9600"/>
                </a:moveTo>
                <a:lnTo>
                  <a:pt x="17673" y="9600"/>
                </a:lnTo>
                <a:lnTo>
                  <a:pt x="17673" y="8400"/>
                </a:lnTo>
                <a:cubicBezTo>
                  <a:pt x="17673" y="7738"/>
                  <a:pt x="17233" y="7200"/>
                  <a:pt x="16691" y="7200"/>
                </a:cubicBezTo>
                <a:lnTo>
                  <a:pt x="14727" y="7200"/>
                </a:lnTo>
                <a:cubicBezTo>
                  <a:pt x="14186" y="7200"/>
                  <a:pt x="13745" y="7738"/>
                  <a:pt x="13745" y="8400"/>
                </a:cubicBezTo>
                <a:lnTo>
                  <a:pt x="13745" y="9600"/>
                </a:lnTo>
                <a:lnTo>
                  <a:pt x="7855" y="9600"/>
                </a:lnTo>
                <a:lnTo>
                  <a:pt x="7855" y="8400"/>
                </a:lnTo>
                <a:cubicBezTo>
                  <a:pt x="7855" y="7738"/>
                  <a:pt x="7414" y="7200"/>
                  <a:pt x="6873" y="7200"/>
                </a:cubicBezTo>
                <a:lnTo>
                  <a:pt x="4909" y="7200"/>
                </a:lnTo>
                <a:cubicBezTo>
                  <a:pt x="4367" y="7200"/>
                  <a:pt x="3927" y="7738"/>
                  <a:pt x="3927" y="8400"/>
                </a:cubicBezTo>
                <a:lnTo>
                  <a:pt x="3927" y="9600"/>
                </a:lnTo>
                <a:lnTo>
                  <a:pt x="982" y="9600"/>
                </a:lnTo>
                <a:lnTo>
                  <a:pt x="982" y="3601"/>
                </a:lnTo>
                <a:lnTo>
                  <a:pt x="20618" y="3601"/>
                </a:lnTo>
                <a:cubicBezTo>
                  <a:pt x="20618" y="3601"/>
                  <a:pt x="20618" y="9600"/>
                  <a:pt x="20618" y="9600"/>
                </a:cubicBezTo>
                <a:close/>
                <a:moveTo>
                  <a:pt x="14727" y="8400"/>
                </a:moveTo>
                <a:lnTo>
                  <a:pt x="16691" y="8400"/>
                </a:lnTo>
                <a:lnTo>
                  <a:pt x="16691" y="12001"/>
                </a:lnTo>
                <a:lnTo>
                  <a:pt x="14727" y="12001"/>
                </a:lnTo>
                <a:cubicBezTo>
                  <a:pt x="14727" y="12001"/>
                  <a:pt x="14727" y="8400"/>
                  <a:pt x="14727" y="8400"/>
                </a:cubicBezTo>
                <a:close/>
                <a:moveTo>
                  <a:pt x="4909" y="8400"/>
                </a:moveTo>
                <a:lnTo>
                  <a:pt x="6873" y="8400"/>
                </a:lnTo>
                <a:lnTo>
                  <a:pt x="6873" y="12001"/>
                </a:lnTo>
                <a:lnTo>
                  <a:pt x="4909" y="12001"/>
                </a:lnTo>
                <a:cubicBezTo>
                  <a:pt x="4909" y="12001"/>
                  <a:pt x="4909" y="8400"/>
                  <a:pt x="4909" y="8400"/>
                </a:cubicBezTo>
                <a:close/>
                <a:moveTo>
                  <a:pt x="19636" y="20400"/>
                </a:moveTo>
                <a:lnTo>
                  <a:pt x="1964" y="20400"/>
                </a:lnTo>
                <a:lnTo>
                  <a:pt x="1964" y="10800"/>
                </a:lnTo>
                <a:lnTo>
                  <a:pt x="3927" y="10800"/>
                </a:lnTo>
                <a:lnTo>
                  <a:pt x="3927" y="12001"/>
                </a:lnTo>
                <a:cubicBezTo>
                  <a:pt x="3927" y="12662"/>
                  <a:pt x="4367" y="13200"/>
                  <a:pt x="4909" y="13200"/>
                </a:cubicBezTo>
                <a:lnTo>
                  <a:pt x="6873" y="13200"/>
                </a:lnTo>
                <a:cubicBezTo>
                  <a:pt x="7414" y="13200"/>
                  <a:pt x="7855" y="12662"/>
                  <a:pt x="7855" y="12001"/>
                </a:cubicBezTo>
                <a:lnTo>
                  <a:pt x="7855" y="10800"/>
                </a:lnTo>
                <a:lnTo>
                  <a:pt x="13745" y="10800"/>
                </a:lnTo>
                <a:lnTo>
                  <a:pt x="13745" y="12001"/>
                </a:lnTo>
                <a:cubicBezTo>
                  <a:pt x="13745" y="12662"/>
                  <a:pt x="14186" y="13200"/>
                  <a:pt x="14727" y="13200"/>
                </a:cubicBezTo>
                <a:lnTo>
                  <a:pt x="16691" y="13200"/>
                </a:lnTo>
                <a:cubicBezTo>
                  <a:pt x="17233" y="13200"/>
                  <a:pt x="17673" y="12662"/>
                  <a:pt x="17673" y="12001"/>
                </a:cubicBezTo>
                <a:lnTo>
                  <a:pt x="17673" y="10800"/>
                </a:lnTo>
                <a:lnTo>
                  <a:pt x="19636" y="10800"/>
                </a:lnTo>
                <a:cubicBezTo>
                  <a:pt x="19636" y="10800"/>
                  <a:pt x="19636" y="20400"/>
                  <a:pt x="19636" y="20400"/>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40" y="2400"/>
                  <a:pt x="0" y="2938"/>
                  <a:pt x="0" y="3601"/>
                </a:cubicBezTo>
                <a:lnTo>
                  <a:pt x="0" y="9600"/>
                </a:lnTo>
                <a:cubicBezTo>
                  <a:pt x="0" y="10262"/>
                  <a:pt x="440" y="10800"/>
                  <a:pt x="982" y="10800"/>
                </a:cubicBezTo>
                <a:lnTo>
                  <a:pt x="982" y="20400"/>
                </a:lnTo>
                <a:cubicBezTo>
                  <a:pt x="982" y="21062"/>
                  <a:pt x="1422" y="21600"/>
                  <a:pt x="1964" y="21600"/>
                </a:cubicBezTo>
                <a:lnTo>
                  <a:pt x="19636" y="21600"/>
                </a:lnTo>
                <a:cubicBezTo>
                  <a:pt x="20178" y="21600"/>
                  <a:pt x="20618" y="21062"/>
                  <a:pt x="20618" y="20400"/>
                </a:cubicBezTo>
                <a:lnTo>
                  <a:pt x="20618" y="10800"/>
                </a:lnTo>
                <a:cubicBezTo>
                  <a:pt x="21160" y="10800"/>
                  <a:pt x="21600" y="10262"/>
                  <a:pt x="21600" y="9600"/>
                </a:cubicBezTo>
                <a:lnTo>
                  <a:pt x="21600" y="3601"/>
                </a:lnTo>
                <a:cubicBezTo>
                  <a:pt x="21600" y="2938"/>
                  <a:pt x="21160" y="2400"/>
                  <a:pt x="20618" y="24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3" name="Shape 2605">
            <a:extLst>
              <a:ext uri="{FF2B5EF4-FFF2-40B4-BE49-F238E27FC236}">
                <a16:creationId xmlns:a16="http://schemas.microsoft.com/office/drawing/2014/main" id="{5C72DB93-6B18-2F48-CA4E-F9F81DDDC044}"/>
              </a:ext>
            </a:extLst>
          </p:cNvPr>
          <p:cNvSpPr/>
          <p:nvPr/>
        </p:nvSpPr>
        <p:spPr>
          <a:xfrm>
            <a:off x="6242011" y="2406025"/>
            <a:ext cx="279460" cy="279453"/>
          </a:xfrm>
          <a:custGeom>
            <a:avLst/>
            <a:gdLst/>
            <a:ahLst/>
            <a:cxnLst>
              <a:cxn ang="0">
                <a:pos x="wd2" y="hd2"/>
              </a:cxn>
              <a:cxn ang="5400000">
                <a:pos x="wd2" y="hd2"/>
              </a:cxn>
              <a:cxn ang="10800000">
                <a:pos x="wd2" y="hd2"/>
              </a:cxn>
              <a:cxn ang="16200000">
                <a:pos x="wd2" y="hd2"/>
              </a:cxn>
            </a:cxnLst>
            <a:rect l="0" t="0" r="r" b="b"/>
            <a:pathLst>
              <a:path w="21410" h="21410" extrusionOk="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4" name="Shape 2606">
            <a:extLst>
              <a:ext uri="{FF2B5EF4-FFF2-40B4-BE49-F238E27FC236}">
                <a16:creationId xmlns:a16="http://schemas.microsoft.com/office/drawing/2014/main" id="{D5A9A8BD-7548-5548-44C9-0AF8D78085E5}"/>
              </a:ext>
            </a:extLst>
          </p:cNvPr>
          <p:cNvSpPr/>
          <p:nvPr/>
        </p:nvSpPr>
        <p:spPr>
          <a:xfrm>
            <a:off x="6775273" y="240602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10309"/>
                </a:moveTo>
                <a:cubicBezTo>
                  <a:pt x="10800" y="10581"/>
                  <a:pt x="10580" y="10800"/>
                  <a:pt x="10309" y="10800"/>
                </a:cubicBezTo>
                <a:cubicBezTo>
                  <a:pt x="10038" y="10800"/>
                  <a:pt x="9818" y="10581"/>
                  <a:pt x="9818" y="10309"/>
                </a:cubicBezTo>
                <a:cubicBezTo>
                  <a:pt x="9818" y="10038"/>
                  <a:pt x="10038" y="9818"/>
                  <a:pt x="10309" y="9818"/>
                </a:cubicBezTo>
                <a:cubicBezTo>
                  <a:pt x="10580" y="9818"/>
                  <a:pt x="10800" y="10038"/>
                  <a:pt x="10800" y="10309"/>
                </a:cubicBezTo>
                <a:moveTo>
                  <a:pt x="20618" y="20618"/>
                </a:moveTo>
                <a:lnTo>
                  <a:pt x="18655" y="20618"/>
                </a:lnTo>
                <a:lnTo>
                  <a:pt x="18655" y="19145"/>
                </a:lnTo>
                <a:cubicBezTo>
                  <a:pt x="18655" y="18875"/>
                  <a:pt x="18434" y="18655"/>
                  <a:pt x="18164" y="18655"/>
                </a:cubicBezTo>
                <a:lnTo>
                  <a:pt x="16691" y="18655"/>
                </a:lnTo>
                <a:lnTo>
                  <a:pt x="16691" y="17182"/>
                </a:lnTo>
                <a:cubicBezTo>
                  <a:pt x="16691" y="16911"/>
                  <a:pt x="16471" y="16691"/>
                  <a:pt x="16200" y="16691"/>
                </a:cubicBezTo>
                <a:lnTo>
                  <a:pt x="14441" y="16691"/>
                </a:lnTo>
                <a:lnTo>
                  <a:pt x="12850" y="15086"/>
                </a:lnTo>
                <a:cubicBezTo>
                  <a:pt x="12761" y="14997"/>
                  <a:pt x="12639" y="14943"/>
                  <a:pt x="12503" y="14943"/>
                </a:cubicBezTo>
                <a:cubicBezTo>
                  <a:pt x="12356" y="14943"/>
                  <a:pt x="12228" y="15010"/>
                  <a:pt x="12138" y="15113"/>
                </a:cubicBezTo>
                <a:lnTo>
                  <a:pt x="11833" y="15418"/>
                </a:lnTo>
                <a:cubicBezTo>
                  <a:pt x="11450" y="15801"/>
                  <a:pt x="10829" y="15801"/>
                  <a:pt x="10445" y="15418"/>
                </a:cubicBezTo>
                <a:lnTo>
                  <a:pt x="6167" y="11139"/>
                </a:lnTo>
                <a:cubicBezTo>
                  <a:pt x="5784" y="10756"/>
                  <a:pt x="5784" y="10136"/>
                  <a:pt x="6167" y="9752"/>
                </a:cubicBezTo>
                <a:lnTo>
                  <a:pt x="9752" y="6167"/>
                </a:lnTo>
                <a:cubicBezTo>
                  <a:pt x="10135" y="5784"/>
                  <a:pt x="10756" y="5784"/>
                  <a:pt x="11139" y="6167"/>
                </a:cubicBezTo>
                <a:lnTo>
                  <a:pt x="11761" y="6789"/>
                </a:lnTo>
                <a:cubicBezTo>
                  <a:pt x="11699" y="7609"/>
                  <a:pt x="11457" y="8377"/>
                  <a:pt x="11069" y="9054"/>
                </a:cubicBezTo>
                <a:cubicBezTo>
                  <a:pt x="10847" y="8919"/>
                  <a:pt x="10588" y="8837"/>
                  <a:pt x="10309" y="8837"/>
                </a:cubicBezTo>
                <a:cubicBezTo>
                  <a:pt x="9496" y="8837"/>
                  <a:pt x="8836" y="9496"/>
                  <a:pt x="8836" y="10309"/>
                </a:cubicBezTo>
                <a:cubicBezTo>
                  <a:pt x="8836" y="11123"/>
                  <a:pt x="9496" y="11782"/>
                  <a:pt x="10309" y="11782"/>
                </a:cubicBezTo>
                <a:cubicBezTo>
                  <a:pt x="11123" y="11782"/>
                  <a:pt x="11782" y="11123"/>
                  <a:pt x="11782" y="10309"/>
                </a:cubicBezTo>
                <a:cubicBezTo>
                  <a:pt x="11782" y="10156"/>
                  <a:pt x="11752" y="10012"/>
                  <a:pt x="11709" y="9873"/>
                </a:cubicBezTo>
                <a:cubicBezTo>
                  <a:pt x="12146" y="9210"/>
                  <a:pt x="12466" y="8463"/>
                  <a:pt x="12631" y="7659"/>
                </a:cubicBezTo>
                <a:lnTo>
                  <a:pt x="15417" y="10446"/>
                </a:lnTo>
                <a:cubicBezTo>
                  <a:pt x="15800" y="10829"/>
                  <a:pt x="15800" y="11450"/>
                  <a:pt x="15417" y="11833"/>
                </a:cubicBezTo>
                <a:lnTo>
                  <a:pt x="15128" y="12122"/>
                </a:lnTo>
                <a:cubicBezTo>
                  <a:pt x="15025" y="12213"/>
                  <a:pt x="14957" y="12341"/>
                  <a:pt x="14957" y="12487"/>
                </a:cubicBezTo>
                <a:cubicBezTo>
                  <a:pt x="14957" y="12623"/>
                  <a:pt x="15013" y="12746"/>
                  <a:pt x="15101" y="12835"/>
                </a:cubicBezTo>
                <a:lnTo>
                  <a:pt x="20618" y="18367"/>
                </a:lnTo>
                <a:cubicBezTo>
                  <a:pt x="20618" y="18367"/>
                  <a:pt x="20618" y="20618"/>
                  <a:pt x="20618" y="20618"/>
                </a:cubicBezTo>
                <a:close/>
                <a:moveTo>
                  <a:pt x="5343" y="11673"/>
                </a:moveTo>
                <a:cubicBezTo>
                  <a:pt x="2859" y="11190"/>
                  <a:pt x="982" y="9008"/>
                  <a:pt x="982" y="6383"/>
                </a:cubicBezTo>
                <a:cubicBezTo>
                  <a:pt x="982" y="3400"/>
                  <a:pt x="3399" y="982"/>
                  <a:pt x="6382" y="982"/>
                </a:cubicBezTo>
                <a:cubicBezTo>
                  <a:pt x="9011" y="982"/>
                  <a:pt x="11198" y="2862"/>
                  <a:pt x="11681" y="5349"/>
                </a:cubicBezTo>
                <a:cubicBezTo>
                  <a:pt x="10910" y="4719"/>
                  <a:pt x="9777" y="4755"/>
                  <a:pt x="9058" y="5473"/>
                </a:cubicBezTo>
                <a:lnTo>
                  <a:pt x="5474" y="9058"/>
                </a:lnTo>
                <a:cubicBezTo>
                  <a:pt x="4757" y="9775"/>
                  <a:pt x="4719" y="10904"/>
                  <a:pt x="5343" y="11673"/>
                </a:cubicBezTo>
                <a:moveTo>
                  <a:pt x="21456" y="17817"/>
                </a:moveTo>
                <a:lnTo>
                  <a:pt x="16142" y="12488"/>
                </a:lnTo>
                <a:cubicBezTo>
                  <a:pt x="16874" y="11720"/>
                  <a:pt x="16865" y="10507"/>
                  <a:pt x="16111" y="9752"/>
                </a:cubicBezTo>
                <a:lnTo>
                  <a:pt x="12763" y="6404"/>
                </a:lnTo>
                <a:cubicBezTo>
                  <a:pt x="12763" y="6396"/>
                  <a:pt x="12764" y="6389"/>
                  <a:pt x="12764" y="6383"/>
                </a:cubicBezTo>
                <a:cubicBezTo>
                  <a:pt x="12764" y="2857"/>
                  <a:pt x="9907" y="0"/>
                  <a:pt x="6382" y="0"/>
                </a:cubicBezTo>
                <a:cubicBezTo>
                  <a:pt x="2857" y="0"/>
                  <a:pt x="0" y="2857"/>
                  <a:pt x="0" y="6383"/>
                </a:cubicBezTo>
                <a:cubicBezTo>
                  <a:pt x="0" y="9907"/>
                  <a:pt x="2857" y="12764"/>
                  <a:pt x="6382" y="12764"/>
                </a:cubicBezTo>
                <a:cubicBezTo>
                  <a:pt x="6389" y="12764"/>
                  <a:pt x="6396" y="12763"/>
                  <a:pt x="6403" y="12763"/>
                </a:cubicBezTo>
                <a:lnTo>
                  <a:pt x="9752" y="16111"/>
                </a:lnTo>
                <a:cubicBezTo>
                  <a:pt x="10511" y="16870"/>
                  <a:pt x="11735" y="16875"/>
                  <a:pt x="12503" y="16130"/>
                </a:cubicBezTo>
                <a:lnTo>
                  <a:pt x="13889" y="17529"/>
                </a:lnTo>
                <a:cubicBezTo>
                  <a:pt x="13978" y="17618"/>
                  <a:pt x="14101" y="17673"/>
                  <a:pt x="14236" y="17673"/>
                </a:cubicBezTo>
                <a:lnTo>
                  <a:pt x="15709" y="17673"/>
                </a:lnTo>
                <a:lnTo>
                  <a:pt x="15709" y="19145"/>
                </a:lnTo>
                <a:cubicBezTo>
                  <a:pt x="15709" y="19417"/>
                  <a:pt x="15929" y="19636"/>
                  <a:pt x="16200" y="19636"/>
                </a:cubicBezTo>
                <a:lnTo>
                  <a:pt x="17673" y="19636"/>
                </a:lnTo>
                <a:lnTo>
                  <a:pt x="17673" y="21109"/>
                </a:lnTo>
                <a:cubicBezTo>
                  <a:pt x="17673" y="21381"/>
                  <a:pt x="17893" y="21600"/>
                  <a:pt x="18164" y="21600"/>
                </a:cubicBezTo>
                <a:lnTo>
                  <a:pt x="21109" y="21600"/>
                </a:lnTo>
                <a:cubicBezTo>
                  <a:pt x="21380" y="21600"/>
                  <a:pt x="21600" y="21381"/>
                  <a:pt x="21600" y="21109"/>
                </a:cubicBezTo>
                <a:lnTo>
                  <a:pt x="21600" y="18164"/>
                </a:lnTo>
                <a:cubicBezTo>
                  <a:pt x="21600" y="18029"/>
                  <a:pt x="21545" y="17906"/>
                  <a:pt x="21456" y="1781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5" name="Shape 2607">
            <a:extLst>
              <a:ext uri="{FF2B5EF4-FFF2-40B4-BE49-F238E27FC236}">
                <a16:creationId xmlns:a16="http://schemas.microsoft.com/office/drawing/2014/main" id="{2064EBEF-135F-7BAC-ABC0-7DD7C76A025A}"/>
              </a:ext>
            </a:extLst>
          </p:cNvPr>
          <p:cNvSpPr/>
          <p:nvPr/>
        </p:nvSpPr>
        <p:spPr>
          <a:xfrm>
            <a:off x="7308534" y="2431418"/>
            <a:ext cx="279328" cy="228532"/>
          </a:xfrm>
          <a:custGeom>
            <a:avLst/>
            <a:gdLst/>
            <a:ahLst/>
            <a:cxnLst>
              <a:cxn ang="0">
                <a:pos x="wd2" y="hd2"/>
              </a:cxn>
              <a:cxn ang="5400000">
                <a:pos x="wd2" y="hd2"/>
              </a:cxn>
              <a:cxn ang="10800000">
                <a:pos x="wd2" y="hd2"/>
              </a:cxn>
              <a:cxn ang="16200000">
                <a:pos x="wd2" y="hd2"/>
              </a:cxn>
            </a:cxnLst>
            <a:rect l="0" t="0" r="r" b="b"/>
            <a:pathLst>
              <a:path w="21600" h="21600" extrusionOk="0">
                <a:moveTo>
                  <a:pt x="19636" y="20400"/>
                </a:moveTo>
                <a:lnTo>
                  <a:pt x="1964" y="20400"/>
                </a:lnTo>
                <a:cubicBezTo>
                  <a:pt x="1422" y="20400"/>
                  <a:pt x="982" y="19862"/>
                  <a:pt x="982" y="19200"/>
                </a:cubicBezTo>
                <a:cubicBezTo>
                  <a:pt x="982" y="18538"/>
                  <a:pt x="1422" y="18000"/>
                  <a:pt x="1964" y="18000"/>
                </a:cubicBezTo>
                <a:lnTo>
                  <a:pt x="19636" y="18000"/>
                </a:lnTo>
                <a:cubicBezTo>
                  <a:pt x="20178" y="18000"/>
                  <a:pt x="20618" y="18538"/>
                  <a:pt x="20618" y="19200"/>
                </a:cubicBezTo>
                <a:cubicBezTo>
                  <a:pt x="20618" y="19862"/>
                  <a:pt x="20178" y="20400"/>
                  <a:pt x="19636" y="20400"/>
                </a:cubicBezTo>
                <a:moveTo>
                  <a:pt x="19636" y="16800"/>
                </a:moveTo>
                <a:lnTo>
                  <a:pt x="1964" y="16800"/>
                </a:lnTo>
                <a:cubicBezTo>
                  <a:pt x="879" y="16800"/>
                  <a:pt x="0" y="17874"/>
                  <a:pt x="0" y="19200"/>
                </a:cubicBezTo>
                <a:cubicBezTo>
                  <a:pt x="0" y="20526"/>
                  <a:pt x="879" y="21600"/>
                  <a:pt x="1964" y="21600"/>
                </a:cubicBezTo>
                <a:lnTo>
                  <a:pt x="19636" y="21600"/>
                </a:lnTo>
                <a:cubicBezTo>
                  <a:pt x="20721" y="21600"/>
                  <a:pt x="21600" y="20526"/>
                  <a:pt x="21600" y="19200"/>
                </a:cubicBezTo>
                <a:cubicBezTo>
                  <a:pt x="21600" y="17874"/>
                  <a:pt x="20721" y="16800"/>
                  <a:pt x="19636" y="16800"/>
                </a:cubicBezTo>
                <a:moveTo>
                  <a:pt x="1964" y="1200"/>
                </a:moveTo>
                <a:lnTo>
                  <a:pt x="19636" y="1200"/>
                </a:lnTo>
                <a:cubicBezTo>
                  <a:pt x="20178" y="1200"/>
                  <a:pt x="20618" y="1737"/>
                  <a:pt x="20618" y="2399"/>
                </a:cubicBezTo>
                <a:cubicBezTo>
                  <a:pt x="20618" y="3063"/>
                  <a:pt x="20178" y="3599"/>
                  <a:pt x="19636" y="3599"/>
                </a:cubicBezTo>
                <a:lnTo>
                  <a:pt x="1964" y="3599"/>
                </a:lnTo>
                <a:cubicBezTo>
                  <a:pt x="1422" y="3599"/>
                  <a:pt x="982" y="3063"/>
                  <a:pt x="982" y="2399"/>
                </a:cubicBezTo>
                <a:cubicBezTo>
                  <a:pt x="982" y="1737"/>
                  <a:pt x="1422" y="1200"/>
                  <a:pt x="1964" y="1200"/>
                </a:cubicBezTo>
                <a:moveTo>
                  <a:pt x="1964" y="4799"/>
                </a:moveTo>
                <a:lnTo>
                  <a:pt x="19636" y="4799"/>
                </a:lnTo>
                <a:cubicBezTo>
                  <a:pt x="20721" y="4799"/>
                  <a:pt x="21600" y="3725"/>
                  <a:pt x="21600" y="2399"/>
                </a:cubicBezTo>
                <a:cubicBezTo>
                  <a:pt x="21600" y="1074"/>
                  <a:pt x="20721" y="0"/>
                  <a:pt x="19636" y="0"/>
                </a:cubicBezTo>
                <a:lnTo>
                  <a:pt x="1964" y="0"/>
                </a:lnTo>
                <a:cubicBezTo>
                  <a:pt x="879" y="0"/>
                  <a:pt x="0" y="1074"/>
                  <a:pt x="0" y="2399"/>
                </a:cubicBezTo>
                <a:cubicBezTo>
                  <a:pt x="0" y="3725"/>
                  <a:pt x="879" y="4799"/>
                  <a:pt x="1964" y="4799"/>
                </a:cubicBezTo>
                <a:moveTo>
                  <a:pt x="19636" y="12000"/>
                </a:moveTo>
                <a:lnTo>
                  <a:pt x="1964" y="12000"/>
                </a:lnTo>
                <a:cubicBezTo>
                  <a:pt x="1422" y="12000"/>
                  <a:pt x="982" y="11463"/>
                  <a:pt x="982" y="10800"/>
                </a:cubicBezTo>
                <a:cubicBezTo>
                  <a:pt x="982" y="10137"/>
                  <a:pt x="1422" y="9600"/>
                  <a:pt x="1964" y="9600"/>
                </a:cubicBezTo>
                <a:lnTo>
                  <a:pt x="19636" y="9600"/>
                </a:lnTo>
                <a:cubicBezTo>
                  <a:pt x="20178" y="9600"/>
                  <a:pt x="20618" y="10137"/>
                  <a:pt x="20618" y="10800"/>
                </a:cubicBezTo>
                <a:cubicBezTo>
                  <a:pt x="20618" y="11463"/>
                  <a:pt x="20178" y="12000"/>
                  <a:pt x="19636" y="12000"/>
                </a:cubicBezTo>
                <a:moveTo>
                  <a:pt x="19636" y="8400"/>
                </a:moveTo>
                <a:lnTo>
                  <a:pt x="1964" y="8400"/>
                </a:lnTo>
                <a:cubicBezTo>
                  <a:pt x="879" y="8400"/>
                  <a:pt x="0" y="9474"/>
                  <a:pt x="0" y="10800"/>
                </a:cubicBezTo>
                <a:cubicBezTo>
                  <a:pt x="0" y="12125"/>
                  <a:pt x="879" y="13200"/>
                  <a:pt x="1964" y="13200"/>
                </a:cubicBezTo>
                <a:lnTo>
                  <a:pt x="19636" y="13200"/>
                </a:lnTo>
                <a:cubicBezTo>
                  <a:pt x="20721" y="13200"/>
                  <a:pt x="21600" y="12125"/>
                  <a:pt x="21600" y="10800"/>
                </a:cubicBezTo>
                <a:cubicBezTo>
                  <a:pt x="21600" y="9474"/>
                  <a:pt x="20721" y="8400"/>
                  <a:pt x="19636" y="84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6" name="Shape 2608">
            <a:extLst>
              <a:ext uri="{FF2B5EF4-FFF2-40B4-BE49-F238E27FC236}">
                <a16:creationId xmlns:a16="http://schemas.microsoft.com/office/drawing/2014/main" id="{10B6E22B-0A66-17F1-DEAD-9911AA080E22}"/>
              </a:ext>
            </a:extLst>
          </p:cNvPr>
          <p:cNvSpPr/>
          <p:nvPr/>
        </p:nvSpPr>
        <p:spPr>
          <a:xfrm>
            <a:off x="7841795" y="2431419"/>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1964" y="3600"/>
                </a:moveTo>
                <a:cubicBezTo>
                  <a:pt x="1422" y="3600"/>
                  <a:pt x="982" y="3063"/>
                  <a:pt x="982" y="2400"/>
                </a:cubicBezTo>
                <a:cubicBezTo>
                  <a:pt x="982" y="1738"/>
                  <a:pt x="1422" y="1200"/>
                  <a:pt x="1964" y="1200"/>
                </a:cubicBezTo>
                <a:cubicBezTo>
                  <a:pt x="2506" y="1200"/>
                  <a:pt x="2945" y="1738"/>
                  <a:pt x="2945" y="2400"/>
                </a:cubicBezTo>
                <a:cubicBezTo>
                  <a:pt x="2945" y="3063"/>
                  <a:pt x="2506" y="3600"/>
                  <a:pt x="1964" y="3600"/>
                </a:cubicBezTo>
                <a:moveTo>
                  <a:pt x="1964" y="0"/>
                </a:moveTo>
                <a:cubicBezTo>
                  <a:pt x="879" y="0"/>
                  <a:pt x="0" y="1075"/>
                  <a:pt x="0" y="2400"/>
                </a:cubicBezTo>
                <a:cubicBezTo>
                  <a:pt x="0" y="3726"/>
                  <a:pt x="879" y="4800"/>
                  <a:pt x="1964" y="4800"/>
                </a:cubicBezTo>
                <a:cubicBezTo>
                  <a:pt x="3048" y="4800"/>
                  <a:pt x="3927" y="3726"/>
                  <a:pt x="3927" y="2400"/>
                </a:cubicBezTo>
                <a:cubicBezTo>
                  <a:pt x="3927" y="1075"/>
                  <a:pt x="3048" y="0"/>
                  <a:pt x="1964" y="0"/>
                </a:cubicBezTo>
                <a:moveTo>
                  <a:pt x="1964" y="12000"/>
                </a:moveTo>
                <a:cubicBezTo>
                  <a:pt x="1422" y="12000"/>
                  <a:pt x="982" y="11463"/>
                  <a:pt x="982" y="10800"/>
                </a:cubicBezTo>
                <a:cubicBezTo>
                  <a:pt x="982" y="10138"/>
                  <a:pt x="1422" y="9600"/>
                  <a:pt x="1964" y="9600"/>
                </a:cubicBezTo>
                <a:cubicBezTo>
                  <a:pt x="2506" y="9600"/>
                  <a:pt x="2945" y="10138"/>
                  <a:pt x="2945" y="10800"/>
                </a:cubicBezTo>
                <a:cubicBezTo>
                  <a:pt x="2945" y="11463"/>
                  <a:pt x="2506" y="12000"/>
                  <a:pt x="1964" y="12000"/>
                </a:cubicBezTo>
                <a:moveTo>
                  <a:pt x="1964" y="8401"/>
                </a:moveTo>
                <a:cubicBezTo>
                  <a:pt x="879" y="8401"/>
                  <a:pt x="0" y="9475"/>
                  <a:pt x="0" y="10800"/>
                </a:cubicBezTo>
                <a:cubicBezTo>
                  <a:pt x="0" y="12126"/>
                  <a:pt x="879" y="13200"/>
                  <a:pt x="1964" y="13200"/>
                </a:cubicBezTo>
                <a:cubicBezTo>
                  <a:pt x="3048" y="13200"/>
                  <a:pt x="3927" y="12126"/>
                  <a:pt x="3927" y="10800"/>
                </a:cubicBezTo>
                <a:cubicBezTo>
                  <a:pt x="3927" y="9475"/>
                  <a:pt x="3048" y="8401"/>
                  <a:pt x="1964" y="8401"/>
                </a:cubicBezTo>
                <a:moveTo>
                  <a:pt x="19636" y="12000"/>
                </a:moveTo>
                <a:lnTo>
                  <a:pt x="7855" y="12000"/>
                </a:lnTo>
                <a:cubicBezTo>
                  <a:pt x="7313" y="12000"/>
                  <a:pt x="6873" y="11463"/>
                  <a:pt x="6873" y="10801"/>
                </a:cubicBezTo>
                <a:cubicBezTo>
                  <a:pt x="6873" y="10138"/>
                  <a:pt x="7313" y="9600"/>
                  <a:pt x="7855" y="9600"/>
                </a:cubicBezTo>
                <a:lnTo>
                  <a:pt x="19636" y="9600"/>
                </a:lnTo>
                <a:cubicBezTo>
                  <a:pt x="20178" y="9600"/>
                  <a:pt x="20618" y="10138"/>
                  <a:pt x="20618" y="10801"/>
                </a:cubicBezTo>
                <a:cubicBezTo>
                  <a:pt x="20618" y="11463"/>
                  <a:pt x="20178" y="12000"/>
                  <a:pt x="19636" y="12000"/>
                </a:cubicBezTo>
                <a:moveTo>
                  <a:pt x="19636" y="8401"/>
                </a:moveTo>
                <a:lnTo>
                  <a:pt x="7855" y="8401"/>
                </a:lnTo>
                <a:cubicBezTo>
                  <a:pt x="6770" y="8401"/>
                  <a:pt x="5891" y="9475"/>
                  <a:pt x="5891" y="10801"/>
                </a:cubicBezTo>
                <a:cubicBezTo>
                  <a:pt x="5891" y="12126"/>
                  <a:pt x="6770" y="13200"/>
                  <a:pt x="7855" y="13200"/>
                </a:cubicBezTo>
                <a:lnTo>
                  <a:pt x="19636" y="13200"/>
                </a:lnTo>
                <a:cubicBezTo>
                  <a:pt x="20721" y="13200"/>
                  <a:pt x="21600" y="12126"/>
                  <a:pt x="21600" y="10801"/>
                </a:cubicBezTo>
                <a:cubicBezTo>
                  <a:pt x="21600" y="9475"/>
                  <a:pt x="20721" y="8401"/>
                  <a:pt x="19636" y="8401"/>
                </a:cubicBezTo>
                <a:moveTo>
                  <a:pt x="19636" y="20400"/>
                </a:moveTo>
                <a:lnTo>
                  <a:pt x="7855" y="20400"/>
                </a:lnTo>
                <a:cubicBezTo>
                  <a:pt x="7313" y="20400"/>
                  <a:pt x="6873" y="19862"/>
                  <a:pt x="6873" y="19200"/>
                </a:cubicBezTo>
                <a:cubicBezTo>
                  <a:pt x="6873" y="18538"/>
                  <a:pt x="7313" y="18000"/>
                  <a:pt x="7855" y="18000"/>
                </a:cubicBezTo>
                <a:lnTo>
                  <a:pt x="19636" y="18000"/>
                </a:lnTo>
                <a:cubicBezTo>
                  <a:pt x="20178" y="18000"/>
                  <a:pt x="20618" y="18538"/>
                  <a:pt x="20618" y="19200"/>
                </a:cubicBezTo>
                <a:cubicBezTo>
                  <a:pt x="20618" y="19862"/>
                  <a:pt x="20178" y="20400"/>
                  <a:pt x="19636" y="20400"/>
                </a:cubicBezTo>
                <a:moveTo>
                  <a:pt x="19636" y="16800"/>
                </a:moveTo>
                <a:lnTo>
                  <a:pt x="7855" y="16800"/>
                </a:lnTo>
                <a:cubicBezTo>
                  <a:pt x="6770" y="16800"/>
                  <a:pt x="5891" y="17875"/>
                  <a:pt x="5891" y="19200"/>
                </a:cubicBezTo>
                <a:cubicBezTo>
                  <a:pt x="5891" y="20526"/>
                  <a:pt x="6770" y="21600"/>
                  <a:pt x="7855" y="21600"/>
                </a:cubicBezTo>
                <a:lnTo>
                  <a:pt x="19636" y="21600"/>
                </a:lnTo>
                <a:cubicBezTo>
                  <a:pt x="20721" y="21600"/>
                  <a:pt x="21600" y="20526"/>
                  <a:pt x="21600" y="19200"/>
                </a:cubicBezTo>
                <a:cubicBezTo>
                  <a:pt x="21600" y="17875"/>
                  <a:pt x="20721" y="16800"/>
                  <a:pt x="19636" y="16800"/>
                </a:cubicBezTo>
                <a:moveTo>
                  <a:pt x="7855" y="1201"/>
                </a:moveTo>
                <a:lnTo>
                  <a:pt x="19636" y="1201"/>
                </a:lnTo>
                <a:cubicBezTo>
                  <a:pt x="20178" y="1201"/>
                  <a:pt x="20618" y="1738"/>
                  <a:pt x="20618" y="2400"/>
                </a:cubicBezTo>
                <a:cubicBezTo>
                  <a:pt x="20618" y="3063"/>
                  <a:pt x="20178" y="3600"/>
                  <a:pt x="19636" y="3600"/>
                </a:cubicBezTo>
                <a:lnTo>
                  <a:pt x="7855" y="3600"/>
                </a:lnTo>
                <a:cubicBezTo>
                  <a:pt x="7313" y="3600"/>
                  <a:pt x="6873" y="3063"/>
                  <a:pt x="6873" y="2400"/>
                </a:cubicBezTo>
                <a:cubicBezTo>
                  <a:pt x="6873" y="1738"/>
                  <a:pt x="7313" y="1201"/>
                  <a:pt x="7855" y="1201"/>
                </a:cubicBezTo>
                <a:moveTo>
                  <a:pt x="7855" y="4800"/>
                </a:moveTo>
                <a:lnTo>
                  <a:pt x="19636" y="4800"/>
                </a:lnTo>
                <a:cubicBezTo>
                  <a:pt x="20721" y="4800"/>
                  <a:pt x="21600" y="3726"/>
                  <a:pt x="21600" y="2400"/>
                </a:cubicBezTo>
                <a:cubicBezTo>
                  <a:pt x="21600" y="1075"/>
                  <a:pt x="20721" y="1"/>
                  <a:pt x="19636" y="1"/>
                </a:cubicBezTo>
                <a:lnTo>
                  <a:pt x="7855" y="1"/>
                </a:lnTo>
                <a:cubicBezTo>
                  <a:pt x="6770" y="1"/>
                  <a:pt x="5891" y="1075"/>
                  <a:pt x="5891" y="2400"/>
                </a:cubicBezTo>
                <a:cubicBezTo>
                  <a:pt x="5891" y="3726"/>
                  <a:pt x="6770" y="4800"/>
                  <a:pt x="7855" y="4800"/>
                </a:cubicBezTo>
                <a:moveTo>
                  <a:pt x="1964" y="20400"/>
                </a:moveTo>
                <a:cubicBezTo>
                  <a:pt x="1422" y="20400"/>
                  <a:pt x="982" y="19862"/>
                  <a:pt x="982" y="19200"/>
                </a:cubicBezTo>
                <a:cubicBezTo>
                  <a:pt x="982" y="18538"/>
                  <a:pt x="1422" y="18000"/>
                  <a:pt x="1964" y="18000"/>
                </a:cubicBezTo>
                <a:cubicBezTo>
                  <a:pt x="2506" y="18000"/>
                  <a:pt x="2945" y="18538"/>
                  <a:pt x="2945" y="19200"/>
                </a:cubicBezTo>
                <a:cubicBezTo>
                  <a:pt x="2945" y="19862"/>
                  <a:pt x="2506" y="20400"/>
                  <a:pt x="1964" y="20400"/>
                </a:cubicBezTo>
                <a:moveTo>
                  <a:pt x="1964" y="16800"/>
                </a:moveTo>
                <a:cubicBezTo>
                  <a:pt x="879" y="16800"/>
                  <a:pt x="0" y="17875"/>
                  <a:pt x="0" y="19200"/>
                </a:cubicBezTo>
                <a:cubicBezTo>
                  <a:pt x="0" y="20526"/>
                  <a:pt x="879" y="21600"/>
                  <a:pt x="1964" y="21600"/>
                </a:cubicBezTo>
                <a:cubicBezTo>
                  <a:pt x="3048" y="21600"/>
                  <a:pt x="3927" y="20526"/>
                  <a:pt x="3927" y="19200"/>
                </a:cubicBezTo>
                <a:cubicBezTo>
                  <a:pt x="3927" y="17875"/>
                  <a:pt x="3048" y="16800"/>
                  <a:pt x="1964" y="16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7" name="Shape 2609">
            <a:extLst>
              <a:ext uri="{FF2B5EF4-FFF2-40B4-BE49-F238E27FC236}">
                <a16:creationId xmlns:a16="http://schemas.microsoft.com/office/drawing/2014/main" id="{2C817B44-BE89-90F2-EF8C-2FD135A046BD}"/>
              </a:ext>
            </a:extLst>
          </p:cNvPr>
          <p:cNvSpPr/>
          <p:nvPr/>
        </p:nvSpPr>
        <p:spPr>
          <a:xfrm>
            <a:off x="8375056" y="2431419"/>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1109" y="13200"/>
                </a:moveTo>
                <a:lnTo>
                  <a:pt x="5400" y="13200"/>
                </a:lnTo>
                <a:cubicBezTo>
                  <a:pt x="5129" y="13200"/>
                  <a:pt x="4909" y="13469"/>
                  <a:pt x="4909" y="13800"/>
                </a:cubicBezTo>
                <a:cubicBezTo>
                  <a:pt x="4909" y="14132"/>
                  <a:pt x="5129" y="14400"/>
                  <a:pt x="5400" y="14400"/>
                </a:cubicBezTo>
                <a:lnTo>
                  <a:pt x="21109" y="14400"/>
                </a:lnTo>
                <a:cubicBezTo>
                  <a:pt x="21380" y="14400"/>
                  <a:pt x="21600" y="14132"/>
                  <a:pt x="21600" y="13800"/>
                </a:cubicBezTo>
                <a:cubicBezTo>
                  <a:pt x="21600" y="13469"/>
                  <a:pt x="21380" y="13200"/>
                  <a:pt x="21109" y="13200"/>
                </a:cubicBezTo>
                <a:moveTo>
                  <a:pt x="21109" y="7200"/>
                </a:moveTo>
                <a:lnTo>
                  <a:pt x="5400" y="7200"/>
                </a:lnTo>
                <a:cubicBezTo>
                  <a:pt x="5129" y="7200"/>
                  <a:pt x="4909" y="7469"/>
                  <a:pt x="4909" y="7800"/>
                </a:cubicBezTo>
                <a:cubicBezTo>
                  <a:pt x="4909" y="8132"/>
                  <a:pt x="5129" y="8401"/>
                  <a:pt x="5400" y="8401"/>
                </a:cubicBezTo>
                <a:lnTo>
                  <a:pt x="21109" y="8401"/>
                </a:lnTo>
                <a:cubicBezTo>
                  <a:pt x="21380" y="8401"/>
                  <a:pt x="21600" y="8132"/>
                  <a:pt x="21600" y="7800"/>
                </a:cubicBezTo>
                <a:cubicBezTo>
                  <a:pt x="21600" y="7469"/>
                  <a:pt x="21380" y="7200"/>
                  <a:pt x="21109" y="7200"/>
                </a:cubicBezTo>
                <a:moveTo>
                  <a:pt x="1473" y="0"/>
                </a:moveTo>
                <a:cubicBezTo>
                  <a:pt x="659" y="0"/>
                  <a:pt x="0" y="807"/>
                  <a:pt x="0" y="1800"/>
                </a:cubicBezTo>
                <a:cubicBezTo>
                  <a:pt x="0" y="2794"/>
                  <a:pt x="659" y="3600"/>
                  <a:pt x="1473" y="3600"/>
                </a:cubicBezTo>
                <a:cubicBezTo>
                  <a:pt x="2286" y="3600"/>
                  <a:pt x="2945" y="2794"/>
                  <a:pt x="2945" y="1800"/>
                </a:cubicBezTo>
                <a:cubicBezTo>
                  <a:pt x="2945" y="807"/>
                  <a:pt x="2286" y="0"/>
                  <a:pt x="1473" y="0"/>
                </a:cubicBezTo>
                <a:moveTo>
                  <a:pt x="21109" y="19200"/>
                </a:moveTo>
                <a:lnTo>
                  <a:pt x="5400" y="19200"/>
                </a:lnTo>
                <a:cubicBezTo>
                  <a:pt x="5129" y="19200"/>
                  <a:pt x="4909" y="19469"/>
                  <a:pt x="4909" y="19800"/>
                </a:cubicBezTo>
                <a:cubicBezTo>
                  <a:pt x="4909" y="20132"/>
                  <a:pt x="5129" y="20400"/>
                  <a:pt x="5400" y="20400"/>
                </a:cubicBezTo>
                <a:lnTo>
                  <a:pt x="21109" y="20400"/>
                </a:lnTo>
                <a:cubicBezTo>
                  <a:pt x="21380" y="20400"/>
                  <a:pt x="21600" y="20132"/>
                  <a:pt x="21600" y="19800"/>
                </a:cubicBezTo>
                <a:cubicBezTo>
                  <a:pt x="21600" y="19469"/>
                  <a:pt x="21380" y="19200"/>
                  <a:pt x="21109" y="19200"/>
                </a:cubicBezTo>
                <a:moveTo>
                  <a:pt x="5400" y="2400"/>
                </a:moveTo>
                <a:lnTo>
                  <a:pt x="21109" y="2400"/>
                </a:lnTo>
                <a:cubicBezTo>
                  <a:pt x="21380" y="2400"/>
                  <a:pt x="21600" y="2132"/>
                  <a:pt x="21600" y="1800"/>
                </a:cubicBezTo>
                <a:cubicBezTo>
                  <a:pt x="21600" y="1469"/>
                  <a:pt x="21380" y="1200"/>
                  <a:pt x="21109" y="1200"/>
                </a:cubicBezTo>
                <a:lnTo>
                  <a:pt x="5400" y="1200"/>
                </a:lnTo>
                <a:cubicBezTo>
                  <a:pt x="5129" y="1200"/>
                  <a:pt x="4909" y="1469"/>
                  <a:pt x="4909" y="1800"/>
                </a:cubicBezTo>
                <a:cubicBezTo>
                  <a:pt x="4909" y="2132"/>
                  <a:pt x="5129" y="2400"/>
                  <a:pt x="5400" y="2400"/>
                </a:cubicBezTo>
                <a:moveTo>
                  <a:pt x="1473" y="18000"/>
                </a:moveTo>
                <a:cubicBezTo>
                  <a:pt x="659" y="18000"/>
                  <a:pt x="0" y="18806"/>
                  <a:pt x="0" y="19800"/>
                </a:cubicBezTo>
                <a:cubicBezTo>
                  <a:pt x="0" y="20794"/>
                  <a:pt x="659" y="21600"/>
                  <a:pt x="1473" y="21600"/>
                </a:cubicBezTo>
                <a:cubicBezTo>
                  <a:pt x="2286" y="21600"/>
                  <a:pt x="2945" y="20794"/>
                  <a:pt x="2945" y="19800"/>
                </a:cubicBezTo>
                <a:cubicBezTo>
                  <a:pt x="2945" y="18806"/>
                  <a:pt x="2286" y="18000"/>
                  <a:pt x="1473" y="18000"/>
                </a:cubicBezTo>
                <a:moveTo>
                  <a:pt x="1473" y="6000"/>
                </a:moveTo>
                <a:cubicBezTo>
                  <a:pt x="659" y="6000"/>
                  <a:pt x="0" y="6807"/>
                  <a:pt x="0" y="7800"/>
                </a:cubicBezTo>
                <a:cubicBezTo>
                  <a:pt x="0" y="8794"/>
                  <a:pt x="659" y="9600"/>
                  <a:pt x="1473" y="9600"/>
                </a:cubicBezTo>
                <a:cubicBezTo>
                  <a:pt x="2286" y="9600"/>
                  <a:pt x="2945" y="8794"/>
                  <a:pt x="2945" y="7800"/>
                </a:cubicBezTo>
                <a:cubicBezTo>
                  <a:pt x="2945" y="6807"/>
                  <a:pt x="2286" y="6000"/>
                  <a:pt x="1473" y="6000"/>
                </a:cubicBezTo>
                <a:moveTo>
                  <a:pt x="1473" y="12000"/>
                </a:moveTo>
                <a:cubicBezTo>
                  <a:pt x="659" y="12000"/>
                  <a:pt x="0" y="12807"/>
                  <a:pt x="0" y="13800"/>
                </a:cubicBezTo>
                <a:cubicBezTo>
                  <a:pt x="0" y="14794"/>
                  <a:pt x="659" y="15600"/>
                  <a:pt x="1473" y="15600"/>
                </a:cubicBezTo>
                <a:cubicBezTo>
                  <a:pt x="2286" y="15600"/>
                  <a:pt x="2945" y="14794"/>
                  <a:pt x="2945" y="13800"/>
                </a:cubicBezTo>
                <a:cubicBezTo>
                  <a:pt x="2945" y="12807"/>
                  <a:pt x="2286" y="12000"/>
                  <a:pt x="1473" y="120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8" name="Shape 2610">
            <a:extLst>
              <a:ext uri="{FF2B5EF4-FFF2-40B4-BE49-F238E27FC236}">
                <a16:creationId xmlns:a16="http://schemas.microsoft.com/office/drawing/2014/main" id="{8B600A9A-7367-C6CA-B7ED-1DDC5F270330}"/>
              </a:ext>
            </a:extLst>
          </p:cNvPr>
          <p:cNvSpPr/>
          <p:nvPr/>
        </p:nvSpPr>
        <p:spPr>
          <a:xfrm>
            <a:off x="8908317" y="2431418"/>
            <a:ext cx="279328" cy="228535"/>
          </a:xfrm>
          <a:custGeom>
            <a:avLst/>
            <a:gdLst/>
            <a:ahLst/>
            <a:cxnLst>
              <a:cxn ang="0">
                <a:pos x="wd2" y="hd2"/>
              </a:cxn>
              <a:cxn ang="5400000">
                <a:pos x="wd2" y="hd2"/>
              </a:cxn>
              <a:cxn ang="10800000">
                <a:pos x="wd2" y="hd2"/>
              </a:cxn>
              <a:cxn ang="16200000">
                <a:pos x="wd2" y="hd2"/>
              </a:cxn>
            </a:cxnLst>
            <a:rect l="0" t="0" r="r" b="b"/>
            <a:pathLst>
              <a:path w="21600" h="21600" extrusionOk="0">
                <a:moveTo>
                  <a:pt x="20618" y="6000"/>
                </a:moveTo>
                <a:lnTo>
                  <a:pt x="982" y="6000"/>
                </a:lnTo>
                <a:lnTo>
                  <a:pt x="982" y="2399"/>
                </a:lnTo>
                <a:cubicBezTo>
                  <a:pt x="982" y="1737"/>
                  <a:pt x="1422" y="1200"/>
                  <a:pt x="1964" y="1200"/>
                </a:cubicBezTo>
                <a:lnTo>
                  <a:pt x="6873" y="1200"/>
                </a:lnTo>
                <a:cubicBezTo>
                  <a:pt x="8345" y="1200"/>
                  <a:pt x="8345" y="3600"/>
                  <a:pt x="10800" y="3600"/>
                </a:cubicBezTo>
                <a:lnTo>
                  <a:pt x="19636" y="3600"/>
                </a:lnTo>
                <a:cubicBezTo>
                  <a:pt x="20178" y="3600"/>
                  <a:pt x="20618" y="4137"/>
                  <a:pt x="20618" y="4800"/>
                </a:cubicBezTo>
                <a:cubicBezTo>
                  <a:pt x="20618" y="4800"/>
                  <a:pt x="20618" y="6000"/>
                  <a:pt x="20618" y="6000"/>
                </a:cubicBezTo>
                <a:close/>
                <a:moveTo>
                  <a:pt x="20618" y="19200"/>
                </a:moveTo>
                <a:cubicBezTo>
                  <a:pt x="20618" y="19863"/>
                  <a:pt x="20178" y="20400"/>
                  <a:pt x="19636" y="20400"/>
                </a:cubicBezTo>
                <a:lnTo>
                  <a:pt x="1964" y="20400"/>
                </a:lnTo>
                <a:cubicBezTo>
                  <a:pt x="1422" y="20400"/>
                  <a:pt x="982" y="19863"/>
                  <a:pt x="982" y="19200"/>
                </a:cubicBezTo>
                <a:lnTo>
                  <a:pt x="982" y="7200"/>
                </a:lnTo>
                <a:lnTo>
                  <a:pt x="20618" y="7200"/>
                </a:lnTo>
                <a:cubicBezTo>
                  <a:pt x="20618" y="7200"/>
                  <a:pt x="20618" y="19200"/>
                  <a:pt x="20618" y="19200"/>
                </a:cubicBezTo>
                <a:close/>
                <a:moveTo>
                  <a:pt x="19636" y="2399"/>
                </a:moveTo>
                <a:lnTo>
                  <a:pt x="10800" y="2399"/>
                </a:lnTo>
                <a:cubicBezTo>
                  <a:pt x="8836" y="2399"/>
                  <a:pt x="8836" y="0"/>
                  <a:pt x="6873" y="0"/>
                </a:cubicBezTo>
                <a:lnTo>
                  <a:pt x="1964" y="0"/>
                </a:lnTo>
                <a:cubicBezTo>
                  <a:pt x="879" y="0"/>
                  <a:pt x="0" y="1074"/>
                  <a:pt x="0" y="2399"/>
                </a:cubicBezTo>
                <a:lnTo>
                  <a:pt x="0" y="19200"/>
                </a:lnTo>
                <a:cubicBezTo>
                  <a:pt x="0" y="20526"/>
                  <a:pt x="879" y="21600"/>
                  <a:pt x="1964" y="21600"/>
                </a:cubicBezTo>
                <a:lnTo>
                  <a:pt x="19636" y="21600"/>
                </a:lnTo>
                <a:cubicBezTo>
                  <a:pt x="20721" y="21600"/>
                  <a:pt x="21600" y="20526"/>
                  <a:pt x="21600" y="19200"/>
                </a:cubicBezTo>
                <a:lnTo>
                  <a:pt x="21600" y="4800"/>
                </a:lnTo>
                <a:cubicBezTo>
                  <a:pt x="21600" y="3474"/>
                  <a:pt x="20721" y="2399"/>
                  <a:pt x="19636" y="239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9" name="Shape 2611">
            <a:extLst>
              <a:ext uri="{FF2B5EF4-FFF2-40B4-BE49-F238E27FC236}">
                <a16:creationId xmlns:a16="http://schemas.microsoft.com/office/drawing/2014/main" id="{6E10FA83-C545-6868-2A72-14892C041D74}"/>
              </a:ext>
            </a:extLst>
          </p:cNvPr>
          <p:cNvSpPr/>
          <p:nvPr/>
        </p:nvSpPr>
        <p:spPr>
          <a:xfrm>
            <a:off x="9441578" y="2418722"/>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19636" y="2161"/>
                </a:moveTo>
                <a:lnTo>
                  <a:pt x="13745" y="2161"/>
                </a:lnTo>
                <a:cubicBezTo>
                  <a:pt x="11782" y="2160"/>
                  <a:pt x="11782" y="0"/>
                  <a:pt x="9818" y="0"/>
                </a:cubicBezTo>
                <a:lnTo>
                  <a:pt x="5891" y="0"/>
                </a:lnTo>
                <a:cubicBezTo>
                  <a:pt x="4806" y="0"/>
                  <a:pt x="3927" y="967"/>
                  <a:pt x="3927" y="2161"/>
                </a:cubicBezTo>
                <a:lnTo>
                  <a:pt x="3927" y="2700"/>
                </a:lnTo>
                <a:cubicBezTo>
                  <a:pt x="3927" y="2999"/>
                  <a:pt x="4147" y="3240"/>
                  <a:pt x="4418" y="3240"/>
                </a:cubicBezTo>
                <a:cubicBezTo>
                  <a:pt x="4690" y="3240"/>
                  <a:pt x="4909" y="2999"/>
                  <a:pt x="4909" y="2700"/>
                </a:cubicBezTo>
                <a:lnTo>
                  <a:pt x="4909" y="2161"/>
                </a:lnTo>
                <a:cubicBezTo>
                  <a:pt x="4909" y="1564"/>
                  <a:pt x="5348" y="1080"/>
                  <a:pt x="5891" y="1080"/>
                </a:cubicBezTo>
                <a:lnTo>
                  <a:pt x="9818" y="1080"/>
                </a:lnTo>
                <a:cubicBezTo>
                  <a:pt x="11291" y="1080"/>
                  <a:pt x="11291" y="3239"/>
                  <a:pt x="13744" y="3240"/>
                </a:cubicBezTo>
                <a:lnTo>
                  <a:pt x="19636" y="3240"/>
                </a:lnTo>
                <a:cubicBezTo>
                  <a:pt x="20178" y="3240"/>
                  <a:pt x="20618" y="3724"/>
                  <a:pt x="20618" y="4321"/>
                </a:cubicBezTo>
                <a:lnTo>
                  <a:pt x="20618" y="15120"/>
                </a:lnTo>
                <a:cubicBezTo>
                  <a:pt x="20618" y="15717"/>
                  <a:pt x="20178" y="16200"/>
                  <a:pt x="19636" y="16200"/>
                </a:cubicBezTo>
                <a:lnTo>
                  <a:pt x="19145" y="16200"/>
                </a:lnTo>
                <a:cubicBezTo>
                  <a:pt x="18874" y="16200"/>
                  <a:pt x="18655" y="16442"/>
                  <a:pt x="18655" y="16740"/>
                </a:cubicBezTo>
                <a:cubicBezTo>
                  <a:pt x="18655" y="17039"/>
                  <a:pt x="18874" y="17280"/>
                  <a:pt x="19145" y="17280"/>
                </a:cubicBezTo>
                <a:lnTo>
                  <a:pt x="19636" y="17280"/>
                </a:lnTo>
                <a:cubicBezTo>
                  <a:pt x="20721" y="17280"/>
                  <a:pt x="21600" y="16314"/>
                  <a:pt x="21600" y="15120"/>
                </a:cubicBezTo>
                <a:lnTo>
                  <a:pt x="21600" y="4321"/>
                </a:lnTo>
                <a:cubicBezTo>
                  <a:pt x="21600" y="3127"/>
                  <a:pt x="20721" y="2161"/>
                  <a:pt x="19636" y="2161"/>
                </a:cubicBezTo>
                <a:moveTo>
                  <a:pt x="16691" y="9720"/>
                </a:moveTo>
                <a:lnTo>
                  <a:pt x="982" y="9720"/>
                </a:lnTo>
                <a:lnTo>
                  <a:pt x="982" y="6481"/>
                </a:lnTo>
                <a:cubicBezTo>
                  <a:pt x="982" y="5884"/>
                  <a:pt x="1421" y="5400"/>
                  <a:pt x="1964" y="5400"/>
                </a:cubicBezTo>
                <a:lnTo>
                  <a:pt x="5891" y="5400"/>
                </a:lnTo>
                <a:cubicBezTo>
                  <a:pt x="7364" y="5400"/>
                  <a:pt x="7364" y="7560"/>
                  <a:pt x="9818" y="7560"/>
                </a:cubicBezTo>
                <a:lnTo>
                  <a:pt x="15709" y="7560"/>
                </a:lnTo>
                <a:cubicBezTo>
                  <a:pt x="16251" y="7560"/>
                  <a:pt x="16691" y="8044"/>
                  <a:pt x="16691" y="8641"/>
                </a:cubicBezTo>
                <a:cubicBezTo>
                  <a:pt x="16691" y="8641"/>
                  <a:pt x="16691" y="9720"/>
                  <a:pt x="16691" y="9720"/>
                </a:cubicBezTo>
                <a:close/>
                <a:moveTo>
                  <a:pt x="16691" y="19440"/>
                </a:moveTo>
                <a:cubicBezTo>
                  <a:pt x="16691" y="20037"/>
                  <a:pt x="16251" y="20520"/>
                  <a:pt x="15709" y="20520"/>
                </a:cubicBezTo>
                <a:lnTo>
                  <a:pt x="1964" y="20520"/>
                </a:lnTo>
                <a:cubicBezTo>
                  <a:pt x="1421" y="20520"/>
                  <a:pt x="982" y="20037"/>
                  <a:pt x="982" y="19440"/>
                </a:cubicBezTo>
                <a:lnTo>
                  <a:pt x="982" y="10801"/>
                </a:lnTo>
                <a:lnTo>
                  <a:pt x="16691" y="10801"/>
                </a:lnTo>
                <a:cubicBezTo>
                  <a:pt x="16691" y="10801"/>
                  <a:pt x="16691" y="19440"/>
                  <a:pt x="16691" y="19440"/>
                </a:cubicBezTo>
                <a:close/>
                <a:moveTo>
                  <a:pt x="15709" y="6481"/>
                </a:moveTo>
                <a:lnTo>
                  <a:pt x="9818" y="6481"/>
                </a:lnTo>
                <a:cubicBezTo>
                  <a:pt x="7855" y="6480"/>
                  <a:pt x="7855" y="4320"/>
                  <a:pt x="5891" y="4320"/>
                </a:cubicBezTo>
                <a:lnTo>
                  <a:pt x="1964" y="4320"/>
                </a:lnTo>
                <a:cubicBezTo>
                  <a:pt x="879" y="4320"/>
                  <a:pt x="0" y="5287"/>
                  <a:pt x="0" y="6481"/>
                </a:cubicBezTo>
                <a:lnTo>
                  <a:pt x="0" y="19440"/>
                </a:lnTo>
                <a:cubicBezTo>
                  <a:pt x="0" y="20634"/>
                  <a:pt x="879" y="21600"/>
                  <a:pt x="1964" y="21600"/>
                </a:cubicBezTo>
                <a:lnTo>
                  <a:pt x="15709" y="21600"/>
                </a:lnTo>
                <a:cubicBezTo>
                  <a:pt x="16794" y="21600"/>
                  <a:pt x="17673" y="20634"/>
                  <a:pt x="17673" y="19440"/>
                </a:cubicBezTo>
                <a:lnTo>
                  <a:pt x="17673" y="8641"/>
                </a:lnTo>
                <a:cubicBezTo>
                  <a:pt x="17673" y="7447"/>
                  <a:pt x="16794" y="6481"/>
                  <a:pt x="15709" y="648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0" name="Shape 2612">
            <a:extLst>
              <a:ext uri="{FF2B5EF4-FFF2-40B4-BE49-F238E27FC236}">
                <a16:creationId xmlns:a16="http://schemas.microsoft.com/office/drawing/2014/main" id="{EA4F4F5E-BE2F-9656-3A09-817CF2EBD726}"/>
              </a:ext>
            </a:extLst>
          </p:cNvPr>
          <p:cNvSpPr/>
          <p:nvPr/>
        </p:nvSpPr>
        <p:spPr>
          <a:xfrm>
            <a:off x="9974839" y="2431418"/>
            <a:ext cx="279328" cy="228532"/>
          </a:xfrm>
          <a:custGeom>
            <a:avLst/>
            <a:gdLst/>
            <a:ahLst/>
            <a:cxnLst>
              <a:cxn ang="0">
                <a:pos x="wd2" y="hd2"/>
              </a:cxn>
              <a:cxn ang="5400000">
                <a:pos x="wd2" y="hd2"/>
              </a:cxn>
              <a:cxn ang="10800000">
                <a:pos x="wd2" y="hd2"/>
              </a:cxn>
              <a:cxn ang="16200000">
                <a:pos x="wd2" y="hd2"/>
              </a:cxn>
            </a:cxnLst>
            <a:rect l="0" t="0" r="r" b="b"/>
            <a:pathLst>
              <a:path w="21600" h="21600" extrusionOk="0">
                <a:moveTo>
                  <a:pt x="10800" y="13200"/>
                </a:moveTo>
                <a:cubicBezTo>
                  <a:pt x="11071" y="13200"/>
                  <a:pt x="11291" y="13469"/>
                  <a:pt x="11291" y="13800"/>
                </a:cubicBezTo>
                <a:cubicBezTo>
                  <a:pt x="11291" y="14132"/>
                  <a:pt x="11071" y="14400"/>
                  <a:pt x="10800" y="14400"/>
                </a:cubicBezTo>
                <a:cubicBezTo>
                  <a:pt x="10529" y="14400"/>
                  <a:pt x="10309" y="14132"/>
                  <a:pt x="10309" y="13800"/>
                </a:cubicBezTo>
                <a:cubicBezTo>
                  <a:pt x="10309" y="13469"/>
                  <a:pt x="10529" y="13200"/>
                  <a:pt x="10800" y="13200"/>
                </a:cubicBezTo>
                <a:moveTo>
                  <a:pt x="10800" y="15600"/>
                </a:moveTo>
                <a:cubicBezTo>
                  <a:pt x="11613" y="15600"/>
                  <a:pt x="12273" y="14794"/>
                  <a:pt x="12273" y="13800"/>
                </a:cubicBezTo>
                <a:cubicBezTo>
                  <a:pt x="12273" y="12806"/>
                  <a:pt x="11613" y="12000"/>
                  <a:pt x="10800" y="12000"/>
                </a:cubicBezTo>
                <a:cubicBezTo>
                  <a:pt x="9987" y="12000"/>
                  <a:pt x="9327" y="12806"/>
                  <a:pt x="9327" y="13800"/>
                </a:cubicBezTo>
                <a:cubicBezTo>
                  <a:pt x="9327" y="14794"/>
                  <a:pt x="9987" y="15600"/>
                  <a:pt x="10800" y="15600"/>
                </a:cubicBezTo>
                <a:moveTo>
                  <a:pt x="5400" y="13200"/>
                </a:moveTo>
                <a:cubicBezTo>
                  <a:pt x="5671" y="13200"/>
                  <a:pt x="5891" y="13469"/>
                  <a:pt x="5891" y="13800"/>
                </a:cubicBezTo>
                <a:cubicBezTo>
                  <a:pt x="5891" y="14132"/>
                  <a:pt x="5671" y="14400"/>
                  <a:pt x="5400" y="14400"/>
                </a:cubicBezTo>
                <a:cubicBezTo>
                  <a:pt x="5129" y="14400"/>
                  <a:pt x="4909" y="14132"/>
                  <a:pt x="4909" y="13800"/>
                </a:cubicBezTo>
                <a:cubicBezTo>
                  <a:pt x="4909" y="13469"/>
                  <a:pt x="5129" y="13200"/>
                  <a:pt x="5400" y="13200"/>
                </a:cubicBezTo>
                <a:moveTo>
                  <a:pt x="5400" y="15600"/>
                </a:moveTo>
                <a:cubicBezTo>
                  <a:pt x="6213" y="15600"/>
                  <a:pt x="6873" y="14794"/>
                  <a:pt x="6873" y="13800"/>
                </a:cubicBezTo>
                <a:cubicBezTo>
                  <a:pt x="6873" y="12806"/>
                  <a:pt x="6213" y="12000"/>
                  <a:pt x="5400" y="12000"/>
                </a:cubicBezTo>
                <a:cubicBezTo>
                  <a:pt x="4587" y="12000"/>
                  <a:pt x="3927" y="12806"/>
                  <a:pt x="3927" y="13800"/>
                </a:cubicBezTo>
                <a:cubicBezTo>
                  <a:pt x="3927" y="14794"/>
                  <a:pt x="4587" y="15600"/>
                  <a:pt x="5400" y="15600"/>
                </a:cubicBezTo>
                <a:moveTo>
                  <a:pt x="20618" y="6000"/>
                </a:moveTo>
                <a:lnTo>
                  <a:pt x="982" y="6000"/>
                </a:lnTo>
                <a:lnTo>
                  <a:pt x="982" y="2399"/>
                </a:lnTo>
                <a:cubicBezTo>
                  <a:pt x="982" y="1737"/>
                  <a:pt x="1421" y="1200"/>
                  <a:pt x="1964" y="1200"/>
                </a:cubicBezTo>
                <a:lnTo>
                  <a:pt x="6873" y="1200"/>
                </a:lnTo>
                <a:cubicBezTo>
                  <a:pt x="8345" y="1200"/>
                  <a:pt x="8345" y="3600"/>
                  <a:pt x="10800" y="3600"/>
                </a:cubicBezTo>
                <a:lnTo>
                  <a:pt x="19636" y="3600"/>
                </a:lnTo>
                <a:cubicBezTo>
                  <a:pt x="20178" y="3600"/>
                  <a:pt x="20618" y="4137"/>
                  <a:pt x="20618" y="4799"/>
                </a:cubicBezTo>
                <a:cubicBezTo>
                  <a:pt x="20618" y="4799"/>
                  <a:pt x="20618" y="6000"/>
                  <a:pt x="20618" y="6000"/>
                </a:cubicBezTo>
                <a:close/>
                <a:moveTo>
                  <a:pt x="20618" y="19200"/>
                </a:moveTo>
                <a:cubicBezTo>
                  <a:pt x="20618" y="19862"/>
                  <a:pt x="20178" y="20400"/>
                  <a:pt x="19636" y="20400"/>
                </a:cubicBezTo>
                <a:lnTo>
                  <a:pt x="1964" y="20400"/>
                </a:lnTo>
                <a:cubicBezTo>
                  <a:pt x="1421" y="20400"/>
                  <a:pt x="982" y="19862"/>
                  <a:pt x="982" y="19200"/>
                </a:cubicBezTo>
                <a:lnTo>
                  <a:pt x="982" y="7199"/>
                </a:lnTo>
                <a:lnTo>
                  <a:pt x="20618" y="7199"/>
                </a:lnTo>
                <a:cubicBezTo>
                  <a:pt x="20618" y="7199"/>
                  <a:pt x="20618" y="19200"/>
                  <a:pt x="20618" y="19200"/>
                </a:cubicBezTo>
                <a:close/>
                <a:moveTo>
                  <a:pt x="19636" y="2399"/>
                </a:moveTo>
                <a:lnTo>
                  <a:pt x="10800" y="2399"/>
                </a:lnTo>
                <a:cubicBezTo>
                  <a:pt x="8836" y="2399"/>
                  <a:pt x="8836" y="0"/>
                  <a:pt x="6873" y="0"/>
                </a:cubicBezTo>
                <a:lnTo>
                  <a:pt x="1964" y="0"/>
                </a:lnTo>
                <a:cubicBezTo>
                  <a:pt x="879" y="0"/>
                  <a:pt x="0" y="1074"/>
                  <a:pt x="0" y="2399"/>
                </a:cubicBezTo>
                <a:lnTo>
                  <a:pt x="0" y="19200"/>
                </a:lnTo>
                <a:cubicBezTo>
                  <a:pt x="0" y="20526"/>
                  <a:pt x="879" y="21600"/>
                  <a:pt x="1964" y="21600"/>
                </a:cubicBezTo>
                <a:lnTo>
                  <a:pt x="19636" y="21600"/>
                </a:lnTo>
                <a:cubicBezTo>
                  <a:pt x="20721" y="21600"/>
                  <a:pt x="21600" y="20526"/>
                  <a:pt x="21600" y="19200"/>
                </a:cubicBezTo>
                <a:lnTo>
                  <a:pt x="21600" y="4799"/>
                </a:lnTo>
                <a:cubicBezTo>
                  <a:pt x="21600" y="3474"/>
                  <a:pt x="20721" y="2399"/>
                  <a:pt x="19636" y="2399"/>
                </a:cubicBezTo>
                <a:moveTo>
                  <a:pt x="16200" y="13200"/>
                </a:moveTo>
                <a:cubicBezTo>
                  <a:pt x="16471" y="13200"/>
                  <a:pt x="16691" y="13469"/>
                  <a:pt x="16691" y="13800"/>
                </a:cubicBezTo>
                <a:cubicBezTo>
                  <a:pt x="16691" y="14132"/>
                  <a:pt x="16471" y="14400"/>
                  <a:pt x="16200" y="14400"/>
                </a:cubicBezTo>
                <a:cubicBezTo>
                  <a:pt x="15929" y="14400"/>
                  <a:pt x="15709" y="14132"/>
                  <a:pt x="15709" y="13800"/>
                </a:cubicBezTo>
                <a:cubicBezTo>
                  <a:pt x="15709" y="13469"/>
                  <a:pt x="15929" y="13200"/>
                  <a:pt x="16200" y="13200"/>
                </a:cubicBezTo>
                <a:moveTo>
                  <a:pt x="16200" y="15600"/>
                </a:moveTo>
                <a:cubicBezTo>
                  <a:pt x="17013" y="15600"/>
                  <a:pt x="17673" y="14794"/>
                  <a:pt x="17673" y="13800"/>
                </a:cubicBezTo>
                <a:cubicBezTo>
                  <a:pt x="17673" y="12806"/>
                  <a:pt x="17013" y="12000"/>
                  <a:pt x="16200" y="12000"/>
                </a:cubicBezTo>
                <a:cubicBezTo>
                  <a:pt x="15387" y="12000"/>
                  <a:pt x="14727" y="12806"/>
                  <a:pt x="14727" y="13800"/>
                </a:cubicBezTo>
                <a:cubicBezTo>
                  <a:pt x="14727" y="14794"/>
                  <a:pt x="15387" y="15600"/>
                  <a:pt x="16200" y="156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1" name="Shape 2613">
            <a:extLst>
              <a:ext uri="{FF2B5EF4-FFF2-40B4-BE49-F238E27FC236}">
                <a16:creationId xmlns:a16="http://schemas.microsoft.com/office/drawing/2014/main" id="{59C8F933-7E20-562C-A2B8-75B47C136B53}"/>
              </a:ext>
            </a:extLst>
          </p:cNvPr>
          <p:cNvSpPr/>
          <p:nvPr/>
        </p:nvSpPr>
        <p:spPr>
          <a:xfrm>
            <a:off x="10508100" y="240602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9636" y="1964"/>
                </a:moveTo>
                <a:lnTo>
                  <a:pt x="10800" y="1964"/>
                </a:lnTo>
                <a:cubicBezTo>
                  <a:pt x="8836" y="1964"/>
                  <a:pt x="8836" y="0"/>
                  <a:pt x="6873" y="0"/>
                </a:cubicBezTo>
                <a:lnTo>
                  <a:pt x="1964" y="0"/>
                </a:lnTo>
                <a:cubicBezTo>
                  <a:pt x="879" y="0"/>
                  <a:pt x="0" y="879"/>
                  <a:pt x="0" y="1964"/>
                </a:cubicBezTo>
                <a:lnTo>
                  <a:pt x="0" y="15709"/>
                </a:lnTo>
                <a:cubicBezTo>
                  <a:pt x="0" y="16794"/>
                  <a:pt x="879" y="17673"/>
                  <a:pt x="1964" y="17673"/>
                </a:cubicBezTo>
                <a:lnTo>
                  <a:pt x="6599" y="17673"/>
                </a:lnTo>
                <a:cubicBezTo>
                  <a:pt x="6257" y="17372"/>
                  <a:pt x="5941" y="17046"/>
                  <a:pt x="5656" y="16691"/>
                </a:cubicBezTo>
                <a:lnTo>
                  <a:pt x="1964" y="16691"/>
                </a:lnTo>
                <a:cubicBezTo>
                  <a:pt x="1422" y="16691"/>
                  <a:pt x="982" y="16252"/>
                  <a:pt x="982" y="15709"/>
                </a:cubicBezTo>
                <a:lnTo>
                  <a:pt x="982" y="5891"/>
                </a:lnTo>
                <a:lnTo>
                  <a:pt x="6599" y="5891"/>
                </a:lnTo>
                <a:cubicBezTo>
                  <a:pt x="7023" y="5517"/>
                  <a:pt x="7484" y="5185"/>
                  <a:pt x="7982" y="4909"/>
                </a:cubicBezTo>
                <a:lnTo>
                  <a:pt x="982" y="4909"/>
                </a:lnTo>
                <a:lnTo>
                  <a:pt x="982" y="1964"/>
                </a:lnTo>
                <a:cubicBezTo>
                  <a:pt x="982" y="1422"/>
                  <a:pt x="1422" y="982"/>
                  <a:pt x="1964" y="982"/>
                </a:cubicBezTo>
                <a:lnTo>
                  <a:pt x="6873" y="982"/>
                </a:lnTo>
                <a:cubicBezTo>
                  <a:pt x="8345" y="982"/>
                  <a:pt x="8345" y="2946"/>
                  <a:pt x="10800" y="2946"/>
                </a:cubicBezTo>
                <a:lnTo>
                  <a:pt x="19636" y="2946"/>
                </a:lnTo>
                <a:cubicBezTo>
                  <a:pt x="20178" y="2946"/>
                  <a:pt x="20618" y="3385"/>
                  <a:pt x="20618" y="3927"/>
                </a:cubicBezTo>
                <a:lnTo>
                  <a:pt x="20618" y="4909"/>
                </a:lnTo>
                <a:lnTo>
                  <a:pt x="15582" y="4909"/>
                </a:lnTo>
                <a:cubicBezTo>
                  <a:pt x="16080" y="5185"/>
                  <a:pt x="16541" y="5517"/>
                  <a:pt x="16965" y="5891"/>
                </a:cubicBezTo>
                <a:lnTo>
                  <a:pt x="20618" y="5891"/>
                </a:lnTo>
                <a:lnTo>
                  <a:pt x="20618" y="15709"/>
                </a:lnTo>
                <a:cubicBezTo>
                  <a:pt x="20618" y="16252"/>
                  <a:pt x="20178" y="16691"/>
                  <a:pt x="19636" y="16691"/>
                </a:cubicBezTo>
                <a:lnTo>
                  <a:pt x="18766" y="16691"/>
                </a:lnTo>
                <a:lnTo>
                  <a:pt x="19738" y="17663"/>
                </a:lnTo>
                <a:cubicBezTo>
                  <a:pt x="20774" y="17609"/>
                  <a:pt x="21600" y="16759"/>
                  <a:pt x="21600" y="15709"/>
                </a:cubicBezTo>
                <a:lnTo>
                  <a:pt x="21600" y="3927"/>
                </a:lnTo>
                <a:cubicBezTo>
                  <a:pt x="21600" y="2843"/>
                  <a:pt x="20721" y="1964"/>
                  <a:pt x="19636" y="1964"/>
                </a:cubicBezTo>
                <a:moveTo>
                  <a:pt x="11782" y="17673"/>
                </a:moveTo>
                <a:cubicBezTo>
                  <a:pt x="8529" y="17673"/>
                  <a:pt x="5891" y="15036"/>
                  <a:pt x="5891" y="11782"/>
                </a:cubicBezTo>
                <a:cubicBezTo>
                  <a:pt x="5891" y="8529"/>
                  <a:pt x="8529" y="5891"/>
                  <a:pt x="11782" y="5891"/>
                </a:cubicBezTo>
                <a:cubicBezTo>
                  <a:pt x="15035" y="5891"/>
                  <a:pt x="17673" y="8529"/>
                  <a:pt x="17673" y="11782"/>
                </a:cubicBezTo>
                <a:cubicBezTo>
                  <a:pt x="17673" y="15036"/>
                  <a:pt x="15035" y="17673"/>
                  <a:pt x="11782" y="17673"/>
                </a:cubicBezTo>
                <a:moveTo>
                  <a:pt x="16972" y="16278"/>
                </a:moveTo>
                <a:cubicBezTo>
                  <a:pt x="18018" y="15072"/>
                  <a:pt x="18655" y="13503"/>
                  <a:pt x="18655" y="11782"/>
                </a:cubicBezTo>
                <a:cubicBezTo>
                  <a:pt x="18655" y="7987"/>
                  <a:pt x="15578" y="4910"/>
                  <a:pt x="11782" y="4910"/>
                </a:cubicBezTo>
                <a:cubicBezTo>
                  <a:pt x="7986" y="4910"/>
                  <a:pt x="4909" y="7987"/>
                  <a:pt x="4909" y="11782"/>
                </a:cubicBezTo>
                <a:cubicBezTo>
                  <a:pt x="4909" y="15578"/>
                  <a:pt x="7986" y="18655"/>
                  <a:pt x="11782" y="18655"/>
                </a:cubicBezTo>
                <a:cubicBezTo>
                  <a:pt x="13503" y="18655"/>
                  <a:pt x="15072" y="18017"/>
                  <a:pt x="16278" y="16972"/>
                </a:cubicBezTo>
                <a:lnTo>
                  <a:pt x="16972" y="17666"/>
                </a:lnTo>
                <a:cubicBezTo>
                  <a:pt x="16969" y="17668"/>
                  <a:pt x="16967" y="17671"/>
                  <a:pt x="16965" y="17673"/>
                </a:cubicBezTo>
                <a:lnTo>
                  <a:pt x="16979" y="17673"/>
                </a:lnTo>
                <a:lnTo>
                  <a:pt x="20762" y="21457"/>
                </a:lnTo>
                <a:cubicBezTo>
                  <a:pt x="20851" y="21546"/>
                  <a:pt x="20974" y="21600"/>
                  <a:pt x="21109" y="21600"/>
                </a:cubicBezTo>
                <a:cubicBezTo>
                  <a:pt x="21380" y="21600"/>
                  <a:pt x="21600" y="21381"/>
                  <a:pt x="21600" y="21109"/>
                </a:cubicBezTo>
                <a:cubicBezTo>
                  <a:pt x="21600" y="20974"/>
                  <a:pt x="21545" y="20851"/>
                  <a:pt x="21456" y="20762"/>
                </a:cubicBezTo>
                <a:cubicBezTo>
                  <a:pt x="21456" y="20762"/>
                  <a:pt x="16972" y="16278"/>
                  <a:pt x="16972" y="16278"/>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2" name="Shape 2614">
            <a:extLst>
              <a:ext uri="{FF2B5EF4-FFF2-40B4-BE49-F238E27FC236}">
                <a16:creationId xmlns:a16="http://schemas.microsoft.com/office/drawing/2014/main" id="{CEA419A4-B52D-77B0-2726-83511EFB87C7}"/>
              </a:ext>
            </a:extLst>
          </p:cNvPr>
          <p:cNvSpPr/>
          <p:nvPr/>
        </p:nvSpPr>
        <p:spPr>
          <a:xfrm>
            <a:off x="11041361" y="240602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7958" y="17505"/>
                </a:moveTo>
                <a:cubicBezTo>
                  <a:pt x="17372" y="16944"/>
                  <a:pt x="16242" y="15945"/>
                  <a:pt x="15117" y="15413"/>
                </a:cubicBezTo>
                <a:cubicBezTo>
                  <a:pt x="14189" y="14975"/>
                  <a:pt x="13657" y="14531"/>
                  <a:pt x="13491" y="14057"/>
                </a:cubicBezTo>
                <a:cubicBezTo>
                  <a:pt x="13377" y="13728"/>
                  <a:pt x="13428" y="13351"/>
                  <a:pt x="13649" y="12904"/>
                </a:cubicBezTo>
                <a:cubicBezTo>
                  <a:pt x="13815" y="12567"/>
                  <a:pt x="13972" y="12286"/>
                  <a:pt x="14117" y="12028"/>
                </a:cubicBezTo>
                <a:cubicBezTo>
                  <a:pt x="14730" y="10934"/>
                  <a:pt x="15203" y="10145"/>
                  <a:pt x="15203" y="7348"/>
                </a:cubicBezTo>
                <a:cubicBezTo>
                  <a:pt x="15203" y="3162"/>
                  <a:pt x="12787" y="2951"/>
                  <a:pt x="12309" y="2951"/>
                </a:cubicBezTo>
                <a:cubicBezTo>
                  <a:pt x="11917" y="2951"/>
                  <a:pt x="11672" y="3037"/>
                  <a:pt x="11435" y="3121"/>
                </a:cubicBezTo>
                <a:cubicBezTo>
                  <a:pt x="11175" y="3213"/>
                  <a:pt x="10907" y="3309"/>
                  <a:pt x="10296" y="3319"/>
                </a:cubicBezTo>
                <a:cubicBezTo>
                  <a:pt x="9190" y="3337"/>
                  <a:pt x="6873" y="3375"/>
                  <a:pt x="6873" y="7226"/>
                </a:cubicBezTo>
                <a:cubicBezTo>
                  <a:pt x="6873" y="9919"/>
                  <a:pt x="7574" y="11156"/>
                  <a:pt x="8125" y="12150"/>
                </a:cubicBezTo>
                <a:cubicBezTo>
                  <a:pt x="8266" y="12404"/>
                  <a:pt x="8399" y="12645"/>
                  <a:pt x="8505" y="12885"/>
                </a:cubicBezTo>
                <a:cubicBezTo>
                  <a:pt x="8973" y="13949"/>
                  <a:pt x="8631" y="14693"/>
                  <a:pt x="7426" y="15224"/>
                </a:cubicBezTo>
                <a:cubicBezTo>
                  <a:pt x="5905" y="15897"/>
                  <a:pt x="5188" y="16247"/>
                  <a:pt x="3693" y="17562"/>
                </a:cubicBezTo>
                <a:cubicBezTo>
                  <a:pt x="2017" y="15800"/>
                  <a:pt x="982" y="13423"/>
                  <a:pt x="982" y="10800"/>
                </a:cubicBezTo>
                <a:cubicBezTo>
                  <a:pt x="982" y="5377"/>
                  <a:pt x="5377" y="982"/>
                  <a:pt x="10800" y="982"/>
                </a:cubicBezTo>
                <a:cubicBezTo>
                  <a:pt x="16223" y="982"/>
                  <a:pt x="20618" y="5377"/>
                  <a:pt x="20618" y="10800"/>
                </a:cubicBezTo>
                <a:cubicBezTo>
                  <a:pt x="20618" y="13395"/>
                  <a:pt x="19603" y="15749"/>
                  <a:pt x="17958" y="17505"/>
                </a:cubicBezTo>
                <a:moveTo>
                  <a:pt x="10800" y="20618"/>
                </a:moveTo>
                <a:cubicBezTo>
                  <a:pt x="8356" y="20618"/>
                  <a:pt x="6125" y="19720"/>
                  <a:pt x="4407" y="18242"/>
                </a:cubicBezTo>
                <a:cubicBezTo>
                  <a:pt x="5730" y="17084"/>
                  <a:pt x="6362" y="16767"/>
                  <a:pt x="7823" y="16122"/>
                </a:cubicBezTo>
                <a:cubicBezTo>
                  <a:pt x="9515" y="15375"/>
                  <a:pt x="10091" y="14051"/>
                  <a:pt x="9403" y="12489"/>
                </a:cubicBezTo>
                <a:cubicBezTo>
                  <a:pt x="9279" y="12208"/>
                  <a:pt x="9136" y="11949"/>
                  <a:pt x="8984" y="11674"/>
                </a:cubicBezTo>
                <a:cubicBezTo>
                  <a:pt x="8461" y="10732"/>
                  <a:pt x="7855" y="9665"/>
                  <a:pt x="7855" y="7226"/>
                </a:cubicBezTo>
                <a:cubicBezTo>
                  <a:pt x="7855" y="4341"/>
                  <a:pt x="9224" y="4318"/>
                  <a:pt x="10312" y="4300"/>
                </a:cubicBezTo>
                <a:cubicBezTo>
                  <a:pt x="11084" y="4287"/>
                  <a:pt x="11461" y="4154"/>
                  <a:pt x="11763" y="4047"/>
                </a:cubicBezTo>
                <a:cubicBezTo>
                  <a:pt x="11964" y="3975"/>
                  <a:pt x="12086" y="3933"/>
                  <a:pt x="12309" y="3933"/>
                </a:cubicBezTo>
                <a:cubicBezTo>
                  <a:pt x="13218" y="3933"/>
                  <a:pt x="14221" y="4830"/>
                  <a:pt x="14221" y="7348"/>
                </a:cubicBezTo>
                <a:cubicBezTo>
                  <a:pt x="14221" y="9888"/>
                  <a:pt x="13840" y="10513"/>
                  <a:pt x="13261" y="11548"/>
                </a:cubicBezTo>
                <a:cubicBezTo>
                  <a:pt x="13108" y="11820"/>
                  <a:pt x="12943" y="12115"/>
                  <a:pt x="12768" y="12470"/>
                </a:cubicBezTo>
                <a:cubicBezTo>
                  <a:pt x="12430" y="13155"/>
                  <a:pt x="12362" y="13798"/>
                  <a:pt x="12565" y="14380"/>
                </a:cubicBezTo>
                <a:cubicBezTo>
                  <a:pt x="12825" y="15126"/>
                  <a:pt x="13502" y="15737"/>
                  <a:pt x="14696" y="16302"/>
                </a:cubicBezTo>
                <a:cubicBezTo>
                  <a:pt x="15675" y="16764"/>
                  <a:pt x="16700" y="17667"/>
                  <a:pt x="17251" y="18189"/>
                </a:cubicBezTo>
                <a:cubicBezTo>
                  <a:pt x="15525" y="19697"/>
                  <a:pt x="13272" y="20618"/>
                  <a:pt x="10800" y="20618"/>
                </a:cubicBezTo>
                <a:moveTo>
                  <a:pt x="10800" y="0"/>
                </a:moveTo>
                <a:cubicBezTo>
                  <a:pt x="4835" y="0"/>
                  <a:pt x="0" y="4835"/>
                  <a:pt x="0" y="10800"/>
                </a:cubicBezTo>
                <a:cubicBezTo>
                  <a:pt x="0" y="16764"/>
                  <a:pt x="4835" y="21600"/>
                  <a:pt x="10800" y="21600"/>
                </a:cubicBezTo>
                <a:cubicBezTo>
                  <a:pt x="16765" y="21600"/>
                  <a:pt x="21600" y="16764"/>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3" name="Shape 2615">
            <a:extLst>
              <a:ext uri="{FF2B5EF4-FFF2-40B4-BE49-F238E27FC236}">
                <a16:creationId xmlns:a16="http://schemas.microsoft.com/office/drawing/2014/main" id="{08739136-D2CC-7A77-0525-5ECA55E0C211}"/>
              </a:ext>
            </a:extLst>
          </p:cNvPr>
          <p:cNvSpPr/>
          <p:nvPr/>
        </p:nvSpPr>
        <p:spPr>
          <a:xfrm>
            <a:off x="6242012" y="293928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7593" y="17878"/>
                </a:moveTo>
                <a:cubicBezTo>
                  <a:pt x="16514" y="16546"/>
                  <a:pt x="15177" y="15812"/>
                  <a:pt x="14084" y="15323"/>
                </a:cubicBezTo>
                <a:cubicBezTo>
                  <a:pt x="13842" y="15214"/>
                  <a:pt x="13687" y="15099"/>
                  <a:pt x="13598" y="14990"/>
                </a:cubicBezTo>
                <a:cubicBezTo>
                  <a:pt x="15238" y="14959"/>
                  <a:pt x="16521" y="14237"/>
                  <a:pt x="16581" y="14203"/>
                </a:cubicBezTo>
                <a:cubicBezTo>
                  <a:pt x="16751" y="14106"/>
                  <a:pt x="16846" y="13918"/>
                  <a:pt x="16826" y="13724"/>
                </a:cubicBezTo>
                <a:cubicBezTo>
                  <a:pt x="16807" y="13546"/>
                  <a:pt x="16693" y="13394"/>
                  <a:pt x="16530" y="13325"/>
                </a:cubicBezTo>
                <a:cubicBezTo>
                  <a:pt x="16461" y="13275"/>
                  <a:pt x="15663" y="12629"/>
                  <a:pt x="15663" y="9051"/>
                </a:cubicBezTo>
                <a:cubicBezTo>
                  <a:pt x="15663" y="5000"/>
                  <a:pt x="14115" y="2945"/>
                  <a:pt x="11061" y="2945"/>
                </a:cubicBezTo>
                <a:cubicBezTo>
                  <a:pt x="8481" y="2945"/>
                  <a:pt x="5845" y="3642"/>
                  <a:pt x="5845" y="8806"/>
                </a:cubicBezTo>
                <a:cubicBezTo>
                  <a:pt x="5845" y="12555"/>
                  <a:pt x="5219" y="13278"/>
                  <a:pt x="5122" y="13367"/>
                </a:cubicBezTo>
                <a:cubicBezTo>
                  <a:pt x="4957" y="13416"/>
                  <a:pt x="4826" y="13551"/>
                  <a:pt x="4784" y="13723"/>
                </a:cubicBezTo>
                <a:cubicBezTo>
                  <a:pt x="4734" y="13935"/>
                  <a:pt x="4828" y="14153"/>
                  <a:pt x="5015" y="14262"/>
                </a:cubicBezTo>
                <a:cubicBezTo>
                  <a:pt x="6396" y="15064"/>
                  <a:pt x="7482" y="15136"/>
                  <a:pt x="8065" y="15091"/>
                </a:cubicBezTo>
                <a:cubicBezTo>
                  <a:pt x="7994" y="15151"/>
                  <a:pt x="7850" y="15241"/>
                  <a:pt x="7564" y="15335"/>
                </a:cubicBezTo>
                <a:cubicBezTo>
                  <a:pt x="6211" y="15776"/>
                  <a:pt x="4766" y="16807"/>
                  <a:pt x="3958" y="17834"/>
                </a:cubicBezTo>
                <a:cubicBezTo>
                  <a:pt x="2125" y="16050"/>
                  <a:pt x="982" y="13560"/>
                  <a:pt x="982" y="10800"/>
                </a:cubicBezTo>
                <a:cubicBezTo>
                  <a:pt x="982" y="5377"/>
                  <a:pt x="5377" y="982"/>
                  <a:pt x="10800" y="982"/>
                </a:cubicBezTo>
                <a:cubicBezTo>
                  <a:pt x="16222" y="982"/>
                  <a:pt x="20618" y="5377"/>
                  <a:pt x="20618" y="10800"/>
                </a:cubicBezTo>
                <a:cubicBezTo>
                  <a:pt x="20618" y="13584"/>
                  <a:pt x="19454" y="16092"/>
                  <a:pt x="17593" y="17878"/>
                </a:cubicBezTo>
                <a:moveTo>
                  <a:pt x="10800" y="20618"/>
                </a:moveTo>
                <a:cubicBezTo>
                  <a:pt x="8489" y="20618"/>
                  <a:pt x="6370" y="19815"/>
                  <a:pt x="4693" y="18480"/>
                </a:cubicBezTo>
                <a:cubicBezTo>
                  <a:pt x="5360" y="17604"/>
                  <a:pt x="6693" y="16652"/>
                  <a:pt x="7869" y="16268"/>
                </a:cubicBezTo>
                <a:cubicBezTo>
                  <a:pt x="8578" y="16037"/>
                  <a:pt x="8988" y="15688"/>
                  <a:pt x="9087" y="15232"/>
                </a:cubicBezTo>
                <a:cubicBezTo>
                  <a:pt x="9214" y="14656"/>
                  <a:pt x="8775" y="14230"/>
                  <a:pt x="8725" y="14183"/>
                </a:cubicBezTo>
                <a:cubicBezTo>
                  <a:pt x="8597" y="14065"/>
                  <a:pt x="8412" y="14025"/>
                  <a:pt x="8246" y="14075"/>
                </a:cubicBezTo>
                <a:cubicBezTo>
                  <a:pt x="8208" y="14086"/>
                  <a:pt x="7406" y="14309"/>
                  <a:pt x="6089" y="13714"/>
                </a:cubicBezTo>
                <a:cubicBezTo>
                  <a:pt x="6486" y="13026"/>
                  <a:pt x="6826" y="11618"/>
                  <a:pt x="6826" y="8806"/>
                </a:cubicBezTo>
                <a:cubicBezTo>
                  <a:pt x="6826" y="4301"/>
                  <a:pt x="8829" y="3928"/>
                  <a:pt x="11061" y="3928"/>
                </a:cubicBezTo>
                <a:cubicBezTo>
                  <a:pt x="12615" y="3928"/>
                  <a:pt x="14681" y="4458"/>
                  <a:pt x="14681" y="9051"/>
                </a:cubicBezTo>
                <a:cubicBezTo>
                  <a:pt x="14681" y="11662"/>
                  <a:pt x="15092" y="12966"/>
                  <a:pt x="15499" y="13617"/>
                </a:cubicBezTo>
                <a:cubicBezTo>
                  <a:pt x="14943" y="13829"/>
                  <a:pt x="14058" y="14076"/>
                  <a:pt x="13097" y="13993"/>
                </a:cubicBezTo>
                <a:cubicBezTo>
                  <a:pt x="12883" y="13971"/>
                  <a:pt x="12690" y="14092"/>
                  <a:pt x="12605" y="14285"/>
                </a:cubicBezTo>
                <a:cubicBezTo>
                  <a:pt x="12420" y="14704"/>
                  <a:pt x="12408" y="15649"/>
                  <a:pt x="13683" y="16219"/>
                </a:cubicBezTo>
                <a:cubicBezTo>
                  <a:pt x="14677" y="16664"/>
                  <a:pt x="15893" y="17331"/>
                  <a:pt x="16850" y="18522"/>
                </a:cubicBezTo>
                <a:cubicBezTo>
                  <a:pt x="15182" y="19831"/>
                  <a:pt x="13085" y="20618"/>
                  <a:pt x="10800" y="20618"/>
                </a:cubicBezTo>
                <a:moveTo>
                  <a:pt x="10800" y="0"/>
                </a:moveTo>
                <a:cubicBezTo>
                  <a:pt x="4835" y="0"/>
                  <a:pt x="0" y="4836"/>
                  <a:pt x="0" y="10800"/>
                </a:cubicBezTo>
                <a:cubicBezTo>
                  <a:pt x="0" y="16765"/>
                  <a:pt x="4835" y="21600"/>
                  <a:pt x="10800" y="21600"/>
                </a:cubicBezTo>
                <a:cubicBezTo>
                  <a:pt x="16764" y="21600"/>
                  <a:pt x="21600" y="16765"/>
                  <a:pt x="21600" y="10800"/>
                </a:cubicBezTo>
                <a:cubicBezTo>
                  <a:pt x="21600" y="4836"/>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4" name="Shape 2616">
            <a:extLst>
              <a:ext uri="{FF2B5EF4-FFF2-40B4-BE49-F238E27FC236}">
                <a16:creationId xmlns:a16="http://schemas.microsoft.com/office/drawing/2014/main" id="{95FF4E87-565E-592E-16E5-207B17FF0835}"/>
              </a:ext>
            </a:extLst>
          </p:cNvPr>
          <p:cNvSpPr/>
          <p:nvPr/>
        </p:nvSpPr>
        <p:spPr>
          <a:xfrm>
            <a:off x="6775273" y="2951983"/>
            <a:ext cx="279328" cy="253997"/>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5" name="Shape 2617">
            <a:extLst>
              <a:ext uri="{FF2B5EF4-FFF2-40B4-BE49-F238E27FC236}">
                <a16:creationId xmlns:a16="http://schemas.microsoft.com/office/drawing/2014/main" id="{8217FBA2-347A-3303-9510-A02F62C4E8C9}"/>
              </a:ext>
            </a:extLst>
          </p:cNvPr>
          <p:cNvSpPr/>
          <p:nvPr/>
        </p:nvSpPr>
        <p:spPr>
          <a:xfrm>
            <a:off x="7308534" y="2964680"/>
            <a:ext cx="279328" cy="228566"/>
          </a:xfrm>
          <a:custGeom>
            <a:avLst/>
            <a:gdLst/>
            <a:ahLst/>
            <a:cxnLst>
              <a:cxn ang="0">
                <a:pos x="wd2" y="hd2"/>
              </a:cxn>
              <a:cxn ang="5400000">
                <a:pos x="wd2" y="hd2"/>
              </a:cxn>
              <a:cxn ang="10800000">
                <a:pos x="wd2" y="hd2"/>
              </a:cxn>
              <a:cxn ang="16200000">
                <a:pos x="wd2" y="hd2"/>
              </a:cxn>
            </a:cxnLst>
            <a:rect l="0" t="0" r="r" b="b"/>
            <a:pathLst>
              <a:path w="21600" h="21600" extrusionOk="0">
                <a:moveTo>
                  <a:pt x="4457" y="20400"/>
                </a:moveTo>
                <a:cubicBezTo>
                  <a:pt x="4686" y="18711"/>
                  <a:pt x="5897" y="18036"/>
                  <a:pt x="7134" y="17493"/>
                </a:cubicBezTo>
                <a:lnTo>
                  <a:pt x="7173" y="17477"/>
                </a:lnTo>
                <a:cubicBezTo>
                  <a:pt x="8055" y="17190"/>
                  <a:pt x="9626" y="16039"/>
                  <a:pt x="9626" y="13569"/>
                </a:cubicBezTo>
                <a:cubicBezTo>
                  <a:pt x="9626" y="11474"/>
                  <a:pt x="8932" y="10452"/>
                  <a:pt x="8558" y="9902"/>
                </a:cubicBezTo>
                <a:cubicBezTo>
                  <a:pt x="8484" y="9791"/>
                  <a:pt x="8394" y="9649"/>
                  <a:pt x="8414" y="9680"/>
                </a:cubicBezTo>
                <a:cubicBezTo>
                  <a:pt x="8384" y="9599"/>
                  <a:pt x="8237" y="9129"/>
                  <a:pt x="8449" y="8035"/>
                </a:cubicBezTo>
                <a:cubicBezTo>
                  <a:pt x="8549" y="7522"/>
                  <a:pt x="8380" y="7241"/>
                  <a:pt x="8380" y="7241"/>
                </a:cubicBezTo>
                <a:cubicBezTo>
                  <a:pt x="8112" y="6505"/>
                  <a:pt x="7614" y="5133"/>
                  <a:pt x="7988" y="4025"/>
                </a:cubicBezTo>
                <a:cubicBezTo>
                  <a:pt x="8490" y="2492"/>
                  <a:pt x="8935" y="2190"/>
                  <a:pt x="9741" y="1747"/>
                </a:cubicBezTo>
                <a:cubicBezTo>
                  <a:pt x="9788" y="1721"/>
                  <a:pt x="9834" y="1691"/>
                  <a:pt x="9877" y="1657"/>
                </a:cubicBezTo>
                <a:cubicBezTo>
                  <a:pt x="10029" y="1535"/>
                  <a:pt x="10674" y="1200"/>
                  <a:pt x="11403" y="1200"/>
                </a:cubicBezTo>
                <a:cubicBezTo>
                  <a:pt x="11768" y="1200"/>
                  <a:pt x="12075" y="1285"/>
                  <a:pt x="12318" y="1454"/>
                </a:cubicBezTo>
                <a:cubicBezTo>
                  <a:pt x="12610" y="1655"/>
                  <a:pt x="12890" y="2039"/>
                  <a:pt x="13313" y="3271"/>
                </a:cubicBezTo>
                <a:cubicBezTo>
                  <a:pt x="14101" y="5469"/>
                  <a:pt x="13602" y="6698"/>
                  <a:pt x="13350" y="7124"/>
                </a:cubicBezTo>
                <a:cubicBezTo>
                  <a:pt x="13183" y="7407"/>
                  <a:pt x="13126" y="7764"/>
                  <a:pt x="13191" y="8102"/>
                </a:cubicBezTo>
                <a:cubicBezTo>
                  <a:pt x="13386" y="9109"/>
                  <a:pt x="13260" y="9534"/>
                  <a:pt x="13227" y="9619"/>
                </a:cubicBezTo>
                <a:cubicBezTo>
                  <a:pt x="13219" y="9631"/>
                  <a:pt x="13101" y="9814"/>
                  <a:pt x="13041" y="9902"/>
                </a:cubicBezTo>
                <a:cubicBezTo>
                  <a:pt x="12668" y="10452"/>
                  <a:pt x="11973" y="11474"/>
                  <a:pt x="11973" y="13569"/>
                </a:cubicBezTo>
                <a:cubicBezTo>
                  <a:pt x="11973" y="16039"/>
                  <a:pt x="13545" y="17190"/>
                  <a:pt x="14427" y="17477"/>
                </a:cubicBezTo>
                <a:lnTo>
                  <a:pt x="14466" y="17493"/>
                </a:lnTo>
                <a:cubicBezTo>
                  <a:pt x="15703" y="18036"/>
                  <a:pt x="16914" y="18711"/>
                  <a:pt x="17143" y="20400"/>
                </a:cubicBezTo>
                <a:cubicBezTo>
                  <a:pt x="17143" y="20400"/>
                  <a:pt x="4457" y="20400"/>
                  <a:pt x="4457" y="20400"/>
                </a:cubicBezTo>
                <a:close/>
                <a:moveTo>
                  <a:pt x="14715" y="16328"/>
                </a:moveTo>
                <a:cubicBezTo>
                  <a:pt x="14715" y="16328"/>
                  <a:pt x="12955" y="15815"/>
                  <a:pt x="12955" y="13569"/>
                </a:cubicBezTo>
                <a:cubicBezTo>
                  <a:pt x="12955" y="11596"/>
                  <a:pt x="13678" y="10901"/>
                  <a:pt x="13957" y="10421"/>
                </a:cubicBezTo>
                <a:cubicBezTo>
                  <a:pt x="13957" y="10421"/>
                  <a:pt x="14531" y="9807"/>
                  <a:pt x="14146" y="7826"/>
                </a:cubicBezTo>
                <a:cubicBezTo>
                  <a:pt x="14787" y="6740"/>
                  <a:pt x="14995" y="4972"/>
                  <a:pt x="14211" y="2789"/>
                </a:cubicBezTo>
                <a:cubicBezTo>
                  <a:pt x="13774" y="1514"/>
                  <a:pt x="13389" y="815"/>
                  <a:pt x="12801" y="409"/>
                </a:cubicBezTo>
                <a:cubicBezTo>
                  <a:pt x="12370" y="110"/>
                  <a:pt x="11880" y="0"/>
                  <a:pt x="11403" y="0"/>
                </a:cubicBezTo>
                <a:cubicBezTo>
                  <a:pt x="10516" y="0"/>
                  <a:pt x="9675" y="384"/>
                  <a:pt x="9339" y="653"/>
                </a:cubicBezTo>
                <a:cubicBezTo>
                  <a:pt x="8357" y="1192"/>
                  <a:pt x="7697" y="1688"/>
                  <a:pt x="7077" y="3579"/>
                </a:cubicBezTo>
                <a:cubicBezTo>
                  <a:pt x="6540" y="5168"/>
                  <a:pt x="7179" y="6892"/>
                  <a:pt x="7494" y="7758"/>
                </a:cubicBezTo>
                <a:cubicBezTo>
                  <a:pt x="7110" y="9740"/>
                  <a:pt x="7642" y="10421"/>
                  <a:pt x="7642" y="10421"/>
                </a:cubicBezTo>
                <a:cubicBezTo>
                  <a:pt x="7922" y="10901"/>
                  <a:pt x="8644" y="11596"/>
                  <a:pt x="8644" y="13569"/>
                </a:cubicBezTo>
                <a:cubicBezTo>
                  <a:pt x="8644" y="15815"/>
                  <a:pt x="6885" y="16328"/>
                  <a:pt x="6885" y="16328"/>
                </a:cubicBezTo>
                <a:cubicBezTo>
                  <a:pt x="5768" y="16819"/>
                  <a:pt x="3436" y="17760"/>
                  <a:pt x="3436" y="21000"/>
                </a:cubicBezTo>
                <a:cubicBezTo>
                  <a:pt x="3436" y="21000"/>
                  <a:pt x="3436" y="21600"/>
                  <a:pt x="3927" y="21600"/>
                </a:cubicBezTo>
                <a:lnTo>
                  <a:pt x="17673" y="21600"/>
                </a:lnTo>
                <a:cubicBezTo>
                  <a:pt x="18164" y="21600"/>
                  <a:pt x="18164" y="21000"/>
                  <a:pt x="18164" y="21000"/>
                </a:cubicBezTo>
                <a:cubicBezTo>
                  <a:pt x="18164" y="17760"/>
                  <a:pt x="15832" y="16819"/>
                  <a:pt x="14715" y="16328"/>
                </a:cubicBezTo>
                <a:moveTo>
                  <a:pt x="19516" y="15006"/>
                </a:moveTo>
                <a:cubicBezTo>
                  <a:pt x="19516" y="15006"/>
                  <a:pt x="18416" y="14701"/>
                  <a:pt x="18416" y="12954"/>
                </a:cubicBezTo>
                <a:cubicBezTo>
                  <a:pt x="18416" y="11419"/>
                  <a:pt x="18794" y="10879"/>
                  <a:pt x="19017" y="10506"/>
                </a:cubicBezTo>
                <a:cubicBezTo>
                  <a:pt x="19017" y="10506"/>
                  <a:pt x="19443" y="9975"/>
                  <a:pt x="19136" y="8435"/>
                </a:cubicBezTo>
                <a:cubicBezTo>
                  <a:pt x="19388" y="7760"/>
                  <a:pt x="19900" y="6419"/>
                  <a:pt x="19470" y="5184"/>
                </a:cubicBezTo>
                <a:cubicBezTo>
                  <a:pt x="18974" y="3714"/>
                  <a:pt x="18645" y="3327"/>
                  <a:pt x="17860" y="2908"/>
                </a:cubicBezTo>
                <a:cubicBezTo>
                  <a:pt x="17591" y="2699"/>
                  <a:pt x="16918" y="2400"/>
                  <a:pt x="16208" y="2400"/>
                </a:cubicBezTo>
                <a:cubicBezTo>
                  <a:pt x="15873" y="2400"/>
                  <a:pt x="15531" y="2473"/>
                  <a:pt x="15218" y="2647"/>
                </a:cubicBezTo>
                <a:cubicBezTo>
                  <a:pt x="15343" y="3035"/>
                  <a:pt x="15449" y="3420"/>
                  <a:pt x="15525" y="3799"/>
                </a:cubicBezTo>
                <a:cubicBezTo>
                  <a:pt x="15537" y="3790"/>
                  <a:pt x="15550" y="3779"/>
                  <a:pt x="15563" y="3770"/>
                </a:cubicBezTo>
                <a:cubicBezTo>
                  <a:pt x="15730" y="3657"/>
                  <a:pt x="15948" y="3600"/>
                  <a:pt x="16208" y="3600"/>
                </a:cubicBezTo>
                <a:cubicBezTo>
                  <a:pt x="16716" y="3600"/>
                  <a:pt x="17211" y="3825"/>
                  <a:pt x="17332" y="3919"/>
                </a:cubicBezTo>
                <a:cubicBezTo>
                  <a:pt x="17375" y="3953"/>
                  <a:pt x="17421" y="3983"/>
                  <a:pt x="17467" y="4008"/>
                </a:cubicBezTo>
                <a:cubicBezTo>
                  <a:pt x="17950" y="4265"/>
                  <a:pt x="18131" y="4362"/>
                  <a:pt x="18562" y="5641"/>
                </a:cubicBezTo>
                <a:cubicBezTo>
                  <a:pt x="18822" y="6387"/>
                  <a:pt x="18452" y="7378"/>
                  <a:pt x="18253" y="7911"/>
                </a:cubicBezTo>
                <a:cubicBezTo>
                  <a:pt x="18161" y="8156"/>
                  <a:pt x="18130" y="8457"/>
                  <a:pt x="18182" y="8718"/>
                </a:cubicBezTo>
                <a:cubicBezTo>
                  <a:pt x="18316" y="9392"/>
                  <a:pt x="18254" y="9706"/>
                  <a:pt x="18232" y="9784"/>
                </a:cubicBezTo>
                <a:cubicBezTo>
                  <a:pt x="18230" y="9788"/>
                  <a:pt x="18227" y="9793"/>
                  <a:pt x="18224" y="9798"/>
                </a:cubicBezTo>
                <a:lnTo>
                  <a:pt x="18191" y="9853"/>
                </a:lnTo>
                <a:cubicBezTo>
                  <a:pt x="17926" y="10290"/>
                  <a:pt x="17434" y="11106"/>
                  <a:pt x="17434" y="12954"/>
                </a:cubicBezTo>
                <a:cubicBezTo>
                  <a:pt x="17434" y="15019"/>
                  <a:pt x="18570" y="15933"/>
                  <a:pt x="19229" y="16155"/>
                </a:cubicBezTo>
                <a:cubicBezTo>
                  <a:pt x="19856" y="16429"/>
                  <a:pt x="20435" y="16859"/>
                  <a:pt x="20582" y="17999"/>
                </a:cubicBezTo>
                <a:lnTo>
                  <a:pt x="18459" y="18000"/>
                </a:lnTo>
                <a:cubicBezTo>
                  <a:pt x="18647" y="18353"/>
                  <a:pt x="18802" y="18755"/>
                  <a:pt x="18920" y="19200"/>
                </a:cubicBezTo>
                <a:lnTo>
                  <a:pt x="21109" y="19199"/>
                </a:lnTo>
                <a:cubicBezTo>
                  <a:pt x="21600" y="19199"/>
                  <a:pt x="21600" y="18599"/>
                  <a:pt x="21600" y="18599"/>
                </a:cubicBezTo>
                <a:cubicBezTo>
                  <a:pt x="21600" y="16199"/>
                  <a:pt x="20410" y="15388"/>
                  <a:pt x="19516" y="15006"/>
                </a:cubicBezTo>
                <a:moveTo>
                  <a:pt x="2371" y="16155"/>
                </a:moveTo>
                <a:cubicBezTo>
                  <a:pt x="3030" y="15933"/>
                  <a:pt x="4166" y="15019"/>
                  <a:pt x="4166" y="12954"/>
                </a:cubicBezTo>
                <a:cubicBezTo>
                  <a:pt x="4166" y="11106"/>
                  <a:pt x="3673" y="10290"/>
                  <a:pt x="3409" y="9853"/>
                </a:cubicBezTo>
                <a:lnTo>
                  <a:pt x="3376" y="9798"/>
                </a:lnTo>
                <a:cubicBezTo>
                  <a:pt x="3373" y="9793"/>
                  <a:pt x="3370" y="9788"/>
                  <a:pt x="3367" y="9784"/>
                </a:cubicBezTo>
                <a:cubicBezTo>
                  <a:pt x="3346" y="9706"/>
                  <a:pt x="3283" y="9392"/>
                  <a:pt x="3418" y="8718"/>
                </a:cubicBezTo>
                <a:cubicBezTo>
                  <a:pt x="3470" y="8457"/>
                  <a:pt x="3439" y="8156"/>
                  <a:pt x="3347" y="7911"/>
                </a:cubicBezTo>
                <a:cubicBezTo>
                  <a:pt x="3148" y="7378"/>
                  <a:pt x="2778" y="6387"/>
                  <a:pt x="3038" y="5641"/>
                </a:cubicBezTo>
                <a:cubicBezTo>
                  <a:pt x="3469" y="4362"/>
                  <a:pt x="3649" y="4265"/>
                  <a:pt x="4133" y="4008"/>
                </a:cubicBezTo>
                <a:cubicBezTo>
                  <a:pt x="4180" y="3983"/>
                  <a:pt x="4225" y="3953"/>
                  <a:pt x="4268" y="3919"/>
                </a:cubicBezTo>
                <a:cubicBezTo>
                  <a:pt x="4389" y="3825"/>
                  <a:pt x="4884" y="3600"/>
                  <a:pt x="5392" y="3600"/>
                </a:cubicBezTo>
                <a:cubicBezTo>
                  <a:pt x="5636" y="3600"/>
                  <a:pt x="5839" y="3655"/>
                  <a:pt x="6002" y="3755"/>
                </a:cubicBezTo>
                <a:cubicBezTo>
                  <a:pt x="6045" y="3548"/>
                  <a:pt x="6096" y="3341"/>
                  <a:pt x="6165" y="3134"/>
                </a:cubicBezTo>
                <a:cubicBezTo>
                  <a:pt x="6225" y="2950"/>
                  <a:pt x="6289" y="2793"/>
                  <a:pt x="6351" y="2630"/>
                </a:cubicBezTo>
                <a:cubicBezTo>
                  <a:pt x="6046" y="2468"/>
                  <a:pt x="5716" y="2400"/>
                  <a:pt x="5392" y="2400"/>
                </a:cubicBezTo>
                <a:cubicBezTo>
                  <a:pt x="4682" y="2400"/>
                  <a:pt x="4009" y="2699"/>
                  <a:pt x="3740" y="2908"/>
                </a:cubicBezTo>
                <a:cubicBezTo>
                  <a:pt x="2955" y="3327"/>
                  <a:pt x="2625" y="3714"/>
                  <a:pt x="2130" y="5184"/>
                </a:cubicBezTo>
                <a:cubicBezTo>
                  <a:pt x="1700" y="6419"/>
                  <a:pt x="2212" y="7760"/>
                  <a:pt x="2464" y="8435"/>
                </a:cubicBezTo>
                <a:cubicBezTo>
                  <a:pt x="2156" y="9975"/>
                  <a:pt x="2583" y="10506"/>
                  <a:pt x="2583" y="10506"/>
                </a:cubicBezTo>
                <a:cubicBezTo>
                  <a:pt x="2806" y="10879"/>
                  <a:pt x="3185" y="11419"/>
                  <a:pt x="3185" y="12954"/>
                </a:cubicBezTo>
                <a:cubicBezTo>
                  <a:pt x="3185" y="14701"/>
                  <a:pt x="2084" y="15006"/>
                  <a:pt x="2084" y="15006"/>
                </a:cubicBezTo>
                <a:cubicBezTo>
                  <a:pt x="1191" y="15388"/>
                  <a:pt x="0" y="16199"/>
                  <a:pt x="0" y="18599"/>
                </a:cubicBezTo>
                <a:cubicBezTo>
                  <a:pt x="0" y="18599"/>
                  <a:pt x="0" y="19199"/>
                  <a:pt x="491" y="19199"/>
                </a:cubicBezTo>
                <a:lnTo>
                  <a:pt x="2680" y="19200"/>
                </a:lnTo>
                <a:cubicBezTo>
                  <a:pt x="2798" y="18755"/>
                  <a:pt x="2952" y="18353"/>
                  <a:pt x="3141" y="18000"/>
                </a:cubicBezTo>
                <a:lnTo>
                  <a:pt x="1018" y="17999"/>
                </a:lnTo>
                <a:cubicBezTo>
                  <a:pt x="1165" y="16859"/>
                  <a:pt x="1744" y="16429"/>
                  <a:pt x="2371" y="1615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6" name="Shape 2618">
            <a:extLst>
              <a:ext uri="{FF2B5EF4-FFF2-40B4-BE49-F238E27FC236}">
                <a16:creationId xmlns:a16="http://schemas.microsoft.com/office/drawing/2014/main" id="{C78B2938-1070-9EAD-E6F5-2AB53E19FFB7}"/>
              </a:ext>
            </a:extLst>
          </p:cNvPr>
          <p:cNvSpPr/>
          <p:nvPr/>
        </p:nvSpPr>
        <p:spPr>
          <a:xfrm>
            <a:off x="7841795" y="2939287"/>
            <a:ext cx="279301" cy="279341"/>
          </a:xfrm>
          <a:custGeom>
            <a:avLst/>
            <a:gdLst/>
            <a:ahLst/>
            <a:cxnLst>
              <a:cxn ang="0">
                <a:pos x="wd2" y="hd2"/>
              </a:cxn>
              <a:cxn ang="5400000">
                <a:pos x="wd2" y="hd2"/>
              </a:cxn>
              <a:cxn ang="10800000">
                <a:pos x="wd2" y="hd2"/>
              </a:cxn>
              <a:cxn ang="16200000">
                <a:pos x="wd2" y="hd2"/>
              </a:cxn>
            </a:cxnLst>
            <a:rect l="0" t="0" r="r" b="b"/>
            <a:pathLst>
              <a:path w="21278" h="21600" extrusionOk="0">
                <a:moveTo>
                  <a:pt x="2560" y="18308"/>
                </a:moveTo>
                <a:cubicBezTo>
                  <a:pt x="2472" y="18397"/>
                  <a:pt x="2418" y="18520"/>
                  <a:pt x="2418" y="18655"/>
                </a:cubicBezTo>
                <a:cubicBezTo>
                  <a:pt x="2418" y="18926"/>
                  <a:pt x="2635" y="19146"/>
                  <a:pt x="2902" y="19146"/>
                </a:cubicBezTo>
                <a:cubicBezTo>
                  <a:pt x="3169" y="19146"/>
                  <a:pt x="3385" y="18926"/>
                  <a:pt x="3385" y="18655"/>
                </a:cubicBezTo>
                <a:cubicBezTo>
                  <a:pt x="3385" y="18384"/>
                  <a:pt x="3169" y="18164"/>
                  <a:pt x="2902" y="18164"/>
                </a:cubicBezTo>
                <a:cubicBezTo>
                  <a:pt x="2768" y="18164"/>
                  <a:pt x="2647" y="18219"/>
                  <a:pt x="2560" y="18308"/>
                </a:cubicBezTo>
                <a:moveTo>
                  <a:pt x="20499" y="4279"/>
                </a:moveTo>
                <a:lnTo>
                  <a:pt x="20091" y="4692"/>
                </a:lnTo>
                <a:lnTo>
                  <a:pt x="20088" y="4688"/>
                </a:lnTo>
                <a:lnTo>
                  <a:pt x="17670" y="7143"/>
                </a:lnTo>
                <a:lnTo>
                  <a:pt x="17664" y="7137"/>
                </a:lnTo>
                <a:cubicBezTo>
                  <a:pt x="17227" y="7580"/>
                  <a:pt x="16624" y="7853"/>
                  <a:pt x="15958" y="7853"/>
                </a:cubicBezTo>
                <a:cubicBezTo>
                  <a:pt x="14624" y="7853"/>
                  <a:pt x="13543" y="6755"/>
                  <a:pt x="13543" y="5401"/>
                </a:cubicBezTo>
                <a:cubicBezTo>
                  <a:pt x="13543" y="4725"/>
                  <a:pt x="13813" y="4113"/>
                  <a:pt x="14248" y="3670"/>
                </a:cubicBezTo>
                <a:lnTo>
                  <a:pt x="13563" y="2975"/>
                </a:lnTo>
                <a:cubicBezTo>
                  <a:pt x="12951" y="3596"/>
                  <a:pt x="12571" y="4452"/>
                  <a:pt x="12571" y="5401"/>
                </a:cubicBezTo>
                <a:cubicBezTo>
                  <a:pt x="12571" y="7300"/>
                  <a:pt x="14087" y="8840"/>
                  <a:pt x="15958" y="8840"/>
                </a:cubicBezTo>
                <a:cubicBezTo>
                  <a:pt x="16893" y="8840"/>
                  <a:pt x="17737" y="8454"/>
                  <a:pt x="18348" y="7832"/>
                </a:cubicBezTo>
                <a:lnTo>
                  <a:pt x="18353" y="7837"/>
                </a:lnTo>
                <a:lnTo>
                  <a:pt x="20152" y="6011"/>
                </a:lnTo>
                <a:cubicBezTo>
                  <a:pt x="20516" y="7368"/>
                  <a:pt x="20343" y="8670"/>
                  <a:pt x="19540" y="9505"/>
                </a:cubicBezTo>
                <a:lnTo>
                  <a:pt x="16947" y="12198"/>
                </a:lnTo>
                <a:cubicBezTo>
                  <a:pt x="16605" y="12553"/>
                  <a:pt x="16104" y="12766"/>
                  <a:pt x="15610" y="12766"/>
                </a:cubicBezTo>
                <a:cubicBezTo>
                  <a:pt x="15590" y="12765"/>
                  <a:pt x="13953" y="12652"/>
                  <a:pt x="12318" y="11611"/>
                </a:cubicBezTo>
                <a:lnTo>
                  <a:pt x="12314" y="11620"/>
                </a:lnTo>
                <a:cubicBezTo>
                  <a:pt x="12239" y="11572"/>
                  <a:pt x="12155" y="11537"/>
                  <a:pt x="12060" y="11537"/>
                </a:cubicBezTo>
                <a:cubicBezTo>
                  <a:pt x="11897" y="11537"/>
                  <a:pt x="11759" y="11625"/>
                  <a:pt x="11671" y="11753"/>
                </a:cubicBezTo>
                <a:lnTo>
                  <a:pt x="11654" y="11742"/>
                </a:lnTo>
                <a:lnTo>
                  <a:pt x="4270" y="20043"/>
                </a:lnTo>
                <a:cubicBezTo>
                  <a:pt x="3919" y="20399"/>
                  <a:pt x="3436" y="20618"/>
                  <a:pt x="2902" y="20618"/>
                </a:cubicBezTo>
                <a:cubicBezTo>
                  <a:pt x="1833" y="20618"/>
                  <a:pt x="967" y="19740"/>
                  <a:pt x="967" y="18655"/>
                </a:cubicBezTo>
                <a:cubicBezTo>
                  <a:pt x="967" y="18113"/>
                  <a:pt x="1184" y="17622"/>
                  <a:pt x="1534" y="17267"/>
                </a:cubicBezTo>
                <a:lnTo>
                  <a:pt x="9684" y="9801"/>
                </a:lnTo>
                <a:lnTo>
                  <a:pt x="9671" y="9786"/>
                </a:lnTo>
                <a:cubicBezTo>
                  <a:pt x="9796" y="9698"/>
                  <a:pt x="9884" y="9557"/>
                  <a:pt x="9884" y="9389"/>
                </a:cubicBezTo>
                <a:cubicBezTo>
                  <a:pt x="9884" y="9283"/>
                  <a:pt x="9844" y="9190"/>
                  <a:pt x="9787" y="9110"/>
                </a:cubicBezTo>
                <a:lnTo>
                  <a:pt x="9790" y="9107"/>
                </a:lnTo>
                <a:cubicBezTo>
                  <a:pt x="8390" y="7219"/>
                  <a:pt x="8340" y="5816"/>
                  <a:pt x="9546" y="4488"/>
                </a:cubicBezTo>
                <a:lnTo>
                  <a:pt x="12130" y="1805"/>
                </a:lnTo>
                <a:cubicBezTo>
                  <a:pt x="12785" y="1125"/>
                  <a:pt x="13641" y="982"/>
                  <a:pt x="14244" y="982"/>
                </a:cubicBezTo>
                <a:lnTo>
                  <a:pt x="14246" y="982"/>
                </a:lnTo>
                <a:cubicBezTo>
                  <a:pt x="14611" y="982"/>
                  <a:pt x="14988" y="1037"/>
                  <a:pt x="15366" y="1136"/>
                </a:cubicBezTo>
                <a:lnTo>
                  <a:pt x="13559" y="2970"/>
                </a:lnTo>
                <a:lnTo>
                  <a:pt x="14243" y="3664"/>
                </a:lnTo>
                <a:lnTo>
                  <a:pt x="16661" y="1210"/>
                </a:lnTo>
                <a:lnTo>
                  <a:pt x="16657" y="1206"/>
                </a:lnTo>
                <a:lnTo>
                  <a:pt x="17082" y="775"/>
                </a:lnTo>
                <a:cubicBezTo>
                  <a:pt x="16139" y="269"/>
                  <a:pt x="15160" y="0"/>
                  <a:pt x="14246" y="0"/>
                </a:cubicBezTo>
                <a:lnTo>
                  <a:pt x="14244" y="0"/>
                </a:lnTo>
                <a:cubicBezTo>
                  <a:pt x="13167" y="0"/>
                  <a:pt x="12182" y="361"/>
                  <a:pt x="11460" y="1111"/>
                </a:cubicBezTo>
                <a:lnTo>
                  <a:pt x="8867" y="3804"/>
                </a:lnTo>
                <a:cubicBezTo>
                  <a:pt x="7163" y="5672"/>
                  <a:pt x="7613" y="7584"/>
                  <a:pt x="8769" y="9315"/>
                </a:cubicBezTo>
                <a:lnTo>
                  <a:pt x="850" y="16572"/>
                </a:lnTo>
                <a:cubicBezTo>
                  <a:pt x="325" y="17106"/>
                  <a:pt x="0" y="17842"/>
                  <a:pt x="0" y="18655"/>
                </a:cubicBezTo>
                <a:cubicBezTo>
                  <a:pt x="0" y="20282"/>
                  <a:pt x="1299" y="21600"/>
                  <a:pt x="2902" y="21600"/>
                </a:cubicBezTo>
                <a:cubicBezTo>
                  <a:pt x="3703" y="21600"/>
                  <a:pt x="4429" y="21271"/>
                  <a:pt x="4954" y="20738"/>
                </a:cubicBezTo>
                <a:lnTo>
                  <a:pt x="12160" y="12652"/>
                </a:lnTo>
                <a:cubicBezTo>
                  <a:pt x="13800" y="13590"/>
                  <a:pt x="15363" y="13747"/>
                  <a:pt x="15606" y="13747"/>
                </a:cubicBezTo>
                <a:cubicBezTo>
                  <a:pt x="16313" y="13747"/>
                  <a:pt x="17067" y="13463"/>
                  <a:pt x="17617" y="12892"/>
                </a:cubicBezTo>
                <a:lnTo>
                  <a:pt x="20209" y="10198"/>
                </a:lnTo>
                <a:cubicBezTo>
                  <a:pt x="21560" y="8795"/>
                  <a:pt x="21600" y="6433"/>
                  <a:pt x="20499" y="427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7" name="Shape 2619">
            <a:extLst>
              <a:ext uri="{FF2B5EF4-FFF2-40B4-BE49-F238E27FC236}">
                <a16:creationId xmlns:a16="http://schemas.microsoft.com/office/drawing/2014/main" id="{0B5C1BF4-79A8-7C7E-B880-90A83448E31A}"/>
              </a:ext>
            </a:extLst>
          </p:cNvPr>
          <p:cNvSpPr/>
          <p:nvPr/>
        </p:nvSpPr>
        <p:spPr>
          <a:xfrm>
            <a:off x="8375056" y="2939287"/>
            <a:ext cx="279328" cy="279326"/>
          </a:xfrm>
          <a:custGeom>
            <a:avLst/>
            <a:gdLst/>
            <a:ahLst/>
            <a:cxnLst>
              <a:cxn ang="0">
                <a:pos x="wd2" y="hd2"/>
              </a:cxn>
              <a:cxn ang="5400000">
                <a:pos x="wd2" y="hd2"/>
              </a:cxn>
              <a:cxn ang="10800000">
                <a:pos x="wd2" y="hd2"/>
              </a:cxn>
              <a:cxn ang="16200000">
                <a:pos x="wd2" y="hd2"/>
              </a:cxn>
            </a:cxnLst>
            <a:rect l="0" t="0" r="r" b="b"/>
            <a:pathLst>
              <a:path w="21600" h="21583" extrusionOk="0">
                <a:moveTo>
                  <a:pt x="12364" y="11941"/>
                </a:moveTo>
                <a:lnTo>
                  <a:pt x="13062" y="14033"/>
                </a:lnTo>
                <a:lnTo>
                  <a:pt x="11365" y="12790"/>
                </a:lnTo>
                <a:lnTo>
                  <a:pt x="10785" y="12365"/>
                </a:lnTo>
                <a:lnTo>
                  <a:pt x="10205" y="12790"/>
                </a:lnTo>
                <a:lnTo>
                  <a:pt x="8508" y="14033"/>
                </a:lnTo>
                <a:lnTo>
                  <a:pt x="9206" y="11941"/>
                </a:lnTo>
                <a:lnTo>
                  <a:pt x="9426" y="11282"/>
                </a:lnTo>
                <a:lnTo>
                  <a:pt x="8877" y="10856"/>
                </a:lnTo>
                <a:lnTo>
                  <a:pt x="7511" y="9794"/>
                </a:lnTo>
                <a:lnTo>
                  <a:pt x="9790" y="9794"/>
                </a:lnTo>
                <a:lnTo>
                  <a:pt x="10030" y="9160"/>
                </a:lnTo>
                <a:lnTo>
                  <a:pt x="10785" y="7162"/>
                </a:lnTo>
                <a:lnTo>
                  <a:pt x="11540" y="9160"/>
                </a:lnTo>
                <a:lnTo>
                  <a:pt x="11779" y="9794"/>
                </a:lnTo>
                <a:lnTo>
                  <a:pt x="14059" y="9794"/>
                </a:lnTo>
                <a:lnTo>
                  <a:pt x="12692" y="10856"/>
                </a:lnTo>
                <a:lnTo>
                  <a:pt x="12144" y="11282"/>
                </a:lnTo>
                <a:cubicBezTo>
                  <a:pt x="12144" y="11282"/>
                  <a:pt x="12364" y="11941"/>
                  <a:pt x="12364" y="11941"/>
                </a:cubicBezTo>
                <a:close/>
                <a:moveTo>
                  <a:pt x="12458" y="8813"/>
                </a:moveTo>
                <a:lnTo>
                  <a:pt x="10785" y="4384"/>
                </a:lnTo>
                <a:lnTo>
                  <a:pt x="9111" y="8813"/>
                </a:lnTo>
                <a:lnTo>
                  <a:pt x="4649" y="8813"/>
                </a:lnTo>
                <a:lnTo>
                  <a:pt x="8275" y="11631"/>
                </a:lnTo>
                <a:lnTo>
                  <a:pt x="6601" y="16647"/>
                </a:lnTo>
                <a:lnTo>
                  <a:pt x="10785" y="13582"/>
                </a:lnTo>
                <a:lnTo>
                  <a:pt x="14969" y="16647"/>
                </a:lnTo>
                <a:lnTo>
                  <a:pt x="13295" y="11631"/>
                </a:lnTo>
                <a:lnTo>
                  <a:pt x="16921" y="8813"/>
                </a:lnTo>
                <a:cubicBezTo>
                  <a:pt x="16921" y="8813"/>
                  <a:pt x="12458" y="8813"/>
                  <a:pt x="12458" y="8813"/>
                </a:cubicBezTo>
                <a:close/>
                <a:moveTo>
                  <a:pt x="10800" y="20592"/>
                </a:moveTo>
                <a:cubicBezTo>
                  <a:pt x="9796" y="20381"/>
                  <a:pt x="982" y="17399"/>
                  <a:pt x="982" y="12263"/>
                </a:cubicBezTo>
                <a:cubicBezTo>
                  <a:pt x="982" y="7469"/>
                  <a:pt x="2322" y="2919"/>
                  <a:pt x="2778" y="1179"/>
                </a:cubicBezTo>
                <a:cubicBezTo>
                  <a:pt x="4022" y="1719"/>
                  <a:pt x="7232" y="2943"/>
                  <a:pt x="10800" y="2943"/>
                </a:cubicBezTo>
                <a:cubicBezTo>
                  <a:pt x="14368" y="2943"/>
                  <a:pt x="17579" y="1719"/>
                  <a:pt x="18823" y="1179"/>
                </a:cubicBezTo>
                <a:cubicBezTo>
                  <a:pt x="19278" y="2918"/>
                  <a:pt x="20618" y="7466"/>
                  <a:pt x="20618" y="12263"/>
                </a:cubicBezTo>
                <a:cubicBezTo>
                  <a:pt x="20618" y="17393"/>
                  <a:pt x="11803" y="20381"/>
                  <a:pt x="10800" y="20592"/>
                </a:cubicBezTo>
                <a:moveTo>
                  <a:pt x="19618" y="356"/>
                </a:moveTo>
                <a:cubicBezTo>
                  <a:pt x="19577" y="216"/>
                  <a:pt x="19477" y="101"/>
                  <a:pt x="19343" y="42"/>
                </a:cubicBezTo>
                <a:cubicBezTo>
                  <a:pt x="19210" y="-17"/>
                  <a:pt x="19057" y="-13"/>
                  <a:pt x="18926" y="52"/>
                </a:cubicBezTo>
                <a:cubicBezTo>
                  <a:pt x="18888" y="71"/>
                  <a:pt x="15053" y="1962"/>
                  <a:pt x="10800" y="1962"/>
                </a:cubicBezTo>
                <a:cubicBezTo>
                  <a:pt x="6556" y="1962"/>
                  <a:pt x="2712" y="71"/>
                  <a:pt x="2674" y="52"/>
                </a:cubicBezTo>
                <a:cubicBezTo>
                  <a:pt x="2543" y="-13"/>
                  <a:pt x="2391" y="-17"/>
                  <a:pt x="2257" y="42"/>
                </a:cubicBezTo>
                <a:cubicBezTo>
                  <a:pt x="2124" y="101"/>
                  <a:pt x="2023" y="216"/>
                  <a:pt x="1983" y="356"/>
                </a:cubicBezTo>
                <a:cubicBezTo>
                  <a:pt x="1963" y="426"/>
                  <a:pt x="0" y="6376"/>
                  <a:pt x="0" y="12263"/>
                </a:cubicBezTo>
                <a:cubicBezTo>
                  <a:pt x="0" y="18484"/>
                  <a:pt x="10271" y="21491"/>
                  <a:pt x="10708" y="21575"/>
                </a:cubicBezTo>
                <a:cubicBezTo>
                  <a:pt x="10739" y="21580"/>
                  <a:pt x="10770" y="21583"/>
                  <a:pt x="10800" y="21583"/>
                </a:cubicBezTo>
                <a:cubicBezTo>
                  <a:pt x="10831" y="21583"/>
                  <a:pt x="10862" y="21580"/>
                  <a:pt x="10892" y="21575"/>
                </a:cubicBezTo>
                <a:cubicBezTo>
                  <a:pt x="11329" y="21491"/>
                  <a:pt x="21600" y="18484"/>
                  <a:pt x="21600" y="12263"/>
                </a:cubicBezTo>
                <a:cubicBezTo>
                  <a:pt x="21600" y="6376"/>
                  <a:pt x="19637" y="426"/>
                  <a:pt x="19618" y="35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8" name="Shape 2620">
            <a:extLst>
              <a:ext uri="{FF2B5EF4-FFF2-40B4-BE49-F238E27FC236}">
                <a16:creationId xmlns:a16="http://schemas.microsoft.com/office/drawing/2014/main" id="{6974805D-A2AF-7540-A499-D162B26DFB11}"/>
              </a:ext>
            </a:extLst>
          </p:cNvPr>
          <p:cNvSpPr/>
          <p:nvPr/>
        </p:nvSpPr>
        <p:spPr>
          <a:xfrm>
            <a:off x="8908317" y="2951983"/>
            <a:ext cx="279328" cy="254031"/>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9" name="Shape 2621">
            <a:extLst>
              <a:ext uri="{FF2B5EF4-FFF2-40B4-BE49-F238E27FC236}">
                <a16:creationId xmlns:a16="http://schemas.microsoft.com/office/drawing/2014/main" id="{64939940-22D7-641F-E234-601FE564A955}"/>
              </a:ext>
            </a:extLst>
          </p:cNvPr>
          <p:cNvSpPr/>
          <p:nvPr/>
        </p:nvSpPr>
        <p:spPr>
          <a:xfrm>
            <a:off x="9441578" y="2990073"/>
            <a:ext cx="279328" cy="177754"/>
          </a:xfrm>
          <a:custGeom>
            <a:avLst/>
            <a:gdLst/>
            <a:ahLst/>
            <a:cxnLst>
              <a:cxn ang="0">
                <a:pos x="wd2" y="hd2"/>
              </a:cxn>
              <a:cxn ang="5400000">
                <a:pos x="wd2" y="hd2"/>
              </a:cxn>
              <a:cxn ang="10800000">
                <a:pos x="wd2" y="hd2"/>
              </a:cxn>
              <a:cxn ang="16200000">
                <a:pos x="wd2" y="hd2"/>
              </a:cxn>
            </a:cxnLst>
            <a:rect l="0" t="0" r="r" b="b"/>
            <a:pathLst>
              <a:path w="21600" h="21600" extrusionOk="0">
                <a:moveTo>
                  <a:pt x="10800" y="20057"/>
                </a:moveTo>
                <a:cubicBezTo>
                  <a:pt x="5378" y="20057"/>
                  <a:pt x="982" y="13445"/>
                  <a:pt x="982" y="10800"/>
                </a:cubicBezTo>
                <a:cubicBezTo>
                  <a:pt x="982" y="8155"/>
                  <a:pt x="5378" y="1543"/>
                  <a:pt x="10800" y="1543"/>
                </a:cubicBezTo>
                <a:cubicBezTo>
                  <a:pt x="16223" y="1543"/>
                  <a:pt x="20618" y="8155"/>
                  <a:pt x="20618" y="10800"/>
                </a:cubicBezTo>
                <a:cubicBezTo>
                  <a:pt x="20618" y="13445"/>
                  <a:pt x="16223" y="20057"/>
                  <a:pt x="10800" y="20057"/>
                </a:cubicBezTo>
                <a:moveTo>
                  <a:pt x="10800" y="0"/>
                </a:moveTo>
                <a:cubicBezTo>
                  <a:pt x="4835" y="0"/>
                  <a:pt x="0" y="7714"/>
                  <a:pt x="0" y="10800"/>
                </a:cubicBezTo>
                <a:cubicBezTo>
                  <a:pt x="0" y="13886"/>
                  <a:pt x="4835" y="21600"/>
                  <a:pt x="10800" y="21600"/>
                </a:cubicBezTo>
                <a:cubicBezTo>
                  <a:pt x="16765" y="21600"/>
                  <a:pt x="21600" y="13886"/>
                  <a:pt x="21600" y="10800"/>
                </a:cubicBezTo>
                <a:cubicBezTo>
                  <a:pt x="21600" y="7714"/>
                  <a:pt x="16765" y="0"/>
                  <a:pt x="10800" y="0"/>
                </a:cubicBezTo>
                <a:moveTo>
                  <a:pt x="10800" y="16971"/>
                </a:moveTo>
                <a:cubicBezTo>
                  <a:pt x="8631" y="16971"/>
                  <a:pt x="6873" y="14209"/>
                  <a:pt x="6873" y="10800"/>
                </a:cubicBezTo>
                <a:cubicBezTo>
                  <a:pt x="6873" y="7392"/>
                  <a:pt x="8631" y="4629"/>
                  <a:pt x="10800" y="4629"/>
                </a:cubicBezTo>
                <a:cubicBezTo>
                  <a:pt x="12969" y="4629"/>
                  <a:pt x="14727" y="7392"/>
                  <a:pt x="14727" y="10800"/>
                </a:cubicBezTo>
                <a:cubicBezTo>
                  <a:pt x="14727" y="14209"/>
                  <a:pt x="12969" y="16971"/>
                  <a:pt x="10800" y="16971"/>
                </a:cubicBezTo>
                <a:moveTo>
                  <a:pt x="10800" y="3087"/>
                </a:moveTo>
                <a:cubicBezTo>
                  <a:pt x="8088" y="3087"/>
                  <a:pt x="5891" y="6540"/>
                  <a:pt x="5891" y="10800"/>
                </a:cubicBezTo>
                <a:cubicBezTo>
                  <a:pt x="5891" y="15061"/>
                  <a:pt x="8088" y="18514"/>
                  <a:pt x="10800" y="18514"/>
                </a:cubicBezTo>
                <a:cubicBezTo>
                  <a:pt x="13512" y="18514"/>
                  <a:pt x="15709" y="15061"/>
                  <a:pt x="15709" y="10800"/>
                </a:cubicBezTo>
                <a:cubicBezTo>
                  <a:pt x="15709" y="6540"/>
                  <a:pt x="13512" y="3087"/>
                  <a:pt x="10800" y="3087"/>
                </a:cubicBezTo>
                <a:moveTo>
                  <a:pt x="10800" y="8486"/>
                </a:moveTo>
                <a:cubicBezTo>
                  <a:pt x="9987" y="8486"/>
                  <a:pt x="9327" y="9523"/>
                  <a:pt x="9327" y="10800"/>
                </a:cubicBezTo>
                <a:cubicBezTo>
                  <a:pt x="9327" y="12078"/>
                  <a:pt x="9987" y="13114"/>
                  <a:pt x="10800" y="13114"/>
                </a:cubicBezTo>
                <a:cubicBezTo>
                  <a:pt x="11613" y="13114"/>
                  <a:pt x="12273" y="12078"/>
                  <a:pt x="12273" y="10800"/>
                </a:cubicBezTo>
                <a:cubicBezTo>
                  <a:pt x="12273" y="9523"/>
                  <a:pt x="11613" y="8486"/>
                  <a:pt x="10800" y="848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0" name="Shape 2622">
            <a:extLst>
              <a:ext uri="{FF2B5EF4-FFF2-40B4-BE49-F238E27FC236}">
                <a16:creationId xmlns:a16="http://schemas.microsoft.com/office/drawing/2014/main" id="{D83320BB-2991-832A-6520-C55837A375C5}"/>
              </a:ext>
            </a:extLst>
          </p:cNvPr>
          <p:cNvSpPr/>
          <p:nvPr/>
        </p:nvSpPr>
        <p:spPr>
          <a:xfrm>
            <a:off x="9974839" y="293928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579" y="17044"/>
                </a:moveTo>
                <a:cubicBezTo>
                  <a:pt x="9428" y="17174"/>
                  <a:pt x="9252" y="17274"/>
                  <a:pt x="9050" y="17344"/>
                </a:cubicBezTo>
                <a:cubicBezTo>
                  <a:pt x="8849" y="17415"/>
                  <a:pt x="8636" y="17450"/>
                  <a:pt x="8413" y="17450"/>
                </a:cubicBezTo>
                <a:cubicBezTo>
                  <a:pt x="7887" y="17450"/>
                  <a:pt x="7488" y="17288"/>
                  <a:pt x="7214" y="16966"/>
                </a:cubicBezTo>
                <a:cubicBezTo>
                  <a:pt x="6941" y="16644"/>
                  <a:pt x="6797" y="16226"/>
                  <a:pt x="6782" y="15715"/>
                </a:cubicBezTo>
                <a:lnTo>
                  <a:pt x="5864" y="15715"/>
                </a:lnTo>
                <a:cubicBezTo>
                  <a:pt x="5857" y="16122"/>
                  <a:pt x="5913" y="16486"/>
                  <a:pt x="6032" y="16805"/>
                </a:cubicBezTo>
                <a:cubicBezTo>
                  <a:pt x="6151" y="17123"/>
                  <a:pt x="6321" y="17393"/>
                  <a:pt x="6545" y="17611"/>
                </a:cubicBezTo>
                <a:cubicBezTo>
                  <a:pt x="6767" y="17830"/>
                  <a:pt x="7038" y="17995"/>
                  <a:pt x="7355" y="18106"/>
                </a:cubicBezTo>
                <a:cubicBezTo>
                  <a:pt x="7671" y="18218"/>
                  <a:pt x="8024" y="18273"/>
                  <a:pt x="8413" y="18273"/>
                </a:cubicBezTo>
                <a:cubicBezTo>
                  <a:pt x="8773" y="18273"/>
                  <a:pt x="9113" y="18223"/>
                  <a:pt x="9434" y="18123"/>
                </a:cubicBezTo>
                <a:cubicBezTo>
                  <a:pt x="9754" y="18023"/>
                  <a:pt x="10033" y="17873"/>
                  <a:pt x="10271" y="17672"/>
                </a:cubicBezTo>
                <a:cubicBezTo>
                  <a:pt x="10509" y="17472"/>
                  <a:pt x="10697" y="17222"/>
                  <a:pt x="10837" y="16922"/>
                </a:cubicBezTo>
                <a:cubicBezTo>
                  <a:pt x="10978" y="16621"/>
                  <a:pt x="11048" y="16275"/>
                  <a:pt x="11048" y="15881"/>
                </a:cubicBezTo>
                <a:cubicBezTo>
                  <a:pt x="11048" y="15407"/>
                  <a:pt x="10935" y="14995"/>
                  <a:pt x="10708" y="14646"/>
                </a:cubicBezTo>
                <a:cubicBezTo>
                  <a:pt x="10481" y="14298"/>
                  <a:pt x="10134" y="14072"/>
                  <a:pt x="9666" y="13968"/>
                </a:cubicBezTo>
                <a:lnTo>
                  <a:pt x="9666" y="13946"/>
                </a:lnTo>
                <a:cubicBezTo>
                  <a:pt x="9968" y="13805"/>
                  <a:pt x="10220" y="13597"/>
                  <a:pt x="10422" y="13323"/>
                </a:cubicBezTo>
                <a:cubicBezTo>
                  <a:pt x="10624" y="13048"/>
                  <a:pt x="10724" y="12734"/>
                  <a:pt x="10724" y="12377"/>
                </a:cubicBezTo>
                <a:cubicBezTo>
                  <a:pt x="10724" y="12014"/>
                  <a:pt x="10665" y="11698"/>
                  <a:pt x="10546" y="11432"/>
                </a:cubicBezTo>
                <a:cubicBezTo>
                  <a:pt x="10427" y="11165"/>
                  <a:pt x="10263" y="10946"/>
                  <a:pt x="10055" y="10776"/>
                </a:cubicBezTo>
                <a:cubicBezTo>
                  <a:pt x="9846" y="10605"/>
                  <a:pt x="9599" y="10477"/>
                  <a:pt x="9315" y="10392"/>
                </a:cubicBezTo>
                <a:cubicBezTo>
                  <a:pt x="9030" y="10306"/>
                  <a:pt x="8722" y="10264"/>
                  <a:pt x="8391" y="10264"/>
                </a:cubicBezTo>
                <a:cubicBezTo>
                  <a:pt x="8010" y="10264"/>
                  <a:pt x="7673" y="10326"/>
                  <a:pt x="7382" y="10453"/>
                </a:cubicBezTo>
                <a:cubicBezTo>
                  <a:pt x="7090" y="10579"/>
                  <a:pt x="6847" y="10753"/>
                  <a:pt x="6653" y="10976"/>
                </a:cubicBezTo>
                <a:cubicBezTo>
                  <a:pt x="6459" y="11198"/>
                  <a:pt x="6309" y="11466"/>
                  <a:pt x="6204" y="11777"/>
                </a:cubicBezTo>
                <a:cubicBezTo>
                  <a:pt x="6100" y="12088"/>
                  <a:pt x="6040" y="12433"/>
                  <a:pt x="6026" y="12811"/>
                </a:cubicBezTo>
                <a:lnTo>
                  <a:pt x="6944" y="12811"/>
                </a:lnTo>
                <a:cubicBezTo>
                  <a:pt x="6944" y="12581"/>
                  <a:pt x="6972" y="12363"/>
                  <a:pt x="7031" y="12155"/>
                </a:cubicBezTo>
                <a:cubicBezTo>
                  <a:pt x="7088" y="11947"/>
                  <a:pt x="7177" y="11766"/>
                  <a:pt x="7296" y="11610"/>
                </a:cubicBezTo>
                <a:cubicBezTo>
                  <a:pt x="7414" y="11454"/>
                  <a:pt x="7565" y="11330"/>
                  <a:pt x="7749" y="11237"/>
                </a:cubicBezTo>
                <a:cubicBezTo>
                  <a:pt x="7932" y="11144"/>
                  <a:pt x="8147" y="11098"/>
                  <a:pt x="8391" y="11098"/>
                </a:cubicBezTo>
                <a:cubicBezTo>
                  <a:pt x="8780" y="11098"/>
                  <a:pt x="9104" y="11204"/>
                  <a:pt x="9364" y="11415"/>
                </a:cubicBezTo>
                <a:cubicBezTo>
                  <a:pt x="9623" y="11627"/>
                  <a:pt x="9752" y="11943"/>
                  <a:pt x="9752" y="12366"/>
                </a:cubicBezTo>
                <a:cubicBezTo>
                  <a:pt x="9752" y="12574"/>
                  <a:pt x="9713" y="12759"/>
                  <a:pt x="9634" y="12922"/>
                </a:cubicBezTo>
                <a:cubicBezTo>
                  <a:pt x="9554" y="13086"/>
                  <a:pt x="9448" y="13221"/>
                  <a:pt x="9315" y="13329"/>
                </a:cubicBezTo>
                <a:cubicBezTo>
                  <a:pt x="9182" y="13436"/>
                  <a:pt x="9027" y="13517"/>
                  <a:pt x="8851" y="13574"/>
                </a:cubicBezTo>
                <a:cubicBezTo>
                  <a:pt x="8674" y="13629"/>
                  <a:pt x="8488" y="13657"/>
                  <a:pt x="8294" y="13657"/>
                </a:cubicBezTo>
                <a:lnTo>
                  <a:pt x="7992" y="13657"/>
                </a:lnTo>
                <a:cubicBezTo>
                  <a:pt x="7963" y="13657"/>
                  <a:pt x="7930" y="13653"/>
                  <a:pt x="7895" y="13645"/>
                </a:cubicBezTo>
                <a:lnTo>
                  <a:pt x="7895" y="14447"/>
                </a:lnTo>
                <a:cubicBezTo>
                  <a:pt x="8067" y="14424"/>
                  <a:pt x="8251" y="14413"/>
                  <a:pt x="8445" y="14413"/>
                </a:cubicBezTo>
                <a:cubicBezTo>
                  <a:pt x="8676" y="14413"/>
                  <a:pt x="8890" y="14444"/>
                  <a:pt x="9088" y="14507"/>
                </a:cubicBezTo>
                <a:cubicBezTo>
                  <a:pt x="9286" y="14571"/>
                  <a:pt x="9457" y="14667"/>
                  <a:pt x="9601" y="14797"/>
                </a:cubicBezTo>
                <a:cubicBezTo>
                  <a:pt x="9745" y="14927"/>
                  <a:pt x="9860" y="15086"/>
                  <a:pt x="9947" y="15275"/>
                </a:cubicBezTo>
                <a:cubicBezTo>
                  <a:pt x="10033" y="15464"/>
                  <a:pt x="10076" y="15682"/>
                  <a:pt x="10076" y="15926"/>
                </a:cubicBezTo>
                <a:cubicBezTo>
                  <a:pt x="10076" y="16163"/>
                  <a:pt x="10031" y="16377"/>
                  <a:pt x="9941" y="16565"/>
                </a:cubicBezTo>
                <a:cubicBezTo>
                  <a:pt x="9851" y="16754"/>
                  <a:pt x="9731" y="16914"/>
                  <a:pt x="9579" y="17044"/>
                </a:cubicBezTo>
                <a:moveTo>
                  <a:pt x="14257" y="18151"/>
                </a:moveTo>
                <a:lnTo>
                  <a:pt x="15175" y="18151"/>
                </a:lnTo>
                <a:lnTo>
                  <a:pt x="15175" y="10264"/>
                </a:lnTo>
                <a:lnTo>
                  <a:pt x="14473" y="10264"/>
                </a:lnTo>
                <a:cubicBezTo>
                  <a:pt x="14422" y="10561"/>
                  <a:pt x="14329" y="10805"/>
                  <a:pt x="14192" y="10998"/>
                </a:cubicBezTo>
                <a:cubicBezTo>
                  <a:pt x="14055" y="11191"/>
                  <a:pt x="13888" y="11343"/>
                  <a:pt x="13690" y="11454"/>
                </a:cubicBezTo>
                <a:cubicBezTo>
                  <a:pt x="13492" y="11565"/>
                  <a:pt x="13271" y="11641"/>
                  <a:pt x="13026" y="11682"/>
                </a:cubicBezTo>
                <a:cubicBezTo>
                  <a:pt x="12781" y="11723"/>
                  <a:pt x="12529" y="11743"/>
                  <a:pt x="12270" y="11743"/>
                </a:cubicBezTo>
                <a:lnTo>
                  <a:pt x="12270" y="12499"/>
                </a:lnTo>
                <a:lnTo>
                  <a:pt x="14257" y="12499"/>
                </a:lnTo>
                <a:cubicBezTo>
                  <a:pt x="14257" y="12499"/>
                  <a:pt x="14257" y="18151"/>
                  <a:pt x="14257" y="18151"/>
                </a:cubicBezTo>
                <a:close/>
                <a:moveTo>
                  <a:pt x="20618" y="6873"/>
                </a:moveTo>
                <a:lnTo>
                  <a:pt x="982" y="6873"/>
                </a:lnTo>
                <a:lnTo>
                  <a:pt x="982" y="3928"/>
                </a:lnTo>
                <a:cubicBezTo>
                  <a:pt x="982" y="3385"/>
                  <a:pt x="1421"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9" y="2945"/>
                  <a:pt x="20618" y="3385"/>
                  <a:pt x="20618" y="3928"/>
                </a:cubicBezTo>
                <a:cubicBezTo>
                  <a:pt x="20618" y="3928"/>
                  <a:pt x="20618" y="6873"/>
                  <a:pt x="20618" y="6873"/>
                </a:cubicBezTo>
                <a:close/>
                <a:moveTo>
                  <a:pt x="20618" y="19636"/>
                </a:moveTo>
                <a:cubicBezTo>
                  <a:pt x="20618" y="20179"/>
                  <a:pt x="20179" y="20618"/>
                  <a:pt x="19636" y="20618"/>
                </a:cubicBezTo>
                <a:lnTo>
                  <a:pt x="1964" y="20618"/>
                </a:lnTo>
                <a:cubicBezTo>
                  <a:pt x="1421" y="20618"/>
                  <a:pt x="982" y="20179"/>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1" name="Shape 2623">
            <a:extLst>
              <a:ext uri="{FF2B5EF4-FFF2-40B4-BE49-F238E27FC236}">
                <a16:creationId xmlns:a16="http://schemas.microsoft.com/office/drawing/2014/main" id="{3289A402-4156-2B13-EC2B-6264F7450765}"/>
              </a:ext>
            </a:extLst>
          </p:cNvPr>
          <p:cNvSpPr/>
          <p:nvPr/>
        </p:nvSpPr>
        <p:spPr>
          <a:xfrm>
            <a:off x="10508100" y="293928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7364" y="13255"/>
                </a:moveTo>
                <a:lnTo>
                  <a:pt x="5400" y="13255"/>
                </a:lnTo>
                <a:lnTo>
                  <a:pt x="5400" y="15218"/>
                </a:lnTo>
                <a:lnTo>
                  <a:pt x="7364" y="15218"/>
                </a:lnTo>
                <a:cubicBezTo>
                  <a:pt x="7364" y="15218"/>
                  <a:pt x="7364" y="13255"/>
                  <a:pt x="7364" y="13255"/>
                </a:cubicBezTo>
                <a:close/>
                <a:moveTo>
                  <a:pt x="7364" y="16691"/>
                </a:moveTo>
                <a:lnTo>
                  <a:pt x="5400" y="16691"/>
                </a:lnTo>
                <a:lnTo>
                  <a:pt x="5400" y="18655"/>
                </a:lnTo>
                <a:lnTo>
                  <a:pt x="7364" y="18655"/>
                </a:lnTo>
                <a:cubicBezTo>
                  <a:pt x="7364" y="18655"/>
                  <a:pt x="7364" y="16691"/>
                  <a:pt x="7364" y="16691"/>
                </a:cubicBezTo>
                <a:close/>
                <a:moveTo>
                  <a:pt x="7364" y="9818"/>
                </a:moveTo>
                <a:lnTo>
                  <a:pt x="5400" y="9818"/>
                </a:lnTo>
                <a:lnTo>
                  <a:pt x="5400" y="11782"/>
                </a:lnTo>
                <a:lnTo>
                  <a:pt x="7364" y="11782"/>
                </a:lnTo>
                <a:cubicBezTo>
                  <a:pt x="7364" y="11782"/>
                  <a:pt x="7364" y="9818"/>
                  <a:pt x="7364" y="9818"/>
                </a:cubicBezTo>
                <a:close/>
                <a:moveTo>
                  <a:pt x="4418" y="16691"/>
                </a:moveTo>
                <a:lnTo>
                  <a:pt x="2455" y="16691"/>
                </a:lnTo>
                <a:lnTo>
                  <a:pt x="2455" y="18655"/>
                </a:lnTo>
                <a:lnTo>
                  <a:pt x="4418" y="18655"/>
                </a:lnTo>
                <a:cubicBezTo>
                  <a:pt x="4418" y="18655"/>
                  <a:pt x="4418" y="16691"/>
                  <a:pt x="4418" y="16691"/>
                </a:cubicBezTo>
                <a:close/>
                <a:moveTo>
                  <a:pt x="20618" y="6873"/>
                </a:moveTo>
                <a:lnTo>
                  <a:pt x="982" y="6873"/>
                </a:lnTo>
                <a:lnTo>
                  <a:pt x="982" y="3928"/>
                </a:lnTo>
                <a:cubicBezTo>
                  <a:pt x="982" y="3385"/>
                  <a:pt x="1422"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8" y="2945"/>
                  <a:pt x="20618" y="3385"/>
                  <a:pt x="20618" y="3928"/>
                </a:cubicBezTo>
                <a:cubicBezTo>
                  <a:pt x="20618" y="3928"/>
                  <a:pt x="20618" y="6873"/>
                  <a:pt x="20618" y="6873"/>
                </a:cubicBezTo>
                <a:close/>
                <a:moveTo>
                  <a:pt x="20618" y="19636"/>
                </a:moveTo>
                <a:cubicBezTo>
                  <a:pt x="20618" y="20178"/>
                  <a:pt x="20178" y="20618"/>
                  <a:pt x="19636" y="20618"/>
                </a:cubicBezTo>
                <a:lnTo>
                  <a:pt x="1964" y="20618"/>
                </a:lnTo>
                <a:cubicBezTo>
                  <a:pt x="1422" y="20618"/>
                  <a:pt x="982" y="20178"/>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moveTo>
                  <a:pt x="4418" y="9818"/>
                </a:moveTo>
                <a:lnTo>
                  <a:pt x="2455" y="9818"/>
                </a:lnTo>
                <a:lnTo>
                  <a:pt x="2455" y="11782"/>
                </a:lnTo>
                <a:lnTo>
                  <a:pt x="4418" y="11782"/>
                </a:lnTo>
                <a:cubicBezTo>
                  <a:pt x="4418" y="11782"/>
                  <a:pt x="4418" y="9818"/>
                  <a:pt x="4418" y="9818"/>
                </a:cubicBezTo>
                <a:close/>
                <a:moveTo>
                  <a:pt x="4418" y="13255"/>
                </a:moveTo>
                <a:lnTo>
                  <a:pt x="2455" y="13255"/>
                </a:lnTo>
                <a:lnTo>
                  <a:pt x="2455" y="15218"/>
                </a:lnTo>
                <a:lnTo>
                  <a:pt x="4418" y="15218"/>
                </a:lnTo>
                <a:cubicBezTo>
                  <a:pt x="4418" y="15218"/>
                  <a:pt x="4418" y="13255"/>
                  <a:pt x="4418" y="13255"/>
                </a:cubicBezTo>
                <a:close/>
                <a:moveTo>
                  <a:pt x="10309" y="16691"/>
                </a:moveTo>
                <a:lnTo>
                  <a:pt x="8345" y="16691"/>
                </a:lnTo>
                <a:lnTo>
                  <a:pt x="8345" y="18655"/>
                </a:lnTo>
                <a:lnTo>
                  <a:pt x="10309" y="18655"/>
                </a:lnTo>
                <a:cubicBezTo>
                  <a:pt x="10309" y="18655"/>
                  <a:pt x="10309" y="16691"/>
                  <a:pt x="10309" y="16691"/>
                </a:cubicBezTo>
                <a:close/>
                <a:moveTo>
                  <a:pt x="10309" y="9818"/>
                </a:moveTo>
                <a:lnTo>
                  <a:pt x="8345" y="9818"/>
                </a:lnTo>
                <a:lnTo>
                  <a:pt x="8345" y="11782"/>
                </a:lnTo>
                <a:lnTo>
                  <a:pt x="10309" y="11782"/>
                </a:lnTo>
                <a:cubicBezTo>
                  <a:pt x="10309" y="11782"/>
                  <a:pt x="10309" y="9818"/>
                  <a:pt x="10309" y="9818"/>
                </a:cubicBezTo>
                <a:close/>
                <a:moveTo>
                  <a:pt x="10309" y="13255"/>
                </a:moveTo>
                <a:lnTo>
                  <a:pt x="8345" y="13255"/>
                </a:lnTo>
                <a:lnTo>
                  <a:pt x="8345" y="15218"/>
                </a:lnTo>
                <a:lnTo>
                  <a:pt x="10309" y="15218"/>
                </a:lnTo>
                <a:cubicBezTo>
                  <a:pt x="10309" y="15218"/>
                  <a:pt x="10309" y="13255"/>
                  <a:pt x="10309" y="13255"/>
                </a:cubicBezTo>
                <a:close/>
                <a:moveTo>
                  <a:pt x="19145" y="13255"/>
                </a:moveTo>
                <a:lnTo>
                  <a:pt x="17182" y="13255"/>
                </a:lnTo>
                <a:lnTo>
                  <a:pt x="17182" y="15218"/>
                </a:lnTo>
                <a:lnTo>
                  <a:pt x="19145" y="15218"/>
                </a:lnTo>
                <a:cubicBezTo>
                  <a:pt x="19145" y="15218"/>
                  <a:pt x="19145" y="13255"/>
                  <a:pt x="19145" y="13255"/>
                </a:cubicBezTo>
                <a:close/>
                <a:moveTo>
                  <a:pt x="16200" y="13255"/>
                </a:moveTo>
                <a:lnTo>
                  <a:pt x="14236" y="13255"/>
                </a:lnTo>
                <a:lnTo>
                  <a:pt x="14236" y="15218"/>
                </a:lnTo>
                <a:lnTo>
                  <a:pt x="16200" y="15218"/>
                </a:lnTo>
                <a:cubicBezTo>
                  <a:pt x="16200" y="15218"/>
                  <a:pt x="16200" y="13255"/>
                  <a:pt x="16200" y="13255"/>
                </a:cubicBezTo>
                <a:close/>
                <a:moveTo>
                  <a:pt x="19145" y="9818"/>
                </a:moveTo>
                <a:lnTo>
                  <a:pt x="17182" y="9818"/>
                </a:lnTo>
                <a:lnTo>
                  <a:pt x="17182" y="11782"/>
                </a:lnTo>
                <a:lnTo>
                  <a:pt x="19145" y="11782"/>
                </a:lnTo>
                <a:cubicBezTo>
                  <a:pt x="19145" y="11782"/>
                  <a:pt x="19145" y="9818"/>
                  <a:pt x="19145" y="9818"/>
                </a:cubicBezTo>
                <a:close/>
                <a:moveTo>
                  <a:pt x="16200" y="9818"/>
                </a:moveTo>
                <a:lnTo>
                  <a:pt x="14236" y="9818"/>
                </a:lnTo>
                <a:lnTo>
                  <a:pt x="14236" y="11782"/>
                </a:lnTo>
                <a:lnTo>
                  <a:pt x="16200" y="11782"/>
                </a:lnTo>
                <a:cubicBezTo>
                  <a:pt x="16200" y="11782"/>
                  <a:pt x="16200" y="9818"/>
                  <a:pt x="16200" y="9818"/>
                </a:cubicBezTo>
                <a:close/>
                <a:moveTo>
                  <a:pt x="13255" y="16691"/>
                </a:moveTo>
                <a:lnTo>
                  <a:pt x="11291" y="16691"/>
                </a:lnTo>
                <a:lnTo>
                  <a:pt x="11291" y="18655"/>
                </a:lnTo>
                <a:lnTo>
                  <a:pt x="13255" y="18655"/>
                </a:lnTo>
                <a:cubicBezTo>
                  <a:pt x="13255" y="18655"/>
                  <a:pt x="13255" y="16691"/>
                  <a:pt x="13255" y="16691"/>
                </a:cubicBezTo>
                <a:close/>
                <a:moveTo>
                  <a:pt x="13255" y="9818"/>
                </a:moveTo>
                <a:lnTo>
                  <a:pt x="11291" y="9818"/>
                </a:lnTo>
                <a:lnTo>
                  <a:pt x="11291" y="11782"/>
                </a:lnTo>
                <a:lnTo>
                  <a:pt x="13255" y="11782"/>
                </a:lnTo>
                <a:cubicBezTo>
                  <a:pt x="13255" y="11782"/>
                  <a:pt x="13255" y="9818"/>
                  <a:pt x="13255" y="9818"/>
                </a:cubicBezTo>
                <a:close/>
                <a:moveTo>
                  <a:pt x="13255" y="13255"/>
                </a:moveTo>
                <a:lnTo>
                  <a:pt x="11291" y="13255"/>
                </a:lnTo>
                <a:lnTo>
                  <a:pt x="11291" y="15218"/>
                </a:lnTo>
                <a:lnTo>
                  <a:pt x="13255" y="15218"/>
                </a:lnTo>
                <a:cubicBezTo>
                  <a:pt x="13255" y="15218"/>
                  <a:pt x="13255" y="13255"/>
                  <a:pt x="13255" y="13255"/>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2" name="Shape 2624">
            <a:extLst>
              <a:ext uri="{FF2B5EF4-FFF2-40B4-BE49-F238E27FC236}">
                <a16:creationId xmlns:a16="http://schemas.microsoft.com/office/drawing/2014/main" id="{E4BEC08E-16DF-E45F-0125-171B29114697}"/>
              </a:ext>
            </a:extLst>
          </p:cNvPr>
          <p:cNvSpPr/>
          <p:nvPr/>
        </p:nvSpPr>
        <p:spPr>
          <a:xfrm>
            <a:off x="11041361" y="2939287"/>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982" y="6873"/>
                </a:moveTo>
                <a:lnTo>
                  <a:pt x="20618" y="6873"/>
                </a:lnTo>
                <a:lnTo>
                  <a:pt x="20618" y="7855"/>
                </a:lnTo>
                <a:lnTo>
                  <a:pt x="982" y="7855"/>
                </a:lnTo>
                <a:cubicBezTo>
                  <a:pt x="982" y="7855"/>
                  <a:pt x="982" y="6873"/>
                  <a:pt x="982" y="6873"/>
                </a:cubicBezTo>
                <a:close/>
                <a:moveTo>
                  <a:pt x="16691" y="8836"/>
                </a:moveTo>
                <a:lnTo>
                  <a:pt x="18655" y="8836"/>
                </a:lnTo>
                <a:lnTo>
                  <a:pt x="18655" y="17673"/>
                </a:lnTo>
                <a:lnTo>
                  <a:pt x="16691" y="17673"/>
                </a:lnTo>
                <a:cubicBezTo>
                  <a:pt x="16691" y="17673"/>
                  <a:pt x="16691" y="8836"/>
                  <a:pt x="16691" y="8836"/>
                </a:cubicBezTo>
                <a:close/>
                <a:moveTo>
                  <a:pt x="13745" y="8836"/>
                </a:moveTo>
                <a:lnTo>
                  <a:pt x="15709" y="8836"/>
                </a:lnTo>
                <a:lnTo>
                  <a:pt x="15709" y="17673"/>
                </a:lnTo>
                <a:lnTo>
                  <a:pt x="13745" y="17673"/>
                </a:lnTo>
                <a:cubicBezTo>
                  <a:pt x="13745" y="17673"/>
                  <a:pt x="13745" y="8836"/>
                  <a:pt x="13745" y="8836"/>
                </a:cubicBezTo>
                <a:close/>
                <a:moveTo>
                  <a:pt x="8836" y="8836"/>
                </a:moveTo>
                <a:lnTo>
                  <a:pt x="12764" y="8836"/>
                </a:lnTo>
                <a:lnTo>
                  <a:pt x="12764" y="17673"/>
                </a:lnTo>
                <a:lnTo>
                  <a:pt x="8836" y="17673"/>
                </a:lnTo>
                <a:cubicBezTo>
                  <a:pt x="8836" y="17673"/>
                  <a:pt x="8836" y="8836"/>
                  <a:pt x="8836" y="8836"/>
                </a:cubicBezTo>
                <a:close/>
                <a:moveTo>
                  <a:pt x="5891" y="8836"/>
                </a:moveTo>
                <a:lnTo>
                  <a:pt x="7855" y="8836"/>
                </a:lnTo>
                <a:lnTo>
                  <a:pt x="7855" y="17673"/>
                </a:lnTo>
                <a:lnTo>
                  <a:pt x="5891" y="17673"/>
                </a:lnTo>
                <a:cubicBezTo>
                  <a:pt x="5891" y="17673"/>
                  <a:pt x="5891" y="8836"/>
                  <a:pt x="5891" y="8836"/>
                </a:cubicBezTo>
                <a:close/>
                <a:moveTo>
                  <a:pt x="2945" y="8836"/>
                </a:moveTo>
                <a:lnTo>
                  <a:pt x="4909" y="8836"/>
                </a:lnTo>
                <a:lnTo>
                  <a:pt x="4909" y="17673"/>
                </a:lnTo>
                <a:lnTo>
                  <a:pt x="2945" y="17673"/>
                </a:lnTo>
                <a:cubicBezTo>
                  <a:pt x="2945" y="17673"/>
                  <a:pt x="2945" y="8836"/>
                  <a:pt x="2945" y="8836"/>
                </a:cubicBezTo>
                <a:close/>
                <a:moveTo>
                  <a:pt x="19773" y="18655"/>
                </a:moveTo>
                <a:lnTo>
                  <a:pt x="20428" y="20618"/>
                </a:lnTo>
                <a:lnTo>
                  <a:pt x="1172" y="20618"/>
                </a:lnTo>
                <a:lnTo>
                  <a:pt x="1827" y="18655"/>
                </a:lnTo>
                <a:cubicBezTo>
                  <a:pt x="1827" y="18655"/>
                  <a:pt x="19773" y="18655"/>
                  <a:pt x="19773" y="18655"/>
                </a:cubicBezTo>
                <a:close/>
                <a:moveTo>
                  <a:pt x="10800" y="1056"/>
                </a:moveTo>
                <a:lnTo>
                  <a:pt x="19261" y="5891"/>
                </a:lnTo>
                <a:lnTo>
                  <a:pt x="2339" y="5891"/>
                </a:lnTo>
                <a:cubicBezTo>
                  <a:pt x="2339" y="5891"/>
                  <a:pt x="10800" y="1056"/>
                  <a:pt x="10800" y="1056"/>
                </a:cubicBezTo>
                <a:close/>
                <a:moveTo>
                  <a:pt x="21109" y="8836"/>
                </a:moveTo>
                <a:cubicBezTo>
                  <a:pt x="21380" y="8836"/>
                  <a:pt x="21600" y="8617"/>
                  <a:pt x="21600" y="8345"/>
                </a:cubicBezTo>
                <a:lnTo>
                  <a:pt x="21600" y="6382"/>
                </a:lnTo>
                <a:cubicBezTo>
                  <a:pt x="21600" y="6200"/>
                  <a:pt x="21496" y="6047"/>
                  <a:pt x="21349" y="5963"/>
                </a:cubicBezTo>
                <a:lnTo>
                  <a:pt x="21353" y="5956"/>
                </a:lnTo>
                <a:lnTo>
                  <a:pt x="11044" y="65"/>
                </a:lnTo>
                <a:lnTo>
                  <a:pt x="11040" y="72"/>
                </a:lnTo>
                <a:cubicBezTo>
                  <a:pt x="10968" y="30"/>
                  <a:pt x="10889" y="0"/>
                  <a:pt x="10800" y="0"/>
                </a:cubicBezTo>
                <a:cubicBezTo>
                  <a:pt x="10711" y="0"/>
                  <a:pt x="10632" y="30"/>
                  <a:pt x="10560" y="72"/>
                </a:cubicBezTo>
                <a:lnTo>
                  <a:pt x="10556" y="65"/>
                </a:lnTo>
                <a:lnTo>
                  <a:pt x="247" y="5956"/>
                </a:lnTo>
                <a:lnTo>
                  <a:pt x="251" y="5963"/>
                </a:lnTo>
                <a:cubicBezTo>
                  <a:pt x="104" y="6047"/>
                  <a:pt x="0" y="6200"/>
                  <a:pt x="0" y="6382"/>
                </a:cubicBezTo>
                <a:lnTo>
                  <a:pt x="0" y="8345"/>
                </a:lnTo>
                <a:cubicBezTo>
                  <a:pt x="0" y="8617"/>
                  <a:pt x="220" y="8836"/>
                  <a:pt x="491" y="8836"/>
                </a:cubicBezTo>
                <a:lnTo>
                  <a:pt x="1964" y="8836"/>
                </a:lnTo>
                <a:lnTo>
                  <a:pt x="1964" y="17673"/>
                </a:lnTo>
                <a:lnTo>
                  <a:pt x="1473" y="17673"/>
                </a:lnTo>
                <a:cubicBezTo>
                  <a:pt x="1256" y="17673"/>
                  <a:pt x="1078" y="17816"/>
                  <a:pt x="1013" y="18010"/>
                </a:cubicBezTo>
                <a:lnTo>
                  <a:pt x="1007" y="18009"/>
                </a:lnTo>
                <a:lnTo>
                  <a:pt x="25" y="20954"/>
                </a:lnTo>
                <a:lnTo>
                  <a:pt x="31" y="20955"/>
                </a:lnTo>
                <a:cubicBezTo>
                  <a:pt x="14" y="21005"/>
                  <a:pt x="0" y="21055"/>
                  <a:pt x="0" y="21109"/>
                </a:cubicBezTo>
                <a:cubicBezTo>
                  <a:pt x="0" y="21381"/>
                  <a:pt x="220" y="21600"/>
                  <a:pt x="491" y="21600"/>
                </a:cubicBezTo>
                <a:lnTo>
                  <a:pt x="21109" y="21600"/>
                </a:lnTo>
                <a:cubicBezTo>
                  <a:pt x="21380" y="21600"/>
                  <a:pt x="21600" y="21381"/>
                  <a:pt x="21600" y="21109"/>
                </a:cubicBezTo>
                <a:cubicBezTo>
                  <a:pt x="21600" y="21055"/>
                  <a:pt x="21586" y="21005"/>
                  <a:pt x="21569" y="20955"/>
                </a:cubicBezTo>
                <a:lnTo>
                  <a:pt x="21575" y="20954"/>
                </a:lnTo>
                <a:lnTo>
                  <a:pt x="20593" y="18009"/>
                </a:lnTo>
                <a:lnTo>
                  <a:pt x="20587" y="18010"/>
                </a:lnTo>
                <a:cubicBezTo>
                  <a:pt x="20522" y="17816"/>
                  <a:pt x="20344" y="17673"/>
                  <a:pt x="20127" y="17673"/>
                </a:cubicBezTo>
                <a:lnTo>
                  <a:pt x="19636" y="17673"/>
                </a:lnTo>
                <a:lnTo>
                  <a:pt x="19636" y="8836"/>
                </a:lnTo>
                <a:cubicBezTo>
                  <a:pt x="19636" y="8836"/>
                  <a:pt x="21109" y="8836"/>
                  <a:pt x="21109" y="8836"/>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3" name="Shape 2625">
            <a:extLst>
              <a:ext uri="{FF2B5EF4-FFF2-40B4-BE49-F238E27FC236}">
                <a16:creationId xmlns:a16="http://schemas.microsoft.com/office/drawing/2014/main" id="{773569A5-0679-79A9-4FA7-B5D4BC5FB374}"/>
              </a:ext>
            </a:extLst>
          </p:cNvPr>
          <p:cNvSpPr/>
          <p:nvPr/>
        </p:nvSpPr>
        <p:spPr>
          <a:xfrm>
            <a:off x="6242012" y="3497941"/>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19636" y="20400"/>
                </a:moveTo>
                <a:lnTo>
                  <a:pt x="1964" y="20400"/>
                </a:lnTo>
                <a:cubicBezTo>
                  <a:pt x="1422" y="20400"/>
                  <a:pt x="982" y="19862"/>
                  <a:pt x="982" y="19200"/>
                </a:cubicBezTo>
                <a:cubicBezTo>
                  <a:pt x="982" y="18949"/>
                  <a:pt x="1025" y="18796"/>
                  <a:pt x="1048" y="18734"/>
                </a:cubicBezTo>
                <a:cubicBezTo>
                  <a:pt x="1065" y="18712"/>
                  <a:pt x="1048" y="18729"/>
                  <a:pt x="1078" y="18673"/>
                </a:cubicBezTo>
                <a:lnTo>
                  <a:pt x="9914" y="1873"/>
                </a:lnTo>
                <a:cubicBezTo>
                  <a:pt x="9930" y="1843"/>
                  <a:pt x="9944" y="1813"/>
                  <a:pt x="9957" y="1783"/>
                </a:cubicBezTo>
                <a:cubicBezTo>
                  <a:pt x="9960" y="1778"/>
                  <a:pt x="10234" y="1200"/>
                  <a:pt x="10800" y="1200"/>
                </a:cubicBezTo>
                <a:cubicBezTo>
                  <a:pt x="11366" y="1200"/>
                  <a:pt x="11588" y="1654"/>
                  <a:pt x="11617" y="1719"/>
                </a:cubicBezTo>
                <a:cubicBezTo>
                  <a:pt x="11641" y="1792"/>
                  <a:pt x="11650" y="1806"/>
                  <a:pt x="11686" y="1873"/>
                </a:cubicBezTo>
                <a:lnTo>
                  <a:pt x="20522" y="18673"/>
                </a:lnTo>
                <a:cubicBezTo>
                  <a:pt x="20535" y="18697"/>
                  <a:pt x="20548" y="18720"/>
                  <a:pt x="20562" y="18744"/>
                </a:cubicBezTo>
                <a:cubicBezTo>
                  <a:pt x="20576" y="18785"/>
                  <a:pt x="20618" y="18928"/>
                  <a:pt x="20618" y="19200"/>
                </a:cubicBezTo>
                <a:cubicBezTo>
                  <a:pt x="20618" y="19862"/>
                  <a:pt x="20177" y="20400"/>
                  <a:pt x="19636" y="20400"/>
                </a:cubicBezTo>
                <a:moveTo>
                  <a:pt x="21348" y="18023"/>
                </a:moveTo>
                <a:lnTo>
                  <a:pt x="12511" y="1223"/>
                </a:lnTo>
                <a:cubicBezTo>
                  <a:pt x="12511" y="1223"/>
                  <a:pt x="12058" y="0"/>
                  <a:pt x="10800" y="0"/>
                </a:cubicBezTo>
                <a:cubicBezTo>
                  <a:pt x="9616" y="0"/>
                  <a:pt x="9089" y="1223"/>
                  <a:pt x="9089" y="1223"/>
                </a:cubicBezTo>
                <a:lnTo>
                  <a:pt x="252" y="18023"/>
                </a:lnTo>
                <a:cubicBezTo>
                  <a:pt x="252" y="18023"/>
                  <a:pt x="0" y="18421"/>
                  <a:pt x="0" y="19200"/>
                </a:cubicBezTo>
                <a:cubicBezTo>
                  <a:pt x="0" y="20526"/>
                  <a:pt x="879" y="21600"/>
                  <a:pt x="1964" y="21600"/>
                </a:cubicBezTo>
                <a:lnTo>
                  <a:pt x="19636" y="21600"/>
                </a:lnTo>
                <a:cubicBezTo>
                  <a:pt x="20721" y="21600"/>
                  <a:pt x="21600" y="20526"/>
                  <a:pt x="21600" y="19200"/>
                </a:cubicBezTo>
                <a:cubicBezTo>
                  <a:pt x="21600" y="18362"/>
                  <a:pt x="21348" y="18023"/>
                  <a:pt x="21348" y="18023"/>
                </a:cubicBezTo>
                <a:moveTo>
                  <a:pt x="10800" y="15600"/>
                </a:moveTo>
                <a:cubicBezTo>
                  <a:pt x="10258" y="15600"/>
                  <a:pt x="9818" y="16138"/>
                  <a:pt x="9818" y="16800"/>
                </a:cubicBezTo>
                <a:cubicBezTo>
                  <a:pt x="9818" y="17462"/>
                  <a:pt x="10258" y="18000"/>
                  <a:pt x="10800" y="18000"/>
                </a:cubicBezTo>
                <a:cubicBezTo>
                  <a:pt x="11342" y="18000"/>
                  <a:pt x="11782" y="17462"/>
                  <a:pt x="11782" y="16800"/>
                </a:cubicBezTo>
                <a:cubicBezTo>
                  <a:pt x="11782" y="16138"/>
                  <a:pt x="11342" y="15600"/>
                  <a:pt x="10800" y="15600"/>
                </a:cubicBezTo>
                <a:moveTo>
                  <a:pt x="10800" y="6000"/>
                </a:moveTo>
                <a:cubicBezTo>
                  <a:pt x="10258" y="6000"/>
                  <a:pt x="9818" y="6538"/>
                  <a:pt x="9818" y="7200"/>
                </a:cubicBezTo>
                <a:lnTo>
                  <a:pt x="10309" y="13800"/>
                </a:lnTo>
                <a:cubicBezTo>
                  <a:pt x="10309" y="14132"/>
                  <a:pt x="10529" y="14400"/>
                  <a:pt x="10800" y="14400"/>
                </a:cubicBezTo>
                <a:cubicBezTo>
                  <a:pt x="11071" y="14400"/>
                  <a:pt x="11291" y="14132"/>
                  <a:pt x="11291" y="13800"/>
                </a:cubicBezTo>
                <a:lnTo>
                  <a:pt x="11782" y="7200"/>
                </a:lnTo>
                <a:cubicBezTo>
                  <a:pt x="11782" y="6538"/>
                  <a:pt x="11342" y="6000"/>
                  <a:pt x="10800" y="60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4" name="Shape 2626">
            <a:extLst>
              <a:ext uri="{FF2B5EF4-FFF2-40B4-BE49-F238E27FC236}">
                <a16:creationId xmlns:a16="http://schemas.microsoft.com/office/drawing/2014/main" id="{45403FA0-9D37-791C-D61A-2A4657C6030A}"/>
              </a:ext>
            </a:extLst>
          </p:cNvPr>
          <p:cNvSpPr/>
          <p:nvPr/>
        </p:nvSpPr>
        <p:spPr>
          <a:xfrm>
            <a:off x="6800666" y="3472548"/>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7222" y="18655"/>
                </a:moveTo>
                <a:cubicBezTo>
                  <a:pt x="7553" y="18644"/>
                  <a:pt x="7811" y="18417"/>
                  <a:pt x="7799" y="18146"/>
                </a:cubicBezTo>
                <a:lnTo>
                  <a:pt x="6916" y="6377"/>
                </a:lnTo>
                <a:cubicBezTo>
                  <a:pt x="6904" y="6106"/>
                  <a:pt x="6626" y="5895"/>
                  <a:pt x="6295" y="5904"/>
                </a:cubicBezTo>
                <a:cubicBezTo>
                  <a:pt x="5963" y="5915"/>
                  <a:pt x="5705" y="6142"/>
                  <a:pt x="5717" y="6413"/>
                </a:cubicBezTo>
                <a:lnTo>
                  <a:pt x="6601" y="18182"/>
                </a:lnTo>
                <a:cubicBezTo>
                  <a:pt x="6613" y="18453"/>
                  <a:pt x="6891" y="18664"/>
                  <a:pt x="7222" y="18655"/>
                </a:cubicBezTo>
                <a:moveTo>
                  <a:pt x="17400" y="19636"/>
                </a:moveTo>
                <a:cubicBezTo>
                  <a:pt x="17319" y="20154"/>
                  <a:pt x="16862" y="20618"/>
                  <a:pt x="16200" y="20618"/>
                </a:cubicBezTo>
                <a:lnTo>
                  <a:pt x="5400" y="20618"/>
                </a:lnTo>
                <a:cubicBezTo>
                  <a:pt x="4737" y="20618"/>
                  <a:pt x="4291" y="20160"/>
                  <a:pt x="4200" y="19636"/>
                </a:cubicBezTo>
                <a:lnTo>
                  <a:pt x="3000" y="3927"/>
                </a:lnTo>
                <a:lnTo>
                  <a:pt x="18600" y="3927"/>
                </a:lnTo>
                <a:cubicBezTo>
                  <a:pt x="18600" y="3927"/>
                  <a:pt x="17400" y="19636"/>
                  <a:pt x="17400" y="19636"/>
                </a:cubicBezTo>
                <a:close/>
                <a:moveTo>
                  <a:pt x="7800" y="983"/>
                </a:moveTo>
                <a:lnTo>
                  <a:pt x="13800" y="983"/>
                </a:lnTo>
                <a:lnTo>
                  <a:pt x="13800" y="2945"/>
                </a:lnTo>
                <a:lnTo>
                  <a:pt x="7800" y="2945"/>
                </a:lnTo>
                <a:cubicBezTo>
                  <a:pt x="7800" y="2945"/>
                  <a:pt x="7800" y="983"/>
                  <a:pt x="7800" y="983"/>
                </a:cubicBezTo>
                <a:close/>
                <a:moveTo>
                  <a:pt x="21000" y="2945"/>
                </a:moveTo>
                <a:lnTo>
                  <a:pt x="15000" y="2945"/>
                </a:lnTo>
                <a:lnTo>
                  <a:pt x="15000" y="983"/>
                </a:lnTo>
                <a:cubicBezTo>
                  <a:pt x="15000" y="440"/>
                  <a:pt x="14462" y="0"/>
                  <a:pt x="13800" y="0"/>
                </a:cubicBezTo>
                <a:lnTo>
                  <a:pt x="7800" y="0"/>
                </a:lnTo>
                <a:cubicBezTo>
                  <a:pt x="7137" y="0"/>
                  <a:pt x="6600" y="440"/>
                  <a:pt x="6600" y="983"/>
                </a:cubicBezTo>
                <a:lnTo>
                  <a:pt x="6600" y="2945"/>
                </a:lnTo>
                <a:lnTo>
                  <a:pt x="600" y="2945"/>
                </a:lnTo>
                <a:cubicBezTo>
                  <a:pt x="269" y="2945"/>
                  <a:pt x="0" y="3166"/>
                  <a:pt x="0" y="3437"/>
                </a:cubicBezTo>
                <a:cubicBezTo>
                  <a:pt x="0" y="3708"/>
                  <a:pt x="269" y="3927"/>
                  <a:pt x="600" y="3927"/>
                </a:cubicBezTo>
                <a:lnTo>
                  <a:pt x="1800" y="3927"/>
                </a:lnTo>
                <a:lnTo>
                  <a:pt x="3000" y="19636"/>
                </a:lnTo>
                <a:cubicBezTo>
                  <a:pt x="3193" y="20711"/>
                  <a:pt x="4075" y="21600"/>
                  <a:pt x="5400" y="21600"/>
                </a:cubicBezTo>
                <a:lnTo>
                  <a:pt x="16200" y="21600"/>
                </a:lnTo>
                <a:cubicBezTo>
                  <a:pt x="17525" y="21600"/>
                  <a:pt x="18374" y="20700"/>
                  <a:pt x="18600" y="19636"/>
                </a:cubicBezTo>
                <a:lnTo>
                  <a:pt x="19800" y="3927"/>
                </a:lnTo>
                <a:lnTo>
                  <a:pt x="21000" y="3927"/>
                </a:lnTo>
                <a:cubicBezTo>
                  <a:pt x="21331" y="3927"/>
                  <a:pt x="21600" y="3708"/>
                  <a:pt x="21600" y="3437"/>
                </a:cubicBezTo>
                <a:cubicBezTo>
                  <a:pt x="21600" y="3166"/>
                  <a:pt x="21331" y="2945"/>
                  <a:pt x="21000" y="2945"/>
                </a:cubicBezTo>
                <a:moveTo>
                  <a:pt x="14380" y="18654"/>
                </a:moveTo>
                <a:cubicBezTo>
                  <a:pt x="14711" y="18664"/>
                  <a:pt x="14989" y="18452"/>
                  <a:pt x="15001" y="18181"/>
                </a:cubicBezTo>
                <a:lnTo>
                  <a:pt x="15871" y="6413"/>
                </a:lnTo>
                <a:cubicBezTo>
                  <a:pt x="15883" y="6142"/>
                  <a:pt x="15625" y="5914"/>
                  <a:pt x="15294" y="5904"/>
                </a:cubicBezTo>
                <a:cubicBezTo>
                  <a:pt x="14962" y="5895"/>
                  <a:pt x="14684" y="6106"/>
                  <a:pt x="14672" y="6377"/>
                </a:cubicBezTo>
                <a:lnTo>
                  <a:pt x="13802" y="18146"/>
                </a:lnTo>
                <a:cubicBezTo>
                  <a:pt x="13790" y="18417"/>
                  <a:pt x="14049" y="18644"/>
                  <a:pt x="14380" y="18654"/>
                </a:cubicBezTo>
                <a:moveTo>
                  <a:pt x="10800" y="18655"/>
                </a:moveTo>
                <a:cubicBezTo>
                  <a:pt x="11131" y="18655"/>
                  <a:pt x="11400" y="18435"/>
                  <a:pt x="11400" y="18164"/>
                </a:cubicBezTo>
                <a:lnTo>
                  <a:pt x="11400" y="6382"/>
                </a:lnTo>
                <a:cubicBezTo>
                  <a:pt x="11400" y="6110"/>
                  <a:pt x="11131" y="5891"/>
                  <a:pt x="10800" y="5891"/>
                </a:cubicBezTo>
                <a:cubicBezTo>
                  <a:pt x="10469" y="5891"/>
                  <a:pt x="10200" y="6110"/>
                  <a:pt x="10200" y="6382"/>
                </a:cubicBezTo>
                <a:lnTo>
                  <a:pt x="10200" y="18164"/>
                </a:lnTo>
                <a:cubicBezTo>
                  <a:pt x="10200" y="18435"/>
                  <a:pt x="10469" y="18655"/>
                  <a:pt x="10800" y="1865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5" name="Shape 2627">
            <a:extLst>
              <a:ext uri="{FF2B5EF4-FFF2-40B4-BE49-F238E27FC236}">
                <a16:creationId xmlns:a16="http://schemas.microsoft.com/office/drawing/2014/main" id="{AB44571D-61C8-99C4-973A-9FF7098EE21B}"/>
              </a:ext>
            </a:extLst>
          </p:cNvPr>
          <p:cNvSpPr/>
          <p:nvPr/>
        </p:nvSpPr>
        <p:spPr>
          <a:xfrm>
            <a:off x="7352972" y="3472548"/>
            <a:ext cx="190451" cy="279328"/>
          </a:xfrm>
          <a:custGeom>
            <a:avLst/>
            <a:gdLst/>
            <a:ahLst/>
            <a:cxnLst>
              <a:cxn ang="0">
                <a:pos x="wd2" y="hd2"/>
              </a:cxn>
              <a:cxn ang="5400000">
                <a:pos x="wd2" y="hd2"/>
              </a:cxn>
              <a:cxn ang="10800000">
                <a:pos x="wd2" y="hd2"/>
              </a:cxn>
              <a:cxn ang="16200000">
                <a:pos x="wd2" y="hd2"/>
              </a:cxn>
            </a:cxnLst>
            <a:rect l="0" t="0" r="r" b="b"/>
            <a:pathLst>
              <a:path w="21600" h="21600" extrusionOk="0">
                <a:moveTo>
                  <a:pt x="18720" y="19636"/>
                </a:moveTo>
                <a:cubicBezTo>
                  <a:pt x="18623" y="20154"/>
                  <a:pt x="18075" y="20618"/>
                  <a:pt x="17280" y="20618"/>
                </a:cubicBezTo>
                <a:lnTo>
                  <a:pt x="4320" y="20618"/>
                </a:lnTo>
                <a:cubicBezTo>
                  <a:pt x="3525" y="20618"/>
                  <a:pt x="2989" y="20160"/>
                  <a:pt x="2880" y="19636"/>
                </a:cubicBezTo>
                <a:lnTo>
                  <a:pt x="1483" y="3927"/>
                </a:lnTo>
                <a:lnTo>
                  <a:pt x="20117" y="3927"/>
                </a:lnTo>
                <a:cubicBezTo>
                  <a:pt x="20117" y="3927"/>
                  <a:pt x="18720" y="19636"/>
                  <a:pt x="18720" y="19636"/>
                </a:cubicBezTo>
                <a:close/>
                <a:moveTo>
                  <a:pt x="4529" y="2227"/>
                </a:moveTo>
                <a:cubicBezTo>
                  <a:pt x="4971" y="2122"/>
                  <a:pt x="5311" y="1878"/>
                  <a:pt x="5440" y="1571"/>
                </a:cubicBezTo>
                <a:cubicBezTo>
                  <a:pt x="5563" y="1278"/>
                  <a:pt x="6084" y="982"/>
                  <a:pt x="6840" y="982"/>
                </a:cubicBezTo>
                <a:cubicBezTo>
                  <a:pt x="7596" y="982"/>
                  <a:pt x="8117" y="1094"/>
                  <a:pt x="8240" y="1387"/>
                </a:cubicBezTo>
                <a:cubicBezTo>
                  <a:pt x="8286" y="1495"/>
                  <a:pt x="8358" y="1598"/>
                  <a:pt x="8454" y="1688"/>
                </a:cubicBezTo>
                <a:cubicBezTo>
                  <a:pt x="8957" y="2167"/>
                  <a:pt x="9732" y="2442"/>
                  <a:pt x="10577" y="2442"/>
                </a:cubicBezTo>
                <a:cubicBezTo>
                  <a:pt x="11235" y="2442"/>
                  <a:pt x="11854" y="2268"/>
                  <a:pt x="12300" y="1947"/>
                </a:cubicBezTo>
                <a:cubicBezTo>
                  <a:pt x="12697" y="1647"/>
                  <a:pt x="13446" y="1473"/>
                  <a:pt x="14760" y="1473"/>
                </a:cubicBezTo>
                <a:cubicBezTo>
                  <a:pt x="16059" y="1473"/>
                  <a:pt x="16752" y="1940"/>
                  <a:pt x="16920" y="2209"/>
                </a:cubicBezTo>
                <a:cubicBezTo>
                  <a:pt x="17107" y="2509"/>
                  <a:pt x="17391" y="2750"/>
                  <a:pt x="17688" y="2945"/>
                </a:cubicBezTo>
                <a:lnTo>
                  <a:pt x="2830" y="2945"/>
                </a:lnTo>
                <a:cubicBezTo>
                  <a:pt x="3170" y="2668"/>
                  <a:pt x="3770" y="2408"/>
                  <a:pt x="4529" y="2227"/>
                </a:cubicBezTo>
                <a:moveTo>
                  <a:pt x="20880" y="2945"/>
                </a:moveTo>
                <a:lnTo>
                  <a:pt x="19676" y="2945"/>
                </a:lnTo>
                <a:cubicBezTo>
                  <a:pt x="19217" y="2693"/>
                  <a:pt x="18780" y="2403"/>
                  <a:pt x="18405" y="1964"/>
                </a:cubicBezTo>
                <a:cubicBezTo>
                  <a:pt x="17787" y="1241"/>
                  <a:pt x="16749" y="491"/>
                  <a:pt x="14760" y="491"/>
                </a:cubicBezTo>
                <a:cubicBezTo>
                  <a:pt x="13012" y="491"/>
                  <a:pt x="11880" y="798"/>
                  <a:pt x="11231" y="1289"/>
                </a:cubicBezTo>
                <a:cubicBezTo>
                  <a:pt x="11081" y="1397"/>
                  <a:pt x="10839" y="1461"/>
                  <a:pt x="10577" y="1461"/>
                </a:cubicBezTo>
                <a:cubicBezTo>
                  <a:pt x="10245" y="1461"/>
                  <a:pt x="9879" y="1359"/>
                  <a:pt x="9624" y="1116"/>
                </a:cubicBezTo>
                <a:cubicBezTo>
                  <a:pt x="9310" y="370"/>
                  <a:pt x="8188" y="0"/>
                  <a:pt x="6840" y="0"/>
                </a:cubicBezTo>
                <a:cubicBezTo>
                  <a:pt x="5492" y="0"/>
                  <a:pt x="4370" y="554"/>
                  <a:pt x="4056" y="1300"/>
                </a:cubicBezTo>
                <a:cubicBezTo>
                  <a:pt x="2613" y="1643"/>
                  <a:pt x="1555" y="2238"/>
                  <a:pt x="1211" y="2945"/>
                </a:cubicBezTo>
                <a:lnTo>
                  <a:pt x="720" y="2945"/>
                </a:lnTo>
                <a:cubicBezTo>
                  <a:pt x="323" y="2945"/>
                  <a:pt x="0" y="3165"/>
                  <a:pt x="0" y="3436"/>
                </a:cubicBezTo>
                <a:lnTo>
                  <a:pt x="0" y="3437"/>
                </a:lnTo>
                <a:lnTo>
                  <a:pt x="1440" y="19636"/>
                </a:lnTo>
                <a:cubicBezTo>
                  <a:pt x="1672" y="20711"/>
                  <a:pt x="2730" y="21600"/>
                  <a:pt x="4320" y="21600"/>
                </a:cubicBezTo>
                <a:lnTo>
                  <a:pt x="17280" y="21600"/>
                </a:lnTo>
                <a:cubicBezTo>
                  <a:pt x="18870" y="21600"/>
                  <a:pt x="19890" y="20700"/>
                  <a:pt x="20160" y="19636"/>
                </a:cubicBezTo>
                <a:lnTo>
                  <a:pt x="21600" y="3437"/>
                </a:lnTo>
                <a:lnTo>
                  <a:pt x="21600" y="3436"/>
                </a:lnTo>
                <a:cubicBezTo>
                  <a:pt x="21600" y="3165"/>
                  <a:pt x="21277" y="2945"/>
                  <a:pt x="20880" y="2945"/>
                </a:cubicBezTo>
                <a:moveTo>
                  <a:pt x="6507" y="18655"/>
                </a:moveTo>
                <a:cubicBezTo>
                  <a:pt x="6904" y="18644"/>
                  <a:pt x="7214" y="18417"/>
                  <a:pt x="7200" y="18146"/>
                </a:cubicBezTo>
                <a:lnTo>
                  <a:pt x="6139" y="6377"/>
                </a:lnTo>
                <a:cubicBezTo>
                  <a:pt x="6125" y="6106"/>
                  <a:pt x="5791" y="5895"/>
                  <a:pt x="5394" y="5904"/>
                </a:cubicBezTo>
                <a:cubicBezTo>
                  <a:pt x="4996" y="5915"/>
                  <a:pt x="4686" y="6142"/>
                  <a:pt x="4700" y="6413"/>
                </a:cubicBezTo>
                <a:lnTo>
                  <a:pt x="5761" y="18182"/>
                </a:lnTo>
                <a:cubicBezTo>
                  <a:pt x="5775" y="18453"/>
                  <a:pt x="6109" y="18664"/>
                  <a:pt x="6507" y="18655"/>
                </a:cubicBezTo>
                <a:moveTo>
                  <a:pt x="10800" y="18655"/>
                </a:moveTo>
                <a:cubicBezTo>
                  <a:pt x="11197" y="18655"/>
                  <a:pt x="11520" y="18435"/>
                  <a:pt x="11520" y="18164"/>
                </a:cubicBezTo>
                <a:lnTo>
                  <a:pt x="11520" y="6382"/>
                </a:lnTo>
                <a:cubicBezTo>
                  <a:pt x="11520" y="6110"/>
                  <a:pt x="11197" y="5891"/>
                  <a:pt x="10800" y="5891"/>
                </a:cubicBezTo>
                <a:cubicBezTo>
                  <a:pt x="10403" y="5891"/>
                  <a:pt x="10080" y="6110"/>
                  <a:pt x="10080" y="6382"/>
                </a:cubicBezTo>
                <a:lnTo>
                  <a:pt x="10080" y="18164"/>
                </a:lnTo>
                <a:cubicBezTo>
                  <a:pt x="10080" y="18435"/>
                  <a:pt x="10403" y="18655"/>
                  <a:pt x="10800" y="18655"/>
                </a:cubicBezTo>
                <a:moveTo>
                  <a:pt x="15095" y="18654"/>
                </a:moveTo>
                <a:cubicBezTo>
                  <a:pt x="15494" y="18664"/>
                  <a:pt x="15827" y="18452"/>
                  <a:pt x="15841" y="18181"/>
                </a:cubicBezTo>
                <a:lnTo>
                  <a:pt x="16886" y="6413"/>
                </a:lnTo>
                <a:cubicBezTo>
                  <a:pt x="16900" y="6142"/>
                  <a:pt x="16590" y="5914"/>
                  <a:pt x="16192" y="5904"/>
                </a:cubicBezTo>
                <a:cubicBezTo>
                  <a:pt x="15795" y="5895"/>
                  <a:pt x="15461" y="6106"/>
                  <a:pt x="15447" y="6377"/>
                </a:cubicBezTo>
                <a:lnTo>
                  <a:pt x="14402" y="18146"/>
                </a:lnTo>
                <a:cubicBezTo>
                  <a:pt x="14388" y="18417"/>
                  <a:pt x="14699" y="18644"/>
                  <a:pt x="15095" y="1865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6" name="Shape 2628">
            <a:extLst>
              <a:ext uri="{FF2B5EF4-FFF2-40B4-BE49-F238E27FC236}">
                <a16:creationId xmlns:a16="http://schemas.microsoft.com/office/drawing/2014/main" id="{8581E1A1-1556-3040-083F-EEEFCE75B31E}"/>
              </a:ext>
            </a:extLst>
          </p:cNvPr>
          <p:cNvSpPr/>
          <p:nvPr/>
        </p:nvSpPr>
        <p:spPr>
          <a:xfrm>
            <a:off x="7841795" y="347254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6445" y="20618"/>
                </a:moveTo>
                <a:cubicBezTo>
                  <a:pt x="15830" y="20618"/>
                  <a:pt x="15230" y="20482"/>
                  <a:pt x="14664" y="20214"/>
                </a:cubicBezTo>
                <a:cubicBezTo>
                  <a:pt x="14611" y="20189"/>
                  <a:pt x="14556" y="20170"/>
                  <a:pt x="14501" y="20155"/>
                </a:cubicBezTo>
                <a:cubicBezTo>
                  <a:pt x="8920" y="17308"/>
                  <a:pt x="4296" y="12685"/>
                  <a:pt x="1448" y="7105"/>
                </a:cubicBezTo>
                <a:cubicBezTo>
                  <a:pt x="1432" y="7048"/>
                  <a:pt x="1412" y="6991"/>
                  <a:pt x="1386" y="6936"/>
                </a:cubicBezTo>
                <a:cubicBezTo>
                  <a:pt x="1118" y="6369"/>
                  <a:pt x="982" y="5770"/>
                  <a:pt x="982" y="5155"/>
                </a:cubicBezTo>
                <a:cubicBezTo>
                  <a:pt x="982" y="2774"/>
                  <a:pt x="3067" y="982"/>
                  <a:pt x="4418" y="982"/>
                </a:cubicBezTo>
                <a:cubicBezTo>
                  <a:pt x="4595" y="982"/>
                  <a:pt x="4712" y="1072"/>
                  <a:pt x="4765" y="1126"/>
                </a:cubicBezTo>
                <a:cubicBezTo>
                  <a:pt x="4777" y="1139"/>
                  <a:pt x="4800" y="1164"/>
                  <a:pt x="4832" y="1216"/>
                </a:cubicBezTo>
                <a:cubicBezTo>
                  <a:pt x="4849" y="1244"/>
                  <a:pt x="4868" y="1271"/>
                  <a:pt x="4888" y="1297"/>
                </a:cubicBezTo>
                <a:lnTo>
                  <a:pt x="8121" y="5453"/>
                </a:lnTo>
                <a:cubicBezTo>
                  <a:pt x="8146" y="5485"/>
                  <a:pt x="8173" y="5515"/>
                  <a:pt x="8202" y="5544"/>
                </a:cubicBezTo>
                <a:cubicBezTo>
                  <a:pt x="8255" y="5598"/>
                  <a:pt x="8345" y="5715"/>
                  <a:pt x="8345" y="5891"/>
                </a:cubicBezTo>
                <a:cubicBezTo>
                  <a:pt x="8345" y="5978"/>
                  <a:pt x="8321" y="6060"/>
                  <a:pt x="8274" y="6135"/>
                </a:cubicBezTo>
                <a:lnTo>
                  <a:pt x="7180" y="7221"/>
                </a:lnTo>
                <a:cubicBezTo>
                  <a:pt x="7175" y="7226"/>
                  <a:pt x="7170" y="7231"/>
                  <a:pt x="7165" y="7236"/>
                </a:cubicBezTo>
                <a:cubicBezTo>
                  <a:pt x="6769" y="7609"/>
                  <a:pt x="6543" y="8126"/>
                  <a:pt x="6543" y="8668"/>
                </a:cubicBezTo>
                <a:cubicBezTo>
                  <a:pt x="6543" y="9175"/>
                  <a:pt x="6740" y="9658"/>
                  <a:pt x="7082" y="10020"/>
                </a:cubicBezTo>
                <a:cubicBezTo>
                  <a:pt x="7094" y="10040"/>
                  <a:pt x="7107" y="10059"/>
                  <a:pt x="7121" y="10078"/>
                </a:cubicBezTo>
                <a:cubicBezTo>
                  <a:pt x="8327" y="11745"/>
                  <a:pt x="9810" y="13222"/>
                  <a:pt x="11528" y="14469"/>
                </a:cubicBezTo>
                <a:cubicBezTo>
                  <a:pt x="11541" y="14478"/>
                  <a:pt x="11555" y="14487"/>
                  <a:pt x="11568" y="14496"/>
                </a:cubicBezTo>
                <a:cubicBezTo>
                  <a:pt x="11931" y="14844"/>
                  <a:pt x="12418" y="15045"/>
                  <a:pt x="12928" y="15045"/>
                </a:cubicBezTo>
                <a:cubicBezTo>
                  <a:pt x="13440" y="15045"/>
                  <a:pt x="13934" y="14840"/>
                  <a:pt x="14301" y="14479"/>
                </a:cubicBezTo>
                <a:cubicBezTo>
                  <a:pt x="14320" y="14463"/>
                  <a:pt x="14338" y="14446"/>
                  <a:pt x="14356" y="14427"/>
                </a:cubicBezTo>
                <a:lnTo>
                  <a:pt x="15456" y="13320"/>
                </a:lnTo>
                <a:cubicBezTo>
                  <a:pt x="15533" y="13271"/>
                  <a:pt x="15615" y="13247"/>
                  <a:pt x="15701" y="13247"/>
                </a:cubicBezTo>
                <a:cubicBezTo>
                  <a:pt x="15878" y="13247"/>
                  <a:pt x="15995" y="13337"/>
                  <a:pt x="16048" y="13391"/>
                </a:cubicBezTo>
                <a:cubicBezTo>
                  <a:pt x="16077" y="13420"/>
                  <a:pt x="16108" y="13447"/>
                  <a:pt x="16140" y="13472"/>
                </a:cubicBezTo>
                <a:lnTo>
                  <a:pt x="20296" y="16704"/>
                </a:lnTo>
                <a:cubicBezTo>
                  <a:pt x="20323" y="16725"/>
                  <a:pt x="20351" y="16744"/>
                  <a:pt x="20379" y="16762"/>
                </a:cubicBezTo>
                <a:cubicBezTo>
                  <a:pt x="20431" y="16795"/>
                  <a:pt x="20455" y="16816"/>
                  <a:pt x="20466" y="16827"/>
                </a:cubicBezTo>
                <a:cubicBezTo>
                  <a:pt x="20520" y="16881"/>
                  <a:pt x="20610" y="16997"/>
                  <a:pt x="20610" y="17174"/>
                </a:cubicBezTo>
                <a:cubicBezTo>
                  <a:pt x="20610" y="17207"/>
                  <a:pt x="20612" y="17240"/>
                  <a:pt x="20616" y="17273"/>
                </a:cubicBezTo>
                <a:cubicBezTo>
                  <a:pt x="20539" y="18625"/>
                  <a:pt x="18774" y="20618"/>
                  <a:pt x="16445" y="20618"/>
                </a:cubicBezTo>
                <a:moveTo>
                  <a:pt x="21600" y="17174"/>
                </a:moveTo>
                <a:lnTo>
                  <a:pt x="21592" y="17174"/>
                </a:lnTo>
                <a:cubicBezTo>
                  <a:pt x="21592" y="16768"/>
                  <a:pt x="21427" y="16399"/>
                  <a:pt x="21161" y="16133"/>
                </a:cubicBezTo>
                <a:cubicBezTo>
                  <a:pt x="21082" y="16054"/>
                  <a:pt x="20994" y="15988"/>
                  <a:pt x="20899" y="15929"/>
                </a:cubicBezTo>
                <a:lnTo>
                  <a:pt x="16743" y="12697"/>
                </a:lnTo>
                <a:cubicBezTo>
                  <a:pt x="16476" y="12430"/>
                  <a:pt x="16108" y="12265"/>
                  <a:pt x="15701" y="12265"/>
                </a:cubicBezTo>
                <a:cubicBezTo>
                  <a:pt x="15368" y="12265"/>
                  <a:pt x="15065" y="12380"/>
                  <a:pt x="14819" y="12567"/>
                </a:cubicBezTo>
                <a:lnTo>
                  <a:pt x="13659" y="13736"/>
                </a:lnTo>
                <a:lnTo>
                  <a:pt x="13656" y="13733"/>
                </a:lnTo>
                <a:cubicBezTo>
                  <a:pt x="13477" y="13934"/>
                  <a:pt x="13218" y="14063"/>
                  <a:pt x="12928" y="14063"/>
                </a:cubicBezTo>
                <a:cubicBezTo>
                  <a:pt x="12595" y="14063"/>
                  <a:pt x="12303" y="13897"/>
                  <a:pt x="12125" y="13645"/>
                </a:cubicBezTo>
                <a:cubicBezTo>
                  <a:pt x="12119" y="13654"/>
                  <a:pt x="12111" y="13663"/>
                  <a:pt x="12104" y="13674"/>
                </a:cubicBezTo>
                <a:cubicBezTo>
                  <a:pt x="10500" y="12510"/>
                  <a:pt x="9078" y="11108"/>
                  <a:pt x="7916" y="9502"/>
                </a:cubicBezTo>
                <a:cubicBezTo>
                  <a:pt x="7927" y="9495"/>
                  <a:pt x="7937" y="9486"/>
                  <a:pt x="7949" y="9479"/>
                </a:cubicBezTo>
                <a:cubicBezTo>
                  <a:pt x="7693" y="9299"/>
                  <a:pt x="7525" y="9004"/>
                  <a:pt x="7525" y="8668"/>
                </a:cubicBezTo>
                <a:cubicBezTo>
                  <a:pt x="7525" y="8367"/>
                  <a:pt x="7662" y="8101"/>
                  <a:pt x="7873" y="7920"/>
                </a:cubicBezTo>
                <a:lnTo>
                  <a:pt x="7872" y="7918"/>
                </a:lnTo>
                <a:lnTo>
                  <a:pt x="9026" y="6773"/>
                </a:lnTo>
                <a:cubicBezTo>
                  <a:pt x="9213" y="6528"/>
                  <a:pt x="9327" y="6224"/>
                  <a:pt x="9327" y="5891"/>
                </a:cubicBezTo>
                <a:cubicBezTo>
                  <a:pt x="9327" y="5485"/>
                  <a:pt x="9162" y="5116"/>
                  <a:pt x="8896" y="4850"/>
                </a:cubicBezTo>
                <a:lnTo>
                  <a:pt x="5663" y="693"/>
                </a:lnTo>
                <a:cubicBezTo>
                  <a:pt x="5604" y="599"/>
                  <a:pt x="5538" y="510"/>
                  <a:pt x="5459" y="432"/>
                </a:cubicBezTo>
                <a:cubicBezTo>
                  <a:pt x="5193" y="165"/>
                  <a:pt x="4825" y="0"/>
                  <a:pt x="4418" y="0"/>
                </a:cubicBezTo>
                <a:cubicBezTo>
                  <a:pt x="2455" y="0"/>
                  <a:pt x="0" y="2308"/>
                  <a:pt x="0" y="5155"/>
                </a:cubicBezTo>
                <a:cubicBezTo>
                  <a:pt x="0" y="5943"/>
                  <a:pt x="183" y="6688"/>
                  <a:pt x="499" y="7356"/>
                </a:cubicBezTo>
                <a:lnTo>
                  <a:pt x="483" y="7373"/>
                </a:lnTo>
                <a:cubicBezTo>
                  <a:pt x="3436" y="13255"/>
                  <a:pt x="8345" y="18164"/>
                  <a:pt x="14228" y="21117"/>
                </a:cubicBezTo>
                <a:lnTo>
                  <a:pt x="14244" y="21101"/>
                </a:lnTo>
                <a:cubicBezTo>
                  <a:pt x="14912" y="21418"/>
                  <a:pt x="15657" y="21600"/>
                  <a:pt x="16445" y="21600"/>
                </a:cubicBezTo>
                <a:cubicBezTo>
                  <a:pt x="19292" y="21600"/>
                  <a:pt x="21600" y="19145"/>
                  <a:pt x="21600" y="17182"/>
                </a:cubicBezTo>
                <a:cubicBezTo>
                  <a:pt x="21600" y="17179"/>
                  <a:pt x="21600" y="17177"/>
                  <a:pt x="21600" y="1717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7" name="Shape 2629">
            <a:extLst>
              <a:ext uri="{FF2B5EF4-FFF2-40B4-BE49-F238E27FC236}">
                <a16:creationId xmlns:a16="http://schemas.microsoft.com/office/drawing/2014/main" id="{E5632BCE-1AAE-6B05-9D79-6E0BF821D0A9}"/>
              </a:ext>
            </a:extLst>
          </p:cNvPr>
          <p:cNvSpPr/>
          <p:nvPr/>
        </p:nvSpPr>
        <p:spPr>
          <a:xfrm>
            <a:off x="8375056" y="3472548"/>
            <a:ext cx="279405" cy="279328"/>
          </a:xfrm>
          <a:custGeom>
            <a:avLst/>
            <a:gdLst/>
            <a:ahLst/>
            <a:cxnLst>
              <a:cxn ang="0">
                <a:pos x="wd2" y="hd2"/>
              </a:cxn>
              <a:cxn ang="5400000">
                <a:pos x="wd2" y="hd2"/>
              </a:cxn>
              <a:cxn ang="10800000">
                <a:pos x="wd2" y="hd2"/>
              </a:cxn>
              <a:cxn ang="16200000">
                <a:pos x="wd2" y="hd2"/>
              </a:cxn>
            </a:cxnLst>
            <a:rect l="0" t="0" r="r" b="b"/>
            <a:pathLst>
              <a:path w="21600" h="21600" extrusionOk="0">
                <a:moveTo>
                  <a:pt x="16441" y="20618"/>
                </a:moveTo>
                <a:cubicBezTo>
                  <a:pt x="15826" y="20618"/>
                  <a:pt x="15226" y="20482"/>
                  <a:pt x="14660" y="20214"/>
                </a:cubicBezTo>
                <a:cubicBezTo>
                  <a:pt x="14607" y="20189"/>
                  <a:pt x="14552" y="20170"/>
                  <a:pt x="14497" y="20155"/>
                </a:cubicBezTo>
                <a:cubicBezTo>
                  <a:pt x="8918" y="17308"/>
                  <a:pt x="4295" y="12685"/>
                  <a:pt x="1448" y="7105"/>
                </a:cubicBezTo>
                <a:cubicBezTo>
                  <a:pt x="1432" y="7048"/>
                  <a:pt x="1412" y="6991"/>
                  <a:pt x="1386" y="6936"/>
                </a:cubicBezTo>
                <a:cubicBezTo>
                  <a:pt x="1117" y="6369"/>
                  <a:pt x="982" y="5770"/>
                  <a:pt x="982" y="5155"/>
                </a:cubicBezTo>
                <a:cubicBezTo>
                  <a:pt x="982" y="2774"/>
                  <a:pt x="3066" y="982"/>
                  <a:pt x="4417" y="982"/>
                </a:cubicBezTo>
                <a:cubicBezTo>
                  <a:pt x="4594" y="982"/>
                  <a:pt x="4711" y="1072"/>
                  <a:pt x="4764" y="1126"/>
                </a:cubicBezTo>
                <a:cubicBezTo>
                  <a:pt x="4776" y="1139"/>
                  <a:pt x="4798" y="1164"/>
                  <a:pt x="4831" y="1216"/>
                </a:cubicBezTo>
                <a:cubicBezTo>
                  <a:pt x="4848" y="1244"/>
                  <a:pt x="4867" y="1271"/>
                  <a:pt x="4887" y="1297"/>
                </a:cubicBezTo>
                <a:lnTo>
                  <a:pt x="8118" y="5453"/>
                </a:lnTo>
                <a:cubicBezTo>
                  <a:pt x="8143" y="5485"/>
                  <a:pt x="8170" y="5515"/>
                  <a:pt x="8199" y="5544"/>
                </a:cubicBezTo>
                <a:cubicBezTo>
                  <a:pt x="8253" y="5598"/>
                  <a:pt x="8343" y="5715"/>
                  <a:pt x="8343" y="5891"/>
                </a:cubicBezTo>
                <a:cubicBezTo>
                  <a:pt x="8343" y="5978"/>
                  <a:pt x="8319" y="6060"/>
                  <a:pt x="8272" y="6135"/>
                </a:cubicBezTo>
                <a:lnTo>
                  <a:pt x="7178" y="7221"/>
                </a:lnTo>
                <a:cubicBezTo>
                  <a:pt x="7173" y="7226"/>
                  <a:pt x="7168" y="7231"/>
                  <a:pt x="7163" y="7236"/>
                </a:cubicBezTo>
                <a:cubicBezTo>
                  <a:pt x="6767" y="7609"/>
                  <a:pt x="6541" y="8126"/>
                  <a:pt x="6541" y="8668"/>
                </a:cubicBezTo>
                <a:cubicBezTo>
                  <a:pt x="6541" y="9175"/>
                  <a:pt x="6738" y="9658"/>
                  <a:pt x="7080" y="10020"/>
                </a:cubicBezTo>
                <a:cubicBezTo>
                  <a:pt x="7092" y="10040"/>
                  <a:pt x="7105" y="10059"/>
                  <a:pt x="7119" y="10078"/>
                </a:cubicBezTo>
                <a:cubicBezTo>
                  <a:pt x="8325" y="11745"/>
                  <a:pt x="9807" y="13222"/>
                  <a:pt x="11525" y="14469"/>
                </a:cubicBezTo>
                <a:cubicBezTo>
                  <a:pt x="11538" y="14478"/>
                  <a:pt x="11551" y="14487"/>
                  <a:pt x="11565" y="14496"/>
                </a:cubicBezTo>
                <a:cubicBezTo>
                  <a:pt x="11928" y="14844"/>
                  <a:pt x="12414" y="15045"/>
                  <a:pt x="12924" y="15045"/>
                </a:cubicBezTo>
                <a:cubicBezTo>
                  <a:pt x="13436" y="15045"/>
                  <a:pt x="13930" y="14840"/>
                  <a:pt x="14297" y="14479"/>
                </a:cubicBezTo>
                <a:cubicBezTo>
                  <a:pt x="14316" y="14463"/>
                  <a:pt x="14335" y="14446"/>
                  <a:pt x="14352" y="14427"/>
                </a:cubicBezTo>
                <a:lnTo>
                  <a:pt x="15451" y="13320"/>
                </a:lnTo>
                <a:cubicBezTo>
                  <a:pt x="15529" y="13271"/>
                  <a:pt x="15611" y="13247"/>
                  <a:pt x="15697" y="13247"/>
                </a:cubicBezTo>
                <a:cubicBezTo>
                  <a:pt x="15874" y="13247"/>
                  <a:pt x="15990" y="13337"/>
                  <a:pt x="16044" y="13391"/>
                </a:cubicBezTo>
                <a:cubicBezTo>
                  <a:pt x="16073" y="13420"/>
                  <a:pt x="16103" y="13447"/>
                  <a:pt x="16135" y="13472"/>
                </a:cubicBezTo>
                <a:lnTo>
                  <a:pt x="20291" y="16704"/>
                </a:lnTo>
                <a:cubicBezTo>
                  <a:pt x="20317" y="16725"/>
                  <a:pt x="20345" y="16744"/>
                  <a:pt x="20374" y="16762"/>
                </a:cubicBezTo>
                <a:cubicBezTo>
                  <a:pt x="20426" y="16795"/>
                  <a:pt x="20449" y="16816"/>
                  <a:pt x="20461" y="16827"/>
                </a:cubicBezTo>
                <a:cubicBezTo>
                  <a:pt x="20515" y="16881"/>
                  <a:pt x="20605" y="16997"/>
                  <a:pt x="20605" y="17174"/>
                </a:cubicBezTo>
                <a:cubicBezTo>
                  <a:pt x="20605" y="17207"/>
                  <a:pt x="20606" y="17240"/>
                  <a:pt x="20610" y="17273"/>
                </a:cubicBezTo>
                <a:cubicBezTo>
                  <a:pt x="20533" y="18625"/>
                  <a:pt x="18769" y="20618"/>
                  <a:pt x="16441" y="20618"/>
                </a:cubicBezTo>
                <a:moveTo>
                  <a:pt x="21586" y="17174"/>
                </a:moveTo>
                <a:cubicBezTo>
                  <a:pt x="21586" y="16768"/>
                  <a:pt x="21421" y="16399"/>
                  <a:pt x="21155" y="16133"/>
                </a:cubicBezTo>
                <a:cubicBezTo>
                  <a:pt x="21077" y="16054"/>
                  <a:pt x="20988" y="15988"/>
                  <a:pt x="20893" y="15929"/>
                </a:cubicBezTo>
                <a:lnTo>
                  <a:pt x="16738" y="12697"/>
                </a:lnTo>
                <a:cubicBezTo>
                  <a:pt x="16471" y="12430"/>
                  <a:pt x="16104" y="12265"/>
                  <a:pt x="15697" y="12265"/>
                </a:cubicBezTo>
                <a:cubicBezTo>
                  <a:pt x="15364" y="12265"/>
                  <a:pt x="15060" y="12380"/>
                  <a:pt x="14815" y="12567"/>
                </a:cubicBezTo>
                <a:lnTo>
                  <a:pt x="13655" y="13736"/>
                </a:lnTo>
                <a:lnTo>
                  <a:pt x="13652" y="13733"/>
                </a:lnTo>
                <a:cubicBezTo>
                  <a:pt x="13473" y="13934"/>
                  <a:pt x="13214" y="14063"/>
                  <a:pt x="12924" y="14063"/>
                </a:cubicBezTo>
                <a:cubicBezTo>
                  <a:pt x="12592" y="14063"/>
                  <a:pt x="12300" y="13897"/>
                  <a:pt x="12122" y="13645"/>
                </a:cubicBezTo>
                <a:cubicBezTo>
                  <a:pt x="12116" y="13654"/>
                  <a:pt x="12107" y="13663"/>
                  <a:pt x="12101" y="13674"/>
                </a:cubicBezTo>
                <a:cubicBezTo>
                  <a:pt x="10497" y="12510"/>
                  <a:pt x="9076" y="11108"/>
                  <a:pt x="7914" y="9502"/>
                </a:cubicBezTo>
                <a:cubicBezTo>
                  <a:pt x="7925" y="9495"/>
                  <a:pt x="7935" y="9486"/>
                  <a:pt x="7947" y="9479"/>
                </a:cubicBezTo>
                <a:cubicBezTo>
                  <a:pt x="7691" y="9299"/>
                  <a:pt x="7523" y="9004"/>
                  <a:pt x="7523" y="8668"/>
                </a:cubicBezTo>
                <a:cubicBezTo>
                  <a:pt x="7523" y="8367"/>
                  <a:pt x="7659" y="8101"/>
                  <a:pt x="7871" y="7920"/>
                </a:cubicBezTo>
                <a:lnTo>
                  <a:pt x="7870" y="7918"/>
                </a:lnTo>
                <a:lnTo>
                  <a:pt x="9023" y="6773"/>
                </a:lnTo>
                <a:cubicBezTo>
                  <a:pt x="9211" y="6528"/>
                  <a:pt x="9325" y="6224"/>
                  <a:pt x="9325" y="5891"/>
                </a:cubicBezTo>
                <a:cubicBezTo>
                  <a:pt x="9325" y="5485"/>
                  <a:pt x="9160" y="5116"/>
                  <a:pt x="8893" y="4850"/>
                </a:cubicBezTo>
                <a:lnTo>
                  <a:pt x="5662" y="693"/>
                </a:lnTo>
                <a:cubicBezTo>
                  <a:pt x="5603" y="599"/>
                  <a:pt x="5537" y="510"/>
                  <a:pt x="5458" y="432"/>
                </a:cubicBezTo>
                <a:cubicBezTo>
                  <a:pt x="5191" y="165"/>
                  <a:pt x="4823" y="0"/>
                  <a:pt x="4417" y="0"/>
                </a:cubicBezTo>
                <a:cubicBezTo>
                  <a:pt x="2454" y="0"/>
                  <a:pt x="0" y="2308"/>
                  <a:pt x="0" y="5155"/>
                </a:cubicBezTo>
                <a:cubicBezTo>
                  <a:pt x="0" y="5943"/>
                  <a:pt x="183" y="6688"/>
                  <a:pt x="499" y="7356"/>
                </a:cubicBezTo>
                <a:lnTo>
                  <a:pt x="482" y="7373"/>
                </a:lnTo>
                <a:cubicBezTo>
                  <a:pt x="3435" y="13255"/>
                  <a:pt x="8343" y="18164"/>
                  <a:pt x="14224" y="21117"/>
                </a:cubicBezTo>
                <a:lnTo>
                  <a:pt x="14240" y="21101"/>
                </a:lnTo>
                <a:cubicBezTo>
                  <a:pt x="14908" y="21418"/>
                  <a:pt x="15652" y="21600"/>
                  <a:pt x="16441" y="21600"/>
                </a:cubicBezTo>
                <a:cubicBezTo>
                  <a:pt x="19287" y="21600"/>
                  <a:pt x="21594" y="19145"/>
                  <a:pt x="21594" y="17182"/>
                </a:cubicBezTo>
                <a:cubicBezTo>
                  <a:pt x="21594" y="17179"/>
                  <a:pt x="21594" y="17177"/>
                  <a:pt x="21594" y="17174"/>
                </a:cubicBezTo>
                <a:cubicBezTo>
                  <a:pt x="21594" y="17174"/>
                  <a:pt x="21586" y="17174"/>
                  <a:pt x="21586" y="17174"/>
                </a:cubicBezTo>
                <a:close/>
                <a:moveTo>
                  <a:pt x="11785" y="10800"/>
                </a:moveTo>
                <a:cubicBezTo>
                  <a:pt x="12326" y="10800"/>
                  <a:pt x="12766" y="10360"/>
                  <a:pt x="12766" y="9819"/>
                </a:cubicBezTo>
                <a:cubicBezTo>
                  <a:pt x="12766" y="9276"/>
                  <a:pt x="12326" y="8836"/>
                  <a:pt x="11785" y="8836"/>
                </a:cubicBezTo>
                <a:cubicBezTo>
                  <a:pt x="11242" y="8836"/>
                  <a:pt x="10803" y="9276"/>
                  <a:pt x="10803" y="9819"/>
                </a:cubicBezTo>
                <a:cubicBezTo>
                  <a:pt x="10803" y="10360"/>
                  <a:pt x="11242" y="10800"/>
                  <a:pt x="11785" y="10800"/>
                </a:cubicBezTo>
                <a:moveTo>
                  <a:pt x="11785" y="5891"/>
                </a:moveTo>
                <a:cubicBezTo>
                  <a:pt x="13953" y="5891"/>
                  <a:pt x="15711" y="7649"/>
                  <a:pt x="15711" y="9819"/>
                </a:cubicBezTo>
                <a:cubicBezTo>
                  <a:pt x="15711" y="10090"/>
                  <a:pt x="15930" y="10309"/>
                  <a:pt x="16201" y="10309"/>
                </a:cubicBezTo>
                <a:cubicBezTo>
                  <a:pt x="16472" y="10309"/>
                  <a:pt x="16692" y="10090"/>
                  <a:pt x="16692" y="9819"/>
                </a:cubicBezTo>
                <a:cubicBezTo>
                  <a:pt x="16692" y="7107"/>
                  <a:pt x="14495" y="4909"/>
                  <a:pt x="11785" y="4909"/>
                </a:cubicBezTo>
                <a:cubicBezTo>
                  <a:pt x="11513" y="4909"/>
                  <a:pt x="11294" y="5129"/>
                  <a:pt x="11294" y="5400"/>
                </a:cubicBezTo>
                <a:cubicBezTo>
                  <a:pt x="11294" y="5672"/>
                  <a:pt x="11513" y="5891"/>
                  <a:pt x="11785" y="5891"/>
                </a:cubicBezTo>
                <a:moveTo>
                  <a:pt x="11785" y="982"/>
                </a:moveTo>
                <a:cubicBezTo>
                  <a:pt x="16663" y="982"/>
                  <a:pt x="20618" y="4939"/>
                  <a:pt x="20618" y="9819"/>
                </a:cubicBezTo>
                <a:cubicBezTo>
                  <a:pt x="20618" y="10090"/>
                  <a:pt x="20838" y="10309"/>
                  <a:pt x="21109" y="10309"/>
                </a:cubicBezTo>
                <a:cubicBezTo>
                  <a:pt x="21380" y="10309"/>
                  <a:pt x="21600" y="10090"/>
                  <a:pt x="21600" y="9819"/>
                </a:cubicBezTo>
                <a:cubicBezTo>
                  <a:pt x="21600" y="4396"/>
                  <a:pt x="17206" y="0"/>
                  <a:pt x="11785" y="0"/>
                </a:cubicBezTo>
                <a:cubicBezTo>
                  <a:pt x="11513" y="0"/>
                  <a:pt x="11294" y="220"/>
                  <a:pt x="11294" y="491"/>
                </a:cubicBezTo>
                <a:cubicBezTo>
                  <a:pt x="11294" y="762"/>
                  <a:pt x="11513" y="982"/>
                  <a:pt x="11785" y="9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8" name="Shape 2630">
            <a:extLst>
              <a:ext uri="{FF2B5EF4-FFF2-40B4-BE49-F238E27FC236}">
                <a16:creationId xmlns:a16="http://schemas.microsoft.com/office/drawing/2014/main" id="{C65EEC72-61F7-31C8-5DEF-712DCA473542}"/>
              </a:ext>
            </a:extLst>
          </p:cNvPr>
          <p:cNvSpPr/>
          <p:nvPr/>
        </p:nvSpPr>
        <p:spPr>
          <a:xfrm>
            <a:off x="8971800" y="3472548"/>
            <a:ext cx="152368" cy="279328"/>
          </a:xfrm>
          <a:custGeom>
            <a:avLst/>
            <a:gdLst/>
            <a:ahLst/>
            <a:cxnLst>
              <a:cxn ang="0">
                <a:pos x="wd2" y="hd2"/>
              </a:cxn>
              <a:cxn ang="5400000">
                <a:pos x="wd2" y="hd2"/>
              </a:cxn>
              <a:cxn ang="10800000">
                <a:pos x="wd2" y="hd2"/>
              </a:cxn>
              <a:cxn ang="16200000">
                <a:pos x="wd2" y="hd2"/>
              </a:cxn>
            </a:cxnLst>
            <a:rect l="0" t="0" r="r" b="b"/>
            <a:pathLst>
              <a:path w="21600" h="21600" extrusionOk="0">
                <a:moveTo>
                  <a:pt x="9507" y="18651"/>
                </a:moveTo>
                <a:lnTo>
                  <a:pt x="10795" y="12327"/>
                </a:lnTo>
                <a:lnTo>
                  <a:pt x="10781" y="12326"/>
                </a:lnTo>
                <a:cubicBezTo>
                  <a:pt x="10785" y="12307"/>
                  <a:pt x="10800" y="12292"/>
                  <a:pt x="10800" y="12273"/>
                </a:cubicBezTo>
                <a:cubicBezTo>
                  <a:pt x="10800" y="12001"/>
                  <a:pt x="10398" y="11782"/>
                  <a:pt x="9900" y="11782"/>
                </a:cubicBezTo>
                <a:lnTo>
                  <a:pt x="2149" y="11782"/>
                </a:lnTo>
                <a:lnTo>
                  <a:pt x="8749" y="982"/>
                </a:lnTo>
                <a:lnTo>
                  <a:pt x="15850" y="982"/>
                </a:lnTo>
                <a:lnTo>
                  <a:pt x="11436" y="8190"/>
                </a:lnTo>
                <a:lnTo>
                  <a:pt x="11447" y="8192"/>
                </a:lnTo>
                <a:cubicBezTo>
                  <a:pt x="11417" y="8241"/>
                  <a:pt x="11391" y="8291"/>
                  <a:pt x="11391" y="8345"/>
                </a:cubicBezTo>
                <a:cubicBezTo>
                  <a:pt x="11391" y="8617"/>
                  <a:pt x="11794" y="8836"/>
                  <a:pt x="12291" y="8836"/>
                </a:cubicBezTo>
                <a:lnTo>
                  <a:pt x="19195" y="8836"/>
                </a:lnTo>
                <a:cubicBezTo>
                  <a:pt x="19195" y="8836"/>
                  <a:pt x="9507" y="18651"/>
                  <a:pt x="9507" y="18651"/>
                </a:cubicBezTo>
                <a:close/>
                <a:moveTo>
                  <a:pt x="21600" y="8345"/>
                </a:moveTo>
                <a:cubicBezTo>
                  <a:pt x="21600" y="8074"/>
                  <a:pt x="21197" y="7855"/>
                  <a:pt x="20700" y="7855"/>
                </a:cubicBezTo>
                <a:lnTo>
                  <a:pt x="13541" y="7855"/>
                </a:lnTo>
                <a:lnTo>
                  <a:pt x="17954" y="646"/>
                </a:lnTo>
                <a:lnTo>
                  <a:pt x="17944" y="644"/>
                </a:lnTo>
                <a:cubicBezTo>
                  <a:pt x="17974" y="595"/>
                  <a:pt x="18000" y="545"/>
                  <a:pt x="18000" y="491"/>
                </a:cubicBezTo>
                <a:cubicBezTo>
                  <a:pt x="18000" y="220"/>
                  <a:pt x="17598" y="0"/>
                  <a:pt x="17100" y="0"/>
                </a:cubicBezTo>
                <a:lnTo>
                  <a:pt x="8101" y="0"/>
                </a:lnTo>
                <a:cubicBezTo>
                  <a:pt x="7703" y="0"/>
                  <a:pt x="7376" y="143"/>
                  <a:pt x="7257" y="337"/>
                </a:cubicBezTo>
                <a:lnTo>
                  <a:pt x="7246" y="335"/>
                </a:lnTo>
                <a:lnTo>
                  <a:pt x="47" y="12117"/>
                </a:lnTo>
                <a:lnTo>
                  <a:pt x="57" y="12120"/>
                </a:lnTo>
                <a:cubicBezTo>
                  <a:pt x="27" y="12168"/>
                  <a:pt x="0" y="12218"/>
                  <a:pt x="0" y="12273"/>
                </a:cubicBezTo>
                <a:cubicBezTo>
                  <a:pt x="0" y="12544"/>
                  <a:pt x="403" y="12764"/>
                  <a:pt x="900" y="12764"/>
                </a:cubicBezTo>
                <a:lnTo>
                  <a:pt x="8895" y="12764"/>
                </a:lnTo>
                <a:lnTo>
                  <a:pt x="7206" y="21055"/>
                </a:lnTo>
                <a:lnTo>
                  <a:pt x="7220" y="21056"/>
                </a:lnTo>
                <a:cubicBezTo>
                  <a:pt x="7216" y="21074"/>
                  <a:pt x="7200" y="21090"/>
                  <a:pt x="7200" y="21109"/>
                </a:cubicBezTo>
                <a:cubicBezTo>
                  <a:pt x="7200" y="21380"/>
                  <a:pt x="7603" y="21600"/>
                  <a:pt x="8101" y="21600"/>
                </a:cubicBezTo>
                <a:cubicBezTo>
                  <a:pt x="8464" y="21600"/>
                  <a:pt x="8761" y="21480"/>
                  <a:pt x="8900" y="21310"/>
                </a:cubicBezTo>
                <a:lnTo>
                  <a:pt x="8918" y="21315"/>
                </a:lnTo>
                <a:lnTo>
                  <a:pt x="21517" y="8551"/>
                </a:lnTo>
                <a:lnTo>
                  <a:pt x="21513" y="8550"/>
                </a:lnTo>
                <a:cubicBezTo>
                  <a:pt x="21567" y="8487"/>
                  <a:pt x="21600" y="8419"/>
                  <a:pt x="21600" y="83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9" name="Shape 2631">
            <a:extLst>
              <a:ext uri="{FF2B5EF4-FFF2-40B4-BE49-F238E27FC236}">
                <a16:creationId xmlns:a16="http://schemas.microsoft.com/office/drawing/2014/main" id="{8D3BF9A4-E2FD-EFDB-1B00-88833B8DEF62}"/>
              </a:ext>
            </a:extLst>
          </p:cNvPr>
          <p:cNvSpPr/>
          <p:nvPr/>
        </p:nvSpPr>
        <p:spPr>
          <a:xfrm>
            <a:off x="9441578" y="3497941"/>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19636" y="3600"/>
                </a:moveTo>
                <a:lnTo>
                  <a:pt x="1964" y="3600"/>
                </a:lnTo>
                <a:lnTo>
                  <a:pt x="1964" y="1200"/>
                </a:lnTo>
                <a:lnTo>
                  <a:pt x="19636" y="1200"/>
                </a:lnTo>
                <a:cubicBezTo>
                  <a:pt x="19636" y="1200"/>
                  <a:pt x="19636" y="3600"/>
                  <a:pt x="19636" y="3600"/>
                </a:cubicBezTo>
                <a:close/>
                <a:moveTo>
                  <a:pt x="17182" y="6000"/>
                </a:moveTo>
                <a:lnTo>
                  <a:pt x="17182" y="4800"/>
                </a:lnTo>
                <a:lnTo>
                  <a:pt x="19145" y="4800"/>
                </a:lnTo>
                <a:lnTo>
                  <a:pt x="19145" y="6000"/>
                </a:lnTo>
                <a:cubicBezTo>
                  <a:pt x="19145" y="6662"/>
                  <a:pt x="18705" y="7200"/>
                  <a:pt x="18164" y="7200"/>
                </a:cubicBezTo>
                <a:cubicBezTo>
                  <a:pt x="17621" y="7200"/>
                  <a:pt x="17182" y="6662"/>
                  <a:pt x="17182" y="6000"/>
                </a:cubicBezTo>
                <a:moveTo>
                  <a:pt x="14236" y="6000"/>
                </a:moveTo>
                <a:lnTo>
                  <a:pt x="14236" y="4800"/>
                </a:lnTo>
                <a:lnTo>
                  <a:pt x="16200" y="4800"/>
                </a:lnTo>
                <a:lnTo>
                  <a:pt x="16200" y="6000"/>
                </a:lnTo>
                <a:cubicBezTo>
                  <a:pt x="16200" y="6662"/>
                  <a:pt x="15760" y="7200"/>
                  <a:pt x="15218" y="7200"/>
                </a:cubicBezTo>
                <a:cubicBezTo>
                  <a:pt x="14675" y="7200"/>
                  <a:pt x="14236" y="6662"/>
                  <a:pt x="14236" y="6000"/>
                </a:cubicBezTo>
                <a:moveTo>
                  <a:pt x="11291" y="6000"/>
                </a:moveTo>
                <a:lnTo>
                  <a:pt x="11291" y="4800"/>
                </a:lnTo>
                <a:lnTo>
                  <a:pt x="13255" y="4800"/>
                </a:lnTo>
                <a:lnTo>
                  <a:pt x="13255" y="6000"/>
                </a:lnTo>
                <a:cubicBezTo>
                  <a:pt x="13255" y="6662"/>
                  <a:pt x="12814" y="7200"/>
                  <a:pt x="12273" y="7200"/>
                </a:cubicBezTo>
                <a:cubicBezTo>
                  <a:pt x="11730" y="7200"/>
                  <a:pt x="11291" y="6662"/>
                  <a:pt x="11291" y="6000"/>
                </a:cubicBezTo>
                <a:moveTo>
                  <a:pt x="8345" y="6000"/>
                </a:moveTo>
                <a:lnTo>
                  <a:pt x="8345" y="4800"/>
                </a:lnTo>
                <a:lnTo>
                  <a:pt x="10309" y="4800"/>
                </a:lnTo>
                <a:lnTo>
                  <a:pt x="10309" y="6000"/>
                </a:lnTo>
                <a:cubicBezTo>
                  <a:pt x="10309" y="6662"/>
                  <a:pt x="9869" y="7200"/>
                  <a:pt x="9327" y="7200"/>
                </a:cubicBezTo>
                <a:cubicBezTo>
                  <a:pt x="8785" y="7200"/>
                  <a:pt x="8345" y="6662"/>
                  <a:pt x="8345" y="6000"/>
                </a:cubicBezTo>
                <a:moveTo>
                  <a:pt x="5400" y="6000"/>
                </a:moveTo>
                <a:lnTo>
                  <a:pt x="5400" y="4800"/>
                </a:lnTo>
                <a:lnTo>
                  <a:pt x="7364" y="4800"/>
                </a:lnTo>
                <a:lnTo>
                  <a:pt x="7364" y="6000"/>
                </a:lnTo>
                <a:cubicBezTo>
                  <a:pt x="7364" y="6662"/>
                  <a:pt x="6924" y="7200"/>
                  <a:pt x="6382" y="7200"/>
                </a:cubicBezTo>
                <a:cubicBezTo>
                  <a:pt x="5839" y="7200"/>
                  <a:pt x="5400" y="6662"/>
                  <a:pt x="5400" y="6000"/>
                </a:cubicBezTo>
                <a:moveTo>
                  <a:pt x="2455" y="6000"/>
                </a:moveTo>
                <a:lnTo>
                  <a:pt x="2455" y="4800"/>
                </a:lnTo>
                <a:lnTo>
                  <a:pt x="4418" y="4800"/>
                </a:lnTo>
                <a:lnTo>
                  <a:pt x="4418" y="6000"/>
                </a:lnTo>
                <a:cubicBezTo>
                  <a:pt x="4418" y="6662"/>
                  <a:pt x="3978" y="7200"/>
                  <a:pt x="3436" y="7200"/>
                </a:cubicBezTo>
                <a:cubicBezTo>
                  <a:pt x="2894" y="7200"/>
                  <a:pt x="2455" y="6662"/>
                  <a:pt x="2455" y="6000"/>
                </a:cubicBezTo>
                <a:moveTo>
                  <a:pt x="19636" y="20400"/>
                </a:moveTo>
                <a:lnTo>
                  <a:pt x="12764" y="20400"/>
                </a:lnTo>
                <a:lnTo>
                  <a:pt x="12764" y="13800"/>
                </a:lnTo>
                <a:cubicBezTo>
                  <a:pt x="12764" y="13469"/>
                  <a:pt x="12544" y="13200"/>
                  <a:pt x="12273" y="13200"/>
                </a:cubicBezTo>
                <a:lnTo>
                  <a:pt x="9327" y="13200"/>
                </a:lnTo>
                <a:cubicBezTo>
                  <a:pt x="9056" y="13200"/>
                  <a:pt x="8836" y="13469"/>
                  <a:pt x="8836" y="13800"/>
                </a:cubicBezTo>
                <a:lnTo>
                  <a:pt x="8836" y="20400"/>
                </a:lnTo>
                <a:lnTo>
                  <a:pt x="1964" y="20400"/>
                </a:lnTo>
                <a:lnTo>
                  <a:pt x="1964" y="7573"/>
                </a:lnTo>
                <a:cubicBezTo>
                  <a:pt x="2324" y="8076"/>
                  <a:pt x="2847" y="8400"/>
                  <a:pt x="3436" y="8400"/>
                </a:cubicBezTo>
                <a:cubicBezTo>
                  <a:pt x="4026" y="8400"/>
                  <a:pt x="4549" y="8076"/>
                  <a:pt x="4909" y="7573"/>
                </a:cubicBezTo>
                <a:cubicBezTo>
                  <a:pt x="5269" y="8076"/>
                  <a:pt x="5792" y="8400"/>
                  <a:pt x="6382" y="8400"/>
                </a:cubicBezTo>
                <a:cubicBezTo>
                  <a:pt x="6971" y="8400"/>
                  <a:pt x="7495" y="8076"/>
                  <a:pt x="7855" y="7573"/>
                </a:cubicBezTo>
                <a:cubicBezTo>
                  <a:pt x="8215" y="8076"/>
                  <a:pt x="8738" y="8400"/>
                  <a:pt x="9327" y="8400"/>
                </a:cubicBezTo>
                <a:cubicBezTo>
                  <a:pt x="9917" y="8400"/>
                  <a:pt x="10440" y="8076"/>
                  <a:pt x="10800" y="7573"/>
                </a:cubicBezTo>
                <a:cubicBezTo>
                  <a:pt x="11160" y="8076"/>
                  <a:pt x="11683" y="8400"/>
                  <a:pt x="12273" y="8400"/>
                </a:cubicBezTo>
                <a:cubicBezTo>
                  <a:pt x="12862" y="8400"/>
                  <a:pt x="13385" y="8076"/>
                  <a:pt x="13745" y="7573"/>
                </a:cubicBezTo>
                <a:cubicBezTo>
                  <a:pt x="14105" y="8076"/>
                  <a:pt x="14629" y="8400"/>
                  <a:pt x="15218" y="8400"/>
                </a:cubicBezTo>
                <a:cubicBezTo>
                  <a:pt x="15808" y="8400"/>
                  <a:pt x="16331" y="8076"/>
                  <a:pt x="16691" y="7573"/>
                </a:cubicBezTo>
                <a:cubicBezTo>
                  <a:pt x="17051" y="8076"/>
                  <a:pt x="17574" y="8400"/>
                  <a:pt x="18164" y="8400"/>
                </a:cubicBezTo>
                <a:cubicBezTo>
                  <a:pt x="18753" y="8400"/>
                  <a:pt x="19276" y="8076"/>
                  <a:pt x="19636" y="7573"/>
                </a:cubicBezTo>
                <a:cubicBezTo>
                  <a:pt x="19636" y="7573"/>
                  <a:pt x="19636" y="20400"/>
                  <a:pt x="19636" y="20400"/>
                </a:cubicBezTo>
                <a:close/>
                <a:moveTo>
                  <a:pt x="11782" y="20400"/>
                </a:moveTo>
                <a:lnTo>
                  <a:pt x="9818" y="20400"/>
                </a:lnTo>
                <a:lnTo>
                  <a:pt x="9818" y="14400"/>
                </a:lnTo>
                <a:lnTo>
                  <a:pt x="11782" y="14400"/>
                </a:lnTo>
                <a:cubicBezTo>
                  <a:pt x="11782" y="14400"/>
                  <a:pt x="11782" y="20400"/>
                  <a:pt x="11782" y="20400"/>
                </a:cubicBezTo>
                <a:close/>
                <a:moveTo>
                  <a:pt x="21109" y="20400"/>
                </a:moveTo>
                <a:lnTo>
                  <a:pt x="20618" y="20400"/>
                </a:lnTo>
                <a:lnTo>
                  <a:pt x="20618" y="4800"/>
                </a:lnTo>
                <a:lnTo>
                  <a:pt x="21109" y="4800"/>
                </a:lnTo>
                <a:cubicBezTo>
                  <a:pt x="21380" y="4800"/>
                  <a:pt x="21600" y="4532"/>
                  <a:pt x="21600" y="4200"/>
                </a:cubicBezTo>
                <a:cubicBezTo>
                  <a:pt x="21600" y="3868"/>
                  <a:pt x="21380" y="3600"/>
                  <a:pt x="21109" y="3600"/>
                </a:cubicBezTo>
                <a:lnTo>
                  <a:pt x="20618" y="3600"/>
                </a:lnTo>
                <a:lnTo>
                  <a:pt x="20618" y="1200"/>
                </a:lnTo>
                <a:cubicBezTo>
                  <a:pt x="20618" y="538"/>
                  <a:pt x="20178" y="0"/>
                  <a:pt x="19636" y="0"/>
                </a:cubicBezTo>
                <a:lnTo>
                  <a:pt x="1964" y="0"/>
                </a:lnTo>
                <a:cubicBezTo>
                  <a:pt x="1421" y="0"/>
                  <a:pt x="982" y="538"/>
                  <a:pt x="982" y="1200"/>
                </a:cubicBezTo>
                <a:lnTo>
                  <a:pt x="982" y="3600"/>
                </a:lnTo>
                <a:lnTo>
                  <a:pt x="491" y="3600"/>
                </a:lnTo>
                <a:cubicBezTo>
                  <a:pt x="220" y="3600"/>
                  <a:pt x="0" y="3868"/>
                  <a:pt x="0" y="4200"/>
                </a:cubicBezTo>
                <a:cubicBezTo>
                  <a:pt x="0" y="4532"/>
                  <a:pt x="220" y="4800"/>
                  <a:pt x="491" y="4800"/>
                </a:cubicBezTo>
                <a:lnTo>
                  <a:pt x="982" y="4800"/>
                </a:lnTo>
                <a:lnTo>
                  <a:pt x="982" y="20400"/>
                </a:lnTo>
                <a:lnTo>
                  <a:pt x="491" y="20400"/>
                </a:lnTo>
                <a:cubicBezTo>
                  <a:pt x="220" y="20400"/>
                  <a:pt x="0" y="20669"/>
                  <a:pt x="0" y="21000"/>
                </a:cubicBezTo>
                <a:cubicBezTo>
                  <a:pt x="0" y="21332"/>
                  <a:pt x="220" y="21600"/>
                  <a:pt x="491" y="21600"/>
                </a:cubicBezTo>
                <a:lnTo>
                  <a:pt x="21109" y="21600"/>
                </a:lnTo>
                <a:cubicBezTo>
                  <a:pt x="21380" y="21600"/>
                  <a:pt x="21600" y="21332"/>
                  <a:pt x="21600" y="21000"/>
                </a:cubicBezTo>
                <a:cubicBezTo>
                  <a:pt x="21600" y="20669"/>
                  <a:pt x="21380" y="20400"/>
                  <a:pt x="21109" y="20400"/>
                </a:cubicBezTo>
                <a:moveTo>
                  <a:pt x="16691" y="16800"/>
                </a:moveTo>
                <a:lnTo>
                  <a:pt x="14727" y="16800"/>
                </a:lnTo>
                <a:lnTo>
                  <a:pt x="14727" y="14400"/>
                </a:lnTo>
                <a:lnTo>
                  <a:pt x="16691" y="14400"/>
                </a:lnTo>
                <a:cubicBezTo>
                  <a:pt x="16691" y="14400"/>
                  <a:pt x="16691" y="16800"/>
                  <a:pt x="16691" y="16800"/>
                </a:cubicBezTo>
                <a:close/>
                <a:moveTo>
                  <a:pt x="17182" y="13200"/>
                </a:moveTo>
                <a:lnTo>
                  <a:pt x="14236" y="13200"/>
                </a:lnTo>
                <a:cubicBezTo>
                  <a:pt x="13965" y="13200"/>
                  <a:pt x="13745" y="13469"/>
                  <a:pt x="13745" y="13800"/>
                </a:cubicBezTo>
                <a:lnTo>
                  <a:pt x="13745" y="17400"/>
                </a:lnTo>
                <a:cubicBezTo>
                  <a:pt x="13745" y="17732"/>
                  <a:pt x="13965" y="18000"/>
                  <a:pt x="14236" y="18000"/>
                </a:cubicBezTo>
                <a:lnTo>
                  <a:pt x="17182" y="18000"/>
                </a:lnTo>
                <a:cubicBezTo>
                  <a:pt x="17453" y="18000"/>
                  <a:pt x="17673" y="17732"/>
                  <a:pt x="17673" y="17400"/>
                </a:cubicBezTo>
                <a:lnTo>
                  <a:pt x="17673" y="13800"/>
                </a:lnTo>
                <a:cubicBezTo>
                  <a:pt x="17673" y="13469"/>
                  <a:pt x="17453" y="13200"/>
                  <a:pt x="17182" y="13200"/>
                </a:cubicBezTo>
                <a:moveTo>
                  <a:pt x="6873" y="16800"/>
                </a:moveTo>
                <a:lnTo>
                  <a:pt x="4909" y="16800"/>
                </a:lnTo>
                <a:lnTo>
                  <a:pt x="4909" y="14400"/>
                </a:lnTo>
                <a:lnTo>
                  <a:pt x="6873" y="14400"/>
                </a:lnTo>
                <a:cubicBezTo>
                  <a:pt x="6873" y="14400"/>
                  <a:pt x="6873" y="16800"/>
                  <a:pt x="6873" y="16800"/>
                </a:cubicBezTo>
                <a:close/>
                <a:moveTo>
                  <a:pt x="7364" y="13200"/>
                </a:moveTo>
                <a:lnTo>
                  <a:pt x="4418" y="13200"/>
                </a:lnTo>
                <a:cubicBezTo>
                  <a:pt x="4147" y="13200"/>
                  <a:pt x="3927" y="13469"/>
                  <a:pt x="3927" y="13800"/>
                </a:cubicBezTo>
                <a:lnTo>
                  <a:pt x="3927" y="17400"/>
                </a:lnTo>
                <a:cubicBezTo>
                  <a:pt x="3927" y="17732"/>
                  <a:pt x="4147" y="18000"/>
                  <a:pt x="4418" y="18000"/>
                </a:cubicBezTo>
                <a:lnTo>
                  <a:pt x="7364" y="18000"/>
                </a:lnTo>
                <a:cubicBezTo>
                  <a:pt x="7635" y="18000"/>
                  <a:pt x="7855" y="17732"/>
                  <a:pt x="7855" y="17400"/>
                </a:cubicBezTo>
                <a:lnTo>
                  <a:pt x="7855" y="13800"/>
                </a:lnTo>
                <a:cubicBezTo>
                  <a:pt x="7855" y="13469"/>
                  <a:pt x="7635" y="13200"/>
                  <a:pt x="7364" y="13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10" name="Shape 2632">
            <a:extLst>
              <a:ext uri="{FF2B5EF4-FFF2-40B4-BE49-F238E27FC236}">
                <a16:creationId xmlns:a16="http://schemas.microsoft.com/office/drawing/2014/main" id="{45512767-4C2D-C5BD-0225-D3043BE23D89}"/>
              </a:ext>
            </a:extLst>
          </p:cNvPr>
          <p:cNvSpPr/>
          <p:nvPr/>
        </p:nvSpPr>
        <p:spPr>
          <a:xfrm>
            <a:off x="10000233" y="3472548"/>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17673"/>
                </a:moveTo>
                <a:cubicBezTo>
                  <a:pt x="4588" y="17673"/>
                  <a:pt x="1200" y="16051"/>
                  <a:pt x="1200" y="15218"/>
                </a:cubicBezTo>
                <a:cubicBezTo>
                  <a:pt x="1200" y="14690"/>
                  <a:pt x="1355" y="14275"/>
                  <a:pt x="1611" y="13896"/>
                </a:cubicBezTo>
                <a:cubicBezTo>
                  <a:pt x="3255" y="14967"/>
                  <a:pt x="6746" y="15709"/>
                  <a:pt x="10800" y="15709"/>
                </a:cubicBezTo>
                <a:cubicBezTo>
                  <a:pt x="14856" y="15709"/>
                  <a:pt x="18345" y="14966"/>
                  <a:pt x="19987" y="13894"/>
                </a:cubicBezTo>
                <a:cubicBezTo>
                  <a:pt x="20244" y="14273"/>
                  <a:pt x="20400" y="14689"/>
                  <a:pt x="20400" y="15218"/>
                </a:cubicBezTo>
                <a:cubicBezTo>
                  <a:pt x="20400" y="16051"/>
                  <a:pt x="17011" y="17673"/>
                  <a:pt x="10800" y="17673"/>
                </a:cubicBezTo>
                <a:moveTo>
                  <a:pt x="10800" y="20618"/>
                </a:moveTo>
                <a:cubicBezTo>
                  <a:pt x="9475" y="20618"/>
                  <a:pt x="8400" y="19739"/>
                  <a:pt x="8400" y="18655"/>
                </a:cubicBezTo>
                <a:cubicBezTo>
                  <a:pt x="8400" y="18625"/>
                  <a:pt x="8408" y="18597"/>
                  <a:pt x="8409" y="18567"/>
                </a:cubicBezTo>
                <a:cubicBezTo>
                  <a:pt x="9179" y="18623"/>
                  <a:pt x="9977" y="18655"/>
                  <a:pt x="10800" y="18655"/>
                </a:cubicBezTo>
                <a:cubicBezTo>
                  <a:pt x="11623" y="18655"/>
                  <a:pt x="12421" y="18623"/>
                  <a:pt x="13191" y="18567"/>
                </a:cubicBezTo>
                <a:cubicBezTo>
                  <a:pt x="13192" y="18597"/>
                  <a:pt x="13200" y="18625"/>
                  <a:pt x="13200" y="18655"/>
                </a:cubicBezTo>
                <a:cubicBezTo>
                  <a:pt x="13200" y="19739"/>
                  <a:pt x="12125" y="20618"/>
                  <a:pt x="10800" y="20618"/>
                </a:cubicBezTo>
                <a:moveTo>
                  <a:pt x="2948" y="12551"/>
                </a:moveTo>
                <a:cubicBezTo>
                  <a:pt x="4308" y="11388"/>
                  <a:pt x="6000" y="9939"/>
                  <a:pt x="6000" y="6873"/>
                </a:cubicBezTo>
                <a:cubicBezTo>
                  <a:pt x="6000" y="5232"/>
                  <a:pt x="7238" y="3825"/>
                  <a:pt x="8988" y="3239"/>
                </a:cubicBezTo>
                <a:cubicBezTo>
                  <a:pt x="9428" y="3657"/>
                  <a:pt x="10072" y="3927"/>
                  <a:pt x="10800" y="3927"/>
                </a:cubicBezTo>
                <a:cubicBezTo>
                  <a:pt x="11528" y="3927"/>
                  <a:pt x="12172" y="3657"/>
                  <a:pt x="12611" y="3239"/>
                </a:cubicBezTo>
                <a:cubicBezTo>
                  <a:pt x="14362" y="3825"/>
                  <a:pt x="15600" y="5232"/>
                  <a:pt x="15600" y="6873"/>
                </a:cubicBezTo>
                <a:cubicBezTo>
                  <a:pt x="15600" y="9939"/>
                  <a:pt x="17292" y="11388"/>
                  <a:pt x="18652" y="12551"/>
                </a:cubicBezTo>
                <a:cubicBezTo>
                  <a:pt x="18911" y="12773"/>
                  <a:pt x="19152" y="12979"/>
                  <a:pt x="19366" y="13183"/>
                </a:cubicBezTo>
                <a:cubicBezTo>
                  <a:pt x="18217" y="14077"/>
                  <a:pt x="14825" y="14727"/>
                  <a:pt x="10800" y="14727"/>
                </a:cubicBezTo>
                <a:cubicBezTo>
                  <a:pt x="6779" y="14727"/>
                  <a:pt x="3383" y="14079"/>
                  <a:pt x="2230" y="13186"/>
                </a:cubicBezTo>
                <a:cubicBezTo>
                  <a:pt x="2446" y="12981"/>
                  <a:pt x="2687" y="12774"/>
                  <a:pt x="2948" y="12551"/>
                </a:cubicBezTo>
                <a:moveTo>
                  <a:pt x="10800" y="982"/>
                </a:moveTo>
                <a:cubicBezTo>
                  <a:pt x="11462" y="982"/>
                  <a:pt x="12000" y="1422"/>
                  <a:pt x="12000" y="1964"/>
                </a:cubicBezTo>
                <a:cubicBezTo>
                  <a:pt x="12000" y="2506"/>
                  <a:pt x="11462" y="2945"/>
                  <a:pt x="10800" y="2945"/>
                </a:cubicBezTo>
                <a:cubicBezTo>
                  <a:pt x="10138" y="2945"/>
                  <a:pt x="9600" y="2506"/>
                  <a:pt x="9600" y="1964"/>
                </a:cubicBezTo>
                <a:cubicBezTo>
                  <a:pt x="9600" y="1422"/>
                  <a:pt x="10138" y="982"/>
                  <a:pt x="10800" y="982"/>
                </a:cubicBezTo>
                <a:moveTo>
                  <a:pt x="21600" y="15218"/>
                </a:moveTo>
                <a:cubicBezTo>
                  <a:pt x="21600" y="11782"/>
                  <a:pt x="16800" y="11782"/>
                  <a:pt x="16800" y="6873"/>
                </a:cubicBezTo>
                <a:cubicBezTo>
                  <a:pt x="16800" y="4845"/>
                  <a:pt x="15296" y="3105"/>
                  <a:pt x="13152" y="2356"/>
                </a:cubicBezTo>
                <a:cubicBezTo>
                  <a:pt x="13183" y="2229"/>
                  <a:pt x="13200" y="2098"/>
                  <a:pt x="13200" y="1964"/>
                </a:cubicBezTo>
                <a:cubicBezTo>
                  <a:pt x="13200" y="879"/>
                  <a:pt x="12125" y="0"/>
                  <a:pt x="10800" y="0"/>
                </a:cubicBezTo>
                <a:cubicBezTo>
                  <a:pt x="9475" y="0"/>
                  <a:pt x="8400" y="879"/>
                  <a:pt x="8400" y="1964"/>
                </a:cubicBezTo>
                <a:cubicBezTo>
                  <a:pt x="8400" y="2098"/>
                  <a:pt x="8417" y="2229"/>
                  <a:pt x="8448" y="2356"/>
                </a:cubicBezTo>
                <a:cubicBezTo>
                  <a:pt x="6304" y="3105"/>
                  <a:pt x="4800" y="4845"/>
                  <a:pt x="4800" y="6873"/>
                </a:cubicBezTo>
                <a:cubicBezTo>
                  <a:pt x="4800" y="11782"/>
                  <a:pt x="0" y="11782"/>
                  <a:pt x="0" y="15218"/>
                </a:cubicBezTo>
                <a:cubicBezTo>
                  <a:pt x="0" y="16716"/>
                  <a:pt x="3016" y="17986"/>
                  <a:pt x="7217" y="18457"/>
                </a:cubicBezTo>
                <a:cubicBezTo>
                  <a:pt x="7211" y="18523"/>
                  <a:pt x="7200" y="18587"/>
                  <a:pt x="7200" y="18655"/>
                </a:cubicBezTo>
                <a:cubicBezTo>
                  <a:pt x="7200" y="20282"/>
                  <a:pt x="8812" y="21600"/>
                  <a:pt x="10800" y="21600"/>
                </a:cubicBezTo>
                <a:cubicBezTo>
                  <a:pt x="12788" y="21600"/>
                  <a:pt x="14400" y="20282"/>
                  <a:pt x="14400" y="18655"/>
                </a:cubicBezTo>
                <a:cubicBezTo>
                  <a:pt x="14400" y="18587"/>
                  <a:pt x="14389" y="18523"/>
                  <a:pt x="14383" y="18457"/>
                </a:cubicBezTo>
                <a:cubicBezTo>
                  <a:pt x="18584" y="17986"/>
                  <a:pt x="21600" y="16716"/>
                  <a:pt x="21600" y="152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11" name="Shape 2633">
            <a:extLst>
              <a:ext uri="{FF2B5EF4-FFF2-40B4-BE49-F238E27FC236}">
                <a16:creationId xmlns:a16="http://schemas.microsoft.com/office/drawing/2014/main" id="{E8F90FDA-6AAB-C409-CBBC-E879339608D6}"/>
              </a:ext>
            </a:extLst>
          </p:cNvPr>
          <p:cNvSpPr/>
          <p:nvPr/>
        </p:nvSpPr>
        <p:spPr>
          <a:xfrm>
            <a:off x="10508100" y="347254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12" name="Shape 2634">
            <a:extLst>
              <a:ext uri="{FF2B5EF4-FFF2-40B4-BE49-F238E27FC236}">
                <a16:creationId xmlns:a16="http://schemas.microsoft.com/office/drawing/2014/main" id="{558ACC10-5955-A70F-3DE2-36E46F771E40}"/>
              </a:ext>
            </a:extLst>
          </p:cNvPr>
          <p:cNvSpPr/>
          <p:nvPr/>
        </p:nvSpPr>
        <p:spPr>
          <a:xfrm>
            <a:off x="11041361" y="3472548"/>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579" y="7008"/>
                </a:moveTo>
                <a:cubicBezTo>
                  <a:pt x="20006" y="12260"/>
                  <a:pt x="12624" y="19436"/>
                  <a:pt x="10800" y="20538"/>
                </a:cubicBezTo>
                <a:cubicBezTo>
                  <a:pt x="8976" y="19436"/>
                  <a:pt x="1594" y="12260"/>
                  <a:pt x="1021" y="7001"/>
                </a:cubicBezTo>
                <a:cubicBezTo>
                  <a:pt x="1021" y="7001"/>
                  <a:pt x="982" y="6718"/>
                  <a:pt x="982" y="6382"/>
                </a:cubicBezTo>
                <a:cubicBezTo>
                  <a:pt x="982" y="3404"/>
                  <a:pt x="3404" y="982"/>
                  <a:pt x="6382" y="982"/>
                </a:cubicBezTo>
                <a:cubicBezTo>
                  <a:pt x="7780" y="982"/>
                  <a:pt x="9107" y="1518"/>
                  <a:pt x="10120" y="2491"/>
                </a:cubicBezTo>
                <a:lnTo>
                  <a:pt x="10800" y="3145"/>
                </a:lnTo>
                <a:lnTo>
                  <a:pt x="11480" y="2491"/>
                </a:lnTo>
                <a:cubicBezTo>
                  <a:pt x="12493" y="1518"/>
                  <a:pt x="13820" y="982"/>
                  <a:pt x="15218" y="982"/>
                </a:cubicBezTo>
                <a:cubicBezTo>
                  <a:pt x="18196" y="982"/>
                  <a:pt x="20618" y="3404"/>
                  <a:pt x="20618" y="6382"/>
                </a:cubicBezTo>
                <a:cubicBezTo>
                  <a:pt x="20618" y="6725"/>
                  <a:pt x="20579" y="7008"/>
                  <a:pt x="20579" y="7008"/>
                </a:cubicBezTo>
                <a:moveTo>
                  <a:pt x="21600" y="6382"/>
                </a:moveTo>
                <a:cubicBezTo>
                  <a:pt x="21600" y="2857"/>
                  <a:pt x="18743" y="0"/>
                  <a:pt x="15218" y="0"/>
                </a:cubicBezTo>
                <a:cubicBezTo>
                  <a:pt x="13502" y="0"/>
                  <a:pt x="11947" y="681"/>
                  <a:pt x="10800" y="1784"/>
                </a:cubicBezTo>
                <a:cubicBezTo>
                  <a:pt x="9653" y="681"/>
                  <a:pt x="8098" y="0"/>
                  <a:pt x="6382" y="0"/>
                </a:cubicBezTo>
                <a:cubicBezTo>
                  <a:pt x="2857" y="0"/>
                  <a:pt x="0" y="2857"/>
                  <a:pt x="0" y="6382"/>
                </a:cubicBezTo>
                <a:cubicBezTo>
                  <a:pt x="0" y="6792"/>
                  <a:pt x="65" y="7282"/>
                  <a:pt x="45" y="7115"/>
                </a:cubicBezTo>
                <a:cubicBezTo>
                  <a:pt x="733" y="13419"/>
                  <a:pt x="9855" y="21600"/>
                  <a:pt x="10800" y="21600"/>
                </a:cubicBezTo>
                <a:cubicBezTo>
                  <a:pt x="11745" y="21600"/>
                  <a:pt x="20867" y="13419"/>
                  <a:pt x="21555" y="7115"/>
                </a:cubicBezTo>
                <a:cubicBezTo>
                  <a:pt x="21536" y="7282"/>
                  <a:pt x="21600" y="6792"/>
                  <a:pt x="21600" y="63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 name="Slide Number Placeholder 1">
            <a:extLst>
              <a:ext uri="{FF2B5EF4-FFF2-40B4-BE49-F238E27FC236}">
                <a16:creationId xmlns:a16="http://schemas.microsoft.com/office/drawing/2014/main" id="{40D2D3A2-FD27-3D43-1D22-B8128702009C}"/>
              </a:ext>
            </a:extLst>
          </p:cNvPr>
          <p:cNvSpPr>
            <a:spLocks noGrp="1"/>
          </p:cNvSpPr>
          <p:nvPr>
            <p:ph type="sldNum" sz="quarter" idx="11"/>
          </p:nvPr>
        </p:nvSpPr>
        <p:spPr/>
        <p:txBody>
          <a:bodyPr/>
          <a:lstStyle/>
          <a:p>
            <a:fld id="{7737D3DD-0AB3-4F16-99FA-6262B2B4036D}" type="slidenum">
              <a:rPr lang="en-MY" smtClean="0"/>
              <a:t>51</a:t>
            </a:fld>
            <a:endParaRPr lang="en-MY"/>
          </a:p>
        </p:txBody>
      </p:sp>
    </p:spTree>
    <p:extLst>
      <p:ext uri="{BB962C8B-B14F-4D97-AF65-F5344CB8AC3E}">
        <p14:creationId xmlns:p14="http://schemas.microsoft.com/office/powerpoint/2010/main" val="40821845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2893">
            <a:extLst>
              <a:ext uri="{FF2B5EF4-FFF2-40B4-BE49-F238E27FC236}">
                <a16:creationId xmlns:a16="http://schemas.microsoft.com/office/drawing/2014/main" id="{4075BF1E-20D9-E30D-6B12-946E28A428EE}"/>
              </a:ext>
            </a:extLst>
          </p:cNvPr>
          <p:cNvSpPr/>
          <p:nvPr/>
        </p:nvSpPr>
        <p:spPr>
          <a:xfrm>
            <a:off x="890356" y="14560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907" y="14380"/>
                </a:moveTo>
                <a:cubicBezTo>
                  <a:pt x="12819" y="14469"/>
                  <a:pt x="12764" y="14592"/>
                  <a:pt x="12764" y="14727"/>
                </a:cubicBezTo>
                <a:cubicBezTo>
                  <a:pt x="12764" y="14999"/>
                  <a:pt x="12984" y="15218"/>
                  <a:pt x="13255" y="15218"/>
                </a:cubicBezTo>
                <a:cubicBezTo>
                  <a:pt x="13390" y="15218"/>
                  <a:pt x="13513" y="15164"/>
                  <a:pt x="13602" y="15074"/>
                </a:cubicBezTo>
                <a:lnTo>
                  <a:pt x="17529" y="11147"/>
                </a:lnTo>
                <a:cubicBezTo>
                  <a:pt x="17618" y="11058"/>
                  <a:pt x="17673" y="10936"/>
                  <a:pt x="17673" y="10800"/>
                </a:cubicBezTo>
                <a:cubicBezTo>
                  <a:pt x="17673" y="10665"/>
                  <a:pt x="17618" y="10542"/>
                  <a:pt x="17529" y="10453"/>
                </a:cubicBezTo>
                <a:lnTo>
                  <a:pt x="13602" y="6526"/>
                </a:lnTo>
                <a:cubicBezTo>
                  <a:pt x="13513" y="6437"/>
                  <a:pt x="13390" y="6382"/>
                  <a:pt x="13255" y="6382"/>
                </a:cubicBezTo>
                <a:cubicBezTo>
                  <a:pt x="12984" y="6382"/>
                  <a:pt x="12764" y="6601"/>
                  <a:pt x="12764" y="6873"/>
                </a:cubicBezTo>
                <a:cubicBezTo>
                  <a:pt x="12764" y="7008"/>
                  <a:pt x="12819" y="7131"/>
                  <a:pt x="12907" y="7220"/>
                </a:cubicBezTo>
                <a:lnTo>
                  <a:pt x="15997" y="10309"/>
                </a:lnTo>
                <a:lnTo>
                  <a:pt x="491" y="10309"/>
                </a:lnTo>
                <a:cubicBezTo>
                  <a:pt x="220" y="10309"/>
                  <a:pt x="0" y="10529"/>
                  <a:pt x="0" y="10800"/>
                </a:cubicBezTo>
                <a:cubicBezTo>
                  <a:pt x="0" y="11071"/>
                  <a:pt x="220" y="11291"/>
                  <a:pt x="491" y="11291"/>
                </a:cubicBezTo>
                <a:lnTo>
                  <a:pt x="15997" y="11291"/>
                </a:lnTo>
                <a:cubicBezTo>
                  <a:pt x="15997" y="11291"/>
                  <a:pt x="12907" y="14380"/>
                  <a:pt x="12907" y="14380"/>
                </a:cubicBezTo>
                <a:close/>
                <a:moveTo>
                  <a:pt x="21109" y="0"/>
                </a:moveTo>
                <a:lnTo>
                  <a:pt x="3436" y="0"/>
                </a:lnTo>
                <a:cubicBezTo>
                  <a:pt x="3166" y="0"/>
                  <a:pt x="2945" y="220"/>
                  <a:pt x="2945" y="491"/>
                </a:cubicBezTo>
                <a:lnTo>
                  <a:pt x="2945" y="7855"/>
                </a:lnTo>
                <a:cubicBezTo>
                  <a:pt x="2945" y="8126"/>
                  <a:pt x="3166" y="8345"/>
                  <a:pt x="3436" y="8345"/>
                </a:cubicBezTo>
                <a:cubicBezTo>
                  <a:pt x="3707" y="8345"/>
                  <a:pt x="3927" y="8126"/>
                  <a:pt x="3927" y="7855"/>
                </a:cubicBezTo>
                <a:lnTo>
                  <a:pt x="3927" y="982"/>
                </a:lnTo>
                <a:lnTo>
                  <a:pt x="20618" y="982"/>
                </a:lnTo>
                <a:lnTo>
                  <a:pt x="20618" y="20618"/>
                </a:lnTo>
                <a:lnTo>
                  <a:pt x="3927" y="20618"/>
                </a:lnTo>
                <a:lnTo>
                  <a:pt x="3927" y="13745"/>
                </a:lnTo>
                <a:cubicBezTo>
                  <a:pt x="3927" y="13475"/>
                  <a:pt x="3707" y="13255"/>
                  <a:pt x="3436" y="13255"/>
                </a:cubicBezTo>
                <a:cubicBezTo>
                  <a:pt x="3166" y="13255"/>
                  <a:pt x="2945" y="13475"/>
                  <a:pt x="2945" y="13745"/>
                </a:cubicBezTo>
                <a:lnTo>
                  <a:pt x="2945" y="21109"/>
                </a:lnTo>
                <a:cubicBezTo>
                  <a:pt x="2945" y="21380"/>
                  <a:pt x="3166" y="21600"/>
                  <a:pt x="3436" y="21600"/>
                </a:cubicBezTo>
                <a:lnTo>
                  <a:pt x="21109" y="21600"/>
                </a:lnTo>
                <a:cubicBezTo>
                  <a:pt x="21380" y="21600"/>
                  <a:pt x="21600" y="21380"/>
                  <a:pt x="21600" y="21109"/>
                </a:cubicBezTo>
                <a:lnTo>
                  <a:pt x="21600" y="491"/>
                </a:lnTo>
                <a:cubicBezTo>
                  <a:pt x="21600" y="220"/>
                  <a:pt x="21380" y="0"/>
                  <a:pt x="21109"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 name="Shape 2894">
            <a:extLst>
              <a:ext uri="{FF2B5EF4-FFF2-40B4-BE49-F238E27FC236}">
                <a16:creationId xmlns:a16="http://schemas.microsoft.com/office/drawing/2014/main" id="{D71F859E-6FDB-DE46-ECF6-2E6008033CB7}"/>
              </a:ext>
            </a:extLst>
          </p:cNvPr>
          <p:cNvSpPr/>
          <p:nvPr/>
        </p:nvSpPr>
        <p:spPr>
          <a:xfrm>
            <a:off x="1423617" y="14560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10309"/>
                </a:moveTo>
                <a:lnTo>
                  <a:pt x="5604" y="10309"/>
                </a:lnTo>
                <a:lnTo>
                  <a:pt x="8693" y="7220"/>
                </a:lnTo>
                <a:cubicBezTo>
                  <a:pt x="8781" y="7131"/>
                  <a:pt x="8836" y="7008"/>
                  <a:pt x="8836" y="6873"/>
                </a:cubicBezTo>
                <a:cubicBezTo>
                  <a:pt x="8836" y="6601"/>
                  <a:pt x="8616" y="6382"/>
                  <a:pt x="8345" y="6382"/>
                </a:cubicBezTo>
                <a:cubicBezTo>
                  <a:pt x="8210" y="6382"/>
                  <a:pt x="8087" y="6437"/>
                  <a:pt x="7998" y="6526"/>
                </a:cubicBezTo>
                <a:lnTo>
                  <a:pt x="4071" y="10453"/>
                </a:lnTo>
                <a:cubicBezTo>
                  <a:pt x="3982" y="10542"/>
                  <a:pt x="3927" y="10665"/>
                  <a:pt x="3927" y="10800"/>
                </a:cubicBezTo>
                <a:cubicBezTo>
                  <a:pt x="3927" y="10936"/>
                  <a:pt x="3982" y="11058"/>
                  <a:pt x="4071" y="11147"/>
                </a:cubicBezTo>
                <a:lnTo>
                  <a:pt x="7998" y="15074"/>
                </a:lnTo>
                <a:cubicBezTo>
                  <a:pt x="8087" y="15164"/>
                  <a:pt x="8210" y="15218"/>
                  <a:pt x="8345" y="15218"/>
                </a:cubicBezTo>
                <a:cubicBezTo>
                  <a:pt x="8616" y="15218"/>
                  <a:pt x="8836" y="14999"/>
                  <a:pt x="8836" y="14727"/>
                </a:cubicBezTo>
                <a:cubicBezTo>
                  <a:pt x="8836" y="14592"/>
                  <a:pt x="8781" y="14469"/>
                  <a:pt x="8693" y="14380"/>
                </a:cubicBezTo>
                <a:lnTo>
                  <a:pt x="5604" y="11291"/>
                </a:lnTo>
                <a:lnTo>
                  <a:pt x="21109" y="11291"/>
                </a:lnTo>
                <a:cubicBezTo>
                  <a:pt x="21380" y="11291"/>
                  <a:pt x="21600" y="11071"/>
                  <a:pt x="21600" y="10800"/>
                </a:cubicBezTo>
                <a:cubicBezTo>
                  <a:pt x="21600" y="10529"/>
                  <a:pt x="21380" y="10309"/>
                  <a:pt x="21109" y="10309"/>
                </a:cubicBezTo>
                <a:moveTo>
                  <a:pt x="18164" y="13255"/>
                </a:moveTo>
                <a:cubicBezTo>
                  <a:pt x="17893" y="13255"/>
                  <a:pt x="17673" y="13475"/>
                  <a:pt x="17673" y="13745"/>
                </a:cubicBezTo>
                <a:lnTo>
                  <a:pt x="17673" y="20618"/>
                </a:lnTo>
                <a:lnTo>
                  <a:pt x="982" y="20618"/>
                </a:lnTo>
                <a:lnTo>
                  <a:pt x="982" y="982"/>
                </a:lnTo>
                <a:lnTo>
                  <a:pt x="17673" y="982"/>
                </a:lnTo>
                <a:lnTo>
                  <a:pt x="17673" y="7855"/>
                </a:lnTo>
                <a:cubicBezTo>
                  <a:pt x="17673" y="8126"/>
                  <a:pt x="17893" y="8345"/>
                  <a:pt x="18164" y="8345"/>
                </a:cubicBezTo>
                <a:cubicBezTo>
                  <a:pt x="18434" y="8345"/>
                  <a:pt x="18655" y="8126"/>
                  <a:pt x="18655" y="7855"/>
                </a:cubicBezTo>
                <a:lnTo>
                  <a:pt x="18655" y="491"/>
                </a:lnTo>
                <a:cubicBezTo>
                  <a:pt x="18655" y="220"/>
                  <a:pt x="18434" y="0"/>
                  <a:pt x="18164" y="0"/>
                </a:cubicBezTo>
                <a:lnTo>
                  <a:pt x="491" y="0"/>
                </a:lnTo>
                <a:cubicBezTo>
                  <a:pt x="220" y="0"/>
                  <a:pt x="0" y="220"/>
                  <a:pt x="0" y="491"/>
                </a:cubicBezTo>
                <a:lnTo>
                  <a:pt x="0" y="21109"/>
                </a:lnTo>
                <a:cubicBezTo>
                  <a:pt x="0" y="21380"/>
                  <a:pt x="220" y="21600"/>
                  <a:pt x="491" y="21600"/>
                </a:cubicBezTo>
                <a:lnTo>
                  <a:pt x="18164" y="21600"/>
                </a:lnTo>
                <a:cubicBezTo>
                  <a:pt x="18434" y="21600"/>
                  <a:pt x="18655" y="21380"/>
                  <a:pt x="18655" y="21109"/>
                </a:cubicBezTo>
                <a:lnTo>
                  <a:pt x="18655" y="13745"/>
                </a:lnTo>
                <a:cubicBezTo>
                  <a:pt x="18655" y="13475"/>
                  <a:pt x="18434" y="13255"/>
                  <a:pt x="18164" y="1325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 name="Shape 2895">
            <a:extLst>
              <a:ext uri="{FF2B5EF4-FFF2-40B4-BE49-F238E27FC236}">
                <a16:creationId xmlns:a16="http://schemas.microsoft.com/office/drawing/2014/main" id="{61BC8060-D48B-A150-BEBE-8D0185C5270E}"/>
              </a:ext>
            </a:extLst>
          </p:cNvPr>
          <p:cNvSpPr/>
          <p:nvPr/>
        </p:nvSpPr>
        <p:spPr>
          <a:xfrm>
            <a:off x="2026710" y="1456063"/>
            <a:ext cx="139664"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5709"/>
                </a:moveTo>
                <a:cubicBezTo>
                  <a:pt x="20347" y="15709"/>
                  <a:pt x="20102" y="15764"/>
                  <a:pt x="19924" y="15853"/>
                </a:cubicBezTo>
                <a:lnTo>
                  <a:pt x="11782" y="19924"/>
                </a:lnTo>
                <a:lnTo>
                  <a:pt x="11782" y="491"/>
                </a:lnTo>
                <a:cubicBezTo>
                  <a:pt x="11782" y="220"/>
                  <a:pt x="11342" y="0"/>
                  <a:pt x="10800" y="0"/>
                </a:cubicBezTo>
                <a:cubicBezTo>
                  <a:pt x="10258" y="0"/>
                  <a:pt x="9818" y="220"/>
                  <a:pt x="9818" y="491"/>
                </a:cubicBezTo>
                <a:lnTo>
                  <a:pt x="9818" y="19924"/>
                </a:lnTo>
                <a:lnTo>
                  <a:pt x="1676" y="15853"/>
                </a:lnTo>
                <a:cubicBezTo>
                  <a:pt x="1498" y="15764"/>
                  <a:pt x="1253" y="15709"/>
                  <a:pt x="982" y="15709"/>
                </a:cubicBezTo>
                <a:cubicBezTo>
                  <a:pt x="440" y="15709"/>
                  <a:pt x="0" y="15929"/>
                  <a:pt x="0" y="16200"/>
                </a:cubicBezTo>
                <a:cubicBezTo>
                  <a:pt x="0" y="16336"/>
                  <a:pt x="110" y="16458"/>
                  <a:pt x="288" y="16547"/>
                </a:cubicBezTo>
                <a:lnTo>
                  <a:pt x="10106" y="21456"/>
                </a:lnTo>
                <a:cubicBezTo>
                  <a:pt x="10284" y="21545"/>
                  <a:pt x="10529" y="21600"/>
                  <a:pt x="10800" y="21600"/>
                </a:cubicBezTo>
                <a:cubicBezTo>
                  <a:pt x="11071" y="21600"/>
                  <a:pt x="11316" y="21545"/>
                  <a:pt x="11494" y="21456"/>
                </a:cubicBezTo>
                <a:lnTo>
                  <a:pt x="21312" y="16547"/>
                </a:lnTo>
                <a:cubicBezTo>
                  <a:pt x="21490" y="16458"/>
                  <a:pt x="21600" y="16336"/>
                  <a:pt x="21600" y="16200"/>
                </a:cubicBezTo>
                <a:cubicBezTo>
                  <a:pt x="21600" y="15929"/>
                  <a:pt x="21160" y="15709"/>
                  <a:pt x="20618" y="157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 name="Shape 2896">
            <a:extLst>
              <a:ext uri="{FF2B5EF4-FFF2-40B4-BE49-F238E27FC236}">
                <a16:creationId xmlns:a16="http://schemas.microsoft.com/office/drawing/2014/main" id="{91E4DC05-F3C3-F287-00E8-CFC8A3888957}"/>
              </a:ext>
            </a:extLst>
          </p:cNvPr>
          <p:cNvSpPr/>
          <p:nvPr/>
        </p:nvSpPr>
        <p:spPr>
          <a:xfrm>
            <a:off x="2559971" y="1456063"/>
            <a:ext cx="139664" cy="279328"/>
          </a:xfrm>
          <a:custGeom>
            <a:avLst/>
            <a:gdLst/>
            <a:ahLst/>
            <a:cxnLst>
              <a:cxn ang="0">
                <a:pos x="wd2" y="hd2"/>
              </a:cxn>
              <a:cxn ang="5400000">
                <a:pos x="wd2" y="hd2"/>
              </a:cxn>
              <a:cxn ang="10800000">
                <a:pos x="wd2" y="hd2"/>
              </a:cxn>
              <a:cxn ang="16200000">
                <a:pos x="wd2" y="hd2"/>
              </a:cxn>
            </a:cxnLst>
            <a:rect l="0" t="0" r="r" b="b"/>
            <a:pathLst>
              <a:path w="21600" h="21600" extrusionOk="0">
                <a:moveTo>
                  <a:pt x="21312" y="5053"/>
                </a:moveTo>
                <a:lnTo>
                  <a:pt x="11494" y="144"/>
                </a:lnTo>
                <a:cubicBezTo>
                  <a:pt x="11316" y="55"/>
                  <a:pt x="11071" y="0"/>
                  <a:pt x="10800" y="0"/>
                </a:cubicBezTo>
                <a:cubicBezTo>
                  <a:pt x="10529" y="0"/>
                  <a:pt x="10284" y="55"/>
                  <a:pt x="10106" y="144"/>
                </a:cubicBezTo>
                <a:lnTo>
                  <a:pt x="288" y="5053"/>
                </a:lnTo>
                <a:cubicBezTo>
                  <a:pt x="110" y="5142"/>
                  <a:pt x="0" y="5264"/>
                  <a:pt x="0" y="5400"/>
                </a:cubicBezTo>
                <a:cubicBezTo>
                  <a:pt x="0" y="5671"/>
                  <a:pt x="440" y="5891"/>
                  <a:pt x="982" y="5891"/>
                </a:cubicBezTo>
                <a:cubicBezTo>
                  <a:pt x="1253" y="5891"/>
                  <a:pt x="1498" y="5836"/>
                  <a:pt x="1676" y="5747"/>
                </a:cubicBezTo>
                <a:lnTo>
                  <a:pt x="9818" y="1676"/>
                </a:lnTo>
                <a:lnTo>
                  <a:pt x="9818" y="21109"/>
                </a:lnTo>
                <a:cubicBezTo>
                  <a:pt x="9818" y="21380"/>
                  <a:pt x="10258" y="21600"/>
                  <a:pt x="10800" y="21600"/>
                </a:cubicBezTo>
                <a:cubicBezTo>
                  <a:pt x="11342" y="21600"/>
                  <a:pt x="11782" y="21380"/>
                  <a:pt x="11782" y="21109"/>
                </a:cubicBezTo>
                <a:lnTo>
                  <a:pt x="11782" y="1676"/>
                </a:lnTo>
                <a:lnTo>
                  <a:pt x="19924" y="5747"/>
                </a:lnTo>
                <a:cubicBezTo>
                  <a:pt x="20102" y="5836"/>
                  <a:pt x="20347" y="5891"/>
                  <a:pt x="20618" y="5891"/>
                </a:cubicBezTo>
                <a:cubicBezTo>
                  <a:pt x="21160" y="5891"/>
                  <a:pt x="21600" y="5671"/>
                  <a:pt x="21600" y="5400"/>
                </a:cubicBezTo>
                <a:cubicBezTo>
                  <a:pt x="21600" y="5264"/>
                  <a:pt x="21490" y="5142"/>
                  <a:pt x="21312" y="505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 name="Shape 2897">
            <a:extLst>
              <a:ext uri="{FF2B5EF4-FFF2-40B4-BE49-F238E27FC236}">
                <a16:creationId xmlns:a16="http://schemas.microsoft.com/office/drawing/2014/main" id="{EFFEB848-75A8-5DE2-4DB5-5634387A659D}"/>
              </a:ext>
            </a:extLst>
          </p:cNvPr>
          <p:cNvSpPr/>
          <p:nvPr/>
        </p:nvSpPr>
        <p:spPr>
          <a:xfrm>
            <a:off x="3023400" y="1525895"/>
            <a:ext cx="279328" cy="139664"/>
          </a:xfrm>
          <a:custGeom>
            <a:avLst/>
            <a:gdLst/>
            <a:ahLst/>
            <a:cxnLst>
              <a:cxn ang="0">
                <a:pos x="wd2" y="hd2"/>
              </a:cxn>
              <a:cxn ang="5400000">
                <a:pos x="wd2" y="hd2"/>
              </a:cxn>
              <a:cxn ang="10800000">
                <a:pos x="wd2" y="hd2"/>
              </a:cxn>
              <a:cxn ang="16200000">
                <a:pos x="wd2" y="hd2"/>
              </a:cxn>
            </a:cxnLst>
            <a:rect l="0" t="0" r="r" b="b"/>
            <a:pathLst>
              <a:path w="21600" h="21600" extrusionOk="0">
                <a:moveTo>
                  <a:pt x="21109" y="9818"/>
                </a:moveTo>
                <a:lnTo>
                  <a:pt x="1676" y="9818"/>
                </a:lnTo>
                <a:lnTo>
                  <a:pt x="5747" y="1676"/>
                </a:lnTo>
                <a:cubicBezTo>
                  <a:pt x="5836" y="1499"/>
                  <a:pt x="5891" y="1253"/>
                  <a:pt x="5891" y="982"/>
                </a:cubicBezTo>
                <a:cubicBezTo>
                  <a:pt x="5891" y="439"/>
                  <a:pt x="5671" y="0"/>
                  <a:pt x="5400" y="0"/>
                </a:cubicBezTo>
                <a:cubicBezTo>
                  <a:pt x="5265" y="0"/>
                  <a:pt x="5142" y="110"/>
                  <a:pt x="5053" y="288"/>
                </a:cubicBezTo>
                <a:lnTo>
                  <a:pt x="144" y="10106"/>
                </a:lnTo>
                <a:cubicBezTo>
                  <a:pt x="55" y="10284"/>
                  <a:pt x="0" y="10530"/>
                  <a:pt x="0" y="10800"/>
                </a:cubicBezTo>
                <a:cubicBezTo>
                  <a:pt x="0" y="11071"/>
                  <a:pt x="55" y="11317"/>
                  <a:pt x="144" y="11494"/>
                </a:cubicBezTo>
                <a:lnTo>
                  <a:pt x="5053" y="21312"/>
                </a:lnTo>
                <a:cubicBezTo>
                  <a:pt x="5142" y="21491"/>
                  <a:pt x="5265" y="21600"/>
                  <a:pt x="5400" y="21600"/>
                </a:cubicBezTo>
                <a:cubicBezTo>
                  <a:pt x="5671" y="21600"/>
                  <a:pt x="5891" y="21161"/>
                  <a:pt x="5891" y="20618"/>
                </a:cubicBezTo>
                <a:cubicBezTo>
                  <a:pt x="5891" y="20348"/>
                  <a:pt x="5836" y="20102"/>
                  <a:pt x="5747" y="19924"/>
                </a:cubicBezTo>
                <a:lnTo>
                  <a:pt x="1676" y="11782"/>
                </a:lnTo>
                <a:lnTo>
                  <a:pt x="21109" y="11782"/>
                </a:lnTo>
                <a:cubicBezTo>
                  <a:pt x="21380" y="11782"/>
                  <a:pt x="21600" y="11343"/>
                  <a:pt x="21600" y="10800"/>
                </a:cubicBezTo>
                <a:cubicBezTo>
                  <a:pt x="21600" y="10257"/>
                  <a:pt x="21380" y="9818"/>
                  <a:pt x="21109" y="98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 name="Shape 2898">
            <a:extLst>
              <a:ext uri="{FF2B5EF4-FFF2-40B4-BE49-F238E27FC236}">
                <a16:creationId xmlns:a16="http://schemas.microsoft.com/office/drawing/2014/main" id="{3B9FAA08-6DCA-D526-4489-069CF0438078}"/>
              </a:ext>
            </a:extLst>
          </p:cNvPr>
          <p:cNvSpPr/>
          <p:nvPr/>
        </p:nvSpPr>
        <p:spPr>
          <a:xfrm>
            <a:off x="3556661" y="1525895"/>
            <a:ext cx="279328" cy="139664"/>
          </a:xfrm>
          <a:custGeom>
            <a:avLst/>
            <a:gdLst/>
            <a:ahLst/>
            <a:cxnLst>
              <a:cxn ang="0">
                <a:pos x="wd2" y="hd2"/>
              </a:cxn>
              <a:cxn ang="5400000">
                <a:pos x="wd2" y="hd2"/>
              </a:cxn>
              <a:cxn ang="10800000">
                <a:pos x="wd2" y="hd2"/>
              </a:cxn>
              <a:cxn ang="16200000">
                <a:pos x="wd2" y="hd2"/>
              </a:cxn>
            </a:cxnLst>
            <a:rect l="0" t="0" r="r" b="b"/>
            <a:pathLst>
              <a:path w="21600" h="21600" extrusionOk="0">
                <a:moveTo>
                  <a:pt x="21456" y="10106"/>
                </a:moveTo>
                <a:lnTo>
                  <a:pt x="16547" y="288"/>
                </a:lnTo>
                <a:cubicBezTo>
                  <a:pt x="16458" y="110"/>
                  <a:pt x="16336" y="0"/>
                  <a:pt x="16200" y="0"/>
                </a:cubicBezTo>
                <a:cubicBezTo>
                  <a:pt x="15929" y="0"/>
                  <a:pt x="15709" y="439"/>
                  <a:pt x="15709" y="982"/>
                </a:cubicBezTo>
                <a:cubicBezTo>
                  <a:pt x="15709" y="1253"/>
                  <a:pt x="15764" y="1499"/>
                  <a:pt x="15853" y="1676"/>
                </a:cubicBezTo>
                <a:lnTo>
                  <a:pt x="19924" y="9818"/>
                </a:lnTo>
                <a:lnTo>
                  <a:pt x="491" y="9818"/>
                </a:lnTo>
                <a:cubicBezTo>
                  <a:pt x="220" y="9818"/>
                  <a:pt x="0" y="10257"/>
                  <a:pt x="0" y="10800"/>
                </a:cubicBezTo>
                <a:cubicBezTo>
                  <a:pt x="0" y="11343"/>
                  <a:pt x="220" y="11782"/>
                  <a:pt x="491" y="11782"/>
                </a:cubicBezTo>
                <a:lnTo>
                  <a:pt x="19924" y="11782"/>
                </a:lnTo>
                <a:lnTo>
                  <a:pt x="15853" y="19924"/>
                </a:lnTo>
                <a:cubicBezTo>
                  <a:pt x="15764" y="20102"/>
                  <a:pt x="15709" y="20347"/>
                  <a:pt x="15709" y="20618"/>
                </a:cubicBezTo>
                <a:cubicBezTo>
                  <a:pt x="15709" y="21161"/>
                  <a:pt x="15929" y="21600"/>
                  <a:pt x="16200" y="21600"/>
                </a:cubicBezTo>
                <a:cubicBezTo>
                  <a:pt x="16336" y="21600"/>
                  <a:pt x="16458" y="21491"/>
                  <a:pt x="16547" y="21312"/>
                </a:cubicBezTo>
                <a:lnTo>
                  <a:pt x="21456" y="11494"/>
                </a:lnTo>
                <a:cubicBezTo>
                  <a:pt x="21545" y="11317"/>
                  <a:pt x="21600" y="11071"/>
                  <a:pt x="21600" y="10800"/>
                </a:cubicBezTo>
                <a:cubicBezTo>
                  <a:pt x="21600" y="10529"/>
                  <a:pt x="21545" y="10284"/>
                  <a:pt x="21456" y="1010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 name="Shape 2899">
            <a:extLst>
              <a:ext uri="{FF2B5EF4-FFF2-40B4-BE49-F238E27FC236}">
                <a16:creationId xmlns:a16="http://schemas.microsoft.com/office/drawing/2014/main" id="{1FC0E9BD-9231-5907-1D1F-D61DD2B4D3B9}"/>
              </a:ext>
            </a:extLst>
          </p:cNvPr>
          <p:cNvSpPr/>
          <p:nvPr/>
        </p:nvSpPr>
        <p:spPr>
          <a:xfrm>
            <a:off x="4102619" y="1532243"/>
            <a:ext cx="253935" cy="126968"/>
          </a:xfrm>
          <a:custGeom>
            <a:avLst/>
            <a:gdLst/>
            <a:ahLst/>
            <a:cxnLst>
              <a:cxn ang="0">
                <a:pos x="wd2" y="hd2"/>
              </a:cxn>
              <a:cxn ang="5400000">
                <a:pos x="wd2" y="hd2"/>
              </a:cxn>
              <a:cxn ang="10800000">
                <a:pos x="wd2" y="hd2"/>
              </a:cxn>
              <a:cxn ang="16200000">
                <a:pos x="wd2" y="hd2"/>
              </a:cxn>
            </a:cxnLst>
            <a:rect l="0" t="0" r="r" b="b"/>
            <a:pathLst>
              <a:path w="21600" h="21600" extrusionOk="0">
                <a:moveTo>
                  <a:pt x="21060" y="0"/>
                </a:moveTo>
                <a:cubicBezTo>
                  <a:pt x="20911" y="0"/>
                  <a:pt x="20776" y="121"/>
                  <a:pt x="20678" y="316"/>
                </a:cubicBezTo>
                <a:lnTo>
                  <a:pt x="10800" y="19033"/>
                </a:lnTo>
                <a:lnTo>
                  <a:pt x="922" y="316"/>
                </a:lnTo>
                <a:cubicBezTo>
                  <a:pt x="824" y="121"/>
                  <a:pt x="689" y="0"/>
                  <a:pt x="540" y="0"/>
                </a:cubicBezTo>
                <a:cubicBezTo>
                  <a:pt x="242" y="0"/>
                  <a:pt x="0" y="483"/>
                  <a:pt x="0" y="1080"/>
                </a:cubicBezTo>
                <a:cubicBezTo>
                  <a:pt x="0" y="1378"/>
                  <a:pt x="60" y="1648"/>
                  <a:pt x="158" y="1844"/>
                </a:cubicBezTo>
                <a:lnTo>
                  <a:pt x="10418" y="21284"/>
                </a:lnTo>
                <a:cubicBezTo>
                  <a:pt x="10516" y="21480"/>
                  <a:pt x="10651" y="21600"/>
                  <a:pt x="10800" y="21600"/>
                </a:cubicBezTo>
                <a:cubicBezTo>
                  <a:pt x="10949" y="21600"/>
                  <a:pt x="11084" y="21480"/>
                  <a:pt x="11182" y="21284"/>
                </a:cubicBezTo>
                <a:lnTo>
                  <a:pt x="21442" y="1844"/>
                </a:lnTo>
                <a:cubicBezTo>
                  <a:pt x="21540" y="1648"/>
                  <a:pt x="21600" y="1378"/>
                  <a:pt x="21600" y="1080"/>
                </a:cubicBezTo>
                <a:cubicBezTo>
                  <a:pt x="21600" y="483"/>
                  <a:pt x="21358" y="0"/>
                  <a:pt x="2106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 name="Shape 2900">
            <a:extLst>
              <a:ext uri="{FF2B5EF4-FFF2-40B4-BE49-F238E27FC236}">
                <a16:creationId xmlns:a16="http://schemas.microsoft.com/office/drawing/2014/main" id="{337E7B88-6B90-3ADE-E920-07C45051E4E4}"/>
              </a:ext>
            </a:extLst>
          </p:cNvPr>
          <p:cNvSpPr/>
          <p:nvPr/>
        </p:nvSpPr>
        <p:spPr>
          <a:xfrm>
            <a:off x="4635880" y="1532243"/>
            <a:ext cx="253935" cy="126968"/>
          </a:xfrm>
          <a:custGeom>
            <a:avLst/>
            <a:gdLst/>
            <a:ahLst/>
            <a:cxnLst>
              <a:cxn ang="0">
                <a:pos x="wd2" y="hd2"/>
              </a:cxn>
              <a:cxn ang="5400000">
                <a:pos x="wd2" y="hd2"/>
              </a:cxn>
              <a:cxn ang="10800000">
                <a:pos x="wd2" y="hd2"/>
              </a:cxn>
              <a:cxn ang="16200000">
                <a:pos x="wd2" y="hd2"/>
              </a:cxn>
            </a:cxnLst>
            <a:rect l="0" t="0" r="r" b="b"/>
            <a:pathLst>
              <a:path w="21600" h="21600" extrusionOk="0">
                <a:moveTo>
                  <a:pt x="21442" y="19756"/>
                </a:moveTo>
                <a:lnTo>
                  <a:pt x="11182" y="316"/>
                </a:lnTo>
                <a:cubicBezTo>
                  <a:pt x="11084" y="121"/>
                  <a:pt x="10949" y="0"/>
                  <a:pt x="10800" y="0"/>
                </a:cubicBezTo>
                <a:cubicBezTo>
                  <a:pt x="10651" y="0"/>
                  <a:pt x="10516" y="121"/>
                  <a:pt x="10418" y="316"/>
                </a:cubicBezTo>
                <a:lnTo>
                  <a:pt x="158" y="19756"/>
                </a:lnTo>
                <a:cubicBezTo>
                  <a:pt x="60" y="19953"/>
                  <a:pt x="0" y="20222"/>
                  <a:pt x="0" y="20520"/>
                </a:cubicBezTo>
                <a:cubicBezTo>
                  <a:pt x="0" y="21117"/>
                  <a:pt x="242" y="21600"/>
                  <a:pt x="540" y="21600"/>
                </a:cubicBezTo>
                <a:cubicBezTo>
                  <a:pt x="689" y="21600"/>
                  <a:pt x="824" y="21480"/>
                  <a:pt x="922" y="21284"/>
                </a:cubicBezTo>
                <a:lnTo>
                  <a:pt x="10800" y="2567"/>
                </a:lnTo>
                <a:lnTo>
                  <a:pt x="20678" y="21284"/>
                </a:lnTo>
                <a:cubicBezTo>
                  <a:pt x="20776" y="21480"/>
                  <a:pt x="20911" y="21600"/>
                  <a:pt x="21060" y="21600"/>
                </a:cubicBezTo>
                <a:cubicBezTo>
                  <a:pt x="21358" y="21600"/>
                  <a:pt x="21600" y="21117"/>
                  <a:pt x="21600" y="20520"/>
                </a:cubicBezTo>
                <a:cubicBezTo>
                  <a:pt x="21600" y="20222"/>
                  <a:pt x="21540" y="19953"/>
                  <a:pt x="21442" y="1975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1" name="Shape 2901">
            <a:extLst>
              <a:ext uri="{FF2B5EF4-FFF2-40B4-BE49-F238E27FC236}">
                <a16:creationId xmlns:a16="http://schemas.microsoft.com/office/drawing/2014/main" id="{4DE25773-D11E-0529-2BAF-F03C0C6FACA3}"/>
              </a:ext>
            </a:extLst>
          </p:cNvPr>
          <p:cNvSpPr/>
          <p:nvPr/>
        </p:nvSpPr>
        <p:spPr>
          <a:xfrm>
            <a:off x="5232624" y="1468760"/>
            <a:ext cx="126968" cy="253935"/>
          </a:xfrm>
          <a:custGeom>
            <a:avLst/>
            <a:gdLst/>
            <a:ahLst/>
            <a:cxnLst>
              <a:cxn ang="0">
                <a:pos x="wd2" y="hd2"/>
              </a:cxn>
              <a:cxn ang="5400000">
                <a:pos x="wd2" y="hd2"/>
              </a:cxn>
              <a:cxn ang="10800000">
                <a:pos x="wd2" y="hd2"/>
              </a:cxn>
              <a:cxn ang="16200000">
                <a:pos x="wd2" y="hd2"/>
              </a:cxn>
            </a:cxnLst>
            <a:rect l="0" t="0" r="r" b="b"/>
            <a:pathLst>
              <a:path w="21600" h="21600" extrusionOk="0">
                <a:moveTo>
                  <a:pt x="2567" y="10800"/>
                </a:moveTo>
                <a:lnTo>
                  <a:pt x="21284" y="922"/>
                </a:lnTo>
                <a:cubicBezTo>
                  <a:pt x="21480" y="824"/>
                  <a:pt x="21600" y="689"/>
                  <a:pt x="21600" y="540"/>
                </a:cubicBezTo>
                <a:cubicBezTo>
                  <a:pt x="21600" y="242"/>
                  <a:pt x="21117" y="0"/>
                  <a:pt x="20520" y="0"/>
                </a:cubicBezTo>
                <a:cubicBezTo>
                  <a:pt x="20222" y="0"/>
                  <a:pt x="19953" y="61"/>
                  <a:pt x="19756" y="158"/>
                </a:cubicBezTo>
                <a:lnTo>
                  <a:pt x="316" y="10418"/>
                </a:lnTo>
                <a:cubicBezTo>
                  <a:pt x="121" y="10516"/>
                  <a:pt x="0" y="10651"/>
                  <a:pt x="0" y="10800"/>
                </a:cubicBezTo>
                <a:cubicBezTo>
                  <a:pt x="0" y="10949"/>
                  <a:pt x="120" y="11084"/>
                  <a:pt x="316" y="11182"/>
                </a:cubicBezTo>
                <a:lnTo>
                  <a:pt x="19756" y="21442"/>
                </a:lnTo>
                <a:cubicBezTo>
                  <a:pt x="19953" y="21540"/>
                  <a:pt x="20222" y="21600"/>
                  <a:pt x="20520" y="21600"/>
                </a:cubicBezTo>
                <a:cubicBezTo>
                  <a:pt x="21117" y="21600"/>
                  <a:pt x="21600" y="21358"/>
                  <a:pt x="21600" y="21060"/>
                </a:cubicBezTo>
                <a:cubicBezTo>
                  <a:pt x="21600" y="20911"/>
                  <a:pt x="21480" y="20776"/>
                  <a:pt x="21284" y="20678"/>
                </a:cubicBezTo>
                <a:cubicBezTo>
                  <a:pt x="21284" y="20678"/>
                  <a:pt x="2567" y="10800"/>
                  <a:pt x="2567" y="1080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2" name="Shape 2902">
            <a:extLst>
              <a:ext uri="{FF2B5EF4-FFF2-40B4-BE49-F238E27FC236}">
                <a16:creationId xmlns:a16="http://schemas.microsoft.com/office/drawing/2014/main" id="{782D1866-C30B-6DD3-1B11-058AAB8D8B9A}"/>
              </a:ext>
            </a:extLst>
          </p:cNvPr>
          <p:cNvSpPr/>
          <p:nvPr/>
        </p:nvSpPr>
        <p:spPr>
          <a:xfrm>
            <a:off x="5765885" y="1468760"/>
            <a:ext cx="126968" cy="253935"/>
          </a:xfrm>
          <a:custGeom>
            <a:avLst/>
            <a:gdLst/>
            <a:ahLst/>
            <a:cxnLst>
              <a:cxn ang="0">
                <a:pos x="wd2" y="hd2"/>
              </a:cxn>
              <a:cxn ang="5400000">
                <a:pos x="wd2" y="hd2"/>
              </a:cxn>
              <a:cxn ang="10800000">
                <a:pos x="wd2" y="hd2"/>
              </a:cxn>
              <a:cxn ang="16200000">
                <a:pos x="wd2" y="hd2"/>
              </a:cxn>
            </a:cxnLst>
            <a:rect l="0" t="0" r="r" b="b"/>
            <a:pathLst>
              <a:path w="21600" h="21600" extrusionOk="0">
                <a:moveTo>
                  <a:pt x="21284" y="10418"/>
                </a:moveTo>
                <a:lnTo>
                  <a:pt x="1844" y="158"/>
                </a:lnTo>
                <a:cubicBezTo>
                  <a:pt x="1648" y="61"/>
                  <a:pt x="1378" y="0"/>
                  <a:pt x="1080" y="0"/>
                </a:cubicBezTo>
                <a:cubicBezTo>
                  <a:pt x="483" y="0"/>
                  <a:pt x="0" y="242"/>
                  <a:pt x="0" y="540"/>
                </a:cubicBezTo>
                <a:cubicBezTo>
                  <a:pt x="0" y="689"/>
                  <a:pt x="121" y="824"/>
                  <a:pt x="316" y="922"/>
                </a:cubicBezTo>
                <a:lnTo>
                  <a:pt x="19033" y="10800"/>
                </a:lnTo>
                <a:lnTo>
                  <a:pt x="316" y="20678"/>
                </a:lnTo>
                <a:cubicBezTo>
                  <a:pt x="121" y="20776"/>
                  <a:pt x="0" y="20911"/>
                  <a:pt x="0" y="21060"/>
                </a:cubicBezTo>
                <a:cubicBezTo>
                  <a:pt x="0" y="21358"/>
                  <a:pt x="483" y="21600"/>
                  <a:pt x="1080" y="21600"/>
                </a:cubicBezTo>
                <a:cubicBezTo>
                  <a:pt x="1378" y="21600"/>
                  <a:pt x="1648" y="21540"/>
                  <a:pt x="1844" y="21442"/>
                </a:cubicBezTo>
                <a:lnTo>
                  <a:pt x="21284" y="11182"/>
                </a:lnTo>
                <a:cubicBezTo>
                  <a:pt x="21479" y="11084"/>
                  <a:pt x="21600" y="10949"/>
                  <a:pt x="21600" y="10800"/>
                </a:cubicBezTo>
                <a:cubicBezTo>
                  <a:pt x="21600" y="10651"/>
                  <a:pt x="21479" y="10516"/>
                  <a:pt x="21284" y="104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3" name="Shape 2903">
            <a:extLst>
              <a:ext uri="{FF2B5EF4-FFF2-40B4-BE49-F238E27FC236}">
                <a16:creationId xmlns:a16="http://schemas.microsoft.com/office/drawing/2014/main" id="{47450F38-33B0-836C-13AF-113E51F17086}"/>
              </a:ext>
            </a:extLst>
          </p:cNvPr>
          <p:cNvSpPr/>
          <p:nvPr/>
        </p:nvSpPr>
        <p:spPr>
          <a:xfrm>
            <a:off x="890356" y="19893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2" y="982"/>
                  <a:pt x="20618" y="5377"/>
                  <a:pt x="20618" y="10800"/>
                </a:cubicBezTo>
                <a:cubicBezTo>
                  <a:pt x="20618" y="16223"/>
                  <a:pt x="16222"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6200" y="8836"/>
                </a:moveTo>
                <a:cubicBezTo>
                  <a:pt x="16065" y="8836"/>
                  <a:pt x="15942" y="8891"/>
                  <a:pt x="15852" y="8980"/>
                </a:cubicBezTo>
                <a:lnTo>
                  <a:pt x="10800" y="13574"/>
                </a:lnTo>
                <a:lnTo>
                  <a:pt x="5747" y="8980"/>
                </a:lnTo>
                <a:cubicBezTo>
                  <a:pt x="5658" y="8891"/>
                  <a:pt x="5535" y="8836"/>
                  <a:pt x="5400" y="8836"/>
                </a:cubicBezTo>
                <a:cubicBezTo>
                  <a:pt x="5129" y="8836"/>
                  <a:pt x="4909" y="9056"/>
                  <a:pt x="4909" y="9327"/>
                </a:cubicBezTo>
                <a:cubicBezTo>
                  <a:pt x="4909" y="9463"/>
                  <a:pt x="4964" y="9586"/>
                  <a:pt x="5053" y="9674"/>
                </a:cubicBezTo>
                <a:lnTo>
                  <a:pt x="10453" y="14583"/>
                </a:lnTo>
                <a:cubicBezTo>
                  <a:pt x="10542" y="14673"/>
                  <a:pt x="10665" y="14727"/>
                  <a:pt x="10800" y="14727"/>
                </a:cubicBezTo>
                <a:cubicBezTo>
                  <a:pt x="10935" y="14727"/>
                  <a:pt x="11058" y="14673"/>
                  <a:pt x="11147" y="14583"/>
                </a:cubicBezTo>
                <a:lnTo>
                  <a:pt x="16547" y="9674"/>
                </a:lnTo>
                <a:cubicBezTo>
                  <a:pt x="16636" y="9586"/>
                  <a:pt x="16691" y="9463"/>
                  <a:pt x="16691" y="9327"/>
                </a:cubicBezTo>
                <a:cubicBezTo>
                  <a:pt x="16691" y="9056"/>
                  <a:pt x="16471" y="8836"/>
                  <a:pt x="16200" y="883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4" name="Shape 2904">
            <a:extLst>
              <a:ext uri="{FF2B5EF4-FFF2-40B4-BE49-F238E27FC236}">
                <a16:creationId xmlns:a16="http://schemas.microsoft.com/office/drawing/2014/main" id="{066E941D-C73E-C4E0-0DA7-8DFDCA92CEC3}"/>
              </a:ext>
            </a:extLst>
          </p:cNvPr>
          <p:cNvSpPr/>
          <p:nvPr/>
        </p:nvSpPr>
        <p:spPr>
          <a:xfrm>
            <a:off x="1423617" y="19893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147" y="7017"/>
                </a:moveTo>
                <a:cubicBezTo>
                  <a:pt x="11058" y="6927"/>
                  <a:pt x="10935" y="6873"/>
                  <a:pt x="10800" y="6873"/>
                </a:cubicBezTo>
                <a:cubicBezTo>
                  <a:pt x="10665" y="6873"/>
                  <a:pt x="10542" y="6927"/>
                  <a:pt x="10453" y="7017"/>
                </a:cubicBezTo>
                <a:lnTo>
                  <a:pt x="5053" y="11926"/>
                </a:lnTo>
                <a:cubicBezTo>
                  <a:pt x="4964" y="12015"/>
                  <a:pt x="4909" y="12138"/>
                  <a:pt x="4909" y="12273"/>
                </a:cubicBezTo>
                <a:cubicBezTo>
                  <a:pt x="4909" y="12544"/>
                  <a:pt x="5129" y="12764"/>
                  <a:pt x="5400" y="12764"/>
                </a:cubicBezTo>
                <a:cubicBezTo>
                  <a:pt x="5535" y="12764"/>
                  <a:pt x="5658" y="12709"/>
                  <a:pt x="5747" y="12620"/>
                </a:cubicBezTo>
                <a:lnTo>
                  <a:pt x="10800" y="8026"/>
                </a:lnTo>
                <a:lnTo>
                  <a:pt x="15853" y="12620"/>
                </a:lnTo>
                <a:cubicBezTo>
                  <a:pt x="15942" y="12709"/>
                  <a:pt x="16065" y="12764"/>
                  <a:pt x="16200" y="12764"/>
                </a:cubicBezTo>
                <a:cubicBezTo>
                  <a:pt x="16471" y="12764"/>
                  <a:pt x="16691" y="12544"/>
                  <a:pt x="16691" y="12273"/>
                </a:cubicBezTo>
                <a:cubicBezTo>
                  <a:pt x="16691" y="12138"/>
                  <a:pt x="16636" y="12015"/>
                  <a:pt x="16547" y="11926"/>
                </a:cubicBezTo>
                <a:cubicBezTo>
                  <a:pt x="16547" y="11926"/>
                  <a:pt x="11147" y="7017"/>
                  <a:pt x="11147" y="7017"/>
                </a:cubicBezTo>
                <a:close/>
                <a:moveTo>
                  <a:pt x="10800" y="20618"/>
                </a:moveTo>
                <a:cubicBezTo>
                  <a:pt x="5377" y="20618"/>
                  <a:pt x="982" y="16223"/>
                  <a:pt x="982" y="10800"/>
                </a:cubicBezTo>
                <a:cubicBezTo>
                  <a:pt x="982" y="5377"/>
                  <a:pt x="5377" y="982"/>
                  <a:pt x="10800" y="982"/>
                </a:cubicBezTo>
                <a:cubicBezTo>
                  <a:pt x="16222" y="982"/>
                  <a:pt x="20618" y="5377"/>
                  <a:pt x="20618" y="10800"/>
                </a:cubicBezTo>
                <a:cubicBezTo>
                  <a:pt x="20618" y="16223"/>
                  <a:pt x="16222"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5" name="Shape 2905">
            <a:extLst>
              <a:ext uri="{FF2B5EF4-FFF2-40B4-BE49-F238E27FC236}">
                <a16:creationId xmlns:a16="http://schemas.microsoft.com/office/drawing/2014/main" id="{C3808454-138A-AC1B-199C-95DE8CF1FAD0}"/>
              </a:ext>
            </a:extLst>
          </p:cNvPr>
          <p:cNvSpPr/>
          <p:nvPr/>
        </p:nvSpPr>
        <p:spPr>
          <a:xfrm>
            <a:off x="1956878" y="19893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2764" y="5400"/>
                </a:moveTo>
                <a:cubicBezTo>
                  <a:pt x="12764" y="5129"/>
                  <a:pt x="12544" y="4909"/>
                  <a:pt x="12273" y="4909"/>
                </a:cubicBezTo>
                <a:cubicBezTo>
                  <a:pt x="12137" y="4909"/>
                  <a:pt x="12015" y="4964"/>
                  <a:pt x="11926" y="5053"/>
                </a:cubicBezTo>
                <a:lnTo>
                  <a:pt x="7017" y="10453"/>
                </a:lnTo>
                <a:cubicBezTo>
                  <a:pt x="6928" y="10542"/>
                  <a:pt x="6873" y="10665"/>
                  <a:pt x="6873" y="10800"/>
                </a:cubicBezTo>
                <a:cubicBezTo>
                  <a:pt x="6873" y="10936"/>
                  <a:pt x="6928" y="11058"/>
                  <a:pt x="7017" y="11147"/>
                </a:cubicBezTo>
                <a:lnTo>
                  <a:pt x="11926" y="16547"/>
                </a:lnTo>
                <a:cubicBezTo>
                  <a:pt x="12015" y="16636"/>
                  <a:pt x="12137" y="16691"/>
                  <a:pt x="12273" y="16691"/>
                </a:cubicBezTo>
                <a:cubicBezTo>
                  <a:pt x="12544" y="16691"/>
                  <a:pt x="12764" y="16471"/>
                  <a:pt x="12764" y="16200"/>
                </a:cubicBezTo>
                <a:cubicBezTo>
                  <a:pt x="12764" y="16065"/>
                  <a:pt x="12709" y="15942"/>
                  <a:pt x="12620" y="15853"/>
                </a:cubicBezTo>
                <a:lnTo>
                  <a:pt x="8026" y="10800"/>
                </a:lnTo>
                <a:lnTo>
                  <a:pt x="12620" y="5747"/>
                </a:lnTo>
                <a:cubicBezTo>
                  <a:pt x="12709" y="5658"/>
                  <a:pt x="12764" y="5536"/>
                  <a:pt x="12764" y="54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6" name="Shape 2906">
            <a:extLst>
              <a:ext uri="{FF2B5EF4-FFF2-40B4-BE49-F238E27FC236}">
                <a16:creationId xmlns:a16="http://schemas.microsoft.com/office/drawing/2014/main" id="{9E107717-0025-A17A-133E-136BAE63840D}"/>
              </a:ext>
            </a:extLst>
          </p:cNvPr>
          <p:cNvSpPr/>
          <p:nvPr/>
        </p:nvSpPr>
        <p:spPr>
          <a:xfrm>
            <a:off x="2490139" y="19893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9674" y="5053"/>
                </a:moveTo>
                <a:cubicBezTo>
                  <a:pt x="9585" y="4964"/>
                  <a:pt x="9463" y="4909"/>
                  <a:pt x="9327" y="4909"/>
                </a:cubicBezTo>
                <a:cubicBezTo>
                  <a:pt x="9056" y="4909"/>
                  <a:pt x="8836" y="5129"/>
                  <a:pt x="8836" y="5400"/>
                </a:cubicBezTo>
                <a:cubicBezTo>
                  <a:pt x="8836" y="5536"/>
                  <a:pt x="8891" y="5658"/>
                  <a:pt x="8980" y="5747"/>
                </a:cubicBezTo>
                <a:lnTo>
                  <a:pt x="13574" y="10800"/>
                </a:lnTo>
                <a:lnTo>
                  <a:pt x="8980" y="15853"/>
                </a:lnTo>
                <a:cubicBezTo>
                  <a:pt x="8891" y="15942"/>
                  <a:pt x="8836" y="16065"/>
                  <a:pt x="8836" y="16200"/>
                </a:cubicBezTo>
                <a:cubicBezTo>
                  <a:pt x="8836" y="16471"/>
                  <a:pt x="9056" y="16691"/>
                  <a:pt x="9327" y="16691"/>
                </a:cubicBezTo>
                <a:cubicBezTo>
                  <a:pt x="9463" y="16691"/>
                  <a:pt x="9585" y="16636"/>
                  <a:pt x="9674" y="16547"/>
                </a:cubicBezTo>
                <a:lnTo>
                  <a:pt x="14583" y="11147"/>
                </a:lnTo>
                <a:cubicBezTo>
                  <a:pt x="14672" y="11058"/>
                  <a:pt x="14727" y="10936"/>
                  <a:pt x="14727" y="10800"/>
                </a:cubicBezTo>
                <a:cubicBezTo>
                  <a:pt x="14727" y="10665"/>
                  <a:pt x="14672" y="10542"/>
                  <a:pt x="14583" y="10453"/>
                </a:cubicBezTo>
                <a:cubicBezTo>
                  <a:pt x="14583" y="10453"/>
                  <a:pt x="9674" y="5053"/>
                  <a:pt x="9674" y="5053"/>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7" name="Shape 2907">
            <a:extLst>
              <a:ext uri="{FF2B5EF4-FFF2-40B4-BE49-F238E27FC236}">
                <a16:creationId xmlns:a16="http://schemas.microsoft.com/office/drawing/2014/main" id="{8039743F-1B07-F8D4-38CC-DD16023A341A}"/>
              </a:ext>
            </a:extLst>
          </p:cNvPr>
          <p:cNvSpPr/>
          <p:nvPr/>
        </p:nvSpPr>
        <p:spPr>
          <a:xfrm>
            <a:off x="3023400" y="19893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2973" y="235"/>
                </a:moveTo>
                <a:cubicBezTo>
                  <a:pt x="12909" y="205"/>
                  <a:pt x="12840" y="184"/>
                  <a:pt x="12764" y="184"/>
                </a:cubicBezTo>
                <a:cubicBezTo>
                  <a:pt x="12493" y="184"/>
                  <a:pt x="12273" y="404"/>
                  <a:pt x="12273" y="675"/>
                </a:cubicBezTo>
                <a:cubicBezTo>
                  <a:pt x="12273" y="946"/>
                  <a:pt x="12493" y="1166"/>
                  <a:pt x="12764" y="1166"/>
                </a:cubicBezTo>
                <a:lnTo>
                  <a:pt x="12764" y="1179"/>
                </a:lnTo>
                <a:cubicBezTo>
                  <a:pt x="17245" y="2089"/>
                  <a:pt x="20618" y="6050"/>
                  <a:pt x="20618" y="10800"/>
                </a:cubicBezTo>
                <a:cubicBezTo>
                  <a:pt x="20618" y="16223"/>
                  <a:pt x="16223" y="20618"/>
                  <a:pt x="10800" y="20618"/>
                </a:cubicBezTo>
                <a:cubicBezTo>
                  <a:pt x="5377" y="20618"/>
                  <a:pt x="982" y="16223"/>
                  <a:pt x="982" y="10800"/>
                </a:cubicBezTo>
                <a:cubicBezTo>
                  <a:pt x="982" y="6050"/>
                  <a:pt x="4355" y="2089"/>
                  <a:pt x="8836" y="1179"/>
                </a:cubicBezTo>
                <a:lnTo>
                  <a:pt x="8836" y="1166"/>
                </a:lnTo>
                <a:cubicBezTo>
                  <a:pt x="9107" y="1166"/>
                  <a:pt x="9327" y="946"/>
                  <a:pt x="9327" y="675"/>
                </a:cubicBezTo>
                <a:cubicBezTo>
                  <a:pt x="9327" y="404"/>
                  <a:pt x="9107" y="184"/>
                  <a:pt x="8836" y="184"/>
                </a:cubicBezTo>
                <a:cubicBezTo>
                  <a:pt x="8761" y="184"/>
                  <a:pt x="8691" y="205"/>
                  <a:pt x="8627" y="235"/>
                </a:cubicBezTo>
                <a:cubicBezTo>
                  <a:pt x="3706" y="1243"/>
                  <a:pt x="0" y="5582"/>
                  <a:pt x="0" y="10800"/>
                </a:cubicBezTo>
                <a:cubicBezTo>
                  <a:pt x="0" y="16765"/>
                  <a:pt x="4835" y="21600"/>
                  <a:pt x="10800" y="21600"/>
                </a:cubicBezTo>
                <a:cubicBezTo>
                  <a:pt x="16765" y="21600"/>
                  <a:pt x="21600" y="16765"/>
                  <a:pt x="21600" y="10800"/>
                </a:cubicBezTo>
                <a:cubicBezTo>
                  <a:pt x="21600" y="5582"/>
                  <a:pt x="17893" y="1243"/>
                  <a:pt x="12973" y="235"/>
                </a:cubicBezTo>
                <a:moveTo>
                  <a:pt x="6873" y="9818"/>
                </a:moveTo>
                <a:cubicBezTo>
                  <a:pt x="6602" y="9818"/>
                  <a:pt x="6382" y="10038"/>
                  <a:pt x="6382" y="10309"/>
                </a:cubicBezTo>
                <a:cubicBezTo>
                  <a:pt x="6382" y="10445"/>
                  <a:pt x="6437" y="10567"/>
                  <a:pt x="6526" y="10656"/>
                </a:cubicBezTo>
                <a:lnTo>
                  <a:pt x="10453" y="14583"/>
                </a:lnTo>
                <a:cubicBezTo>
                  <a:pt x="10542" y="14673"/>
                  <a:pt x="10664" y="14727"/>
                  <a:pt x="10800" y="14727"/>
                </a:cubicBezTo>
                <a:cubicBezTo>
                  <a:pt x="10936" y="14727"/>
                  <a:pt x="11059" y="14673"/>
                  <a:pt x="11147" y="14583"/>
                </a:cubicBezTo>
                <a:lnTo>
                  <a:pt x="15074" y="10656"/>
                </a:lnTo>
                <a:cubicBezTo>
                  <a:pt x="15163" y="10567"/>
                  <a:pt x="15218" y="10445"/>
                  <a:pt x="15218" y="10309"/>
                </a:cubicBezTo>
                <a:cubicBezTo>
                  <a:pt x="15218" y="10038"/>
                  <a:pt x="14998" y="9818"/>
                  <a:pt x="14727" y="9818"/>
                </a:cubicBezTo>
                <a:cubicBezTo>
                  <a:pt x="14592" y="9818"/>
                  <a:pt x="14469" y="9873"/>
                  <a:pt x="14380" y="9962"/>
                </a:cubicBezTo>
                <a:lnTo>
                  <a:pt x="11291" y="13051"/>
                </a:lnTo>
                <a:lnTo>
                  <a:pt x="11291" y="491"/>
                </a:lnTo>
                <a:cubicBezTo>
                  <a:pt x="11291" y="220"/>
                  <a:pt x="11071" y="0"/>
                  <a:pt x="10800" y="0"/>
                </a:cubicBezTo>
                <a:cubicBezTo>
                  <a:pt x="10529" y="0"/>
                  <a:pt x="10309" y="220"/>
                  <a:pt x="10309" y="491"/>
                </a:cubicBezTo>
                <a:lnTo>
                  <a:pt x="10309" y="13051"/>
                </a:lnTo>
                <a:lnTo>
                  <a:pt x="7220" y="9962"/>
                </a:lnTo>
                <a:cubicBezTo>
                  <a:pt x="7131" y="9873"/>
                  <a:pt x="7009" y="9818"/>
                  <a:pt x="6873" y="98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8" name="Shape 2908">
            <a:extLst>
              <a:ext uri="{FF2B5EF4-FFF2-40B4-BE49-F238E27FC236}">
                <a16:creationId xmlns:a16="http://schemas.microsoft.com/office/drawing/2014/main" id="{B2DA3CD5-69BC-FAD9-014A-3B4E2DDFFDAC}"/>
              </a:ext>
            </a:extLst>
          </p:cNvPr>
          <p:cNvSpPr/>
          <p:nvPr/>
        </p:nvSpPr>
        <p:spPr>
          <a:xfrm>
            <a:off x="3556661" y="2052807"/>
            <a:ext cx="279328" cy="152361"/>
          </a:xfrm>
          <a:custGeom>
            <a:avLst/>
            <a:gdLst/>
            <a:ahLst/>
            <a:cxnLst>
              <a:cxn ang="0">
                <a:pos x="wd2" y="hd2"/>
              </a:cxn>
              <a:cxn ang="5400000">
                <a:pos x="wd2" y="hd2"/>
              </a:cxn>
              <a:cxn ang="10800000">
                <a:pos x="wd2" y="hd2"/>
              </a:cxn>
              <a:cxn ang="16200000">
                <a:pos x="wd2" y="hd2"/>
              </a:cxn>
            </a:cxnLst>
            <a:rect l="0" t="0" r="r" b="b"/>
            <a:pathLst>
              <a:path w="21600" h="21600" extrusionOk="0">
                <a:moveTo>
                  <a:pt x="10800" y="19397"/>
                </a:moveTo>
                <a:lnTo>
                  <a:pt x="1638" y="1800"/>
                </a:lnTo>
                <a:lnTo>
                  <a:pt x="19962" y="1800"/>
                </a:lnTo>
                <a:cubicBezTo>
                  <a:pt x="19962" y="1800"/>
                  <a:pt x="10800" y="19397"/>
                  <a:pt x="10800" y="19397"/>
                </a:cubicBezTo>
                <a:close/>
                <a:moveTo>
                  <a:pt x="21600" y="900"/>
                </a:moveTo>
                <a:cubicBezTo>
                  <a:pt x="21600" y="403"/>
                  <a:pt x="21380" y="0"/>
                  <a:pt x="21109" y="0"/>
                </a:cubicBezTo>
                <a:lnTo>
                  <a:pt x="491" y="0"/>
                </a:lnTo>
                <a:cubicBezTo>
                  <a:pt x="220" y="0"/>
                  <a:pt x="0" y="403"/>
                  <a:pt x="0" y="900"/>
                </a:cubicBezTo>
                <a:cubicBezTo>
                  <a:pt x="0" y="1141"/>
                  <a:pt x="53" y="1357"/>
                  <a:pt x="137" y="1519"/>
                </a:cubicBezTo>
                <a:lnTo>
                  <a:pt x="136" y="1521"/>
                </a:lnTo>
                <a:lnTo>
                  <a:pt x="10445" y="21321"/>
                </a:lnTo>
                <a:lnTo>
                  <a:pt x="10446" y="21319"/>
                </a:lnTo>
                <a:cubicBezTo>
                  <a:pt x="10536" y="21491"/>
                  <a:pt x="10660" y="21600"/>
                  <a:pt x="10800" y="21600"/>
                </a:cubicBezTo>
                <a:cubicBezTo>
                  <a:pt x="10940" y="21600"/>
                  <a:pt x="11064" y="21491"/>
                  <a:pt x="11154" y="21319"/>
                </a:cubicBezTo>
                <a:lnTo>
                  <a:pt x="11155" y="21321"/>
                </a:lnTo>
                <a:lnTo>
                  <a:pt x="21464" y="1521"/>
                </a:lnTo>
                <a:lnTo>
                  <a:pt x="21463" y="1519"/>
                </a:lnTo>
                <a:cubicBezTo>
                  <a:pt x="21547" y="1357"/>
                  <a:pt x="21600" y="1141"/>
                  <a:pt x="21600" y="9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9" name="Shape 2909">
            <a:extLst>
              <a:ext uri="{FF2B5EF4-FFF2-40B4-BE49-F238E27FC236}">
                <a16:creationId xmlns:a16="http://schemas.microsoft.com/office/drawing/2014/main" id="{CFFB18FE-D7BC-B8EC-F297-C7D539356F7E}"/>
              </a:ext>
            </a:extLst>
          </p:cNvPr>
          <p:cNvSpPr/>
          <p:nvPr/>
        </p:nvSpPr>
        <p:spPr>
          <a:xfrm>
            <a:off x="4089922" y="2052807"/>
            <a:ext cx="279328" cy="152361"/>
          </a:xfrm>
          <a:custGeom>
            <a:avLst/>
            <a:gdLst/>
            <a:ahLst/>
            <a:cxnLst>
              <a:cxn ang="0">
                <a:pos x="wd2" y="hd2"/>
              </a:cxn>
              <a:cxn ang="5400000">
                <a:pos x="wd2" y="hd2"/>
              </a:cxn>
              <a:cxn ang="10800000">
                <a:pos x="wd2" y="hd2"/>
              </a:cxn>
              <a:cxn ang="16200000">
                <a:pos x="wd2" y="hd2"/>
              </a:cxn>
            </a:cxnLst>
            <a:rect l="0" t="0" r="r" b="b"/>
            <a:pathLst>
              <a:path w="21600" h="21600" extrusionOk="0">
                <a:moveTo>
                  <a:pt x="1638" y="19800"/>
                </a:moveTo>
                <a:lnTo>
                  <a:pt x="10800" y="2203"/>
                </a:lnTo>
                <a:lnTo>
                  <a:pt x="19962" y="19800"/>
                </a:lnTo>
                <a:cubicBezTo>
                  <a:pt x="19962" y="19800"/>
                  <a:pt x="1638" y="19800"/>
                  <a:pt x="1638" y="19800"/>
                </a:cubicBezTo>
                <a:close/>
                <a:moveTo>
                  <a:pt x="21463" y="20081"/>
                </a:moveTo>
                <a:lnTo>
                  <a:pt x="21464" y="20079"/>
                </a:lnTo>
                <a:lnTo>
                  <a:pt x="11155" y="279"/>
                </a:lnTo>
                <a:lnTo>
                  <a:pt x="11154" y="282"/>
                </a:lnTo>
                <a:cubicBezTo>
                  <a:pt x="11064" y="109"/>
                  <a:pt x="10940" y="0"/>
                  <a:pt x="10800" y="0"/>
                </a:cubicBezTo>
                <a:cubicBezTo>
                  <a:pt x="10660" y="0"/>
                  <a:pt x="10536" y="109"/>
                  <a:pt x="10446" y="282"/>
                </a:cubicBezTo>
                <a:lnTo>
                  <a:pt x="10445" y="279"/>
                </a:lnTo>
                <a:lnTo>
                  <a:pt x="136" y="20079"/>
                </a:lnTo>
                <a:lnTo>
                  <a:pt x="137" y="20081"/>
                </a:lnTo>
                <a:cubicBezTo>
                  <a:pt x="54" y="20243"/>
                  <a:pt x="0" y="20459"/>
                  <a:pt x="0" y="20700"/>
                </a:cubicBezTo>
                <a:cubicBezTo>
                  <a:pt x="0" y="21197"/>
                  <a:pt x="220" y="21600"/>
                  <a:pt x="491" y="21600"/>
                </a:cubicBezTo>
                <a:lnTo>
                  <a:pt x="21109" y="21600"/>
                </a:lnTo>
                <a:cubicBezTo>
                  <a:pt x="21380" y="21600"/>
                  <a:pt x="21600" y="21197"/>
                  <a:pt x="21600" y="20700"/>
                </a:cubicBezTo>
                <a:cubicBezTo>
                  <a:pt x="21600" y="20459"/>
                  <a:pt x="21547" y="20243"/>
                  <a:pt x="21463" y="2008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0" name="Shape 2910">
            <a:extLst>
              <a:ext uri="{FF2B5EF4-FFF2-40B4-BE49-F238E27FC236}">
                <a16:creationId xmlns:a16="http://schemas.microsoft.com/office/drawing/2014/main" id="{95B54C21-690B-FAD6-C23A-D03F1EC3DEF7}"/>
              </a:ext>
            </a:extLst>
          </p:cNvPr>
          <p:cNvSpPr/>
          <p:nvPr/>
        </p:nvSpPr>
        <p:spPr>
          <a:xfrm>
            <a:off x="4686666" y="1989324"/>
            <a:ext cx="152361" cy="279328"/>
          </a:xfrm>
          <a:custGeom>
            <a:avLst/>
            <a:gdLst/>
            <a:ahLst/>
            <a:cxnLst>
              <a:cxn ang="0">
                <a:pos x="wd2" y="hd2"/>
              </a:cxn>
              <a:cxn ang="5400000">
                <a:pos x="wd2" y="hd2"/>
              </a:cxn>
              <a:cxn ang="10800000">
                <a:pos x="wd2" y="hd2"/>
              </a:cxn>
              <a:cxn ang="16200000">
                <a:pos x="wd2" y="hd2"/>
              </a:cxn>
            </a:cxnLst>
            <a:rect l="0" t="0" r="r" b="b"/>
            <a:pathLst>
              <a:path w="21600" h="21600" extrusionOk="0">
                <a:moveTo>
                  <a:pt x="19800" y="19962"/>
                </a:moveTo>
                <a:lnTo>
                  <a:pt x="2203" y="10800"/>
                </a:lnTo>
                <a:lnTo>
                  <a:pt x="19800" y="1638"/>
                </a:lnTo>
                <a:cubicBezTo>
                  <a:pt x="19800" y="1638"/>
                  <a:pt x="19800" y="19962"/>
                  <a:pt x="19800" y="19962"/>
                </a:cubicBezTo>
                <a:close/>
                <a:moveTo>
                  <a:pt x="20700" y="0"/>
                </a:moveTo>
                <a:cubicBezTo>
                  <a:pt x="20459" y="0"/>
                  <a:pt x="20243" y="53"/>
                  <a:pt x="20080" y="137"/>
                </a:cubicBezTo>
                <a:lnTo>
                  <a:pt x="20079" y="136"/>
                </a:lnTo>
                <a:lnTo>
                  <a:pt x="279" y="10445"/>
                </a:lnTo>
                <a:lnTo>
                  <a:pt x="281" y="10446"/>
                </a:lnTo>
                <a:cubicBezTo>
                  <a:pt x="109" y="10536"/>
                  <a:pt x="0" y="10660"/>
                  <a:pt x="0" y="10800"/>
                </a:cubicBezTo>
                <a:cubicBezTo>
                  <a:pt x="0" y="10940"/>
                  <a:pt x="109" y="11065"/>
                  <a:pt x="281" y="11154"/>
                </a:cubicBezTo>
                <a:lnTo>
                  <a:pt x="279" y="11155"/>
                </a:lnTo>
                <a:lnTo>
                  <a:pt x="20079" y="21465"/>
                </a:lnTo>
                <a:lnTo>
                  <a:pt x="20080" y="21463"/>
                </a:lnTo>
                <a:cubicBezTo>
                  <a:pt x="20243" y="21547"/>
                  <a:pt x="20459" y="21600"/>
                  <a:pt x="20700" y="21600"/>
                </a:cubicBezTo>
                <a:cubicBezTo>
                  <a:pt x="21197" y="21600"/>
                  <a:pt x="21600" y="21380"/>
                  <a:pt x="21600" y="21109"/>
                </a:cubicBezTo>
                <a:lnTo>
                  <a:pt x="21600" y="491"/>
                </a:lnTo>
                <a:cubicBezTo>
                  <a:pt x="21600" y="220"/>
                  <a:pt x="21197" y="0"/>
                  <a:pt x="207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1" name="Shape 2911">
            <a:extLst>
              <a:ext uri="{FF2B5EF4-FFF2-40B4-BE49-F238E27FC236}">
                <a16:creationId xmlns:a16="http://schemas.microsoft.com/office/drawing/2014/main" id="{173843C4-7481-E477-FE48-6EAD7BC90EFB}"/>
              </a:ext>
            </a:extLst>
          </p:cNvPr>
          <p:cNvSpPr/>
          <p:nvPr/>
        </p:nvSpPr>
        <p:spPr>
          <a:xfrm>
            <a:off x="5219928" y="1989324"/>
            <a:ext cx="152361" cy="279328"/>
          </a:xfrm>
          <a:custGeom>
            <a:avLst/>
            <a:gdLst/>
            <a:ahLst/>
            <a:cxnLst>
              <a:cxn ang="0">
                <a:pos x="wd2" y="hd2"/>
              </a:cxn>
              <a:cxn ang="5400000">
                <a:pos x="wd2" y="hd2"/>
              </a:cxn>
              <a:cxn ang="10800000">
                <a:pos x="wd2" y="hd2"/>
              </a:cxn>
              <a:cxn ang="16200000">
                <a:pos x="wd2" y="hd2"/>
              </a:cxn>
            </a:cxnLst>
            <a:rect l="0" t="0" r="r" b="b"/>
            <a:pathLst>
              <a:path w="21600" h="21600" extrusionOk="0">
                <a:moveTo>
                  <a:pt x="1800" y="19962"/>
                </a:moveTo>
                <a:lnTo>
                  <a:pt x="1800" y="1638"/>
                </a:lnTo>
                <a:lnTo>
                  <a:pt x="19397" y="10800"/>
                </a:lnTo>
                <a:cubicBezTo>
                  <a:pt x="19397" y="10800"/>
                  <a:pt x="1800" y="19962"/>
                  <a:pt x="1800" y="19962"/>
                </a:cubicBezTo>
                <a:close/>
                <a:moveTo>
                  <a:pt x="21600" y="10800"/>
                </a:moveTo>
                <a:cubicBezTo>
                  <a:pt x="21600" y="10660"/>
                  <a:pt x="21491" y="10536"/>
                  <a:pt x="21318" y="10446"/>
                </a:cubicBezTo>
                <a:lnTo>
                  <a:pt x="21321" y="10445"/>
                </a:lnTo>
                <a:lnTo>
                  <a:pt x="1521" y="136"/>
                </a:lnTo>
                <a:lnTo>
                  <a:pt x="1519" y="137"/>
                </a:lnTo>
                <a:cubicBezTo>
                  <a:pt x="1357" y="53"/>
                  <a:pt x="1141" y="0"/>
                  <a:pt x="900" y="0"/>
                </a:cubicBezTo>
                <a:cubicBezTo>
                  <a:pt x="403" y="0"/>
                  <a:pt x="0" y="220"/>
                  <a:pt x="0" y="491"/>
                </a:cubicBezTo>
                <a:lnTo>
                  <a:pt x="0" y="21109"/>
                </a:lnTo>
                <a:cubicBezTo>
                  <a:pt x="0" y="21380"/>
                  <a:pt x="403" y="21600"/>
                  <a:pt x="900" y="21600"/>
                </a:cubicBezTo>
                <a:cubicBezTo>
                  <a:pt x="1141" y="21600"/>
                  <a:pt x="1357" y="21547"/>
                  <a:pt x="1519" y="21463"/>
                </a:cubicBezTo>
                <a:lnTo>
                  <a:pt x="1521" y="21465"/>
                </a:lnTo>
                <a:lnTo>
                  <a:pt x="21321" y="11155"/>
                </a:lnTo>
                <a:lnTo>
                  <a:pt x="21318" y="11154"/>
                </a:lnTo>
                <a:cubicBezTo>
                  <a:pt x="21491" y="11065"/>
                  <a:pt x="21600" y="10940"/>
                  <a:pt x="21600" y="10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2" name="Shape 2912">
            <a:extLst>
              <a:ext uri="{FF2B5EF4-FFF2-40B4-BE49-F238E27FC236}">
                <a16:creationId xmlns:a16="http://schemas.microsoft.com/office/drawing/2014/main" id="{A616C3FF-0728-0F02-5120-C5F522B34599}"/>
              </a:ext>
            </a:extLst>
          </p:cNvPr>
          <p:cNvSpPr/>
          <p:nvPr/>
        </p:nvSpPr>
        <p:spPr>
          <a:xfrm>
            <a:off x="5689705" y="19893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456" y="10453"/>
                </a:moveTo>
                <a:lnTo>
                  <a:pt x="18511" y="7507"/>
                </a:lnTo>
                <a:cubicBezTo>
                  <a:pt x="18422" y="7419"/>
                  <a:pt x="18299" y="7364"/>
                  <a:pt x="18164" y="7364"/>
                </a:cubicBezTo>
                <a:cubicBezTo>
                  <a:pt x="17892" y="7364"/>
                  <a:pt x="17673" y="7584"/>
                  <a:pt x="17673" y="7855"/>
                </a:cubicBezTo>
                <a:cubicBezTo>
                  <a:pt x="17673" y="7990"/>
                  <a:pt x="17728" y="8113"/>
                  <a:pt x="17817" y="8202"/>
                </a:cubicBezTo>
                <a:lnTo>
                  <a:pt x="19924" y="10309"/>
                </a:lnTo>
                <a:lnTo>
                  <a:pt x="11291" y="10309"/>
                </a:lnTo>
                <a:lnTo>
                  <a:pt x="11291" y="1676"/>
                </a:lnTo>
                <a:lnTo>
                  <a:pt x="13398" y="3783"/>
                </a:lnTo>
                <a:cubicBezTo>
                  <a:pt x="13487" y="3873"/>
                  <a:pt x="13610" y="3927"/>
                  <a:pt x="13745" y="3927"/>
                </a:cubicBezTo>
                <a:cubicBezTo>
                  <a:pt x="14017" y="3927"/>
                  <a:pt x="14236" y="3708"/>
                  <a:pt x="14236" y="3436"/>
                </a:cubicBezTo>
                <a:cubicBezTo>
                  <a:pt x="14236" y="3301"/>
                  <a:pt x="14181" y="3178"/>
                  <a:pt x="14093" y="3089"/>
                </a:cubicBezTo>
                <a:lnTo>
                  <a:pt x="11147" y="144"/>
                </a:lnTo>
                <a:cubicBezTo>
                  <a:pt x="11058" y="55"/>
                  <a:pt x="10936" y="0"/>
                  <a:pt x="10800" y="0"/>
                </a:cubicBezTo>
                <a:cubicBezTo>
                  <a:pt x="10665" y="0"/>
                  <a:pt x="10542" y="55"/>
                  <a:pt x="10453" y="144"/>
                </a:cubicBezTo>
                <a:lnTo>
                  <a:pt x="7507" y="3089"/>
                </a:lnTo>
                <a:cubicBezTo>
                  <a:pt x="7418" y="3178"/>
                  <a:pt x="7364" y="3301"/>
                  <a:pt x="7364" y="3436"/>
                </a:cubicBezTo>
                <a:cubicBezTo>
                  <a:pt x="7364" y="3708"/>
                  <a:pt x="7583" y="3927"/>
                  <a:pt x="7855" y="3927"/>
                </a:cubicBezTo>
                <a:cubicBezTo>
                  <a:pt x="7990" y="3927"/>
                  <a:pt x="8113" y="3873"/>
                  <a:pt x="8202" y="3783"/>
                </a:cubicBezTo>
                <a:lnTo>
                  <a:pt x="10309" y="1676"/>
                </a:lnTo>
                <a:lnTo>
                  <a:pt x="10309" y="10309"/>
                </a:lnTo>
                <a:lnTo>
                  <a:pt x="1676" y="10309"/>
                </a:lnTo>
                <a:lnTo>
                  <a:pt x="3783" y="8202"/>
                </a:lnTo>
                <a:cubicBezTo>
                  <a:pt x="3873" y="8113"/>
                  <a:pt x="3927" y="7990"/>
                  <a:pt x="3927" y="7855"/>
                </a:cubicBezTo>
                <a:cubicBezTo>
                  <a:pt x="3927" y="7584"/>
                  <a:pt x="3708" y="7364"/>
                  <a:pt x="3436" y="7364"/>
                </a:cubicBezTo>
                <a:cubicBezTo>
                  <a:pt x="3301" y="7364"/>
                  <a:pt x="3178" y="7419"/>
                  <a:pt x="3089" y="7507"/>
                </a:cubicBezTo>
                <a:lnTo>
                  <a:pt x="144" y="10453"/>
                </a:lnTo>
                <a:cubicBezTo>
                  <a:pt x="55" y="10542"/>
                  <a:pt x="0" y="10665"/>
                  <a:pt x="0" y="10800"/>
                </a:cubicBezTo>
                <a:cubicBezTo>
                  <a:pt x="0" y="10936"/>
                  <a:pt x="55" y="11058"/>
                  <a:pt x="144" y="11148"/>
                </a:cubicBezTo>
                <a:lnTo>
                  <a:pt x="3089" y="14093"/>
                </a:lnTo>
                <a:cubicBezTo>
                  <a:pt x="3178" y="14182"/>
                  <a:pt x="3301" y="14236"/>
                  <a:pt x="3436" y="14236"/>
                </a:cubicBezTo>
                <a:cubicBezTo>
                  <a:pt x="3708" y="14236"/>
                  <a:pt x="3927" y="14017"/>
                  <a:pt x="3927" y="13745"/>
                </a:cubicBezTo>
                <a:cubicBezTo>
                  <a:pt x="3927" y="13610"/>
                  <a:pt x="3873" y="13488"/>
                  <a:pt x="3783" y="13398"/>
                </a:cubicBezTo>
                <a:lnTo>
                  <a:pt x="1676" y="11291"/>
                </a:lnTo>
                <a:lnTo>
                  <a:pt x="10309" y="11291"/>
                </a:lnTo>
                <a:lnTo>
                  <a:pt x="10309" y="19924"/>
                </a:lnTo>
                <a:lnTo>
                  <a:pt x="8202" y="17817"/>
                </a:lnTo>
                <a:cubicBezTo>
                  <a:pt x="8113" y="17728"/>
                  <a:pt x="7990" y="17673"/>
                  <a:pt x="7855" y="17673"/>
                </a:cubicBezTo>
                <a:cubicBezTo>
                  <a:pt x="7583" y="17673"/>
                  <a:pt x="7364" y="17893"/>
                  <a:pt x="7364" y="18164"/>
                </a:cubicBezTo>
                <a:cubicBezTo>
                  <a:pt x="7364" y="18300"/>
                  <a:pt x="7418" y="18422"/>
                  <a:pt x="7507" y="18511"/>
                </a:cubicBezTo>
                <a:lnTo>
                  <a:pt x="10453" y="21456"/>
                </a:lnTo>
                <a:cubicBezTo>
                  <a:pt x="10542" y="21545"/>
                  <a:pt x="10665" y="21600"/>
                  <a:pt x="10800" y="21600"/>
                </a:cubicBezTo>
                <a:cubicBezTo>
                  <a:pt x="10936" y="21600"/>
                  <a:pt x="11058" y="21545"/>
                  <a:pt x="11147" y="21456"/>
                </a:cubicBezTo>
                <a:lnTo>
                  <a:pt x="14093" y="18511"/>
                </a:lnTo>
                <a:cubicBezTo>
                  <a:pt x="14182" y="18422"/>
                  <a:pt x="14236" y="18300"/>
                  <a:pt x="14236" y="18164"/>
                </a:cubicBezTo>
                <a:cubicBezTo>
                  <a:pt x="14236" y="17893"/>
                  <a:pt x="14017" y="17673"/>
                  <a:pt x="13745" y="17673"/>
                </a:cubicBezTo>
                <a:cubicBezTo>
                  <a:pt x="13610" y="17673"/>
                  <a:pt x="13487" y="17728"/>
                  <a:pt x="13398" y="17817"/>
                </a:cubicBezTo>
                <a:lnTo>
                  <a:pt x="11291" y="19924"/>
                </a:lnTo>
                <a:lnTo>
                  <a:pt x="11291" y="11291"/>
                </a:lnTo>
                <a:lnTo>
                  <a:pt x="19924" y="11291"/>
                </a:lnTo>
                <a:lnTo>
                  <a:pt x="17817" y="13398"/>
                </a:lnTo>
                <a:cubicBezTo>
                  <a:pt x="17728" y="13488"/>
                  <a:pt x="17673" y="13610"/>
                  <a:pt x="17673" y="13745"/>
                </a:cubicBezTo>
                <a:cubicBezTo>
                  <a:pt x="17673" y="14017"/>
                  <a:pt x="17892" y="14236"/>
                  <a:pt x="18164" y="14236"/>
                </a:cubicBezTo>
                <a:cubicBezTo>
                  <a:pt x="18299" y="14236"/>
                  <a:pt x="18422" y="14182"/>
                  <a:pt x="18511" y="14093"/>
                </a:cubicBezTo>
                <a:lnTo>
                  <a:pt x="21456" y="11148"/>
                </a:lnTo>
                <a:cubicBezTo>
                  <a:pt x="21545" y="11058"/>
                  <a:pt x="21600" y="10936"/>
                  <a:pt x="21600" y="10800"/>
                </a:cubicBezTo>
                <a:cubicBezTo>
                  <a:pt x="21600" y="10665"/>
                  <a:pt x="21545" y="10542"/>
                  <a:pt x="21456" y="1045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3" name="Shape 2913">
            <a:extLst>
              <a:ext uri="{FF2B5EF4-FFF2-40B4-BE49-F238E27FC236}">
                <a16:creationId xmlns:a16="http://schemas.microsoft.com/office/drawing/2014/main" id="{A9B94CF8-F4FD-6913-70B5-E5C1D8B5EBB5}"/>
              </a:ext>
            </a:extLst>
          </p:cNvPr>
          <p:cNvSpPr/>
          <p:nvPr/>
        </p:nvSpPr>
        <p:spPr>
          <a:xfrm>
            <a:off x="6222967" y="14560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6200" y="7855"/>
                </a:moveTo>
                <a:cubicBezTo>
                  <a:pt x="16073" y="7855"/>
                  <a:pt x="15959" y="7905"/>
                  <a:pt x="15873" y="7985"/>
                </a:cubicBezTo>
                <a:lnTo>
                  <a:pt x="15870" y="7982"/>
                </a:lnTo>
                <a:lnTo>
                  <a:pt x="10800" y="12591"/>
                </a:lnTo>
                <a:lnTo>
                  <a:pt x="5730" y="7982"/>
                </a:lnTo>
                <a:lnTo>
                  <a:pt x="5727" y="7985"/>
                </a:lnTo>
                <a:cubicBezTo>
                  <a:pt x="5641" y="7905"/>
                  <a:pt x="5527" y="7855"/>
                  <a:pt x="5400" y="7855"/>
                </a:cubicBezTo>
                <a:cubicBezTo>
                  <a:pt x="5129" y="7855"/>
                  <a:pt x="4909" y="8074"/>
                  <a:pt x="4909" y="8345"/>
                </a:cubicBezTo>
                <a:cubicBezTo>
                  <a:pt x="4909" y="8489"/>
                  <a:pt x="4973" y="8616"/>
                  <a:pt x="5073" y="8706"/>
                </a:cubicBezTo>
                <a:lnTo>
                  <a:pt x="5070" y="8709"/>
                </a:lnTo>
                <a:lnTo>
                  <a:pt x="10470" y="13618"/>
                </a:lnTo>
                <a:lnTo>
                  <a:pt x="10473" y="13615"/>
                </a:lnTo>
                <a:cubicBezTo>
                  <a:pt x="10559" y="13695"/>
                  <a:pt x="10673" y="13745"/>
                  <a:pt x="10800" y="13745"/>
                </a:cubicBezTo>
                <a:cubicBezTo>
                  <a:pt x="10927" y="13745"/>
                  <a:pt x="11041" y="13695"/>
                  <a:pt x="11127" y="13615"/>
                </a:cubicBezTo>
                <a:lnTo>
                  <a:pt x="11130" y="13618"/>
                </a:lnTo>
                <a:lnTo>
                  <a:pt x="16530" y="8709"/>
                </a:lnTo>
                <a:lnTo>
                  <a:pt x="16527" y="8706"/>
                </a:lnTo>
                <a:cubicBezTo>
                  <a:pt x="16627" y="8616"/>
                  <a:pt x="16691" y="8489"/>
                  <a:pt x="16691" y="8345"/>
                </a:cubicBezTo>
                <a:cubicBezTo>
                  <a:pt x="16691" y="8074"/>
                  <a:pt x="16471" y="7855"/>
                  <a:pt x="16200" y="785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4" name="Shape 2914">
            <a:extLst>
              <a:ext uri="{FF2B5EF4-FFF2-40B4-BE49-F238E27FC236}">
                <a16:creationId xmlns:a16="http://schemas.microsoft.com/office/drawing/2014/main" id="{5184F9EC-5E08-AB32-8ACA-983F3B33D02C}"/>
              </a:ext>
            </a:extLst>
          </p:cNvPr>
          <p:cNvSpPr/>
          <p:nvPr/>
        </p:nvSpPr>
        <p:spPr>
          <a:xfrm>
            <a:off x="6756228" y="14560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6530" y="12891"/>
                </a:moveTo>
                <a:lnTo>
                  <a:pt x="11130" y="7982"/>
                </a:lnTo>
                <a:lnTo>
                  <a:pt x="11128" y="7985"/>
                </a:lnTo>
                <a:cubicBezTo>
                  <a:pt x="11040" y="7906"/>
                  <a:pt x="10927" y="7855"/>
                  <a:pt x="10800" y="7855"/>
                </a:cubicBezTo>
                <a:cubicBezTo>
                  <a:pt x="10673" y="7855"/>
                  <a:pt x="10559" y="7906"/>
                  <a:pt x="10473" y="7985"/>
                </a:cubicBezTo>
                <a:lnTo>
                  <a:pt x="10469" y="7982"/>
                </a:lnTo>
                <a:lnTo>
                  <a:pt x="5069" y="12891"/>
                </a:lnTo>
                <a:lnTo>
                  <a:pt x="5073" y="12895"/>
                </a:lnTo>
                <a:cubicBezTo>
                  <a:pt x="4973" y="12984"/>
                  <a:pt x="4909" y="13111"/>
                  <a:pt x="4909" y="13255"/>
                </a:cubicBezTo>
                <a:cubicBezTo>
                  <a:pt x="4909" y="13526"/>
                  <a:pt x="5129" y="13745"/>
                  <a:pt x="5400" y="13745"/>
                </a:cubicBezTo>
                <a:cubicBezTo>
                  <a:pt x="5527" y="13745"/>
                  <a:pt x="5640" y="13694"/>
                  <a:pt x="5728" y="13615"/>
                </a:cubicBezTo>
                <a:lnTo>
                  <a:pt x="5730" y="13618"/>
                </a:lnTo>
                <a:lnTo>
                  <a:pt x="10800" y="9009"/>
                </a:lnTo>
                <a:lnTo>
                  <a:pt x="15869" y="13618"/>
                </a:lnTo>
                <a:lnTo>
                  <a:pt x="15873" y="13615"/>
                </a:lnTo>
                <a:cubicBezTo>
                  <a:pt x="15959" y="13694"/>
                  <a:pt x="16073" y="13745"/>
                  <a:pt x="16200" y="13745"/>
                </a:cubicBezTo>
                <a:cubicBezTo>
                  <a:pt x="16471" y="13745"/>
                  <a:pt x="16691" y="13526"/>
                  <a:pt x="16691" y="13255"/>
                </a:cubicBezTo>
                <a:cubicBezTo>
                  <a:pt x="16691" y="13111"/>
                  <a:pt x="16627" y="12984"/>
                  <a:pt x="16527" y="12895"/>
                </a:cubicBezTo>
                <a:cubicBezTo>
                  <a:pt x="16527" y="12895"/>
                  <a:pt x="16530" y="12891"/>
                  <a:pt x="16530" y="12891"/>
                </a:cubicBezTo>
                <a:close/>
                <a:moveTo>
                  <a:pt x="20618" y="19636"/>
                </a:moveTo>
                <a:cubicBezTo>
                  <a:pt x="20618" y="20179"/>
                  <a:pt x="20179" y="20618"/>
                  <a:pt x="19636" y="20618"/>
                </a:cubicBezTo>
                <a:lnTo>
                  <a:pt x="1964" y="20618"/>
                </a:lnTo>
                <a:cubicBezTo>
                  <a:pt x="1422" y="20618"/>
                  <a:pt x="982" y="20179"/>
                  <a:pt x="982" y="19636"/>
                </a:cubicBezTo>
                <a:lnTo>
                  <a:pt x="982" y="1964"/>
                </a:lnTo>
                <a:cubicBezTo>
                  <a:pt x="982" y="1421"/>
                  <a:pt x="1422"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5" name="Shape 2915">
            <a:extLst>
              <a:ext uri="{FF2B5EF4-FFF2-40B4-BE49-F238E27FC236}">
                <a16:creationId xmlns:a16="http://schemas.microsoft.com/office/drawing/2014/main" id="{EEB36514-A36D-F97C-65B7-0548E3C3E9FC}"/>
              </a:ext>
            </a:extLst>
          </p:cNvPr>
          <p:cNvSpPr/>
          <p:nvPr/>
        </p:nvSpPr>
        <p:spPr>
          <a:xfrm>
            <a:off x="7289489" y="14560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2273" y="4909"/>
                </a:moveTo>
                <a:cubicBezTo>
                  <a:pt x="12128" y="4909"/>
                  <a:pt x="12002" y="4974"/>
                  <a:pt x="11912" y="5073"/>
                </a:cubicBezTo>
                <a:lnTo>
                  <a:pt x="11909" y="5070"/>
                </a:lnTo>
                <a:lnTo>
                  <a:pt x="7000" y="10470"/>
                </a:lnTo>
                <a:lnTo>
                  <a:pt x="7003" y="10473"/>
                </a:lnTo>
                <a:cubicBezTo>
                  <a:pt x="6924" y="10559"/>
                  <a:pt x="6873" y="10673"/>
                  <a:pt x="6873" y="10800"/>
                </a:cubicBezTo>
                <a:cubicBezTo>
                  <a:pt x="6873" y="10927"/>
                  <a:pt x="6924" y="11041"/>
                  <a:pt x="7003" y="11127"/>
                </a:cubicBezTo>
                <a:lnTo>
                  <a:pt x="7000" y="11130"/>
                </a:lnTo>
                <a:lnTo>
                  <a:pt x="11909" y="16530"/>
                </a:lnTo>
                <a:lnTo>
                  <a:pt x="11912" y="16527"/>
                </a:lnTo>
                <a:cubicBezTo>
                  <a:pt x="12002" y="16627"/>
                  <a:pt x="12128" y="16691"/>
                  <a:pt x="12273" y="16691"/>
                </a:cubicBezTo>
                <a:cubicBezTo>
                  <a:pt x="12544" y="16691"/>
                  <a:pt x="12764" y="16471"/>
                  <a:pt x="12764" y="16200"/>
                </a:cubicBezTo>
                <a:cubicBezTo>
                  <a:pt x="12764" y="16073"/>
                  <a:pt x="12713" y="15960"/>
                  <a:pt x="12633" y="15873"/>
                </a:cubicBezTo>
                <a:lnTo>
                  <a:pt x="12636" y="15870"/>
                </a:lnTo>
                <a:lnTo>
                  <a:pt x="8027" y="10800"/>
                </a:lnTo>
                <a:lnTo>
                  <a:pt x="12636" y="5730"/>
                </a:lnTo>
                <a:lnTo>
                  <a:pt x="12633" y="5728"/>
                </a:lnTo>
                <a:cubicBezTo>
                  <a:pt x="12713" y="5641"/>
                  <a:pt x="12764" y="5527"/>
                  <a:pt x="12764" y="5400"/>
                </a:cubicBezTo>
                <a:cubicBezTo>
                  <a:pt x="12764" y="5129"/>
                  <a:pt x="12544" y="4909"/>
                  <a:pt x="12273" y="49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6" name="Shape 2916">
            <a:extLst>
              <a:ext uri="{FF2B5EF4-FFF2-40B4-BE49-F238E27FC236}">
                <a16:creationId xmlns:a16="http://schemas.microsoft.com/office/drawing/2014/main" id="{29546C9B-B320-7465-763C-D302767340C6}"/>
              </a:ext>
            </a:extLst>
          </p:cNvPr>
          <p:cNvSpPr/>
          <p:nvPr/>
        </p:nvSpPr>
        <p:spPr>
          <a:xfrm>
            <a:off x="7822750" y="1456063"/>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4597" y="10473"/>
                </a:moveTo>
                <a:lnTo>
                  <a:pt x="14600" y="10470"/>
                </a:lnTo>
                <a:lnTo>
                  <a:pt x="9691" y="5070"/>
                </a:lnTo>
                <a:lnTo>
                  <a:pt x="9688" y="5073"/>
                </a:lnTo>
                <a:cubicBezTo>
                  <a:pt x="9598" y="4974"/>
                  <a:pt x="9471" y="4909"/>
                  <a:pt x="9327" y="4909"/>
                </a:cubicBezTo>
                <a:cubicBezTo>
                  <a:pt x="9056" y="4909"/>
                  <a:pt x="8836" y="5129"/>
                  <a:pt x="8836" y="5400"/>
                </a:cubicBezTo>
                <a:cubicBezTo>
                  <a:pt x="8836" y="5527"/>
                  <a:pt x="8887" y="5641"/>
                  <a:pt x="8967" y="5728"/>
                </a:cubicBezTo>
                <a:lnTo>
                  <a:pt x="8964" y="5730"/>
                </a:lnTo>
                <a:lnTo>
                  <a:pt x="13573" y="10800"/>
                </a:lnTo>
                <a:lnTo>
                  <a:pt x="8964" y="15870"/>
                </a:lnTo>
                <a:lnTo>
                  <a:pt x="8967" y="15873"/>
                </a:lnTo>
                <a:cubicBezTo>
                  <a:pt x="8887" y="15960"/>
                  <a:pt x="8836" y="16073"/>
                  <a:pt x="8836" y="16200"/>
                </a:cubicBezTo>
                <a:cubicBezTo>
                  <a:pt x="8836" y="16471"/>
                  <a:pt x="9056" y="16691"/>
                  <a:pt x="9327" y="16691"/>
                </a:cubicBezTo>
                <a:cubicBezTo>
                  <a:pt x="9471" y="16691"/>
                  <a:pt x="9598" y="16627"/>
                  <a:pt x="9688" y="16527"/>
                </a:cubicBezTo>
                <a:lnTo>
                  <a:pt x="9691" y="16530"/>
                </a:lnTo>
                <a:lnTo>
                  <a:pt x="14600" y="11130"/>
                </a:lnTo>
                <a:lnTo>
                  <a:pt x="14597" y="11127"/>
                </a:lnTo>
                <a:cubicBezTo>
                  <a:pt x="14676" y="11041"/>
                  <a:pt x="14727" y="10927"/>
                  <a:pt x="14727" y="10800"/>
                </a:cubicBezTo>
                <a:cubicBezTo>
                  <a:pt x="14727" y="10673"/>
                  <a:pt x="14676" y="10559"/>
                  <a:pt x="14597" y="104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7" name="Shape 2917">
            <a:extLst>
              <a:ext uri="{FF2B5EF4-FFF2-40B4-BE49-F238E27FC236}">
                <a16:creationId xmlns:a16="http://schemas.microsoft.com/office/drawing/2014/main" id="{177D1345-8006-456A-DE40-E64035878017}"/>
              </a:ext>
            </a:extLst>
          </p:cNvPr>
          <p:cNvSpPr/>
          <p:nvPr/>
        </p:nvSpPr>
        <p:spPr>
          <a:xfrm>
            <a:off x="8400449" y="1456063"/>
            <a:ext cx="190451"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415"/>
                </a:moveTo>
                <a:lnTo>
                  <a:pt x="2459" y="14727"/>
                </a:lnTo>
                <a:lnTo>
                  <a:pt x="8640" y="14727"/>
                </a:lnTo>
                <a:lnTo>
                  <a:pt x="8640" y="1964"/>
                </a:lnTo>
                <a:cubicBezTo>
                  <a:pt x="8640" y="1422"/>
                  <a:pt x="9285" y="982"/>
                  <a:pt x="10080" y="982"/>
                </a:cubicBezTo>
                <a:lnTo>
                  <a:pt x="11520" y="982"/>
                </a:lnTo>
                <a:cubicBezTo>
                  <a:pt x="12315" y="982"/>
                  <a:pt x="12960" y="1422"/>
                  <a:pt x="12960" y="1964"/>
                </a:cubicBezTo>
                <a:lnTo>
                  <a:pt x="12960" y="14727"/>
                </a:lnTo>
                <a:lnTo>
                  <a:pt x="19142" y="14727"/>
                </a:lnTo>
                <a:cubicBezTo>
                  <a:pt x="19142" y="14727"/>
                  <a:pt x="10800" y="20415"/>
                  <a:pt x="10800" y="20415"/>
                </a:cubicBezTo>
                <a:close/>
                <a:moveTo>
                  <a:pt x="20880" y="13745"/>
                </a:moveTo>
                <a:lnTo>
                  <a:pt x="14400" y="13745"/>
                </a:lnTo>
                <a:lnTo>
                  <a:pt x="14400" y="1964"/>
                </a:lnTo>
                <a:cubicBezTo>
                  <a:pt x="14400" y="879"/>
                  <a:pt x="13110" y="0"/>
                  <a:pt x="11520" y="0"/>
                </a:cubicBezTo>
                <a:lnTo>
                  <a:pt x="10080" y="0"/>
                </a:lnTo>
                <a:cubicBezTo>
                  <a:pt x="8490" y="0"/>
                  <a:pt x="7200" y="879"/>
                  <a:pt x="7200" y="1964"/>
                </a:cubicBezTo>
                <a:lnTo>
                  <a:pt x="7200" y="13745"/>
                </a:lnTo>
                <a:lnTo>
                  <a:pt x="720" y="13745"/>
                </a:lnTo>
                <a:cubicBezTo>
                  <a:pt x="323" y="13745"/>
                  <a:pt x="0" y="13966"/>
                  <a:pt x="0" y="14236"/>
                </a:cubicBezTo>
                <a:cubicBezTo>
                  <a:pt x="0" y="14373"/>
                  <a:pt x="81" y="14495"/>
                  <a:pt x="212" y="14584"/>
                </a:cubicBezTo>
                <a:lnTo>
                  <a:pt x="10290" y="21456"/>
                </a:lnTo>
                <a:cubicBezTo>
                  <a:pt x="10421" y="21545"/>
                  <a:pt x="10601" y="21600"/>
                  <a:pt x="10800" y="21600"/>
                </a:cubicBezTo>
                <a:cubicBezTo>
                  <a:pt x="10999" y="21600"/>
                  <a:pt x="11179" y="21545"/>
                  <a:pt x="11310" y="21456"/>
                </a:cubicBezTo>
                <a:lnTo>
                  <a:pt x="21388" y="14584"/>
                </a:lnTo>
                <a:cubicBezTo>
                  <a:pt x="21519" y="14495"/>
                  <a:pt x="21600" y="14373"/>
                  <a:pt x="21600" y="14236"/>
                </a:cubicBezTo>
                <a:cubicBezTo>
                  <a:pt x="21600" y="13966"/>
                  <a:pt x="21277" y="13745"/>
                  <a:pt x="20880" y="1374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8" name="Shape 2918">
            <a:extLst>
              <a:ext uri="{FF2B5EF4-FFF2-40B4-BE49-F238E27FC236}">
                <a16:creationId xmlns:a16="http://schemas.microsoft.com/office/drawing/2014/main" id="{43769AFD-C5A0-3810-D50B-E13BBBC120CE}"/>
              </a:ext>
            </a:extLst>
          </p:cNvPr>
          <p:cNvSpPr/>
          <p:nvPr/>
        </p:nvSpPr>
        <p:spPr>
          <a:xfrm>
            <a:off x="8933710" y="1456063"/>
            <a:ext cx="190451" cy="279328"/>
          </a:xfrm>
          <a:custGeom>
            <a:avLst/>
            <a:gdLst/>
            <a:ahLst/>
            <a:cxnLst>
              <a:cxn ang="0">
                <a:pos x="wd2" y="hd2"/>
              </a:cxn>
              <a:cxn ang="5400000">
                <a:pos x="wd2" y="hd2"/>
              </a:cxn>
              <a:cxn ang="10800000">
                <a:pos x="wd2" y="hd2"/>
              </a:cxn>
              <a:cxn ang="16200000">
                <a:pos x="wd2" y="hd2"/>
              </a:cxn>
            </a:cxnLst>
            <a:rect l="0" t="0" r="r" b="b"/>
            <a:pathLst>
              <a:path w="21600" h="21600" extrusionOk="0">
                <a:moveTo>
                  <a:pt x="12960" y="6873"/>
                </a:moveTo>
                <a:lnTo>
                  <a:pt x="12960" y="19636"/>
                </a:lnTo>
                <a:cubicBezTo>
                  <a:pt x="12960" y="20178"/>
                  <a:pt x="12315" y="20618"/>
                  <a:pt x="11520" y="20618"/>
                </a:cubicBezTo>
                <a:lnTo>
                  <a:pt x="10080" y="20618"/>
                </a:lnTo>
                <a:cubicBezTo>
                  <a:pt x="9285" y="20618"/>
                  <a:pt x="8640" y="20178"/>
                  <a:pt x="8640" y="19636"/>
                </a:cubicBezTo>
                <a:lnTo>
                  <a:pt x="8640" y="6873"/>
                </a:lnTo>
                <a:lnTo>
                  <a:pt x="2458" y="6873"/>
                </a:lnTo>
                <a:lnTo>
                  <a:pt x="10800" y="1185"/>
                </a:lnTo>
                <a:lnTo>
                  <a:pt x="19142" y="6873"/>
                </a:lnTo>
                <a:cubicBezTo>
                  <a:pt x="19142" y="6873"/>
                  <a:pt x="12960" y="6873"/>
                  <a:pt x="12960" y="6873"/>
                </a:cubicBezTo>
                <a:close/>
                <a:moveTo>
                  <a:pt x="21389" y="7017"/>
                </a:moveTo>
                <a:lnTo>
                  <a:pt x="11309" y="144"/>
                </a:lnTo>
                <a:cubicBezTo>
                  <a:pt x="11179" y="55"/>
                  <a:pt x="10999" y="0"/>
                  <a:pt x="10800" y="0"/>
                </a:cubicBezTo>
                <a:cubicBezTo>
                  <a:pt x="10601" y="0"/>
                  <a:pt x="10422" y="55"/>
                  <a:pt x="10291" y="144"/>
                </a:cubicBezTo>
                <a:lnTo>
                  <a:pt x="211" y="7017"/>
                </a:lnTo>
                <a:cubicBezTo>
                  <a:pt x="81" y="7106"/>
                  <a:pt x="0" y="7228"/>
                  <a:pt x="0" y="7364"/>
                </a:cubicBezTo>
                <a:cubicBezTo>
                  <a:pt x="0" y="7635"/>
                  <a:pt x="322" y="7855"/>
                  <a:pt x="720" y="7855"/>
                </a:cubicBezTo>
                <a:lnTo>
                  <a:pt x="7200" y="7855"/>
                </a:lnTo>
                <a:lnTo>
                  <a:pt x="7200" y="19636"/>
                </a:lnTo>
                <a:cubicBezTo>
                  <a:pt x="7200" y="20721"/>
                  <a:pt x="8490" y="21600"/>
                  <a:pt x="10080" y="21600"/>
                </a:cubicBezTo>
                <a:lnTo>
                  <a:pt x="11520" y="21600"/>
                </a:lnTo>
                <a:cubicBezTo>
                  <a:pt x="13110" y="21600"/>
                  <a:pt x="14400" y="20721"/>
                  <a:pt x="14400" y="19636"/>
                </a:cubicBezTo>
                <a:lnTo>
                  <a:pt x="14400" y="7855"/>
                </a:lnTo>
                <a:lnTo>
                  <a:pt x="20880" y="7855"/>
                </a:lnTo>
                <a:cubicBezTo>
                  <a:pt x="21278" y="7855"/>
                  <a:pt x="21600" y="7635"/>
                  <a:pt x="21600" y="7364"/>
                </a:cubicBezTo>
                <a:cubicBezTo>
                  <a:pt x="21600" y="7228"/>
                  <a:pt x="21519" y="7106"/>
                  <a:pt x="21389" y="701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9" name="Shape 2919">
            <a:extLst>
              <a:ext uri="{FF2B5EF4-FFF2-40B4-BE49-F238E27FC236}">
                <a16:creationId xmlns:a16="http://schemas.microsoft.com/office/drawing/2014/main" id="{D4197FFA-99B6-0F3E-EC2D-7DAB0B995E35}"/>
              </a:ext>
            </a:extLst>
          </p:cNvPr>
          <p:cNvSpPr/>
          <p:nvPr/>
        </p:nvSpPr>
        <p:spPr>
          <a:xfrm>
            <a:off x="9422533" y="1500501"/>
            <a:ext cx="279328" cy="190451"/>
          </a:xfrm>
          <a:custGeom>
            <a:avLst/>
            <a:gdLst/>
            <a:ahLst/>
            <a:cxnLst>
              <a:cxn ang="0">
                <a:pos x="wd2" y="hd2"/>
              </a:cxn>
              <a:cxn ang="5400000">
                <a:pos x="wd2" y="hd2"/>
              </a:cxn>
              <a:cxn ang="10800000">
                <a:pos x="wd2" y="hd2"/>
              </a:cxn>
              <a:cxn ang="16200000">
                <a:pos x="wd2" y="hd2"/>
              </a:cxn>
            </a:cxnLst>
            <a:rect l="0" t="0" r="r" b="b"/>
            <a:pathLst>
              <a:path w="21600" h="21600" extrusionOk="0">
                <a:moveTo>
                  <a:pt x="20618" y="11520"/>
                </a:moveTo>
                <a:cubicBezTo>
                  <a:pt x="20618" y="12315"/>
                  <a:pt x="20178" y="12960"/>
                  <a:pt x="19636" y="12960"/>
                </a:cubicBezTo>
                <a:lnTo>
                  <a:pt x="6873" y="12960"/>
                </a:lnTo>
                <a:lnTo>
                  <a:pt x="6873" y="19142"/>
                </a:lnTo>
                <a:lnTo>
                  <a:pt x="1185" y="10800"/>
                </a:lnTo>
                <a:lnTo>
                  <a:pt x="6873" y="2458"/>
                </a:lnTo>
                <a:lnTo>
                  <a:pt x="6873" y="8640"/>
                </a:lnTo>
                <a:lnTo>
                  <a:pt x="19636" y="8640"/>
                </a:lnTo>
                <a:cubicBezTo>
                  <a:pt x="20178" y="8640"/>
                  <a:pt x="20618" y="9285"/>
                  <a:pt x="20618" y="10080"/>
                </a:cubicBezTo>
                <a:cubicBezTo>
                  <a:pt x="20618" y="10080"/>
                  <a:pt x="20618" y="11520"/>
                  <a:pt x="20618" y="11520"/>
                </a:cubicBezTo>
                <a:close/>
                <a:moveTo>
                  <a:pt x="19636" y="7200"/>
                </a:moveTo>
                <a:lnTo>
                  <a:pt x="7855" y="7200"/>
                </a:lnTo>
                <a:lnTo>
                  <a:pt x="7855" y="720"/>
                </a:lnTo>
                <a:cubicBezTo>
                  <a:pt x="7855" y="322"/>
                  <a:pt x="7635" y="0"/>
                  <a:pt x="7364" y="0"/>
                </a:cubicBezTo>
                <a:cubicBezTo>
                  <a:pt x="7228" y="0"/>
                  <a:pt x="7105" y="81"/>
                  <a:pt x="7017" y="212"/>
                </a:cubicBezTo>
                <a:lnTo>
                  <a:pt x="144" y="10291"/>
                </a:lnTo>
                <a:cubicBezTo>
                  <a:pt x="55" y="10422"/>
                  <a:pt x="0" y="10602"/>
                  <a:pt x="0" y="10800"/>
                </a:cubicBezTo>
                <a:cubicBezTo>
                  <a:pt x="0" y="11000"/>
                  <a:pt x="55" y="11180"/>
                  <a:pt x="144" y="11310"/>
                </a:cubicBezTo>
                <a:lnTo>
                  <a:pt x="7017" y="21389"/>
                </a:lnTo>
                <a:cubicBezTo>
                  <a:pt x="7105" y="21520"/>
                  <a:pt x="7228" y="21600"/>
                  <a:pt x="7364" y="21600"/>
                </a:cubicBezTo>
                <a:cubicBezTo>
                  <a:pt x="7635" y="21600"/>
                  <a:pt x="7855" y="21278"/>
                  <a:pt x="7855" y="20880"/>
                </a:cubicBezTo>
                <a:lnTo>
                  <a:pt x="7855" y="14400"/>
                </a:lnTo>
                <a:lnTo>
                  <a:pt x="19636" y="14400"/>
                </a:lnTo>
                <a:cubicBezTo>
                  <a:pt x="20721" y="14400"/>
                  <a:pt x="21600" y="13110"/>
                  <a:pt x="21600" y="11520"/>
                </a:cubicBezTo>
                <a:lnTo>
                  <a:pt x="21600" y="10080"/>
                </a:lnTo>
                <a:cubicBezTo>
                  <a:pt x="21600" y="8490"/>
                  <a:pt x="20721" y="7200"/>
                  <a:pt x="19636" y="72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0" name="Shape 2920">
            <a:extLst>
              <a:ext uri="{FF2B5EF4-FFF2-40B4-BE49-F238E27FC236}">
                <a16:creationId xmlns:a16="http://schemas.microsoft.com/office/drawing/2014/main" id="{55461BB8-D1F2-0975-F6B6-73911CA708F5}"/>
              </a:ext>
            </a:extLst>
          </p:cNvPr>
          <p:cNvSpPr/>
          <p:nvPr/>
        </p:nvSpPr>
        <p:spPr>
          <a:xfrm>
            <a:off x="9955794" y="1500501"/>
            <a:ext cx="279328" cy="190451"/>
          </a:xfrm>
          <a:custGeom>
            <a:avLst/>
            <a:gdLst/>
            <a:ahLst/>
            <a:cxnLst>
              <a:cxn ang="0">
                <a:pos x="wd2" y="hd2"/>
              </a:cxn>
              <a:cxn ang="5400000">
                <a:pos x="wd2" y="hd2"/>
              </a:cxn>
              <a:cxn ang="10800000">
                <a:pos x="wd2" y="hd2"/>
              </a:cxn>
              <a:cxn ang="16200000">
                <a:pos x="wd2" y="hd2"/>
              </a:cxn>
            </a:cxnLst>
            <a:rect l="0" t="0" r="r" b="b"/>
            <a:pathLst>
              <a:path w="21600" h="21600" extrusionOk="0">
                <a:moveTo>
                  <a:pt x="14727" y="19142"/>
                </a:moveTo>
                <a:lnTo>
                  <a:pt x="14727" y="12960"/>
                </a:lnTo>
                <a:lnTo>
                  <a:pt x="1964" y="12960"/>
                </a:lnTo>
                <a:cubicBezTo>
                  <a:pt x="1421" y="12960"/>
                  <a:pt x="982" y="12316"/>
                  <a:pt x="982" y="11520"/>
                </a:cubicBezTo>
                <a:lnTo>
                  <a:pt x="982" y="10080"/>
                </a:lnTo>
                <a:cubicBezTo>
                  <a:pt x="982" y="9285"/>
                  <a:pt x="1421" y="8640"/>
                  <a:pt x="1964" y="8640"/>
                </a:cubicBezTo>
                <a:lnTo>
                  <a:pt x="14727" y="8640"/>
                </a:lnTo>
                <a:lnTo>
                  <a:pt x="14727" y="2458"/>
                </a:lnTo>
                <a:lnTo>
                  <a:pt x="20415" y="10800"/>
                </a:lnTo>
                <a:cubicBezTo>
                  <a:pt x="20415" y="10800"/>
                  <a:pt x="14727" y="19142"/>
                  <a:pt x="14727" y="19142"/>
                </a:cubicBezTo>
                <a:close/>
                <a:moveTo>
                  <a:pt x="21456" y="10291"/>
                </a:moveTo>
                <a:lnTo>
                  <a:pt x="14584" y="212"/>
                </a:lnTo>
                <a:cubicBezTo>
                  <a:pt x="14495" y="81"/>
                  <a:pt x="14372" y="0"/>
                  <a:pt x="14236" y="0"/>
                </a:cubicBezTo>
                <a:cubicBezTo>
                  <a:pt x="13965" y="0"/>
                  <a:pt x="13745" y="322"/>
                  <a:pt x="13745" y="720"/>
                </a:cubicBezTo>
                <a:lnTo>
                  <a:pt x="13745" y="7200"/>
                </a:lnTo>
                <a:lnTo>
                  <a:pt x="1964" y="7200"/>
                </a:lnTo>
                <a:cubicBezTo>
                  <a:pt x="879" y="7200"/>
                  <a:pt x="0" y="8490"/>
                  <a:pt x="0" y="10080"/>
                </a:cubicBezTo>
                <a:lnTo>
                  <a:pt x="0" y="11520"/>
                </a:lnTo>
                <a:cubicBezTo>
                  <a:pt x="0" y="13110"/>
                  <a:pt x="879" y="14400"/>
                  <a:pt x="1964" y="14400"/>
                </a:cubicBezTo>
                <a:lnTo>
                  <a:pt x="13745" y="14400"/>
                </a:lnTo>
                <a:lnTo>
                  <a:pt x="13745" y="20880"/>
                </a:lnTo>
                <a:cubicBezTo>
                  <a:pt x="13745" y="21278"/>
                  <a:pt x="13965" y="21600"/>
                  <a:pt x="14236" y="21600"/>
                </a:cubicBezTo>
                <a:cubicBezTo>
                  <a:pt x="14372" y="21600"/>
                  <a:pt x="14495" y="21520"/>
                  <a:pt x="14583" y="21389"/>
                </a:cubicBezTo>
                <a:lnTo>
                  <a:pt x="21456" y="11310"/>
                </a:lnTo>
                <a:cubicBezTo>
                  <a:pt x="21545" y="11180"/>
                  <a:pt x="21600" y="11000"/>
                  <a:pt x="21600" y="10800"/>
                </a:cubicBezTo>
                <a:cubicBezTo>
                  <a:pt x="21600" y="10601"/>
                  <a:pt x="21545" y="10421"/>
                  <a:pt x="21456" y="102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1" name="Shape 2921">
            <a:extLst>
              <a:ext uri="{FF2B5EF4-FFF2-40B4-BE49-F238E27FC236}">
                <a16:creationId xmlns:a16="http://schemas.microsoft.com/office/drawing/2014/main" id="{EA28A650-C180-CDF9-AC54-B716C85054C6}"/>
              </a:ext>
            </a:extLst>
          </p:cNvPr>
          <p:cNvSpPr/>
          <p:nvPr/>
        </p:nvSpPr>
        <p:spPr>
          <a:xfrm>
            <a:off x="10527145" y="1456063"/>
            <a:ext cx="203148" cy="279328"/>
          </a:xfrm>
          <a:custGeom>
            <a:avLst/>
            <a:gdLst/>
            <a:ahLst/>
            <a:cxnLst>
              <a:cxn ang="0">
                <a:pos x="wd2" y="hd2"/>
              </a:cxn>
              <a:cxn ang="5400000">
                <a:pos x="wd2" y="hd2"/>
              </a:cxn>
              <a:cxn ang="10800000">
                <a:pos x="wd2" y="hd2"/>
              </a:cxn>
              <a:cxn ang="16200000">
                <a:pos x="wd2" y="hd2"/>
              </a:cxn>
            </a:cxnLst>
            <a:rect l="0" t="0" r="r" b="b"/>
            <a:pathLst>
              <a:path w="21600" h="21600" extrusionOk="0">
                <a:moveTo>
                  <a:pt x="21402" y="5052"/>
                </a:moveTo>
                <a:lnTo>
                  <a:pt x="14652" y="144"/>
                </a:lnTo>
                <a:cubicBezTo>
                  <a:pt x="14530" y="55"/>
                  <a:pt x="14362" y="0"/>
                  <a:pt x="14175" y="0"/>
                </a:cubicBezTo>
                <a:cubicBezTo>
                  <a:pt x="13802" y="0"/>
                  <a:pt x="13500" y="220"/>
                  <a:pt x="13500" y="491"/>
                </a:cubicBezTo>
                <a:cubicBezTo>
                  <a:pt x="13500" y="627"/>
                  <a:pt x="13576" y="749"/>
                  <a:pt x="13698" y="838"/>
                </a:cubicBezTo>
                <a:lnTo>
                  <a:pt x="19296" y="4909"/>
                </a:lnTo>
                <a:lnTo>
                  <a:pt x="675" y="4909"/>
                </a:lnTo>
                <a:cubicBezTo>
                  <a:pt x="302" y="4909"/>
                  <a:pt x="0" y="5129"/>
                  <a:pt x="0" y="5400"/>
                </a:cubicBezTo>
                <a:lnTo>
                  <a:pt x="0" y="21109"/>
                </a:lnTo>
                <a:cubicBezTo>
                  <a:pt x="0" y="21380"/>
                  <a:pt x="302" y="21600"/>
                  <a:pt x="675" y="21600"/>
                </a:cubicBezTo>
                <a:cubicBezTo>
                  <a:pt x="1048" y="21600"/>
                  <a:pt x="1350" y="21380"/>
                  <a:pt x="1350" y="21109"/>
                </a:cubicBezTo>
                <a:lnTo>
                  <a:pt x="1350" y="5891"/>
                </a:lnTo>
                <a:lnTo>
                  <a:pt x="19296" y="5891"/>
                </a:lnTo>
                <a:lnTo>
                  <a:pt x="13698" y="9962"/>
                </a:lnTo>
                <a:cubicBezTo>
                  <a:pt x="13575" y="10051"/>
                  <a:pt x="13500" y="10173"/>
                  <a:pt x="13500" y="10309"/>
                </a:cubicBezTo>
                <a:cubicBezTo>
                  <a:pt x="13500" y="10580"/>
                  <a:pt x="13802" y="10800"/>
                  <a:pt x="14175" y="10800"/>
                </a:cubicBezTo>
                <a:cubicBezTo>
                  <a:pt x="14362" y="10800"/>
                  <a:pt x="14531" y="10745"/>
                  <a:pt x="14653" y="10656"/>
                </a:cubicBezTo>
                <a:lnTo>
                  <a:pt x="21402" y="5747"/>
                </a:lnTo>
                <a:cubicBezTo>
                  <a:pt x="21525" y="5658"/>
                  <a:pt x="21600" y="5536"/>
                  <a:pt x="21600" y="5400"/>
                </a:cubicBezTo>
                <a:cubicBezTo>
                  <a:pt x="21600" y="5264"/>
                  <a:pt x="21524" y="5142"/>
                  <a:pt x="21402" y="505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2" name="Shape 2922">
            <a:extLst>
              <a:ext uri="{FF2B5EF4-FFF2-40B4-BE49-F238E27FC236}">
                <a16:creationId xmlns:a16="http://schemas.microsoft.com/office/drawing/2014/main" id="{10CC7AE7-68E4-544D-EC9B-4DE803FEDBC0}"/>
              </a:ext>
            </a:extLst>
          </p:cNvPr>
          <p:cNvSpPr/>
          <p:nvPr/>
        </p:nvSpPr>
        <p:spPr>
          <a:xfrm>
            <a:off x="11022316" y="1494153"/>
            <a:ext cx="279328" cy="203148"/>
          </a:xfrm>
          <a:custGeom>
            <a:avLst/>
            <a:gdLst/>
            <a:ahLst/>
            <a:cxnLst>
              <a:cxn ang="0">
                <a:pos x="wd2" y="hd2"/>
              </a:cxn>
              <a:cxn ang="5400000">
                <a:pos x="wd2" y="hd2"/>
              </a:cxn>
              <a:cxn ang="10800000">
                <a:pos x="wd2" y="hd2"/>
              </a:cxn>
              <a:cxn ang="16200000">
                <a:pos x="wd2" y="hd2"/>
              </a:cxn>
            </a:cxnLst>
            <a:rect l="0" t="0" r="r" b="b"/>
            <a:pathLst>
              <a:path w="21600" h="21600" extrusionOk="0">
                <a:moveTo>
                  <a:pt x="16691" y="12546"/>
                </a:moveTo>
                <a:lnTo>
                  <a:pt x="16691" y="2304"/>
                </a:lnTo>
                <a:lnTo>
                  <a:pt x="20415" y="7425"/>
                </a:lnTo>
                <a:cubicBezTo>
                  <a:pt x="20415" y="7425"/>
                  <a:pt x="16691" y="12546"/>
                  <a:pt x="16691" y="12546"/>
                </a:cubicBezTo>
                <a:close/>
                <a:moveTo>
                  <a:pt x="21456" y="6948"/>
                </a:moveTo>
                <a:lnTo>
                  <a:pt x="16548" y="198"/>
                </a:lnTo>
                <a:cubicBezTo>
                  <a:pt x="16458" y="76"/>
                  <a:pt x="16336" y="0"/>
                  <a:pt x="16200" y="0"/>
                </a:cubicBezTo>
                <a:cubicBezTo>
                  <a:pt x="15929" y="0"/>
                  <a:pt x="15709" y="302"/>
                  <a:pt x="15709" y="675"/>
                </a:cubicBezTo>
                <a:lnTo>
                  <a:pt x="15709" y="6750"/>
                </a:lnTo>
                <a:lnTo>
                  <a:pt x="491" y="6750"/>
                </a:lnTo>
                <a:cubicBezTo>
                  <a:pt x="220" y="6750"/>
                  <a:pt x="0" y="7052"/>
                  <a:pt x="0" y="7425"/>
                </a:cubicBezTo>
                <a:lnTo>
                  <a:pt x="0" y="20925"/>
                </a:lnTo>
                <a:cubicBezTo>
                  <a:pt x="0" y="21298"/>
                  <a:pt x="220" y="21600"/>
                  <a:pt x="491" y="21600"/>
                </a:cubicBezTo>
                <a:cubicBezTo>
                  <a:pt x="762" y="21600"/>
                  <a:pt x="982" y="21298"/>
                  <a:pt x="982" y="20925"/>
                </a:cubicBezTo>
                <a:lnTo>
                  <a:pt x="982" y="8100"/>
                </a:lnTo>
                <a:lnTo>
                  <a:pt x="15709" y="8100"/>
                </a:lnTo>
                <a:lnTo>
                  <a:pt x="15709" y="14175"/>
                </a:lnTo>
                <a:cubicBezTo>
                  <a:pt x="15709" y="14548"/>
                  <a:pt x="15929" y="14850"/>
                  <a:pt x="16200" y="14850"/>
                </a:cubicBezTo>
                <a:cubicBezTo>
                  <a:pt x="16336" y="14850"/>
                  <a:pt x="16458" y="14775"/>
                  <a:pt x="16547" y="14652"/>
                </a:cubicBezTo>
                <a:lnTo>
                  <a:pt x="21456" y="7903"/>
                </a:lnTo>
                <a:cubicBezTo>
                  <a:pt x="21545" y="7781"/>
                  <a:pt x="21600" y="7612"/>
                  <a:pt x="21600" y="7425"/>
                </a:cubicBezTo>
                <a:cubicBezTo>
                  <a:pt x="21600" y="7238"/>
                  <a:pt x="21545" y="7070"/>
                  <a:pt x="21456" y="694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3" name="Shape 2923">
            <a:extLst>
              <a:ext uri="{FF2B5EF4-FFF2-40B4-BE49-F238E27FC236}">
                <a16:creationId xmlns:a16="http://schemas.microsoft.com/office/drawing/2014/main" id="{4B3930EB-C245-1D7E-5EEA-26D1FE5D4F7E}"/>
              </a:ext>
            </a:extLst>
          </p:cNvPr>
          <p:cNvSpPr/>
          <p:nvPr/>
        </p:nvSpPr>
        <p:spPr>
          <a:xfrm>
            <a:off x="6222967" y="19893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0"/>
                </a:moveTo>
                <a:lnTo>
                  <a:pt x="14236" y="0"/>
                </a:lnTo>
                <a:cubicBezTo>
                  <a:pt x="13966" y="0"/>
                  <a:pt x="13745" y="220"/>
                  <a:pt x="13745" y="491"/>
                </a:cubicBezTo>
                <a:cubicBezTo>
                  <a:pt x="13745" y="762"/>
                  <a:pt x="13966" y="982"/>
                  <a:pt x="14236" y="982"/>
                </a:cubicBezTo>
                <a:lnTo>
                  <a:pt x="19924" y="982"/>
                </a:lnTo>
                <a:lnTo>
                  <a:pt x="11926" y="8980"/>
                </a:lnTo>
                <a:cubicBezTo>
                  <a:pt x="11837" y="9069"/>
                  <a:pt x="11782" y="9192"/>
                  <a:pt x="11782" y="9327"/>
                </a:cubicBezTo>
                <a:cubicBezTo>
                  <a:pt x="11782" y="9599"/>
                  <a:pt x="12002" y="9818"/>
                  <a:pt x="12273" y="9818"/>
                </a:cubicBezTo>
                <a:cubicBezTo>
                  <a:pt x="12408" y="9818"/>
                  <a:pt x="12531" y="9764"/>
                  <a:pt x="12620" y="9674"/>
                </a:cubicBezTo>
                <a:lnTo>
                  <a:pt x="20618" y="1676"/>
                </a:lnTo>
                <a:lnTo>
                  <a:pt x="20618" y="7364"/>
                </a:lnTo>
                <a:cubicBezTo>
                  <a:pt x="20618" y="7635"/>
                  <a:pt x="20838" y="7855"/>
                  <a:pt x="21109" y="7855"/>
                </a:cubicBezTo>
                <a:cubicBezTo>
                  <a:pt x="21380" y="7855"/>
                  <a:pt x="21600" y="7635"/>
                  <a:pt x="21600" y="7364"/>
                </a:cubicBezTo>
                <a:lnTo>
                  <a:pt x="21600" y="491"/>
                </a:lnTo>
                <a:cubicBezTo>
                  <a:pt x="21600" y="220"/>
                  <a:pt x="21380" y="0"/>
                  <a:pt x="21109" y="0"/>
                </a:cubicBezTo>
                <a:moveTo>
                  <a:pt x="9327" y="11782"/>
                </a:moveTo>
                <a:cubicBezTo>
                  <a:pt x="9192" y="11782"/>
                  <a:pt x="9069" y="11837"/>
                  <a:pt x="8980" y="11926"/>
                </a:cubicBezTo>
                <a:lnTo>
                  <a:pt x="982" y="19924"/>
                </a:lnTo>
                <a:lnTo>
                  <a:pt x="982" y="14236"/>
                </a:lnTo>
                <a:cubicBezTo>
                  <a:pt x="982" y="13966"/>
                  <a:pt x="762" y="13745"/>
                  <a:pt x="491" y="13745"/>
                </a:cubicBezTo>
                <a:cubicBezTo>
                  <a:pt x="220" y="13745"/>
                  <a:pt x="0" y="13966"/>
                  <a:pt x="0" y="14236"/>
                </a:cubicBezTo>
                <a:lnTo>
                  <a:pt x="0" y="21109"/>
                </a:lnTo>
                <a:cubicBezTo>
                  <a:pt x="0" y="21380"/>
                  <a:pt x="220" y="21600"/>
                  <a:pt x="491" y="21600"/>
                </a:cubicBezTo>
                <a:lnTo>
                  <a:pt x="7364" y="21600"/>
                </a:lnTo>
                <a:cubicBezTo>
                  <a:pt x="7634" y="21600"/>
                  <a:pt x="7855" y="21380"/>
                  <a:pt x="7855" y="21109"/>
                </a:cubicBezTo>
                <a:cubicBezTo>
                  <a:pt x="7855" y="20838"/>
                  <a:pt x="7634" y="20618"/>
                  <a:pt x="7364" y="20618"/>
                </a:cubicBezTo>
                <a:lnTo>
                  <a:pt x="1676" y="20618"/>
                </a:lnTo>
                <a:lnTo>
                  <a:pt x="9674" y="12620"/>
                </a:lnTo>
                <a:cubicBezTo>
                  <a:pt x="9763" y="12531"/>
                  <a:pt x="9818" y="12408"/>
                  <a:pt x="9818" y="12273"/>
                </a:cubicBezTo>
                <a:cubicBezTo>
                  <a:pt x="9818" y="12002"/>
                  <a:pt x="9598" y="11782"/>
                  <a:pt x="9327" y="117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4" name="Shape 2924">
            <a:extLst>
              <a:ext uri="{FF2B5EF4-FFF2-40B4-BE49-F238E27FC236}">
                <a16:creationId xmlns:a16="http://schemas.microsoft.com/office/drawing/2014/main" id="{D3140339-FE57-8AC1-0912-80ACA426DB18}"/>
              </a:ext>
            </a:extLst>
          </p:cNvPr>
          <p:cNvSpPr/>
          <p:nvPr/>
        </p:nvSpPr>
        <p:spPr>
          <a:xfrm>
            <a:off x="6756228" y="19893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600" y="491"/>
                </a:moveTo>
                <a:cubicBezTo>
                  <a:pt x="21600" y="220"/>
                  <a:pt x="21380" y="0"/>
                  <a:pt x="21109" y="0"/>
                </a:cubicBezTo>
                <a:cubicBezTo>
                  <a:pt x="20974" y="0"/>
                  <a:pt x="20851" y="55"/>
                  <a:pt x="20762" y="144"/>
                </a:cubicBezTo>
                <a:lnTo>
                  <a:pt x="12764" y="8142"/>
                </a:lnTo>
                <a:lnTo>
                  <a:pt x="12764" y="2455"/>
                </a:lnTo>
                <a:cubicBezTo>
                  <a:pt x="12764" y="2184"/>
                  <a:pt x="12544" y="1964"/>
                  <a:pt x="12273" y="1964"/>
                </a:cubicBezTo>
                <a:cubicBezTo>
                  <a:pt x="12002" y="1964"/>
                  <a:pt x="11782" y="2184"/>
                  <a:pt x="11782" y="2455"/>
                </a:cubicBezTo>
                <a:lnTo>
                  <a:pt x="11782" y="9327"/>
                </a:lnTo>
                <a:cubicBezTo>
                  <a:pt x="11782" y="9599"/>
                  <a:pt x="12002" y="9818"/>
                  <a:pt x="12273" y="9818"/>
                </a:cubicBezTo>
                <a:lnTo>
                  <a:pt x="19145" y="9818"/>
                </a:lnTo>
                <a:cubicBezTo>
                  <a:pt x="19416" y="9818"/>
                  <a:pt x="19636" y="9599"/>
                  <a:pt x="19636" y="9327"/>
                </a:cubicBezTo>
                <a:cubicBezTo>
                  <a:pt x="19636" y="9056"/>
                  <a:pt x="19416" y="8836"/>
                  <a:pt x="19145" y="8836"/>
                </a:cubicBezTo>
                <a:lnTo>
                  <a:pt x="13458" y="8836"/>
                </a:lnTo>
                <a:lnTo>
                  <a:pt x="21456" y="838"/>
                </a:lnTo>
                <a:cubicBezTo>
                  <a:pt x="21545" y="750"/>
                  <a:pt x="21600" y="627"/>
                  <a:pt x="21600" y="491"/>
                </a:cubicBezTo>
                <a:moveTo>
                  <a:pt x="9327" y="11782"/>
                </a:moveTo>
                <a:lnTo>
                  <a:pt x="2455" y="11782"/>
                </a:lnTo>
                <a:cubicBezTo>
                  <a:pt x="2184" y="11782"/>
                  <a:pt x="1964" y="12002"/>
                  <a:pt x="1964" y="12273"/>
                </a:cubicBezTo>
                <a:cubicBezTo>
                  <a:pt x="1964" y="12544"/>
                  <a:pt x="2184" y="12764"/>
                  <a:pt x="2455" y="12764"/>
                </a:cubicBezTo>
                <a:lnTo>
                  <a:pt x="8142" y="12764"/>
                </a:lnTo>
                <a:lnTo>
                  <a:pt x="144" y="20762"/>
                </a:lnTo>
                <a:cubicBezTo>
                  <a:pt x="55" y="20851"/>
                  <a:pt x="0" y="20973"/>
                  <a:pt x="0" y="21109"/>
                </a:cubicBezTo>
                <a:cubicBezTo>
                  <a:pt x="0" y="21380"/>
                  <a:pt x="220" y="21600"/>
                  <a:pt x="491" y="21600"/>
                </a:cubicBezTo>
                <a:cubicBezTo>
                  <a:pt x="626" y="21600"/>
                  <a:pt x="749" y="21545"/>
                  <a:pt x="838" y="21456"/>
                </a:cubicBezTo>
                <a:lnTo>
                  <a:pt x="8836" y="13458"/>
                </a:lnTo>
                <a:lnTo>
                  <a:pt x="8836" y="19145"/>
                </a:lnTo>
                <a:cubicBezTo>
                  <a:pt x="8836" y="19417"/>
                  <a:pt x="9056" y="19636"/>
                  <a:pt x="9327" y="19636"/>
                </a:cubicBezTo>
                <a:cubicBezTo>
                  <a:pt x="9598" y="19636"/>
                  <a:pt x="9818" y="19417"/>
                  <a:pt x="9818" y="19145"/>
                </a:cubicBezTo>
                <a:lnTo>
                  <a:pt x="9818" y="12273"/>
                </a:lnTo>
                <a:cubicBezTo>
                  <a:pt x="9818" y="12002"/>
                  <a:pt x="9598" y="11782"/>
                  <a:pt x="9327" y="117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5" name="Shape 2925">
            <a:extLst>
              <a:ext uri="{FF2B5EF4-FFF2-40B4-BE49-F238E27FC236}">
                <a16:creationId xmlns:a16="http://schemas.microsoft.com/office/drawing/2014/main" id="{75495809-F6F6-34D0-5808-BD54847176BF}"/>
              </a:ext>
            </a:extLst>
          </p:cNvPr>
          <p:cNvSpPr/>
          <p:nvPr/>
        </p:nvSpPr>
        <p:spPr>
          <a:xfrm>
            <a:off x="7289489" y="19893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0"/>
                </a:moveTo>
                <a:lnTo>
                  <a:pt x="16200" y="0"/>
                </a:lnTo>
                <a:cubicBezTo>
                  <a:pt x="15929" y="0"/>
                  <a:pt x="15709" y="220"/>
                  <a:pt x="15709" y="491"/>
                </a:cubicBezTo>
                <a:cubicBezTo>
                  <a:pt x="15709" y="762"/>
                  <a:pt x="15929" y="982"/>
                  <a:pt x="16200" y="982"/>
                </a:cubicBezTo>
                <a:lnTo>
                  <a:pt x="19924" y="982"/>
                </a:lnTo>
                <a:lnTo>
                  <a:pt x="6035" y="14871"/>
                </a:lnTo>
                <a:cubicBezTo>
                  <a:pt x="5946" y="14960"/>
                  <a:pt x="5891" y="15083"/>
                  <a:pt x="5891" y="15218"/>
                </a:cubicBezTo>
                <a:cubicBezTo>
                  <a:pt x="5891" y="15489"/>
                  <a:pt x="6111" y="15709"/>
                  <a:pt x="6382" y="15709"/>
                </a:cubicBezTo>
                <a:cubicBezTo>
                  <a:pt x="6517" y="15709"/>
                  <a:pt x="6640" y="15654"/>
                  <a:pt x="6729" y="15565"/>
                </a:cubicBezTo>
                <a:lnTo>
                  <a:pt x="20618" y="1676"/>
                </a:lnTo>
                <a:lnTo>
                  <a:pt x="20618" y="5400"/>
                </a:lnTo>
                <a:cubicBezTo>
                  <a:pt x="20618" y="5671"/>
                  <a:pt x="20838" y="5890"/>
                  <a:pt x="21109" y="5890"/>
                </a:cubicBezTo>
                <a:cubicBezTo>
                  <a:pt x="21380" y="5890"/>
                  <a:pt x="21600" y="5671"/>
                  <a:pt x="21600" y="5400"/>
                </a:cubicBezTo>
                <a:lnTo>
                  <a:pt x="21600" y="491"/>
                </a:lnTo>
                <a:cubicBezTo>
                  <a:pt x="21600" y="220"/>
                  <a:pt x="21380" y="0"/>
                  <a:pt x="21109" y="0"/>
                </a:cubicBezTo>
                <a:moveTo>
                  <a:pt x="17182" y="6873"/>
                </a:moveTo>
                <a:cubicBezTo>
                  <a:pt x="16911" y="6873"/>
                  <a:pt x="16691" y="7092"/>
                  <a:pt x="16691" y="7364"/>
                </a:cubicBezTo>
                <a:lnTo>
                  <a:pt x="16691" y="20618"/>
                </a:lnTo>
                <a:lnTo>
                  <a:pt x="982" y="20618"/>
                </a:lnTo>
                <a:lnTo>
                  <a:pt x="982" y="4909"/>
                </a:lnTo>
                <a:lnTo>
                  <a:pt x="14236" y="4909"/>
                </a:lnTo>
                <a:cubicBezTo>
                  <a:pt x="14507" y="4909"/>
                  <a:pt x="14727" y="4689"/>
                  <a:pt x="14727" y="4418"/>
                </a:cubicBezTo>
                <a:cubicBezTo>
                  <a:pt x="14727" y="4147"/>
                  <a:pt x="14507" y="3927"/>
                  <a:pt x="14236" y="3927"/>
                </a:cubicBezTo>
                <a:lnTo>
                  <a:pt x="491" y="3927"/>
                </a:lnTo>
                <a:cubicBezTo>
                  <a:pt x="220" y="3927"/>
                  <a:pt x="0" y="4147"/>
                  <a:pt x="0" y="4418"/>
                </a:cubicBezTo>
                <a:lnTo>
                  <a:pt x="0" y="21109"/>
                </a:lnTo>
                <a:cubicBezTo>
                  <a:pt x="0" y="21380"/>
                  <a:pt x="220" y="21600"/>
                  <a:pt x="491" y="21600"/>
                </a:cubicBezTo>
                <a:lnTo>
                  <a:pt x="17182" y="21600"/>
                </a:lnTo>
                <a:cubicBezTo>
                  <a:pt x="17453" y="21600"/>
                  <a:pt x="17673" y="21380"/>
                  <a:pt x="17673" y="21109"/>
                </a:cubicBezTo>
                <a:lnTo>
                  <a:pt x="17673" y="7364"/>
                </a:lnTo>
                <a:cubicBezTo>
                  <a:pt x="17673" y="7092"/>
                  <a:pt x="17453" y="6873"/>
                  <a:pt x="17182" y="68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6" name="Shape 2926">
            <a:extLst>
              <a:ext uri="{FF2B5EF4-FFF2-40B4-BE49-F238E27FC236}">
                <a16:creationId xmlns:a16="http://schemas.microsoft.com/office/drawing/2014/main" id="{86464060-4F57-0263-3FD6-964246A53395}"/>
              </a:ext>
            </a:extLst>
          </p:cNvPr>
          <p:cNvSpPr/>
          <p:nvPr/>
        </p:nvSpPr>
        <p:spPr>
          <a:xfrm>
            <a:off x="7822750" y="19893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709" y="20383"/>
                </a:moveTo>
                <a:lnTo>
                  <a:pt x="11424" y="15709"/>
                </a:lnTo>
                <a:lnTo>
                  <a:pt x="13255" y="15709"/>
                </a:lnTo>
                <a:cubicBezTo>
                  <a:pt x="13525" y="15709"/>
                  <a:pt x="13745" y="15490"/>
                  <a:pt x="13745" y="15218"/>
                </a:cubicBezTo>
                <a:lnTo>
                  <a:pt x="13745" y="14727"/>
                </a:lnTo>
                <a:cubicBezTo>
                  <a:pt x="13635" y="12724"/>
                  <a:pt x="12844" y="5590"/>
                  <a:pt x="7448" y="1949"/>
                </a:cubicBezTo>
                <a:cubicBezTo>
                  <a:pt x="16407" y="4809"/>
                  <a:pt x="17536" y="12588"/>
                  <a:pt x="17673" y="14727"/>
                </a:cubicBezTo>
                <a:lnTo>
                  <a:pt x="17673" y="15218"/>
                </a:lnTo>
                <a:cubicBezTo>
                  <a:pt x="17673" y="15490"/>
                  <a:pt x="17893" y="15709"/>
                  <a:pt x="18164" y="15709"/>
                </a:cubicBezTo>
                <a:lnTo>
                  <a:pt x="19994" y="15709"/>
                </a:lnTo>
                <a:cubicBezTo>
                  <a:pt x="19994" y="15709"/>
                  <a:pt x="15709" y="20383"/>
                  <a:pt x="15709" y="20383"/>
                </a:cubicBezTo>
                <a:close/>
                <a:moveTo>
                  <a:pt x="21109" y="14727"/>
                </a:moveTo>
                <a:lnTo>
                  <a:pt x="18658" y="14727"/>
                </a:lnTo>
                <a:cubicBezTo>
                  <a:pt x="18450" y="12130"/>
                  <a:pt x="16610" y="0"/>
                  <a:pt x="491" y="0"/>
                </a:cubicBezTo>
                <a:cubicBezTo>
                  <a:pt x="219" y="0"/>
                  <a:pt x="0" y="220"/>
                  <a:pt x="0" y="491"/>
                </a:cubicBezTo>
                <a:cubicBezTo>
                  <a:pt x="0" y="762"/>
                  <a:pt x="219" y="982"/>
                  <a:pt x="491" y="982"/>
                </a:cubicBezTo>
                <a:cubicBezTo>
                  <a:pt x="5558" y="982"/>
                  <a:pt x="9160" y="3417"/>
                  <a:pt x="11196" y="8250"/>
                </a:cubicBezTo>
                <a:cubicBezTo>
                  <a:pt x="12394" y="11093"/>
                  <a:pt x="12657" y="13684"/>
                  <a:pt x="12715" y="14727"/>
                </a:cubicBezTo>
                <a:lnTo>
                  <a:pt x="10309" y="14727"/>
                </a:lnTo>
                <a:cubicBezTo>
                  <a:pt x="10038" y="14727"/>
                  <a:pt x="9818" y="14947"/>
                  <a:pt x="9818" y="15218"/>
                </a:cubicBezTo>
                <a:cubicBezTo>
                  <a:pt x="9818" y="15354"/>
                  <a:pt x="9873" y="15477"/>
                  <a:pt x="9962" y="15566"/>
                </a:cubicBezTo>
                <a:lnTo>
                  <a:pt x="15362" y="21456"/>
                </a:lnTo>
                <a:cubicBezTo>
                  <a:pt x="15450" y="21545"/>
                  <a:pt x="15574" y="21600"/>
                  <a:pt x="15709" y="21600"/>
                </a:cubicBezTo>
                <a:cubicBezTo>
                  <a:pt x="15845" y="21600"/>
                  <a:pt x="15967" y="21545"/>
                  <a:pt x="16056" y="21456"/>
                </a:cubicBezTo>
                <a:lnTo>
                  <a:pt x="21456" y="15566"/>
                </a:lnTo>
                <a:cubicBezTo>
                  <a:pt x="21545" y="15477"/>
                  <a:pt x="21600" y="15354"/>
                  <a:pt x="21600" y="15218"/>
                </a:cubicBezTo>
                <a:cubicBezTo>
                  <a:pt x="21600" y="14947"/>
                  <a:pt x="21380" y="14727"/>
                  <a:pt x="21109" y="147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7" name="Shape 2927">
            <a:extLst>
              <a:ext uri="{FF2B5EF4-FFF2-40B4-BE49-F238E27FC236}">
                <a16:creationId xmlns:a16="http://schemas.microsoft.com/office/drawing/2014/main" id="{5A0CB387-D98A-FB0D-CD63-FE499176A036}"/>
              </a:ext>
            </a:extLst>
          </p:cNvPr>
          <p:cNvSpPr/>
          <p:nvPr/>
        </p:nvSpPr>
        <p:spPr>
          <a:xfrm>
            <a:off x="8356011" y="19893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164" y="5891"/>
                </a:moveTo>
                <a:cubicBezTo>
                  <a:pt x="17893" y="5891"/>
                  <a:pt x="17673" y="6111"/>
                  <a:pt x="17673" y="6382"/>
                </a:cubicBezTo>
                <a:lnTo>
                  <a:pt x="17673" y="6873"/>
                </a:lnTo>
                <a:cubicBezTo>
                  <a:pt x="17536" y="9012"/>
                  <a:pt x="16407" y="16791"/>
                  <a:pt x="7448" y="19651"/>
                </a:cubicBezTo>
                <a:cubicBezTo>
                  <a:pt x="12844" y="16010"/>
                  <a:pt x="13635" y="8876"/>
                  <a:pt x="13745" y="6873"/>
                </a:cubicBezTo>
                <a:lnTo>
                  <a:pt x="13745" y="6382"/>
                </a:lnTo>
                <a:cubicBezTo>
                  <a:pt x="13745" y="6111"/>
                  <a:pt x="13525" y="5891"/>
                  <a:pt x="13255" y="5891"/>
                </a:cubicBezTo>
                <a:lnTo>
                  <a:pt x="11424" y="5891"/>
                </a:lnTo>
                <a:lnTo>
                  <a:pt x="15709" y="1217"/>
                </a:lnTo>
                <a:lnTo>
                  <a:pt x="19994" y="5891"/>
                </a:lnTo>
                <a:cubicBezTo>
                  <a:pt x="19994" y="5891"/>
                  <a:pt x="18164" y="5891"/>
                  <a:pt x="18164" y="5891"/>
                </a:cubicBezTo>
                <a:close/>
                <a:moveTo>
                  <a:pt x="21456" y="6035"/>
                </a:moveTo>
                <a:lnTo>
                  <a:pt x="16056" y="144"/>
                </a:lnTo>
                <a:cubicBezTo>
                  <a:pt x="15967" y="55"/>
                  <a:pt x="15845" y="0"/>
                  <a:pt x="15709" y="0"/>
                </a:cubicBezTo>
                <a:cubicBezTo>
                  <a:pt x="15573" y="0"/>
                  <a:pt x="15450" y="55"/>
                  <a:pt x="15362" y="144"/>
                </a:cubicBezTo>
                <a:lnTo>
                  <a:pt x="9962" y="6035"/>
                </a:lnTo>
                <a:cubicBezTo>
                  <a:pt x="9873" y="6124"/>
                  <a:pt x="9818" y="6247"/>
                  <a:pt x="9818" y="6382"/>
                </a:cubicBezTo>
                <a:cubicBezTo>
                  <a:pt x="9818" y="6653"/>
                  <a:pt x="10038" y="6873"/>
                  <a:pt x="10309" y="6873"/>
                </a:cubicBezTo>
                <a:lnTo>
                  <a:pt x="12715" y="6873"/>
                </a:lnTo>
                <a:cubicBezTo>
                  <a:pt x="12657" y="7916"/>
                  <a:pt x="12394" y="10507"/>
                  <a:pt x="11196" y="13351"/>
                </a:cubicBezTo>
                <a:cubicBezTo>
                  <a:pt x="9160" y="18184"/>
                  <a:pt x="5558" y="20618"/>
                  <a:pt x="491" y="20618"/>
                </a:cubicBezTo>
                <a:cubicBezTo>
                  <a:pt x="219" y="20618"/>
                  <a:pt x="0" y="20838"/>
                  <a:pt x="0" y="21109"/>
                </a:cubicBezTo>
                <a:cubicBezTo>
                  <a:pt x="0" y="21380"/>
                  <a:pt x="219" y="21600"/>
                  <a:pt x="491" y="21600"/>
                </a:cubicBezTo>
                <a:cubicBezTo>
                  <a:pt x="16610" y="21600"/>
                  <a:pt x="18450" y="9470"/>
                  <a:pt x="18658" y="6873"/>
                </a:cubicBezTo>
                <a:lnTo>
                  <a:pt x="21109" y="6873"/>
                </a:lnTo>
                <a:cubicBezTo>
                  <a:pt x="21380" y="6873"/>
                  <a:pt x="21600" y="6653"/>
                  <a:pt x="21600" y="6382"/>
                </a:cubicBezTo>
                <a:cubicBezTo>
                  <a:pt x="21600" y="6247"/>
                  <a:pt x="21545" y="6124"/>
                  <a:pt x="21456" y="603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8" name="Shape 2928">
            <a:extLst>
              <a:ext uri="{FF2B5EF4-FFF2-40B4-BE49-F238E27FC236}">
                <a16:creationId xmlns:a16="http://schemas.microsoft.com/office/drawing/2014/main" id="{0715B76F-E2DE-C659-5247-40A219640784}"/>
              </a:ext>
            </a:extLst>
          </p:cNvPr>
          <p:cNvSpPr/>
          <p:nvPr/>
        </p:nvSpPr>
        <p:spPr>
          <a:xfrm>
            <a:off x="8889272" y="19893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6873" y="7855"/>
                </a:moveTo>
                <a:lnTo>
                  <a:pt x="6382" y="7855"/>
                </a:lnTo>
                <a:cubicBezTo>
                  <a:pt x="6110" y="7855"/>
                  <a:pt x="5891" y="8075"/>
                  <a:pt x="5891" y="8345"/>
                </a:cubicBezTo>
                <a:lnTo>
                  <a:pt x="5891" y="10176"/>
                </a:lnTo>
                <a:lnTo>
                  <a:pt x="1216" y="5891"/>
                </a:lnTo>
                <a:lnTo>
                  <a:pt x="5891" y="1606"/>
                </a:lnTo>
                <a:lnTo>
                  <a:pt x="5891" y="3436"/>
                </a:lnTo>
                <a:cubicBezTo>
                  <a:pt x="5891" y="3708"/>
                  <a:pt x="6110" y="3927"/>
                  <a:pt x="6382" y="3927"/>
                </a:cubicBezTo>
                <a:lnTo>
                  <a:pt x="6873" y="3927"/>
                </a:lnTo>
                <a:cubicBezTo>
                  <a:pt x="9012" y="4064"/>
                  <a:pt x="16791" y="5193"/>
                  <a:pt x="19651" y="14152"/>
                </a:cubicBezTo>
                <a:cubicBezTo>
                  <a:pt x="16010" y="8756"/>
                  <a:pt x="8876" y="7965"/>
                  <a:pt x="6873" y="7855"/>
                </a:cubicBezTo>
                <a:moveTo>
                  <a:pt x="6873" y="2942"/>
                </a:moveTo>
                <a:lnTo>
                  <a:pt x="6873" y="491"/>
                </a:lnTo>
                <a:cubicBezTo>
                  <a:pt x="6873" y="220"/>
                  <a:pt x="6653" y="0"/>
                  <a:pt x="6382" y="0"/>
                </a:cubicBezTo>
                <a:cubicBezTo>
                  <a:pt x="6246" y="0"/>
                  <a:pt x="6123" y="55"/>
                  <a:pt x="6035" y="144"/>
                </a:cubicBezTo>
                <a:lnTo>
                  <a:pt x="144" y="5544"/>
                </a:lnTo>
                <a:cubicBezTo>
                  <a:pt x="55" y="5633"/>
                  <a:pt x="0" y="5756"/>
                  <a:pt x="0" y="5891"/>
                </a:cubicBezTo>
                <a:cubicBezTo>
                  <a:pt x="0" y="6027"/>
                  <a:pt x="55" y="6150"/>
                  <a:pt x="144" y="6238"/>
                </a:cubicBezTo>
                <a:lnTo>
                  <a:pt x="6035" y="11638"/>
                </a:lnTo>
                <a:cubicBezTo>
                  <a:pt x="6123" y="11727"/>
                  <a:pt x="6246" y="11782"/>
                  <a:pt x="6382" y="11782"/>
                </a:cubicBezTo>
                <a:cubicBezTo>
                  <a:pt x="6653" y="11782"/>
                  <a:pt x="6873" y="11562"/>
                  <a:pt x="6873" y="11291"/>
                </a:cubicBezTo>
                <a:lnTo>
                  <a:pt x="6873" y="8884"/>
                </a:lnTo>
                <a:cubicBezTo>
                  <a:pt x="7916" y="8943"/>
                  <a:pt x="10507" y="9206"/>
                  <a:pt x="13350" y="10404"/>
                </a:cubicBezTo>
                <a:cubicBezTo>
                  <a:pt x="18183" y="12440"/>
                  <a:pt x="20618" y="16042"/>
                  <a:pt x="20618" y="21109"/>
                </a:cubicBezTo>
                <a:cubicBezTo>
                  <a:pt x="20618" y="21380"/>
                  <a:pt x="20838" y="21600"/>
                  <a:pt x="21109" y="21600"/>
                </a:cubicBezTo>
                <a:cubicBezTo>
                  <a:pt x="21380" y="21600"/>
                  <a:pt x="21600" y="21380"/>
                  <a:pt x="21600" y="21109"/>
                </a:cubicBezTo>
                <a:cubicBezTo>
                  <a:pt x="21600" y="4990"/>
                  <a:pt x="9470" y="3150"/>
                  <a:pt x="6873" y="294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39" name="Shape 2929">
            <a:extLst>
              <a:ext uri="{FF2B5EF4-FFF2-40B4-BE49-F238E27FC236}">
                <a16:creationId xmlns:a16="http://schemas.microsoft.com/office/drawing/2014/main" id="{D6F2178B-2A27-F322-F42E-A185E4B5A9C3}"/>
              </a:ext>
            </a:extLst>
          </p:cNvPr>
          <p:cNvSpPr/>
          <p:nvPr/>
        </p:nvSpPr>
        <p:spPr>
          <a:xfrm>
            <a:off x="9422533" y="198932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709" y="10176"/>
                </a:moveTo>
                <a:lnTo>
                  <a:pt x="15709" y="8345"/>
                </a:lnTo>
                <a:cubicBezTo>
                  <a:pt x="15709" y="8075"/>
                  <a:pt x="15490" y="7855"/>
                  <a:pt x="15218" y="7855"/>
                </a:cubicBezTo>
                <a:lnTo>
                  <a:pt x="14727" y="7855"/>
                </a:lnTo>
                <a:cubicBezTo>
                  <a:pt x="12724" y="7965"/>
                  <a:pt x="5590" y="8756"/>
                  <a:pt x="1949" y="14152"/>
                </a:cubicBezTo>
                <a:cubicBezTo>
                  <a:pt x="4809" y="5193"/>
                  <a:pt x="12588" y="4064"/>
                  <a:pt x="14727" y="3927"/>
                </a:cubicBezTo>
                <a:lnTo>
                  <a:pt x="15218" y="3927"/>
                </a:lnTo>
                <a:cubicBezTo>
                  <a:pt x="15490" y="3927"/>
                  <a:pt x="15709" y="3708"/>
                  <a:pt x="15709" y="3436"/>
                </a:cubicBezTo>
                <a:lnTo>
                  <a:pt x="15709" y="1606"/>
                </a:lnTo>
                <a:lnTo>
                  <a:pt x="20383" y="5891"/>
                </a:lnTo>
                <a:cubicBezTo>
                  <a:pt x="20383" y="5891"/>
                  <a:pt x="15709" y="10176"/>
                  <a:pt x="15709" y="10176"/>
                </a:cubicBezTo>
                <a:close/>
                <a:moveTo>
                  <a:pt x="21456" y="5544"/>
                </a:moveTo>
                <a:lnTo>
                  <a:pt x="15565" y="144"/>
                </a:lnTo>
                <a:cubicBezTo>
                  <a:pt x="15477" y="55"/>
                  <a:pt x="15354" y="0"/>
                  <a:pt x="15218" y="0"/>
                </a:cubicBezTo>
                <a:cubicBezTo>
                  <a:pt x="14947" y="0"/>
                  <a:pt x="14727" y="220"/>
                  <a:pt x="14727" y="491"/>
                </a:cubicBezTo>
                <a:lnTo>
                  <a:pt x="14727" y="2942"/>
                </a:lnTo>
                <a:cubicBezTo>
                  <a:pt x="12130" y="3150"/>
                  <a:pt x="0" y="4991"/>
                  <a:pt x="0" y="21109"/>
                </a:cubicBezTo>
                <a:cubicBezTo>
                  <a:pt x="0" y="21380"/>
                  <a:pt x="220" y="21600"/>
                  <a:pt x="491" y="21600"/>
                </a:cubicBezTo>
                <a:cubicBezTo>
                  <a:pt x="762" y="21600"/>
                  <a:pt x="982" y="21380"/>
                  <a:pt x="982" y="21109"/>
                </a:cubicBezTo>
                <a:cubicBezTo>
                  <a:pt x="982" y="16042"/>
                  <a:pt x="3417" y="12440"/>
                  <a:pt x="8250" y="10404"/>
                </a:cubicBezTo>
                <a:cubicBezTo>
                  <a:pt x="11093" y="9206"/>
                  <a:pt x="13684" y="8943"/>
                  <a:pt x="14727" y="8884"/>
                </a:cubicBezTo>
                <a:lnTo>
                  <a:pt x="14727" y="11291"/>
                </a:lnTo>
                <a:cubicBezTo>
                  <a:pt x="14727" y="11562"/>
                  <a:pt x="14947" y="11782"/>
                  <a:pt x="15218" y="11782"/>
                </a:cubicBezTo>
                <a:cubicBezTo>
                  <a:pt x="15354" y="11782"/>
                  <a:pt x="15477" y="11727"/>
                  <a:pt x="15565" y="11638"/>
                </a:cubicBezTo>
                <a:lnTo>
                  <a:pt x="21456" y="6238"/>
                </a:lnTo>
                <a:cubicBezTo>
                  <a:pt x="21545" y="6150"/>
                  <a:pt x="21600" y="6027"/>
                  <a:pt x="21600" y="5891"/>
                </a:cubicBezTo>
                <a:cubicBezTo>
                  <a:pt x="21600" y="5756"/>
                  <a:pt x="21545" y="5633"/>
                  <a:pt x="21456" y="554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0" name="Shape 2930">
            <a:extLst>
              <a:ext uri="{FF2B5EF4-FFF2-40B4-BE49-F238E27FC236}">
                <a16:creationId xmlns:a16="http://schemas.microsoft.com/office/drawing/2014/main" id="{7DD914B7-9A1C-4176-7E63-109D09F0169F}"/>
              </a:ext>
            </a:extLst>
          </p:cNvPr>
          <p:cNvSpPr/>
          <p:nvPr/>
        </p:nvSpPr>
        <p:spPr>
          <a:xfrm>
            <a:off x="9955794" y="2040111"/>
            <a:ext cx="279328" cy="177754"/>
          </a:xfrm>
          <a:custGeom>
            <a:avLst/>
            <a:gdLst/>
            <a:ahLst/>
            <a:cxnLst>
              <a:cxn ang="0">
                <a:pos x="wd2" y="hd2"/>
              </a:cxn>
              <a:cxn ang="5400000">
                <a:pos x="wd2" y="hd2"/>
              </a:cxn>
              <a:cxn ang="10800000">
                <a:pos x="wd2" y="hd2"/>
              </a:cxn>
              <a:cxn ang="16200000">
                <a:pos x="wd2" y="hd2"/>
              </a:cxn>
            </a:cxnLst>
            <a:rect l="0" t="0" r="r" b="b"/>
            <a:pathLst>
              <a:path w="21600" h="21600" extrusionOk="0">
                <a:moveTo>
                  <a:pt x="15955" y="1543"/>
                </a:moveTo>
                <a:cubicBezTo>
                  <a:pt x="12837" y="1543"/>
                  <a:pt x="10309" y="5515"/>
                  <a:pt x="10309" y="10414"/>
                </a:cubicBezTo>
                <a:lnTo>
                  <a:pt x="10309" y="11186"/>
                </a:lnTo>
                <a:cubicBezTo>
                  <a:pt x="10309" y="15233"/>
                  <a:pt x="8221" y="18514"/>
                  <a:pt x="5645" y="18514"/>
                </a:cubicBezTo>
                <a:cubicBezTo>
                  <a:pt x="3070" y="18514"/>
                  <a:pt x="982" y="15233"/>
                  <a:pt x="982" y="11186"/>
                </a:cubicBezTo>
                <a:lnTo>
                  <a:pt x="982" y="10414"/>
                </a:lnTo>
                <a:cubicBezTo>
                  <a:pt x="982" y="6367"/>
                  <a:pt x="3070" y="3086"/>
                  <a:pt x="5645" y="3086"/>
                </a:cubicBezTo>
                <a:cubicBezTo>
                  <a:pt x="6670" y="3086"/>
                  <a:pt x="7575" y="3630"/>
                  <a:pt x="8321" y="4629"/>
                </a:cubicBezTo>
                <a:lnTo>
                  <a:pt x="6382" y="4629"/>
                </a:lnTo>
                <a:cubicBezTo>
                  <a:pt x="6110" y="4629"/>
                  <a:pt x="5891" y="4974"/>
                  <a:pt x="5891" y="5400"/>
                </a:cubicBezTo>
                <a:cubicBezTo>
                  <a:pt x="5891" y="5826"/>
                  <a:pt x="6110" y="6171"/>
                  <a:pt x="6382" y="6171"/>
                </a:cubicBezTo>
                <a:lnTo>
                  <a:pt x="9327" y="6171"/>
                </a:lnTo>
                <a:cubicBezTo>
                  <a:pt x="9599" y="6171"/>
                  <a:pt x="9818" y="5826"/>
                  <a:pt x="9818" y="5400"/>
                </a:cubicBezTo>
                <a:lnTo>
                  <a:pt x="9818" y="771"/>
                </a:lnTo>
                <a:cubicBezTo>
                  <a:pt x="9818" y="346"/>
                  <a:pt x="9599" y="0"/>
                  <a:pt x="9327" y="0"/>
                </a:cubicBezTo>
                <a:cubicBezTo>
                  <a:pt x="9056" y="0"/>
                  <a:pt x="8836" y="346"/>
                  <a:pt x="8836" y="771"/>
                </a:cubicBezTo>
                <a:lnTo>
                  <a:pt x="8836" y="3321"/>
                </a:lnTo>
                <a:cubicBezTo>
                  <a:pt x="7879" y="2160"/>
                  <a:pt x="6706" y="1543"/>
                  <a:pt x="5645" y="1543"/>
                </a:cubicBezTo>
                <a:cubicBezTo>
                  <a:pt x="2527" y="1543"/>
                  <a:pt x="0" y="5515"/>
                  <a:pt x="0" y="10414"/>
                </a:cubicBezTo>
                <a:lnTo>
                  <a:pt x="0" y="11186"/>
                </a:lnTo>
                <a:cubicBezTo>
                  <a:pt x="0" y="16085"/>
                  <a:pt x="2527" y="20057"/>
                  <a:pt x="5645" y="20057"/>
                </a:cubicBezTo>
                <a:cubicBezTo>
                  <a:pt x="8763" y="20057"/>
                  <a:pt x="11291" y="16085"/>
                  <a:pt x="11291" y="11186"/>
                </a:cubicBezTo>
                <a:lnTo>
                  <a:pt x="11291" y="10414"/>
                </a:lnTo>
                <a:cubicBezTo>
                  <a:pt x="11291" y="6367"/>
                  <a:pt x="13379" y="3086"/>
                  <a:pt x="15955" y="3086"/>
                </a:cubicBezTo>
                <a:cubicBezTo>
                  <a:pt x="18530" y="3086"/>
                  <a:pt x="20618" y="6367"/>
                  <a:pt x="20618" y="10414"/>
                </a:cubicBezTo>
                <a:lnTo>
                  <a:pt x="20618" y="11186"/>
                </a:lnTo>
                <a:cubicBezTo>
                  <a:pt x="20618" y="15233"/>
                  <a:pt x="18530" y="18514"/>
                  <a:pt x="15955" y="18514"/>
                </a:cubicBezTo>
                <a:cubicBezTo>
                  <a:pt x="14930" y="18514"/>
                  <a:pt x="14025" y="17970"/>
                  <a:pt x="13279" y="16971"/>
                </a:cubicBezTo>
                <a:lnTo>
                  <a:pt x="15218" y="16971"/>
                </a:lnTo>
                <a:cubicBezTo>
                  <a:pt x="15490" y="16971"/>
                  <a:pt x="15709" y="16626"/>
                  <a:pt x="15709" y="16200"/>
                </a:cubicBezTo>
                <a:cubicBezTo>
                  <a:pt x="15709" y="15774"/>
                  <a:pt x="15490" y="15429"/>
                  <a:pt x="15218" y="15429"/>
                </a:cubicBezTo>
                <a:lnTo>
                  <a:pt x="12273" y="15429"/>
                </a:lnTo>
                <a:cubicBezTo>
                  <a:pt x="12001" y="15429"/>
                  <a:pt x="11782" y="15774"/>
                  <a:pt x="11782" y="16200"/>
                </a:cubicBezTo>
                <a:lnTo>
                  <a:pt x="11782" y="20829"/>
                </a:lnTo>
                <a:cubicBezTo>
                  <a:pt x="11782" y="21255"/>
                  <a:pt x="12001" y="21600"/>
                  <a:pt x="12273" y="21600"/>
                </a:cubicBezTo>
                <a:cubicBezTo>
                  <a:pt x="12544" y="21600"/>
                  <a:pt x="12764" y="21255"/>
                  <a:pt x="12764" y="20829"/>
                </a:cubicBezTo>
                <a:lnTo>
                  <a:pt x="12764" y="18279"/>
                </a:lnTo>
                <a:cubicBezTo>
                  <a:pt x="13721" y="19441"/>
                  <a:pt x="14894" y="20057"/>
                  <a:pt x="15955" y="20057"/>
                </a:cubicBezTo>
                <a:cubicBezTo>
                  <a:pt x="19073" y="20057"/>
                  <a:pt x="21600" y="16085"/>
                  <a:pt x="21600" y="11186"/>
                </a:cubicBezTo>
                <a:lnTo>
                  <a:pt x="21600" y="10414"/>
                </a:lnTo>
                <a:cubicBezTo>
                  <a:pt x="21600" y="5515"/>
                  <a:pt x="19073" y="1543"/>
                  <a:pt x="15955" y="154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1" name="Shape 2931">
            <a:extLst>
              <a:ext uri="{FF2B5EF4-FFF2-40B4-BE49-F238E27FC236}">
                <a16:creationId xmlns:a16="http://schemas.microsoft.com/office/drawing/2014/main" id="{F1331CF9-FC3D-FE88-CB6B-FC5324AA6BCA}"/>
              </a:ext>
            </a:extLst>
          </p:cNvPr>
          <p:cNvSpPr/>
          <p:nvPr/>
        </p:nvSpPr>
        <p:spPr>
          <a:xfrm>
            <a:off x="10489055" y="2027414"/>
            <a:ext cx="279328" cy="203148"/>
          </a:xfrm>
          <a:custGeom>
            <a:avLst/>
            <a:gdLst/>
            <a:ahLst/>
            <a:cxnLst>
              <a:cxn ang="0">
                <a:pos x="wd2" y="hd2"/>
              </a:cxn>
              <a:cxn ang="5400000">
                <a:pos x="wd2" y="hd2"/>
              </a:cxn>
              <a:cxn ang="10800000">
                <a:pos x="wd2" y="hd2"/>
              </a:cxn>
              <a:cxn ang="16200000">
                <a:pos x="wd2" y="hd2"/>
              </a:cxn>
            </a:cxnLst>
            <a:rect l="0" t="0" r="r" b="b"/>
            <a:pathLst>
              <a:path w="21600" h="21600" extrusionOk="0">
                <a:moveTo>
                  <a:pt x="19924" y="4050"/>
                </a:moveTo>
                <a:lnTo>
                  <a:pt x="18798" y="5598"/>
                </a:lnTo>
                <a:cubicBezTo>
                  <a:pt x="18709" y="5720"/>
                  <a:pt x="18655" y="5889"/>
                  <a:pt x="18655" y="6075"/>
                </a:cubicBezTo>
                <a:cubicBezTo>
                  <a:pt x="18655" y="6448"/>
                  <a:pt x="18874" y="6750"/>
                  <a:pt x="19145" y="6750"/>
                </a:cubicBezTo>
                <a:cubicBezTo>
                  <a:pt x="19281" y="6750"/>
                  <a:pt x="19404" y="6674"/>
                  <a:pt x="19493" y="6552"/>
                </a:cubicBezTo>
                <a:lnTo>
                  <a:pt x="21456" y="3853"/>
                </a:lnTo>
                <a:cubicBezTo>
                  <a:pt x="21545" y="3731"/>
                  <a:pt x="21600" y="3562"/>
                  <a:pt x="21600" y="3375"/>
                </a:cubicBezTo>
                <a:cubicBezTo>
                  <a:pt x="21600" y="3189"/>
                  <a:pt x="21545" y="3020"/>
                  <a:pt x="21456" y="2898"/>
                </a:cubicBezTo>
                <a:lnTo>
                  <a:pt x="19493" y="198"/>
                </a:lnTo>
                <a:cubicBezTo>
                  <a:pt x="19403" y="76"/>
                  <a:pt x="19281" y="0"/>
                  <a:pt x="19145" y="0"/>
                </a:cubicBezTo>
                <a:cubicBezTo>
                  <a:pt x="18874" y="0"/>
                  <a:pt x="18655" y="303"/>
                  <a:pt x="18655" y="675"/>
                </a:cubicBezTo>
                <a:cubicBezTo>
                  <a:pt x="18655" y="862"/>
                  <a:pt x="18709" y="1031"/>
                  <a:pt x="18799" y="1153"/>
                </a:cubicBezTo>
                <a:lnTo>
                  <a:pt x="19924" y="2700"/>
                </a:lnTo>
                <a:lnTo>
                  <a:pt x="15218" y="2700"/>
                </a:lnTo>
                <a:cubicBezTo>
                  <a:pt x="15065" y="2700"/>
                  <a:pt x="14933" y="2803"/>
                  <a:pt x="14843" y="2954"/>
                </a:cubicBezTo>
                <a:lnTo>
                  <a:pt x="14838" y="2948"/>
                </a:lnTo>
                <a:lnTo>
                  <a:pt x="6149" y="17550"/>
                </a:lnTo>
                <a:lnTo>
                  <a:pt x="491" y="17550"/>
                </a:lnTo>
                <a:cubicBezTo>
                  <a:pt x="220" y="17550"/>
                  <a:pt x="0" y="17853"/>
                  <a:pt x="0" y="18225"/>
                </a:cubicBezTo>
                <a:cubicBezTo>
                  <a:pt x="0" y="18598"/>
                  <a:pt x="220" y="18900"/>
                  <a:pt x="491" y="18900"/>
                </a:cubicBezTo>
                <a:lnTo>
                  <a:pt x="6382" y="18900"/>
                </a:lnTo>
                <a:cubicBezTo>
                  <a:pt x="6535" y="18900"/>
                  <a:pt x="6667" y="18798"/>
                  <a:pt x="6757" y="18647"/>
                </a:cubicBezTo>
                <a:lnTo>
                  <a:pt x="6762" y="18652"/>
                </a:lnTo>
                <a:lnTo>
                  <a:pt x="15451" y="4050"/>
                </a:lnTo>
                <a:cubicBezTo>
                  <a:pt x="15451" y="4050"/>
                  <a:pt x="19924" y="4050"/>
                  <a:pt x="19924" y="4050"/>
                </a:cubicBezTo>
                <a:close/>
                <a:moveTo>
                  <a:pt x="19493" y="15048"/>
                </a:moveTo>
                <a:cubicBezTo>
                  <a:pt x="19403" y="14926"/>
                  <a:pt x="19281" y="14850"/>
                  <a:pt x="19145" y="14850"/>
                </a:cubicBezTo>
                <a:cubicBezTo>
                  <a:pt x="18874" y="14850"/>
                  <a:pt x="18655" y="15153"/>
                  <a:pt x="18655" y="15525"/>
                </a:cubicBezTo>
                <a:cubicBezTo>
                  <a:pt x="18655" y="15712"/>
                  <a:pt x="18709" y="15880"/>
                  <a:pt x="18798" y="16002"/>
                </a:cubicBezTo>
                <a:lnTo>
                  <a:pt x="19924" y="17550"/>
                </a:lnTo>
                <a:lnTo>
                  <a:pt x="15451" y="17550"/>
                </a:lnTo>
                <a:lnTo>
                  <a:pt x="12386" y="12399"/>
                </a:lnTo>
                <a:lnTo>
                  <a:pt x="11751" y="13465"/>
                </a:lnTo>
                <a:lnTo>
                  <a:pt x="14838" y="18652"/>
                </a:lnTo>
                <a:lnTo>
                  <a:pt x="14843" y="18647"/>
                </a:lnTo>
                <a:cubicBezTo>
                  <a:pt x="14933" y="18798"/>
                  <a:pt x="15065" y="18900"/>
                  <a:pt x="15218" y="18900"/>
                </a:cubicBezTo>
                <a:lnTo>
                  <a:pt x="19924" y="18900"/>
                </a:lnTo>
                <a:lnTo>
                  <a:pt x="18798" y="20448"/>
                </a:lnTo>
                <a:cubicBezTo>
                  <a:pt x="18709" y="20570"/>
                  <a:pt x="18655" y="20739"/>
                  <a:pt x="18655" y="20925"/>
                </a:cubicBezTo>
                <a:cubicBezTo>
                  <a:pt x="18655" y="21298"/>
                  <a:pt x="18874" y="21600"/>
                  <a:pt x="19145" y="21600"/>
                </a:cubicBezTo>
                <a:cubicBezTo>
                  <a:pt x="19281" y="21600"/>
                  <a:pt x="19403" y="21525"/>
                  <a:pt x="19493" y="21402"/>
                </a:cubicBezTo>
                <a:lnTo>
                  <a:pt x="21456" y="18702"/>
                </a:lnTo>
                <a:cubicBezTo>
                  <a:pt x="21545" y="18580"/>
                  <a:pt x="21600" y="18412"/>
                  <a:pt x="21600" y="18225"/>
                </a:cubicBezTo>
                <a:cubicBezTo>
                  <a:pt x="21600" y="18039"/>
                  <a:pt x="21545" y="17870"/>
                  <a:pt x="21456" y="17748"/>
                </a:cubicBezTo>
                <a:cubicBezTo>
                  <a:pt x="21456" y="17748"/>
                  <a:pt x="19493" y="15048"/>
                  <a:pt x="19493" y="15048"/>
                </a:cubicBezTo>
                <a:close/>
                <a:moveTo>
                  <a:pt x="491" y="4050"/>
                </a:moveTo>
                <a:lnTo>
                  <a:pt x="6148" y="4050"/>
                </a:lnTo>
                <a:lnTo>
                  <a:pt x="9214" y="9201"/>
                </a:lnTo>
                <a:lnTo>
                  <a:pt x="9849" y="8136"/>
                </a:lnTo>
                <a:lnTo>
                  <a:pt x="6762" y="2948"/>
                </a:lnTo>
                <a:lnTo>
                  <a:pt x="6756" y="2954"/>
                </a:lnTo>
                <a:cubicBezTo>
                  <a:pt x="6667" y="2803"/>
                  <a:pt x="6535" y="2700"/>
                  <a:pt x="6382" y="2700"/>
                </a:cubicBezTo>
                <a:lnTo>
                  <a:pt x="491" y="2700"/>
                </a:lnTo>
                <a:cubicBezTo>
                  <a:pt x="220" y="2700"/>
                  <a:pt x="0" y="3003"/>
                  <a:pt x="0" y="3375"/>
                </a:cubicBezTo>
                <a:cubicBezTo>
                  <a:pt x="0" y="3748"/>
                  <a:pt x="220" y="4050"/>
                  <a:pt x="491" y="405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2" name="Shape 2932">
            <a:extLst>
              <a:ext uri="{FF2B5EF4-FFF2-40B4-BE49-F238E27FC236}">
                <a16:creationId xmlns:a16="http://schemas.microsoft.com/office/drawing/2014/main" id="{04236460-3E26-2F14-2696-58FCB1CEB60F}"/>
              </a:ext>
            </a:extLst>
          </p:cNvPr>
          <p:cNvSpPr/>
          <p:nvPr/>
        </p:nvSpPr>
        <p:spPr>
          <a:xfrm>
            <a:off x="11022316" y="2014717"/>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1964" y="12000"/>
                </a:moveTo>
                <a:cubicBezTo>
                  <a:pt x="1421" y="12000"/>
                  <a:pt x="982" y="11462"/>
                  <a:pt x="982" y="10800"/>
                </a:cubicBezTo>
                <a:cubicBezTo>
                  <a:pt x="982" y="10138"/>
                  <a:pt x="1421" y="9600"/>
                  <a:pt x="1964" y="9600"/>
                </a:cubicBezTo>
                <a:cubicBezTo>
                  <a:pt x="2505" y="9600"/>
                  <a:pt x="2945" y="10138"/>
                  <a:pt x="2945" y="10800"/>
                </a:cubicBezTo>
                <a:cubicBezTo>
                  <a:pt x="2945" y="11462"/>
                  <a:pt x="2505" y="12000"/>
                  <a:pt x="1964" y="12000"/>
                </a:cubicBezTo>
                <a:moveTo>
                  <a:pt x="21456" y="10376"/>
                </a:moveTo>
                <a:lnTo>
                  <a:pt x="18511" y="6776"/>
                </a:lnTo>
                <a:cubicBezTo>
                  <a:pt x="18422" y="6667"/>
                  <a:pt x="18299" y="6600"/>
                  <a:pt x="18164" y="6600"/>
                </a:cubicBezTo>
                <a:cubicBezTo>
                  <a:pt x="17892" y="6600"/>
                  <a:pt x="17673" y="6869"/>
                  <a:pt x="17673" y="7200"/>
                </a:cubicBezTo>
                <a:cubicBezTo>
                  <a:pt x="17673" y="7366"/>
                  <a:pt x="17728" y="7516"/>
                  <a:pt x="17817" y="7624"/>
                </a:cubicBezTo>
                <a:lnTo>
                  <a:pt x="19924" y="10200"/>
                </a:lnTo>
                <a:lnTo>
                  <a:pt x="8058" y="10200"/>
                </a:lnTo>
                <a:lnTo>
                  <a:pt x="14727" y="2048"/>
                </a:lnTo>
                <a:lnTo>
                  <a:pt x="14727" y="5400"/>
                </a:lnTo>
                <a:cubicBezTo>
                  <a:pt x="14727" y="5732"/>
                  <a:pt x="14947" y="6000"/>
                  <a:pt x="15218" y="6000"/>
                </a:cubicBezTo>
                <a:cubicBezTo>
                  <a:pt x="15489" y="6000"/>
                  <a:pt x="15709" y="5732"/>
                  <a:pt x="15709" y="5400"/>
                </a:cubicBezTo>
                <a:lnTo>
                  <a:pt x="15709" y="600"/>
                </a:lnTo>
                <a:cubicBezTo>
                  <a:pt x="15709" y="269"/>
                  <a:pt x="15489" y="0"/>
                  <a:pt x="15218" y="0"/>
                </a:cubicBezTo>
                <a:lnTo>
                  <a:pt x="11291" y="0"/>
                </a:lnTo>
                <a:cubicBezTo>
                  <a:pt x="11020" y="0"/>
                  <a:pt x="10800" y="269"/>
                  <a:pt x="10800" y="600"/>
                </a:cubicBezTo>
                <a:cubicBezTo>
                  <a:pt x="10800" y="932"/>
                  <a:pt x="11020" y="1200"/>
                  <a:pt x="11291" y="1200"/>
                </a:cubicBezTo>
                <a:lnTo>
                  <a:pt x="14033" y="1200"/>
                </a:lnTo>
                <a:lnTo>
                  <a:pt x="6669" y="10200"/>
                </a:lnTo>
                <a:lnTo>
                  <a:pt x="3858" y="10200"/>
                </a:lnTo>
                <a:cubicBezTo>
                  <a:pt x="3639" y="9167"/>
                  <a:pt x="2877" y="8400"/>
                  <a:pt x="1964" y="8400"/>
                </a:cubicBezTo>
                <a:cubicBezTo>
                  <a:pt x="879" y="8400"/>
                  <a:pt x="0" y="9475"/>
                  <a:pt x="0" y="10800"/>
                </a:cubicBezTo>
                <a:cubicBezTo>
                  <a:pt x="0" y="12125"/>
                  <a:pt x="879" y="13200"/>
                  <a:pt x="1964" y="13200"/>
                </a:cubicBezTo>
                <a:cubicBezTo>
                  <a:pt x="2877" y="13200"/>
                  <a:pt x="3639" y="12434"/>
                  <a:pt x="3858" y="11400"/>
                </a:cubicBezTo>
                <a:lnTo>
                  <a:pt x="6669" y="11400"/>
                </a:lnTo>
                <a:lnTo>
                  <a:pt x="14033" y="20400"/>
                </a:lnTo>
                <a:lnTo>
                  <a:pt x="11291" y="20400"/>
                </a:lnTo>
                <a:cubicBezTo>
                  <a:pt x="11020" y="20400"/>
                  <a:pt x="10800" y="20669"/>
                  <a:pt x="10800" y="21000"/>
                </a:cubicBezTo>
                <a:cubicBezTo>
                  <a:pt x="10800" y="21332"/>
                  <a:pt x="11020" y="21600"/>
                  <a:pt x="11291" y="21600"/>
                </a:cubicBezTo>
                <a:lnTo>
                  <a:pt x="15218" y="21600"/>
                </a:lnTo>
                <a:cubicBezTo>
                  <a:pt x="15489" y="21600"/>
                  <a:pt x="15709" y="21332"/>
                  <a:pt x="15709" y="21000"/>
                </a:cubicBezTo>
                <a:lnTo>
                  <a:pt x="15709" y="16200"/>
                </a:lnTo>
                <a:cubicBezTo>
                  <a:pt x="15709" y="15869"/>
                  <a:pt x="15489" y="15600"/>
                  <a:pt x="15218" y="15600"/>
                </a:cubicBezTo>
                <a:cubicBezTo>
                  <a:pt x="14947" y="15600"/>
                  <a:pt x="14727" y="15869"/>
                  <a:pt x="14727" y="16200"/>
                </a:cubicBezTo>
                <a:lnTo>
                  <a:pt x="14727" y="19552"/>
                </a:lnTo>
                <a:lnTo>
                  <a:pt x="8058" y="11400"/>
                </a:lnTo>
                <a:lnTo>
                  <a:pt x="19924" y="11400"/>
                </a:lnTo>
                <a:lnTo>
                  <a:pt x="17817" y="13976"/>
                </a:lnTo>
                <a:cubicBezTo>
                  <a:pt x="17728" y="14085"/>
                  <a:pt x="17673" y="14235"/>
                  <a:pt x="17673" y="14400"/>
                </a:cubicBezTo>
                <a:cubicBezTo>
                  <a:pt x="17673" y="14732"/>
                  <a:pt x="17892" y="15000"/>
                  <a:pt x="18164" y="15000"/>
                </a:cubicBezTo>
                <a:cubicBezTo>
                  <a:pt x="18299" y="15000"/>
                  <a:pt x="18422" y="14933"/>
                  <a:pt x="18511" y="14824"/>
                </a:cubicBezTo>
                <a:lnTo>
                  <a:pt x="21456" y="11224"/>
                </a:lnTo>
                <a:cubicBezTo>
                  <a:pt x="21545" y="11116"/>
                  <a:pt x="21600" y="10966"/>
                  <a:pt x="21600" y="10800"/>
                </a:cubicBezTo>
                <a:cubicBezTo>
                  <a:pt x="21600" y="10635"/>
                  <a:pt x="21545" y="10485"/>
                  <a:pt x="21456" y="1037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3" name="Shape 2831">
            <a:extLst>
              <a:ext uri="{FF2B5EF4-FFF2-40B4-BE49-F238E27FC236}">
                <a16:creationId xmlns:a16="http://schemas.microsoft.com/office/drawing/2014/main" id="{EF1398F4-0FF3-B18A-37B9-30F69DBD4C0B}"/>
              </a:ext>
            </a:extLst>
          </p:cNvPr>
          <p:cNvSpPr/>
          <p:nvPr/>
        </p:nvSpPr>
        <p:spPr>
          <a:xfrm>
            <a:off x="909401" y="2678584"/>
            <a:ext cx="203148" cy="279328"/>
          </a:xfrm>
          <a:custGeom>
            <a:avLst/>
            <a:gdLst/>
            <a:ahLst/>
            <a:cxnLst>
              <a:cxn ang="0">
                <a:pos x="wd2" y="hd2"/>
              </a:cxn>
              <a:cxn ang="5400000">
                <a:pos x="wd2" y="hd2"/>
              </a:cxn>
              <a:cxn ang="10800000">
                <a:pos x="wd2" y="hd2"/>
              </a:cxn>
              <a:cxn ang="16200000">
                <a:pos x="wd2" y="hd2"/>
              </a:cxn>
            </a:cxnLst>
            <a:rect l="0" t="0" r="r" b="b"/>
            <a:pathLst>
              <a:path w="21600" h="21600" extrusionOk="0">
                <a:moveTo>
                  <a:pt x="20925" y="6873"/>
                </a:moveTo>
                <a:lnTo>
                  <a:pt x="13500" y="6873"/>
                </a:lnTo>
                <a:cubicBezTo>
                  <a:pt x="13128" y="6873"/>
                  <a:pt x="12825" y="7093"/>
                  <a:pt x="12825" y="7364"/>
                </a:cubicBezTo>
                <a:cubicBezTo>
                  <a:pt x="12825" y="7635"/>
                  <a:pt x="13128" y="7855"/>
                  <a:pt x="13500" y="7855"/>
                </a:cubicBezTo>
                <a:lnTo>
                  <a:pt x="20250" y="7855"/>
                </a:lnTo>
                <a:lnTo>
                  <a:pt x="20250" y="20618"/>
                </a:lnTo>
                <a:lnTo>
                  <a:pt x="1350" y="20618"/>
                </a:lnTo>
                <a:lnTo>
                  <a:pt x="1350" y="7855"/>
                </a:lnTo>
                <a:lnTo>
                  <a:pt x="8100" y="7855"/>
                </a:lnTo>
                <a:cubicBezTo>
                  <a:pt x="8472" y="7855"/>
                  <a:pt x="8775" y="7635"/>
                  <a:pt x="8775" y="7364"/>
                </a:cubicBezTo>
                <a:cubicBezTo>
                  <a:pt x="8775" y="7093"/>
                  <a:pt x="8472" y="6873"/>
                  <a:pt x="8100" y="6873"/>
                </a:cubicBezTo>
                <a:lnTo>
                  <a:pt x="675" y="6873"/>
                </a:lnTo>
                <a:cubicBezTo>
                  <a:pt x="303" y="6873"/>
                  <a:pt x="0" y="7093"/>
                  <a:pt x="0" y="7364"/>
                </a:cubicBezTo>
                <a:lnTo>
                  <a:pt x="0" y="21109"/>
                </a:lnTo>
                <a:cubicBezTo>
                  <a:pt x="0" y="21381"/>
                  <a:pt x="303" y="21600"/>
                  <a:pt x="675" y="21600"/>
                </a:cubicBezTo>
                <a:lnTo>
                  <a:pt x="20925" y="21600"/>
                </a:lnTo>
                <a:cubicBezTo>
                  <a:pt x="21297" y="21600"/>
                  <a:pt x="21600" y="21381"/>
                  <a:pt x="21600" y="21109"/>
                </a:cubicBezTo>
                <a:lnTo>
                  <a:pt x="21600" y="7364"/>
                </a:lnTo>
                <a:cubicBezTo>
                  <a:pt x="21600" y="7093"/>
                  <a:pt x="21297" y="6873"/>
                  <a:pt x="20925" y="6873"/>
                </a:cubicBezTo>
                <a:moveTo>
                  <a:pt x="5400" y="12764"/>
                </a:moveTo>
                <a:cubicBezTo>
                  <a:pt x="5028" y="12764"/>
                  <a:pt x="4725" y="12983"/>
                  <a:pt x="4725" y="13255"/>
                </a:cubicBezTo>
                <a:cubicBezTo>
                  <a:pt x="4725" y="13390"/>
                  <a:pt x="4800" y="13513"/>
                  <a:pt x="4923" y="13602"/>
                </a:cubicBezTo>
                <a:lnTo>
                  <a:pt x="10323" y="17529"/>
                </a:lnTo>
                <a:cubicBezTo>
                  <a:pt x="10445" y="17618"/>
                  <a:pt x="10614" y="17673"/>
                  <a:pt x="10800" y="17673"/>
                </a:cubicBezTo>
                <a:cubicBezTo>
                  <a:pt x="10986" y="17673"/>
                  <a:pt x="11155" y="17618"/>
                  <a:pt x="11277" y="17529"/>
                </a:cubicBezTo>
                <a:lnTo>
                  <a:pt x="16677" y="13602"/>
                </a:lnTo>
                <a:cubicBezTo>
                  <a:pt x="16800" y="13513"/>
                  <a:pt x="16875" y="13390"/>
                  <a:pt x="16875" y="13255"/>
                </a:cubicBezTo>
                <a:cubicBezTo>
                  <a:pt x="16875" y="12983"/>
                  <a:pt x="16572" y="12764"/>
                  <a:pt x="16200" y="12764"/>
                </a:cubicBezTo>
                <a:cubicBezTo>
                  <a:pt x="16014" y="12764"/>
                  <a:pt x="15845" y="12819"/>
                  <a:pt x="15723" y="12907"/>
                </a:cubicBezTo>
                <a:lnTo>
                  <a:pt x="11475" y="15997"/>
                </a:lnTo>
                <a:lnTo>
                  <a:pt x="11475" y="491"/>
                </a:lnTo>
                <a:cubicBezTo>
                  <a:pt x="11475" y="220"/>
                  <a:pt x="11172" y="0"/>
                  <a:pt x="10800" y="0"/>
                </a:cubicBezTo>
                <a:cubicBezTo>
                  <a:pt x="10428" y="0"/>
                  <a:pt x="10125" y="220"/>
                  <a:pt x="10125" y="491"/>
                </a:cubicBezTo>
                <a:lnTo>
                  <a:pt x="10125" y="15997"/>
                </a:lnTo>
                <a:lnTo>
                  <a:pt x="5877" y="12907"/>
                </a:lnTo>
                <a:cubicBezTo>
                  <a:pt x="5755" y="12819"/>
                  <a:pt x="5586" y="12764"/>
                  <a:pt x="5400" y="127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4" name="Shape 2832">
            <a:extLst>
              <a:ext uri="{FF2B5EF4-FFF2-40B4-BE49-F238E27FC236}">
                <a16:creationId xmlns:a16="http://schemas.microsoft.com/office/drawing/2014/main" id="{E22CAFB1-A6AA-4E07-BA4B-FF437F9F4E77}"/>
              </a:ext>
            </a:extLst>
          </p:cNvPr>
          <p:cNvSpPr/>
          <p:nvPr/>
        </p:nvSpPr>
        <p:spPr>
          <a:xfrm>
            <a:off x="1442662" y="2678584"/>
            <a:ext cx="203148" cy="279328"/>
          </a:xfrm>
          <a:custGeom>
            <a:avLst/>
            <a:gdLst/>
            <a:ahLst/>
            <a:cxnLst>
              <a:cxn ang="0">
                <a:pos x="wd2" y="hd2"/>
              </a:cxn>
              <a:cxn ang="5400000">
                <a:pos x="wd2" y="hd2"/>
              </a:cxn>
              <a:cxn ang="10800000">
                <a:pos x="wd2" y="hd2"/>
              </a:cxn>
              <a:cxn ang="16200000">
                <a:pos x="wd2" y="hd2"/>
              </a:cxn>
            </a:cxnLst>
            <a:rect l="0" t="0" r="r" b="b"/>
            <a:pathLst>
              <a:path w="21600" h="21600" extrusionOk="0">
                <a:moveTo>
                  <a:pt x="5400" y="4909"/>
                </a:moveTo>
                <a:cubicBezTo>
                  <a:pt x="5586" y="4909"/>
                  <a:pt x="5755" y="4855"/>
                  <a:pt x="5877" y="4765"/>
                </a:cubicBezTo>
                <a:lnTo>
                  <a:pt x="10125" y="1676"/>
                </a:lnTo>
                <a:lnTo>
                  <a:pt x="10125" y="17182"/>
                </a:lnTo>
                <a:cubicBezTo>
                  <a:pt x="10125" y="17453"/>
                  <a:pt x="10428" y="17673"/>
                  <a:pt x="10800" y="17673"/>
                </a:cubicBezTo>
                <a:cubicBezTo>
                  <a:pt x="11172" y="17673"/>
                  <a:pt x="11475" y="17453"/>
                  <a:pt x="11475" y="17182"/>
                </a:cubicBezTo>
                <a:lnTo>
                  <a:pt x="11475" y="1676"/>
                </a:lnTo>
                <a:lnTo>
                  <a:pt x="15723" y="4765"/>
                </a:lnTo>
                <a:cubicBezTo>
                  <a:pt x="15845" y="4855"/>
                  <a:pt x="16014" y="4909"/>
                  <a:pt x="16200" y="4909"/>
                </a:cubicBezTo>
                <a:cubicBezTo>
                  <a:pt x="16572" y="4909"/>
                  <a:pt x="16875" y="4690"/>
                  <a:pt x="16875" y="4418"/>
                </a:cubicBezTo>
                <a:cubicBezTo>
                  <a:pt x="16875" y="4283"/>
                  <a:pt x="16800" y="4161"/>
                  <a:pt x="16677" y="4071"/>
                </a:cubicBezTo>
                <a:lnTo>
                  <a:pt x="11277" y="144"/>
                </a:lnTo>
                <a:cubicBezTo>
                  <a:pt x="11155" y="55"/>
                  <a:pt x="10986" y="0"/>
                  <a:pt x="10800" y="0"/>
                </a:cubicBezTo>
                <a:cubicBezTo>
                  <a:pt x="10614" y="0"/>
                  <a:pt x="10445" y="55"/>
                  <a:pt x="10323" y="144"/>
                </a:cubicBezTo>
                <a:lnTo>
                  <a:pt x="4923" y="4071"/>
                </a:lnTo>
                <a:cubicBezTo>
                  <a:pt x="4800" y="4161"/>
                  <a:pt x="4725" y="4283"/>
                  <a:pt x="4725" y="4418"/>
                </a:cubicBezTo>
                <a:cubicBezTo>
                  <a:pt x="4725" y="4690"/>
                  <a:pt x="5028" y="4909"/>
                  <a:pt x="5400" y="4909"/>
                </a:cubicBezTo>
                <a:moveTo>
                  <a:pt x="20925" y="6873"/>
                </a:moveTo>
                <a:lnTo>
                  <a:pt x="13500" y="6873"/>
                </a:lnTo>
                <a:cubicBezTo>
                  <a:pt x="13128" y="6873"/>
                  <a:pt x="12825" y="7093"/>
                  <a:pt x="12825" y="7364"/>
                </a:cubicBezTo>
                <a:cubicBezTo>
                  <a:pt x="12825" y="7635"/>
                  <a:pt x="13128" y="7855"/>
                  <a:pt x="13500" y="7855"/>
                </a:cubicBezTo>
                <a:lnTo>
                  <a:pt x="20250" y="7855"/>
                </a:lnTo>
                <a:lnTo>
                  <a:pt x="20250" y="20618"/>
                </a:lnTo>
                <a:lnTo>
                  <a:pt x="1350" y="20618"/>
                </a:lnTo>
                <a:lnTo>
                  <a:pt x="1350" y="7855"/>
                </a:lnTo>
                <a:lnTo>
                  <a:pt x="8100" y="7855"/>
                </a:lnTo>
                <a:cubicBezTo>
                  <a:pt x="8472" y="7855"/>
                  <a:pt x="8775" y="7635"/>
                  <a:pt x="8775" y="7364"/>
                </a:cubicBezTo>
                <a:cubicBezTo>
                  <a:pt x="8775" y="7093"/>
                  <a:pt x="8472" y="6873"/>
                  <a:pt x="8100" y="6873"/>
                </a:cubicBezTo>
                <a:lnTo>
                  <a:pt x="675" y="6873"/>
                </a:lnTo>
                <a:cubicBezTo>
                  <a:pt x="303" y="6873"/>
                  <a:pt x="0" y="7093"/>
                  <a:pt x="0" y="7364"/>
                </a:cubicBezTo>
                <a:lnTo>
                  <a:pt x="0" y="21109"/>
                </a:lnTo>
                <a:cubicBezTo>
                  <a:pt x="0" y="21381"/>
                  <a:pt x="303" y="21600"/>
                  <a:pt x="675" y="21600"/>
                </a:cubicBezTo>
                <a:lnTo>
                  <a:pt x="20925" y="21600"/>
                </a:lnTo>
                <a:cubicBezTo>
                  <a:pt x="21297" y="21600"/>
                  <a:pt x="21600" y="21381"/>
                  <a:pt x="21600" y="21109"/>
                </a:cubicBezTo>
                <a:lnTo>
                  <a:pt x="21600" y="7364"/>
                </a:lnTo>
                <a:cubicBezTo>
                  <a:pt x="21600" y="7093"/>
                  <a:pt x="21297" y="6873"/>
                  <a:pt x="20925" y="68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5" name="Shape 2833">
            <a:extLst>
              <a:ext uri="{FF2B5EF4-FFF2-40B4-BE49-F238E27FC236}">
                <a16:creationId xmlns:a16="http://schemas.microsoft.com/office/drawing/2014/main" id="{2D2789A7-913A-51C5-0E54-7A04255651A9}"/>
              </a:ext>
            </a:extLst>
          </p:cNvPr>
          <p:cNvSpPr/>
          <p:nvPr/>
        </p:nvSpPr>
        <p:spPr>
          <a:xfrm>
            <a:off x="1937833" y="26785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6382" y="1964"/>
                </a:moveTo>
                <a:cubicBezTo>
                  <a:pt x="6111" y="1964"/>
                  <a:pt x="5891" y="2184"/>
                  <a:pt x="5891" y="2455"/>
                </a:cubicBezTo>
                <a:cubicBezTo>
                  <a:pt x="5891" y="2726"/>
                  <a:pt x="6111" y="2945"/>
                  <a:pt x="6382" y="2945"/>
                </a:cubicBezTo>
                <a:cubicBezTo>
                  <a:pt x="6653" y="2945"/>
                  <a:pt x="6873" y="2726"/>
                  <a:pt x="6873" y="2455"/>
                </a:cubicBezTo>
                <a:cubicBezTo>
                  <a:pt x="6873" y="2184"/>
                  <a:pt x="6653" y="1964"/>
                  <a:pt x="6382" y="1964"/>
                </a:cubicBezTo>
                <a:moveTo>
                  <a:pt x="4418" y="1964"/>
                </a:moveTo>
                <a:cubicBezTo>
                  <a:pt x="4147" y="1964"/>
                  <a:pt x="3927" y="2184"/>
                  <a:pt x="3927" y="2455"/>
                </a:cubicBezTo>
                <a:cubicBezTo>
                  <a:pt x="3927" y="2726"/>
                  <a:pt x="4147" y="2945"/>
                  <a:pt x="4418" y="2945"/>
                </a:cubicBezTo>
                <a:cubicBezTo>
                  <a:pt x="4689" y="2945"/>
                  <a:pt x="4909" y="2726"/>
                  <a:pt x="4909" y="2455"/>
                </a:cubicBezTo>
                <a:cubicBezTo>
                  <a:pt x="4909" y="2184"/>
                  <a:pt x="4689" y="1964"/>
                  <a:pt x="4418" y="1964"/>
                </a:cubicBezTo>
                <a:moveTo>
                  <a:pt x="19145" y="1964"/>
                </a:moveTo>
                <a:lnTo>
                  <a:pt x="8345" y="1964"/>
                </a:lnTo>
                <a:cubicBezTo>
                  <a:pt x="8075" y="1964"/>
                  <a:pt x="7855" y="2184"/>
                  <a:pt x="7855" y="2455"/>
                </a:cubicBezTo>
                <a:cubicBezTo>
                  <a:pt x="7855" y="2726"/>
                  <a:pt x="8075" y="2945"/>
                  <a:pt x="8345" y="2945"/>
                </a:cubicBezTo>
                <a:lnTo>
                  <a:pt x="19145" y="2945"/>
                </a:lnTo>
                <a:cubicBezTo>
                  <a:pt x="19416" y="2945"/>
                  <a:pt x="19636" y="2726"/>
                  <a:pt x="19636" y="2455"/>
                </a:cubicBezTo>
                <a:cubicBezTo>
                  <a:pt x="19636" y="2184"/>
                  <a:pt x="19416" y="1964"/>
                  <a:pt x="19145" y="1964"/>
                </a:cubicBezTo>
                <a:moveTo>
                  <a:pt x="20618" y="3927"/>
                </a:moveTo>
                <a:lnTo>
                  <a:pt x="982" y="3927"/>
                </a:lnTo>
                <a:lnTo>
                  <a:pt x="982" y="1964"/>
                </a:lnTo>
                <a:cubicBezTo>
                  <a:pt x="982" y="1422"/>
                  <a:pt x="1422" y="982"/>
                  <a:pt x="1964" y="982"/>
                </a:cubicBezTo>
                <a:lnTo>
                  <a:pt x="19636" y="982"/>
                </a:lnTo>
                <a:cubicBezTo>
                  <a:pt x="20178" y="982"/>
                  <a:pt x="20618" y="1422"/>
                  <a:pt x="20618" y="1964"/>
                </a:cubicBezTo>
                <a:cubicBezTo>
                  <a:pt x="20618" y="1964"/>
                  <a:pt x="20618" y="3927"/>
                  <a:pt x="20618" y="3927"/>
                </a:cubicBezTo>
                <a:close/>
                <a:moveTo>
                  <a:pt x="20618" y="19636"/>
                </a:moveTo>
                <a:cubicBezTo>
                  <a:pt x="20618" y="20178"/>
                  <a:pt x="20178" y="20618"/>
                  <a:pt x="19636" y="20618"/>
                </a:cubicBezTo>
                <a:lnTo>
                  <a:pt x="1964" y="20618"/>
                </a:lnTo>
                <a:cubicBezTo>
                  <a:pt x="1422" y="20618"/>
                  <a:pt x="982" y="20178"/>
                  <a:pt x="982" y="19636"/>
                </a:cubicBezTo>
                <a:lnTo>
                  <a:pt x="982" y="4909"/>
                </a:lnTo>
                <a:lnTo>
                  <a:pt x="20618" y="4909"/>
                </a:lnTo>
                <a:cubicBezTo>
                  <a:pt x="20618" y="4909"/>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2455" y="1964"/>
                </a:moveTo>
                <a:cubicBezTo>
                  <a:pt x="2184" y="1964"/>
                  <a:pt x="1964" y="2184"/>
                  <a:pt x="1964" y="2455"/>
                </a:cubicBezTo>
                <a:cubicBezTo>
                  <a:pt x="1964" y="2726"/>
                  <a:pt x="2184" y="2945"/>
                  <a:pt x="2455" y="2945"/>
                </a:cubicBezTo>
                <a:cubicBezTo>
                  <a:pt x="2725" y="2945"/>
                  <a:pt x="2945" y="2726"/>
                  <a:pt x="2945" y="2455"/>
                </a:cubicBezTo>
                <a:cubicBezTo>
                  <a:pt x="2945" y="2184"/>
                  <a:pt x="2725" y="1964"/>
                  <a:pt x="2455" y="1964"/>
                </a:cubicBezTo>
                <a:moveTo>
                  <a:pt x="7140" y="14181"/>
                </a:moveTo>
                <a:cubicBezTo>
                  <a:pt x="6970" y="13741"/>
                  <a:pt x="6873" y="13264"/>
                  <a:pt x="6873" y="12764"/>
                </a:cubicBezTo>
                <a:cubicBezTo>
                  <a:pt x="6873" y="10595"/>
                  <a:pt x="8631" y="8836"/>
                  <a:pt x="10800" y="8836"/>
                </a:cubicBezTo>
                <a:cubicBezTo>
                  <a:pt x="11300" y="8836"/>
                  <a:pt x="11777" y="8934"/>
                  <a:pt x="12217" y="9104"/>
                </a:cubicBezTo>
                <a:lnTo>
                  <a:pt x="13217" y="8494"/>
                </a:lnTo>
                <a:cubicBezTo>
                  <a:pt x="12503" y="8089"/>
                  <a:pt x="11680" y="7855"/>
                  <a:pt x="10800" y="7855"/>
                </a:cubicBezTo>
                <a:cubicBezTo>
                  <a:pt x="8089" y="7855"/>
                  <a:pt x="5891" y="10053"/>
                  <a:pt x="5891" y="12764"/>
                </a:cubicBezTo>
                <a:cubicBezTo>
                  <a:pt x="5891" y="13643"/>
                  <a:pt x="6125" y="14467"/>
                  <a:pt x="6530" y="15181"/>
                </a:cubicBezTo>
                <a:cubicBezTo>
                  <a:pt x="6530" y="15181"/>
                  <a:pt x="7140" y="14181"/>
                  <a:pt x="7140" y="14181"/>
                </a:cubicBezTo>
                <a:close/>
                <a:moveTo>
                  <a:pt x="14460" y="11347"/>
                </a:moveTo>
                <a:cubicBezTo>
                  <a:pt x="14630" y="11787"/>
                  <a:pt x="14727" y="12263"/>
                  <a:pt x="14727" y="12764"/>
                </a:cubicBezTo>
                <a:cubicBezTo>
                  <a:pt x="14727" y="14932"/>
                  <a:pt x="12969" y="16691"/>
                  <a:pt x="10800" y="16691"/>
                </a:cubicBezTo>
                <a:cubicBezTo>
                  <a:pt x="10300" y="16691"/>
                  <a:pt x="9823" y="16594"/>
                  <a:pt x="9383" y="16423"/>
                </a:cubicBezTo>
                <a:lnTo>
                  <a:pt x="8383" y="17034"/>
                </a:lnTo>
                <a:cubicBezTo>
                  <a:pt x="9097" y="17439"/>
                  <a:pt x="9920" y="17673"/>
                  <a:pt x="10800" y="17673"/>
                </a:cubicBezTo>
                <a:cubicBezTo>
                  <a:pt x="13511" y="17673"/>
                  <a:pt x="15709" y="15475"/>
                  <a:pt x="15709" y="12764"/>
                </a:cubicBezTo>
                <a:cubicBezTo>
                  <a:pt x="15709" y="11884"/>
                  <a:pt x="15475" y="11061"/>
                  <a:pt x="15070" y="10346"/>
                </a:cubicBezTo>
                <a:cubicBezTo>
                  <a:pt x="15070" y="10346"/>
                  <a:pt x="14460" y="11347"/>
                  <a:pt x="14460" y="11347"/>
                </a:cubicBezTo>
                <a:close/>
                <a:moveTo>
                  <a:pt x="10453" y="12417"/>
                </a:moveTo>
                <a:cubicBezTo>
                  <a:pt x="10645" y="12225"/>
                  <a:pt x="10955" y="12225"/>
                  <a:pt x="11147" y="12417"/>
                </a:cubicBezTo>
                <a:cubicBezTo>
                  <a:pt x="11339" y="12609"/>
                  <a:pt x="11339" y="12919"/>
                  <a:pt x="11147" y="13111"/>
                </a:cubicBezTo>
                <a:cubicBezTo>
                  <a:pt x="10955" y="13303"/>
                  <a:pt x="10645" y="13303"/>
                  <a:pt x="10453" y="13111"/>
                </a:cubicBezTo>
                <a:cubicBezTo>
                  <a:pt x="10261" y="12919"/>
                  <a:pt x="10261" y="12609"/>
                  <a:pt x="10453" y="12417"/>
                </a:cubicBezTo>
                <a:moveTo>
                  <a:pt x="6144" y="17420"/>
                </a:moveTo>
                <a:lnTo>
                  <a:pt x="11842" y="13805"/>
                </a:lnTo>
                <a:lnTo>
                  <a:pt x="15456" y="8107"/>
                </a:lnTo>
                <a:lnTo>
                  <a:pt x="9759" y="11722"/>
                </a:lnTo>
                <a:cubicBezTo>
                  <a:pt x="9759" y="11722"/>
                  <a:pt x="6144" y="17420"/>
                  <a:pt x="6144" y="1742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6" name="Shape 2834">
            <a:extLst>
              <a:ext uri="{FF2B5EF4-FFF2-40B4-BE49-F238E27FC236}">
                <a16:creationId xmlns:a16="http://schemas.microsoft.com/office/drawing/2014/main" id="{30771F97-881B-1037-5DD8-AF521DA43281}"/>
              </a:ext>
            </a:extLst>
          </p:cNvPr>
          <p:cNvSpPr/>
          <p:nvPr/>
        </p:nvSpPr>
        <p:spPr>
          <a:xfrm>
            <a:off x="2471094" y="26785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9145" y="1964"/>
                </a:moveTo>
                <a:lnTo>
                  <a:pt x="8345" y="1964"/>
                </a:lnTo>
                <a:cubicBezTo>
                  <a:pt x="8075" y="1964"/>
                  <a:pt x="7855" y="2184"/>
                  <a:pt x="7855" y="2455"/>
                </a:cubicBezTo>
                <a:cubicBezTo>
                  <a:pt x="7855" y="2726"/>
                  <a:pt x="8075" y="2945"/>
                  <a:pt x="8345" y="2945"/>
                </a:cubicBezTo>
                <a:lnTo>
                  <a:pt x="19145" y="2945"/>
                </a:lnTo>
                <a:cubicBezTo>
                  <a:pt x="19416" y="2945"/>
                  <a:pt x="19636" y="2726"/>
                  <a:pt x="19636" y="2455"/>
                </a:cubicBezTo>
                <a:cubicBezTo>
                  <a:pt x="19636" y="2184"/>
                  <a:pt x="19416" y="1964"/>
                  <a:pt x="19145" y="1964"/>
                </a:cubicBezTo>
                <a:moveTo>
                  <a:pt x="20618" y="3927"/>
                </a:moveTo>
                <a:lnTo>
                  <a:pt x="982" y="3927"/>
                </a:lnTo>
                <a:lnTo>
                  <a:pt x="982" y="1964"/>
                </a:lnTo>
                <a:cubicBezTo>
                  <a:pt x="982" y="1422"/>
                  <a:pt x="1422" y="982"/>
                  <a:pt x="1964" y="982"/>
                </a:cubicBezTo>
                <a:lnTo>
                  <a:pt x="19636" y="982"/>
                </a:lnTo>
                <a:cubicBezTo>
                  <a:pt x="20178" y="982"/>
                  <a:pt x="20618" y="1422"/>
                  <a:pt x="20618" y="1964"/>
                </a:cubicBezTo>
                <a:cubicBezTo>
                  <a:pt x="20618" y="1964"/>
                  <a:pt x="20618" y="3927"/>
                  <a:pt x="20618" y="3927"/>
                </a:cubicBezTo>
                <a:close/>
                <a:moveTo>
                  <a:pt x="20618" y="19636"/>
                </a:moveTo>
                <a:cubicBezTo>
                  <a:pt x="20618" y="20178"/>
                  <a:pt x="20178" y="20618"/>
                  <a:pt x="19636" y="20618"/>
                </a:cubicBezTo>
                <a:lnTo>
                  <a:pt x="1964" y="20618"/>
                </a:lnTo>
                <a:cubicBezTo>
                  <a:pt x="1422" y="20618"/>
                  <a:pt x="982" y="20178"/>
                  <a:pt x="982" y="19636"/>
                </a:cubicBezTo>
                <a:lnTo>
                  <a:pt x="982" y="4909"/>
                </a:lnTo>
                <a:lnTo>
                  <a:pt x="20618" y="4909"/>
                </a:lnTo>
                <a:cubicBezTo>
                  <a:pt x="20618" y="4909"/>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6382" y="1964"/>
                </a:moveTo>
                <a:cubicBezTo>
                  <a:pt x="6111" y="1964"/>
                  <a:pt x="5891" y="2184"/>
                  <a:pt x="5891" y="2455"/>
                </a:cubicBezTo>
                <a:cubicBezTo>
                  <a:pt x="5891" y="2726"/>
                  <a:pt x="6111" y="2945"/>
                  <a:pt x="6382" y="2945"/>
                </a:cubicBezTo>
                <a:cubicBezTo>
                  <a:pt x="6653" y="2945"/>
                  <a:pt x="6873" y="2726"/>
                  <a:pt x="6873" y="2455"/>
                </a:cubicBezTo>
                <a:cubicBezTo>
                  <a:pt x="6873" y="2184"/>
                  <a:pt x="6653" y="1964"/>
                  <a:pt x="6382" y="1964"/>
                </a:cubicBezTo>
                <a:moveTo>
                  <a:pt x="4418" y="1964"/>
                </a:moveTo>
                <a:cubicBezTo>
                  <a:pt x="4147" y="1964"/>
                  <a:pt x="3927" y="2184"/>
                  <a:pt x="3927" y="2455"/>
                </a:cubicBezTo>
                <a:cubicBezTo>
                  <a:pt x="3927" y="2726"/>
                  <a:pt x="4147" y="2945"/>
                  <a:pt x="4418" y="2945"/>
                </a:cubicBezTo>
                <a:cubicBezTo>
                  <a:pt x="4689" y="2945"/>
                  <a:pt x="4909" y="2726"/>
                  <a:pt x="4909" y="2455"/>
                </a:cubicBezTo>
                <a:cubicBezTo>
                  <a:pt x="4909" y="2184"/>
                  <a:pt x="4689" y="1964"/>
                  <a:pt x="4418" y="1964"/>
                </a:cubicBezTo>
                <a:moveTo>
                  <a:pt x="2455" y="1964"/>
                </a:moveTo>
                <a:cubicBezTo>
                  <a:pt x="2184" y="1964"/>
                  <a:pt x="1964" y="2184"/>
                  <a:pt x="1964" y="2455"/>
                </a:cubicBezTo>
                <a:cubicBezTo>
                  <a:pt x="1964" y="2726"/>
                  <a:pt x="2184" y="2945"/>
                  <a:pt x="2455" y="2945"/>
                </a:cubicBezTo>
                <a:cubicBezTo>
                  <a:pt x="2725" y="2945"/>
                  <a:pt x="2945" y="2726"/>
                  <a:pt x="2945" y="2455"/>
                </a:cubicBezTo>
                <a:cubicBezTo>
                  <a:pt x="2945" y="2184"/>
                  <a:pt x="2725" y="1964"/>
                  <a:pt x="2455" y="1964"/>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7" name="Shape 2835">
            <a:extLst>
              <a:ext uri="{FF2B5EF4-FFF2-40B4-BE49-F238E27FC236}">
                <a16:creationId xmlns:a16="http://schemas.microsoft.com/office/drawing/2014/main" id="{0CCF3EC6-F925-4B75-C4B6-80396E1F429E}"/>
              </a:ext>
            </a:extLst>
          </p:cNvPr>
          <p:cNvSpPr/>
          <p:nvPr/>
        </p:nvSpPr>
        <p:spPr>
          <a:xfrm>
            <a:off x="3004355" y="26785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218" y="5891"/>
                </a:moveTo>
                <a:lnTo>
                  <a:pt x="8345" y="5891"/>
                </a:lnTo>
                <a:cubicBezTo>
                  <a:pt x="8075" y="5891"/>
                  <a:pt x="7855" y="6111"/>
                  <a:pt x="7855" y="6382"/>
                </a:cubicBezTo>
                <a:cubicBezTo>
                  <a:pt x="7855" y="6653"/>
                  <a:pt x="8075" y="6873"/>
                  <a:pt x="8345" y="6873"/>
                </a:cubicBezTo>
                <a:lnTo>
                  <a:pt x="15218" y="6873"/>
                </a:lnTo>
                <a:cubicBezTo>
                  <a:pt x="15489" y="6873"/>
                  <a:pt x="15709" y="6653"/>
                  <a:pt x="15709" y="6382"/>
                </a:cubicBezTo>
                <a:cubicBezTo>
                  <a:pt x="15709" y="6111"/>
                  <a:pt x="15489" y="5891"/>
                  <a:pt x="15218" y="5891"/>
                </a:cubicBezTo>
                <a:moveTo>
                  <a:pt x="6382" y="5891"/>
                </a:moveTo>
                <a:cubicBezTo>
                  <a:pt x="6111" y="5891"/>
                  <a:pt x="5891" y="6111"/>
                  <a:pt x="5891" y="6382"/>
                </a:cubicBezTo>
                <a:cubicBezTo>
                  <a:pt x="5891" y="6653"/>
                  <a:pt x="6111" y="6873"/>
                  <a:pt x="6382" y="6873"/>
                </a:cubicBezTo>
                <a:cubicBezTo>
                  <a:pt x="6653" y="6873"/>
                  <a:pt x="6873" y="6653"/>
                  <a:pt x="6873" y="6382"/>
                </a:cubicBezTo>
                <a:cubicBezTo>
                  <a:pt x="6873" y="6111"/>
                  <a:pt x="6653" y="5891"/>
                  <a:pt x="6382" y="5891"/>
                </a:cubicBezTo>
                <a:moveTo>
                  <a:pt x="19636" y="0"/>
                </a:moveTo>
                <a:lnTo>
                  <a:pt x="5891" y="0"/>
                </a:lnTo>
                <a:cubicBezTo>
                  <a:pt x="4806" y="0"/>
                  <a:pt x="3927" y="879"/>
                  <a:pt x="3927" y="1964"/>
                </a:cubicBezTo>
                <a:lnTo>
                  <a:pt x="3927" y="2455"/>
                </a:lnTo>
                <a:cubicBezTo>
                  <a:pt x="3927" y="2726"/>
                  <a:pt x="4147" y="2945"/>
                  <a:pt x="4418" y="2945"/>
                </a:cubicBezTo>
                <a:cubicBezTo>
                  <a:pt x="4689"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2"/>
                  <a:pt x="20178" y="16691"/>
                  <a:pt x="19636" y="16691"/>
                </a:cubicBezTo>
                <a:lnTo>
                  <a:pt x="19145" y="16691"/>
                </a:lnTo>
                <a:cubicBezTo>
                  <a:pt x="18875" y="16691"/>
                  <a:pt x="18655" y="16910"/>
                  <a:pt x="18655" y="17182"/>
                </a:cubicBezTo>
                <a:cubicBezTo>
                  <a:pt x="18655" y="17453"/>
                  <a:pt x="18875" y="17673"/>
                  <a:pt x="19145" y="17673"/>
                </a:cubicBezTo>
                <a:lnTo>
                  <a:pt x="19636" y="17673"/>
                </a:lnTo>
                <a:cubicBezTo>
                  <a:pt x="20721" y="17673"/>
                  <a:pt x="21600" y="16794"/>
                  <a:pt x="21600" y="15709"/>
                </a:cubicBezTo>
                <a:lnTo>
                  <a:pt x="21600" y="1964"/>
                </a:lnTo>
                <a:cubicBezTo>
                  <a:pt x="21600" y="879"/>
                  <a:pt x="20721" y="0"/>
                  <a:pt x="19636" y="0"/>
                </a:cubicBezTo>
                <a:moveTo>
                  <a:pt x="2455" y="5891"/>
                </a:moveTo>
                <a:cubicBezTo>
                  <a:pt x="2184" y="5891"/>
                  <a:pt x="1964" y="6111"/>
                  <a:pt x="1964" y="6382"/>
                </a:cubicBezTo>
                <a:cubicBezTo>
                  <a:pt x="1964" y="6653"/>
                  <a:pt x="2184" y="6873"/>
                  <a:pt x="2455" y="6873"/>
                </a:cubicBezTo>
                <a:cubicBezTo>
                  <a:pt x="2725" y="6873"/>
                  <a:pt x="2945" y="6653"/>
                  <a:pt x="2945" y="6382"/>
                </a:cubicBezTo>
                <a:cubicBezTo>
                  <a:pt x="2945" y="6111"/>
                  <a:pt x="2725" y="5891"/>
                  <a:pt x="2455" y="5891"/>
                </a:cubicBezTo>
                <a:moveTo>
                  <a:pt x="4418" y="5891"/>
                </a:moveTo>
                <a:cubicBezTo>
                  <a:pt x="4147" y="5891"/>
                  <a:pt x="3927" y="6111"/>
                  <a:pt x="3927" y="6382"/>
                </a:cubicBezTo>
                <a:cubicBezTo>
                  <a:pt x="3927" y="6653"/>
                  <a:pt x="4147" y="6873"/>
                  <a:pt x="4418" y="6873"/>
                </a:cubicBezTo>
                <a:cubicBezTo>
                  <a:pt x="4689" y="6873"/>
                  <a:pt x="4909" y="6653"/>
                  <a:pt x="4909" y="6382"/>
                </a:cubicBezTo>
                <a:cubicBezTo>
                  <a:pt x="4909" y="6111"/>
                  <a:pt x="4689" y="5891"/>
                  <a:pt x="4418" y="5891"/>
                </a:cubicBezTo>
                <a:moveTo>
                  <a:pt x="16691" y="7855"/>
                </a:moveTo>
                <a:lnTo>
                  <a:pt x="982" y="7855"/>
                </a:lnTo>
                <a:lnTo>
                  <a:pt x="982" y="5891"/>
                </a:lnTo>
                <a:cubicBezTo>
                  <a:pt x="982" y="5349"/>
                  <a:pt x="1422" y="4909"/>
                  <a:pt x="1964" y="4909"/>
                </a:cubicBezTo>
                <a:lnTo>
                  <a:pt x="15709" y="4909"/>
                </a:lnTo>
                <a:cubicBezTo>
                  <a:pt x="16251" y="4909"/>
                  <a:pt x="16691" y="5349"/>
                  <a:pt x="16691" y="5891"/>
                </a:cubicBezTo>
                <a:cubicBezTo>
                  <a:pt x="16691" y="5891"/>
                  <a:pt x="16691" y="7855"/>
                  <a:pt x="16691" y="7855"/>
                </a:cubicBezTo>
                <a:close/>
                <a:moveTo>
                  <a:pt x="16691" y="19636"/>
                </a:moveTo>
                <a:cubicBezTo>
                  <a:pt x="16691" y="20178"/>
                  <a:pt x="16251" y="20618"/>
                  <a:pt x="15709" y="20618"/>
                </a:cubicBezTo>
                <a:lnTo>
                  <a:pt x="1964" y="20618"/>
                </a:lnTo>
                <a:cubicBezTo>
                  <a:pt x="1422" y="20618"/>
                  <a:pt x="982" y="20178"/>
                  <a:pt x="982" y="19636"/>
                </a:cubicBezTo>
                <a:lnTo>
                  <a:pt x="982" y="8836"/>
                </a:lnTo>
                <a:lnTo>
                  <a:pt x="16691" y="8836"/>
                </a:lnTo>
                <a:cubicBezTo>
                  <a:pt x="16691" y="8836"/>
                  <a:pt x="16691" y="19636"/>
                  <a:pt x="16691" y="19636"/>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8" name="Shape 2836">
            <a:extLst>
              <a:ext uri="{FF2B5EF4-FFF2-40B4-BE49-F238E27FC236}">
                <a16:creationId xmlns:a16="http://schemas.microsoft.com/office/drawing/2014/main" id="{5DF344E3-E633-22C3-FCE3-AEF34D17189E}"/>
              </a:ext>
            </a:extLst>
          </p:cNvPr>
          <p:cNvSpPr/>
          <p:nvPr/>
        </p:nvSpPr>
        <p:spPr>
          <a:xfrm>
            <a:off x="3537616" y="2716674"/>
            <a:ext cx="279328" cy="203148"/>
          </a:xfrm>
          <a:custGeom>
            <a:avLst/>
            <a:gdLst/>
            <a:ahLst/>
            <a:cxnLst>
              <a:cxn ang="0">
                <a:pos x="wd2" y="hd2"/>
              </a:cxn>
              <a:cxn ang="5400000">
                <a:pos x="wd2" y="hd2"/>
              </a:cxn>
              <a:cxn ang="10800000">
                <a:pos x="wd2" y="hd2"/>
              </a:cxn>
              <a:cxn ang="16200000">
                <a:pos x="wd2" y="hd2"/>
              </a:cxn>
            </a:cxnLst>
            <a:rect l="0" t="0" r="r" b="b"/>
            <a:pathLst>
              <a:path w="21600" h="21600" extrusionOk="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49" name="Shape 2837">
            <a:extLst>
              <a:ext uri="{FF2B5EF4-FFF2-40B4-BE49-F238E27FC236}">
                <a16:creationId xmlns:a16="http://schemas.microsoft.com/office/drawing/2014/main" id="{643D8B64-ADCE-ED9A-DC49-15562FC1F002}"/>
              </a:ext>
            </a:extLst>
          </p:cNvPr>
          <p:cNvSpPr/>
          <p:nvPr/>
        </p:nvSpPr>
        <p:spPr>
          <a:xfrm>
            <a:off x="4070877" y="2710326"/>
            <a:ext cx="279328" cy="215845"/>
          </a:xfrm>
          <a:custGeom>
            <a:avLst/>
            <a:gdLst/>
            <a:ahLst/>
            <a:cxnLst>
              <a:cxn ang="0">
                <a:pos x="wd2" y="hd2"/>
              </a:cxn>
              <a:cxn ang="5400000">
                <a:pos x="wd2" y="hd2"/>
              </a:cxn>
              <a:cxn ang="10800000">
                <a:pos x="wd2" y="hd2"/>
              </a:cxn>
              <a:cxn ang="16200000">
                <a:pos x="wd2" y="hd2"/>
              </a:cxn>
            </a:cxnLst>
            <a:rect l="0" t="0" r="r" b="b"/>
            <a:pathLst>
              <a:path w="21600" h="21600" extrusionOk="0">
                <a:moveTo>
                  <a:pt x="16691" y="18667"/>
                </a:moveTo>
                <a:lnTo>
                  <a:pt x="12576" y="13341"/>
                </a:lnTo>
                <a:lnTo>
                  <a:pt x="16691" y="8016"/>
                </a:lnTo>
                <a:cubicBezTo>
                  <a:pt x="16691" y="8016"/>
                  <a:pt x="16691" y="18667"/>
                  <a:pt x="16691" y="18667"/>
                </a:cubicBezTo>
                <a:close/>
                <a:moveTo>
                  <a:pt x="15709" y="20329"/>
                </a:moveTo>
                <a:lnTo>
                  <a:pt x="1964" y="20329"/>
                </a:lnTo>
                <a:cubicBezTo>
                  <a:pt x="1719" y="20329"/>
                  <a:pt x="1498" y="20210"/>
                  <a:pt x="1326" y="20018"/>
                </a:cubicBezTo>
                <a:lnTo>
                  <a:pt x="5791" y="14240"/>
                </a:lnTo>
                <a:lnTo>
                  <a:pt x="7477" y="16421"/>
                </a:lnTo>
                <a:cubicBezTo>
                  <a:pt x="7853" y="16907"/>
                  <a:pt x="8344" y="17150"/>
                  <a:pt x="8836" y="17150"/>
                </a:cubicBezTo>
                <a:cubicBezTo>
                  <a:pt x="9329" y="17150"/>
                  <a:pt x="9821" y="16907"/>
                  <a:pt x="10195" y="16421"/>
                </a:cubicBezTo>
                <a:lnTo>
                  <a:pt x="11882" y="14240"/>
                </a:lnTo>
                <a:lnTo>
                  <a:pt x="16347" y="20018"/>
                </a:lnTo>
                <a:cubicBezTo>
                  <a:pt x="16175" y="20210"/>
                  <a:pt x="15954" y="20329"/>
                  <a:pt x="15709" y="20329"/>
                </a:cubicBezTo>
                <a:moveTo>
                  <a:pt x="982" y="8016"/>
                </a:moveTo>
                <a:lnTo>
                  <a:pt x="5097" y="13341"/>
                </a:lnTo>
                <a:lnTo>
                  <a:pt x="982" y="18667"/>
                </a:lnTo>
                <a:cubicBezTo>
                  <a:pt x="982" y="18667"/>
                  <a:pt x="982" y="8016"/>
                  <a:pt x="982" y="8016"/>
                </a:cubicBezTo>
                <a:close/>
                <a:moveTo>
                  <a:pt x="1964" y="6353"/>
                </a:moveTo>
                <a:lnTo>
                  <a:pt x="15709" y="6353"/>
                </a:lnTo>
                <a:cubicBezTo>
                  <a:pt x="15954" y="6353"/>
                  <a:pt x="16175" y="6474"/>
                  <a:pt x="16347" y="6665"/>
                </a:cubicBezTo>
                <a:lnTo>
                  <a:pt x="9502" y="15523"/>
                </a:lnTo>
                <a:cubicBezTo>
                  <a:pt x="9324" y="15752"/>
                  <a:pt x="9088" y="15880"/>
                  <a:pt x="8836" y="15880"/>
                </a:cubicBezTo>
                <a:cubicBezTo>
                  <a:pt x="8585" y="15880"/>
                  <a:pt x="8349" y="15752"/>
                  <a:pt x="8170" y="15523"/>
                </a:cubicBezTo>
                <a:lnTo>
                  <a:pt x="1326" y="6664"/>
                </a:lnTo>
                <a:cubicBezTo>
                  <a:pt x="1498" y="6474"/>
                  <a:pt x="1719" y="6353"/>
                  <a:pt x="1964" y="6353"/>
                </a:cubicBezTo>
                <a:moveTo>
                  <a:pt x="15709" y="5082"/>
                </a:moveTo>
                <a:lnTo>
                  <a:pt x="1964" y="5082"/>
                </a:lnTo>
                <a:cubicBezTo>
                  <a:pt x="879" y="5082"/>
                  <a:pt x="0" y="6220"/>
                  <a:pt x="0" y="7624"/>
                </a:cubicBezTo>
                <a:lnTo>
                  <a:pt x="0" y="19059"/>
                </a:lnTo>
                <a:cubicBezTo>
                  <a:pt x="0" y="20462"/>
                  <a:pt x="879" y="21600"/>
                  <a:pt x="1964" y="21600"/>
                </a:cubicBezTo>
                <a:lnTo>
                  <a:pt x="15709" y="21600"/>
                </a:lnTo>
                <a:cubicBezTo>
                  <a:pt x="16794" y="21600"/>
                  <a:pt x="17673" y="20462"/>
                  <a:pt x="17673" y="19059"/>
                </a:cubicBezTo>
                <a:lnTo>
                  <a:pt x="17673" y="7624"/>
                </a:lnTo>
                <a:cubicBezTo>
                  <a:pt x="17673" y="6220"/>
                  <a:pt x="16794" y="5082"/>
                  <a:pt x="15709" y="5082"/>
                </a:cubicBezTo>
                <a:moveTo>
                  <a:pt x="19636" y="0"/>
                </a:moveTo>
                <a:lnTo>
                  <a:pt x="5891" y="0"/>
                </a:lnTo>
                <a:cubicBezTo>
                  <a:pt x="4806" y="0"/>
                  <a:pt x="3927" y="1138"/>
                  <a:pt x="3927" y="2541"/>
                </a:cubicBezTo>
                <a:lnTo>
                  <a:pt x="3927" y="3176"/>
                </a:lnTo>
                <a:cubicBezTo>
                  <a:pt x="3927" y="3528"/>
                  <a:pt x="4147" y="3812"/>
                  <a:pt x="4418" y="3812"/>
                </a:cubicBezTo>
                <a:cubicBezTo>
                  <a:pt x="4690" y="3812"/>
                  <a:pt x="4909" y="3528"/>
                  <a:pt x="4909" y="3176"/>
                </a:cubicBezTo>
                <a:lnTo>
                  <a:pt x="4909" y="2541"/>
                </a:lnTo>
                <a:cubicBezTo>
                  <a:pt x="4909" y="1840"/>
                  <a:pt x="5348" y="1271"/>
                  <a:pt x="5891" y="1271"/>
                </a:cubicBezTo>
                <a:lnTo>
                  <a:pt x="19636" y="1271"/>
                </a:lnTo>
                <a:cubicBezTo>
                  <a:pt x="20178" y="1271"/>
                  <a:pt x="20618" y="1840"/>
                  <a:pt x="20618" y="2541"/>
                </a:cubicBezTo>
                <a:lnTo>
                  <a:pt x="20618" y="13976"/>
                </a:lnTo>
                <a:cubicBezTo>
                  <a:pt x="20618" y="14678"/>
                  <a:pt x="20178" y="15247"/>
                  <a:pt x="19636" y="15247"/>
                </a:cubicBezTo>
                <a:lnTo>
                  <a:pt x="19145" y="15247"/>
                </a:lnTo>
                <a:cubicBezTo>
                  <a:pt x="18874" y="15247"/>
                  <a:pt x="18655" y="15532"/>
                  <a:pt x="18655" y="15882"/>
                </a:cubicBezTo>
                <a:cubicBezTo>
                  <a:pt x="18655" y="16234"/>
                  <a:pt x="18874" y="16518"/>
                  <a:pt x="19145" y="16518"/>
                </a:cubicBezTo>
                <a:lnTo>
                  <a:pt x="19636" y="16518"/>
                </a:lnTo>
                <a:cubicBezTo>
                  <a:pt x="20721" y="16518"/>
                  <a:pt x="21600" y="15380"/>
                  <a:pt x="21600" y="13976"/>
                </a:cubicBezTo>
                <a:lnTo>
                  <a:pt x="21600" y="2541"/>
                </a:lnTo>
                <a:cubicBezTo>
                  <a:pt x="21600" y="1138"/>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0" name="Shape 2838">
            <a:extLst>
              <a:ext uri="{FF2B5EF4-FFF2-40B4-BE49-F238E27FC236}">
                <a16:creationId xmlns:a16="http://schemas.microsoft.com/office/drawing/2014/main" id="{7E1E7186-9E67-F6C2-4B9F-F1D0929B0EAD}"/>
              </a:ext>
            </a:extLst>
          </p:cNvPr>
          <p:cNvSpPr/>
          <p:nvPr/>
        </p:nvSpPr>
        <p:spPr>
          <a:xfrm>
            <a:off x="4604138" y="2703977"/>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982" y="20400"/>
                </a:lnTo>
                <a:lnTo>
                  <a:pt x="982" y="13200"/>
                </a:lnTo>
                <a:lnTo>
                  <a:pt x="6907" y="13200"/>
                </a:lnTo>
                <a:cubicBezTo>
                  <a:pt x="7149" y="15567"/>
                  <a:pt x="8798" y="17400"/>
                  <a:pt x="10800" y="17400"/>
                </a:cubicBezTo>
                <a:cubicBezTo>
                  <a:pt x="12802" y="17400"/>
                  <a:pt x="14451" y="15567"/>
                  <a:pt x="14694" y="13200"/>
                </a:cubicBezTo>
                <a:lnTo>
                  <a:pt x="20618" y="13200"/>
                </a:lnTo>
                <a:cubicBezTo>
                  <a:pt x="20618" y="13200"/>
                  <a:pt x="20618" y="20400"/>
                  <a:pt x="20618" y="20400"/>
                </a:cubicBezTo>
                <a:close/>
                <a:moveTo>
                  <a:pt x="5703" y="1200"/>
                </a:moveTo>
                <a:lnTo>
                  <a:pt x="15897" y="1200"/>
                </a:lnTo>
                <a:lnTo>
                  <a:pt x="20315" y="12000"/>
                </a:lnTo>
                <a:lnTo>
                  <a:pt x="14236" y="12000"/>
                </a:lnTo>
                <a:cubicBezTo>
                  <a:pt x="13965" y="12000"/>
                  <a:pt x="13745" y="12269"/>
                  <a:pt x="13745" y="12600"/>
                </a:cubicBezTo>
                <a:cubicBezTo>
                  <a:pt x="13745" y="14589"/>
                  <a:pt x="12426" y="16200"/>
                  <a:pt x="10800" y="16200"/>
                </a:cubicBezTo>
                <a:cubicBezTo>
                  <a:pt x="9173" y="16200"/>
                  <a:pt x="7855" y="14589"/>
                  <a:pt x="7855" y="12600"/>
                </a:cubicBezTo>
                <a:cubicBezTo>
                  <a:pt x="7855" y="12269"/>
                  <a:pt x="7635" y="12000"/>
                  <a:pt x="7364" y="12000"/>
                </a:cubicBezTo>
                <a:lnTo>
                  <a:pt x="1285" y="12000"/>
                </a:lnTo>
                <a:cubicBezTo>
                  <a:pt x="1285" y="12000"/>
                  <a:pt x="5703" y="1200"/>
                  <a:pt x="5703" y="1200"/>
                </a:cubicBezTo>
                <a:close/>
                <a:moveTo>
                  <a:pt x="21543" y="12335"/>
                </a:moveTo>
                <a:lnTo>
                  <a:pt x="21548" y="12332"/>
                </a:lnTo>
                <a:lnTo>
                  <a:pt x="16639" y="332"/>
                </a:lnTo>
                <a:lnTo>
                  <a:pt x="16634" y="335"/>
                </a:lnTo>
                <a:cubicBezTo>
                  <a:pt x="16554" y="138"/>
                  <a:pt x="16392" y="0"/>
                  <a:pt x="16200" y="0"/>
                </a:cubicBezTo>
                <a:lnTo>
                  <a:pt x="5400" y="0"/>
                </a:lnTo>
                <a:cubicBezTo>
                  <a:pt x="5208" y="0"/>
                  <a:pt x="5046" y="138"/>
                  <a:pt x="4966" y="335"/>
                </a:cubicBezTo>
                <a:lnTo>
                  <a:pt x="4961" y="332"/>
                </a:lnTo>
                <a:lnTo>
                  <a:pt x="52" y="12332"/>
                </a:lnTo>
                <a:lnTo>
                  <a:pt x="57" y="12335"/>
                </a:lnTo>
                <a:cubicBezTo>
                  <a:pt x="23" y="12415"/>
                  <a:pt x="0" y="12503"/>
                  <a:pt x="0" y="12600"/>
                </a:cubicBezTo>
                <a:lnTo>
                  <a:pt x="0" y="21000"/>
                </a:lnTo>
                <a:cubicBezTo>
                  <a:pt x="0" y="21332"/>
                  <a:pt x="220" y="21600"/>
                  <a:pt x="491" y="21600"/>
                </a:cubicBezTo>
                <a:lnTo>
                  <a:pt x="21109" y="21600"/>
                </a:lnTo>
                <a:cubicBezTo>
                  <a:pt x="21380" y="21600"/>
                  <a:pt x="21600" y="21332"/>
                  <a:pt x="21600" y="21000"/>
                </a:cubicBezTo>
                <a:lnTo>
                  <a:pt x="21600" y="12600"/>
                </a:lnTo>
                <a:cubicBezTo>
                  <a:pt x="21600" y="12503"/>
                  <a:pt x="21577" y="12415"/>
                  <a:pt x="21543" y="1233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1" name="Shape 2839">
            <a:extLst>
              <a:ext uri="{FF2B5EF4-FFF2-40B4-BE49-F238E27FC236}">
                <a16:creationId xmlns:a16="http://schemas.microsoft.com/office/drawing/2014/main" id="{745C5AE5-014F-36CD-CA5B-3B490D80DCC0}"/>
              </a:ext>
            </a:extLst>
          </p:cNvPr>
          <p:cNvSpPr/>
          <p:nvPr/>
        </p:nvSpPr>
        <p:spPr>
          <a:xfrm>
            <a:off x="5137399" y="2691281"/>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20618" y="20520"/>
                </a:moveTo>
                <a:lnTo>
                  <a:pt x="982" y="20520"/>
                </a:lnTo>
                <a:lnTo>
                  <a:pt x="982" y="14040"/>
                </a:lnTo>
                <a:lnTo>
                  <a:pt x="6907" y="14040"/>
                </a:lnTo>
                <a:cubicBezTo>
                  <a:pt x="7149" y="16170"/>
                  <a:pt x="8798" y="17820"/>
                  <a:pt x="10800" y="17820"/>
                </a:cubicBezTo>
                <a:cubicBezTo>
                  <a:pt x="12802" y="17820"/>
                  <a:pt x="14451" y="16170"/>
                  <a:pt x="14694" y="14040"/>
                </a:cubicBezTo>
                <a:lnTo>
                  <a:pt x="20618" y="14040"/>
                </a:lnTo>
                <a:cubicBezTo>
                  <a:pt x="20618" y="14040"/>
                  <a:pt x="20618" y="20520"/>
                  <a:pt x="20618" y="20520"/>
                </a:cubicBezTo>
                <a:close/>
                <a:moveTo>
                  <a:pt x="21543" y="13261"/>
                </a:moveTo>
                <a:lnTo>
                  <a:pt x="21548" y="13259"/>
                </a:lnTo>
                <a:lnTo>
                  <a:pt x="16639" y="2459"/>
                </a:lnTo>
                <a:lnTo>
                  <a:pt x="16634" y="2461"/>
                </a:lnTo>
                <a:cubicBezTo>
                  <a:pt x="16554" y="2284"/>
                  <a:pt x="16392" y="2160"/>
                  <a:pt x="16200" y="2160"/>
                </a:cubicBezTo>
                <a:lnTo>
                  <a:pt x="12764" y="2160"/>
                </a:lnTo>
                <a:cubicBezTo>
                  <a:pt x="12492" y="2160"/>
                  <a:pt x="12273" y="2402"/>
                  <a:pt x="12273" y="2700"/>
                </a:cubicBezTo>
                <a:cubicBezTo>
                  <a:pt x="12273" y="2999"/>
                  <a:pt x="12492" y="3240"/>
                  <a:pt x="12764" y="3240"/>
                </a:cubicBezTo>
                <a:lnTo>
                  <a:pt x="15897" y="3240"/>
                </a:lnTo>
                <a:lnTo>
                  <a:pt x="20315" y="12960"/>
                </a:lnTo>
                <a:lnTo>
                  <a:pt x="14236" y="12960"/>
                </a:lnTo>
                <a:cubicBezTo>
                  <a:pt x="13965" y="12960"/>
                  <a:pt x="13745" y="13202"/>
                  <a:pt x="13745" y="13500"/>
                </a:cubicBezTo>
                <a:cubicBezTo>
                  <a:pt x="13745" y="15290"/>
                  <a:pt x="12426" y="16740"/>
                  <a:pt x="10800" y="16740"/>
                </a:cubicBezTo>
                <a:cubicBezTo>
                  <a:pt x="9173" y="16740"/>
                  <a:pt x="7855" y="15290"/>
                  <a:pt x="7855" y="13500"/>
                </a:cubicBezTo>
                <a:cubicBezTo>
                  <a:pt x="7855" y="13202"/>
                  <a:pt x="7635" y="12960"/>
                  <a:pt x="7364" y="12960"/>
                </a:cubicBezTo>
                <a:lnTo>
                  <a:pt x="1285" y="12960"/>
                </a:lnTo>
                <a:lnTo>
                  <a:pt x="5703" y="3240"/>
                </a:lnTo>
                <a:lnTo>
                  <a:pt x="8836" y="3240"/>
                </a:lnTo>
                <a:cubicBezTo>
                  <a:pt x="9108" y="3240"/>
                  <a:pt x="9327" y="2999"/>
                  <a:pt x="9327" y="2700"/>
                </a:cubicBezTo>
                <a:cubicBezTo>
                  <a:pt x="9327" y="2402"/>
                  <a:pt x="9108" y="2160"/>
                  <a:pt x="8836" y="2160"/>
                </a:cubicBezTo>
                <a:lnTo>
                  <a:pt x="5400" y="2160"/>
                </a:lnTo>
                <a:cubicBezTo>
                  <a:pt x="5208" y="2160"/>
                  <a:pt x="5046" y="2284"/>
                  <a:pt x="4966" y="2461"/>
                </a:cubicBezTo>
                <a:lnTo>
                  <a:pt x="4961" y="2459"/>
                </a:lnTo>
                <a:lnTo>
                  <a:pt x="52" y="13259"/>
                </a:lnTo>
                <a:lnTo>
                  <a:pt x="57" y="13261"/>
                </a:lnTo>
                <a:cubicBezTo>
                  <a:pt x="23" y="13334"/>
                  <a:pt x="0" y="13413"/>
                  <a:pt x="0" y="13500"/>
                </a:cubicBezTo>
                <a:lnTo>
                  <a:pt x="0" y="21060"/>
                </a:lnTo>
                <a:cubicBezTo>
                  <a:pt x="0" y="21359"/>
                  <a:pt x="220" y="21600"/>
                  <a:pt x="491" y="21600"/>
                </a:cubicBezTo>
                <a:lnTo>
                  <a:pt x="21109" y="21600"/>
                </a:lnTo>
                <a:cubicBezTo>
                  <a:pt x="21380" y="21600"/>
                  <a:pt x="21600" y="21359"/>
                  <a:pt x="21600" y="21060"/>
                </a:cubicBezTo>
                <a:lnTo>
                  <a:pt x="21600" y="13500"/>
                </a:lnTo>
                <a:cubicBezTo>
                  <a:pt x="21600" y="13413"/>
                  <a:pt x="21577" y="13334"/>
                  <a:pt x="21543" y="13261"/>
                </a:cubicBezTo>
                <a:moveTo>
                  <a:pt x="7855" y="8640"/>
                </a:moveTo>
                <a:cubicBezTo>
                  <a:pt x="7583" y="8640"/>
                  <a:pt x="7364" y="8882"/>
                  <a:pt x="7364" y="9180"/>
                </a:cubicBezTo>
                <a:cubicBezTo>
                  <a:pt x="7364" y="9329"/>
                  <a:pt x="7418" y="9464"/>
                  <a:pt x="7507" y="9562"/>
                </a:cubicBezTo>
                <a:lnTo>
                  <a:pt x="10453" y="12802"/>
                </a:lnTo>
                <a:cubicBezTo>
                  <a:pt x="10542" y="12900"/>
                  <a:pt x="10665" y="12960"/>
                  <a:pt x="10800" y="12960"/>
                </a:cubicBezTo>
                <a:cubicBezTo>
                  <a:pt x="10936" y="12960"/>
                  <a:pt x="11058" y="12900"/>
                  <a:pt x="11147" y="12802"/>
                </a:cubicBezTo>
                <a:lnTo>
                  <a:pt x="14093" y="9562"/>
                </a:lnTo>
                <a:cubicBezTo>
                  <a:pt x="14182" y="9464"/>
                  <a:pt x="14236" y="9329"/>
                  <a:pt x="14236" y="9180"/>
                </a:cubicBezTo>
                <a:cubicBezTo>
                  <a:pt x="14236" y="8882"/>
                  <a:pt x="14017" y="8640"/>
                  <a:pt x="13745" y="8640"/>
                </a:cubicBezTo>
                <a:cubicBezTo>
                  <a:pt x="13610" y="8640"/>
                  <a:pt x="13487" y="8701"/>
                  <a:pt x="13398" y="8798"/>
                </a:cubicBezTo>
                <a:lnTo>
                  <a:pt x="11291" y="11116"/>
                </a:lnTo>
                <a:lnTo>
                  <a:pt x="11291" y="540"/>
                </a:lnTo>
                <a:cubicBezTo>
                  <a:pt x="11291" y="242"/>
                  <a:pt x="11071" y="0"/>
                  <a:pt x="10800" y="0"/>
                </a:cubicBezTo>
                <a:cubicBezTo>
                  <a:pt x="10529" y="0"/>
                  <a:pt x="10309" y="242"/>
                  <a:pt x="10309" y="540"/>
                </a:cubicBezTo>
                <a:lnTo>
                  <a:pt x="10309" y="11116"/>
                </a:lnTo>
                <a:lnTo>
                  <a:pt x="8202" y="8798"/>
                </a:lnTo>
                <a:cubicBezTo>
                  <a:pt x="8113" y="8701"/>
                  <a:pt x="7990" y="8640"/>
                  <a:pt x="7855" y="864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2" name="Shape 2840">
            <a:extLst>
              <a:ext uri="{FF2B5EF4-FFF2-40B4-BE49-F238E27FC236}">
                <a16:creationId xmlns:a16="http://schemas.microsoft.com/office/drawing/2014/main" id="{0DC382D7-1672-6C5C-4A73-6996505815E4}"/>
              </a:ext>
            </a:extLst>
          </p:cNvPr>
          <p:cNvSpPr/>
          <p:nvPr/>
        </p:nvSpPr>
        <p:spPr>
          <a:xfrm>
            <a:off x="5670660" y="2691281"/>
            <a:ext cx="279328" cy="253935"/>
          </a:xfrm>
          <a:custGeom>
            <a:avLst/>
            <a:gdLst/>
            <a:ahLst/>
            <a:cxnLst>
              <a:cxn ang="0">
                <a:pos x="wd2" y="hd2"/>
              </a:cxn>
              <a:cxn ang="5400000">
                <a:pos x="wd2" y="hd2"/>
              </a:cxn>
              <a:cxn ang="10800000">
                <a:pos x="wd2" y="hd2"/>
              </a:cxn>
              <a:cxn ang="16200000">
                <a:pos x="wd2" y="hd2"/>
              </a:cxn>
            </a:cxnLst>
            <a:rect l="0" t="0" r="r" b="b"/>
            <a:pathLst>
              <a:path w="21600" h="21600" extrusionOk="0">
                <a:moveTo>
                  <a:pt x="20618" y="20520"/>
                </a:moveTo>
                <a:lnTo>
                  <a:pt x="982" y="20520"/>
                </a:lnTo>
                <a:lnTo>
                  <a:pt x="982" y="14040"/>
                </a:lnTo>
                <a:lnTo>
                  <a:pt x="6907" y="14040"/>
                </a:lnTo>
                <a:cubicBezTo>
                  <a:pt x="7149" y="16170"/>
                  <a:pt x="8798" y="17820"/>
                  <a:pt x="10800" y="17820"/>
                </a:cubicBezTo>
                <a:cubicBezTo>
                  <a:pt x="12802" y="17820"/>
                  <a:pt x="14451" y="16170"/>
                  <a:pt x="14693" y="14040"/>
                </a:cubicBezTo>
                <a:lnTo>
                  <a:pt x="20618" y="14040"/>
                </a:lnTo>
                <a:cubicBezTo>
                  <a:pt x="20618" y="14040"/>
                  <a:pt x="20618" y="20520"/>
                  <a:pt x="20618" y="20520"/>
                </a:cubicBezTo>
                <a:close/>
                <a:moveTo>
                  <a:pt x="21544" y="13261"/>
                </a:moveTo>
                <a:lnTo>
                  <a:pt x="21548" y="13259"/>
                </a:lnTo>
                <a:lnTo>
                  <a:pt x="16639" y="2459"/>
                </a:lnTo>
                <a:lnTo>
                  <a:pt x="16635" y="2461"/>
                </a:lnTo>
                <a:cubicBezTo>
                  <a:pt x="16554" y="2284"/>
                  <a:pt x="16392" y="2160"/>
                  <a:pt x="16200" y="2160"/>
                </a:cubicBezTo>
                <a:lnTo>
                  <a:pt x="15709" y="2160"/>
                </a:lnTo>
                <a:cubicBezTo>
                  <a:pt x="15438" y="2160"/>
                  <a:pt x="15218" y="2402"/>
                  <a:pt x="15218" y="2700"/>
                </a:cubicBezTo>
                <a:cubicBezTo>
                  <a:pt x="15218" y="2999"/>
                  <a:pt x="15438" y="3240"/>
                  <a:pt x="15709" y="3240"/>
                </a:cubicBezTo>
                <a:lnTo>
                  <a:pt x="15897" y="3240"/>
                </a:lnTo>
                <a:lnTo>
                  <a:pt x="20315" y="12960"/>
                </a:lnTo>
                <a:lnTo>
                  <a:pt x="14236" y="12960"/>
                </a:lnTo>
                <a:cubicBezTo>
                  <a:pt x="13965" y="12960"/>
                  <a:pt x="13745" y="13202"/>
                  <a:pt x="13745" y="13500"/>
                </a:cubicBezTo>
                <a:cubicBezTo>
                  <a:pt x="13745" y="15290"/>
                  <a:pt x="12426" y="16740"/>
                  <a:pt x="10800" y="16740"/>
                </a:cubicBezTo>
                <a:cubicBezTo>
                  <a:pt x="9173" y="16740"/>
                  <a:pt x="7855" y="15290"/>
                  <a:pt x="7855" y="13500"/>
                </a:cubicBezTo>
                <a:cubicBezTo>
                  <a:pt x="7855" y="13202"/>
                  <a:pt x="7635" y="12960"/>
                  <a:pt x="7364" y="12960"/>
                </a:cubicBezTo>
                <a:lnTo>
                  <a:pt x="1285" y="12960"/>
                </a:lnTo>
                <a:lnTo>
                  <a:pt x="5703" y="3240"/>
                </a:lnTo>
                <a:lnTo>
                  <a:pt x="5891" y="3240"/>
                </a:lnTo>
                <a:cubicBezTo>
                  <a:pt x="6162" y="3240"/>
                  <a:pt x="6382" y="2999"/>
                  <a:pt x="6382" y="2700"/>
                </a:cubicBezTo>
                <a:cubicBezTo>
                  <a:pt x="6382" y="2402"/>
                  <a:pt x="6162" y="2160"/>
                  <a:pt x="5891" y="2160"/>
                </a:cubicBezTo>
                <a:lnTo>
                  <a:pt x="5400" y="2160"/>
                </a:lnTo>
                <a:cubicBezTo>
                  <a:pt x="5208" y="2160"/>
                  <a:pt x="5046" y="2284"/>
                  <a:pt x="4966" y="2461"/>
                </a:cubicBezTo>
                <a:lnTo>
                  <a:pt x="4961" y="2459"/>
                </a:lnTo>
                <a:lnTo>
                  <a:pt x="52" y="13259"/>
                </a:lnTo>
                <a:lnTo>
                  <a:pt x="57" y="13261"/>
                </a:lnTo>
                <a:cubicBezTo>
                  <a:pt x="23" y="13334"/>
                  <a:pt x="0" y="13413"/>
                  <a:pt x="0" y="13500"/>
                </a:cubicBezTo>
                <a:lnTo>
                  <a:pt x="0" y="21060"/>
                </a:lnTo>
                <a:cubicBezTo>
                  <a:pt x="0" y="21359"/>
                  <a:pt x="220" y="21600"/>
                  <a:pt x="491" y="21600"/>
                </a:cubicBezTo>
                <a:lnTo>
                  <a:pt x="21109" y="21600"/>
                </a:lnTo>
                <a:cubicBezTo>
                  <a:pt x="21380" y="21600"/>
                  <a:pt x="21600" y="21359"/>
                  <a:pt x="21600" y="21060"/>
                </a:cubicBezTo>
                <a:lnTo>
                  <a:pt x="21600" y="13500"/>
                </a:lnTo>
                <a:cubicBezTo>
                  <a:pt x="21600" y="13413"/>
                  <a:pt x="21577" y="13334"/>
                  <a:pt x="21544" y="13261"/>
                </a:cubicBezTo>
                <a:moveTo>
                  <a:pt x="7855" y="4320"/>
                </a:moveTo>
                <a:cubicBezTo>
                  <a:pt x="7990" y="4320"/>
                  <a:pt x="8113" y="4260"/>
                  <a:pt x="8202" y="4162"/>
                </a:cubicBezTo>
                <a:lnTo>
                  <a:pt x="10309" y="1844"/>
                </a:lnTo>
                <a:lnTo>
                  <a:pt x="10309" y="12420"/>
                </a:lnTo>
                <a:cubicBezTo>
                  <a:pt x="10309" y="12719"/>
                  <a:pt x="10529" y="12960"/>
                  <a:pt x="10800" y="12960"/>
                </a:cubicBezTo>
                <a:cubicBezTo>
                  <a:pt x="11071" y="12960"/>
                  <a:pt x="11291" y="12719"/>
                  <a:pt x="11291" y="12420"/>
                </a:cubicBezTo>
                <a:lnTo>
                  <a:pt x="11291" y="1844"/>
                </a:lnTo>
                <a:lnTo>
                  <a:pt x="13398" y="4162"/>
                </a:lnTo>
                <a:cubicBezTo>
                  <a:pt x="13487" y="4260"/>
                  <a:pt x="13610" y="4320"/>
                  <a:pt x="13745" y="4320"/>
                </a:cubicBezTo>
                <a:cubicBezTo>
                  <a:pt x="14017" y="4320"/>
                  <a:pt x="14236" y="4079"/>
                  <a:pt x="14236" y="3780"/>
                </a:cubicBezTo>
                <a:cubicBezTo>
                  <a:pt x="14236" y="3631"/>
                  <a:pt x="14181" y="3497"/>
                  <a:pt x="14093" y="3398"/>
                </a:cubicBezTo>
                <a:lnTo>
                  <a:pt x="11147" y="158"/>
                </a:lnTo>
                <a:cubicBezTo>
                  <a:pt x="11058" y="61"/>
                  <a:pt x="10936" y="0"/>
                  <a:pt x="10800" y="0"/>
                </a:cubicBezTo>
                <a:cubicBezTo>
                  <a:pt x="10664" y="0"/>
                  <a:pt x="10542" y="61"/>
                  <a:pt x="10453" y="158"/>
                </a:cubicBezTo>
                <a:lnTo>
                  <a:pt x="7507" y="3398"/>
                </a:lnTo>
                <a:cubicBezTo>
                  <a:pt x="7419" y="3497"/>
                  <a:pt x="7364" y="3631"/>
                  <a:pt x="7364" y="3780"/>
                </a:cubicBezTo>
                <a:cubicBezTo>
                  <a:pt x="7364" y="4079"/>
                  <a:pt x="7583" y="4320"/>
                  <a:pt x="7855" y="432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3" name="Shape 2841">
            <a:extLst>
              <a:ext uri="{FF2B5EF4-FFF2-40B4-BE49-F238E27FC236}">
                <a16:creationId xmlns:a16="http://schemas.microsoft.com/office/drawing/2014/main" id="{B6FDD7AB-8C17-4B29-9A1B-B7D00B187E0B}"/>
              </a:ext>
            </a:extLst>
          </p:cNvPr>
          <p:cNvSpPr/>
          <p:nvPr/>
        </p:nvSpPr>
        <p:spPr>
          <a:xfrm>
            <a:off x="871311" y="3237238"/>
            <a:ext cx="279328" cy="228541"/>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982" y="20400"/>
                </a:lnTo>
                <a:lnTo>
                  <a:pt x="982" y="13200"/>
                </a:lnTo>
                <a:lnTo>
                  <a:pt x="6907" y="13200"/>
                </a:lnTo>
                <a:cubicBezTo>
                  <a:pt x="7149" y="15567"/>
                  <a:pt x="8798" y="17400"/>
                  <a:pt x="10800" y="17400"/>
                </a:cubicBezTo>
                <a:cubicBezTo>
                  <a:pt x="12802" y="17400"/>
                  <a:pt x="14451" y="15567"/>
                  <a:pt x="14693" y="13200"/>
                </a:cubicBezTo>
                <a:lnTo>
                  <a:pt x="20618" y="13200"/>
                </a:lnTo>
                <a:cubicBezTo>
                  <a:pt x="20618" y="13200"/>
                  <a:pt x="20618" y="20400"/>
                  <a:pt x="20618" y="20400"/>
                </a:cubicBezTo>
                <a:close/>
                <a:moveTo>
                  <a:pt x="5703" y="1200"/>
                </a:moveTo>
                <a:lnTo>
                  <a:pt x="15897" y="1200"/>
                </a:lnTo>
                <a:lnTo>
                  <a:pt x="20315" y="12000"/>
                </a:lnTo>
                <a:lnTo>
                  <a:pt x="14236" y="12000"/>
                </a:lnTo>
                <a:cubicBezTo>
                  <a:pt x="13966" y="12000"/>
                  <a:pt x="13745" y="12269"/>
                  <a:pt x="13745" y="12600"/>
                </a:cubicBezTo>
                <a:cubicBezTo>
                  <a:pt x="13745" y="14588"/>
                  <a:pt x="12427" y="16200"/>
                  <a:pt x="10800" y="16200"/>
                </a:cubicBezTo>
                <a:cubicBezTo>
                  <a:pt x="9173" y="16200"/>
                  <a:pt x="7855" y="14588"/>
                  <a:pt x="7855" y="12600"/>
                </a:cubicBezTo>
                <a:cubicBezTo>
                  <a:pt x="7855" y="12269"/>
                  <a:pt x="7634" y="12000"/>
                  <a:pt x="7364" y="12000"/>
                </a:cubicBezTo>
                <a:lnTo>
                  <a:pt x="1285" y="12000"/>
                </a:lnTo>
                <a:cubicBezTo>
                  <a:pt x="1285" y="12000"/>
                  <a:pt x="5703" y="1200"/>
                  <a:pt x="5703" y="1200"/>
                </a:cubicBezTo>
                <a:close/>
                <a:moveTo>
                  <a:pt x="21543" y="12334"/>
                </a:moveTo>
                <a:lnTo>
                  <a:pt x="21548" y="12332"/>
                </a:lnTo>
                <a:lnTo>
                  <a:pt x="16639" y="332"/>
                </a:lnTo>
                <a:lnTo>
                  <a:pt x="16634" y="335"/>
                </a:lnTo>
                <a:cubicBezTo>
                  <a:pt x="16554" y="138"/>
                  <a:pt x="16392" y="0"/>
                  <a:pt x="16200" y="0"/>
                </a:cubicBezTo>
                <a:lnTo>
                  <a:pt x="5400" y="0"/>
                </a:lnTo>
                <a:cubicBezTo>
                  <a:pt x="5208" y="0"/>
                  <a:pt x="5046" y="138"/>
                  <a:pt x="4966" y="335"/>
                </a:cubicBezTo>
                <a:lnTo>
                  <a:pt x="4961" y="332"/>
                </a:lnTo>
                <a:lnTo>
                  <a:pt x="52" y="12332"/>
                </a:lnTo>
                <a:lnTo>
                  <a:pt x="57" y="12334"/>
                </a:lnTo>
                <a:cubicBezTo>
                  <a:pt x="23" y="12416"/>
                  <a:pt x="0" y="12503"/>
                  <a:pt x="0" y="12600"/>
                </a:cubicBezTo>
                <a:lnTo>
                  <a:pt x="0" y="21000"/>
                </a:lnTo>
                <a:cubicBezTo>
                  <a:pt x="0" y="21332"/>
                  <a:pt x="220" y="21600"/>
                  <a:pt x="491" y="21600"/>
                </a:cubicBezTo>
                <a:lnTo>
                  <a:pt x="21109" y="21600"/>
                </a:lnTo>
                <a:cubicBezTo>
                  <a:pt x="21380" y="21600"/>
                  <a:pt x="21600" y="21332"/>
                  <a:pt x="21600" y="21000"/>
                </a:cubicBezTo>
                <a:lnTo>
                  <a:pt x="21600" y="12600"/>
                </a:lnTo>
                <a:cubicBezTo>
                  <a:pt x="21600" y="12503"/>
                  <a:pt x="21577" y="12416"/>
                  <a:pt x="21543" y="12334"/>
                </a:cubicBezTo>
                <a:moveTo>
                  <a:pt x="16691" y="9000"/>
                </a:moveTo>
                <a:cubicBezTo>
                  <a:pt x="16691" y="8669"/>
                  <a:pt x="16471" y="8400"/>
                  <a:pt x="16200" y="8400"/>
                </a:cubicBezTo>
                <a:lnTo>
                  <a:pt x="5400" y="8400"/>
                </a:lnTo>
                <a:cubicBezTo>
                  <a:pt x="5129" y="8400"/>
                  <a:pt x="4909" y="8669"/>
                  <a:pt x="4909" y="9000"/>
                </a:cubicBezTo>
                <a:cubicBezTo>
                  <a:pt x="4909" y="9332"/>
                  <a:pt x="5129" y="9600"/>
                  <a:pt x="5400" y="9600"/>
                </a:cubicBezTo>
                <a:lnTo>
                  <a:pt x="16200" y="9600"/>
                </a:lnTo>
                <a:cubicBezTo>
                  <a:pt x="16471" y="9600"/>
                  <a:pt x="16691" y="9332"/>
                  <a:pt x="16691" y="9000"/>
                </a:cubicBezTo>
                <a:moveTo>
                  <a:pt x="6382" y="7200"/>
                </a:moveTo>
                <a:lnTo>
                  <a:pt x="15218" y="7200"/>
                </a:lnTo>
                <a:cubicBezTo>
                  <a:pt x="15489" y="7200"/>
                  <a:pt x="15709" y="6932"/>
                  <a:pt x="15709" y="6600"/>
                </a:cubicBezTo>
                <a:cubicBezTo>
                  <a:pt x="15709" y="6269"/>
                  <a:pt x="15489" y="6000"/>
                  <a:pt x="15218" y="6000"/>
                </a:cubicBezTo>
                <a:lnTo>
                  <a:pt x="6382" y="6000"/>
                </a:lnTo>
                <a:cubicBezTo>
                  <a:pt x="6111" y="6000"/>
                  <a:pt x="5891" y="6269"/>
                  <a:pt x="5891" y="6600"/>
                </a:cubicBezTo>
                <a:cubicBezTo>
                  <a:pt x="5891" y="6932"/>
                  <a:pt x="6111" y="7200"/>
                  <a:pt x="6382" y="7200"/>
                </a:cubicBezTo>
                <a:moveTo>
                  <a:pt x="7364" y="4800"/>
                </a:moveTo>
                <a:lnTo>
                  <a:pt x="14236" y="4800"/>
                </a:lnTo>
                <a:cubicBezTo>
                  <a:pt x="14507" y="4800"/>
                  <a:pt x="14727" y="4532"/>
                  <a:pt x="14727" y="4200"/>
                </a:cubicBezTo>
                <a:cubicBezTo>
                  <a:pt x="14727" y="3869"/>
                  <a:pt x="14507" y="3600"/>
                  <a:pt x="14236" y="3600"/>
                </a:cubicBezTo>
                <a:lnTo>
                  <a:pt x="7364" y="3600"/>
                </a:lnTo>
                <a:cubicBezTo>
                  <a:pt x="7093" y="3600"/>
                  <a:pt x="6873" y="3869"/>
                  <a:pt x="6873" y="4200"/>
                </a:cubicBezTo>
                <a:cubicBezTo>
                  <a:pt x="6873" y="4532"/>
                  <a:pt x="7093" y="4800"/>
                  <a:pt x="7364" y="480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4" name="Shape 2842">
            <a:extLst>
              <a:ext uri="{FF2B5EF4-FFF2-40B4-BE49-F238E27FC236}">
                <a16:creationId xmlns:a16="http://schemas.microsoft.com/office/drawing/2014/main" id="{C1E43507-1ACE-7636-66D4-32053A940778}"/>
              </a:ext>
            </a:extLst>
          </p:cNvPr>
          <p:cNvSpPr/>
          <p:nvPr/>
        </p:nvSpPr>
        <p:spPr>
          <a:xfrm>
            <a:off x="1404572" y="32118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1782"/>
                </a:moveTo>
                <a:lnTo>
                  <a:pt x="982" y="11782"/>
                </a:lnTo>
                <a:lnTo>
                  <a:pt x="982" y="6873"/>
                </a:lnTo>
                <a:lnTo>
                  <a:pt x="6907" y="6873"/>
                </a:lnTo>
                <a:cubicBezTo>
                  <a:pt x="7149" y="8810"/>
                  <a:pt x="8798" y="10309"/>
                  <a:pt x="10800" y="10309"/>
                </a:cubicBezTo>
                <a:cubicBezTo>
                  <a:pt x="12802" y="10309"/>
                  <a:pt x="14451" y="8810"/>
                  <a:pt x="14693" y="6873"/>
                </a:cubicBezTo>
                <a:lnTo>
                  <a:pt x="20618" y="6873"/>
                </a:lnTo>
                <a:cubicBezTo>
                  <a:pt x="20618" y="6873"/>
                  <a:pt x="20618" y="11782"/>
                  <a:pt x="20618" y="11782"/>
                </a:cubicBezTo>
                <a:close/>
                <a:moveTo>
                  <a:pt x="20264" y="14727"/>
                </a:moveTo>
                <a:lnTo>
                  <a:pt x="14236" y="14727"/>
                </a:lnTo>
                <a:cubicBezTo>
                  <a:pt x="13966" y="14727"/>
                  <a:pt x="13745" y="14947"/>
                  <a:pt x="13745" y="15218"/>
                </a:cubicBezTo>
                <a:cubicBezTo>
                  <a:pt x="13745" y="16845"/>
                  <a:pt x="12427" y="18164"/>
                  <a:pt x="10800" y="18164"/>
                </a:cubicBezTo>
                <a:cubicBezTo>
                  <a:pt x="9173" y="18164"/>
                  <a:pt x="7855" y="16845"/>
                  <a:pt x="7855" y="15218"/>
                </a:cubicBezTo>
                <a:cubicBezTo>
                  <a:pt x="7855" y="14947"/>
                  <a:pt x="7634" y="14727"/>
                  <a:pt x="7364" y="14727"/>
                </a:cubicBezTo>
                <a:lnTo>
                  <a:pt x="1336" y="14727"/>
                </a:lnTo>
                <a:lnTo>
                  <a:pt x="2682" y="12764"/>
                </a:lnTo>
                <a:lnTo>
                  <a:pt x="18918" y="12764"/>
                </a:lnTo>
                <a:cubicBezTo>
                  <a:pt x="18918" y="12764"/>
                  <a:pt x="20264" y="14727"/>
                  <a:pt x="20264" y="14727"/>
                </a:cubicBezTo>
                <a:close/>
                <a:moveTo>
                  <a:pt x="20618" y="20618"/>
                </a:moveTo>
                <a:lnTo>
                  <a:pt x="982" y="20618"/>
                </a:lnTo>
                <a:lnTo>
                  <a:pt x="982" y="15709"/>
                </a:lnTo>
                <a:lnTo>
                  <a:pt x="6907" y="15709"/>
                </a:lnTo>
                <a:cubicBezTo>
                  <a:pt x="7149" y="17646"/>
                  <a:pt x="8798" y="19145"/>
                  <a:pt x="10800" y="19145"/>
                </a:cubicBezTo>
                <a:cubicBezTo>
                  <a:pt x="12802" y="19145"/>
                  <a:pt x="14451" y="17646"/>
                  <a:pt x="14693" y="15709"/>
                </a:cubicBezTo>
                <a:lnTo>
                  <a:pt x="20618" y="15709"/>
                </a:lnTo>
                <a:cubicBezTo>
                  <a:pt x="20618" y="15709"/>
                  <a:pt x="20618" y="20618"/>
                  <a:pt x="20618" y="20618"/>
                </a:cubicBezTo>
                <a:close/>
                <a:moveTo>
                  <a:pt x="4702" y="982"/>
                </a:moveTo>
                <a:lnTo>
                  <a:pt x="16898" y="982"/>
                </a:lnTo>
                <a:lnTo>
                  <a:pt x="20264" y="5891"/>
                </a:lnTo>
                <a:lnTo>
                  <a:pt x="14236" y="5891"/>
                </a:lnTo>
                <a:cubicBezTo>
                  <a:pt x="13966" y="5891"/>
                  <a:pt x="13745" y="6111"/>
                  <a:pt x="13745" y="6382"/>
                </a:cubicBezTo>
                <a:cubicBezTo>
                  <a:pt x="13745" y="8009"/>
                  <a:pt x="12427" y="9327"/>
                  <a:pt x="10800" y="9327"/>
                </a:cubicBezTo>
                <a:cubicBezTo>
                  <a:pt x="9173" y="9327"/>
                  <a:pt x="7855" y="8009"/>
                  <a:pt x="7855" y="6382"/>
                </a:cubicBezTo>
                <a:cubicBezTo>
                  <a:pt x="7855" y="6111"/>
                  <a:pt x="7634" y="5891"/>
                  <a:pt x="7364" y="5891"/>
                </a:cubicBezTo>
                <a:lnTo>
                  <a:pt x="1336" y="5891"/>
                </a:lnTo>
                <a:cubicBezTo>
                  <a:pt x="1336" y="5891"/>
                  <a:pt x="4702" y="982"/>
                  <a:pt x="4702" y="982"/>
                </a:cubicBezTo>
                <a:close/>
                <a:moveTo>
                  <a:pt x="21600" y="12273"/>
                </a:moveTo>
                <a:lnTo>
                  <a:pt x="21600" y="6382"/>
                </a:lnTo>
                <a:cubicBezTo>
                  <a:pt x="21600" y="6303"/>
                  <a:pt x="21577" y="6231"/>
                  <a:pt x="21543" y="6165"/>
                </a:cubicBezTo>
                <a:lnTo>
                  <a:pt x="21548" y="6162"/>
                </a:lnTo>
                <a:lnTo>
                  <a:pt x="17621" y="272"/>
                </a:lnTo>
                <a:lnTo>
                  <a:pt x="17616" y="274"/>
                </a:lnTo>
                <a:cubicBezTo>
                  <a:pt x="17536" y="113"/>
                  <a:pt x="17374" y="0"/>
                  <a:pt x="17182" y="0"/>
                </a:cubicBezTo>
                <a:lnTo>
                  <a:pt x="4418" y="0"/>
                </a:lnTo>
                <a:cubicBezTo>
                  <a:pt x="4226" y="0"/>
                  <a:pt x="4064" y="113"/>
                  <a:pt x="3984" y="274"/>
                </a:cubicBezTo>
                <a:lnTo>
                  <a:pt x="3979" y="272"/>
                </a:lnTo>
                <a:lnTo>
                  <a:pt x="52" y="6162"/>
                </a:lnTo>
                <a:lnTo>
                  <a:pt x="57" y="6165"/>
                </a:lnTo>
                <a:cubicBezTo>
                  <a:pt x="23" y="6231"/>
                  <a:pt x="0" y="6303"/>
                  <a:pt x="0" y="6382"/>
                </a:cubicBezTo>
                <a:lnTo>
                  <a:pt x="0" y="12273"/>
                </a:lnTo>
                <a:cubicBezTo>
                  <a:pt x="0" y="12544"/>
                  <a:pt x="220" y="12764"/>
                  <a:pt x="491" y="12764"/>
                </a:cubicBezTo>
                <a:lnTo>
                  <a:pt x="1542" y="12764"/>
                </a:lnTo>
                <a:lnTo>
                  <a:pt x="52" y="14999"/>
                </a:lnTo>
                <a:lnTo>
                  <a:pt x="57" y="15001"/>
                </a:lnTo>
                <a:cubicBezTo>
                  <a:pt x="23" y="15067"/>
                  <a:pt x="0" y="15139"/>
                  <a:pt x="0" y="15218"/>
                </a:cubicBezTo>
                <a:lnTo>
                  <a:pt x="0" y="21109"/>
                </a:lnTo>
                <a:cubicBezTo>
                  <a:pt x="0" y="21380"/>
                  <a:pt x="220" y="21600"/>
                  <a:pt x="491" y="21600"/>
                </a:cubicBezTo>
                <a:lnTo>
                  <a:pt x="21109" y="21600"/>
                </a:lnTo>
                <a:cubicBezTo>
                  <a:pt x="21380" y="21600"/>
                  <a:pt x="21600" y="21380"/>
                  <a:pt x="21600" y="21109"/>
                </a:cubicBezTo>
                <a:lnTo>
                  <a:pt x="21600" y="15218"/>
                </a:lnTo>
                <a:cubicBezTo>
                  <a:pt x="21600" y="15139"/>
                  <a:pt x="21577" y="15067"/>
                  <a:pt x="21543" y="15001"/>
                </a:cubicBezTo>
                <a:lnTo>
                  <a:pt x="21548" y="14999"/>
                </a:lnTo>
                <a:lnTo>
                  <a:pt x="20058" y="12764"/>
                </a:lnTo>
                <a:lnTo>
                  <a:pt x="21109" y="12764"/>
                </a:lnTo>
                <a:cubicBezTo>
                  <a:pt x="21380" y="12764"/>
                  <a:pt x="21600" y="12544"/>
                  <a:pt x="21600" y="122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5" name="Shape 2843">
            <a:extLst>
              <a:ext uri="{FF2B5EF4-FFF2-40B4-BE49-F238E27FC236}">
                <a16:creationId xmlns:a16="http://schemas.microsoft.com/office/drawing/2014/main" id="{579480C3-C1A7-43CA-D730-4A244CD2478D}"/>
              </a:ext>
            </a:extLst>
          </p:cNvPr>
          <p:cNvSpPr/>
          <p:nvPr/>
        </p:nvSpPr>
        <p:spPr>
          <a:xfrm>
            <a:off x="1937833" y="32118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1109" y="10309"/>
                </a:moveTo>
                <a:cubicBezTo>
                  <a:pt x="20838" y="10309"/>
                  <a:pt x="20618" y="10529"/>
                  <a:pt x="20618" y="10800"/>
                </a:cubicBezTo>
                <a:cubicBezTo>
                  <a:pt x="20618" y="16223"/>
                  <a:pt x="16223" y="20618"/>
                  <a:pt x="10800" y="20618"/>
                </a:cubicBezTo>
                <a:cubicBezTo>
                  <a:pt x="5377" y="20618"/>
                  <a:pt x="982" y="16223"/>
                  <a:pt x="982" y="10800"/>
                </a:cubicBezTo>
                <a:cubicBezTo>
                  <a:pt x="982" y="5378"/>
                  <a:pt x="5377" y="982"/>
                  <a:pt x="10800" y="982"/>
                </a:cubicBezTo>
                <a:cubicBezTo>
                  <a:pt x="14012" y="982"/>
                  <a:pt x="16860" y="2526"/>
                  <a:pt x="18652" y="4909"/>
                </a:cubicBezTo>
                <a:lnTo>
                  <a:pt x="14727" y="4909"/>
                </a:lnTo>
                <a:cubicBezTo>
                  <a:pt x="14456" y="4909"/>
                  <a:pt x="14236" y="5129"/>
                  <a:pt x="14236" y="5400"/>
                </a:cubicBezTo>
                <a:cubicBezTo>
                  <a:pt x="14236" y="5672"/>
                  <a:pt x="14456" y="5891"/>
                  <a:pt x="14727" y="5891"/>
                </a:cubicBezTo>
                <a:lnTo>
                  <a:pt x="19636" y="5891"/>
                </a:lnTo>
                <a:cubicBezTo>
                  <a:pt x="19907" y="5891"/>
                  <a:pt x="20127" y="5672"/>
                  <a:pt x="20127" y="5400"/>
                </a:cubicBezTo>
                <a:lnTo>
                  <a:pt x="20127" y="491"/>
                </a:lnTo>
                <a:cubicBezTo>
                  <a:pt x="20127" y="220"/>
                  <a:pt x="19907" y="0"/>
                  <a:pt x="19636" y="0"/>
                </a:cubicBezTo>
                <a:cubicBezTo>
                  <a:pt x="19366" y="0"/>
                  <a:pt x="19145" y="220"/>
                  <a:pt x="19145" y="491"/>
                </a:cubicBezTo>
                <a:lnTo>
                  <a:pt x="19145" y="3962"/>
                </a:lnTo>
                <a:cubicBezTo>
                  <a:pt x="17166" y="1546"/>
                  <a:pt x="14167" y="0"/>
                  <a:pt x="10800" y="0"/>
                </a:cubicBezTo>
                <a:cubicBezTo>
                  <a:pt x="4836" y="0"/>
                  <a:pt x="0" y="4836"/>
                  <a:pt x="0" y="10800"/>
                </a:cubicBezTo>
                <a:cubicBezTo>
                  <a:pt x="0" y="16765"/>
                  <a:pt x="4836" y="21600"/>
                  <a:pt x="10800" y="21600"/>
                </a:cubicBezTo>
                <a:cubicBezTo>
                  <a:pt x="16764" y="21600"/>
                  <a:pt x="21600" y="16765"/>
                  <a:pt x="21600" y="10800"/>
                </a:cubicBezTo>
                <a:cubicBezTo>
                  <a:pt x="21600" y="10529"/>
                  <a:pt x="21380" y="10309"/>
                  <a:pt x="21109" y="103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6" name="Shape 2844">
            <a:extLst>
              <a:ext uri="{FF2B5EF4-FFF2-40B4-BE49-F238E27FC236}">
                <a16:creationId xmlns:a16="http://schemas.microsoft.com/office/drawing/2014/main" id="{BA9764B9-378F-87F9-7BDD-76583954C809}"/>
              </a:ext>
            </a:extLst>
          </p:cNvPr>
          <p:cNvSpPr/>
          <p:nvPr/>
        </p:nvSpPr>
        <p:spPr>
          <a:xfrm>
            <a:off x="2471094" y="32118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982"/>
                </a:moveTo>
                <a:cubicBezTo>
                  <a:pt x="14012" y="982"/>
                  <a:pt x="16860" y="2526"/>
                  <a:pt x="18652" y="4909"/>
                </a:cubicBezTo>
                <a:lnTo>
                  <a:pt x="14727" y="4909"/>
                </a:lnTo>
                <a:cubicBezTo>
                  <a:pt x="14456" y="4909"/>
                  <a:pt x="14236" y="5129"/>
                  <a:pt x="14236" y="5400"/>
                </a:cubicBezTo>
                <a:cubicBezTo>
                  <a:pt x="14236" y="5672"/>
                  <a:pt x="14456" y="5891"/>
                  <a:pt x="14727" y="5891"/>
                </a:cubicBezTo>
                <a:lnTo>
                  <a:pt x="19636" y="5891"/>
                </a:lnTo>
                <a:cubicBezTo>
                  <a:pt x="19907" y="5891"/>
                  <a:pt x="20127" y="5672"/>
                  <a:pt x="20127" y="5400"/>
                </a:cubicBezTo>
                <a:lnTo>
                  <a:pt x="20127" y="491"/>
                </a:lnTo>
                <a:cubicBezTo>
                  <a:pt x="20127" y="220"/>
                  <a:pt x="19907" y="0"/>
                  <a:pt x="19636" y="0"/>
                </a:cubicBezTo>
                <a:cubicBezTo>
                  <a:pt x="19366" y="0"/>
                  <a:pt x="19145" y="220"/>
                  <a:pt x="19145" y="491"/>
                </a:cubicBezTo>
                <a:lnTo>
                  <a:pt x="19145" y="3962"/>
                </a:lnTo>
                <a:cubicBezTo>
                  <a:pt x="17166" y="1546"/>
                  <a:pt x="14167" y="0"/>
                  <a:pt x="10800" y="0"/>
                </a:cubicBezTo>
                <a:cubicBezTo>
                  <a:pt x="4836" y="0"/>
                  <a:pt x="0" y="4836"/>
                  <a:pt x="0" y="10800"/>
                </a:cubicBezTo>
                <a:cubicBezTo>
                  <a:pt x="0" y="11071"/>
                  <a:pt x="220" y="11291"/>
                  <a:pt x="491" y="11291"/>
                </a:cubicBezTo>
                <a:cubicBezTo>
                  <a:pt x="762" y="11291"/>
                  <a:pt x="982" y="11071"/>
                  <a:pt x="982" y="10800"/>
                </a:cubicBezTo>
                <a:cubicBezTo>
                  <a:pt x="982" y="5378"/>
                  <a:pt x="5377" y="982"/>
                  <a:pt x="10800" y="982"/>
                </a:cubicBezTo>
                <a:moveTo>
                  <a:pt x="21109" y="10309"/>
                </a:moveTo>
                <a:cubicBezTo>
                  <a:pt x="20838" y="10309"/>
                  <a:pt x="20618" y="10529"/>
                  <a:pt x="20618" y="10800"/>
                </a:cubicBezTo>
                <a:cubicBezTo>
                  <a:pt x="20618" y="16223"/>
                  <a:pt x="16223" y="20618"/>
                  <a:pt x="10800" y="20618"/>
                </a:cubicBezTo>
                <a:cubicBezTo>
                  <a:pt x="7588" y="20618"/>
                  <a:pt x="4740" y="19075"/>
                  <a:pt x="2948" y="16691"/>
                </a:cubicBezTo>
                <a:lnTo>
                  <a:pt x="6873" y="16691"/>
                </a:lnTo>
                <a:cubicBezTo>
                  <a:pt x="7144" y="16691"/>
                  <a:pt x="7364" y="16471"/>
                  <a:pt x="7364" y="16200"/>
                </a:cubicBezTo>
                <a:cubicBezTo>
                  <a:pt x="7364" y="15929"/>
                  <a:pt x="7144" y="15709"/>
                  <a:pt x="6873" y="15709"/>
                </a:cubicBezTo>
                <a:lnTo>
                  <a:pt x="1964" y="15709"/>
                </a:lnTo>
                <a:cubicBezTo>
                  <a:pt x="1693" y="15709"/>
                  <a:pt x="1473" y="15929"/>
                  <a:pt x="1473" y="16200"/>
                </a:cubicBezTo>
                <a:lnTo>
                  <a:pt x="1473" y="21109"/>
                </a:lnTo>
                <a:cubicBezTo>
                  <a:pt x="1473" y="21380"/>
                  <a:pt x="1693" y="21600"/>
                  <a:pt x="1964" y="21600"/>
                </a:cubicBezTo>
                <a:cubicBezTo>
                  <a:pt x="2234" y="21600"/>
                  <a:pt x="2455" y="21380"/>
                  <a:pt x="2455" y="21109"/>
                </a:cubicBezTo>
                <a:lnTo>
                  <a:pt x="2455" y="17639"/>
                </a:lnTo>
                <a:cubicBezTo>
                  <a:pt x="4434" y="20054"/>
                  <a:pt x="7433" y="21600"/>
                  <a:pt x="10800" y="21600"/>
                </a:cubicBezTo>
                <a:cubicBezTo>
                  <a:pt x="16764" y="21600"/>
                  <a:pt x="21600" y="16765"/>
                  <a:pt x="21600" y="10800"/>
                </a:cubicBezTo>
                <a:cubicBezTo>
                  <a:pt x="21600" y="10529"/>
                  <a:pt x="21380" y="10309"/>
                  <a:pt x="21109" y="103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7" name="Shape 2845">
            <a:extLst>
              <a:ext uri="{FF2B5EF4-FFF2-40B4-BE49-F238E27FC236}">
                <a16:creationId xmlns:a16="http://schemas.microsoft.com/office/drawing/2014/main" id="{104DAEF5-41B2-65FF-FC54-AB5DADE93D8B}"/>
              </a:ext>
            </a:extLst>
          </p:cNvPr>
          <p:cNvSpPr/>
          <p:nvPr/>
        </p:nvSpPr>
        <p:spPr>
          <a:xfrm>
            <a:off x="3029748" y="3211845"/>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2000" y="1408"/>
                </a:moveTo>
                <a:lnTo>
                  <a:pt x="17518" y="4418"/>
                </a:lnTo>
                <a:lnTo>
                  <a:pt x="12000" y="7429"/>
                </a:lnTo>
                <a:cubicBezTo>
                  <a:pt x="12000" y="7429"/>
                  <a:pt x="12000" y="1408"/>
                  <a:pt x="12000" y="1408"/>
                </a:cubicBezTo>
                <a:close/>
                <a:moveTo>
                  <a:pt x="21000" y="12273"/>
                </a:moveTo>
                <a:cubicBezTo>
                  <a:pt x="20669" y="12273"/>
                  <a:pt x="20400" y="12492"/>
                  <a:pt x="20400" y="12764"/>
                </a:cubicBezTo>
                <a:cubicBezTo>
                  <a:pt x="20400" y="17102"/>
                  <a:pt x="16102" y="20618"/>
                  <a:pt x="10800" y="20618"/>
                </a:cubicBezTo>
                <a:cubicBezTo>
                  <a:pt x="5498" y="20618"/>
                  <a:pt x="1200" y="17102"/>
                  <a:pt x="1200" y="12764"/>
                </a:cubicBezTo>
                <a:cubicBezTo>
                  <a:pt x="1200" y="8426"/>
                  <a:pt x="5498" y="4909"/>
                  <a:pt x="10800" y="4909"/>
                </a:cubicBezTo>
                <a:lnTo>
                  <a:pt x="10800" y="8345"/>
                </a:lnTo>
                <a:cubicBezTo>
                  <a:pt x="10800" y="8617"/>
                  <a:pt x="11069" y="8836"/>
                  <a:pt x="11400" y="8836"/>
                </a:cubicBezTo>
                <a:cubicBezTo>
                  <a:pt x="11524" y="8836"/>
                  <a:pt x="11631" y="8799"/>
                  <a:pt x="11726" y="8747"/>
                </a:cubicBezTo>
                <a:lnTo>
                  <a:pt x="11733" y="8754"/>
                </a:lnTo>
                <a:lnTo>
                  <a:pt x="18933" y="4827"/>
                </a:lnTo>
                <a:lnTo>
                  <a:pt x="18926" y="4819"/>
                </a:lnTo>
                <a:cubicBezTo>
                  <a:pt x="19087" y="4731"/>
                  <a:pt x="19200" y="4589"/>
                  <a:pt x="19200" y="4418"/>
                </a:cubicBezTo>
                <a:cubicBezTo>
                  <a:pt x="19200" y="4248"/>
                  <a:pt x="19087" y="4106"/>
                  <a:pt x="18926" y="4017"/>
                </a:cubicBezTo>
                <a:lnTo>
                  <a:pt x="18933" y="4010"/>
                </a:lnTo>
                <a:lnTo>
                  <a:pt x="11733" y="82"/>
                </a:lnTo>
                <a:lnTo>
                  <a:pt x="11726" y="90"/>
                </a:lnTo>
                <a:cubicBezTo>
                  <a:pt x="11631" y="38"/>
                  <a:pt x="11524" y="0"/>
                  <a:pt x="11400" y="0"/>
                </a:cubicBezTo>
                <a:cubicBezTo>
                  <a:pt x="11069" y="0"/>
                  <a:pt x="10800" y="220"/>
                  <a:pt x="10800" y="491"/>
                </a:cubicBezTo>
                <a:lnTo>
                  <a:pt x="10800" y="3927"/>
                </a:lnTo>
                <a:cubicBezTo>
                  <a:pt x="4835" y="3927"/>
                  <a:pt x="0" y="7883"/>
                  <a:pt x="0" y="12764"/>
                </a:cubicBezTo>
                <a:cubicBezTo>
                  <a:pt x="0" y="17644"/>
                  <a:pt x="4835" y="21600"/>
                  <a:pt x="10800" y="21600"/>
                </a:cubicBezTo>
                <a:cubicBezTo>
                  <a:pt x="16765" y="21600"/>
                  <a:pt x="21600" y="17644"/>
                  <a:pt x="21600" y="12764"/>
                </a:cubicBezTo>
                <a:cubicBezTo>
                  <a:pt x="21600" y="12492"/>
                  <a:pt x="21331" y="12273"/>
                  <a:pt x="21000" y="122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8" name="Shape 2846">
            <a:extLst>
              <a:ext uri="{FF2B5EF4-FFF2-40B4-BE49-F238E27FC236}">
                <a16:creationId xmlns:a16="http://schemas.microsoft.com/office/drawing/2014/main" id="{F1858EAD-69DD-42D8-F518-6C239F68FFA0}"/>
              </a:ext>
            </a:extLst>
          </p:cNvPr>
          <p:cNvSpPr/>
          <p:nvPr/>
        </p:nvSpPr>
        <p:spPr>
          <a:xfrm>
            <a:off x="3563009" y="3211845"/>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21000" y="12273"/>
                </a:moveTo>
                <a:cubicBezTo>
                  <a:pt x="20668" y="12273"/>
                  <a:pt x="20400" y="12492"/>
                  <a:pt x="20400" y="12764"/>
                </a:cubicBezTo>
                <a:cubicBezTo>
                  <a:pt x="20400" y="17102"/>
                  <a:pt x="16102" y="20618"/>
                  <a:pt x="10800" y="20618"/>
                </a:cubicBezTo>
                <a:cubicBezTo>
                  <a:pt x="5498" y="20618"/>
                  <a:pt x="1200" y="17102"/>
                  <a:pt x="1200" y="12764"/>
                </a:cubicBezTo>
                <a:cubicBezTo>
                  <a:pt x="1200" y="8426"/>
                  <a:pt x="5498" y="4909"/>
                  <a:pt x="10800" y="4909"/>
                </a:cubicBezTo>
                <a:lnTo>
                  <a:pt x="14768" y="4909"/>
                </a:lnTo>
                <a:lnTo>
                  <a:pt x="11067" y="7937"/>
                </a:lnTo>
                <a:lnTo>
                  <a:pt x="11073" y="7945"/>
                </a:lnTo>
                <a:cubicBezTo>
                  <a:pt x="10912" y="8033"/>
                  <a:pt x="10800" y="8175"/>
                  <a:pt x="10800" y="8345"/>
                </a:cubicBezTo>
                <a:cubicBezTo>
                  <a:pt x="10800" y="8617"/>
                  <a:pt x="11068" y="8836"/>
                  <a:pt x="11400" y="8836"/>
                </a:cubicBezTo>
                <a:cubicBezTo>
                  <a:pt x="11523" y="8836"/>
                  <a:pt x="11631" y="8798"/>
                  <a:pt x="11727" y="8747"/>
                </a:cubicBezTo>
                <a:lnTo>
                  <a:pt x="11733" y="8754"/>
                </a:lnTo>
                <a:lnTo>
                  <a:pt x="11774" y="8721"/>
                </a:lnTo>
                <a:cubicBezTo>
                  <a:pt x="11805" y="8700"/>
                  <a:pt x="11832" y="8677"/>
                  <a:pt x="11858" y="8651"/>
                </a:cubicBezTo>
                <a:lnTo>
                  <a:pt x="16533" y="4827"/>
                </a:lnTo>
                <a:lnTo>
                  <a:pt x="16527" y="4819"/>
                </a:lnTo>
                <a:cubicBezTo>
                  <a:pt x="16688" y="4731"/>
                  <a:pt x="16800" y="4589"/>
                  <a:pt x="16800" y="4418"/>
                </a:cubicBezTo>
                <a:cubicBezTo>
                  <a:pt x="16800" y="4248"/>
                  <a:pt x="16688" y="4106"/>
                  <a:pt x="16527" y="4018"/>
                </a:cubicBezTo>
                <a:lnTo>
                  <a:pt x="16533" y="4010"/>
                </a:lnTo>
                <a:lnTo>
                  <a:pt x="11858" y="185"/>
                </a:lnTo>
                <a:cubicBezTo>
                  <a:pt x="11832" y="159"/>
                  <a:pt x="11805" y="137"/>
                  <a:pt x="11774" y="116"/>
                </a:cubicBezTo>
                <a:lnTo>
                  <a:pt x="11733" y="82"/>
                </a:lnTo>
                <a:lnTo>
                  <a:pt x="11727" y="90"/>
                </a:lnTo>
                <a:cubicBezTo>
                  <a:pt x="11631" y="38"/>
                  <a:pt x="11523" y="0"/>
                  <a:pt x="11400" y="0"/>
                </a:cubicBezTo>
                <a:cubicBezTo>
                  <a:pt x="11068" y="0"/>
                  <a:pt x="10800" y="220"/>
                  <a:pt x="10800" y="491"/>
                </a:cubicBezTo>
                <a:cubicBezTo>
                  <a:pt x="10800" y="662"/>
                  <a:pt x="10912" y="804"/>
                  <a:pt x="11073" y="892"/>
                </a:cubicBezTo>
                <a:lnTo>
                  <a:pt x="11067" y="899"/>
                </a:lnTo>
                <a:lnTo>
                  <a:pt x="14768" y="3927"/>
                </a:lnTo>
                <a:lnTo>
                  <a:pt x="10800" y="3927"/>
                </a:lnTo>
                <a:cubicBezTo>
                  <a:pt x="4835" y="3927"/>
                  <a:pt x="0" y="7884"/>
                  <a:pt x="0" y="12764"/>
                </a:cubicBezTo>
                <a:cubicBezTo>
                  <a:pt x="0" y="17644"/>
                  <a:pt x="4835" y="21600"/>
                  <a:pt x="10800" y="21600"/>
                </a:cubicBezTo>
                <a:cubicBezTo>
                  <a:pt x="16765" y="21600"/>
                  <a:pt x="21600" y="17644"/>
                  <a:pt x="21600" y="12764"/>
                </a:cubicBezTo>
                <a:cubicBezTo>
                  <a:pt x="21600" y="12492"/>
                  <a:pt x="21332" y="12273"/>
                  <a:pt x="21000" y="122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59" name="Shape 2847">
            <a:extLst>
              <a:ext uri="{FF2B5EF4-FFF2-40B4-BE49-F238E27FC236}">
                <a16:creationId xmlns:a16="http://schemas.microsoft.com/office/drawing/2014/main" id="{FF6C8A38-8EB2-65FB-673D-2CE6115B9DD8}"/>
              </a:ext>
            </a:extLst>
          </p:cNvPr>
          <p:cNvSpPr/>
          <p:nvPr/>
        </p:nvSpPr>
        <p:spPr>
          <a:xfrm>
            <a:off x="4070877" y="3211845"/>
            <a:ext cx="279328" cy="279325"/>
          </a:xfrm>
          <a:custGeom>
            <a:avLst/>
            <a:gdLst/>
            <a:ahLst/>
            <a:cxnLst>
              <a:cxn ang="0">
                <a:pos x="wd2" y="hd2"/>
              </a:cxn>
              <a:cxn ang="5400000">
                <a:pos x="wd2" y="hd2"/>
              </a:cxn>
              <a:cxn ang="10800000">
                <a:pos x="wd2" y="hd2"/>
              </a:cxn>
              <a:cxn ang="16200000">
                <a:pos x="wd2" y="hd2"/>
              </a:cxn>
            </a:cxnLst>
            <a:rect l="0" t="0" r="r" b="b"/>
            <a:pathLst>
              <a:path w="21600" h="21600" extrusionOk="0">
                <a:moveTo>
                  <a:pt x="18634" y="6292"/>
                </a:moveTo>
                <a:cubicBezTo>
                  <a:pt x="18643" y="6159"/>
                  <a:pt x="18655" y="6026"/>
                  <a:pt x="18655" y="5891"/>
                </a:cubicBezTo>
                <a:cubicBezTo>
                  <a:pt x="18655" y="2638"/>
                  <a:pt x="16017" y="0"/>
                  <a:pt x="12764" y="0"/>
                </a:cubicBezTo>
                <a:cubicBezTo>
                  <a:pt x="10499" y="0"/>
                  <a:pt x="8536" y="1279"/>
                  <a:pt x="7550" y="3153"/>
                </a:cubicBezTo>
                <a:cubicBezTo>
                  <a:pt x="7185" y="3021"/>
                  <a:pt x="6793" y="2945"/>
                  <a:pt x="6382" y="2945"/>
                </a:cubicBezTo>
                <a:cubicBezTo>
                  <a:pt x="4484" y="2945"/>
                  <a:pt x="2945" y="4484"/>
                  <a:pt x="2945" y="6382"/>
                </a:cubicBezTo>
                <a:cubicBezTo>
                  <a:pt x="2945" y="6629"/>
                  <a:pt x="2973" y="6869"/>
                  <a:pt x="3022" y="7101"/>
                </a:cubicBezTo>
                <a:cubicBezTo>
                  <a:pt x="1267" y="7686"/>
                  <a:pt x="0" y="9339"/>
                  <a:pt x="0" y="11291"/>
                </a:cubicBezTo>
                <a:cubicBezTo>
                  <a:pt x="0" y="13731"/>
                  <a:pt x="1978" y="15709"/>
                  <a:pt x="4418" y="15709"/>
                </a:cubicBezTo>
                <a:lnTo>
                  <a:pt x="8836" y="15709"/>
                </a:lnTo>
                <a:cubicBezTo>
                  <a:pt x="9108" y="15709"/>
                  <a:pt x="9327" y="15489"/>
                  <a:pt x="9327" y="15218"/>
                </a:cubicBezTo>
                <a:cubicBezTo>
                  <a:pt x="9327" y="14947"/>
                  <a:pt x="9108" y="14727"/>
                  <a:pt x="8836" y="14727"/>
                </a:cubicBezTo>
                <a:lnTo>
                  <a:pt x="4418" y="14727"/>
                </a:lnTo>
                <a:cubicBezTo>
                  <a:pt x="2524" y="14727"/>
                  <a:pt x="982" y="13185"/>
                  <a:pt x="982" y="11291"/>
                </a:cubicBezTo>
                <a:cubicBezTo>
                  <a:pt x="982" y="9810"/>
                  <a:pt x="1926" y="8502"/>
                  <a:pt x="3333" y="8033"/>
                </a:cubicBezTo>
                <a:lnTo>
                  <a:pt x="4165" y="7756"/>
                </a:lnTo>
                <a:lnTo>
                  <a:pt x="3982" y="6897"/>
                </a:lnTo>
                <a:cubicBezTo>
                  <a:pt x="3946" y="6725"/>
                  <a:pt x="3927" y="6551"/>
                  <a:pt x="3927" y="6382"/>
                </a:cubicBezTo>
                <a:cubicBezTo>
                  <a:pt x="3927" y="5028"/>
                  <a:pt x="5028" y="3927"/>
                  <a:pt x="6382" y="3927"/>
                </a:cubicBezTo>
                <a:cubicBezTo>
                  <a:pt x="6662" y="3927"/>
                  <a:pt x="6942" y="3977"/>
                  <a:pt x="7215" y="4077"/>
                </a:cubicBezTo>
                <a:lnTo>
                  <a:pt x="8019" y="4368"/>
                </a:lnTo>
                <a:lnTo>
                  <a:pt x="8418" y="3611"/>
                </a:lnTo>
                <a:cubicBezTo>
                  <a:pt x="9272" y="1989"/>
                  <a:pt x="10937" y="982"/>
                  <a:pt x="12764" y="982"/>
                </a:cubicBezTo>
                <a:cubicBezTo>
                  <a:pt x="15470" y="982"/>
                  <a:pt x="17673" y="3184"/>
                  <a:pt x="17673" y="5891"/>
                </a:cubicBezTo>
                <a:cubicBezTo>
                  <a:pt x="17673" y="5977"/>
                  <a:pt x="17666" y="6060"/>
                  <a:pt x="17660" y="6145"/>
                </a:cubicBezTo>
                <a:lnTo>
                  <a:pt x="17655" y="6229"/>
                </a:lnTo>
                <a:lnTo>
                  <a:pt x="17610" y="6920"/>
                </a:lnTo>
                <a:lnTo>
                  <a:pt x="18245" y="7194"/>
                </a:lnTo>
                <a:cubicBezTo>
                  <a:pt x="19686" y="7816"/>
                  <a:pt x="20618" y="9232"/>
                  <a:pt x="20618" y="10800"/>
                </a:cubicBezTo>
                <a:cubicBezTo>
                  <a:pt x="20618" y="12965"/>
                  <a:pt x="18856" y="14727"/>
                  <a:pt x="16691" y="14727"/>
                </a:cubicBezTo>
                <a:lnTo>
                  <a:pt x="12764" y="14727"/>
                </a:lnTo>
                <a:cubicBezTo>
                  <a:pt x="12492" y="14727"/>
                  <a:pt x="12273" y="14947"/>
                  <a:pt x="12273" y="15218"/>
                </a:cubicBezTo>
                <a:cubicBezTo>
                  <a:pt x="12273" y="15489"/>
                  <a:pt x="12492" y="15709"/>
                  <a:pt x="12764" y="15709"/>
                </a:cubicBezTo>
                <a:lnTo>
                  <a:pt x="16691" y="15709"/>
                </a:lnTo>
                <a:cubicBezTo>
                  <a:pt x="19401" y="15709"/>
                  <a:pt x="21600" y="13511"/>
                  <a:pt x="21600" y="10800"/>
                </a:cubicBezTo>
                <a:cubicBezTo>
                  <a:pt x="21600" y="8780"/>
                  <a:pt x="20378" y="7045"/>
                  <a:pt x="18634" y="6292"/>
                </a:cubicBezTo>
                <a:moveTo>
                  <a:pt x="13745" y="17673"/>
                </a:moveTo>
                <a:cubicBezTo>
                  <a:pt x="13610" y="17673"/>
                  <a:pt x="13488" y="17728"/>
                  <a:pt x="13398" y="17817"/>
                </a:cubicBezTo>
                <a:lnTo>
                  <a:pt x="11291" y="19924"/>
                </a:lnTo>
                <a:lnTo>
                  <a:pt x="11291" y="8346"/>
                </a:lnTo>
                <a:cubicBezTo>
                  <a:pt x="11291" y="8074"/>
                  <a:pt x="11071" y="7855"/>
                  <a:pt x="10800" y="7855"/>
                </a:cubicBezTo>
                <a:cubicBezTo>
                  <a:pt x="10529" y="7855"/>
                  <a:pt x="10309" y="8074"/>
                  <a:pt x="10309" y="8346"/>
                </a:cubicBezTo>
                <a:lnTo>
                  <a:pt x="10309" y="19924"/>
                </a:lnTo>
                <a:lnTo>
                  <a:pt x="8202" y="17817"/>
                </a:lnTo>
                <a:cubicBezTo>
                  <a:pt x="8113" y="17728"/>
                  <a:pt x="7990" y="17673"/>
                  <a:pt x="7855" y="17673"/>
                </a:cubicBezTo>
                <a:cubicBezTo>
                  <a:pt x="7583" y="17673"/>
                  <a:pt x="7364" y="17893"/>
                  <a:pt x="7364" y="18164"/>
                </a:cubicBezTo>
                <a:cubicBezTo>
                  <a:pt x="7364" y="18300"/>
                  <a:pt x="7419" y="18422"/>
                  <a:pt x="7507" y="18511"/>
                </a:cubicBezTo>
                <a:lnTo>
                  <a:pt x="10453" y="21456"/>
                </a:lnTo>
                <a:cubicBezTo>
                  <a:pt x="10542" y="21545"/>
                  <a:pt x="10664" y="21600"/>
                  <a:pt x="10800" y="21600"/>
                </a:cubicBezTo>
                <a:cubicBezTo>
                  <a:pt x="10936" y="21600"/>
                  <a:pt x="11058" y="21545"/>
                  <a:pt x="11147" y="21456"/>
                </a:cubicBezTo>
                <a:lnTo>
                  <a:pt x="14093" y="18511"/>
                </a:lnTo>
                <a:cubicBezTo>
                  <a:pt x="14182" y="18422"/>
                  <a:pt x="14236" y="18300"/>
                  <a:pt x="14236" y="18164"/>
                </a:cubicBezTo>
                <a:cubicBezTo>
                  <a:pt x="14236" y="17893"/>
                  <a:pt x="14017" y="17673"/>
                  <a:pt x="13745" y="176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0" name="Shape 2848">
            <a:extLst>
              <a:ext uri="{FF2B5EF4-FFF2-40B4-BE49-F238E27FC236}">
                <a16:creationId xmlns:a16="http://schemas.microsoft.com/office/drawing/2014/main" id="{2D033A16-2FAE-F6AF-8075-E617B13F1D60}"/>
              </a:ext>
            </a:extLst>
          </p:cNvPr>
          <p:cNvSpPr/>
          <p:nvPr/>
        </p:nvSpPr>
        <p:spPr>
          <a:xfrm>
            <a:off x="4604138" y="3211845"/>
            <a:ext cx="279328" cy="279325"/>
          </a:xfrm>
          <a:custGeom>
            <a:avLst/>
            <a:gdLst/>
            <a:ahLst/>
            <a:cxnLst>
              <a:cxn ang="0">
                <a:pos x="wd2" y="hd2"/>
              </a:cxn>
              <a:cxn ang="5400000">
                <a:pos x="wd2" y="hd2"/>
              </a:cxn>
              <a:cxn ang="10800000">
                <a:pos x="wd2" y="hd2"/>
              </a:cxn>
              <a:cxn ang="16200000">
                <a:pos x="wd2" y="hd2"/>
              </a:cxn>
            </a:cxnLst>
            <a:rect l="0" t="0" r="r" b="b"/>
            <a:pathLst>
              <a:path w="21600" h="21600" extrusionOk="0">
                <a:moveTo>
                  <a:pt x="18634" y="6292"/>
                </a:moveTo>
                <a:cubicBezTo>
                  <a:pt x="18643" y="6159"/>
                  <a:pt x="18655" y="6026"/>
                  <a:pt x="18655" y="5891"/>
                </a:cubicBezTo>
                <a:cubicBezTo>
                  <a:pt x="18655" y="2638"/>
                  <a:pt x="16017" y="0"/>
                  <a:pt x="12764" y="0"/>
                </a:cubicBezTo>
                <a:cubicBezTo>
                  <a:pt x="10499" y="0"/>
                  <a:pt x="8536" y="1279"/>
                  <a:pt x="7550" y="3153"/>
                </a:cubicBezTo>
                <a:cubicBezTo>
                  <a:pt x="7185" y="3021"/>
                  <a:pt x="6793" y="2945"/>
                  <a:pt x="6382" y="2945"/>
                </a:cubicBezTo>
                <a:cubicBezTo>
                  <a:pt x="4484" y="2945"/>
                  <a:pt x="2945" y="4484"/>
                  <a:pt x="2945" y="6382"/>
                </a:cubicBezTo>
                <a:cubicBezTo>
                  <a:pt x="2945" y="6629"/>
                  <a:pt x="2973" y="6869"/>
                  <a:pt x="3022" y="7101"/>
                </a:cubicBezTo>
                <a:cubicBezTo>
                  <a:pt x="1267" y="7686"/>
                  <a:pt x="0" y="9339"/>
                  <a:pt x="0" y="11291"/>
                </a:cubicBezTo>
                <a:cubicBezTo>
                  <a:pt x="0" y="13731"/>
                  <a:pt x="1978" y="15709"/>
                  <a:pt x="4418" y="15709"/>
                </a:cubicBezTo>
                <a:lnTo>
                  <a:pt x="8836" y="15709"/>
                </a:lnTo>
                <a:cubicBezTo>
                  <a:pt x="9108" y="15709"/>
                  <a:pt x="9327" y="15489"/>
                  <a:pt x="9327" y="15218"/>
                </a:cubicBezTo>
                <a:cubicBezTo>
                  <a:pt x="9327" y="14947"/>
                  <a:pt x="9108" y="14727"/>
                  <a:pt x="8836" y="14727"/>
                </a:cubicBezTo>
                <a:lnTo>
                  <a:pt x="4418" y="14727"/>
                </a:lnTo>
                <a:cubicBezTo>
                  <a:pt x="2524" y="14727"/>
                  <a:pt x="982" y="13185"/>
                  <a:pt x="982" y="11291"/>
                </a:cubicBezTo>
                <a:cubicBezTo>
                  <a:pt x="982" y="9810"/>
                  <a:pt x="1926" y="8502"/>
                  <a:pt x="3333" y="8033"/>
                </a:cubicBezTo>
                <a:lnTo>
                  <a:pt x="4165" y="7756"/>
                </a:lnTo>
                <a:lnTo>
                  <a:pt x="3982" y="6897"/>
                </a:lnTo>
                <a:cubicBezTo>
                  <a:pt x="3946" y="6725"/>
                  <a:pt x="3927" y="6551"/>
                  <a:pt x="3927" y="6382"/>
                </a:cubicBezTo>
                <a:cubicBezTo>
                  <a:pt x="3927" y="5028"/>
                  <a:pt x="5028" y="3927"/>
                  <a:pt x="6382" y="3927"/>
                </a:cubicBezTo>
                <a:cubicBezTo>
                  <a:pt x="6662" y="3927"/>
                  <a:pt x="6942" y="3977"/>
                  <a:pt x="7215" y="4077"/>
                </a:cubicBezTo>
                <a:lnTo>
                  <a:pt x="8019" y="4368"/>
                </a:lnTo>
                <a:lnTo>
                  <a:pt x="8418" y="3611"/>
                </a:lnTo>
                <a:cubicBezTo>
                  <a:pt x="9272" y="1989"/>
                  <a:pt x="10937" y="982"/>
                  <a:pt x="12764" y="982"/>
                </a:cubicBezTo>
                <a:cubicBezTo>
                  <a:pt x="15470" y="982"/>
                  <a:pt x="17673" y="3184"/>
                  <a:pt x="17673" y="5891"/>
                </a:cubicBezTo>
                <a:cubicBezTo>
                  <a:pt x="17673" y="5977"/>
                  <a:pt x="17666" y="6060"/>
                  <a:pt x="17660" y="6145"/>
                </a:cubicBezTo>
                <a:lnTo>
                  <a:pt x="17655" y="6229"/>
                </a:lnTo>
                <a:lnTo>
                  <a:pt x="17610" y="6920"/>
                </a:lnTo>
                <a:lnTo>
                  <a:pt x="18245" y="7194"/>
                </a:lnTo>
                <a:cubicBezTo>
                  <a:pt x="19687" y="7816"/>
                  <a:pt x="20618" y="9232"/>
                  <a:pt x="20618" y="10800"/>
                </a:cubicBezTo>
                <a:cubicBezTo>
                  <a:pt x="20618" y="12965"/>
                  <a:pt x="18856" y="14727"/>
                  <a:pt x="16691" y="14727"/>
                </a:cubicBezTo>
                <a:lnTo>
                  <a:pt x="12764" y="14727"/>
                </a:lnTo>
                <a:cubicBezTo>
                  <a:pt x="12492" y="14727"/>
                  <a:pt x="12273" y="14947"/>
                  <a:pt x="12273" y="15218"/>
                </a:cubicBezTo>
                <a:cubicBezTo>
                  <a:pt x="12273" y="15489"/>
                  <a:pt x="12492" y="15709"/>
                  <a:pt x="12764" y="15709"/>
                </a:cubicBezTo>
                <a:lnTo>
                  <a:pt x="16691" y="15709"/>
                </a:lnTo>
                <a:cubicBezTo>
                  <a:pt x="19401" y="15709"/>
                  <a:pt x="21600" y="13511"/>
                  <a:pt x="21600" y="10800"/>
                </a:cubicBezTo>
                <a:cubicBezTo>
                  <a:pt x="21600" y="8780"/>
                  <a:pt x="20378" y="7045"/>
                  <a:pt x="18634" y="6292"/>
                </a:cubicBezTo>
                <a:moveTo>
                  <a:pt x="13745" y="11782"/>
                </a:moveTo>
                <a:cubicBezTo>
                  <a:pt x="14017" y="11782"/>
                  <a:pt x="14236" y="11562"/>
                  <a:pt x="14236" y="11291"/>
                </a:cubicBezTo>
                <a:cubicBezTo>
                  <a:pt x="14236" y="11156"/>
                  <a:pt x="14182" y="11033"/>
                  <a:pt x="14093" y="10944"/>
                </a:cubicBezTo>
                <a:lnTo>
                  <a:pt x="11147" y="7998"/>
                </a:lnTo>
                <a:cubicBezTo>
                  <a:pt x="11058" y="7910"/>
                  <a:pt x="10936" y="7855"/>
                  <a:pt x="10800" y="7855"/>
                </a:cubicBezTo>
                <a:cubicBezTo>
                  <a:pt x="10665" y="7855"/>
                  <a:pt x="10542" y="7910"/>
                  <a:pt x="10453" y="7998"/>
                </a:cubicBezTo>
                <a:lnTo>
                  <a:pt x="7507" y="10944"/>
                </a:lnTo>
                <a:cubicBezTo>
                  <a:pt x="7419" y="11033"/>
                  <a:pt x="7364" y="11156"/>
                  <a:pt x="7364" y="11291"/>
                </a:cubicBezTo>
                <a:cubicBezTo>
                  <a:pt x="7364" y="11562"/>
                  <a:pt x="7583" y="11782"/>
                  <a:pt x="7855" y="11782"/>
                </a:cubicBezTo>
                <a:cubicBezTo>
                  <a:pt x="7990" y="11782"/>
                  <a:pt x="8113" y="11727"/>
                  <a:pt x="8202" y="11638"/>
                </a:cubicBezTo>
                <a:lnTo>
                  <a:pt x="10309" y="9531"/>
                </a:lnTo>
                <a:lnTo>
                  <a:pt x="10309" y="21109"/>
                </a:lnTo>
                <a:cubicBezTo>
                  <a:pt x="10309" y="21380"/>
                  <a:pt x="10529" y="21600"/>
                  <a:pt x="10800" y="21600"/>
                </a:cubicBezTo>
                <a:cubicBezTo>
                  <a:pt x="11071" y="21600"/>
                  <a:pt x="11291" y="21380"/>
                  <a:pt x="11291" y="21109"/>
                </a:cubicBezTo>
                <a:lnTo>
                  <a:pt x="11291" y="9531"/>
                </a:lnTo>
                <a:lnTo>
                  <a:pt x="13398" y="11638"/>
                </a:lnTo>
                <a:cubicBezTo>
                  <a:pt x="13488" y="11727"/>
                  <a:pt x="13610" y="11782"/>
                  <a:pt x="13745" y="117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1" name="Shape 2849">
            <a:extLst>
              <a:ext uri="{FF2B5EF4-FFF2-40B4-BE49-F238E27FC236}">
                <a16:creationId xmlns:a16="http://schemas.microsoft.com/office/drawing/2014/main" id="{9A4D33C7-71A4-011D-757A-5AE5CDC9331C}"/>
              </a:ext>
            </a:extLst>
          </p:cNvPr>
          <p:cNvSpPr/>
          <p:nvPr/>
        </p:nvSpPr>
        <p:spPr>
          <a:xfrm>
            <a:off x="5137399" y="3230890"/>
            <a:ext cx="279328" cy="241467"/>
          </a:xfrm>
          <a:custGeom>
            <a:avLst/>
            <a:gdLst/>
            <a:ahLst/>
            <a:cxnLst>
              <a:cxn ang="0">
                <a:pos x="wd2" y="hd2"/>
              </a:cxn>
              <a:cxn ang="5400000">
                <a:pos x="wd2" y="hd2"/>
              </a:cxn>
              <a:cxn ang="10800000">
                <a:pos x="wd2" y="hd2"/>
              </a:cxn>
              <a:cxn ang="16200000">
                <a:pos x="wd2" y="hd2"/>
              </a:cxn>
            </a:cxnLst>
            <a:rect l="0" t="0" r="r" b="b"/>
            <a:pathLst>
              <a:path w="21600" h="21582" extrusionOk="0">
                <a:moveTo>
                  <a:pt x="13421" y="20466"/>
                </a:moveTo>
                <a:lnTo>
                  <a:pt x="12630" y="20221"/>
                </a:lnTo>
                <a:cubicBezTo>
                  <a:pt x="13305" y="19604"/>
                  <a:pt x="13745" y="18664"/>
                  <a:pt x="13745" y="17589"/>
                </a:cubicBezTo>
                <a:cubicBezTo>
                  <a:pt x="13745" y="16189"/>
                  <a:pt x="13013" y="14988"/>
                  <a:pt x="11967" y="14465"/>
                </a:cubicBezTo>
                <a:lnTo>
                  <a:pt x="11702" y="15585"/>
                </a:lnTo>
                <a:cubicBezTo>
                  <a:pt x="12330" y="15964"/>
                  <a:pt x="12764" y="16715"/>
                  <a:pt x="12764" y="17589"/>
                </a:cubicBezTo>
                <a:cubicBezTo>
                  <a:pt x="12764" y="18299"/>
                  <a:pt x="12477" y="18923"/>
                  <a:pt x="12035" y="19336"/>
                </a:cubicBezTo>
                <a:lnTo>
                  <a:pt x="12296" y="18213"/>
                </a:lnTo>
                <a:cubicBezTo>
                  <a:pt x="12327" y="18073"/>
                  <a:pt x="12314" y="17918"/>
                  <a:pt x="12246" y="17782"/>
                </a:cubicBezTo>
                <a:cubicBezTo>
                  <a:pt x="12111" y="17511"/>
                  <a:pt x="11811" y="17418"/>
                  <a:pt x="11576" y="17574"/>
                </a:cubicBezTo>
                <a:cubicBezTo>
                  <a:pt x="11459" y="17653"/>
                  <a:pt x="11380" y="17779"/>
                  <a:pt x="11347" y="17920"/>
                </a:cubicBezTo>
                <a:lnTo>
                  <a:pt x="10808" y="20244"/>
                </a:lnTo>
                <a:cubicBezTo>
                  <a:pt x="10776" y="20384"/>
                  <a:pt x="10789" y="20539"/>
                  <a:pt x="10857" y="20675"/>
                </a:cubicBezTo>
                <a:cubicBezTo>
                  <a:pt x="10920" y="20802"/>
                  <a:pt x="11021" y="20885"/>
                  <a:pt x="11133" y="20927"/>
                </a:cubicBezTo>
                <a:lnTo>
                  <a:pt x="11126" y="20956"/>
                </a:lnTo>
                <a:cubicBezTo>
                  <a:pt x="11142" y="20954"/>
                  <a:pt x="11158" y="20948"/>
                  <a:pt x="11173" y="20945"/>
                </a:cubicBezTo>
                <a:lnTo>
                  <a:pt x="13166" y="21562"/>
                </a:lnTo>
                <a:cubicBezTo>
                  <a:pt x="13288" y="21600"/>
                  <a:pt x="13422" y="21584"/>
                  <a:pt x="13539" y="21506"/>
                </a:cubicBezTo>
                <a:cubicBezTo>
                  <a:pt x="13774" y="21350"/>
                  <a:pt x="13855" y="21002"/>
                  <a:pt x="13719" y="20730"/>
                </a:cubicBezTo>
                <a:cubicBezTo>
                  <a:pt x="13651" y="20595"/>
                  <a:pt x="13542" y="20503"/>
                  <a:pt x="13421" y="20466"/>
                </a:cubicBezTo>
                <a:moveTo>
                  <a:pt x="18634" y="7273"/>
                </a:moveTo>
                <a:cubicBezTo>
                  <a:pt x="18643" y="7119"/>
                  <a:pt x="18655" y="6966"/>
                  <a:pt x="18655" y="6809"/>
                </a:cubicBezTo>
                <a:cubicBezTo>
                  <a:pt x="18655" y="3049"/>
                  <a:pt x="16017" y="0"/>
                  <a:pt x="12764" y="0"/>
                </a:cubicBezTo>
                <a:cubicBezTo>
                  <a:pt x="10499" y="0"/>
                  <a:pt x="8536" y="1479"/>
                  <a:pt x="7550" y="3645"/>
                </a:cubicBezTo>
                <a:cubicBezTo>
                  <a:pt x="7185" y="3492"/>
                  <a:pt x="6793" y="3404"/>
                  <a:pt x="6382" y="3404"/>
                </a:cubicBezTo>
                <a:cubicBezTo>
                  <a:pt x="4484" y="3404"/>
                  <a:pt x="2945" y="5183"/>
                  <a:pt x="2945" y="7376"/>
                </a:cubicBezTo>
                <a:cubicBezTo>
                  <a:pt x="2945" y="7662"/>
                  <a:pt x="2973" y="7940"/>
                  <a:pt x="3022" y="8208"/>
                </a:cubicBezTo>
                <a:cubicBezTo>
                  <a:pt x="1267" y="8884"/>
                  <a:pt x="0" y="10794"/>
                  <a:pt x="0" y="13050"/>
                </a:cubicBezTo>
                <a:cubicBezTo>
                  <a:pt x="0" y="15871"/>
                  <a:pt x="1978" y="18157"/>
                  <a:pt x="4418" y="18157"/>
                </a:cubicBezTo>
                <a:lnTo>
                  <a:pt x="6382" y="18157"/>
                </a:lnTo>
                <a:cubicBezTo>
                  <a:pt x="6653" y="18157"/>
                  <a:pt x="6873" y="17903"/>
                  <a:pt x="6873" y="17589"/>
                </a:cubicBezTo>
                <a:cubicBezTo>
                  <a:pt x="6873" y="17276"/>
                  <a:pt x="6653" y="17022"/>
                  <a:pt x="6382" y="17022"/>
                </a:cubicBezTo>
                <a:lnTo>
                  <a:pt x="4418" y="17022"/>
                </a:lnTo>
                <a:cubicBezTo>
                  <a:pt x="2524" y="17022"/>
                  <a:pt x="982" y="15240"/>
                  <a:pt x="982" y="13050"/>
                </a:cubicBezTo>
                <a:cubicBezTo>
                  <a:pt x="982" y="11339"/>
                  <a:pt x="1926" y="9826"/>
                  <a:pt x="3333" y="9284"/>
                </a:cubicBezTo>
                <a:lnTo>
                  <a:pt x="4165" y="8964"/>
                </a:lnTo>
                <a:lnTo>
                  <a:pt x="3982" y="7971"/>
                </a:lnTo>
                <a:cubicBezTo>
                  <a:pt x="3946" y="7773"/>
                  <a:pt x="3927" y="7572"/>
                  <a:pt x="3927" y="7376"/>
                </a:cubicBezTo>
                <a:cubicBezTo>
                  <a:pt x="3927" y="5812"/>
                  <a:pt x="5028" y="4539"/>
                  <a:pt x="6382" y="4539"/>
                </a:cubicBezTo>
                <a:cubicBezTo>
                  <a:pt x="6661" y="4539"/>
                  <a:pt x="6942" y="4597"/>
                  <a:pt x="7215" y="4712"/>
                </a:cubicBezTo>
                <a:lnTo>
                  <a:pt x="8019" y="5049"/>
                </a:lnTo>
                <a:lnTo>
                  <a:pt x="8418" y="4173"/>
                </a:lnTo>
                <a:cubicBezTo>
                  <a:pt x="9272" y="2299"/>
                  <a:pt x="10937" y="1135"/>
                  <a:pt x="12764" y="1135"/>
                </a:cubicBezTo>
                <a:cubicBezTo>
                  <a:pt x="15470" y="1135"/>
                  <a:pt x="17673" y="3680"/>
                  <a:pt x="17673" y="6809"/>
                </a:cubicBezTo>
                <a:cubicBezTo>
                  <a:pt x="17673" y="6908"/>
                  <a:pt x="17666" y="7005"/>
                  <a:pt x="17660" y="7102"/>
                </a:cubicBezTo>
                <a:lnTo>
                  <a:pt x="17655" y="7199"/>
                </a:lnTo>
                <a:lnTo>
                  <a:pt x="17610" y="7998"/>
                </a:lnTo>
                <a:lnTo>
                  <a:pt x="18245" y="8315"/>
                </a:lnTo>
                <a:cubicBezTo>
                  <a:pt x="19687" y="9034"/>
                  <a:pt x="20618" y="10670"/>
                  <a:pt x="20618" y="12483"/>
                </a:cubicBezTo>
                <a:cubicBezTo>
                  <a:pt x="20618" y="14986"/>
                  <a:pt x="18856" y="17022"/>
                  <a:pt x="16691" y="17022"/>
                </a:cubicBezTo>
                <a:lnTo>
                  <a:pt x="15218" y="17022"/>
                </a:lnTo>
                <a:cubicBezTo>
                  <a:pt x="14947" y="17022"/>
                  <a:pt x="14727" y="17276"/>
                  <a:pt x="14727" y="17589"/>
                </a:cubicBezTo>
                <a:cubicBezTo>
                  <a:pt x="14727" y="17903"/>
                  <a:pt x="14947" y="18157"/>
                  <a:pt x="15218" y="18157"/>
                </a:cubicBezTo>
                <a:lnTo>
                  <a:pt x="16691" y="18157"/>
                </a:lnTo>
                <a:cubicBezTo>
                  <a:pt x="19402" y="18157"/>
                  <a:pt x="21600" y="15617"/>
                  <a:pt x="21600" y="12483"/>
                </a:cubicBezTo>
                <a:cubicBezTo>
                  <a:pt x="21600" y="10147"/>
                  <a:pt x="20378" y="8143"/>
                  <a:pt x="18634" y="7273"/>
                </a:cubicBezTo>
                <a:moveTo>
                  <a:pt x="10773" y="14522"/>
                </a:moveTo>
                <a:cubicBezTo>
                  <a:pt x="10711" y="14398"/>
                  <a:pt x="10613" y="14316"/>
                  <a:pt x="10504" y="14274"/>
                </a:cubicBezTo>
                <a:lnTo>
                  <a:pt x="10517" y="14218"/>
                </a:lnTo>
                <a:cubicBezTo>
                  <a:pt x="10484" y="14221"/>
                  <a:pt x="10451" y="14231"/>
                  <a:pt x="10418" y="14240"/>
                </a:cubicBezTo>
                <a:lnTo>
                  <a:pt x="8463" y="13634"/>
                </a:lnTo>
                <a:lnTo>
                  <a:pt x="8463" y="13635"/>
                </a:lnTo>
                <a:cubicBezTo>
                  <a:pt x="8343" y="13598"/>
                  <a:pt x="8209" y="13613"/>
                  <a:pt x="8091" y="13692"/>
                </a:cubicBezTo>
                <a:cubicBezTo>
                  <a:pt x="7856" y="13848"/>
                  <a:pt x="7776" y="14195"/>
                  <a:pt x="7911" y="14466"/>
                </a:cubicBezTo>
                <a:cubicBezTo>
                  <a:pt x="7979" y="14602"/>
                  <a:pt x="8088" y="14693"/>
                  <a:pt x="8210" y="14731"/>
                </a:cubicBezTo>
                <a:lnTo>
                  <a:pt x="8965" y="14964"/>
                </a:lnTo>
                <a:cubicBezTo>
                  <a:pt x="8292" y="15580"/>
                  <a:pt x="7855" y="16518"/>
                  <a:pt x="7855" y="17589"/>
                </a:cubicBezTo>
                <a:cubicBezTo>
                  <a:pt x="7855" y="19007"/>
                  <a:pt x="8604" y="20220"/>
                  <a:pt x="9671" y="20732"/>
                </a:cubicBezTo>
                <a:lnTo>
                  <a:pt x="9934" y="19617"/>
                </a:lnTo>
                <a:cubicBezTo>
                  <a:pt x="9286" y="19246"/>
                  <a:pt x="8836" y="18482"/>
                  <a:pt x="8836" y="17589"/>
                </a:cubicBezTo>
                <a:cubicBezTo>
                  <a:pt x="8836" y="16857"/>
                  <a:pt x="9142" y="16215"/>
                  <a:pt x="9609" y="15802"/>
                </a:cubicBezTo>
                <a:lnTo>
                  <a:pt x="9335" y="16984"/>
                </a:lnTo>
                <a:cubicBezTo>
                  <a:pt x="9303" y="17124"/>
                  <a:pt x="9317" y="17279"/>
                  <a:pt x="9384" y="17415"/>
                </a:cubicBezTo>
                <a:cubicBezTo>
                  <a:pt x="9520" y="17686"/>
                  <a:pt x="9820" y="17779"/>
                  <a:pt x="10055" y="17623"/>
                </a:cubicBezTo>
                <a:cubicBezTo>
                  <a:pt x="10172" y="17544"/>
                  <a:pt x="10251" y="17418"/>
                  <a:pt x="10283" y="17278"/>
                </a:cubicBezTo>
                <a:lnTo>
                  <a:pt x="10823" y="14952"/>
                </a:lnTo>
                <a:cubicBezTo>
                  <a:pt x="10855" y="14812"/>
                  <a:pt x="10841" y="14658"/>
                  <a:pt x="10773" y="1452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2" name="Shape 2850">
            <a:extLst>
              <a:ext uri="{FF2B5EF4-FFF2-40B4-BE49-F238E27FC236}">
                <a16:creationId xmlns:a16="http://schemas.microsoft.com/office/drawing/2014/main" id="{197DF3D6-4ABD-374F-43C8-6A908F296117}"/>
              </a:ext>
            </a:extLst>
          </p:cNvPr>
          <p:cNvSpPr/>
          <p:nvPr/>
        </p:nvSpPr>
        <p:spPr>
          <a:xfrm>
            <a:off x="5670660" y="32118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491" y="0"/>
                </a:moveTo>
                <a:cubicBezTo>
                  <a:pt x="220" y="0"/>
                  <a:pt x="0" y="220"/>
                  <a:pt x="0" y="491"/>
                </a:cubicBezTo>
                <a:cubicBezTo>
                  <a:pt x="0" y="762"/>
                  <a:pt x="220" y="982"/>
                  <a:pt x="491" y="982"/>
                </a:cubicBezTo>
                <a:cubicBezTo>
                  <a:pt x="11607" y="982"/>
                  <a:pt x="20618" y="9993"/>
                  <a:pt x="20618" y="21109"/>
                </a:cubicBezTo>
                <a:cubicBezTo>
                  <a:pt x="20618" y="21380"/>
                  <a:pt x="20838" y="21600"/>
                  <a:pt x="21109" y="21600"/>
                </a:cubicBezTo>
                <a:cubicBezTo>
                  <a:pt x="21380" y="21600"/>
                  <a:pt x="21600" y="21380"/>
                  <a:pt x="21600" y="21109"/>
                </a:cubicBezTo>
                <a:cubicBezTo>
                  <a:pt x="21600" y="9451"/>
                  <a:pt x="12149" y="0"/>
                  <a:pt x="491" y="0"/>
                </a:cubicBezTo>
                <a:moveTo>
                  <a:pt x="491" y="9818"/>
                </a:moveTo>
                <a:cubicBezTo>
                  <a:pt x="220" y="9818"/>
                  <a:pt x="0" y="10038"/>
                  <a:pt x="0" y="10309"/>
                </a:cubicBezTo>
                <a:cubicBezTo>
                  <a:pt x="0" y="10581"/>
                  <a:pt x="220" y="10800"/>
                  <a:pt x="491" y="10800"/>
                </a:cubicBezTo>
                <a:cubicBezTo>
                  <a:pt x="6184" y="10800"/>
                  <a:pt x="10800" y="15416"/>
                  <a:pt x="10800" y="21109"/>
                </a:cubicBezTo>
                <a:cubicBezTo>
                  <a:pt x="10800" y="21380"/>
                  <a:pt x="11020" y="21600"/>
                  <a:pt x="11291" y="21600"/>
                </a:cubicBezTo>
                <a:cubicBezTo>
                  <a:pt x="11562" y="21600"/>
                  <a:pt x="11782" y="21380"/>
                  <a:pt x="11782" y="21109"/>
                </a:cubicBezTo>
                <a:cubicBezTo>
                  <a:pt x="11782" y="14873"/>
                  <a:pt x="6727" y="9818"/>
                  <a:pt x="491" y="9818"/>
                </a:cubicBezTo>
                <a:moveTo>
                  <a:pt x="491" y="4909"/>
                </a:moveTo>
                <a:cubicBezTo>
                  <a:pt x="220" y="4909"/>
                  <a:pt x="0" y="5129"/>
                  <a:pt x="0" y="5400"/>
                </a:cubicBezTo>
                <a:cubicBezTo>
                  <a:pt x="0" y="5672"/>
                  <a:pt x="220" y="5891"/>
                  <a:pt x="491" y="5891"/>
                </a:cubicBezTo>
                <a:cubicBezTo>
                  <a:pt x="8896" y="5891"/>
                  <a:pt x="15709" y="12705"/>
                  <a:pt x="15709" y="21109"/>
                </a:cubicBezTo>
                <a:cubicBezTo>
                  <a:pt x="15709" y="21380"/>
                  <a:pt x="15929" y="21600"/>
                  <a:pt x="16200" y="21600"/>
                </a:cubicBezTo>
                <a:cubicBezTo>
                  <a:pt x="16471" y="21600"/>
                  <a:pt x="16691" y="21380"/>
                  <a:pt x="16691" y="21109"/>
                </a:cubicBezTo>
                <a:cubicBezTo>
                  <a:pt x="16691" y="12162"/>
                  <a:pt x="9438" y="4909"/>
                  <a:pt x="491" y="4909"/>
                </a:cubicBezTo>
                <a:moveTo>
                  <a:pt x="2945" y="20618"/>
                </a:moveTo>
                <a:cubicBezTo>
                  <a:pt x="1861" y="20618"/>
                  <a:pt x="982" y="19739"/>
                  <a:pt x="982" y="18655"/>
                </a:cubicBezTo>
                <a:cubicBezTo>
                  <a:pt x="982" y="17570"/>
                  <a:pt x="1861" y="16691"/>
                  <a:pt x="2945" y="16691"/>
                </a:cubicBezTo>
                <a:cubicBezTo>
                  <a:pt x="4030" y="16691"/>
                  <a:pt x="4909" y="17570"/>
                  <a:pt x="4909" y="18655"/>
                </a:cubicBezTo>
                <a:cubicBezTo>
                  <a:pt x="4909" y="19739"/>
                  <a:pt x="4030" y="20618"/>
                  <a:pt x="2945" y="20618"/>
                </a:cubicBezTo>
                <a:moveTo>
                  <a:pt x="2945" y="15709"/>
                </a:moveTo>
                <a:cubicBezTo>
                  <a:pt x="1319" y="15709"/>
                  <a:pt x="0" y="17028"/>
                  <a:pt x="0" y="18655"/>
                </a:cubicBezTo>
                <a:cubicBezTo>
                  <a:pt x="0" y="20281"/>
                  <a:pt x="1319" y="21600"/>
                  <a:pt x="2945" y="21600"/>
                </a:cubicBezTo>
                <a:cubicBezTo>
                  <a:pt x="4573" y="21600"/>
                  <a:pt x="5891" y="20281"/>
                  <a:pt x="5891" y="18655"/>
                </a:cubicBezTo>
                <a:cubicBezTo>
                  <a:pt x="5891" y="17028"/>
                  <a:pt x="4573" y="15709"/>
                  <a:pt x="2945" y="157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3" name="Shape 2851">
            <a:extLst>
              <a:ext uri="{FF2B5EF4-FFF2-40B4-BE49-F238E27FC236}">
                <a16:creationId xmlns:a16="http://schemas.microsoft.com/office/drawing/2014/main" id="{D0DF29D5-396A-F0CC-DA67-5C963021CD8D}"/>
              </a:ext>
            </a:extLst>
          </p:cNvPr>
          <p:cNvSpPr/>
          <p:nvPr/>
        </p:nvSpPr>
        <p:spPr>
          <a:xfrm>
            <a:off x="871311" y="37451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5891" y="10309"/>
                </a:moveTo>
                <a:lnTo>
                  <a:pt x="4909" y="10309"/>
                </a:lnTo>
                <a:cubicBezTo>
                  <a:pt x="4638" y="10309"/>
                  <a:pt x="4418" y="10529"/>
                  <a:pt x="4418" y="10800"/>
                </a:cubicBezTo>
                <a:cubicBezTo>
                  <a:pt x="4418" y="11071"/>
                  <a:pt x="4638" y="11291"/>
                  <a:pt x="4909" y="11291"/>
                </a:cubicBezTo>
                <a:lnTo>
                  <a:pt x="5891" y="11291"/>
                </a:lnTo>
                <a:cubicBezTo>
                  <a:pt x="8331" y="11291"/>
                  <a:pt x="10309" y="13269"/>
                  <a:pt x="10309" y="15709"/>
                </a:cubicBezTo>
                <a:lnTo>
                  <a:pt x="10309" y="16691"/>
                </a:lnTo>
                <a:cubicBezTo>
                  <a:pt x="10309" y="16962"/>
                  <a:pt x="10529" y="17182"/>
                  <a:pt x="10800" y="17182"/>
                </a:cubicBezTo>
                <a:cubicBezTo>
                  <a:pt x="11071" y="17182"/>
                  <a:pt x="11291" y="16962"/>
                  <a:pt x="11291" y="16691"/>
                </a:cubicBezTo>
                <a:lnTo>
                  <a:pt x="11291" y="15709"/>
                </a:lnTo>
                <a:cubicBezTo>
                  <a:pt x="11291" y="12727"/>
                  <a:pt x="8873" y="10309"/>
                  <a:pt x="5891" y="10309"/>
                </a:cubicBezTo>
                <a:moveTo>
                  <a:pt x="5891" y="7364"/>
                </a:moveTo>
                <a:lnTo>
                  <a:pt x="4909" y="7364"/>
                </a:lnTo>
                <a:cubicBezTo>
                  <a:pt x="4638" y="7364"/>
                  <a:pt x="4418" y="7583"/>
                  <a:pt x="4418" y="7855"/>
                </a:cubicBezTo>
                <a:cubicBezTo>
                  <a:pt x="4418" y="8126"/>
                  <a:pt x="4638" y="8345"/>
                  <a:pt x="4909" y="8345"/>
                </a:cubicBezTo>
                <a:lnTo>
                  <a:pt x="5891" y="8345"/>
                </a:lnTo>
                <a:cubicBezTo>
                  <a:pt x="9958" y="8345"/>
                  <a:pt x="13255" y="11642"/>
                  <a:pt x="13255" y="15709"/>
                </a:cubicBezTo>
                <a:lnTo>
                  <a:pt x="13255" y="16691"/>
                </a:lnTo>
                <a:cubicBezTo>
                  <a:pt x="13255" y="16962"/>
                  <a:pt x="13475" y="17182"/>
                  <a:pt x="13745" y="17182"/>
                </a:cubicBezTo>
                <a:cubicBezTo>
                  <a:pt x="14016" y="17182"/>
                  <a:pt x="14236" y="16962"/>
                  <a:pt x="14236" y="16691"/>
                </a:cubicBezTo>
                <a:lnTo>
                  <a:pt x="14236" y="15709"/>
                </a:lnTo>
                <a:cubicBezTo>
                  <a:pt x="14236" y="11100"/>
                  <a:pt x="10500" y="7364"/>
                  <a:pt x="5891" y="7364"/>
                </a:cubicBezTo>
                <a:moveTo>
                  <a:pt x="6382" y="16200"/>
                </a:moveTo>
                <a:cubicBezTo>
                  <a:pt x="5840" y="16200"/>
                  <a:pt x="5400" y="15761"/>
                  <a:pt x="5400" y="15218"/>
                </a:cubicBezTo>
                <a:cubicBezTo>
                  <a:pt x="5400" y="14676"/>
                  <a:pt x="5840" y="14236"/>
                  <a:pt x="6382" y="14236"/>
                </a:cubicBezTo>
                <a:cubicBezTo>
                  <a:pt x="6924" y="14236"/>
                  <a:pt x="7364" y="14676"/>
                  <a:pt x="7364" y="15218"/>
                </a:cubicBezTo>
                <a:cubicBezTo>
                  <a:pt x="7364" y="15761"/>
                  <a:pt x="6924" y="16200"/>
                  <a:pt x="6382" y="16200"/>
                </a:cubicBezTo>
                <a:moveTo>
                  <a:pt x="6382" y="13255"/>
                </a:moveTo>
                <a:cubicBezTo>
                  <a:pt x="5297" y="13255"/>
                  <a:pt x="4418" y="14134"/>
                  <a:pt x="4418" y="15218"/>
                </a:cubicBezTo>
                <a:cubicBezTo>
                  <a:pt x="4418" y="16303"/>
                  <a:pt x="5297" y="17182"/>
                  <a:pt x="6382" y="17182"/>
                </a:cubicBezTo>
                <a:cubicBezTo>
                  <a:pt x="7466" y="17182"/>
                  <a:pt x="8345" y="16303"/>
                  <a:pt x="8345" y="15218"/>
                </a:cubicBezTo>
                <a:cubicBezTo>
                  <a:pt x="8345" y="14134"/>
                  <a:pt x="7466" y="13255"/>
                  <a:pt x="6382" y="13255"/>
                </a:cubicBezTo>
                <a:moveTo>
                  <a:pt x="5891" y="4418"/>
                </a:moveTo>
                <a:lnTo>
                  <a:pt x="4909" y="4418"/>
                </a:lnTo>
                <a:cubicBezTo>
                  <a:pt x="4638" y="4418"/>
                  <a:pt x="4418" y="4638"/>
                  <a:pt x="4418" y="4909"/>
                </a:cubicBezTo>
                <a:cubicBezTo>
                  <a:pt x="4418" y="5180"/>
                  <a:pt x="4638" y="5400"/>
                  <a:pt x="4909" y="5400"/>
                </a:cubicBezTo>
                <a:lnTo>
                  <a:pt x="5891" y="5400"/>
                </a:lnTo>
                <a:cubicBezTo>
                  <a:pt x="11585" y="5400"/>
                  <a:pt x="16200" y="10016"/>
                  <a:pt x="16200" y="15709"/>
                </a:cubicBezTo>
                <a:lnTo>
                  <a:pt x="16200" y="16691"/>
                </a:lnTo>
                <a:cubicBezTo>
                  <a:pt x="16200" y="16962"/>
                  <a:pt x="16420" y="17182"/>
                  <a:pt x="16691" y="17182"/>
                </a:cubicBezTo>
                <a:cubicBezTo>
                  <a:pt x="16962" y="17182"/>
                  <a:pt x="17182" y="16962"/>
                  <a:pt x="17182" y="16691"/>
                </a:cubicBezTo>
                <a:lnTo>
                  <a:pt x="17182" y="15709"/>
                </a:lnTo>
                <a:cubicBezTo>
                  <a:pt x="17182" y="9473"/>
                  <a:pt x="12127" y="4418"/>
                  <a:pt x="5891" y="4418"/>
                </a:cubicBezTo>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4" name="Shape 2852">
            <a:extLst>
              <a:ext uri="{FF2B5EF4-FFF2-40B4-BE49-F238E27FC236}">
                <a16:creationId xmlns:a16="http://schemas.microsoft.com/office/drawing/2014/main" id="{6CC71012-D6F1-7CC3-B6C9-72BCF4EB52A1}"/>
              </a:ext>
            </a:extLst>
          </p:cNvPr>
          <p:cNvSpPr/>
          <p:nvPr/>
        </p:nvSpPr>
        <p:spPr>
          <a:xfrm>
            <a:off x="1417268" y="3745106"/>
            <a:ext cx="253935" cy="279328"/>
          </a:xfrm>
          <a:custGeom>
            <a:avLst/>
            <a:gdLst/>
            <a:ahLst/>
            <a:cxnLst>
              <a:cxn ang="0">
                <a:pos x="wd2" y="hd2"/>
              </a:cxn>
              <a:cxn ang="5400000">
                <a:pos x="wd2" y="hd2"/>
              </a:cxn>
              <a:cxn ang="10800000">
                <a:pos x="wd2" y="hd2"/>
              </a:cxn>
              <a:cxn ang="16200000">
                <a:pos x="wd2" y="hd2"/>
              </a:cxn>
            </a:cxnLst>
            <a:rect l="0" t="0" r="r" b="b"/>
            <a:pathLst>
              <a:path w="21600" h="21600" extrusionOk="0">
                <a:moveTo>
                  <a:pt x="14244" y="12617"/>
                </a:moveTo>
                <a:cubicBezTo>
                  <a:pt x="14459" y="12872"/>
                  <a:pt x="14634" y="13163"/>
                  <a:pt x="14771" y="13485"/>
                </a:cubicBezTo>
                <a:cubicBezTo>
                  <a:pt x="16295" y="12407"/>
                  <a:pt x="17280" y="10728"/>
                  <a:pt x="17280" y="8836"/>
                </a:cubicBezTo>
                <a:cubicBezTo>
                  <a:pt x="17280" y="5583"/>
                  <a:pt x="14379" y="2945"/>
                  <a:pt x="10800" y="2945"/>
                </a:cubicBezTo>
                <a:cubicBezTo>
                  <a:pt x="7221" y="2945"/>
                  <a:pt x="4320" y="5583"/>
                  <a:pt x="4320" y="8836"/>
                </a:cubicBezTo>
                <a:cubicBezTo>
                  <a:pt x="4320" y="10714"/>
                  <a:pt x="5289" y="12382"/>
                  <a:pt x="6794" y="13461"/>
                </a:cubicBezTo>
                <a:cubicBezTo>
                  <a:pt x="6928" y="13135"/>
                  <a:pt x="7106" y="12845"/>
                  <a:pt x="7323" y="12590"/>
                </a:cubicBezTo>
                <a:cubicBezTo>
                  <a:pt x="6148" y="11689"/>
                  <a:pt x="5400" y="10343"/>
                  <a:pt x="5400" y="8836"/>
                </a:cubicBezTo>
                <a:cubicBezTo>
                  <a:pt x="5400" y="6125"/>
                  <a:pt x="7818" y="3927"/>
                  <a:pt x="10800" y="3927"/>
                </a:cubicBezTo>
                <a:cubicBezTo>
                  <a:pt x="13782" y="3927"/>
                  <a:pt x="16200" y="6125"/>
                  <a:pt x="16200" y="8836"/>
                </a:cubicBezTo>
                <a:cubicBezTo>
                  <a:pt x="16200" y="10358"/>
                  <a:pt x="15439" y="11717"/>
                  <a:pt x="14244" y="12617"/>
                </a:cubicBezTo>
                <a:moveTo>
                  <a:pt x="10800" y="0"/>
                </a:moveTo>
                <a:cubicBezTo>
                  <a:pt x="4836" y="0"/>
                  <a:pt x="0" y="4396"/>
                  <a:pt x="0" y="9818"/>
                </a:cubicBezTo>
                <a:cubicBezTo>
                  <a:pt x="0" y="14007"/>
                  <a:pt x="2891" y="17573"/>
                  <a:pt x="6953" y="18983"/>
                </a:cubicBezTo>
                <a:cubicBezTo>
                  <a:pt x="6874" y="18609"/>
                  <a:pt x="6803" y="18223"/>
                  <a:pt x="6741" y="17840"/>
                </a:cubicBezTo>
                <a:cubicBezTo>
                  <a:pt x="3402" y="16441"/>
                  <a:pt x="1080" y="13379"/>
                  <a:pt x="1080" y="9818"/>
                </a:cubicBezTo>
                <a:cubicBezTo>
                  <a:pt x="1080" y="4938"/>
                  <a:pt x="5432" y="982"/>
                  <a:pt x="10800" y="982"/>
                </a:cubicBezTo>
                <a:cubicBezTo>
                  <a:pt x="16168" y="982"/>
                  <a:pt x="20520" y="4938"/>
                  <a:pt x="20520" y="9818"/>
                </a:cubicBezTo>
                <a:cubicBezTo>
                  <a:pt x="20520" y="13374"/>
                  <a:pt x="18204" y="16431"/>
                  <a:pt x="14874" y="17833"/>
                </a:cubicBezTo>
                <a:cubicBezTo>
                  <a:pt x="14812" y="18216"/>
                  <a:pt x="14740" y="18603"/>
                  <a:pt x="14660" y="18979"/>
                </a:cubicBezTo>
                <a:cubicBezTo>
                  <a:pt x="18716" y="17565"/>
                  <a:pt x="21600" y="14002"/>
                  <a:pt x="21600" y="9818"/>
                </a:cubicBezTo>
                <a:cubicBezTo>
                  <a:pt x="21600" y="4396"/>
                  <a:pt x="16765" y="0"/>
                  <a:pt x="10800" y="0"/>
                </a:cubicBezTo>
                <a:moveTo>
                  <a:pt x="10800" y="7364"/>
                </a:moveTo>
                <a:cubicBezTo>
                  <a:pt x="11695" y="7364"/>
                  <a:pt x="12420" y="8023"/>
                  <a:pt x="12420" y="8836"/>
                </a:cubicBezTo>
                <a:cubicBezTo>
                  <a:pt x="12420" y="9649"/>
                  <a:pt x="11695" y="10309"/>
                  <a:pt x="10800" y="10309"/>
                </a:cubicBezTo>
                <a:cubicBezTo>
                  <a:pt x="9905" y="10309"/>
                  <a:pt x="9180" y="9649"/>
                  <a:pt x="9180" y="8836"/>
                </a:cubicBezTo>
                <a:cubicBezTo>
                  <a:pt x="9180" y="8023"/>
                  <a:pt x="9905" y="7364"/>
                  <a:pt x="10800" y="7364"/>
                </a:cubicBezTo>
                <a:moveTo>
                  <a:pt x="10800" y="11291"/>
                </a:moveTo>
                <a:cubicBezTo>
                  <a:pt x="12292" y="11291"/>
                  <a:pt x="13500" y="10192"/>
                  <a:pt x="13500" y="8836"/>
                </a:cubicBezTo>
                <a:cubicBezTo>
                  <a:pt x="13500" y="7481"/>
                  <a:pt x="12292" y="6382"/>
                  <a:pt x="10800" y="6382"/>
                </a:cubicBezTo>
                <a:cubicBezTo>
                  <a:pt x="9309" y="6382"/>
                  <a:pt x="8100" y="7481"/>
                  <a:pt x="8100" y="8836"/>
                </a:cubicBezTo>
                <a:cubicBezTo>
                  <a:pt x="8100" y="10192"/>
                  <a:pt x="9309" y="11291"/>
                  <a:pt x="10800" y="11291"/>
                </a:cubicBezTo>
                <a:moveTo>
                  <a:pt x="11994" y="20179"/>
                </a:moveTo>
                <a:cubicBezTo>
                  <a:pt x="11855" y="20433"/>
                  <a:pt x="11737" y="20560"/>
                  <a:pt x="11673" y="20618"/>
                </a:cubicBezTo>
                <a:lnTo>
                  <a:pt x="9927" y="20618"/>
                </a:lnTo>
                <a:cubicBezTo>
                  <a:pt x="9862" y="20560"/>
                  <a:pt x="9745" y="20433"/>
                  <a:pt x="9606" y="20179"/>
                </a:cubicBezTo>
                <a:cubicBezTo>
                  <a:pt x="9182" y="19408"/>
                  <a:pt x="8640" y="16626"/>
                  <a:pt x="8640" y="15218"/>
                </a:cubicBezTo>
                <a:cubicBezTo>
                  <a:pt x="8640" y="13768"/>
                  <a:pt x="9205" y="13255"/>
                  <a:pt x="10800" y="13255"/>
                </a:cubicBezTo>
                <a:cubicBezTo>
                  <a:pt x="12395" y="13255"/>
                  <a:pt x="12960" y="13768"/>
                  <a:pt x="12960" y="15218"/>
                </a:cubicBezTo>
                <a:cubicBezTo>
                  <a:pt x="12960" y="16626"/>
                  <a:pt x="12418" y="19408"/>
                  <a:pt x="11994" y="20179"/>
                </a:cubicBezTo>
                <a:moveTo>
                  <a:pt x="10800" y="12273"/>
                </a:moveTo>
                <a:cubicBezTo>
                  <a:pt x="8100" y="12273"/>
                  <a:pt x="7560" y="13745"/>
                  <a:pt x="7560" y="15218"/>
                </a:cubicBezTo>
                <a:cubicBezTo>
                  <a:pt x="7560" y="16691"/>
                  <a:pt x="8100" y="19636"/>
                  <a:pt x="8640" y="20618"/>
                </a:cubicBezTo>
                <a:cubicBezTo>
                  <a:pt x="9180" y="21600"/>
                  <a:pt x="9720" y="21600"/>
                  <a:pt x="9720" y="21600"/>
                </a:cubicBezTo>
                <a:lnTo>
                  <a:pt x="11880" y="21600"/>
                </a:lnTo>
                <a:cubicBezTo>
                  <a:pt x="11880" y="21600"/>
                  <a:pt x="12420" y="21600"/>
                  <a:pt x="12960" y="20618"/>
                </a:cubicBezTo>
                <a:cubicBezTo>
                  <a:pt x="13500" y="19636"/>
                  <a:pt x="14040" y="16691"/>
                  <a:pt x="14040" y="15218"/>
                </a:cubicBezTo>
                <a:cubicBezTo>
                  <a:pt x="14040" y="13745"/>
                  <a:pt x="13500" y="12273"/>
                  <a:pt x="10800" y="122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5" name="Shape 2853">
            <a:extLst>
              <a:ext uri="{FF2B5EF4-FFF2-40B4-BE49-F238E27FC236}">
                <a16:creationId xmlns:a16="http://schemas.microsoft.com/office/drawing/2014/main" id="{7E21C792-360A-102B-9CA2-39CF4A4F28D6}"/>
              </a:ext>
            </a:extLst>
          </p:cNvPr>
          <p:cNvSpPr/>
          <p:nvPr/>
        </p:nvSpPr>
        <p:spPr>
          <a:xfrm>
            <a:off x="1963226" y="37451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9600" y="8836"/>
                </a:moveTo>
                <a:cubicBezTo>
                  <a:pt x="9600" y="8295"/>
                  <a:pt x="10138" y="7855"/>
                  <a:pt x="10800" y="7855"/>
                </a:cubicBezTo>
                <a:cubicBezTo>
                  <a:pt x="11462" y="7855"/>
                  <a:pt x="12000" y="8295"/>
                  <a:pt x="12000" y="8836"/>
                </a:cubicBezTo>
                <a:cubicBezTo>
                  <a:pt x="12000" y="9378"/>
                  <a:pt x="11462" y="9818"/>
                  <a:pt x="10800" y="9818"/>
                </a:cubicBezTo>
                <a:cubicBezTo>
                  <a:pt x="10138" y="9818"/>
                  <a:pt x="9600" y="9378"/>
                  <a:pt x="9600" y="8836"/>
                </a:cubicBezTo>
                <a:moveTo>
                  <a:pt x="13200" y="8836"/>
                </a:moveTo>
                <a:cubicBezTo>
                  <a:pt x="13200" y="7752"/>
                  <a:pt x="12125" y="6873"/>
                  <a:pt x="10800" y="6873"/>
                </a:cubicBezTo>
                <a:cubicBezTo>
                  <a:pt x="9475" y="6873"/>
                  <a:pt x="8400" y="7752"/>
                  <a:pt x="8400" y="8836"/>
                </a:cubicBezTo>
                <a:cubicBezTo>
                  <a:pt x="8400" y="9921"/>
                  <a:pt x="9475" y="10800"/>
                  <a:pt x="10800" y="10800"/>
                </a:cubicBezTo>
                <a:cubicBezTo>
                  <a:pt x="12125" y="10800"/>
                  <a:pt x="13200" y="9921"/>
                  <a:pt x="13200" y="8836"/>
                </a:cubicBezTo>
                <a:moveTo>
                  <a:pt x="17400" y="8836"/>
                </a:moveTo>
                <a:cubicBezTo>
                  <a:pt x="17400" y="5854"/>
                  <a:pt x="14445" y="3436"/>
                  <a:pt x="10800" y="3436"/>
                </a:cubicBezTo>
                <a:cubicBezTo>
                  <a:pt x="7155" y="3436"/>
                  <a:pt x="4200" y="5854"/>
                  <a:pt x="4200" y="8836"/>
                </a:cubicBezTo>
                <a:cubicBezTo>
                  <a:pt x="4200" y="10437"/>
                  <a:pt x="5056" y="11870"/>
                  <a:pt x="6408" y="12860"/>
                </a:cubicBezTo>
                <a:cubicBezTo>
                  <a:pt x="6570" y="12537"/>
                  <a:pt x="6778" y="12249"/>
                  <a:pt x="7035" y="12000"/>
                </a:cubicBezTo>
                <a:cubicBezTo>
                  <a:pt x="6028" y="11198"/>
                  <a:pt x="5400" y="10078"/>
                  <a:pt x="5400" y="8836"/>
                </a:cubicBezTo>
                <a:cubicBezTo>
                  <a:pt x="5400" y="6396"/>
                  <a:pt x="7818" y="4418"/>
                  <a:pt x="10800" y="4418"/>
                </a:cubicBezTo>
                <a:cubicBezTo>
                  <a:pt x="13783" y="4418"/>
                  <a:pt x="16200" y="6396"/>
                  <a:pt x="16200" y="8836"/>
                </a:cubicBezTo>
                <a:cubicBezTo>
                  <a:pt x="16200" y="10094"/>
                  <a:pt x="15555" y="11226"/>
                  <a:pt x="14524" y="12030"/>
                </a:cubicBezTo>
                <a:cubicBezTo>
                  <a:pt x="14780" y="12280"/>
                  <a:pt x="14989" y="12568"/>
                  <a:pt x="15154" y="12887"/>
                </a:cubicBezTo>
                <a:cubicBezTo>
                  <a:pt x="16528" y="11898"/>
                  <a:pt x="17400" y="10452"/>
                  <a:pt x="17400" y="8836"/>
                </a:cubicBezTo>
                <a:moveTo>
                  <a:pt x="10800" y="0"/>
                </a:moveTo>
                <a:cubicBezTo>
                  <a:pt x="4835" y="0"/>
                  <a:pt x="0" y="3957"/>
                  <a:pt x="0" y="8836"/>
                </a:cubicBezTo>
                <a:cubicBezTo>
                  <a:pt x="0" y="12363"/>
                  <a:pt x="2531" y="15397"/>
                  <a:pt x="6181" y="16815"/>
                </a:cubicBezTo>
                <a:cubicBezTo>
                  <a:pt x="6125" y="16401"/>
                  <a:pt x="6080" y="16009"/>
                  <a:pt x="6049" y="15656"/>
                </a:cubicBezTo>
                <a:cubicBezTo>
                  <a:pt x="3155" y="14303"/>
                  <a:pt x="1200" y="11759"/>
                  <a:pt x="1200" y="8836"/>
                </a:cubicBezTo>
                <a:cubicBezTo>
                  <a:pt x="1200" y="4499"/>
                  <a:pt x="5498" y="982"/>
                  <a:pt x="10800" y="982"/>
                </a:cubicBezTo>
                <a:cubicBezTo>
                  <a:pt x="16102" y="982"/>
                  <a:pt x="20400" y="4499"/>
                  <a:pt x="20400" y="8836"/>
                </a:cubicBezTo>
                <a:cubicBezTo>
                  <a:pt x="20400" y="11756"/>
                  <a:pt x="18449" y="14298"/>
                  <a:pt x="15560" y="15652"/>
                </a:cubicBezTo>
                <a:cubicBezTo>
                  <a:pt x="15532" y="16000"/>
                  <a:pt x="15490" y="16392"/>
                  <a:pt x="15433" y="16809"/>
                </a:cubicBezTo>
                <a:cubicBezTo>
                  <a:pt x="19076" y="15390"/>
                  <a:pt x="21600" y="12358"/>
                  <a:pt x="21600" y="8836"/>
                </a:cubicBezTo>
                <a:cubicBezTo>
                  <a:pt x="21600" y="3957"/>
                  <a:pt x="16765" y="0"/>
                  <a:pt x="10800" y="0"/>
                </a:cubicBezTo>
                <a:moveTo>
                  <a:pt x="12127" y="20179"/>
                </a:moveTo>
                <a:cubicBezTo>
                  <a:pt x="11972" y="20432"/>
                  <a:pt x="11842" y="20560"/>
                  <a:pt x="11770" y="20618"/>
                </a:cubicBezTo>
                <a:lnTo>
                  <a:pt x="9830" y="20618"/>
                </a:lnTo>
                <a:cubicBezTo>
                  <a:pt x="9758" y="20560"/>
                  <a:pt x="9628" y="20432"/>
                  <a:pt x="9473" y="20179"/>
                </a:cubicBezTo>
                <a:cubicBezTo>
                  <a:pt x="9032" y="19457"/>
                  <a:pt x="8400" y="16247"/>
                  <a:pt x="8400" y="14727"/>
                </a:cubicBezTo>
                <a:cubicBezTo>
                  <a:pt x="8400" y="13278"/>
                  <a:pt x="9028" y="12764"/>
                  <a:pt x="10800" y="12764"/>
                </a:cubicBezTo>
                <a:cubicBezTo>
                  <a:pt x="12572" y="12764"/>
                  <a:pt x="13200" y="13278"/>
                  <a:pt x="13200" y="14727"/>
                </a:cubicBezTo>
                <a:cubicBezTo>
                  <a:pt x="13200" y="16247"/>
                  <a:pt x="12568" y="19457"/>
                  <a:pt x="12127" y="20179"/>
                </a:cubicBezTo>
                <a:moveTo>
                  <a:pt x="10800" y="11782"/>
                </a:moveTo>
                <a:cubicBezTo>
                  <a:pt x="7800" y="11782"/>
                  <a:pt x="7200" y="13255"/>
                  <a:pt x="7200" y="14727"/>
                </a:cubicBezTo>
                <a:cubicBezTo>
                  <a:pt x="7200" y="16200"/>
                  <a:pt x="7800" y="19636"/>
                  <a:pt x="8400" y="20618"/>
                </a:cubicBezTo>
                <a:cubicBezTo>
                  <a:pt x="9000" y="21600"/>
                  <a:pt x="9600" y="21600"/>
                  <a:pt x="9600" y="21600"/>
                </a:cubicBezTo>
                <a:lnTo>
                  <a:pt x="12000" y="21600"/>
                </a:lnTo>
                <a:cubicBezTo>
                  <a:pt x="12000" y="21600"/>
                  <a:pt x="12600" y="21600"/>
                  <a:pt x="13200" y="20618"/>
                </a:cubicBezTo>
                <a:cubicBezTo>
                  <a:pt x="13800" y="19636"/>
                  <a:pt x="14400" y="16200"/>
                  <a:pt x="14400" y="14727"/>
                </a:cubicBezTo>
                <a:cubicBezTo>
                  <a:pt x="14400" y="13255"/>
                  <a:pt x="13800" y="11782"/>
                  <a:pt x="10800" y="117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6" name="Shape 2854">
            <a:extLst>
              <a:ext uri="{FF2B5EF4-FFF2-40B4-BE49-F238E27FC236}">
                <a16:creationId xmlns:a16="http://schemas.microsoft.com/office/drawing/2014/main" id="{C98B41DA-1322-8C85-0951-7DC7F87D754B}"/>
              </a:ext>
            </a:extLst>
          </p:cNvPr>
          <p:cNvSpPr/>
          <p:nvPr/>
        </p:nvSpPr>
        <p:spPr>
          <a:xfrm>
            <a:off x="2471093" y="3745106"/>
            <a:ext cx="279263" cy="279266"/>
          </a:xfrm>
          <a:custGeom>
            <a:avLst/>
            <a:gdLst/>
            <a:ahLst/>
            <a:cxnLst>
              <a:cxn ang="0">
                <a:pos x="wd2" y="hd2"/>
              </a:cxn>
              <a:cxn ang="5400000">
                <a:pos x="wd2" y="hd2"/>
              </a:cxn>
              <a:cxn ang="10800000">
                <a:pos x="wd2" y="hd2"/>
              </a:cxn>
              <a:cxn ang="16200000">
                <a:pos x="wd2" y="hd2"/>
              </a:cxn>
            </a:cxnLst>
            <a:rect l="0" t="0" r="r" b="b"/>
            <a:pathLst>
              <a:path w="21600" h="21600" extrusionOk="0">
                <a:moveTo>
                  <a:pt x="19152" y="3921"/>
                </a:moveTo>
                <a:cubicBezTo>
                  <a:pt x="18338" y="3921"/>
                  <a:pt x="17679" y="3262"/>
                  <a:pt x="17679" y="2448"/>
                </a:cubicBezTo>
                <a:cubicBezTo>
                  <a:pt x="17679" y="1634"/>
                  <a:pt x="18338" y="975"/>
                  <a:pt x="19152" y="975"/>
                </a:cubicBezTo>
                <a:cubicBezTo>
                  <a:pt x="19966" y="975"/>
                  <a:pt x="20625" y="1634"/>
                  <a:pt x="20625" y="2448"/>
                </a:cubicBezTo>
                <a:cubicBezTo>
                  <a:pt x="20625" y="3262"/>
                  <a:pt x="19966" y="3921"/>
                  <a:pt x="19152" y="3921"/>
                </a:cubicBezTo>
                <a:moveTo>
                  <a:pt x="10804" y="12269"/>
                </a:moveTo>
                <a:cubicBezTo>
                  <a:pt x="9991" y="12269"/>
                  <a:pt x="9331" y="11609"/>
                  <a:pt x="9331" y="10795"/>
                </a:cubicBezTo>
                <a:cubicBezTo>
                  <a:pt x="9331" y="9981"/>
                  <a:pt x="9991" y="9322"/>
                  <a:pt x="10804" y="9322"/>
                </a:cubicBezTo>
                <a:cubicBezTo>
                  <a:pt x="11618" y="9322"/>
                  <a:pt x="12278" y="9981"/>
                  <a:pt x="12278" y="10795"/>
                </a:cubicBezTo>
                <a:cubicBezTo>
                  <a:pt x="12278" y="11609"/>
                  <a:pt x="11618" y="12269"/>
                  <a:pt x="10804" y="12269"/>
                </a:cubicBezTo>
                <a:moveTo>
                  <a:pt x="3930" y="19143"/>
                </a:moveTo>
                <a:cubicBezTo>
                  <a:pt x="3930" y="19956"/>
                  <a:pt x="3271" y="20616"/>
                  <a:pt x="2457" y="20616"/>
                </a:cubicBezTo>
                <a:cubicBezTo>
                  <a:pt x="1643" y="20616"/>
                  <a:pt x="984" y="19956"/>
                  <a:pt x="984" y="19143"/>
                </a:cubicBezTo>
                <a:cubicBezTo>
                  <a:pt x="984" y="18329"/>
                  <a:pt x="1643" y="17669"/>
                  <a:pt x="2457" y="17669"/>
                </a:cubicBezTo>
                <a:cubicBezTo>
                  <a:pt x="3271" y="17669"/>
                  <a:pt x="3930" y="18329"/>
                  <a:pt x="3930" y="19143"/>
                </a:cubicBezTo>
                <a:moveTo>
                  <a:pt x="19148" y="0"/>
                </a:moveTo>
                <a:cubicBezTo>
                  <a:pt x="17793" y="0"/>
                  <a:pt x="16695" y="1098"/>
                  <a:pt x="16695" y="2452"/>
                </a:cubicBezTo>
                <a:cubicBezTo>
                  <a:pt x="16695" y="3640"/>
                  <a:pt x="17539" y="4630"/>
                  <a:pt x="18660" y="4856"/>
                </a:cubicBezTo>
                <a:lnTo>
                  <a:pt x="18660" y="10306"/>
                </a:lnTo>
                <a:lnTo>
                  <a:pt x="13203" y="10306"/>
                </a:lnTo>
                <a:cubicBezTo>
                  <a:pt x="12974" y="9187"/>
                  <a:pt x="11985" y="8347"/>
                  <a:pt x="10800" y="8347"/>
                </a:cubicBezTo>
                <a:cubicBezTo>
                  <a:pt x="9615" y="8347"/>
                  <a:pt x="8626" y="9187"/>
                  <a:pt x="8398" y="10306"/>
                </a:cubicBezTo>
                <a:lnTo>
                  <a:pt x="2456" y="10306"/>
                </a:lnTo>
                <a:cubicBezTo>
                  <a:pt x="2184" y="10306"/>
                  <a:pt x="1965" y="10525"/>
                  <a:pt x="1965" y="10796"/>
                </a:cubicBezTo>
                <a:lnTo>
                  <a:pt x="1965" y="16744"/>
                </a:lnTo>
                <a:cubicBezTo>
                  <a:pt x="844" y="16970"/>
                  <a:pt x="0" y="17960"/>
                  <a:pt x="0" y="19147"/>
                </a:cubicBezTo>
                <a:cubicBezTo>
                  <a:pt x="0" y="20502"/>
                  <a:pt x="1098" y="21600"/>
                  <a:pt x="2453" y="21600"/>
                </a:cubicBezTo>
                <a:cubicBezTo>
                  <a:pt x="3807" y="21600"/>
                  <a:pt x="4905" y="20502"/>
                  <a:pt x="4905" y="19147"/>
                </a:cubicBezTo>
                <a:cubicBezTo>
                  <a:pt x="4905" y="17961"/>
                  <a:pt x="4065" y="16973"/>
                  <a:pt x="2947" y="16744"/>
                </a:cubicBezTo>
                <a:lnTo>
                  <a:pt x="2947" y="11287"/>
                </a:lnTo>
                <a:lnTo>
                  <a:pt x="8397" y="11287"/>
                </a:lnTo>
                <a:cubicBezTo>
                  <a:pt x="8623" y="12408"/>
                  <a:pt x="9613" y="13253"/>
                  <a:pt x="10800" y="13253"/>
                </a:cubicBezTo>
                <a:cubicBezTo>
                  <a:pt x="11988" y="13253"/>
                  <a:pt x="12978" y="12408"/>
                  <a:pt x="13203" y="11287"/>
                </a:cubicBezTo>
                <a:lnTo>
                  <a:pt x="19151" y="11287"/>
                </a:lnTo>
                <a:cubicBezTo>
                  <a:pt x="19422" y="11287"/>
                  <a:pt x="19642" y="11068"/>
                  <a:pt x="19642" y="10796"/>
                </a:cubicBezTo>
                <a:lnTo>
                  <a:pt x="19642" y="4855"/>
                </a:lnTo>
                <a:cubicBezTo>
                  <a:pt x="20759" y="4626"/>
                  <a:pt x="21600" y="3638"/>
                  <a:pt x="21600" y="2452"/>
                </a:cubicBezTo>
                <a:cubicBezTo>
                  <a:pt x="21600" y="1098"/>
                  <a:pt x="20502" y="0"/>
                  <a:pt x="19148"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7" name="Shape 2855">
            <a:extLst>
              <a:ext uri="{FF2B5EF4-FFF2-40B4-BE49-F238E27FC236}">
                <a16:creationId xmlns:a16="http://schemas.microsoft.com/office/drawing/2014/main" id="{5EA9BB21-410B-C0DD-4931-42B84E84AE14}"/>
              </a:ext>
            </a:extLst>
          </p:cNvPr>
          <p:cNvSpPr/>
          <p:nvPr/>
        </p:nvSpPr>
        <p:spPr>
          <a:xfrm>
            <a:off x="3017051" y="3745106"/>
            <a:ext cx="253869" cy="279266"/>
          </a:xfrm>
          <a:custGeom>
            <a:avLst/>
            <a:gdLst/>
            <a:ahLst/>
            <a:cxnLst>
              <a:cxn ang="0">
                <a:pos x="wd2" y="hd2"/>
              </a:cxn>
              <a:cxn ang="5400000">
                <a:pos x="wd2" y="hd2"/>
              </a:cxn>
              <a:cxn ang="10800000">
                <a:pos x="wd2" y="hd2"/>
              </a:cxn>
              <a:cxn ang="16200000">
                <a:pos x="wd2" y="hd2"/>
              </a:cxn>
            </a:cxnLst>
            <a:rect l="0" t="0" r="r" b="b"/>
            <a:pathLst>
              <a:path w="21600" h="21600" extrusionOk="0">
                <a:moveTo>
                  <a:pt x="18907" y="20616"/>
                </a:moveTo>
                <a:cubicBezTo>
                  <a:pt x="18012" y="20616"/>
                  <a:pt x="17287" y="19956"/>
                  <a:pt x="17287" y="19143"/>
                </a:cubicBezTo>
                <a:cubicBezTo>
                  <a:pt x="17287" y="18329"/>
                  <a:pt x="18012" y="17669"/>
                  <a:pt x="18907" y="17669"/>
                </a:cubicBezTo>
                <a:cubicBezTo>
                  <a:pt x="19802" y="17669"/>
                  <a:pt x="20527" y="18329"/>
                  <a:pt x="20527" y="19143"/>
                </a:cubicBezTo>
                <a:cubicBezTo>
                  <a:pt x="20527" y="19956"/>
                  <a:pt x="19802" y="20616"/>
                  <a:pt x="18907" y="20616"/>
                </a:cubicBezTo>
                <a:moveTo>
                  <a:pt x="2703" y="12269"/>
                </a:moveTo>
                <a:cubicBezTo>
                  <a:pt x="1808" y="12269"/>
                  <a:pt x="1082" y="11609"/>
                  <a:pt x="1082" y="10795"/>
                </a:cubicBezTo>
                <a:cubicBezTo>
                  <a:pt x="1082" y="9981"/>
                  <a:pt x="1808" y="9322"/>
                  <a:pt x="2703" y="9322"/>
                </a:cubicBezTo>
                <a:cubicBezTo>
                  <a:pt x="3598" y="9322"/>
                  <a:pt x="4323" y="9981"/>
                  <a:pt x="4323" y="10795"/>
                </a:cubicBezTo>
                <a:cubicBezTo>
                  <a:pt x="4323" y="11609"/>
                  <a:pt x="3598" y="12269"/>
                  <a:pt x="2703" y="12269"/>
                </a:cubicBezTo>
                <a:moveTo>
                  <a:pt x="18907" y="975"/>
                </a:moveTo>
                <a:cubicBezTo>
                  <a:pt x="19802" y="975"/>
                  <a:pt x="20527" y="1634"/>
                  <a:pt x="20527" y="2448"/>
                </a:cubicBezTo>
                <a:cubicBezTo>
                  <a:pt x="20527" y="3262"/>
                  <a:pt x="19802" y="3921"/>
                  <a:pt x="18907" y="3921"/>
                </a:cubicBezTo>
                <a:cubicBezTo>
                  <a:pt x="18012" y="3921"/>
                  <a:pt x="17287" y="3262"/>
                  <a:pt x="17287" y="2448"/>
                </a:cubicBezTo>
                <a:cubicBezTo>
                  <a:pt x="17287" y="1634"/>
                  <a:pt x="18012" y="975"/>
                  <a:pt x="18907" y="975"/>
                </a:cubicBezTo>
                <a:moveTo>
                  <a:pt x="18902" y="16695"/>
                </a:moveTo>
                <a:cubicBezTo>
                  <a:pt x="18092" y="16695"/>
                  <a:pt x="17374" y="17026"/>
                  <a:pt x="16879" y="17540"/>
                </a:cubicBezTo>
                <a:lnTo>
                  <a:pt x="5253" y="11551"/>
                </a:lnTo>
                <a:cubicBezTo>
                  <a:pt x="5338" y="11314"/>
                  <a:pt x="5396" y="11064"/>
                  <a:pt x="5396" y="10800"/>
                </a:cubicBezTo>
                <a:cubicBezTo>
                  <a:pt x="5396" y="10536"/>
                  <a:pt x="5338" y="10286"/>
                  <a:pt x="5253" y="10048"/>
                </a:cubicBezTo>
                <a:lnTo>
                  <a:pt x="16879" y="4059"/>
                </a:lnTo>
                <a:cubicBezTo>
                  <a:pt x="17373" y="4574"/>
                  <a:pt x="18092" y="4905"/>
                  <a:pt x="18902" y="4905"/>
                </a:cubicBezTo>
                <a:cubicBezTo>
                  <a:pt x="20392" y="4905"/>
                  <a:pt x="21600" y="3807"/>
                  <a:pt x="21600" y="2452"/>
                </a:cubicBezTo>
                <a:cubicBezTo>
                  <a:pt x="21600" y="1098"/>
                  <a:pt x="20392" y="0"/>
                  <a:pt x="18902" y="0"/>
                </a:cubicBezTo>
                <a:cubicBezTo>
                  <a:pt x="17412" y="0"/>
                  <a:pt x="16204" y="1098"/>
                  <a:pt x="16204" y="2452"/>
                </a:cubicBezTo>
                <a:cubicBezTo>
                  <a:pt x="16204" y="2716"/>
                  <a:pt x="16262" y="2966"/>
                  <a:pt x="16347" y="3204"/>
                </a:cubicBezTo>
                <a:lnTo>
                  <a:pt x="4722" y="9193"/>
                </a:lnTo>
                <a:cubicBezTo>
                  <a:pt x="4227" y="8679"/>
                  <a:pt x="3509" y="8347"/>
                  <a:pt x="2698" y="8347"/>
                </a:cubicBezTo>
                <a:cubicBezTo>
                  <a:pt x="1208" y="8347"/>
                  <a:pt x="0" y="9445"/>
                  <a:pt x="0" y="10800"/>
                </a:cubicBezTo>
                <a:cubicBezTo>
                  <a:pt x="0" y="12155"/>
                  <a:pt x="1208" y="13253"/>
                  <a:pt x="2698" y="13253"/>
                </a:cubicBezTo>
                <a:cubicBezTo>
                  <a:pt x="3509" y="13253"/>
                  <a:pt x="4227" y="12921"/>
                  <a:pt x="4722" y="12406"/>
                </a:cubicBezTo>
                <a:lnTo>
                  <a:pt x="16347" y="18395"/>
                </a:lnTo>
                <a:cubicBezTo>
                  <a:pt x="16262" y="18633"/>
                  <a:pt x="16204" y="18883"/>
                  <a:pt x="16204" y="19147"/>
                </a:cubicBezTo>
                <a:cubicBezTo>
                  <a:pt x="16204" y="20502"/>
                  <a:pt x="17412" y="21600"/>
                  <a:pt x="18902" y="21600"/>
                </a:cubicBezTo>
                <a:cubicBezTo>
                  <a:pt x="20392" y="21600"/>
                  <a:pt x="21600" y="20502"/>
                  <a:pt x="21600" y="19147"/>
                </a:cubicBezTo>
                <a:cubicBezTo>
                  <a:pt x="21600" y="17792"/>
                  <a:pt x="20392" y="16695"/>
                  <a:pt x="18902" y="16695"/>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8" name="Shape 2856">
            <a:extLst>
              <a:ext uri="{FF2B5EF4-FFF2-40B4-BE49-F238E27FC236}">
                <a16:creationId xmlns:a16="http://schemas.microsoft.com/office/drawing/2014/main" id="{990CBB9E-A1F6-E8CA-CAA4-6C6D503415F2}"/>
              </a:ext>
            </a:extLst>
          </p:cNvPr>
          <p:cNvSpPr/>
          <p:nvPr/>
        </p:nvSpPr>
        <p:spPr>
          <a:xfrm>
            <a:off x="3537616" y="3745106"/>
            <a:ext cx="279464" cy="279353"/>
          </a:xfrm>
          <a:custGeom>
            <a:avLst/>
            <a:gdLst/>
            <a:ahLst/>
            <a:cxnLst>
              <a:cxn ang="0">
                <a:pos x="wd2" y="hd2"/>
              </a:cxn>
              <a:cxn ang="5400000">
                <a:pos x="wd2" y="hd2"/>
              </a:cxn>
              <a:cxn ang="10800000">
                <a:pos x="wd2" y="hd2"/>
              </a:cxn>
              <a:cxn ang="16200000">
                <a:pos x="wd2" y="hd2"/>
              </a:cxn>
            </a:cxnLst>
            <a:rect l="0" t="0" r="r" b="b"/>
            <a:pathLst>
              <a:path w="21600" h="21600" extrusionOk="0">
                <a:moveTo>
                  <a:pt x="12375" y="14735"/>
                </a:moveTo>
                <a:cubicBezTo>
                  <a:pt x="12008" y="15178"/>
                  <a:pt x="11621" y="15531"/>
                  <a:pt x="11226" y="15783"/>
                </a:cubicBezTo>
                <a:cubicBezTo>
                  <a:pt x="10834" y="16035"/>
                  <a:pt x="10421" y="16209"/>
                  <a:pt x="10002" y="16302"/>
                </a:cubicBezTo>
                <a:cubicBezTo>
                  <a:pt x="9027" y="16517"/>
                  <a:pt x="8105" y="16493"/>
                  <a:pt x="7342" y="16179"/>
                </a:cubicBezTo>
                <a:cubicBezTo>
                  <a:pt x="6912" y="16003"/>
                  <a:pt x="6537" y="15755"/>
                  <a:pt x="6227" y="15442"/>
                </a:cubicBezTo>
                <a:cubicBezTo>
                  <a:pt x="5915" y="15129"/>
                  <a:pt x="5669" y="14758"/>
                  <a:pt x="5493" y="14340"/>
                </a:cubicBezTo>
                <a:cubicBezTo>
                  <a:pt x="5317" y="13924"/>
                  <a:pt x="5228" y="13459"/>
                  <a:pt x="5228" y="12958"/>
                </a:cubicBezTo>
                <a:cubicBezTo>
                  <a:pt x="5228" y="12161"/>
                  <a:pt x="5386" y="11302"/>
                  <a:pt x="5698" y="10406"/>
                </a:cubicBezTo>
                <a:cubicBezTo>
                  <a:pt x="6010" y="9509"/>
                  <a:pt x="6454" y="8665"/>
                  <a:pt x="7018" y="7900"/>
                </a:cubicBezTo>
                <a:cubicBezTo>
                  <a:pt x="7579" y="7140"/>
                  <a:pt x="8265" y="6498"/>
                  <a:pt x="9058" y="5993"/>
                </a:cubicBezTo>
                <a:cubicBezTo>
                  <a:pt x="9839" y="5496"/>
                  <a:pt x="10706" y="5245"/>
                  <a:pt x="11636" y="5245"/>
                </a:cubicBezTo>
                <a:cubicBezTo>
                  <a:pt x="12014" y="5245"/>
                  <a:pt x="12413" y="5288"/>
                  <a:pt x="12821" y="5373"/>
                </a:cubicBezTo>
                <a:cubicBezTo>
                  <a:pt x="13224" y="5457"/>
                  <a:pt x="13613" y="5599"/>
                  <a:pt x="13978" y="5795"/>
                </a:cubicBezTo>
                <a:cubicBezTo>
                  <a:pt x="14337" y="5989"/>
                  <a:pt x="14658" y="6246"/>
                  <a:pt x="14931" y="6561"/>
                </a:cubicBezTo>
                <a:cubicBezTo>
                  <a:pt x="15189" y="6858"/>
                  <a:pt x="15389" y="7238"/>
                  <a:pt x="15526" y="7692"/>
                </a:cubicBezTo>
                <a:lnTo>
                  <a:pt x="13353" y="13035"/>
                </a:lnTo>
                <a:cubicBezTo>
                  <a:pt x="13072" y="13720"/>
                  <a:pt x="12743" y="14292"/>
                  <a:pt x="12375" y="14735"/>
                </a:cubicBezTo>
                <a:moveTo>
                  <a:pt x="20215" y="16108"/>
                </a:moveTo>
                <a:cubicBezTo>
                  <a:pt x="19749" y="16741"/>
                  <a:pt x="19196" y="17344"/>
                  <a:pt x="18569" y="17900"/>
                </a:cubicBezTo>
                <a:cubicBezTo>
                  <a:pt x="17943" y="18456"/>
                  <a:pt x="17242" y="18946"/>
                  <a:pt x="16484" y="19359"/>
                </a:cubicBezTo>
                <a:cubicBezTo>
                  <a:pt x="15729" y="19770"/>
                  <a:pt x="14914" y="20096"/>
                  <a:pt x="14064" y="20327"/>
                </a:cubicBezTo>
                <a:cubicBezTo>
                  <a:pt x="13217" y="20556"/>
                  <a:pt x="12316" y="20673"/>
                  <a:pt x="11388" y="20673"/>
                </a:cubicBezTo>
                <a:cubicBezTo>
                  <a:pt x="9991" y="20673"/>
                  <a:pt x="8647" y="20458"/>
                  <a:pt x="7393" y="20036"/>
                </a:cubicBezTo>
                <a:cubicBezTo>
                  <a:pt x="6143" y="19615"/>
                  <a:pt x="5029" y="18981"/>
                  <a:pt x="4083" y="18149"/>
                </a:cubicBezTo>
                <a:cubicBezTo>
                  <a:pt x="3138" y="17320"/>
                  <a:pt x="2378" y="16274"/>
                  <a:pt x="1823" y="15041"/>
                </a:cubicBezTo>
                <a:cubicBezTo>
                  <a:pt x="1269" y="13809"/>
                  <a:pt x="989" y="12357"/>
                  <a:pt x="989" y="10727"/>
                </a:cubicBezTo>
                <a:cubicBezTo>
                  <a:pt x="989" y="9370"/>
                  <a:pt x="1254" y="8086"/>
                  <a:pt x="1777" y="6911"/>
                </a:cubicBezTo>
                <a:cubicBezTo>
                  <a:pt x="2301" y="5736"/>
                  <a:pt x="3037" y="4693"/>
                  <a:pt x="3964" y="3814"/>
                </a:cubicBezTo>
                <a:cubicBezTo>
                  <a:pt x="4892" y="2933"/>
                  <a:pt x="6002" y="2230"/>
                  <a:pt x="7264" y="1722"/>
                </a:cubicBezTo>
                <a:cubicBezTo>
                  <a:pt x="8526" y="1215"/>
                  <a:pt x="9914" y="958"/>
                  <a:pt x="11388" y="958"/>
                </a:cubicBezTo>
                <a:cubicBezTo>
                  <a:pt x="12700" y="958"/>
                  <a:pt x="13940" y="1156"/>
                  <a:pt x="15072" y="1549"/>
                </a:cubicBezTo>
                <a:cubicBezTo>
                  <a:pt x="16200" y="1942"/>
                  <a:pt x="17185" y="2497"/>
                  <a:pt x="17998" y="3203"/>
                </a:cubicBezTo>
                <a:cubicBezTo>
                  <a:pt x="18809" y="3906"/>
                  <a:pt x="19455" y="4765"/>
                  <a:pt x="19917" y="5754"/>
                </a:cubicBezTo>
                <a:cubicBezTo>
                  <a:pt x="20377" y="6743"/>
                  <a:pt x="20611" y="7843"/>
                  <a:pt x="20611" y="9023"/>
                </a:cubicBezTo>
                <a:cubicBezTo>
                  <a:pt x="20611" y="10070"/>
                  <a:pt x="20418" y="11059"/>
                  <a:pt x="20038" y="11962"/>
                </a:cubicBezTo>
                <a:cubicBezTo>
                  <a:pt x="19656" y="12869"/>
                  <a:pt x="19171" y="13663"/>
                  <a:pt x="18598" y="14320"/>
                </a:cubicBezTo>
                <a:cubicBezTo>
                  <a:pt x="18028" y="14976"/>
                  <a:pt x="17393" y="15502"/>
                  <a:pt x="16714" y="15880"/>
                </a:cubicBezTo>
                <a:cubicBezTo>
                  <a:pt x="16044" y="16255"/>
                  <a:pt x="15398" y="16444"/>
                  <a:pt x="14792" y="16444"/>
                </a:cubicBezTo>
                <a:cubicBezTo>
                  <a:pt x="14424" y="16444"/>
                  <a:pt x="14151" y="16374"/>
                  <a:pt x="13980" y="16235"/>
                </a:cubicBezTo>
                <a:cubicBezTo>
                  <a:pt x="13810" y="16098"/>
                  <a:pt x="13710" y="15916"/>
                  <a:pt x="13675" y="15677"/>
                </a:cubicBezTo>
                <a:cubicBezTo>
                  <a:pt x="13638" y="15420"/>
                  <a:pt x="13667" y="15109"/>
                  <a:pt x="13764" y="14754"/>
                </a:cubicBezTo>
                <a:cubicBezTo>
                  <a:pt x="13864" y="14385"/>
                  <a:pt x="14007" y="13983"/>
                  <a:pt x="14190" y="13556"/>
                </a:cubicBezTo>
                <a:lnTo>
                  <a:pt x="17729" y="4845"/>
                </a:lnTo>
                <a:lnTo>
                  <a:pt x="16677" y="4845"/>
                </a:lnTo>
                <a:lnTo>
                  <a:pt x="16026" y="6544"/>
                </a:lnTo>
                <a:cubicBezTo>
                  <a:pt x="15715" y="5890"/>
                  <a:pt x="15207" y="5363"/>
                  <a:pt x="14512" y="4972"/>
                </a:cubicBezTo>
                <a:cubicBezTo>
                  <a:pt x="13703" y="4517"/>
                  <a:pt x="12777" y="4287"/>
                  <a:pt x="11759" y="4287"/>
                </a:cubicBezTo>
                <a:cubicBezTo>
                  <a:pt x="10637" y="4287"/>
                  <a:pt x="9596" y="4568"/>
                  <a:pt x="8663" y="5121"/>
                </a:cubicBezTo>
                <a:cubicBezTo>
                  <a:pt x="7739" y="5669"/>
                  <a:pt x="6940" y="6381"/>
                  <a:pt x="6289" y="7238"/>
                </a:cubicBezTo>
                <a:cubicBezTo>
                  <a:pt x="5641" y="8091"/>
                  <a:pt x="5132" y="9032"/>
                  <a:pt x="4777" y="10034"/>
                </a:cubicBezTo>
                <a:cubicBezTo>
                  <a:pt x="4420" y="11037"/>
                  <a:pt x="4240" y="12021"/>
                  <a:pt x="4240" y="12958"/>
                </a:cubicBezTo>
                <a:cubicBezTo>
                  <a:pt x="4240" y="13568"/>
                  <a:pt x="4354" y="14151"/>
                  <a:pt x="4579" y="14689"/>
                </a:cubicBezTo>
                <a:cubicBezTo>
                  <a:pt x="4804" y="15227"/>
                  <a:pt x="5113" y="15701"/>
                  <a:pt x="5499" y="16097"/>
                </a:cubicBezTo>
                <a:cubicBezTo>
                  <a:pt x="5887" y="16495"/>
                  <a:pt x="6354" y="16815"/>
                  <a:pt x="6889" y="17048"/>
                </a:cubicBezTo>
                <a:cubicBezTo>
                  <a:pt x="8063" y="17561"/>
                  <a:pt x="9489" y="17484"/>
                  <a:pt x="10904" y="17025"/>
                </a:cubicBezTo>
                <a:cubicBezTo>
                  <a:pt x="11562" y="16811"/>
                  <a:pt x="12160" y="16412"/>
                  <a:pt x="12689" y="15835"/>
                </a:cubicBezTo>
                <a:cubicBezTo>
                  <a:pt x="12715" y="16226"/>
                  <a:pt x="12874" y="16561"/>
                  <a:pt x="13164" y="16837"/>
                </a:cubicBezTo>
                <a:cubicBezTo>
                  <a:pt x="13559" y="17211"/>
                  <a:pt x="14086" y="17402"/>
                  <a:pt x="14731" y="17402"/>
                </a:cubicBezTo>
                <a:cubicBezTo>
                  <a:pt x="15501" y="17402"/>
                  <a:pt x="16307" y="17176"/>
                  <a:pt x="17124" y="16733"/>
                </a:cubicBezTo>
                <a:cubicBezTo>
                  <a:pt x="17934" y="16294"/>
                  <a:pt x="18680" y="15687"/>
                  <a:pt x="19342" y="14930"/>
                </a:cubicBezTo>
                <a:cubicBezTo>
                  <a:pt x="20001" y="14176"/>
                  <a:pt x="20548" y="13284"/>
                  <a:pt x="20967" y="12281"/>
                </a:cubicBezTo>
                <a:cubicBezTo>
                  <a:pt x="21387" y="11274"/>
                  <a:pt x="21600" y="10178"/>
                  <a:pt x="21600" y="9023"/>
                </a:cubicBezTo>
                <a:cubicBezTo>
                  <a:pt x="21600" y="7651"/>
                  <a:pt x="21328" y="6389"/>
                  <a:pt x="20793" y="5274"/>
                </a:cubicBezTo>
                <a:cubicBezTo>
                  <a:pt x="20258" y="4158"/>
                  <a:pt x="19518" y="3199"/>
                  <a:pt x="18594" y="2422"/>
                </a:cubicBezTo>
                <a:cubicBezTo>
                  <a:pt x="17672" y="1647"/>
                  <a:pt x="16579" y="1043"/>
                  <a:pt x="15346" y="627"/>
                </a:cubicBezTo>
                <a:cubicBezTo>
                  <a:pt x="14116" y="211"/>
                  <a:pt x="12784" y="0"/>
                  <a:pt x="11388" y="0"/>
                </a:cubicBezTo>
                <a:cubicBezTo>
                  <a:pt x="9845" y="0"/>
                  <a:pt x="8365" y="271"/>
                  <a:pt x="6989" y="805"/>
                </a:cubicBezTo>
                <a:cubicBezTo>
                  <a:pt x="5612" y="1340"/>
                  <a:pt x="4389" y="2093"/>
                  <a:pt x="3356" y="3045"/>
                </a:cubicBezTo>
                <a:cubicBezTo>
                  <a:pt x="2321" y="3996"/>
                  <a:pt x="1495" y="5137"/>
                  <a:pt x="899" y="6436"/>
                </a:cubicBezTo>
                <a:cubicBezTo>
                  <a:pt x="302" y="7737"/>
                  <a:pt x="0" y="9181"/>
                  <a:pt x="0" y="10727"/>
                </a:cubicBezTo>
                <a:cubicBezTo>
                  <a:pt x="0" y="12605"/>
                  <a:pt x="334" y="14252"/>
                  <a:pt x="993" y="15622"/>
                </a:cubicBezTo>
                <a:cubicBezTo>
                  <a:pt x="1652" y="16992"/>
                  <a:pt x="2528" y="18134"/>
                  <a:pt x="3595" y="19018"/>
                </a:cubicBezTo>
                <a:cubicBezTo>
                  <a:pt x="4661" y="19900"/>
                  <a:pt x="5890" y="20559"/>
                  <a:pt x="7249" y="20975"/>
                </a:cubicBezTo>
                <a:cubicBezTo>
                  <a:pt x="8601" y="21390"/>
                  <a:pt x="9994" y="21600"/>
                  <a:pt x="11388" y="21600"/>
                </a:cubicBezTo>
                <a:cubicBezTo>
                  <a:pt x="12348" y="21600"/>
                  <a:pt x="13317" y="21474"/>
                  <a:pt x="14267" y="21228"/>
                </a:cubicBezTo>
                <a:cubicBezTo>
                  <a:pt x="15214" y="20981"/>
                  <a:pt x="16128" y="20624"/>
                  <a:pt x="16983" y="20169"/>
                </a:cubicBezTo>
                <a:cubicBezTo>
                  <a:pt x="17839" y="19713"/>
                  <a:pt x="18642" y="19152"/>
                  <a:pt x="19372" y="18499"/>
                </a:cubicBezTo>
                <a:cubicBezTo>
                  <a:pt x="20104" y="17845"/>
                  <a:pt x="20729" y="17110"/>
                  <a:pt x="21232" y="16316"/>
                </a:cubicBezTo>
                <a:lnTo>
                  <a:pt x="21411" y="16033"/>
                </a:lnTo>
                <a:lnTo>
                  <a:pt x="20270" y="16033"/>
                </a:lnTo>
                <a:cubicBezTo>
                  <a:pt x="20270" y="16033"/>
                  <a:pt x="20215" y="16108"/>
                  <a:pt x="20215" y="16108"/>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69" name="Shape 2857">
            <a:extLst>
              <a:ext uri="{FF2B5EF4-FFF2-40B4-BE49-F238E27FC236}">
                <a16:creationId xmlns:a16="http://schemas.microsoft.com/office/drawing/2014/main" id="{62B1EEE3-4ADC-46AE-C5F2-3EE6ECCB0744}"/>
              </a:ext>
            </a:extLst>
          </p:cNvPr>
          <p:cNvSpPr/>
          <p:nvPr/>
        </p:nvSpPr>
        <p:spPr>
          <a:xfrm>
            <a:off x="4070877" y="37451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8429" y="14128"/>
                </a:moveTo>
                <a:cubicBezTo>
                  <a:pt x="17041" y="13430"/>
                  <a:pt x="15777" y="12523"/>
                  <a:pt x="14684" y="11440"/>
                </a:cubicBezTo>
                <a:cubicBezTo>
                  <a:pt x="15214" y="10618"/>
                  <a:pt x="15664" y="9739"/>
                  <a:pt x="16034" y="8820"/>
                </a:cubicBezTo>
                <a:cubicBezTo>
                  <a:pt x="16089" y="8826"/>
                  <a:pt x="16143" y="8836"/>
                  <a:pt x="16200" y="8836"/>
                </a:cubicBezTo>
                <a:cubicBezTo>
                  <a:pt x="17013" y="8836"/>
                  <a:pt x="17673" y="8177"/>
                  <a:pt x="17673" y="7364"/>
                </a:cubicBezTo>
                <a:cubicBezTo>
                  <a:pt x="17673" y="6787"/>
                  <a:pt x="17339" y="6294"/>
                  <a:pt x="16856" y="6052"/>
                </a:cubicBezTo>
                <a:cubicBezTo>
                  <a:pt x="17033" y="5170"/>
                  <a:pt x="17144" y="4264"/>
                  <a:pt x="17167" y="3336"/>
                </a:cubicBezTo>
                <a:cubicBezTo>
                  <a:pt x="19277" y="5136"/>
                  <a:pt x="20618" y="7809"/>
                  <a:pt x="20618" y="10800"/>
                </a:cubicBezTo>
                <a:cubicBezTo>
                  <a:pt x="20618" y="11764"/>
                  <a:pt x="20469" y="12689"/>
                  <a:pt x="20209" y="13568"/>
                </a:cubicBezTo>
                <a:cubicBezTo>
                  <a:pt x="19628" y="13783"/>
                  <a:pt x="19034" y="13971"/>
                  <a:pt x="18429" y="14128"/>
                </a:cubicBezTo>
                <a:moveTo>
                  <a:pt x="10800" y="20618"/>
                </a:moveTo>
                <a:cubicBezTo>
                  <a:pt x="8406" y="20618"/>
                  <a:pt x="6213" y="19759"/>
                  <a:pt x="4509" y="18335"/>
                </a:cubicBezTo>
                <a:cubicBezTo>
                  <a:pt x="6552" y="17934"/>
                  <a:pt x="8450" y="17135"/>
                  <a:pt x="10128" y="16031"/>
                </a:cubicBezTo>
                <a:cubicBezTo>
                  <a:pt x="10330" y="16135"/>
                  <a:pt x="10556" y="16200"/>
                  <a:pt x="10800" y="16200"/>
                </a:cubicBezTo>
                <a:cubicBezTo>
                  <a:pt x="11273" y="16200"/>
                  <a:pt x="11689" y="15973"/>
                  <a:pt x="11959" y="15627"/>
                </a:cubicBezTo>
                <a:cubicBezTo>
                  <a:pt x="12547" y="15680"/>
                  <a:pt x="13142" y="15709"/>
                  <a:pt x="13745" y="15709"/>
                </a:cubicBezTo>
                <a:cubicBezTo>
                  <a:pt x="15323" y="15709"/>
                  <a:pt x="16852" y="15508"/>
                  <a:pt x="18322" y="15156"/>
                </a:cubicBezTo>
                <a:cubicBezTo>
                  <a:pt x="18660" y="15317"/>
                  <a:pt x="18998" y="15480"/>
                  <a:pt x="19350" y="15618"/>
                </a:cubicBezTo>
                <a:cubicBezTo>
                  <a:pt x="17665" y="18601"/>
                  <a:pt x="14470" y="20618"/>
                  <a:pt x="10800" y="20618"/>
                </a:cubicBezTo>
                <a:moveTo>
                  <a:pt x="3539" y="17392"/>
                </a:moveTo>
                <a:cubicBezTo>
                  <a:pt x="3476" y="16840"/>
                  <a:pt x="3436" y="16279"/>
                  <a:pt x="3436" y="15709"/>
                </a:cubicBezTo>
                <a:cubicBezTo>
                  <a:pt x="3436" y="14763"/>
                  <a:pt x="3536" y="13842"/>
                  <a:pt x="3707" y="12946"/>
                </a:cubicBezTo>
                <a:cubicBezTo>
                  <a:pt x="5455" y="13988"/>
                  <a:pt x="7377" y="14767"/>
                  <a:pt x="9421" y="15226"/>
                </a:cubicBezTo>
                <a:cubicBezTo>
                  <a:pt x="9431" y="15253"/>
                  <a:pt x="9436" y="15282"/>
                  <a:pt x="9447" y="15308"/>
                </a:cubicBezTo>
                <a:cubicBezTo>
                  <a:pt x="7724" y="16421"/>
                  <a:pt x="5761" y="17193"/>
                  <a:pt x="3643" y="17506"/>
                </a:cubicBezTo>
                <a:cubicBezTo>
                  <a:pt x="3608" y="17469"/>
                  <a:pt x="3573" y="17430"/>
                  <a:pt x="3539" y="17392"/>
                </a:cubicBezTo>
                <a:moveTo>
                  <a:pt x="3075" y="11369"/>
                </a:moveTo>
                <a:cubicBezTo>
                  <a:pt x="2361" y="10869"/>
                  <a:pt x="1683" y="10321"/>
                  <a:pt x="1046" y="9729"/>
                </a:cubicBezTo>
                <a:cubicBezTo>
                  <a:pt x="1528" y="5299"/>
                  <a:pt x="4955" y="1762"/>
                  <a:pt x="9331" y="1104"/>
                </a:cubicBezTo>
                <a:cubicBezTo>
                  <a:pt x="9335" y="1629"/>
                  <a:pt x="9363" y="2148"/>
                  <a:pt x="9417" y="2660"/>
                </a:cubicBezTo>
                <a:cubicBezTo>
                  <a:pt x="8572" y="3227"/>
                  <a:pt x="7787" y="3879"/>
                  <a:pt x="7069" y="4596"/>
                </a:cubicBezTo>
                <a:cubicBezTo>
                  <a:pt x="6863" y="4486"/>
                  <a:pt x="6632" y="4418"/>
                  <a:pt x="6382" y="4418"/>
                </a:cubicBezTo>
                <a:cubicBezTo>
                  <a:pt x="5569" y="4418"/>
                  <a:pt x="4909" y="5078"/>
                  <a:pt x="4909" y="5891"/>
                </a:cubicBezTo>
                <a:cubicBezTo>
                  <a:pt x="4909" y="6236"/>
                  <a:pt x="5033" y="6549"/>
                  <a:pt x="5231" y="6800"/>
                </a:cubicBezTo>
                <a:cubicBezTo>
                  <a:pt x="4279" y="8179"/>
                  <a:pt x="3550" y="9719"/>
                  <a:pt x="3075" y="11369"/>
                </a:cubicBezTo>
                <a:moveTo>
                  <a:pt x="2466" y="15973"/>
                </a:moveTo>
                <a:cubicBezTo>
                  <a:pt x="1563" y="14521"/>
                  <a:pt x="1025" y="12821"/>
                  <a:pt x="989" y="10995"/>
                </a:cubicBezTo>
                <a:cubicBezTo>
                  <a:pt x="1570" y="11492"/>
                  <a:pt x="2180" y="11955"/>
                  <a:pt x="2817" y="12383"/>
                </a:cubicBezTo>
                <a:cubicBezTo>
                  <a:pt x="2585" y="13456"/>
                  <a:pt x="2455" y="14567"/>
                  <a:pt x="2455" y="15709"/>
                </a:cubicBezTo>
                <a:cubicBezTo>
                  <a:pt x="2455" y="15798"/>
                  <a:pt x="2464" y="15885"/>
                  <a:pt x="2466" y="15973"/>
                </a:cubicBezTo>
                <a:moveTo>
                  <a:pt x="13428" y="11540"/>
                </a:moveTo>
                <a:cubicBezTo>
                  <a:pt x="12907" y="12264"/>
                  <a:pt x="12315" y="12931"/>
                  <a:pt x="11674" y="13548"/>
                </a:cubicBezTo>
                <a:cubicBezTo>
                  <a:pt x="11429" y="13366"/>
                  <a:pt x="11129" y="13255"/>
                  <a:pt x="10800" y="13255"/>
                </a:cubicBezTo>
                <a:cubicBezTo>
                  <a:pt x="10166" y="13255"/>
                  <a:pt x="9631" y="13657"/>
                  <a:pt x="9423" y="14218"/>
                </a:cubicBezTo>
                <a:cubicBezTo>
                  <a:pt x="7455" y="13751"/>
                  <a:pt x="5607" y="12973"/>
                  <a:pt x="3936" y="11937"/>
                </a:cubicBezTo>
                <a:cubicBezTo>
                  <a:pt x="4379" y="10266"/>
                  <a:pt x="5100" y="8708"/>
                  <a:pt x="6060" y="7326"/>
                </a:cubicBezTo>
                <a:cubicBezTo>
                  <a:pt x="6164" y="7349"/>
                  <a:pt x="6271" y="7364"/>
                  <a:pt x="6382" y="7364"/>
                </a:cubicBezTo>
                <a:cubicBezTo>
                  <a:pt x="7195" y="7364"/>
                  <a:pt x="7855" y="6704"/>
                  <a:pt x="7855" y="5891"/>
                </a:cubicBezTo>
                <a:cubicBezTo>
                  <a:pt x="7855" y="5688"/>
                  <a:pt x="7813" y="5493"/>
                  <a:pt x="7739" y="5317"/>
                </a:cubicBezTo>
                <a:cubicBezTo>
                  <a:pt x="8307" y="4747"/>
                  <a:pt x="8920" y="4221"/>
                  <a:pt x="9575" y="3749"/>
                </a:cubicBezTo>
                <a:cubicBezTo>
                  <a:pt x="10104" y="6723"/>
                  <a:pt x="11479" y="9397"/>
                  <a:pt x="13428" y="11540"/>
                </a:cubicBezTo>
                <a:moveTo>
                  <a:pt x="10800" y="982"/>
                </a:moveTo>
                <a:cubicBezTo>
                  <a:pt x="11347" y="982"/>
                  <a:pt x="11881" y="1038"/>
                  <a:pt x="12403" y="1125"/>
                </a:cubicBezTo>
                <a:cubicBezTo>
                  <a:pt x="11696" y="1400"/>
                  <a:pt x="11005" y="1707"/>
                  <a:pt x="10354" y="2081"/>
                </a:cubicBezTo>
                <a:cubicBezTo>
                  <a:pt x="10328" y="1726"/>
                  <a:pt x="10311" y="1368"/>
                  <a:pt x="10310" y="1007"/>
                </a:cubicBezTo>
                <a:cubicBezTo>
                  <a:pt x="10474" y="999"/>
                  <a:pt x="10635" y="982"/>
                  <a:pt x="10800" y="982"/>
                </a:cubicBezTo>
                <a:moveTo>
                  <a:pt x="14120" y="12262"/>
                </a:moveTo>
                <a:cubicBezTo>
                  <a:pt x="14982" y="13097"/>
                  <a:pt x="15950" y="13819"/>
                  <a:pt x="16986" y="14440"/>
                </a:cubicBezTo>
                <a:cubicBezTo>
                  <a:pt x="15933" y="14626"/>
                  <a:pt x="14852" y="14727"/>
                  <a:pt x="13745" y="14727"/>
                </a:cubicBezTo>
                <a:cubicBezTo>
                  <a:pt x="13246" y="14727"/>
                  <a:pt x="12754" y="14702"/>
                  <a:pt x="12265" y="14664"/>
                </a:cubicBezTo>
                <a:cubicBezTo>
                  <a:pt x="12259" y="14569"/>
                  <a:pt x="12250" y="14475"/>
                  <a:pt x="12229" y="14385"/>
                </a:cubicBezTo>
                <a:cubicBezTo>
                  <a:pt x="12921" y="13737"/>
                  <a:pt x="13555" y="13027"/>
                  <a:pt x="14120" y="12262"/>
                </a:cubicBezTo>
                <a:moveTo>
                  <a:pt x="16188" y="2597"/>
                </a:moveTo>
                <a:cubicBezTo>
                  <a:pt x="16191" y="2713"/>
                  <a:pt x="16200" y="2828"/>
                  <a:pt x="16200" y="2945"/>
                </a:cubicBezTo>
                <a:cubicBezTo>
                  <a:pt x="16200" y="3967"/>
                  <a:pt x="16092" y="4962"/>
                  <a:pt x="15894" y="5924"/>
                </a:cubicBezTo>
                <a:cubicBezTo>
                  <a:pt x="15227" y="6065"/>
                  <a:pt x="14727" y="6656"/>
                  <a:pt x="14727" y="7364"/>
                </a:cubicBezTo>
                <a:cubicBezTo>
                  <a:pt x="14727" y="7765"/>
                  <a:pt x="14888" y="8127"/>
                  <a:pt x="15149" y="8393"/>
                </a:cubicBezTo>
                <a:cubicBezTo>
                  <a:pt x="14827" y="9199"/>
                  <a:pt x="14443" y="9973"/>
                  <a:pt x="13991" y="10701"/>
                </a:cubicBezTo>
                <a:cubicBezTo>
                  <a:pt x="12159" y="8620"/>
                  <a:pt x="10894" y="6025"/>
                  <a:pt x="10469" y="3152"/>
                </a:cubicBezTo>
                <a:cubicBezTo>
                  <a:pt x="11590" y="2463"/>
                  <a:pt x="12813" y="1934"/>
                  <a:pt x="14106" y="1565"/>
                </a:cubicBezTo>
                <a:cubicBezTo>
                  <a:pt x="14844" y="1829"/>
                  <a:pt x="15544" y="2173"/>
                  <a:pt x="16188" y="2597"/>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0" name="Shape 2858">
            <a:extLst>
              <a:ext uri="{FF2B5EF4-FFF2-40B4-BE49-F238E27FC236}">
                <a16:creationId xmlns:a16="http://schemas.microsoft.com/office/drawing/2014/main" id="{63F7F484-8451-7B35-D61E-98CEBAE27F3E}"/>
              </a:ext>
            </a:extLst>
          </p:cNvPr>
          <p:cNvSpPr/>
          <p:nvPr/>
        </p:nvSpPr>
        <p:spPr>
          <a:xfrm>
            <a:off x="4629531" y="37451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4909"/>
                </a:moveTo>
                <a:cubicBezTo>
                  <a:pt x="5498" y="4909"/>
                  <a:pt x="1200" y="4030"/>
                  <a:pt x="1200" y="2945"/>
                </a:cubicBezTo>
                <a:cubicBezTo>
                  <a:pt x="1200" y="1861"/>
                  <a:pt x="5498" y="982"/>
                  <a:pt x="10800" y="982"/>
                </a:cubicBezTo>
                <a:cubicBezTo>
                  <a:pt x="16102" y="982"/>
                  <a:pt x="20400" y="1861"/>
                  <a:pt x="20400" y="2945"/>
                </a:cubicBezTo>
                <a:cubicBezTo>
                  <a:pt x="20400" y="4030"/>
                  <a:pt x="16102" y="4909"/>
                  <a:pt x="10800" y="4909"/>
                </a:cubicBezTo>
                <a:moveTo>
                  <a:pt x="20400" y="6873"/>
                </a:moveTo>
                <a:cubicBezTo>
                  <a:pt x="20400" y="7957"/>
                  <a:pt x="16102" y="8836"/>
                  <a:pt x="10800" y="8836"/>
                </a:cubicBezTo>
                <a:cubicBezTo>
                  <a:pt x="5498" y="8836"/>
                  <a:pt x="1200" y="7957"/>
                  <a:pt x="1200" y="6873"/>
                </a:cubicBezTo>
                <a:lnTo>
                  <a:pt x="1200" y="4291"/>
                </a:lnTo>
                <a:cubicBezTo>
                  <a:pt x="2993" y="5240"/>
                  <a:pt x="6615" y="5891"/>
                  <a:pt x="10800" y="5891"/>
                </a:cubicBezTo>
                <a:cubicBezTo>
                  <a:pt x="14986" y="5891"/>
                  <a:pt x="18607" y="5240"/>
                  <a:pt x="20400" y="4291"/>
                </a:cubicBezTo>
                <a:cubicBezTo>
                  <a:pt x="20400" y="4291"/>
                  <a:pt x="20400" y="6873"/>
                  <a:pt x="20400" y="6873"/>
                </a:cubicBezTo>
                <a:close/>
                <a:moveTo>
                  <a:pt x="10800" y="10800"/>
                </a:moveTo>
                <a:cubicBezTo>
                  <a:pt x="5498" y="10800"/>
                  <a:pt x="1200" y="9921"/>
                  <a:pt x="1200" y="8836"/>
                </a:cubicBezTo>
                <a:cubicBezTo>
                  <a:pt x="1200" y="8672"/>
                  <a:pt x="1309" y="8514"/>
                  <a:pt x="1494" y="8362"/>
                </a:cubicBezTo>
                <a:cubicBezTo>
                  <a:pt x="3370" y="9232"/>
                  <a:pt x="6830" y="9818"/>
                  <a:pt x="10800" y="9818"/>
                </a:cubicBezTo>
                <a:cubicBezTo>
                  <a:pt x="14770" y="9818"/>
                  <a:pt x="18230" y="9232"/>
                  <a:pt x="20106" y="8362"/>
                </a:cubicBezTo>
                <a:cubicBezTo>
                  <a:pt x="20291" y="8514"/>
                  <a:pt x="20400" y="8672"/>
                  <a:pt x="20400" y="8836"/>
                </a:cubicBezTo>
                <a:cubicBezTo>
                  <a:pt x="20400" y="9921"/>
                  <a:pt x="16102" y="10800"/>
                  <a:pt x="10800" y="10800"/>
                </a:cubicBezTo>
                <a:moveTo>
                  <a:pt x="20400" y="12764"/>
                </a:moveTo>
                <a:cubicBezTo>
                  <a:pt x="20400" y="13848"/>
                  <a:pt x="16102" y="14727"/>
                  <a:pt x="10800" y="14727"/>
                </a:cubicBezTo>
                <a:cubicBezTo>
                  <a:pt x="5498" y="14727"/>
                  <a:pt x="1200" y="13848"/>
                  <a:pt x="1200" y="12764"/>
                </a:cubicBezTo>
                <a:lnTo>
                  <a:pt x="1200" y="10182"/>
                </a:lnTo>
                <a:cubicBezTo>
                  <a:pt x="2993" y="11131"/>
                  <a:pt x="6615" y="11782"/>
                  <a:pt x="10800" y="11782"/>
                </a:cubicBezTo>
                <a:cubicBezTo>
                  <a:pt x="14986" y="11782"/>
                  <a:pt x="18607" y="11131"/>
                  <a:pt x="20400" y="10182"/>
                </a:cubicBezTo>
                <a:cubicBezTo>
                  <a:pt x="20400" y="10182"/>
                  <a:pt x="20400" y="12764"/>
                  <a:pt x="20400" y="12764"/>
                </a:cubicBezTo>
                <a:close/>
                <a:moveTo>
                  <a:pt x="10800" y="16691"/>
                </a:moveTo>
                <a:cubicBezTo>
                  <a:pt x="5498" y="16691"/>
                  <a:pt x="1200" y="15812"/>
                  <a:pt x="1200" y="14727"/>
                </a:cubicBezTo>
                <a:cubicBezTo>
                  <a:pt x="1200" y="14563"/>
                  <a:pt x="1309" y="14405"/>
                  <a:pt x="1494" y="14253"/>
                </a:cubicBezTo>
                <a:cubicBezTo>
                  <a:pt x="3370" y="15123"/>
                  <a:pt x="6830" y="15709"/>
                  <a:pt x="10800" y="15709"/>
                </a:cubicBezTo>
                <a:cubicBezTo>
                  <a:pt x="14770" y="15709"/>
                  <a:pt x="18230" y="15123"/>
                  <a:pt x="20106" y="14253"/>
                </a:cubicBezTo>
                <a:cubicBezTo>
                  <a:pt x="20291" y="14405"/>
                  <a:pt x="20400" y="14563"/>
                  <a:pt x="20400" y="14727"/>
                </a:cubicBezTo>
                <a:cubicBezTo>
                  <a:pt x="20400" y="15812"/>
                  <a:pt x="16102" y="16691"/>
                  <a:pt x="10800" y="16691"/>
                </a:cubicBezTo>
                <a:moveTo>
                  <a:pt x="20400" y="18655"/>
                </a:moveTo>
                <a:cubicBezTo>
                  <a:pt x="20400" y="19739"/>
                  <a:pt x="16102" y="20618"/>
                  <a:pt x="10800" y="20618"/>
                </a:cubicBezTo>
                <a:cubicBezTo>
                  <a:pt x="5498" y="20618"/>
                  <a:pt x="1200" y="19739"/>
                  <a:pt x="1200" y="18655"/>
                </a:cubicBezTo>
                <a:lnTo>
                  <a:pt x="1200" y="16073"/>
                </a:lnTo>
                <a:cubicBezTo>
                  <a:pt x="2993" y="17022"/>
                  <a:pt x="6615" y="17673"/>
                  <a:pt x="10800" y="17673"/>
                </a:cubicBezTo>
                <a:cubicBezTo>
                  <a:pt x="14986" y="17673"/>
                  <a:pt x="18607" y="17022"/>
                  <a:pt x="20400" y="16073"/>
                </a:cubicBezTo>
                <a:cubicBezTo>
                  <a:pt x="20400" y="16073"/>
                  <a:pt x="20400" y="18655"/>
                  <a:pt x="20400" y="18655"/>
                </a:cubicBezTo>
                <a:close/>
                <a:moveTo>
                  <a:pt x="21600" y="2945"/>
                </a:moveTo>
                <a:cubicBezTo>
                  <a:pt x="21600" y="1319"/>
                  <a:pt x="16765" y="0"/>
                  <a:pt x="10800" y="0"/>
                </a:cubicBezTo>
                <a:cubicBezTo>
                  <a:pt x="4835" y="0"/>
                  <a:pt x="0" y="1319"/>
                  <a:pt x="0" y="2945"/>
                </a:cubicBezTo>
                <a:lnTo>
                  <a:pt x="0" y="6873"/>
                </a:lnTo>
                <a:cubicBezTo>
                  <a:pt x="0" y="7218"/>
                  <a:pt x="229" y="7547"/>
                  <a:pt x="628" y="7855"/>
                </a:cubicBezTo>
                <a:cubicBezTo>
                  <a:pt x="229" y="8162"/>
                  <a:pt x="0" y="8492"/>
                  <a:pt x="0" y="8836"/>
                </a:cubicBezTo>
                <a:lnTo>
                  <a:pt x="0" y="12764"/>
                </a:lnTo>
                <a:cubicBezTo>
                  <a:pt x="0" y="13109"/>
                  <a:pt x="229" y="13438"/>
                  <a:pt x="628" y="13745"/>
                </a:cubicBezTo>
                <a:cubicBezTo>
                  <a:pt x="229" y="14053"/>
                  <a:pt x="0" y="14383"/>
                  <a:pt x="0" y="14727"/>
                </a:cubicBezTo>
                <a:lnTo>
                  <a:pt x="0" y="18655"/>
                </a:lnTo>
                <a:cubicBezTo>
                  <a:pt x="0" y="20281"/>
                  <a:pt x="4835" y="21600"/>
                  <a:pt x="10800" y="21600"/>
                </a:cubicBezTo>
                <a:cubicBezTo>
                  <a:pt x="16765" y="21600"/>
                  <a:pt x="21600" y="20281"/>
                  <a:pt x="21600" y="18655"/>
                </a:cubicBezTo>
                <a:lnTo>
                  <a:pt x="21600" y="14727"/>
                </a:lnTo>
                <a:cubicBezTo>
                  <a:pt x="21600" y="14383"/>
                  <a:pt x="21371" y="14053"/>
                  <a:pt x="20972" y="13745"/>
                </a:cubicBezTo>
                <a:cubicBezTo>
                  <a:pt x="21371" y="13438"/>
                  <a:pt x="21600" y="13109"/>
                  <a:pt x="21600" y="12764"/>
                </a:cubicBezTo>
                <a:lnTo>
                  <a:pt x="21600" y="8836"/>
                </a:lnTo>
                <a:cubicBezTo>
                  <a:pt x="21600" y="8492"/>
                  <a:pt x="21371" y="8162"/>
                  <a:pt x="20972" y="7855"/>
                </a:cubicBezTo>
                <a:cubicBezTo>
                  <a:pt x="21371" y="7547"/>
                  <a:pt x="21600" y="7218"/>
                  <a:pt x="21600" y="6873"/>
                </a:cubicBezTo>
                <a:cubicBezTo>
                  <a:pt x="21600" y="6873"/>
                  <a:pt x="21600" y="2945"/>
                  <a:pt x="21600" y="2945"/>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1" name="Shape 2859">
            <a:extLst>
              <a:ext uri="{FF2B5EF4-FFF2-40B4-BE49-F238E27FC236}">
                <a16:creationId xmlns:a16="http://schemas.microsoft.com/office/drawing/2014/main" id="{8EAC1C37-8FF8-152B-9EDB-DEAC44BFF3B6}"/>
              </a:ext>
            </a:extLst>
          </p:cNvPr>
          <p:cNvSpPr/>
          <p:nvPr/>
        </p:nvSpPr>
        <p:spPr>
          <a:xfrm>
            <a:off x="5137399" y="37451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5929" y="7018"/>
                </a:moveTo>
                <a:cubicBezTo>
                  <a:pt x="15539" y="7246"/>
                  <a:pt x="15108" y="7411"/>
                  <a:pt x="14650" y="7500"/>
                </a:cubicBezTo>
                <a:cubicBezTo>
                  <a:pt x="14282" y="7114"/>
                  <a:pt x="13759" y="6874"/>
                  <a:pt x="13179" y="6874"/>
                </a:cubicBezTo>
                <a:cubicBezTo>
                  <a:pt x="12067" y="6874"/>
                  <a:pt x="11165" y="7762"/>
                  <a:pt x="11165" y="8856"/>
                </a:cubicBezTo>
                <a:cubicBezTo>
                  <a:pt x="11165" y="9011"/>
                  <a:pt x="11183" y="9162"/>
                  <a:pt x="11217" y="9308"/>
                </a:cubicBezTo>
                <a:cubicBezTo>
                  <a:pt x="9543" y="9225"/>
                  <a:pt x="8059" y="8436"/>
                  <a:pt x="7065" y="7236"/>
                </a:cubicBezTo>
                <a:cubicBezTo>
                  <a:pt x="6892" y="7530"/>
                  <a:pt x="6793" y="7869"/>
                  <a:pt x="6793" y="8233"/>
                </a:cubicBezTo>
                <a:cubicBezTo>
                  <a:pt x="6793" y="8921"/>
                  <a:pt x="7148" y="9528"/>
                  <a:pt x="7689" y="9883"/>
                </a:cubicBezTo>
                <a:cubicBezTo>
                  <a:pt x="7359" y="9873"/>
                  <a:pt x="7048" y="9784"/>
                  <a:pt x="6776" y="9635"/>
                </a:cubicBezTo>
                <a:cubicBezTo>
                  <a:pt x="6776" y="9644"/>
                  <a:pt x="6776" y="9651"/>
                  <a:pt x="6776" y="9660"/>
                </a:cubicBezTo>
                <a:cubicBezTo>
                  <a:pt x="6776" y="10621"/>
                  <a:pt x="7471" y="11422"/>
                  <a:pt x="8392" y="11604"/>
                </a:cubicBezTo>
                <a:cubicBezTo>
                  <a:pt x="8223" y="11650"/>
                  <a:pt x="8045" y="11673"/>
                  <a:pt x="7861" y="11673"/>
                </a:cubicBezTo>
                <a:cubicBezTo>
                  <a:pt x="7732" y="11673"/>
                  <a:pt x="7605" y="11661"/>
                  <a:pt x="7483" y="11638"/>
                </a:cubicBezTo>
                <a:cubicBezTo>
                  <a:pt x="7739" y="12426"/>
                  <a:pt x="8483" y="12999"/>
                  <a:pt x="9364" y="13015"/>
                </a:cubicBezTo>
                <a:cubicBezTo>
                  <a:pt x="8674" y="13547"/>
                  <a:pt x="7806" y="13863"/>
                  <a:pt x="6862" y="13863"/>
                </a:cubicBezTo>
                <a:cubicBezTo>
                  <a:pt x="6699" y="13863"/>
                  <a:pt x="6540" y="13855"/>
                  <a:pt x="6382" y="13837"/>
                </a:cubicBezTo>
                <a:cubicBezTo>
                  <a:pt x="7274" y="14398"/>
                  <a:pt x="8332" y="14727"/>
                  <a:pt x="9470" y="14727"/>
                </a:cubicBezTo>
                <a:cubicBezTo>
                  <a:pt x="13175" y="14727"/>
                  <a:pt x="15201" y="11706"/>
                  <a:pt x="15201" y="9086"/>
                </a:cubicBezTo>
                <a:cubicBezTo>
                  <a:pt x="15201" y="9000"/>
                  <a:pt x="15199" y="8915"/>
                  <a:pt x="15195" y="8830"/>
                </a:cubicBezTo>
                <a:cubicBezTo>
                  <a:pt x="15588" y="8550"/>
                  <a:pt x="15930" y="8201"/>
                  <a:pt x="16200" y="7804"/>
                </a:cubicBezTo>
                <a:cubicBezTo>
                  <a:pt x="15839" y="7961"/>
                  <a:pt x="15451" y="8067"/>
                  <a:pt x="15043" y="8115"/>
                </a:cubicBezTo>
                <a:cubicBezTo>
                  <a:pt x="15459" y="7870"/>
                  <a:pt x="15778" y="7482"/>
                  <a:pt x="15929" y="70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2" name="Shape 2860">
            <a:extLst>
              <a:ext uri="{FF2B5EF4-FFF2-40B4-BE49-F238E27FC236}">
                <a16:creationId xmlns:a16="http://schemas.microsoft.com/office/drawing/2014/main" id="{93A4855E-21AF-4211-3BA4-23D5175CC5CA}"/>
              </a:ext>
            </a:extLst>
          </p:cNvPr>
          <p:cNvSpPr/>
          <p:nvPr/>
        </p:nvSpPr>
        <p:spPr>
          <a:xfrm>
            <a:off x="5670660" y="37451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4" y="7858"/>
                </a:lnTo>
                <a:lnTo>
                  <a:pt x="13244" y="6381"/>
                </a:lnTo>
                <a:lnTo>
                  <a:pt x="11938" y="6381"/>
                </a:lnTo>
                <a:cubicBezTo>
                  <a:pt x="10369"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3" name="Shape 2861">
            <a:extLst>
              <a:ext uri="{FF2B5EF4-FFF2-40B4-BE49-F238E27FC236}">
                <a16:creationId xmlns:a16="http://schemas.microsoft.com/office/drawing/2014/main" id="{CC73CE86-43A0-2265-E25E-DF94547E2170}"/>
              </a:ext>
            </a:extLst>
          </p:cNvPr>
          <p:cNvSpPr/>
          <p:nvPr/>
        </p:nvSpPr>
        <p:spPr>
          <a:xfrm>
            <a:off x="6242012" y="26785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4" name="Shape 2862">
            <a:extLst>
              <a:ext uri="{FF2B5EF4-FFF2-40B4-BE49-F238E27FC236}">
                <a16:creationId xmlns:a16="http://schemas.microsoft.com/office/drawing/2014/main" id="{EAC28E84-256F-4C5A-7EFF-F58D4C4F8350}"/>
              </a:ext>
            </a:extLst>
          </p:cNvPr>
          <p:cNvSpPr/>
          <p:nvPr/>
        </p:nvSpPr>
        <p:spPr>
          <a:xfrm>
            <a:off x="6775273" y="26785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0672" y="6382"/>
                </a:moveTo>
                <a:cubicBezTo>
                  <a:pt x="10464" y="6409"/>
                  <a:pt x="10255" y="6435"/>
                  <a:pt x="10045" y="6460"/>
                </a:cubicBezTo>
                <a:cubicBezTo>
                  <a:pt x="9652" y="6558"/>
                  <a:pt x="9223" y="6650"/>
                  <a:pt x="8905" y="6836"/>
                </a:cubicBezTo>
                <a:cubicBezTo>
                  <a:pt x="8055" y="7333"/>
                  <a:pt x="7467" y="7913"/>
                  <a:pt x="7073" y="8856"/>
                </a:cubicBezTo>
                <a:cubicBezTo>
                  <a:pt x="7009" y="9009"/>
                  <a:pt x="7007" y="9157"/>
                  <a:pt x="6960" y="9326"/>
                </a:cubicBezTo>
                <a:cubicBezTo>
                  <a:pt x="6658" y="10425"/>
                  <a:pt x="7194" y="11563"/>
                  <a:pt x="7844" y="11956"/>
                </a:cubicBezTo>
                <a:cubicBezTo>
                  <a:pt x="7969" y="12032"/>
                  <a:pt x="8254" y="12166"/>
                  <a:pt x="8358" y="11987"/>
                </a:cubicBezTo>
                <a:cubicBezTo>
                  <a:pt x="8416" y="11889"/>
                  <a:pt x="8403" y="11758"/>
                  <a:pt x="8439" y="11643"/>
                </a:cubicBezTo>
                <a:cubicBezTo>
                  <a:pt x="8462" y="11568"/>
                  <a:pt x="8536" y="11425"/>
                  <a:pt x="8519" y="11330"/>
                </a:cubicBezTo>
                <a:cubicBezTo>
                  <a:pt x="8490" y="11170"/>
                  <a:pt x="8318" y="11068"/>
                  <a:pt x="8246" y="10939"/>
                </a:cubicBezTo>
                <a:cubicBezTo>
                  <a:pt x="8099" y="10677"/>
                  <a:pt x="8092" y="10444"/>
                  <a:pt x="8020" y="10093"/>
                </a:cubicBezTo>
                <a:cubicBezTo>
                  <a:pt x="8026" y="10046"/>
                  <a:pt x="8031" y="9999"/>
                  <a:pt x="8037" y="9952"/>
                </a:cubicBezTo>
                <a:cubicBezTo>
                  <a:pt x="8058" y="9559"/>
                  <a:pt x="8124" y="9276"/>
                  <a:pt x="8246" y="8997"/>
                </a:cubicBezTo>
                <a:cubicBezTo>
                  <a:pt x="8601" y="8177"/>
                  <a:pt x="9172" y="7720"/>
                  <a:pt x="10094" y="7447"/>
                </a:cubicBezTo>
                <a:cubicBezTo>
                  <a:pt x="10300" y="7386"/>
                  <a:pt x="10882" y="7288"/>
                  <a:pt x="11187" y="7353"/>
                </a:cubicBezTo>
                <a:cubicBezTo>
                  <a:pt x="11369" y="7385"/>
                  <a:pt x="11551" y="7415"/>
                  <a:pt x="11733" y="7447"/>
                </a:cubicBezTo>
                <a:cubicBezTo>
                  <a:pt x="12393" y="7655"/>
                  <a:pt x="12874" y="8038"/>
                  <a:pt x="13131" y="8637"/>
                </a:cubicBezTo>
                <a:cubicBezTo>
                  <a:pt x="13292" y="9010"/>
                  <a:pt x="13339" y="9724"/>
                  <a:pt x="13227" y="10203"/>
                </a:cubicBezTo>
                <a:cubicBezTo>
                  <a:pt x="13174" y="10429"/>
                  <a:pt x="13183" y="10624"/>
                  <a:pt x="13115" y="10829"/>
                </a:cubicBezTo>
                <a:cubicBezTo>
                  <a:pt x="12865" y="11589"/>
                  <a:pt x="12498" y="12293"/>
                  <a:pt x="11668" y="12488"/>
                </a:cubicBezTo>
                <a:cubicBezTo>
                  <a:pt x="11121" y="12618"/>
                  <a:pt x="10711" y="12284"/>
                  <a:pt x="10576" y="11941"/>
                </a:cubicBezTo>
                <a:cubicBezTo>
                  <a:pt x="10538" y="11846"/>
                  <a:pt x="10474" y="11677"/>
                  <a:pt x="10512" y="11518"/>
                </a:cubicBezTo>
                <a:cubicBezTo>
                  <a:pt x="10656" y="10901"/>
                  <a:pt x="10865" y="10349"/>
                  <a:pt x="11026" y="9733"/>
                </a:cubicBezTo>
                <a:cubicBezTo>
                  <a:pt x="11179" y="9146"/>
                  <a:pt x="10888" y="8683"/>
                  <a:pt x="10431" y="8575"/>
                </a:cubicBezTo>
                <a:cubicBezTo>
                  <a:pt x="9863" y="8439"/>
                  <a:pt x="9424" y="8966"/>
                  <a:pt x="9274" y="9310"/>
                </a:cubicBezTo>
                <a:cubicBezTo>
                  <a:pt x="9155" y="9584"/>
                  <a:pt x="9083" y="10089"/>
                  <a:pt x="9177" y="10453"/>
                </a:cubicBezTo>
                <a:cubicBezTo>
                  <a:pt x="9207" y="10569"/>
                  <a:pt x="9347" y="10878"/>
                  <a:pt x="9322" y="10986"/>
                </a:cubicBezTo>
                <a:cubicBezTo>
                  <a:pt x="9213" y="11462"/>
                  <a:pt x="9088" y="11974"/>
                  <a:pt x="8953" y="12442"/>
                </a:cubicBezTo>
                <a:cubicBezTo>
                  <a:pt x="8812" y="12929"/>
                  <a:pt x="8736" y="13427"/>
                  <a:pt x="8599" y="13898"/>
                </a:cubicBezTo>
                <a:cubicBezTo>
                  <a:pt x="8536" y="14114"/>
                  <a:pt x="8539" y="14346"/>
                  <a:pt x="8487" y="14571"/>
                </a:cubicBezTo>
                <a:lnTo>
                  <a:pt x="8487" y="14900"/>
                </a:lnTo>
                <a:cubicBezTo>
                  <a:pt x="8440" y="15108"/>
                  <a:pt x="8475" y="15478"/>
                  <a:pt x="8519" y="15683"/>
                </a:cubicBezTo>
                <a:cubicBezTo>
                  <a:pt x="8547" y="15815"/>
                  <a:pt x="8502" y="15978"/>
                  <a:pt x="8567" y="16074"/>
                </a:cubicBezTo>
                <a:cubicBezTo>
                  <a:pt x="8568" y="16144"/>
                  <a:pt x="8577" y="16160"/>
                  <a:pt x="8599" y="16200"/>
                </a:cubicBezTo>
                <a:cubicBezTo>
                  <a:pt x="8800" y="16194"/>
                  <a:pt x="9078" y="15665"/>
                  <a:pt x="9177" y="15511"/>
                </a:cubicBezTo>
                <a:cubicBezTo>
                  <a:pt x="9369" y="15216"/>
                  <a:pt x="9546" y="14901"/>
                  <a:pt x="9692" y="14556"/>
                </a:cubicBezTo>
                <a:cubicBezTo>
                  <a:pt x="9823" y="14245"/>
                  <a:pt x="9844" y="13901"/>
                  <a:pt x="9949" y="13569"/>
                </a:cubicBezTo>
                <a:cubicBezTo>
                  <a:pt x="10025" y="13329"/>
                  <a:pt x="10133" y="13049"/>
                  <a:pt x="10158" y="12786"/>
                </a:cubicBezTo>
                <a:lnTo>
                  <a:pt x="10174" y="12786"/>
                </a:lnTo>
                <a:cubicBezTo>
                  <a:pt x="10216" y="12930"/>
                  <a:pt x="10367" y="13035"/>
                  <a:pt x="10480" y="13115"/>
                </a:cubicBezTo>
                <a:cubicBezTo>
                  <a:pt x="10833" y="13367"/>
                  <a:pt x="11441" y="13600"/>
                  <a:pt x="12102" y="13444"/>
                </a:cubicBezTo>
                <a:cubicBezTo>
                  <a:pt x="12850" y="13267"/>
                  <a:pt x="13446" y="12916"/>
                  <a:pt x="13838" y="12394"/>
                </a:cubicBezTo>
                <a:cubicBezTo>
                  <a:pt x="14127" y="12011"/>
                  <a:pt x="14345" y="11567"/>
                  <a:pt x="14513" y="11064"/>
                </a:cubicBezTo>
                <a:cubicBezTo>
                  <a:pt x="14596" y="10817"/>
                  <a:pt x="14613" y="10543"/>
                  <a:pt x="14674" y="10281"/>
                </a:cubicBezTo>
                <a:cubicBezTo>
                  <a:pt x="14827" y="9624"/>
                  <a:pt x="14623" y="8833"/>
                  <a:pt x="14433" y="8402"/>
                </a:cubicBezTo>
                <a:cubicBezTo>
                  <a:pt x="13856" y="7098"/>
                  <a:pt x="12630" y="6354"/>
                  <a:pt x="10672" y="63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5" name="Shape 2863">
            <a:extLst>
              <a:ext uri="{FF2B5EF4-FFF2-40B4-BE49-F238E27FC236}">
                <a16:creationId xmlns:a16="http://schemas.microsoft.com/office/drawing/2014/main" id="{2FB46CA6-A73A-D8C6-9766-0A5055A67E89}"/>
              </a:ext>
            </a:extLst>
          </p:cNvPr>
          <p:cNvSpPr/>
          <p:nvPr/>
        </p:nvSpPr>
        <p:spPr>
          <a:xfrm>
            <a:off x="7308534" y="26785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4281" y="6871"/>
                </a:moveTo>
                <a:cubicBezTo>
                  <a:pt x="12915" y="6830"/>
                  <a:pt x="11990" y="7537"/>
                  <a:pt x="11505" y="8992"/>
                </a:cubicBezTo>
                <a:cubicBezTo>
                  <a:pt x="11755" y="8897"/>
                  <a:pt x="11997" y="8849"/>
                  <a:pt x="12232" y="8849"/>
                </a:cubicBezTo>
                <a:cubicBezTo>
                  <a:pt x="12732" y="8849"/>
                  <a:pt x="12952" y="9108"/>
                  <a:pt x="12893" y="9624"/>
                </a:cubicBezTo>
                <a:cubicBezTo>
                  <a:pt x="12864" y="9937"/>
                  <a:pt x="12643" y="10393"/>
                  <a:pt x="12232" y="10991"/>
                </a:cubicBezTo>
                <a:cubicBezTo>
                  <a:pt x="11821" y="11589"/>
                  <a:pt x="11513" y="11888"/>
                  <a:pt x="11307" y="11888"/>
                </a:cubicBezTo>
                <a:cubicBezTo>
                  <a:pt x="11043" y="11888"/>
                  <a:pt x="10800" y="11426"/>
                  <a:pt x="10580" y="10502"/>
                </a:cubicBezTo>
                <a:cubicBezTo>
                  <a:pt x="10506" y="10230"/>
                  <a:pt x="10374" y="9536"/>
                  <a:pt x="10183" y="8421"/>
                </a:cubicBezTo>
                <a:cubicBezTo>
                  <a:pt x="10007" y="7388"/>
                  <a:pt x="9537" y="6905"/>
                  <a:pt x="8774" y="6973"/>
                </a:cubicBezTo>
                <a:cubicBezTo>
                  <a:pt x="8450" y="7000"/>
                  <a:pt x="7966" y="7272"/>
                  <a:pt x="7320" y="7789"/>
                </a:cubicBezTo>
                <a:cubicBezTo>
                  <a:pt x="6849" y="8183"/>
                  <a:pt x="6372" y="8577"/>
                  <a:pt x="5888" y="8972"/>
                </a:cubicBezTo>
                <a:lnTo>
                  <a:pt x="6350" y="9522"/>
                </a:lnTo>
                <a:cubicBezTo>
                  <a:pt x="6790" y="9237"/>
                  <a:pt x="7047" y="9094"/>
                  <a:pt x="7121" y="9094"/>
                </a:cubicBezTo>
                <a:cubicBezTo>
                  <a:pt x="7459" y="9094"/>
                  <a:pt x="7774" y="9583"/>
                  <a:pt x="8068" y="10562"/>
                </a:cubicBezTo>
                <a:cubicBezTo>
                  <a:pt x="8333" y="11460"/>
                  <a:pt x="8597" y="12358"/>
                  <a:pt x="8861" y="13255"/>
                </a:cubicBezTo>
                <a:cubicBezTo>
                  <a:pt x="9258" y="14234"/>
                  <a:pt x="9743" y="14723"/>
                  <a:pt x="10316" y="14723"/>
                </a:cubicBezTo>
                <a:cubicBezTo>
                  <a:pt x="11241" y="14723"/>
                  <a:pt x="12372" y="13921"/>
                  <a:pt x="13709" y="12317"/>
                </a:cubicBezTo>
                <a:cubicBezTo>
                  <a:pt x="15001" y="10780"/>
                  <a:pt x="15669" y="9570"/>
                  <a:pt x="15713" y="8686"/>
                </a:cubicBezTo>
                <a:cubicBezTo>
                  <a:pt x="15772" y="7503"/>
                  <a:pt x="15295" y="6898"/>
                  <a:pt x="14281" y="687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6" name="Shape 2864">
            <a:extLst>
              <a:ext uri="{FF2B5EF4-FFF2-40B4-BE49-F238E27FC236}">
                <a16:creationId xmlns:a16="http://schemas.microsoft.com/office/drawing/2014/main" id="{29578200-5EF3-BDE7-DDCB-F03176F376F6}"/>
              </a:ext>
            </a:extLst>
          </p:cNvPr>
          <p:cNvSpPr/>
          <p:nvPr/>
        </p:nvSpPr>
        <p:spPr>
          <a:xfrm>
            <a:off x="7841795" y="26785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725" y="7359"/>
                </a:moveTo>
                <a:lnTo>
                  <a:pt x="13743" y="7359"/>
                </a:lnTo>
                <a:lnTo>
                  <a:pt x="13743" y="8833"/>
                </a:lnTo>
                <a:lnTo>
                  <a:pt x="12265" y="8833"/>
                </a:lnTo>
                <a:lnTo>
                  <a:pt x="12265" y="9816"/>
                </a:lnTo>
                <a:lnTo>
                  <a:pt x="13743" y="9816"/>
                </a:lnTo>
                <a:lnTo>
                  <a:pt x="13743" y="11283"/>
                </a:lnTo>
                <a:lnTo>
                  <a:pt x="14725" y="11283"/>
                </a:lnTo>
                <a:lnTo>
                  <a:pt x="14725" y="9816"/>
                </a:lnTo>
                <a:lnTo>
                  <a:pt x="16205" y="9816"/>
                </a:lnTo>
                <a:lnTo>
                  <a:pt x="16205" y="8833"/>
                </a:lnTo>
                <a:lnTo>
                  <a:pt x="14725" y="8833"/>
                </a:lnTo>
                <a:cubicBezTo>
                  <a:pt x="14725" y="8833"/>
                  <a:pt x="14725" y="7359"/>
                  <a:pt x="14725" y="7359"/>
                </a:cubicBezTo>
                <a:close/>
                <a:moveTo>
                  <a:pt x="9321" y="13946"/>
                </a:moveTo>
                <a:cubicBezTo>
                  <a:pt x="8620" y="13946"/>
                  <a:pt x="8071" y="13495"/>
                  <a:pt x="8071" y="12919"/>
                </a:cubicBezTo>
                <a:cubicBezTo>
                  <a:pt x="8071" y="12392"/>
                  <a:pt x="8713" y="11929"/>
                  <a:pt x="9446" y="11929"/>
                </a:cubicBezTo>
                <a:lnTo>
                  <a:pt x="9446" y="11723"/>
                </a:lnTo>
                <a:lnTo>
                  <a:pt x="9447" y="11723"/>
                </a:lnTo>
                <a:lnTo>
                  <a:pt x="9465" y="11929"/>
                </a:lnTo>
                <a:cubicBezTo>
                  <a:pt x="9624" y="11930"/>
                  <a:pt x="9777" y="11954"/>
                  <a:pt x="9922" y="12000"/>
                </a:cubicBezTo>
                <a:lnTo>
                  <a:pt x="10067" y="12104"/>
                </a:lnTo>
                <a:cubicBezTo>
                  <a:pt x="10440" y="12371"/>
                  <a:pt x="10637" y="12521"/>
                  <a:pt x="10695" y="12764"/>
                </a:cubicBezTo>
                <a:cubicBezTo>
                  <a:pt x="10710" y="12827"/>
                  <a:pt x="10717" y="12891"/>
                  <a:pt x="10717" y="12954"/>
                </a:cubicBezTo>
                <a:cubicBezTo>
                  <a:pt x="10717" y="13612"/>
                  <a:pt x="10247" y="13946"/>
                  <a:pt x="9321" y="13946"/>
                </a:cubicBezTo>
                <a:moveTo>
                  <a:pt x="8542" y="8739"/>
                </a:moveTo>
                <a:cubicBezTo>
                  <a:pt x="8495" y="8362"/>
                  <a:pt x="8574" y="8014"/>
                  <a:pt x="8754" y="7806"/>
                </a:cubicBezTo>
                <a:cubicBezTo>
                  <a:pt x="8864" y="7680"/>
                  <a:pt x="9006" y="7613"/>
                  <a:pt x="9164" y="7613"/>
                </a:cubicBezTo>
                <a:lnTo>
                  <a:pt x="9164" y="7409"/>
                </a:lnTo>
                <a:lnTo>
                  <a:pt x="9182" y="7613"/>
                </a:lnTo>
                <a:cubicBezTo>
                  <a:pt x="9653" y="7628"/>
                  <a:pt x="10105" y="8185"/>
                  <a:pt x="10189" y="8855"/>
                </a:cubicBezTo>
                <a:cubicBezTo>
                  <a:pt x="10237" y="9239"/>
                  <a:pt x="10155" y="9596"/>
                  <a:pt x="9970" y="9809"/>
                </a:cubicBezTo>
                <a:cubicBezTo>
                  <a:pt x="9860" y="9935"/>
                  <a:pt x="9722" y="10002"/>
                  <a:pt x="9550" y="10001"/>
                </a:cubicBezTo>
                <a:lnTo>
                  <a:pt x="9549" y="10001"/>
                </a:lnTo>
                <a:cubicBezTo>
                  <a:pt x="9087" y="9988"/>
                  <a:pt x="8626" y="9409"/>
                  <a:pt x="8542" y="8739"/>
                </a:cubicBezTo>
                <a:moveTo>
                  <a:pt x="10838" y="11196"/>
                </a:moveTo>
                <a:cubicBezTo>
                  <a:pt x="10586" y="11009"/>
                  <a:pt x="10351" y="10732"/>
                  <a:pt x="10342" y="10646"/>
                </a:cubicBezTo>
                <a:cubicBezTo>
                  <a:pt x="10342" y="10499"/>
                  <a:pt x="10342" y="10431"/>
                  <a:pt x="10689" y="10148"/>
                </a:cubicBezTo>
                <a:cubicBezTo>
                  <a:pt x="11138" y="9780"/>
                  <a:pt x="11386" y="9295"/>
                  <a:pt x="11386" y="8784"/>
                </a:cubicBezTo>
                <a:cubicBezTo>
                  <a:pt x="11386" y="8342"/>
                  <a:pt x="11262" y="7947"/>
                  <a:pt x="11050" y="7659"/>
                </a:cubicBezTo>
                <a:lnTo>
                  <a:pt x="11238" y="7659"/>
                </a:lnTo>
                <a:lnTo>
                  <a:pt x="12276" y="6873"/>
                </a:lnTo>
                <a:lnTo>
                  <a:pt x="9463" y="6873"/>
                </a:lnTo>
                <a:cubicBezTo>
                  <a:pt x="8335" y="6873"/>
                  <a:pt x="7345" y="7759"/>
                  <a:pt x="7345" y="8769"/>
                </a:cubicBezTo>
                <a:cubicBezTo>
                  <a:pt x="7345" y="9812"/>
                  <a:pt x="8109" y="10605"/>
                  <a:pt x="9137" y="10648"/>
                </a:cubicBezTo>
                <a:cubicBezTo>
                  <a:pt x="9121" y="10722"/>
                  <a:pt x="9113" y="10795"/>
                  <a:pt x="9113" y="10868"/>
                </a:cubicBezTo>
                <a:cubicBezTo>
                  <a:pt x="9113" y="11018"/>
                  <a:pt x="9147" y="11162"/>
                  <a:pt x="9216" y="11300"/>
                </a:cubicBezTo>
                <a:cubicBezTo>
                  <a:pt x="7943" y="11309"/>
                  <a:pt x="6870" y="12161"/>
                  <a:pt x="6870" y="13167"/>
                </a:cubicBezTo>
                <a:cubicBezTo>
                  <a:pt x="6870" y="14071"/>
                  <a:pt x="7903" y="14727"/>
                  <a:pt x="9325" y="14727"/>
                </a:cubicBezTo>
                <a:cubicBezTo>
                  <a:pt x="10861" y="14727"/>
                  <a:pt x="11690" y="13766"/>
                  <a:pt x="11690" y="12860"/>
                </a:cubicBezTo>
                <a:cubicBezTo>
                  <a:pt x="11690" y="12108"/>
                  <a:pt x="11459" y="11656"/>
                  <a:pt x="10838" y="11196"/>
                </a:cubicBezTo>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5" y="21600"/>
                  <a:pt x="21600" y="16765"/>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7" name="Shape 2865">
            <a:extLst>
              <a:ext uri="{FF2B5EF4-FFF2-40B4-BE49-F238E27FC236}">
                <a16:creationId xmlns:a16="http://schemas.microsoft.com/office/drawing/2014/main" id="{60A1C0F6-9BE3-ED8D-7985-7916776BFD8D}"/>
              </a:ext>
            </a:extLst>
          </p:cNvPr>
          <p:cNvSpPr/>
          <p:nvPr/>
        </p:nvSpPr>
        <p:spPr>
          <a:xfrm>
            <a:off x="8375056" y="26785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8" name="Shape 2866">
            <a:extLst>
              <a:ext uri="{FF2B5EF4-FFF2-40B4-BE49-F238E27FC236}">
                <a16:creationId xmlns:a16="http://schemas.microsoft.com/office/drawing/2014/main" id="{354FF2F2-D6F6-26B0-601B-812B585C85A0}"/>
              </a:ext>
            </a:extLst>
          </p:cNvPr>
          <p:cNvSpPr/>
          <p:nvPr/>
        </p:nvSpPr>
        <p:spPr>
          <a:xfrm>
            <a:off x="8908317" y="26785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591" y="13291"/>
                </a:moveTo>
                <a:cubicBezTo>
                  <a:pt x="11452" y="13214"/>
                  <a:pt x="11342" y="13108"/>
                  <a:pt x="11291" y="12978"/>
                </a:cubicBezTo>
                <a:cubicBezTo>
                  <a:pt x="11284" y="12956"/>
                  <a:pt x="11290" y="10299"/>
                  <a:pt x="11290" y="10299"/>
                </a:cubicBezTo>
                <a:lnTo>
                  <a:pt x="13256" y="10299"/>
                </a:lnTo>
                <a:lnTo>
                  <a:pt x="13256" y="8836"/>
                </a:lnTo>
                <a:lnTo>
                  <a:pt x="11292" y="8836"/>
                </a:lnTo>
                <a:lnTo>
                  <a:pt x="11292" y="6873"/>
                </a:lnTo>
                <a:lnTo>
                  <a:pt x="10042" y="6879"/>
                </a:lnTo>
                <a:cubicBezTo>
                  <a:pt x="9988" y="7284"/>
                  <a:pt x="9891" y="7618"/>
                  <a:pt x="9750" y="7879"/>
                </a:cubicBezTo>
                <a:cubicBezTo>
                  <a:pt x="9608" y="8142"/>
                  <a:pt x="9420" y="8366"/>
                  <a:pt x="9187" y="8553"/>
                </a:cubicBezTo>
                <a:cubicBezTo>
                  <a:pt x="8953" y="8740"/>
                  <a:pt x="8672" y="8883"/>
                  <a:pt x="8344" y="8984"/>
                </a:cubicBezTo>
                <a:lnTo>
                  <a:pt x="8345" y="10309"/>
                </a:lnTo>
                <a:lnTo>
                  <a:pt x="9328" y="10299"/>
                </a:lnTo>
                <a:lnTo>
                  <a:pt x="9328" y="12846"/>
                </a:lnTo>
                <a:cubicBezTo>
                  <a:pt x="9328" y="13204"/>
                  <a:pt x="9369" y="13478"/>
                  <a:pt x="9448" y="13667"/>
                </a:cubicBezTo>
                <a:cubicBezTo>
                  <a:pt x="9528" y="13856"/>
                  <a:pt x="9671" y="14034"/>
                  <a:pt x="9879" y="14202"/>
                </a:cubicBezTo>
                <a:cubicBezTo>
                  <a:pt x="10086" y="14370"/>
                  <a:pt x="10336" y="14498"/>
                  <a:pt x="10629" y="14589"/>
                </a:cubicBezTo>
                <a:cubicBezTo>
                  <a:pt x="10922" y="14679"/>
                  <a:pt x="11238" y="14727"/>
                  <a:pt x="11620" y="14727"/>
                </a:cubicBezTo>
                <a:cubicBezTo>
                  <a:pt x="11955" y="14727"/>
                  <a:pt x="12228" y="14693"/>
                  <a:pt x="12517" y="14629"/>
                </a:cubicBezTo>
                <a:cubicBezTo>
                  <a:pt x="12806" y="14566"/>
                  <a:pt x="13221" y="14455"/>
                  <a:pt x="13578" y="14297"/>
                </a:cubicBezTo>
                <a:lnTo>
                  <a:pt x="13583" y="13091"/>
                </a:lnTo>
                <a:cubicBezTo>
                  <a:pt x="13165" y="13349"/>
                  <a:pt x="12648" y="13447"/>
                  <a:pt x="12225" y="13447"/>
                </a:cubicBezTo>
                <a:cubicBezTo>
                  <a:pt x="11987" y="13447"/>
                  <a:pt x="11776" y="13395"/>
                  <a:pt x="11591" y="132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79" name="Shape 2867">
            <a:extLst>
              <a:ext uri="{FF2B5EF4-FFF2-40B4-BE49-F238E27FC236}">
                <a16:creationId xmlns:a16="http://schemas.microsoft.com/office/drawing/2014/main" id="{250A63DF-CB2E-F412-5DE6-824CFEEEE74E}"/>
              </a:ext>
            </a:extLst>
          </p:cNvPr>
          <p:cNvSpPr/>
          <p:nvPr/>
        </p:nvSpPr>
        <p:spPr>
          <a:xfrm>
            <a:off x="9441578" y="26785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291" y="6986"/>
                </a:moveTo>
                <a:cubicBezTo>
                  <a:pt x="14241" y="6976"/>
                  <a:pt x="14187" y="6971"/>
                  <a:pt x="14134" y="6971"/>
                </a:cubicBezTo>
                <a:cubicBezTo>
                  <a:pt x="13808" y="6971"/>
                  <a:pt x="13598" y="7166"/>
                  <a:pt x="13572" y="7494"/>
                </a:cubicBezTo>
                <a:cubicBezTo>
                  <a:pt x="13242" y="11704"/>
                  <a:pt x="13044" y="12909"/>
                  <a:pt x="13042" y="12921"/>
                </a:cubicBezTo>
                <a:lnTo>
                  <a:pt x="13046" y="13020"/>
                </a:lnTo>
                <a:lnTo>
                  <a:pt x="13142" y="13032"/>
                </a:lnTo>
                <a:lnTo>
                  <a:pt x="13172" y="13032"/>
                </a:lnTo>
                <a:cubicBezTo>
                  <a:pt x="13281" y="13032"/>
                  <a:pt x="13386" y="13050"/>
                  <a:pt x="13473" y="13085"/>
                </a:cubicBezTo>
                <a:lnTo>
                  <a:pt x="13579" y="13126"/>
                </a:lnTo>
                <a:lnTo>
                  <a:pt x="13598" y="13012"/>
                </a:lnTo>
                <a:cubicBezTo>
                  <a:pt x="13837" y="11522"/>
                  <a:pt x="14296" y="9525"/>
                  <a:pt x="14542" y="8453"/>
                </a:cubicBezTo>
                <a:cubicBezTo>
                  <a:pt x="14618" y="8121"/>
                  <a:pt x="14675" y="7877"/>
                  <a:pt x="14698" y="7763"/>
                </a:cubicBezTo>
                <a:cubicBezTo>
                  <a:pt x="14745" y="7530"/>
                  <a:pt x="14724" y="7343"/>
                  <a:pt x="14637" y="7206"/>
                </a:cubicBezTo>
                <a:cubicBezTo>
                  <a:pt x="14563" y="7092"/>
                  <a:pt x="14447" y="7018"/>
                  <a:pt x="14291" y="6986"/>
                </a:cubicBezTo>
                <a:moveTo>
                  <a:pt x="13280" y="13606"/>
                </a:moveTo>
                <a:cubicBezTo>
                  <a:pt x="12921" y="13524"/>
                  <a:pt x="12660" y="13682"/>
                  <a:pt x="12569" y="14030"/>
                </a:cubicBezTo>
                <a:cubicBezTo>
                  <a:pt x="12528" y="14187"/>
                  <a:pt x="12550" y="14335"/>
                  <a:pt x="12631" y="14459"/>
                </a:cubicBezTo>
                <a:cubicBezTo>
                  <a:pt x="12706" y="14574"/>
                  <a:pt x="12831" y="14661"/>
                  <a:pt x="12982" y="14701"/>
                </a:cubicBezTo>
                <a:cubicBezTo>
                  <a:pt x="13045" y="14719"/>
                  <a:pt x="13109" y="14728"/>
                  <a:pt x="13172" y="14728"/>
                </a:cubicBezTo>
                <a:cubicBezTo>
                  <a:pt x="13438" y="14728"/>
                  <a:pt x="13639" y="14578"/>
                  <a:pt x="13698" y="14338"/>
                </a:cubicBezTo>
                <a:cubicBezTo>
                  <a:pt x="13741" y="14156"/>
                  <a:pt x="13722" y="13990"/>
                  <a:pt x="13643" y="13857"/>
                </a:cubicBezTo>
                <a:cubicBezTo>
                  <a:pt x="13567" y="13732"/>
                  <a:pt x="13439" y="13644"/>
                  <a:pt x="13280" y="13606"/>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3098" y="6884"/>
                </a:moveTo>
                <a:lnTo>
                  <a:pt x="12930" y="6884"/>
                </a:lnTo>
                <a:lnTo>
                  <a:pt x="12906" y="6887"/>
                </a:lnTo>
                <a:cubicBezTo>
                  <a:pt x="12646" y="6961"/>
                  <a:pt x="12244" y="6961"/>
                  <a:pt x="11983" y="6887"/>
                </a:cubicBezTo>
                <a:lnTo>
                  <a:pt x="11902" y="6884"/>
                </a:lnTo>
                <a:lnTo>
                  <a:pt x="9988" y="10156"/>
                </a:lnTo>
                <a:lnTo>
                  <a:pt x="8067" y="6873"/>
                </a:lnTo>
                <a:lnTo>
                  <a:pt x="8000" y="6891"/>
                </a:lnTo>
                <a:cubicBezTo>
                  <a:pt x="7739" y="6962"/>
                  <a:pt x="7347" y="6960"/>
                  <a:pt x="7088" y="6887"/>
                </a:cubicBezTo>
                <a:lnTo>
                  <a:pt x="6878" y="6884"/>
                </a:lnTo>
                <a:lnTo>
                  <a:pt x="9482" y="11392"/>
                </a:lnTo>
                <a:lnTo>
                  <a:pt x="9404" y="14626"/>
                </a:lnTo>
                <a:lnTo>
                  <a:pt x="9407" y="14722"/>
                </a:lnTo>
                <a:lnTo>
                  <a:pt x="9502" y="14722"/>
                </a:lnTo>
                <a:lnTo>
                  <a:pt x="9526" y="14719"/>
                </a:lnTo>
                <a:cubicBezTo>
                  <a:pt x="9786" y="14646"/>
                  <a:pt x="10190" y="14646"/>
                  <a:pt x="10449" y="14719"/>
                </a:cubicBezTo>
                <a:lnTo>
                  <a:pt x="10573" y="14722"/>
                </a:lnTo>
                <a:lnTo>
                  <a:pt x="10512" y="11391"/>
                </a:lnTo>
                <a:cubicBezTo>
                  <a:pt x="10600" y="11229"/>
                  <a:pt x="11150" y="10205"/>
                  <a:pt x="11738" y="9180"/>
                </a:cubicBezTo>
                <a:cubicBezTo>
                  <a:pt x="12342" y="8126"/>
                  <a:pt x="13008" y="7040"/>
                  <a:pt x="13015" y="7029"/>
                </a:cubicBezTo>
                <a:cubicBezTo>
                  <a:pt x="13015" y="7029"/>
                  <a:pt x="13098" y="6884"/>
                  <a:pt x="13098" y="6884"/>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0" name="Shape 2868">
            <a:extLst>
              <a:ext uri="{FF2B5EF4-FFF2-40B4-BE49-F238E27FC236}">
                <a16:creationId xmlns:a16="http://schemas.microsoft.com/office/drawing/2014/main" id="{B2FD6114-2F94-131C-9AAB-6CBC81060EFC}"/>
              </a:ext>
            </a:extLst>
          </p:cNvPr>
          <p:cNvSpPr/>
          <p:nvPr/>
        </p:nvSpPr>
        <p:spPr>
          <a:xfrm>
            <a:off x="9974839" y="26785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3062" y="5890"/>
                </a:moveTo>
                <a:lnTo>
                  <a:pt x="10786" y="7776"/>
                </a:lnTo>
                <a:lnTo>
                  <a:pt x="13925" y="9725"/>
                </a:lnTo>
                <a:lnTo>
                  <a:pt x="16200" y="7926"/>
                </a:lnTo>
                <a:cubicBezTo>
                  <a:pt x="16200" y="7926"/>
                  <a:pt x="13062" y="5890"/>
                  <a:pt x="13062" y="5890"/>
                </a:cubicBezTo>
                <a:close/>
                <a:moveTo>
                  <a:pt x="5400" y="8027"/>
                </a:moveTo>
                <a:lnTo>
                  <a:pt x="7647" y="9763"/>
                </a:lnTo>
                <a:lnTo>
                  <a:pt x="10786" y="7776"/>
                </a:lnTo>
                <a:lnTo>
                  <a:pt x="8630" y="5891"/>
                </a:lnTo>
                <a:cubicBezTo>
                  <a:pt x="8630" y="5891"/>
                  <a:pt x="5400" y="8027"/>
                  <a:pt x="5400" y="8027"/>
                </a:cubicBezTo>
                <a:close/>
                <a:moveTo>
                  <a:pt x="12965" y="14699"/>
                </a:moveTo>
                <a:lnTo>
                  <a:pt x="12958" y="14707"/>
                </a:lnTo>
                <a:lnTo>
                  <a:pt x="10801" y="13100"/>
                </a:lnTo>
                <a:lnTo>
                  <a:pt x="8731" y="14685"/>
                </a:lnTo>
                <a:lnTo>
                  <a:pt x="8712" y="14715"/>
                </a:lnTo>
                <a:lnTo>
                  <a:pt x="7571" y="14025"/>
                </a:lnTo>
                <a:lnTo>
                  <a:pt x="7571" y="14627"/>
                </a:lnTo>
                <a:lnTo>
                  <a:pt x="10799" y="16692"/>
                </a:lnTo>
                <a:lnTo>
                  <a:pt x="14000" y="14627"/>
                </a:lnTo>
                <a:lnTo>
                  <a:pt x="14000" y="14067"/>
                </a:lnTo>
                <a:lnTo>
                  <a:pt x="12965" y="14699"/>
                </a:lnTo>
                <a:cubicBezTo>
                  <a:pt x="12965" y="14699"/>
                  <a:pt x="12965" y="14699"/>
                  <a:pt x="12965" y="14699"/>
                </a:cubicBezTo>
                <a:close/>
                <a:moveTo>
                  <a:pt x="7642" y="9766"/>
                </a:moveTo>
                <a:lnTo>
                  <a:pt x="5404" y="11577"/>
                </a:lnTo>
                <a:lnTo>
                  <a:pt x="7350" y="12746"/>
                </a:lnTo>
                <a:lnTo>
                  <a:pt x="7351" y="12745"/>
                </a:lnTo>
                <a:lnTo>
                  <a:pt x="7775" y="13002"/>
                </a:lnTo>
                <a:lnTo>
                  <a:pt x="8631" y="13516"/>
                </a:lnTo>
                <a:lnTo>
                  <a:pt x="10063" y="12429"/>
                </a:lnTo>
                <a:lnTo>
                  <a:pt x="10780" y="11880"/>
                </a:lnTo>
                <a:lnTo>
                  <a:pt x="10782" y="11882"/>
                </a:lnTo>
                <a:lnTo>
                  <a:pt x="10786" y="11880"/>
                </a:lnTo>
                <a:lnTo>
                  <a:pt x="10798" y="11888"/>
                </a:lnTo>
                <a:lnTo>
                  <a:pt x="10805" y="11880"/>
                </a:lnTo>
                <a:lnTo>
                  <a:pt x="12509" y="13148"/>
                </a:lnTo>
                <a:lnTo>
                  <a:pt x="13007" y="13515"/>
                </a:lnTo>
                <a:lnTo>
                  <a:pt x="16198" y="11575"/>
                </a:lnTo>
                <a:lnTo>
                  <a:pt x="13925" y="9727"/>
                </a:lnTo>
                <a:lnTo>
                  <a:pt x="10788" y="11715"/>
                </a:lnTo>
                <a:cubicBezTo>
                  <a:pt x="10788" y="11715"/>
                  <a:pt x="7642" y="9766"/>
                  <a:pt x="7642" y="9766"/>
                </a:cubicBezTo>
                <a:close/>
                <a:moveTo>
                  <a:pt x="13925" y="9727"/>
                </a:moveTo>
                <a:lnTo>
                  <a:pt x="13925" y="9725"/>
                </a:lnTo>
                <a:lnTo>
                  <a:pt x="13925" y="9725"/>
                </a:lnTo>
                <a:lnTo>
                  <a:pt x="13924" y="9725"/>
                </a:lnTo>
                <a:cubicBezTo>
                  <a:pt x="13924" y="9725"/>
                  <a:pt x="13925" y="9727"/>
                  <a:pt x="13925" y="9727"/>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1" name="Shape 2869">
            <a:extLst>
              <a:ext uri="{FF2B5EF4-FFF2-40B4-BE49-F238E27FC236}">
                <a16:creationId xmlns:a16="http://schemas.microsoft.com/office/drawing/2014/main" id="{B794B6F1-0DE2-9C88-5C74-99410D9FB56B}"/>
              </a:ext>
            </a:extLst>
          </p:cNvPr>
          <p:cNvSpPr/>
          <p:nvPr/>
        </p:nvSpPr>
        <p:spPr>
          <a:xfrm>
            <a:off x="10508100" y="26785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727" y="13745"/>
                </a:moveTo>
                <a:cubicBezTo>
                  <a:pt x="14727" y="14287"/>
                  <a:pt x="14287" y="14727"/>
                  <a:pt x="13745" y="14727"/>
                </a:cubicBezTo>
                <a:lnTo>
                  <a:pt x="7855" y="14727"/>
                </a:lnTo>
                <a:cubicBezTo>
                  <a:pt x="7313" y="14727"/>
                  <a:pt x="6873" y="14287"/>
                  <a:pt x="6873" y="13745"/>
                </a:cubicBezTo>
                <a:lnTo>
                  <a:pt x="6873" y="10309"/>
                </a:lnTo>
                <a:lnTo>
                  <a:pt x="7904" y="10309"/>
                </a:lnTo>
                <a:cubicBezTo>
                  <a:pt x="7877" y="10470"/>
                  <a:pt x="7855" y="10632"/>
                  <a:pt x="7855" y="10800"/>
                </a:cubicBezTo>
                <a:cubicBezTo>
                  <a:pt x="7855" y="12427"/>
                  <a:pt x="9173" y="13745"/>
                  <a:pt x="10800" y="13745"/>
                </a:cubicBezTo>
                <a:cubicBezTo>
                  <a:pt x="12426" y="13745"/>
                  <a:pt x="13745" y="12427"/>
                  <a:pt x="13745" y="10800"/>
                </a:cubicBezTo>
                <a:cubicBezTo>
                  <a:pt x="13745" y="10632"/>
                  <a:pt x="13723" y="10470"/>
                  <a:pt x="13696" y="10309"/>
                </a:cubicBezTo>
                <a:lnTo>
                  <a:pt x="14727" y="10309"/>
                </a:lnTo>
                <a:cubicBezTo>
                  <a:pt x="14727" y="10309"/>
                  <a:pt x="14727" y="13745"/>
                  <a:pt x="14727" y="13745"/>
                </a:cubicBezTo>
                <a:close/>
                <a:moveTo>
                  <a:pt x="10800" y="8836"/>
                </a:moveTo>
                <a:cubicBezTo>
                  <a:pt x="11884" y="8836"/>
                  <a:pt x="12764" y="9716"/>
                  <a:pt x="12764" y="10800"/>
                </a:cubicBezTo>
                <a:cubicBezTo>
                  <a:pt x="12764" y="11884"/>
                  <a:pt x="11884" y="12764"/>
                  <a:pt x="10800" y="12764"/>
                </a:cubicBezTo>
                <a:cubicBezTo>
                  <a:pt x="9716" y="12764"/>
                  <a:pt x="8836" y="11884"/>
                  <a:pt x="8836" y="10800"/>
                </a:cubicBezTo>
                <a:cubicBezTo>
                  <a:pt x="8836" y="9716"/>
                  <a:pt x="9716" y="8836"/>
                  <a:pt x="10800" y="8836"/>
                </a:cubicBezTo>
                <a:moveTo>
                  <a:pt x="12764" y="7364"/>
                </a:moveTo>
                <a:lnTo>
                  <a:pt x="14236" y="7364"/>
                </a:lnTo>
                <a:lnTo>
                  <a:pt x="14236" y="8836"/>
                </a:lnTo>
                <a:lnTo>
                  <a:pt x="12764" y="8836"/>
                </a:lnTo>
                <a:cubicBezTo>
                  <a:pt x="12764" y="8836"/>
                  <a:pt x="12764" y="7364"/>
                  <a:pt x="12764" y="7364"/>
                </a:cubicBezTo>
                <a:close/>
                <a:moveTo>
                  <a:pt x="13745" y="5891"/>
                </a:moveTo>
                <a:lnTo>
                  <a:pt x="7855" y="5891"/>
                </a:lnTo>
                <a:cubicBezTo>
                  <a:pt x="6770" y="5891"/>
                  <a:pt x="5891" y="6770"/>
                  <a:pt x="5891" y="7855"/>
                </a:cubicBezTo>
                <a:lnTo>
                  <a:pt x="5891" y="13745"/>
                </a:lnTo>
                <a:cubicBezTo>
                  <a:pt x="5891" y="14830"/>
                  <a:pt x="6770" y="15709"/>
                  <a:pt x="7855" y="15709"/>
                </a:cubicBezTo>
                <a:lnTo>
                  <a:pt x="13745" y="15709"/>
                </a:lnTo>
                <a:cubicBezTo>
                  <a:pt x="14830" y="15709"/>
                  <a:pt x="15709" y="14830"/>
                  <a:pt x="15709" y="13745"/>
                </a:cubicBezTo>
                <a:lnTo>
                  <a:pt x="15709" y="7855"/>
                </a:lnTo>
                <a:cubicBezTo>
                  <a:pt x="15709" y="6770"/>
                  <a:pt x="14830" y="5891"/>
                  <a:pt x="13745" y="5891"/>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2" name="Shape 2870">
            <a:extLst>
              <a:ext uri="{FF2B5EF4-FFF2-40B4-BE49-F238E27FC236}">
                <a16:creationId xmlns:a16="http://schemas.microsoft.com/office/drawing/2014/main" id="{122C773D-FDF5-B3EE-15F3-FC569730AEA6}"/>
              </a:ext>
            </a:extLst>
          </p:cNvPr>
          <p:cNvSpPr/>
          <p:nvPr/>
        </p:nvSpPr>
        <p:spPr>
          <a:xfrm>
            <a:off x="11041361" y="2678584"/>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709" y="10800"/>
                </a:moveTo>
                <a:cubicBezTo>
                  <a:pt x="15709" y="12575"/>
                  <a:pt x="14764" y="14125"/>
                  <a:pt x="13353" y="14987"/>
                </a:cubicBezTo>
                <a:lnTo>
                  <a:pt x="14834" y="10707"/>
                </a:lnTo>
                <a:cubicBezTo>
                  <a:pt x="15118" y="9995"/>
                  <a:pt x="15213" y="9425"/>
                  <a:pt x="15213" y="8919"/>
                </a:cubicBezTo>
                <a:cubicBezTo>
                  <a:pt x="15213" y="8812"/>
                  <a:pt x="15201" y="8718"/>
                  <a:pt x="15194" y="8620"/>
                </a:cubicBezTo>
                <a:cubicBezTo>
                  <a:pt x="15521" y="9277"/>
                  <a:pt x="15709" y="10016"/>
                  <a:pt x="15709" y="10800"/>
                </a:cubicBezTo>
                <a:moveTo>
                  <a:pt x="11487" y="8460"/>
                </a:moveTo>
                <a:cubicBezTo>
                  <a:pt x="11788" y="8444"/>
                  <a:pt x="12059" y="8413"/>
                  <a:pt x="12059" y="8413"/>
                </a:cubicBezTo>
                <a:cubicBezTo>
                  <a:pt x="12328" y="8380"/>
                  <a:pt x="12296" y="7986"/>
                  <a:pt x="12027" y="8001"/>
                </a:cubicBezTo>
                <a:cubicBezTo>
                  <a:pt x="12027" y="8001"/>
                  <a:pt x="11219" y="8065"/>
                  <a:pt x="10697" y="8065"/>
                </a:cubicBezTo>
                <a:cubicBezTo>
                  <a:pt x="10206" y="8065"/>
                  <a:pt x="9382" y="8001"/>
                  <a:pt x="9382" y="8001"/>
                </a:cubicBezTo>
                <a:cubicBezTo>
                  <a:pt x="9113" y="7986"/>
                  <a:pt x="9082" y="8396"/>
                  <a:pt x="9351" y="8413"/>
                </a:cubicBezTo>
                <a:cubicBezTo>
                  <a:pt x="9351" y="8413"/>
                  <a:pt x="9605" y="8444"/>
                  <a:pt x="9874" y="8460"/>
                </a:cubicBezTo>
                <a:lnTo>
                  <a:pt x="10651" y="10590"/>
                </a:lnTo>
                <a:lnTo>
                  <a:pt x="9559" y="13866"/>
                </a:lnTo>
                <a:lnTo>
                  <a:pt x="7742" y="8460"/>
                </a:lnTo>
                <a:cubicBezTo>
                  <a:pt x="8042" y="8444"/>
                  <a:pt x="8313" y="8413"/>
                  <a:pt x="8313" y="8413"/>
                </a:cubicBezTo>
                <a:cubicBezTo>
                  <a:pt x="8581" y="8380"/>
                  <a:pt x="8550" y="7986"/>
                  <a:pt x="8281" y="8001"/>
                </a:cubicBezTo>
                <a:cubicBezTo>
                  <a:pt x="8281" y="8001"/>
                  <a:pt x="7473" y="8065"/>
                  <a:pt x="6951" y="8065"/>
                </a:cubicBezTo>
                <a:cubicBezTo>
                  <a:pt x="6885" y="8065"/>
                  <a:pt x="6805" y="8063"/>
                  <a:pt x="6726" y="8060"/>
                </a:cubicBezTo>
                <a:cubicBezTo>
                  <a:pt x="7608" y="6752"/>
                  <a:pt x="9103" y="5891"/>
                  <a:pt x="10800" y="5891"/>
                </a:cubicBezTo>
                <a:cubicBezTo>
                  <a:pt x="12045" y="5891"/>
                  <a:pt x="13178" y="6358"/>
                  <a:pt x="14044" y="7122"/>
                </a:cubicBezTo>
                <a:cubicBezTo>
                  <a:pt x="13590" y="7157"/>
                  <a:pt x="13299" y="7563"/>
                  <a:pt x="13299" y="8001"/>
                </a:cubicBezTo>
                <a:cubicBezTo>
                  <a:pt x="13299" y="8413"/>
                  <a:pt x="13505" y="8761"/>
                  <a:pt x="13758" y="9172"/>
                </a:cubicBezTo>
                <a:cubicBezTo>
                  <a:pt x="13948" y="9504"/>
                  <a:pt x="14169" y="9931"/>
                  <a:pt x="14169" y="10548"/>
                </a:cubicBezTo>
                <a:cubicBezTo>
                  <a:pt x="14169" y="10975"/>
                  <a:pt x="14005" y="11471"/>
                  <a:pt x="13790" y="12162"/>
                </a:cubicBezTo>
                <a:lnTo>
                  <a:pt x="13291" y="13825"/>
                </a:lnTo>
                <a:cubicBezTo>
                  <a:pt x="13291" y="13825"/>
                  <a:pt x="11487" y="8460"/>
                  <a:pt x="11487" y="8460"/>
                </a:cubicBezTo>
                <a:close/>
                <a:moveTo>
                  <a:pt x="10800" y="15709"/>
                </a:moveTo>
                <a:cubicBezTo>
                  <a:pt x="10320" y="15709"/>
                  <a:pt x="9857" y="15637"/>
                  <a:pt x="9417" y="15508"/>
                </a:cubicBezTo>
                <a:lnTo>
                  <a:pt x="10887" y="11237"/>
                </a:lnTo>
                <a:cubicBezTo>
                  <a:pt x="10887" y="11237"/>
                  <a:pt x="12211" y="14864"/>
                  <a:pt x="12426" y="15428"/>
                </a:cubicBezTo>
                <a:cubicBezTo>
                  <a:pt x="11916" y="15607"/>
                  <a:pt x="11370" y="15709"/>
                  <a:pt x="10800" y="15709"/>
                </a:cubicBezTo>
                <a:moveTo>
                  <a:pt x="5891" y="10800"/>
                </a:moveTo>
                <a:cubicBezTo>
                  <a:pt x="5891" y="10118"/>
                  <a:pt x="6030" y="9470"/>
                  <a:pt x="6281" y="8880"/>
                </a:cubicBezTo>
                <a:lnTo>
                  <a:pt x="8578" y="15174"/>
                </a:lnTo>
                <a:cubicBezTo>
                  <a:pt x="6985" y="14362"/>
                  <a:pt x="5891" y="12711"/>
                  <a:pt x="5891" y="10800"/>
                </a:cubicBezTo>
                <a:moveTo>
                  <a:pt x="10800" y="4909"/>
                </a:moveTo>
                <a:cubicBezTo>
                  <a:pt x="7547" y="4909"/>
                  <a:pt x="4909" y="7547"/>
                  <a:pt x="4909" y="10800"/>
                </a:cubicBezTo>
                <a:cubicBezTo>
                  <a:pt x="4909" y="14054"/>
                  <a:pt x="7547" y="16691"/>
                  <a:pt x="10800" y="16691"/>
                </a:cubicBezTo>
                <a:cubicBezTo>
                  <a:pt x="14054" y="16691"/>
                  <a:pt x="16691" y="14054"/>
                  <a:pt x="16691" y="10800"/>
                </a:cubicBezTo>
                <a:cubicBezTo>
                  <a:pt x="16691" y="7547"/>
                  <a:pt x="14054" y="4909"/>
                  <a:pt x="10800" y="4909"/>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3" name="Shape 2871">
            <a:extLst>
              <a:ext uri="{FF2B5EF4-FFF2-40B4-BE49-F238E27FC236}">
                <a16:creationId xmlns:a16="http://schemas.microsoft.com/office/drawing/2014/main" id="{8C339BD1-DF28-00BF-9D71-FD569E5F2B45}"/>
              </a:ext>
            </a:extLst>
          </p:cNvPr>
          <p:cNvSpPr/>
          <p:nvPr/>
        </p:nvSpPr>
        <p:spPr>
          <a:xfrm>
            <a:off x="6242012" y="32118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4236" y="10309"/>
                </a:moveTo>
                <a:cubicBezTo>
                  <a:pt x="13552" y="10309"/>
                  <a:pt x="12889" y="10401"/>
                  <a:pt x="12252" y="10556"/>
                </a:cubicBezTo>
                <a:cubicBezTo>
                  <a:pt x="12104" y="10191"/>
                  <a:pt x="11941" y="9834"/>
                  <a:pt x="11763" y="9484"/>
                </a:cubicBezTo>
                <a:cubicBezTo>
                  <a:pt x="12783" y="9001"/>
                  <a:pt x="13728" y="8390"/>
                  <a:pt x="14592" y="7682"/>
                </a:cubicBezTo>
                <a:cubicBezTo>
                  <a:pt x="15222" y="8448"/>
                  <a:pt x="15619" y="9407"/>
                  <a:pt x="15692" y="10457"/>
                </a:cubicBezTo>
                <a:cubicBezTo>
                  <a:pt x="15218" y="10370"/>
                  <a:pt x="14736" y="10309"/>
                  <a:pt x="14236" y="10309"/>
                </a:cubicBezTo>
                <a:moveTo>
                  <a:pt x="13226" y="15065"/>
                </a:moveTo>
                <a:cubicBezTo>
                  <a:pt x="13168" y="13821"/>
                  <a:pt x="12957" y="12618"/>
                  <a:pt x="12590" y="11483"/>
                </a:cubicBezTo>
                <a:cubicBezTo>
                  <a:pt x="13120" y="11361"/>
                  <a:pt x="13669" y="11291"/>
                  <a:pt x="14236" y="11291"/>
                </a:cubicBezTo>
                <a:cubicBezTo>
                  <a:pt x="14726" y="11291"/>
                  <a:pt x="15199" y="11358"/>
                  <a:pt x="15661" y="11451"/>
                </a:cubicBezTo>
                <a:cubicBezTo>
                  <a:pt x="15455" y="13001"/>
                  <a:pt x="14529" y="14322"/>
                  <a:pt x="13226" y="15065"/>
                </a:cubicBezTo>
                <a:moveTo>
                  <a:pt x="10800" y="15709"/>
                </a:moveTo>
                <a:cubicBezTo>
                  <a:pt x="9746" y="15709"/>
                  <a:pt x="8772" y="15374"/>
                  <a:pt x="7971" y="14808"/>
                </a:cubicBezTo>
                <a:cubicBezTo>
                  <a:pt x="8822" y="13429"/>
                  <a:pt x="10108" y="12348"/>
                  <a:pt x="11646" y="11769"/>
                </a:cubicBezTo>
                <a:cubicBezTo>
                  <a:pt x="12027" y="12943"/>
                  <a:pt x="12241" y="14191"/>
                  <a:pt x="12264" y="15487"/>
                </a:cubicBezTo>
                <a:cubicBezTo>
                  <a:pt x="11801" y="15631"/>
                  <a:pt x="11310" y="15709"/>
                  <a:pt x="10800" y="15709"/>
                </a:cubicBezTo>
                <a:moveTo>
                  <a:pt x="5891" y="10800"/>
                </a:moveTo>
                <a:cubicBezTo>
                  <a:pt x="7641" y="10800"/>
                  <a:pt x="9313" y="10470"/>
                  <a:pt x="10852" y="9873"/>
                </a:cubicBezTo>
                <a:cubicBezTo>
                  <a:pt x="11016" y="10192"/>
                  <a:pt x="11171" y="10515"/>
                  <a:pt x="11309" y="10848"/>
                </a:cubicBezTo>
                <a:cubicBezTo>
                  <a:pt x="9614" y="11484"/>
                  <a:pt x="8190" y="12658"/>
                  <a:pt x="7225" y="14157"/>
                </a:cubicBezTo>
                <a:cubicBezTo>
                  <a:pt x="6400" y="13279"/>
                  <a:pt x="5891" y="12100"/>
                  <a:pt x="5891" y="10800"/>
                </a:cubicBezTo>
                <a:moveTo>
                  <a:pt x="8358" y="6546"/>
                </a:moveTo>
                <a:cubicBezTo>
                  <a:pt x="9117" y="7279"/>
                  <a:pt x="9793" y="8099"/>
                  <a:pt x="10353" y="9000"/>
                </a:cubicBezTo>
                <a:cubicBezTo>
                  <a:pt x="8991" y="9509"/>
                  <a:pt x="7526" y="9801"/>
                  <a:pt x="5990" y="9813"/>
                </a:cubicBezTo>
                <a:cubicBezTo>
                  <a:pt x="6276" y="8414"/>
                  <a:pt x="7158" y="7236"/>
                  <a:pt x="8358" y="6546"/>
                </a:cubicBezTo>
                <a:moveTo>
                  <a:pt x="10800" y="5891"/>
                </a:moveTo>
                <a:cubicBezTo>
                  <a:pt x="11968" y="5891"/>
                  <a:pt x="13040" y="6300"/>
                  <a:pt x="13882" y="6982"/>
                </a:cubicBezTo>
                <a:cubicBezTo>
                  <a:pt x="13087" y="7622"/>
                  <a:pt x="12217" y="8174"/>
                  <a:pt x="11282" y="8612"/>
                </a:cubicBezTo>
                <a:cubicBezTo>
                  <a:pt x="10732" y="7702"/>
                  <a:pt x="10073" y="6869"/>
                  <a:pt x="9333" y="6114"/>
                </a:cubicBezTo>
                <a:cubicBezTo>
                  <a:pt x="9797" y="5970"/>
                  <a:pt x="10289" y="5891"/>
                  <a:pt x="10800" y="5891"/>
                </a:cubicBezTo>
                <a:moveTo>
                  <a:pt x="10800" y="4909"/>
                </a:moveTo>
                <a:cubicBezTo>
                  <a:pt x="7547" y="4909"/>
                  <a:pt x="4909" y="7547"/>
                  <a:pt x="4909" y="10800"/>
                </a:cubicBezTo>
                <a:cubicBezTo>
                  <a:pt x="4909" y="14053"/>
                  <a:pt x="7547" y="16691"/>
                  <a:pt x="10800" y="16691"/>
                </a:cubicBezTo>
                <a:cubicBezTo>
                  <a:pt x="14053" y="16691"/>
                  <a:pt x="16691" y="14053"/>
                  <a:pt x="16691" y="10800"/>
                </a:cubicBezTo>
                <a:cubicBezTo>
                  <a:pt x="16691" y="7547"/>
                  <a:pt x="14053" y="4909"/>
                  <a:pt x="10800" y="4909"/>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4" name="Shape 2872">
            <a:extLst>
              <a:ext uri="{FF2B5EF4-FFF2-40B4-BE49-F238E27FC236}">
                <a16:creationId xmlns:a16="http://schemas.microsoft.com/office/drawing/2014/main" id="{C55DC17D-72C1-0B76-A21D-32965FB03102}"/>
              </a:ext>
            </a:extLst>
          </p:cNvPr>
          <p:cNvSpPr/>
          <p:nvPr/>
        </p:nvSpPr>
        <p:spPr>
          <a:xfrm>
            <a:off x="6775273" y="32118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5929" y="7018"/>
                </a:moveTo>
                <a:cubicBezTo>
                  <a:pt x="15540" y="7246"/>
                  <a:pt x="15108" y="7411"/>
                  <a:pt x="14650" y="7499"/>
                </a:cubicBezTo>
                <a:cubicBezTo>
                  <a:pt x="14282" y="7114"/>
                  <a:pt x="13759" y="6874"/>
                  <a:pt x="13180" y="6874"/>
                </a:cubicBezTo>
                <a:cubicBezTo>
                  <a:pt x="12067" y="6874"/>
                  <a:pt x="11165" y="7762"/>
                  <a:pt x="11165" y="8856"/>
                </a:cubicBezTo>
                <a:cubicBezTo>
                  <a:pt x="11165" y="9011"/>
                  <a:pt x="11183" y="9162"/>
                  <a:pt x="11217" y="9308"/>
                </a:cubicBezTo>
                <a:cubicBezTo>
                  <a:pt x="9543" y="9225"/>
                  <a:pt x="8059" y="8436"/>
                  <a:pt x="7066" y="7236"/>
                </a:cubicBezTo>
                <a:cubicBezTo>
                  <a:pt x="6892" y="7529"/>
                  <a:pt x="6793" y="7870"/>
                  <a:pt x="6793" y="8233"/>
                </a:cubicBezTo>
                <a:cubicBezTo>
                  <a:pt x="6793" y="8921"/>
                  <a:pt x="7148" y="9528"/>
                  <a:pt x="7689" y="9883"/>
                </a:cubicBezTo>
                <a:cubicBezTo>
                  <a:pt x="7359" y="9873"/>
                  <a:pt x="7048" y="9784"/>
                  <a:pt x="6777" y="9635"/>
                </a:cubicBezTo>
                <a:cubicBezTo>
                  <a:pt x="6776" y="9644"/>
                  <a:pt x="6776" y="9652"/>
                  <a:pt x="6776" y="9660"/>
                </a:cubicBezTo>
                <a:cubicBezTo>
                  <a:pt x="6776" y="10621"/>
                  <a:pt x="7471" y="11422"/>
                  <a:pt x="8392" y="11604"/>
                </a:cubicBezTo>
                <a:cubicBezTo>
                  <a:pt x="8223" y="11650"/>
                  <a:pt x="8045" y="11673"/>
                  <a:pt x="7861" y="11673"/>
                </a:cubicBezTo>
                <a:cubicBezTo>
                  <a:pt x="7732" y="11673"/>
                  <a:pt x="7606" y="11661"/>
                  <a:pt x="7483" y="11638"/>
                </a:cubicBezTo>
                <a:cubicBezTo>
                  <a:pt x="7739" y="12426"/>
                  <a:pt x="8482" y="12999"/>
                  <a:pt x="9364" y="13015"/>
                </a:cubicBezTo>
                <a:cubicBezTo>
                  <a:pt x="8674" y="13547"/>
                  <a:pt x="7806" y="13863"/>
                  <a:pt x="6862" y="13863"/>
                </a:cubicBezTo>
                <a:cubicBezTo>
                  <a:pt x="6699" y="13863"/>
                  <a:pt x="6539" y="13855"/>
                  <a:pt x="6382" y="13837"/>
                </a:cubicBezTo>
                <a:cubicBezTo>
                  <a:pt x="7273" y="14398"/>
                  <a:pt x="8332" y="14727"/>
                  <a:pt x="9470" y="14727"/>
                </a:cubicBezTo>
                <a:cubicBezTo>
                  <a:pt x="13174" y="14727"/>
                  <a:pt x="15200" y="11706"/>
                  <a:pt x="15200" y="9086"/>
                </a:cubicBezTo>
                <a:cubicBezTo>
                  <a:pt x="15200" y="9000"/>
                  <a:pt x="15199" y="8914"/>
                  <a:pt x="15195" y="8829"/>
                </a:cubicBezTo>
                <a:cubicBezTo>
                  <a:pt x="15588" y="8550"/>
                  <a:pt x="15930" y="8201"/>
                  <a:pt x="16200" y="7804"/>
                </a:cubicBezTo>
                <a:cubicBezTo>
                  <a:pt x="15839" y="7960"/>
                  <a:pt x="15451" y="8067"/>
                  <a:pt x="15043" y="8115"/>
                </a:cubicBezTo>
                <a:cubicBezTo>
                  <a:pt x="15459" y="7870"/>
                  <a:pt x="15778" y="7482"/>
                  <a:pt x="15929" y="701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5" name="Shape 2873">
            <a:extLst>
              <a:ext uri="{FF2B5EF4-FFF2-40B4-BE49-F238E27FC236}">
                <a16:creationId xmlns:a16="http://schemas.microsoft.com/office/drawing/2014/main" id="{A416A541-A592-1FCD-9356-6FDBB8BB7187}"/>
              </a:ext>
            </a:extLst>
          </p:cNvPr>
          <p:cNvSpPr/>
          <p:nvPr/>
        </p:nvSpPr>
        <p:spPr>
          <a:xfrm>
            <a:off x="7308534" y="32118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5" y="7858"/>
                </a:lnTo>
                <a:lnTo>
                  <a:pt x="13245" y="6381"/>
                </a:lnTo>
                <a:lnTo>
                  <a:pt x="11938" y="6381"/>
                </a:lnTo>
                <a:cubicBezTo>
                  <a:pt x="10368"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20618" y="19636"/>
                </a:moveTo>
                <a:cubicBezTo>
                  <a:pt x="20618" y="20179"/>
                  <a:pt x="20179"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9"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6" name="Shape 2874">
            <a:extLst>
              <a:ext uri="{FF2B5EF4-FFF2-40B4-BE49-F238E27FC236}">
                <a16:creationId xmlns:a16="http://schemas.microsoft.com/office/drawing/2014/main" id="{CB098370-3965-FE30-B9E5-1896000C49A8}"/>
              </a:ext>
            </a:extLst>
          </p:cNvPr>
          <p:cNvSpPr/>
          <p:nvPr/>
        </p:nvSpPr>
        <p:spPr>
          <a:xfrm>
            <a:off x="7841795" y="32118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20" y="12090"/>
                  <a:pt x="14020" y="12429"/>
                  <a:pt x="14020" y="12429"/>
                </a:cubicBezTo>
                <a:lnTo>
                  <a:pt x="14020" y="12863"/>
                </a:lnTo>
                <a:lnTo>
                  <a:pt x="14629" y="12863"/>
                </a:lnTo>
                <a:lnTo>
                  <a:pt x="14629" y="12429"/>
                </a:lnTo>
                <a:cubicBezTo>
                  <a:pt x="14629" y="12429"/>
                  <a:pt x="14629" y="12090"/>
                  <a:pt x="14324" y="12090"/>
                </a:cubicBezTo>
                <a:moveTo>
                  <a:pt x="15287" y="12380"/>
                </a:moveTo>
                <a:lnTo>
                  <a:pt x="15287" y="13348"/>
                </a:lnTo>
                <a:lnTo>
                  <a:pt x="14020" y="13348"/>
                </a:lnTo>
                <a:lnTo>
                  <a:pt x="14020" y="14072"/>
                </a:lnTo>
                <a:cubicBezTo>
                  <a:pt x="14020" y="14072"/>
                  <a:pt x="14020" y="14411"/>
                  <a:pt x="14324" y="14411"/>
                </a:cubicBezTo>
                <a:cubicBezTo>
                  <a:pt x="14629" y="14411"/>
                  <a:pt x="14629" y="14072"/>
                  <a:pt x="14629" y="14072"/>
                </a:cubicBezTo>
                <a:lnTo>
                  <a:pt x="14629" y="13734"/>
                </a:lnTo>
                <a:lnTo>
                  <a:pt x="15287" y="13734"/>
                </a:lnTo>
                <a:lnTo>
                  <a:pt x="15287" y="14266"/>
                </a:lnTo>
                <a:cubicBezTo>
                  <a:pt x="15287" y="14266"/>
                  <a:pt x="15186" y="14943"/>
                  <a:pt x="14375" y="14943"/>
                </a:cubicBezTo>
                <a:cubicBezTo>
                  <a:pt x="13564" y="14943"/>
                  <a:pt x="13412" y="14266"/>
                  <a:pt x="13412" y="14266"/>
                </a:cubicBezTo>
                <a:lnTo>
                  <a:pt x="13412" y="12380"/>
                </a:lnTo>
                <a:cubicBezTo>
                  <a:pt x="13412" y="12380"/>
                  <a:pt x="13412" y="11558"/>
                  <a:pt x="14375" y="11558"/>
                </a:cubicBezTo>
                <a:cubicBezTo>
                  <a:pt x="15338" y="11558"/>
                  <a:pt x="15287" y="12380"/>
                  <a:pt x="15287" y="12380"/>
                </a:cubicBezTo>
                <a:moveTo>
                  <a:pt x="12905" y="14169"/>
                </a:moveTo>
                <a:cubicBezTo>
                  <a:pt x="12905" y="14169"/>
                  <a:pt x="12905" y="14943"/>
                  <a:pt x="12347" y="14943"/>
                </a:cubicBezTo>
                <a:cubicBezTo>
                  <a:pt x="12005" y="14943"/>
                  <a:pt x="11798" y="14762"/>
                  <a:pt x="11688" y="14621"/>
                </a:cubicBezTo>
                <a:lnTo>
                  <a:pt x="11688" y="14895"/>
                </a:lnTo>
                <a:lnTo>
                  <a:pt x="11028" y="14895"/>
                </a:lnTo>
                <a:lnTo>
                  <a:pt x="11028" y="10446"/>
                </a:lnTo>
                <a:lnTo>
                  <a:pt x="11688" y="10446"/>
                </a:lnTo>
                <a:lnTo>
                  <a:pt x="11688" y="11888"/>
                </a:lnTo>
                <a:cubicBezTo>
                  <a:pt x="11788" y="11782"/>
                  <a:pt x="12037" y="11558"/>
                  <a:pt x="12347" y="11558"/>
                </a:cubicBezTo>
                <a:cubicBezTo>
                  <a:pt x="12752" y="11558"/>
                  <a:pt x="12905" y="11896"/>
                  <a:pt x="12905" y="12332"/>
                </a:cubicBezTo>
                <a:cubicBezTo>
                  <a:pt x="12905" y="12332"/>
                  <a:pt x="12905" y="14169"/>
                  <a:pt x="12905"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4" y="11074"/>
                </a:lnTo>
                <a:lnTo>
                  <a:pt x="6364" y="10446"/>
                </a:lnTo>
                <a:lnTo>
                  <a:pt x="8595" y="10446"/>
                </a:lnTo>
                <a:cubicBezTo>
                  <a:pt x="8595" y="10446"/>
                  <a:pt x="8595" y="11074"/>
                  <a:pt x="8595" y="11074"/>
                </a:cubicBezTo>
                <a:close/>
                <a:moveTo>
                  <a:pt x="14527" y="9430"/>
                </a:moveTo>
                <a:cubicBezTo>
                  <a:pt x="14527" y="9430"/>
                  <a:pt x="12667" y="9334"/>
                  <a:pt x="10800" y="9334"/>
                </a:cubicBezTo>
                <a:cubicBezTo>
                  <a:pt x="8941" y="9334"/>
                  <a:pt x="7074" y="9430"/>
                  <a:pt x="7074" y="9430"/>
                </a:cubicBezTo>
                <a:cubicBezTo>
                  <a:pt x="6234" y="9430"/>
                  <a:pt x="5552" y="10080"/>
                  <a:pt x="5552" y="10881"/>
                </a:cubicBezTo>
                <a:cubicBezTo>
                  <a:pt x="5552" y="10881"/>
                  <a:pt x="5400" y="11822"/>
                  <a:pt x="5400" y="12767"/>
                </a:cubicBezTo>
                <a:cubicBezTo>
                  <a:pt x="5400" y="13708"/>
                  <a:pt x="5552" y="14652"/>
                  <a:pt x="5552" y="14652"/>
                </a:cubicBezTo>
                <a:cubicBezTo>
                  <a:pt x="5552" y="15454"/>
                  <a:pt x="6234" y="16104"/>
                  <a:pt x="7074" y="16104"/>
                </a:cubicBezTo>
                <a:cubicBezTo>
                  <a:pt x="7074" y="16104"/>
                  <a:pt x="8905" y="16200"/>
                  <a:pt x="10800" y="16200"/>
                </a:cubicBezTo>
                <a:cubicBezTo>
                  <a:pt x="12631" y="16200"/>
                  <a:pt x="14527" y="16104"/>
                  <a:pt x="14527" y="16104"/>
                </a:cubicBezTo>
                <a:cubicBezTo>
                  <a:pt x="15367" y="16104"/>
                  <a:pt x="16049" y="15454"/>
                  <a:pt x="16049" y="14652"/>
                </a:cubicBezTo>
                <a:cubicBezTo>
                  <a:pt x="16049" y="14652"/>
                  <a:pt x="16200" y="13700"/>
                  <a:pt x="16200" y="12767"/>
                </a:cubicBezTo>
                <a:cubicBezTo>
                  <a:pt x="16200" y="11814"/>
                  <a:pt x="16049" y="10881"/>
                  <a:pt x="16049" y="10881"/>
                </a:cubicBezTo>
                <a:cubicBezTo>
                  <a:pt x="16049" y="10080"/>
                  <a:pt x="15367" y="9430"/>
                  <a:pt x="14527" y="9430"/>
                </a:cubicBezTo>
                <a:moveTo>
                  <a:pt x="11992" y="12090"/>
                </a:moveTo>
                <a:cubicBezTo>
                  <a:pt x="11860" y="12090"/>
                  <a:pt x="11757" y="12167"/>
                  <a:pt x="11688" y="12243"/>
                </a:cubicBezTo>
                <a:lnTo>
                  <a:pt x="11688" y="14276"/>
                </a:lnTo>
                <a:cubicBezTo>
                  <a:pt x="11751" y="14345"/>
                  <a:pt x="11848" y="14411"/>
                  <a:pt x="11992" y="14411"/>
                </a:cubicBezTo>
                <a:cubicBezTo>
                  <a:pt x="12296" y="14411"/>
                  <a:pt x="12296" y="14072"/>
                  <a:pt x="12296" y="14072"/>
                </a:cubicBezTo>
                <a:lnTo>
                  <a:pt x="12296" y="12429"/>
                </a:lnTo>
                <a:cubicBezTo>
                  <a:pt x="12296" y="12429"/>
                  <a:pt x="12245" y="12090"/>
                  <a:pt x="11992" y="12090"/>
                </a:cubicBezTo>
                <a:moveTo>
                  <a:pt x="20618" y="19636"/>
                </a:moveTo>
                <a:cubicBezTo>
                  <a:pt x="20618" y="20179"/>
                  <a:pt x="20179"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9"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0166" y="6634"/>
                </a:moveTo>
                <a:cubicBezTo>
                  <a:pt x="10166" y="6467"/>
                  <a:pt x="10303" y="6332"/>
                  <a:pt x="10471" y="6332"/>
                </a:cubicBezTo>
                <a:cubicBezTo>
                  <a:pt x="10639" y="6332"/>
                  <a:pt x="10775" y="6467"/>
                  <a:pt x="10775" y="6634"/>
                </a:cubicBezTo>
                <a:lnTo>
                  <a:pt x="10775" y="8045"/>
                </a:lnTo>
                <a:cubicBezTo>
                  <a:pt x="10775" y="8212"/>
                  <a:pt x="10639" y="8348"/>
                  <a:pt x="10471" y="8348"/>
                </a:cubicBezTo>
                <a:cubicBezTo>
                  <a:pt x="10303"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7"/>
                  <a:pt x="10572" y="5877"/>
                </a:cubicBezTo>
                <a:lnTo>
                  <a:pt x="10369" y="5877"/>
                </a:lnTo>
                <a:cubicBezTo>
                  <a:pt x="9921" y="5877"/>
                  <a:pt x="9558" y="6239"/>
                  <a:pt x="9558" y="6684"/>
                </a:cubicBezTo>
                <a:lnTo>
                  <a:pt x="9558" y="7995"/>
                </a:lnTo>
                <a:cubicBezTo>
                  <a:pt x="9558" y="8440"/>
                  <a:pt x="9921" y="8801"/>
                  <a:pt x="10369" y="8801"/>
                </a:cubicBezTo>
                <a:moveTo>
                  <a:pt x="12398" y="8801"/>
                </a:moveTo>
                <a:cubicBezTo>
                  <a:pt x="12803" y="8801"/>
                  <a:pt x="13158" y="8449"/>
                  <a:pt x="13158" y="8449"/>
                </a:cubicBezTo>
                <a:lnTo>
                  <a:pt x="13158" y="8751"/>
                </a:lnTo>
                <a:lnTo>
                  <a:pt x="13767" y="8751"/>
                </a:lnTo>
                <a:lnTo>
                  <a:pt x="13767" y="5877"/>
                </a:lnTo>
                <a:lnTo>
                  <a:pt x="13158" y="5877"/>
                </a:lnTo>
                <a:lnTo>
                  <a:pt x="13158" y="8096"/>
                </a:lnTo>
                <a:cubicBezTo>
                  <a:pt x="13158" y="8096"/>
                  <a:pt x="12955" y="8348"/>
                  <a:pt x="12752" y="8348"/>
                </a:cubicBezTo>
                <a:cubicBezTo>
                  <a:pt x="12550" y="8348"/>
                  <a:pt x="12550" y="8197"/>
                  <a:pt x="12550" y="8197"/>
                </a:cubicBezTo>
                <a:lnTo>
                  <a:pt x="12550" y="5877"/>
                </a:lnTo>
                <a:lnTo>
                  <a:pt x="11941" y="5877"/>
                </a:lnTo>
                <a:lnTo>
                  <a:pt x="11941" y="8398"/>
                </a:lnTo>
                <a:cubicBezTo>
                  <a:pt x="11941" y="8398"/>
                  <a:pt x="11992" y="8801"/>
                  <a:pt x="12398" y="880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7" name="Shape 2875">
            <a:extLst>
              <a:ext uri="{FF2B5EF4-FFF2-40B4-BE49-F238E27FC236}">
                <a16:creationId xmlns:a16="http://schemas.microsoft.com/office/drawing/2014/main" id="{E9E24B95-698D-909B-DF6C-A8C082BC8374}"/>
              </a:ext>
            </a:extLst>
          </p:cNvPr>
          <p:cNvSpPr/>
          <p:nvPr/>
        </p:nvSpPr>
        <p:spPr>
          <a:xfrm>
            <a:off x="8375056" y="32118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0672" y="6382"/>
                </a:moveTo>
                <a:cubicBezTo>
                  <a:pt x="10463" y="6409"/>
                  <a:pt x="10255" y="6435"/>
                  <a:pt x="10045" y="6460"/>
                </a:cubicBezTo>
                <a:cubicBezTo>
                  <a:pt x="9652" y="6558"/>
                  <a:pt x="9223" y="6650"/>
                  <a:pt x="8905" y="6836"/>
                </a:cubicBezTo>
                <a:cubicBezTo>
                  <a:pt x="8055" y="7333"/>
                  <a:pt x="7467" y="7913"/>
                  <a:pt x="7073" y="8856"/>
                </a:cubicBezTo>
                <a:cubicBezTo>
                  <a:pt x="7009" y="9009"/>
                  <a:pt x="7007" y="9157"/>
                  <a:pt x="6960" y="9326"/>
                </a:cubicBezTo>
                <a:cubicBezTo>
                  <a:pt x="6658" y="10425"/>
                  <a:pt x="7194" y="11563"/>
                  <a:pt x="7844" y="11956"/>
                </a:cubicBezTo>
                <a:cubicBezTo>
                  <a:pt x="7969" y="12032"/>
                  <a:pt x="8254" y="12166"/>
                  <a:pt x="8358" y="11987"/>
                </a:cubicBezTo>
                <a:cubicBezTo>
                  <a:pt x="8416" y="11889"/>
                  <a:pt x="8403" y="11758"/>
                  <a:pt x="8438" y="11643"/>
                </a:cubicBezTo>
                <a:cubicBezTo>
                  <a:pt x="8462" y="11568"/>
                  <a:pt x="8536" y="11424"/>
                  <a:pt x="8519" y="11330"/>
                </a:cubicBezTo>
                <a:cubicBezTo>
                  <a:pt x="8490" y="11170"/>
                  <a:pt x="8318" y="11068"/>
                  <a:pt x="8246" y="10939"/>
                </a:cubicBezTo>
                <a:cubicBezTo>
                  <a:pt x="8099" y="10676"/>
                  <a:pt x="8092" y="10444"/>
                  <a:pt x="8020" y="10093"/>
                </a:cubicBezTo>
                <a:cubicBezTo>
                  <a:pt x="8026" y="10046"/>
                  <a:pt x="8031" y="9999"/>
                  <a:pt x="8037" y="9952"/>
                </a:cubicBezTo>
                <a:cubicBezTo>
                  <a:pt x="8058" y="9559"/>
                  <a:pt x="8124" y="9276"/>
                  <a:pt x="8246" y="8997"/>
                </a:cubicBezTo>
                <a:cubicBezTo>
                  <a:pt x="8601" y="8177"/>
                  <a:pt x="9172" y="7720"/>
                  <a:pt x="10094" y="7447"/>
                </a:cubicBezTo>
                <a:cubicBezTo>
                  <a:pt x="10300" y="7386"/>
                  <a:pt x="10882" y="7288"/>
                  <a:pt x="11187" y="7353"/>
                </a:cubicBezTo>
                <a:cubicBezTo>
                  <a:pt x="11369" y="7385"/>
                  <a:pt x="11551" y="7415"/>
                  <a:pt x="11733" y="7447"/>
                </a:cubicBezTo>
                <a:cubicBezTo>
                  <a:pt x="12393" y="7655"/>
                  <a:pt x="12874" y="8038"/>
                  <a:pt x="13131" y="8637"/>
                </a:cubicBezTo>
                <a:cubicBezTo>
                  <a:pt x="13292" y="9010"/>
                  <a:pt x="13339" y="9724"/>
                  <a:pt x="13227" y="10203"/>
                </a:cubicBezTo>
                <a:cubicBezTo>
                  <a:pt x="13174" y="10429"/>
                  <a:pt x="13183" y="10624"/>
                  <a:pt x="13115" y="10829"/>
                </a:cubicBezTo>
                <a:cubicBezTo>
                  <a:pt x="12865" y="11589"/>
                  <a:pt x="12498" y="12293"/>
                  <a:pt x="11668" y="12488"/>
                </a:cubicBezTo>
                <a:cubicBezTo>
                  <a:pt x="11121" y="12618"/>
                  <a:pt x="10711" y="12284"/>
                  <a:pt x="10576" y="11941"/>
                </a:cubicBezTo>
                <a:cubicBezTo>
                  <a:pt x="10538" y="11846"/>
                  <a:pt x="10474" y="11676"/>
                  <a:pt x="10512" y="11518"/>
                </a:cubicBezTo>
                <a:cubicBezTo>
                  <a:pt x="10656" y="10901"/>
                  <a:pt x="10865" y="10349"/>
                  <a:pt x="11026" y="9733"/>
                </a:cubicBezTo>
                <a:cubicBezTo>
                  <a:pt x="11179" y="9146"/>
                  <a:pt x="10888" y="8683"/>
                  <a:pt x="10431" y="8575"/>
                </a:cubicBezTo>
                <a:cubicBezTo>
                  <a:pt x="9863" y="8439"/>
                  <a:pt x="9424" y="8966"/>
                  <a:pt x="9274" y="9310"/>
                </a:cubicBezTo>
                <a:cubicBezTo>
                  <a:pt x="9155" y="9584"/>
                  <a:pt x="9083" y="10089"/>
                  <a:pt x="9177" y="10453"/>
                </a:cubicBezTo>
                <a:cubicBezTo>
                  <a:pt x="9208" y="10569"/>
                  <a:pt x="9347" y="10878"/>
                  <a:pt x="9322" y="10986"/>
                </a:cubicBezTo>
                <a:cubicBezTo>
                  <a:pt x="9213" y="11462"/>
                  <a:pt x="9088" y="11974"/>
                  <a:pt x="8953" y="12441"/>
                </a:cubicBezTo>
                <a:cubicBezTo>
                  <a:pt x="8812" y="12929"/>
                  <a:pt x="8736" y="13427"/>
                  <a:pt x="8599" y="13898"/>
                </a:cubicBezTo>
                <a:cubicBezTo>
                  <a:pt x="8536" y="14114"/>
                  <a:pt x="8539" y="14346"/>
                  <a:pt x="8487" y="14571"/>
                </a:cubicBezTo>
                <a:lnTo>
                  <a:pt x="8487" y="14900"/>
                </a:lnTo>
                <a:cubicBezTo>
                  <a:pt x="8440" y="15108"/>
                  <a:pt x="8475" y="15478"/>
                  <a:pt x="8519" y="15683"/>
                </a:cubicBezTo>
                <a:cubicBezTo>
                  <a:pt x="8548" y="15815"/>
                  <a:pt x="8502" y="15978"/>
                  <a:pt x="8567" y="16074"/>
                </a:cubicBezTo>
                <a:cubicBezTo>
                  <a:pt x="8568" y="16144"/>
                  <a:pt x="8577" y="16160"/>
                  <a:pt x="8599" y="16200"/>
                </a:cubicBezTo>
                <a:cubicBezTo>
                  <a:pt x="8800" y="16194"/>
                  <a:pt x="9078" y="15665"/>
                  <a:pt x="9177" y="15511"/>
                </a:cubicBezTo>
                <a:cubicBezTo>
                  <a:pt x="9369" y="15216"/>
                  <a:pt x="9546" y="14901"/>
                  <a:pt x="9692" y="14556"/>
                </a:cubicBezTo>
                <a:cubicBezTo>
                  <a:pt x="9823" y="14245"/>
                  <a:pt x="9844" y="13901"/>
                  <a:pt x="9949" y="13569"/>
                </a:cubicBezTo>
                <a:cubicBezTo>
                  <a:pt x="10025" y="13329"/>
                  <a:pt x="10133" y="13049"/>
                  <a:pt x="10158" y="12786"/>
                </a:cubicBezTo>
                <a:lnTo>
                  <a:pt x="10174" y="12786"/>
                </a:lnTo>
                <a:cubicBezTo>
                  <a:pt x="10216" y="12930"/>
                  <a:pt x="10367" y="13035"/>
                  <a:pt x="10480" y="13115"/>
                </a:cubicBezTo>
                <a:cubicBezTo>
                  <a:pt x="10833" y="13367"/>
                  <a:pt x="11442" y="13600"/>
                  <a:pt x="12102" y="13444"/>
                </a:cubicBezTo>
                <a:cubicBezTo>
                  <a:pt x="12850" y="13267"/>
                  <a:pt x="13446" y="12916"/>
                  <a:pt x="13838" y="12394"/>
                </a:cubicBezTo>
                <a:cubicBezTo>
                  <a:pt x="14127" y="12011"/>
                  <a:pt x="14345" y="11567"/>
                  <a:pt x="14513" y="11064"/>
                </a:cubicBezTo>
                <a:cubicBezTo>
                  <a:pt x="14596" y="10817"/>
                  <a:pt x="14613" y="10543"/>
                  <a:pt x="14674" y="10281"/>
                </a:cubicBezTo>
                <a:cubicBezTo>
                  <a:pt x="14827" y="9624"/>
                  <a:pt x="14623" y="8833"/>
                  <a:pt x="14433" y="8402"/>
                </a:cubicBezTo>
                <a:cubicBezTo>
                  <a:pt x="13856" y="7098"/>
                  <a:pt x="12630" y="6354"/>
                  <a:pt x="10672" y="6382"/>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8" name="Shape 2876">
            <a:extLst>
              <a:ext uri="{FF2B5EF4-FFF2-40B4-BE49-F238E27FC236}">
                <a16:creationId xmlns:a16="http://schemas.microsoft.com/office/drawing/2014/main" id="{AC62EB80-AEDD-7604-71BC-66B27356D4BB}"/>
              </a:ext>
            </a:extLst>
          </p:cNvPr>
          <p:cNvSpPr/>
          <p:nvPr/>
        </p:nvSpPr>
        <p:spPr>
          <a:xfrm>
            <a:off x="8908317" y="32118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281" y="6871"/>
                </a:moveTo>
                <a:cubicBezTo>
                  <a:pt x="12915" y="6830"/>
                  <a:pt x="11990" y="7537"/>
                  <a:pt x="11505" y="8992"/>
                </a:cubicBezTo>
                <a:cubicBezTo>
                  <a:pt x="11754" y="8897"/>
                  <a:pt x="11998" y="8849"/>
                  <a:pt x="12232" y="8849"/>
                </a:cubicBezTo>
                <a:cubicBezTo>
                  <a:pt x="12732" y="8849"/>
                  <a:pt x="12952" y="9108"/>
                  <a:pt x="12893" y="9624"/>
                </a:cubicBezTo>
                <a:cubicBezTo>
                  <a:pt x="12863" y="9937"/>
                  <a:pt x="12643" y="10393"/>
                  <a:pt x="12232" y="10991"/>
                </a:cubicBezTo>
                <a:cubicBezTo>
                  <a:pt x="11821" y="11589"/>
                  <a:pt x="11512" y="11888"/>
                  <a:pt x="11307" y="11888"/>
                </a:cubicBezTo>
                <a:cubicBezTo>
                  <a:pt x="11043" y="11888"/>
                  <a:pt x="10800" y="11426"/>
                  <a:pt x="10580" y="10502"/>
                </a:cubicBezTo>
                <a:cubicBezTo>
                  <a:pt x="10506" y="10230"/>
                  <a:pt x="10374" y="9536"/>
                  <a:pt x="10183" y="8421"/>
                </a:cubicBezTo>
                <a:cubicBezTo>
                  <a:pt x="10007" y="7388"/>
                  <a:pt x="9537" y="6904"/>
                  <a:pt x="8773" y="6972"/>
                </a:cubicBezTo>
                <a:cubicBezTo>
                  <a:pt x="8450" y="7000"/>
                  <a:pt x="7966" y="7272"/>
                  <a:pt x="7320" y="7788"/>
                </a:cubicBezTo>
                <a:cubicBezTo>
                  <a:pt x="6849" y="8183"/>
                  <a:pt x="6372" y="8577"/>
                  <a:pt x="5887" y="8972"/>
                </a:cubicBezTo>
                <a:lnTo>
                  <a:pt x="6350" y="9522"/>
                </a:lnTo>
                <a:cubicBezTo>
                  <a:pt x="6790" y="9237"/>
                  <a:pt x="7047" y="9094"/>
                  <a:pt x="7121" y="9094"/>
                </a:cubicBezTo>
                <a:cubicBezTo>
                  <a:pt x="7459" y="9094"/>
                  <a:pt x="7774" y="9583"/>
                  <a:pt x="8068" y="10563"/>
                </a:cubicBezTo>
                <a:cubicBezTo>
                  <a:pt x="8333" y="11461"/>
                  <a:pt x="8597" y="12358"/>
                  <a:pt x="8861" y="13255"/>
                </a:cubicBezTo>
                <a:cubicBezTo>
                  <a:pt x="9258" y="14234"/>
                  <a:pt x="9743" y="14723"/>
                  <a:pt x="10316" y="14723"/>
                </a:cubicBezTo>
                <a:cubicBezTo>
                  <a:pt x="11241" y="14723"/>
                  <a:pt x="12371" y="13921"/>
                  <a:pt x="13709" y="12317"/>
                </a:cubicBezTo>
                <a:cubicBezTo>
                  <a:pt x="15001" y="10780"/>
                  <a:pt x="15669" y="9570"/>
                  <a:pt x="15713" y="8686"/>
                </a:cubicBezTo>
                <a:cubicBezTo>
                  <a:pt x="15772" y="7503"/>
                  <a:pt x="15295" y="6899"/>
                  <a:pt x="14281" y="6871"/>
                </a:cubicBezTo>
                <a:moveTo>
                  <a:pt x="20618" y="19636"/>
                </a:moveTo>
                <a:cubicBezTo>
                  <a:pt x="20618" y="20179"/>
                  <a:pt x="20179" y="20618"/>
                  <a:pt x="19636" y="20618"/>
                </a:cubicBezTo>
                <a:lnTo>
                  <a:pt x="1964" y="20618"/>
                </a:lnTo>
                <a:cubicBezTo>
                  <a:pt x="1421" y="20618"/>
                  <a:pt x="982" y="20179"/>
                  <a:pt x="982" y="19636"/>
                </a:cubicBezTo>
                <a:lnTo>
                  <a:pt x="982" y="1964"/>
                </a:lnTo>
                <a:cubicBezTo>
                  <a:pt x="982" y="1421"/>
                  <a:pt x="1421"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89" name="Shape 2877">
            <a:extLst>
              <a:ext uri="{FF2B5EF4-FFF2-40B4-BE49-F238E27FC236}">
                <a16:creationId xmlns:a16="http://schemas.microsoft.com/office/drawing/2014/main" id="{84B1988F-2382-BB95-B749-26A1A7B83677}"/>
              </a:ext>
            </a:extLst>
          </p:cNvPr>
          <p:cNvSpPr/>
          <p:nvPr/>
        </p:nvSpPr>
        <p:spPr>
          <a:xfrm>
            <a:off x="9441578" y="32118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1" y="20618"/>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4724" y="7360"/>
                </a:moveTo>
                <a:lnTo>
                  <a:pt x="13742" y="7360"/>
                </a:lnTo>
                <a:lnTo>
                  <a:pt x="13742" y="8833"/>
                </a:lnTo>
                <a:lnTo>
                  <a:pt x="12265" y="8833"/>
                </a:lnTo>
                <a:lnTo>
                  <a:pt x="12265" y="9815"/>
                </a:lnTo>
                <a:lnTo>
                  <a:pt x="13742" y="9815"/>
                </a:lnTo>
                <a:lnTo>
                  <a:pt x="13742" y="11283"/>
                </a:lnTo>
                <a:lnTo>
                  <a:pt x="14724" y="11283"/>
                </a:lnTo>
                <a:lnTo>
                  <a:pt x="14724" y="9815"/>
                </a:lnTo>
                <a:lnTo>
                  <a:pt x="16204" y="9815"/>
                </a:lnTo>
                <a:lnTo>
                  <a:pt x="16204" y="8833"/>
                </a:lnTo>
                <a:lnTo>
                  <a:pt x="14724" y="8833"/>
                </a:lnTo>
                <a:cubicBezTo>
                  <a:pt x="14724" y="8833"/>
                  <a:pt x="14724" y="7360"/>
                  <a:pt x="14724" y="7360"/>
                </a:cubicBezTo>
                <a:close/>
                <a:moveTo>
                  <a:pt x="9321" y="13946"/>
                </a:moveTo>
                <a:cubicBezTo>
                  <a:pt x="8620" y="13946"/>
                  <a:pt x="8070" y="13495"/>
                  <a:pt x="8070" y="12919"/>
                </a:cubicBezTo>
                <a:cubicBezTo>
                  <a:pt x="8070" y="12392"/>
                  <a:pt x="8713" y="11929"/>
                  <a:pt x="9446" y="11929"/>
                </a:cubicBezTo>
                <a:lnTo>
                  <a:pt x="9446" y="11723"/>
                </a:lnTo>
                <a:lnTo>
                  <a:pt x="9465" y="11929"/>
                </a:lnTo>
                <a:cubicBezTo>
                  <a:pt x="9623" y="11930"/>
                  <a:pt x="9777" y="11954"/>
                  <a:pt x="9922" y="12000"/>
                </a:cubicBezTo>
                <a:lnTo>
                  <a:pt x="10067" y="12104"/>
                </a:lnTo>
                <a:cubicBezTo>
                  <a:pt x="10439" y="12371"/>
                  <a:pt x="10637" y="12521"/>
                  <a:pt x="10695" y="12764"/>
                </a:cubicBezTo>
                <a:cubicBezTo>
                  <a:pt x="10710" y="12827"/>
                  <a:pt x="10717" y="12891"/>
                  <a:pt x="10717" y="12954"/>
                </a:cubicBezTo>
                <a:cubicBezTo>
                  <a:pt x="10717" y="13612"/>
                  <a:pt x="10247" y="13946"/>
                  <a:pt x="9321" y="13946"/>
                </a:cubicBezTo>
                <a:moveTo>
                  <a:pt x="8542" y="8739"/>
                </a:moveTo>
                <a:cubicBezTo>
                  <a:pt x="8494" y="8362"/>
                  <a:pt x="8574" y="8014"/>
                  <a:pt x="8754" y="7806"/>
                </a:cubicBezTo>
                <a:cubicBezTo>
                  <a:pt x="8864" y="7680"/>
                  <a:pt x="9006" y="7612"/>
                  <a:pt x="9163" y="7612"/>
                </a:cubicBezTo>
                <a:lnTo>
                  <a:pt x="9163" y="7409"/>
                </a:lnTo>
                <a:lnTo>
                  <a:pt x="9164" y="7409"/>
                </a:lnTo>
                <a:lnTo>
                  <a:pt x="9182" y="7613"/>
                </a:lnTo>
                <a:cubicBezTo>
                  <a:pt x="9653" y="7628"/>
                  <a:pt x="10105" y="8185"/>
                  <a:pt x="10189" y="8855"/>
                </a:cubicBezTo>
                <a:cubicBezTo>
                  <a:pt x="10237" y="9239"/>
                  <a:pt x="10154" y="9595"/>
                  <a:pt x="9969" y="9809"/>
                </a:cubicBezTo>
                <a:cubicBezTo>
                  <a:pt x="9860" y="9935"/>
                  <a:pt x="9721" y="10002"/>
                  <a:pt x="9550" y="10001"/>
                </a:cubicBezTo>
                <a:lnTo>
                  <a:pt x="9549" y="10001"/>
                </a:lnTo>
                <a:cubicBezTo>
                  <a:pt x="9087" y="9988"/>
                  <a:pt x="8625" y="9409"/>
                  <a:pt x="8542" y="8739"/>
                </a:cubicBezTo>
                <a:moveTo>
                  <a:pt x="10838" y="11196"/>
                </a:moveTo>
                <a:cubicBezTo>
                  <a:pt x="10586" y="11009"/>
                  <a:pt x="10351" y="10732"/>
                  <a:pt x="10342" y="10647"/>
                </a:cubicBezTo>
                <a:cubicBezTo>
                  <a:pt x="10342" y="10499"/>
                  <a:pt x="10342" y="10431"/>
                  <a:pt x="10689" y="10148"/>
                </a:cubicBezTo>
                <a:cubicBezTo>
                  <a:pt x="11138" y="9780"/>
                  <a:pt x="11386" y="9296"/>
                  <a:pt x="11386" y="8784"/>
                </a:cubicBezTo>
                <a:cubicBezTo>
                  <a:pt x="11386" y="8342"/>
                  <a:pt x="11262" y="7947"/>
                  <a:pt x="11049" y="7660"/>
                </a:cubicBezTo>
                <a:lnTo>
                  <a:pt x="11238" y="7660"/>
                </a:lnTo>
                <a:lnTo>
                  <a:pt x="12276" y="6873"/>
                </a:lnTo>
                <a:lnTo>
                  <a:pt x="9463" y="6873"/>
                </a:lnTo>
                <a:cubicBezTo>
                  <a:pt x="8334" y="6873"/>
                  <a:pt x="7345" y="7760"/>
                  <a:pt x="7345" y="8769"/>
                </a:cubicBezTo>
                <a:cubicBezTo>
                  <a:pt x="7345" y="9812"/>
                  <a:pt x="8109" y="10605"/>
                  <a:pt x="9136" y="10648"/>
                </a:cubicBezTo>
                <a:cubicBezTo>
                  <a:pt x="9121" y="10722"/>
                  <a:pt x="9113" y="10795"/>
                  <a:pt x="9113" y="10867"/>
                </a:cubicBezTo>
                <a:cubicBezTo>
                  <a:pt x="9113" y="11018"/>
                  <a:pt x="9147" y="11162"/>
                  <a:pt x="9216" y="11300"/>
                </a:cubicBezTo>
                <a:cubicBezTo>
                  <a:pt x="7942" y="11309"/>
                  <a:pt x="6869" y="12161"/>
                  <a:pt x="6869" y="13167"/>
                </a:cubicBezTo>
                <a:cubicBezTo>
                  <a:pt x="6869" y="14071"/>
                  <a:pt x="7902" y="14727"/>
                  <a:pt x="9325" y="14727"/>
                </a:cubicBezTo>
                <a:cubicBezTo>
                  <a:pt x="10861" y="14727"/>
                  <a:pt x="11690" y="13766"/>
                  <a:pt x="11690" y="12860"/>
                </a:cubicBezTo>
                <a:cubicBezTo>
                  <a:pt x="11690" y="12108"/>
                  <a:pt x="11459" y="11656"/>
                  <a:pt x="10838" y="11196"/>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0" name="Shape 2878">
            <a:extLst>
              <a:ext uri="{FF2B5EF4-FFF2-40B4-BE49-F238E27FC236}">
                <a16:creationId xmlns:a16="http://schemas.microsoft.com/office/drawing/2014/main" id="{7B8D6C3D-EE86-85BB-79FD-D89392B0E000}"/>
              </a:ext>
            </a:extLst>
          </p:cNvPr>
          <p:cNvSpPr/>
          <p:nvPr/>
        </p:nvSpPr>
        <p:spPr>
          <a:xfrm>
            <a:off x="9974839" y="32118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3430" y="9321"/>
                </a:moveTo>
                <a:cubicBezTo>
                  <a:pt x="11975" y="9321"/>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1"/>
                  <a:pt x="13430" y="9321"/>
                </a:cubicBezTo>
                <a:moveTo>
                  <a:pt x="6873" y="14727"/>
                </a:moveTo>
                <a:lnTo>
                  <a:pt x="8829" y="14727"/>
                </a:lnTo>
                <a:lnTo>
                  <a:pt x="8829" y="9321"/>
                </a:lnTo>
                <a:lnTo>
                  <a:pt x="6873" y="9321"/>
                </a:lnTo>
                <a:cubicBezTo>
                  <a:pt x="6873" y="9321"/>
                  <a:pt x="6873" y="14727"/>
                  <a:pt x="6873" y="14727"/>
                </a:cubicBezTo>
                <a:close/>
                <a:moveTo>
                  <a:pt x="20618" y="19636"/>
                </a:moveTo>
                <a:cubicBezTo>
                  <a:pt x="20618" y="20179"/>
                  <a:pt x="20179" y="20618"/>
                  <a:pt x="19636" y="20618"/>
                </a:cubicBezTo>
                <a:lnTo>
                  <a:pt x="1964" y="20618"/>
                </a:lnTo>
                <a:cubicBezTo>
                  <a:pt x="1421" y="20618"/>
                  <a:pt x="982" y="20179"/>
                  <a:pt x="982" y="19636"/>
                </a:cubicBezTo>
                <a:lnTo>
                  <a:pt x="982" y="1964"/>
                </a:lnTo>
                <a:cubicBezTo>
                  <a:pt x="982" y="1421"/>
                  <a:pt x="1421"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1" name="Shape 2879">
            <a:extLst>
              <a:ext uri="{FF2B5EF4-FFF2-40B4-BE49-F238E27FC236}">
                <a16:creationId xmlns:a16="http://schemas.microsoft.com/office/drawing/2014/main" id="{FCA483BE-DF2D-46A4-7882-1F626F3E0382}"/>
              </a:ext>
            </a:extLst>
          </p:cNvPr>
          <p:cNvSpPr/>
          <p:nvPr/>
        </p:nvSpPr>
        <p:spPr>
          <a:xfrm>
            <a:off x="10508100" y="32118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1592" y="13291"/>
                </a:moveTo>
                <a:cubicBezTo>
                  <a:pt x="11452" y="13213"/>
                  <a:pt x="11342" y="13108"/>
                  <a:pt x="11291" y="12978"/>
                </a:cubicBezTo>
                <a:cubicBezTo>
                  <a:pt x="11284" y="12956"/>
                  <a:pt x="11290" y="10299"/>
                  <a:pt x="11290" y="10299"/>
                </a:cubicBezTo>
                <a:lnTo>
                  <a:pt x="13256" y="10299"/>
                </a:lnTo>
                <a:lnTo>
                  <a:pt x="13256" y="8836"/>
                </a:lnTo>
                <a:lnTo>
                  <a:pt x="11292" y="8836"/>
                </a:lnTo>
                <a:lnTo>
                  <a:pt x="11292" y="6873"/>
                </a:lnTo>
                <a:lnTo>
                  <a:pt x="10042" y="6879"/>
                </a:lnTo>
                <a:cubicBezTo>
                  <a:pt x="9988" y="7284"/>
                  <a:pt x="9891" y="7618"/>
                  <a:pt x="9750" y="7879"/>
                </a:cubicBezTo>
                <a:cubicBezTo>
                  <a:pt x="9608" y="8142"/>
                  <a:pt x="9420" y="8366"/>
                  <a:pt x="9187" y="8553"/>
                </a:cubicBezTo>
                <a:cubicBezTo>
                  <a:pt x="8953" y="8740"/>
                  <a:pt x="8672" y="8883"/>
                  <a:pt x="8344" y="8984"/>
                </a:cubicBezTo>
                <a:lnTo>
                  <a:pt x="8345" y="10309"/>
                </a:lnTo>
                <a:lnTo>
                  <a:pt x="9328" y="10299"/>
                </a:lnTo>
                <a:lnTo>
                  <a:pt x="9328" y="12846"/>
                </a:lnTo>
                <a:cubicBezTo>
                  <a:pt x="9328" y="13204"/>
                  <a:pt x="9368" y="13478"/>
                  <a:pt x="9448" y="13666"/>
                </a:cubicBezTo>
                <a:cubicBezTo>
                  <a:pt x="9528" y="13856"/>
                  <a:pt x="9671" y="14034"/>
                  <a:pt x="9879" y="14202"/>
                </a:cubicBezTo>
                <a:cubicBezTo>
                  <a:pt x="10086" y="14370"/>
                  <a:pt x="10336" y="14498"/>
                  <a:pt x="10629" y="14589"/>
                </a:cubicBezTo>
                <a:cubicBezTo>
                  <a:pt x="10922" y="14679"/>
                  <a:pt x="11238" y="14727"/>
                  <a:pt x="11619" y="14727"/>
                </a:cubicBezTo>
                <a:cubicBezTo>
                  <a:pt x="11955" y="14727"/>
                  <a:pt x="12228" y="14693"/>
                  <a:pt x="12517" y="14629"/>
                </a:cubicBezTo>
                <a:cubicBezTo>
                  <a:pt x="12806" y="14565"/>
                  <a:pt x="13221" y="14455"/>
                  <a:pt x="13578" y="14297"/>
                </a:cubicBezTo>
                <a:lnTo>
                  <a:pt x="13583" y="13091"/>
                </a:lnTo>
                <a:cubicBezTo>
                  <a:pt x="13165" y="13349"/>
                  <a:pt x="12648" y="13447"/>
                  <a:pt x="12225" y="13447"/>
                </a:cubicBezTo>
                <a:cubicBezTo>
                  <a:pt x="11987" y="13447"/>
                  <a:pt x="11776" y="13395"/>
                  <a:pt x="11592" y="13291"/>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2" name="Shape 2880">
            <a:extLst>
              <a:ext uri="{FF2B5EF4-FFF2-40B4-BE49-F238E27FC236}">
                <a16:creationId xmlns:a16="http://schemas.microsoft.com/office/drawing/2014/main" id="{B252D8C4-0E9B-9171-3F56-7E12633FC323}"/>
              </a:ext>
            </a:extLst>
          </p:cNvPr>
          <p:cNvSpPr/>
          <p:nvPr/>
        </p:nvSpPr>
        <p:spPr>
          <a:xfrm>
            <a:off x="11041361" y="3211845"/>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4291" y="6986"/>
                </a:moveTo>
                <a:cubicBezTo>
                  <a:pt x="14241" y="6976"/>
                  <a:pt x="14187" y="6971"/>
                  <a:pt x="14134" y="6971"/>
                </a:cubicBezTo>
                <a:cubicBezTo>
                  <a:pt x="13808" y="6971"/>
                  <a:pt x="13598" y="7166"/>
                  <a:pt x="13572" y="7494"/>
                </a:cubicBezTo>
                <a:cubicBezTo>
                  <a:pt x="13242" y="11704"/>
                  <a:pt x="13044" y="12909"/>
                  <a:pt x="13042" y="12921"/>
                </a:cubicBezTo>
                <a:lnTo>
                  <a:pt x="13046" y="13020"/>
                </a:lnTo>
                <a:lnTo>
                  <a:pt x="13142" y="13032"/>
                </a:lnTo>
                <a:lnTo>
                  <a:pt x="13172" y="13031"/>
                </a:lnTo>
                <a:cubicBezTo>
                  <a:pt x="13281" y="13031"/>
                  <a:pt x="13386" y="13050"/>
                  <a:pt x="13473" y="13084"/>
                </a:cubicBezTo>
                <a:lnTo>
                  <a:pt x="13579" y="13126"/>
                </a:lnTo>
                <a:lnTo>
                  <a:pt x="13598" y="13012"/>
                </a:lnTo>
                <a:cubicBezTo>
                  <a:pt x="13837" y="11522"/>
                  <a:pt x="14296" y="9525"/>
                  <a:pt x="14542" y="8453"/>
                </a:cubicBezTo>
                <a:cubicBezTo>
                  <a:pt x="14618" y="8121"/>
                  <a:pt x="14675" y="7877"/>
                  <a:pt x="14698" y="7763"/>
                </a:cubicBezTo>
                <a:cubicBezTo>
                  <a:pt x="14745" y="7530"/>
                  <a:pt x="14724" y="7343"/>
                  <a:pt x="14636" y="7206"/>
                </a:cubicBezTo>
                <a:cubicBezTo>
                  <a:pt x="14563" y="7092"/>
                  <a:pt x="14447" y="7018"/>
                  <a:pt x="14291" y="6986"/>
                </a:cubicBezTo>
                <a:moveTo>
                  <a:pt x="13280" y="13606"/>
                </a:moveTo>
                <a:cubicBezTo>
                  <a:pt x="12921" y="13524"/>
                  <a:pt x="12660" y="13682"/>
                  <a:pt x="12569" y="14030"/>
                </a:cubicBezTo>
                <a:cubicBezTo>
                  <a:pt x="12529" y="14187"/>
                  <a:pt x="12549" y="14335"/>
                  <a:pt x="12630" y="14459"/>
                </a:cubicBezTo>
                <a:cubicBezTo>
                  <a:pt x="12706" y="14574"/>
                  <a:pt x="12831" y="14660"/>
                  <a:pt x="12982" y="14701"/>
                </a:cubicBezTo>
                <a:cubicBezTo>
                  <a:pt x="13045" y="14719"/>
                  <a:pt x="13109" y="14728"/>
                  <a:pt x="13172" y="14728"/>
                </a:cubicBezTo>
                <a:cubicBezTo>
                  <a:pt x="13438" y="14728"/>
                  <a:pt x="13639" y="14578"/>
                  <a:pt x="13698" y="14338"/>
                </a:cubicBezTo>
                <a:cubicBezTo>
                  <a:pt x="13741" y="14155"/>
                  <a:pt x="13722" y="13989"/>
                  <a:pt x="13642" y="13858"/>
                </a:cubicBezTo>
                <a:cubicBezTo>
                  <a:pt x="13567" y="13733"/>
                  <a:pt x="13439" y="13643"/>
                  <a:pt x="13280" y="13606"/>
                </a:cubicBezTo>
                <a:moveTo>
                  <a:pt x="13014" y="7028"/>
                </a:moveTo>
                <a:lnTo>
                  <a:pt x="13098" y="6884"/>
                </a:lnTo>
                <a:lnTo>
                  <a:pt x="12931" y="6884"/>
                </a:lnTo>
                <a:lnTo>
                  <a:pt x="12906" y="6887"/>
                </a:lnTo>
                <a:cubicBezTo>
                  <a:pt x="12646" y="6961"/>
                  <a:pt x="12244" y="6961"/>
                  <a:pt x="11983" y="6887"/>
                </a:cubicBezTo>
                <a:lnTo>
                  <a:pt x="11901" y="6884"/>
                </a:lnTo>
                <a:lnTo>
                  <a:pt x="9988" y="10156"/>
                </a:lnTo>
                <a:lnTo>
                  <a:pt x="8067" y="6872"/>
                </a:lnTo>
                <a:lnTo>
                  <a:pt x="8000" y="6890"/>
                </a:lnTo>
                <a:cubicBezTo>
                  <a:pt x="7739" y="6962"/>
                  <a:pt x="7347" y="6961"/>
                  <a:pt x="7088" y="6887"/>
                </a:cubicBezTo>
                <a:lnTo>
                  <a:pt x="6878" y="6884"/>
                </a:lnTo>
                <a:lnTo>
                  <a:pt x="9482" y="11392"/>
                </a:lnTo>
                <a:lnTo>
                  <a:pt x="9404" y="14626"/>
                </a:lnTo>
                <a:lnTo>
                  <a:pt x="9407" y="14722"/>
                </a:lnTo>
                <a:lnTo>
                  <a:pt x="9502" y="14722"/>
                </a:lnTo>
                <a:lnTo>
                  <a:pt x="9526" y="14719"/>
                </a:lnTo>
                <a:cubicBezTo>
                  <a:pt x="9786" y="14645"/>
                  <a:pt x="10190" y="14645"/>
                  <a:pt x="10449" y="14719"/>
                </a:cubicBezTo>
                <a:lnTo>
                  <a:pt x="10573" y="14722"/>
                </a:lnTo>
                <a:lnTo>
                  <a:pt x="10512" y="11390"/>
                </a:lnTo>
                <a:cubicBezTo>
                  <a:pt x="10600" y="11229"/>
                  <a:pt x="11150" y="10205"/>
                  <a:pt x="11738" y="9180"/>
                </a:cubicBezTo>
                <a:cubicBezTo>
                  <a:pt x="12342" y="8126"/>
                  <a:pt x="13008" y="7040"/>
                  <a:pt x="13014" y="702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3" name="Shape 2881">
            <a:extLst>
              <a:ext uri="{FF2B5EF4-FFF2-40B4-BE49-F238E27FC236}">
                <a16:creationId xmlns:a16="http://schemas.microsoft.com/office/drawing/2014/main" id="{3E6F21BC-FCD7-E92A-DA6B-5DE9E756A40F}"/>
              </a:ext>
            </a:extLst>
          </p:cNvPr>
          <p:cNvSpPr/>
          <p:nvPr/>
        </p:nvSpPr>
        <p:spPr>
          <a:xfrm>
            <a:off x="6242012" y="37451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3062" y="5890"/>
                </a:moveTo>
                <a:lnTo>
                  <a:pt x="10786" y="7776"/>
                </a:lnTo>
                <a:lnTo>
                  <a:pt x="13925" y="9725"/>
                </a:lnTo>
                <a:lnTo>
                  <a:pt x="16200" y="7926"/>
                </a:lnTo>
                <a:cubicBezTo>
                  <a:pt x="16200" y="7926"/>
                  <a:pt x="13062" y="5890"/>
                  <a:pt x="13062" y="5890"/>
                </a:cubicBezTo>
                <a:close/>
                <a:moveTo>
                  <a:pt x="20618" y="19636"/>
                </a:moveTo>
                <a:cubicBezTo>
                  <a:pt x="20618" y="20179"/>
                  <a:pt x="20179" y="20618"/>
                  <a:pt x="19636" y="20618"/>
                </a:cubicBezTo>
                <a:lnTo>
                  <a:pt x="1964" y="20618"/>
                </a:lnTo>
                <a:cubicBezTo>
                  <a:pt x="1422" y="20618"/>
                  <a:pt x="982" y="20179"/>
                  <a:pt x="982" y="19636"/>
                </a:cubicBezTo>
                <a:lnTo>
                  <a:pt x="982" y="1964"/>
                </a:lnTo>
                <a:cubicBezTo>
                  <a:pt x="982" y="1421"/>
                  <a:pt x="1422"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5400" y="8027"/>
                </a:moveTo>
                <a:lnTo>
                  <a:pt x="7647" y="9763"/>
                </a:lnTo>
                <a:lnTo>
                  <a:pt x="10786" y="7776"/>
                </a:lnTo>
                <a:lnTo>
                  <a:pt x="8630" y="5891"/>
                </a:lnTo>
                <a:cubicBezTo>
                  <a:pt x="8630" y="5891"/>
                  <a:pt x="5400" y="8027"/>
                  <a:pt x="5400" y="8027"/>
                </a:cubicBezTo>
                <a:close/>
                <a:moveTo>
                  <a:pt x="13925" y="9726"/>
                </a:moveTo>
                <a:lnTo>
                  <a:pt x="13925" y="9725"/>
                </a:lnTo>
                <a:lnTo>
                  <a:pt x="13925" y="9725"/>
                </a:lnTo>
                <a:lnTo>
                  <a:pt x="13924" y="9725"/>
                </a:lnTo>
                <a:cubicBezTo>
                  <a:pt x="13924" y="9725"/>
                  <a:pt x="13925" y="9726"/>
                  <a:pt x="13925" y="9726"/>
                </a:cubicBezTo>
                <a:close/>
                <a:moveTo>
                  <a:pt x="12965" y="14699"/>
                </a:moveTo>
                <a:lnTo>
                  <a:pt x="12959" y="14707"/>
                </a:lnTo>
                <a:lnTo>
                  <a:pt x="10801" y="13101"/>
                </a:lnTo>
                <a:lnTo>
                  <a:pt x="8731" y="14685"/>
                </a:lnTo>
                <a:lnTo>
                  <a:pt x="8712" y="14715"/>
                </a:lnTo>
                <a:lnTo>
                  <a:pt x="7571" y="14025"/>
                </a:lnTo>
                <a:lnTo>
                  <a:pt x="7571" y="14627"/>
                </a:lnTo>
                <a:lnTo>
                  <a:pt x="10799" y="16692"/>
                </a:lnTo>
                <a:lnTo>
                  <a:pt x="14001" y="14627"/>
                </a:lnTo>
                <a:lnTo>
                  <a:pt x="14001" y="14067"/>
                </a:lnTo>
                <a:lnTo>
                  <a:pt x="12965" y="14699"/>
                </a:lnTo>
                <a:cubicBezTo>
                  <a:pt x="12965" y="14699"/>
                  <a:pt x="12965" y="14699"/>
                  <a:pt x="12965" y="14699"/>
                </a:cubicBezTo>
                <a:close/>
                <a:moveTo>
                  <a:pt x="7641" y="9766"/>
                </a:moveTo>
                <a:lnTo>
                  <a:pt x="5404" y="11577"/>
                </a:lnTo>
                <a:lnTo>
                  <a:pt x="7350" y="12746"/>
                </a:lnTo>
                <a:lnTo>
                  <a:pt x="7351" y="12745"/>
                </a:lnTo>
                <a:lnTo>
                  <a:pt x="7742" y="12982"/>
                </a:lnTo>
                <a:lnTo>
                  <a:pt x="8631" y="13516"/>
                </a:lnTo>
                <a:lnTo>
                  <a:pt x="10060" y="12431"/>
                </a:lnTo>
                <a:lnTo>
                  <a:pt x="10780" y="11879"/>
                </a:lnTo>
                <a:lnTo>
                  <a:pt x="10783" y="11882"/>
                </a:lnTo>
                <a:lnTo>
                  <a:pt x="10786" y="11880"/>
                </a:lnTo>
                <a:lnTo>
                  <a:pt x="10798" y="11888"/>
                </a:lnTo>
                <a:lnTo>
                  <a:pt x="10804" y="11879"/>
                </a:lnTo>
                <a:lnTo>
                  <a:pt x="12515" y="13153"/>
                </a:lnTo>
                <a:lnTo>
                  <a:pt x="13007" y="13515"/>
                </a:lnTo>
                <a:lnTo>
                  <a:pt x="16199" y="11575"/>
                </a:lnTo>
                <a:lnTo>
                  <a:pt x="13925" y="9726"/>
                </a:lnTo>
                <a:lnTo>
                  <a:pt x="10787" y="11715"/>
                </a:lnTo>
                <a:cubicBezTo>
                  <a:pt x="10787" y="11715"/>
                  <a:pt x="7641" y="9766"/>
                  <a:pt x="7641" y="9766"/>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4" name="Shape 2882">
            <a:extLst>
              <a:ext uri="{FF2B5EF4-FFF2-40B4-BE49-F238E27FC236}">
                <a16:creationId xmlns:a16="http://schemas.microsoft.com/office/drawing/2014/main" id="{2DAD1D7E-71E2-D126-B501-55C0A4628E6B}"/>
              </a:ext>
            </a:extLst>
          </p:cNvPr>
          <p:cNvSpPr/>
          <p:nvPr/>
        </p:nvSpPr>
        <p:spPr>
          <a:xfrm>
            <a:off x="6775273" y="37451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727" y="13745"/>
                </a:moveTo>
                <a:cubicBezTo>
                  <a:pt x="14727" y="14288"/>
                  <a:pt x="14287" y="14727"/>
                  <a:pt x="13745" y="14727"/>
                </a:cubicBezTo>
                <a:lnTo>
                  <a:pt x="7855" y="14727"/>
                </a:lnTo>
                <a:cubicBezTo>
                  <a:pt x="7313" y="14727"/>
                  <a:pt x="6873" y="14288"/>
                  <a:pt x="6873" y="13745"/>
                </a:cubicBezTo>
                <a:lnTo>
                  <a:pt x="6873" y="10309"/>
                </a:lnTo>
                <a:lnTo>
                  <a:pt x="7904" y="10309"/>
                </a:lnTo>
                <a:cubicBezTo>
                  <a:pt x="7877" y="10470"/>
                  <a:pt x="7855" y="10632"/>
                  <a:pt x="7855" y="10800"/>
                </a:cubicBezTo>
                <a:cubicBezTo>
                  <a:pt x="7855" y="12427"/>
                  <a:pt x="9173" y="13745"/>
                  <a:pt x="10800" y="13745"/>
                </a:cubicBezTo>
                <a:cubicBezTo>
                  <a:pt x="12427" y="13745"/>
                  <a:pt x="13745" y="12427"/>
                  <a:pt x="13745" y="10800"/>
                </a:cubicBezTo>
                <a:cubicBezTo>
                  <a:pt x="13745" y="10632"/>
                  <a:pt x="13723" y="10470"/>
                  <a:pt x="13696" y="10309"/>
                </a:cubicBezTo>
                <a:lnTo>
                  <a:pt x="14727" y="10309"/>
                </a:lnTo>
                <a:cubicBezTo>
                  <a:pt x="14727" y="10309"/>
                  <a:pt x="14727" y="13745"/>
                  <a:pt x="14727" y="13745"/>
                </a:cubicBezTo>
                <a:close/>
                <a:moveTo>
                  <a:pt x="10800" y="8836"/>
                </a:moveTo>
                <a:cubicBezTo>
                  <a:pt x="11884" y="8836"/>
                  <a:pt x="12764" y="9716"/>
                  <a:pt x="12764" y="10800"/>
                </a:cubicBezTo>
                <a:cubicBezTo>
                  <a:pt x="12764" y="11884"/>
                  <a:pt x="11884" y="12764"/>
                  <a:pt x="10800" y="12764"/>
                </a:cubicBezTo>
                <a:cubicBezTo>
                  <a:pt x="9716" y="12764"/>
                  <a:pt x="8836" y="11884"/>
                  <a:pt x="8836" y="10800"/>
                </a:cubicBezTo>
                <a:cubicBezTo>
                  <a:pt x="8836" y="9716"/>
                  <a:pt x="9716" y="8836"/>
                  <a:pt x="10800" y="8836"/>
                </a:cubicBezTo>
                <a:moveTo>
                  <a:pt x="12764" y="7364"/>
                </a:moveTo>
                <a:lnTo>
                  <a:pt x="14236" y="7364"/>
                </a:lnTo>
                <a:lnTo>
                  <a:pt x="14236" y="8836"/>
                </a:lnTo>
                <a:lnTo>
                  <a:pt x="12764" y="8836"/>
                </a:lnTo>
                <a:cubicBezTo>
                  <a:pt x="12764" y="8836"/>
                  <a:pt x="12764" y="7364"/>
                  <a:pt x="12764" y="7364"/>
                </a:cubicBezTo>
                <a:close/>
                <a:moveTo>
                  <a:pt x="13745" y="5891"/>
                </a:moveTo>
                <a:lnTo>
                  <a:pt x="7855" y="5891"/>
                </a:lnTo>
                <a:cubicBezTo>
                  <a:pt x="6770" y="5891"/>
                  <a:pt x="5891" y="6770"/>
                  <a:pt x="5891" y="7855"/>
                </a:cubicBezTo>
                <a:lnTo>
                  <a:pt x="5891" y="13745"/>
                </a:lnTo>
                <a:cubicBezTo>
                  <a:pt x="5891" y="14830"/>
                  <a:pt x="6770" y="15709"/>
                  <a:pt x="7855" y="15709"/>
                </a:cubicBezTo>
                <a:lnTo>
                  <a:pt x="13745" y="15709"/>
                </a:lnTo>
                <a:cubicBezTo>
                  <a:pt x="14830" y="15709"/>
                  <a:pt x="15709" y="14830"/>
                  <a:pt x="15709" y="13745"/>
                </a:cubicBezTo>
                <a:lnTo>
                  <a:pt x="15709" y="7855"/>
                </a:lnTo>
                <a:cubicBezTo>
                  <a:pt x="15709" y="6770"/>
                  <a:pt x="14830" y="5891"/>
                  <a:pt x="13745" y="5891"/>
                </a:cubicBezTo>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5" name="Shape 2883">
            <a:extLst>
              <a:ext uri="{FF2B5EF4-FFF2-40B4-BE49-F238E27FC236}">
                <a16:creationId xmlns:a16="http://schemas.microsoft.com/office/drawing/2014/main" id="{7D0E7AB3-497E-7FB5-1C2C-D3600C7DA688}"/>
              </a:ext>
            </a:extLst>
          </p:cNvPr>
          <p:cNvSpPr/>
          <p:nvPr/>
        </p:nvSpPr>
        <p:spPr>
          <a:xfrm>
            <a:off x="7308534" y="37451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5709" y="10800"/>
                </a:moveTo>
                <a:cubicBezTo>
                  <a:pt x="15709" y="12575"/>
                  <a:pt x="14764" y="14125"/>
                  <a:pt x="13353" y="14987"/>
                </a:cubicBezTo>
                <a:lnTo>
                  <a:pt x="14834" y="10706"/>
                </a:lnTo>
                <a:cubicBezTo>
                  <a:pt x="15118" y="9994"/>
                  <a:pt x="15213" y="9425"/>
                  <a:pt x="15213" y="8918"/>
                </a:cubicBezTo>
                <a:cubicBezTo>
                  <a:pt x="15213" y="8811"/>
                  <a:pt x="15201" y="8718"/>
                  <a:pt x="15194" y="8620"/>
                </a:cubicBezTo>
                <a:cubicBezTo>
                  <a:pt x="15521" y="9277"/>
                  <a:pt x="15709" y="10016"/>
                  <a:pt x="15709" y="10800"/>
                </a:cubicBezTo>
                <a:moveTo>
                  <a:pt x="11488" y="8460"/>
                </a:moveTo>
                <a:cubicBezTo>
                  <a:pt x="11788" y="8444"/>
                  <a:pt x="12059" y="8413"/>
                  <a:pt x="12059" y="8413"/>
                </a:cubicBezTo>
                <a:cubicBezTo>
                  <a:pt x="12328" y="8380"/>
                  <a:pt x="12296" y="7986"/>
                  <a:pt x="12027" y="8001"/>
                </a:cubicBezTo>
                <a:cubicBezTo>
                  <a:pt x="12027" y="8001"/>
                  <a:pt x="11219" y="8065"/>
                  <a:pt x="10697" y="8065"/>
                </a:cubicBezTo>
                <a:cubicBezTo>
                  <a:pt x="10206" y="8065"/>
                  <a:pt x="9382" y="8001"/>
                  <a:pt x="9382" y="8001"/>
                </a:cubicBezTo>
                <a:cubicBezTo>
                  <a:pt x="9113" y="7986"/>
                  <a:pt x="9082" y="8396"/>
                  <a:pt x="9350" y="8413"/>
                </a:cubicBezTo>
                <a:cubicBezTo>
                  <a:pt x="9350" y="8413"/>
                  <a:pt x="9605" y="8444"/>
                  <a:pt x="9874" y="8460"/>
                </a:cubicBezTo>
                <a:lnTo>
                  <a:pt x="10652" y="10591"/>
                </a:lnTo>
                <a:lnTo>
                  <a:pt x="9560" y="13866"/>
                </a:lnTo>
                <a:lnTo>
                  <a:pt x="7742" y="8460"/>
                </a:lnTo>
                <a:cubicBezTo>
                  <a:pt x="8042" y="8444"/>
                  <a:pt x="8313" y="8413"/>
                  <a:pt x="8313" y="8413"/>
                </a:cubicBezTo>
                <a:cubicBezTo>
                  <a:pt x="8582" y="8380"/>
                  <a:pt x="8550" y="7986"/>
                  <a:pt x="8281" y="8001"/>
                </a:cubicBezTo>
                <a:cubicBezTo>
                  <a:pt x="8281" y="8001"/>
                  <a:pt x="7473" y="8065"/>
                  <a:pt x="6951" y="8065"/>
                </a:cubicBezTo>
                <a:cubicBezTo>
                  <a:pt x="6885" y="8065"/>
                  <a:pt x="6804" y="8063"/>
                  <a:pt x="6727" y="8061"/>
                </a:cubicBezTo>
                <a:cubicBezTo>
                  <a:pt x="7608" y="6752"/>
                  <a:pt x="9103" y="5891"/>
                  <a:pt x="10800" y="5891"/>
                </a:cubicBezTo>
                <a:cubicBezTo>
                  <a:pt x="12045" y="5891"/>
                  <a:pt x="13178" y="6358"/>
                  <a:pt x="14044" y="7122"/>
                </a:cubicBezTo>
                <a:cubicBezTo>
                  <a:pt x="13590" y="7157"/>
                  <a:pt x="13299" y="7563"/>
                  <a:pt x="13299" y="8001"/>
                </a:cubicBezTo>
                <a:cubicBezTo>
                  <a:pt x="13299" y="8413"/>
                  <a:pt x="13505" y="8761"/>
                  <a:pt x="13758" y="9172"/>
                </a:cubicBezTo>
                <a:cubicBezTo>
                  <a:pt x="13948" y="9504"/>
                  <a:pt x="14169" y="9931"/>
                  <a:pt x="14169" y="10548"/>
                </a:cubicBezTo>
                <a:cubicBezTo>
                  <a:pt x="14169" y="10975"/>
                  <a:pt x="14005" y="11471"/>
                  <a:pt x="13789" y="12162"/>
                </a:cubicBezTo>
                <a:lnTo>
                  <a:pt x="13291" y="13825"/>
                </a:lnTo>
                <a:cubicBezTo>
                  <a:pt x="13291" y="13825"/>
                  <a:pt x="11488" y="8460"/>
                  <a:pt x="11488" y="8460"/>
                </a:cubicBezTo>
                <a:close/>
                <a:moveTo>
                  <a:pt x="10800" y="15709"/>
                </a:moveTo>
                <a:cubicBezTo>
                  <a:pt x="10319" y="15709"/>
                  <a:pt x="9857" y="15637"/>
                  <a:pt x="9418" y="15508"/>
                </a:cubicBezTo>
                <a:lnTo>
                  <a:pt x="10887" y="11236"/>
                </a:lnTo>
                <a:cubicBezTo>
                  <a:pt x="10887" y="11236"/>
                  <a:pt x="12211" y="14865"/>
                  <a:pt x="12425" y="15428"/>
                </a:cubicBezTo>
                <a:cubicBezTo>
                  <a:pt x="11916" y="15607"/>
                  <a:pt x="11371" y="15709"/>
                  <a:pt x="10800" y="15709"/>
                </a:cubicBezTo>
                <a:moveTo>
                  <a:pt x="5891" y="10800"/>
                </a:moveTo>
                <a:cubicBezTo>
                  <a:pt x="5891" y="10118"/>
                  <a:pt x="6030" y="9470"/>
                  <a:pt x="6281" y="8880"/>
                </a:cubicBezTo>
                <a:lnTo>
                  <a:pt x="8579" y="15174"/>
                </a:lnTo>
                <a:cubicBezTo>
                  <a:pt x="6985" y="14362"/>
                  <a:pt x="5891" y="12711"/>
                  <a:pt x="5891" y="10800"/>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6" name="Shape 2884">
            <a:extLst>
              <a:ext uri="{FF2B5EF4-FFF2-40B4-BE49-F238E27FC236}">
                <a16:creationId xmlns:a16="http://schemas.microsoft.com/office/drawing/2014/main" id="{EFB510E9-9C95-586B-594E-D6AE94F06297}"/>
              </a:ext>
            </a:extLst>
          </p:cNvPr>
          <p:cNvSpPr/>
          <p:nvPr/>
        </p:nvSpPr>
        <p:spPr>
          <a:xfrm>
            <a:off x="7841795" y="3745106"/>
            <a:ext cx="279328" cy="279328"/>
          </a:xfrm>
          <a:custGeom>
            <a:avLst/>
            <a:gdLst/>
            <a:ahLst/>
            <a:cxnLst>
              <a:cxn ang="0">
                <a:pos x="wd2" y="hd2"/>
              </a:cxn>
              <a:cxn ang="5400000">
                <a:pos x="wd2" y="hd2"/>
              </a:cxn>
              <a:cxn ang="10800000">
                <a:pos x="wd2" y="hd2"/>
              </a:cxn>
              <a:cxn ang="16200000">
                <a:pos x="wd2" y="hd2"/>
              </a:cxn>
            </a:cxnLst>
            <a:rect l="0" t="0" r="r" b="b"/>
            <a:pathLst>
              <a:path w="21600" h="21600" extrusionOk="0">
                <a:moveTo>
                  <a:pt x="14236" y="10309"/>
                </a:moveTo>
                <a:cubicBezTo>
                  <a:pt x="13551" y="10309"/>
                  <a:pt x="12889" y="10401"/>
                  <a:pt x="12252" y="10556"/>
                </a:cubicBezTo>
                <a:cubicBezTo>
                  <a:pt x="12104" y="10191"/>
                  <a:pt x="11941" y="9834"/>
                  <a:pt x="11763" y="9484"/>
                </a:cubicBezTo>
                <a:cubicBezTo>
                  <a:pt x="12783" y="9001"/>
                  <a:pt x="13728" y="8390"/>
                  <a:pt x="14592" y="7682"/>
                </a:cubicBezTo>
                <a:cubicBezTo>
                  <a:pt x="15222" y="8448"/>
                  <a:pt x="15619" y="9407"/>
                  <a:pt x="15692" y="10457"/>
                </a:cubicBezTo>
                <a:cubicBezTo>
                  <a:pt x="15218" y="10370"/>
                  <a:pt x="14736" y="10309"/>
                  <a:pt x="14236" y="10309"/>
                </a:cubicBezTo>
                <a:moveTo>
                  <a:pt x="13226" y="15065"/>
                </a:moveTo>
                <a:cubicBezTo>
                  <a:pt x="13168" y="13821"/>
                  <a:pt x="12957" y="12618"/>
                  <a:pt x="12590" y="11483"/>
                </a:cubicBezTo>
                <a:cubicBezTo>
                  <a:pt x="13120" y="11361"/>
                  <a:pt x="13669" y="11291"/>
                  <a:pt x="14236" y="11291"/>
                </a:cubicBezTo>
                <a:cubicBezTo>
                  <a:pt x="14726" y="11291"/>
                  <a:pt x="15199" y="11358"/>
                  <a:pt x="15661" y="11451"/>
                </a:cubicBezTo>
                <a:cubicBezTo>
                  <a:pt x="15455" y="13001"/>
                  <a:pt x="14528" y="14322"/>
                  <a:pt x="13226" y="15065"/>
                </a:cubicBezTo>
                <a:moveTo>
                  <a:pt x="10800" y="15709"/>
                </a:moveTo>
                <a:cubicBezTo>
                  <a:pt x="9746" y="15709"/>
                  <a:pt x="8772" y="15374"/>
                  <a:pt x="7971" y="14808"/>
                </a:cubicBezTo>
                <a:cubicBezTo>
                  <a:pt x="8822" y="13429"/>
                  <a:pt x="10108" y="12348"/>
                  <a:pt x="11646" y="11768"/>
                </a:cubicBezTo>
                <a:cubicBezTo>
                  <a:pt x="12027" y="12943"/>
                  <a:pt x="12241" y="14191"/>
                  <a:pt x="12264" y="15487"/>
                </a:cubicBezTo>
                <a:cubicBezTo>
                  <a:pt x="11801" y="15631"/>
                  <a:pt x="11310" y="15709"/>
                  <a:pt x="10800" y="15709"/>
                </a:cubicBezTo>
                <a:moveTo>
                  <a:pt x="5891" y="10800"/>
                </a:moveTo>
                <a:cubicBezTo>
                  <a:pt x="7640" y="10800"/>
                  <a:pt x="9312" y="10469"/>
                  <a:pt x="10852" y="9873"/>
                </a:cubicBezTo>
                <a:cubicBezTo>
                  <a:pt x="11015" y="10192"/>
                  <a:pt x="11171" y="10515"/>
                  <a:pt x="11309" y="10848"/>
                </a:cubicBezTo>
                <a:cubicBezTo>
                  <a:pt x="9614" y="11484"/>
                  <a:pt x="8190" y="12658"/>
                  <a:pt x="7225" y="14157"/>
                </a:cubicBezTo>
                <a:cubicBezTo>
                  <a:pt x="6400" y="13279"/>
                  <a:pt x="5891" y="12100"/>
                  <a:pt x="5891" y="10800"/>
                </a:cubicBezTo>
                <a:moveTo>
                  <a:pt x="8358" y="6546"/>
                </a:moveTo>
                <a:cubicBezTo>
                  <a:pt x="9117" y="7279"/>
                  <a:pt x="9793" y="8098"/>
                  <a:pt x="10353" y="9001"/>
                </a:cubicBezTo>
                <a:cubicBezTo>
                  <a:pt x="8991" y="9509"/>
                  <a:pt x="7526" y="9801"/>
                  <a:pt x="5990" y="9813"/>
                </a:cubicBezTo>
                <a:cubicBezTo>
                  <a:pt x="6276" y="8414"/>
                  <a:pt x="7158" y="7236"/>
                  <a:pt x="8358" y="6546"/>
                </a:cubicBezTo>
                <a:moveTo>
                  <a:pt x="10800" y="5891"/>
                </a:moveTo>
                <a:cubicBezTo>
                  <a:pt x="11968" y="5891"/>
                  <a:pt x="13040" y="6300"/>
                  <a:pt x="13882" y="6982"/>
                </a:cubicBezTo>
                <a:cubicBezTo>
                  <a:pt x="13087" y="7622"/>
                  <a:pt x="12217" y="8174"/>
                  <a:pt x="11282" y="8612"/>
                </a:cubicBezTo>
                <a:cubicBezTo>
                  <a:pt x="10732" y="7702"/>
                  <a:pt x="10073" y="6869"/>
                  <a:pt x="9333" y="6114"/>
                </a:cubicBezTo>
                <a:cubicBezTo>
                  <a:pt x="9797" y="5970"/>
                  <a:pt x="10289" y="5891"/>
                  <a:pt x="10800" y="5891"/>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7" name="Shape 2885">
            <a:extLst>
              <a:ext uri="{FF2B5EF4-FFF2-40B4-BE49-F238E27FC236}">
                <a16:creationId xmlns:a16="http://schemas.microsoft.com/office/drawing/2014/main" id="{283C851A-95F0-4CE3-425A-8C71244759A4}"/>
              </a:ext>
            </a:extLst>
          </p:cNvPr>
          <p:cNvSpPr/>
          <p:nvPr/>
        </p:nvSpPr>
        <p:spPr>
          <a:xfrm>
            <a:off x="8400449" y="37451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5500" y="13698"/>
                </a:moveTo>
                <a:cubicBezTo>
                  <a:pt x="15500" y="14629"/>
                  <a:pt x="14906" y="15067"/>
                  <a:pt x="13996" y="15061"/>
                </a:cubicBezTo>
                <a:cubicBezTo>
                  <a:pt x="13870" y="15061"/>
                  <a:pt x="13731" y="15061"/>
                  <a:pt x="13646" y="15044"/>
                </a:cubicBezTo>
                <a:lnTo>
                  <a:pt x="13646" y="12497"/>
                </a:lnTo>
                <a:cubicBezTo>
                  <a:pt x="13731" y="12480"/>
                  <a:pt x="13877" y="12463"/>
                  <a:pt x="14101" y="12463"/>
                </a:cubicBezTo>
                <a:cubicBezTo>
                  <a:pt x="14966" y="12463"/>
                  <a:pt x="15507" y="12890"/>
                  <a:pt x="15500" y="13698"/>
                </a:cubicBezTo>
                <a:moveTo>
                  <a:pt x="12636" y="11868"/>
                </a:moveTo>
                <a:lnTo>
                  <a:pt x="12636" y="15691"/>
                </a:lnTo>
                <a:cubicBezTo>
                  <a:pt x="12886" y="15720"/>
                  <a:pt x="13256" y="15748"/>
                  <a:pt x="13778" y="15748"/>
                </a:cubicBezTo>
                <a:cubicBezTo>
                  <a:pt x="14649" y="15748"/>
                  <a:pt x="15362" y="15587"/>
                  <a:pt x="15830" y="15246"/>
                </a:cubicBezTo>
                <a:cubicBezTo>
                  <a:pt x="16260" y="14929"/>
                  <a:pt x="16570" y="14415"/>
                  <a:pt x="16570" y="13670"/>
                </a:cubicBezTo>
                <a:cubicBezTo>
                  <a:pt x="16570" y="12982"/>
                  <a:pt x="16279" y="12503"/>
                  <a:pt x="15817" y="12203"/>
                </a:cubicBezTo>
                <a:cubicBezTo>
                  <a:pt x="15388" y="11919"/>
                  <a:pt x="14840" y="11787"/>
                  <a:pt x="13996" y="11787"/>
                </a:cubicBezTo>
                <a:cubicBezTo>
                  <a:pt x="13487" y="11787"/>
                  <a:pt x="13005" y="11815"/>
                  <a:pt x="12636" y="11868"/>
                </a:cubicBezTo>
                <a:moveTo>
                  <a:pt x="14400" y="5891"/>
                </a:moveTo>
                <a:lnTo>
                  <a:pt x="14400" y="982"/>
                </a:lnTo>
                <a:lnTo>
                  <a:pt x="15000" y="982"/>
                </a:lnTo>
                <a:lnTo>
                  <a:pt x="20400" y="5891"/>
                </a:lnTo>
                <a:cubicBezTo>
                  <a:pt x="20400" y="5891"/>
                  <a:pt x="14400" y="5891"/>
                  <a:pt x="14400" y="5891"/>
                </a:cubicBezTo>
                <a:close/>
                <a:moveTo>
                  <a:pt x="20400" y="19635"/>
                </a:moveTo>
                <a:cubicBezTo>
                  <a:pt x="20400" y="20178"/>
                  <a:pt x="19863" y="20617"/>
                  <a:pt x="19200" y="20617"/>
                </a:cubicBezTo>
                <a:lnTo>
                  <a:pt x="2400" y="20617"/>
                </a:lnTo>
                <a:cubicBezTo>
                  <a:pt x="1738" y="20617"/>
                  <a:pt x="1200" y="20178"/>
                  <a:pt x="1200" y="19635"/>
                </a:cubicBezTo>
                <a:lnTo>
                  <a:pt x="1200" y="1964"/>
                </a:lnTo>
                <a:cubicBezTo>
                  <a:pt x="1200" y="1421"/>
                  <a:pt x="1738" y="982"/>
                  <a:pt x="2400" y="982"/>
                </a:cubicBezTo>
                <a:lnTo>
                  <a:pt x="13200" y="982"/>
                </a:lnTo>
                <a:lnTo>
                  <a:pt x="13200" y="5891"/>
                </a:lnTo>
                <a:cubicBezTo>
                  <a:pt x="13200" y="6433"/>
                  <a:pt x="13738" y="6872"/>
                  <a:pt x="14400" y="6872"/>
                </a:cubicBezTo>
                <a:lnTo>
                  <a:pt x="20400" y="6872"/>
                </a:lnTo>
                <a:cubicBezTo>
                  <a:pt x="20400" y="6872"/>
                  <a:pt x="20400" y="19635"/>
                  <a:pt x="20400" y="19635"/>
                </a:cubicBezTo>
                <a:close/>
                <a:moveTo>
                  <a:pt x="15600" y="0"/>
                </a:moveTo>
                <a:lnTo>
                  <a:pt x="2400" y="0"/>
                </a:lnTo>
                <a:cubicBezTo>
                  <a:pt x="1075" y="0"/>
                  <a:pt x="0" y="878"/>
                  <a:pt x="0" y="1964"/>
                </a:cubicBezTo>
                <a:lnTo>
                  <a:pt x="0" y="19635"/>
                </a:lnTo>
                <a:cubicBezTo>
                  <a:pt x="0" y="20721"/>
                  <a:pt x="1075" y="21600"/>
                  <a:pt x="2400" y="21600"/>
                </a:cubicBezTo>
                <a:lnTo>
                  <a:pt x="19200" y="21600"/>
                </a:lnTo>
                <a:cubicBezTo>
                  <a:pt x="20525" y="21600"/>
                  <a:pt x="21600" y="20721"/>
                  <a:pt x="21600" y="19635"/>
                </a:cubicBezTo>
                <a:lnTo>
                  <a:pt x="21600" y="5400"/>
                </a:lnTo>
                <a:cubicBezTo>
                  <a:pt x="21600" y="5400"/>
                  <a:pt x="15600" y="0"/>
                  <a:pt x="15600" y="0"/>
                </a:cubicBezTo>
                <a:close/>
                <a:moveTo>
                  <a:pt x="6769" y="13658"/>
                </a:moveTo>
                <a:cubicBezTo>
                  <a:pt x="6624" y="13658"/>
                  <a:pt x="6519" y="13652"/>
                  <a:pt x="6433" y="13635"/>
                </a:cubicBezTo>
                <a:lnTo>
                  <a:pt x="6433" y="12486"/>
                </a:lnTo>
                <a:cubicBezTo>
                  <a:pt x="6505" y="12468"/>
                  <a:pt x="6644" y="12451"/>
                  <a:pt x="6848" y="12451"/>
                </a:cubicBezTo>
                <a:cubicBezTo>
                  <a:pt x="7350" y="12451"/>
                  <a:pt x="7634" y="12665"/>
                  <a:pt x="7634" y="13023"/>
                </a:cubicBezTo>
                <a:cubicBezTo>
                  <a:pt x="7634" y="13421"/>
                  <a:pt x="7304" y="13658"/>
                  <a:pt x="6769" y="13658"/>
                </a:cubicBezTo>
                <a:moveTo>
                  <a:pt x="6796" y="11787"/>
                </a:moveTo>
                <a:cubicBezTo>
                  <a:pt x="6182" y="11787"/>
                  <a:pt x="5746" y="11821"/>
                  <a:pt x="5436" y="11868"/>
                </a:cubicBezTo>
                <a:lnTo>
                  <a:pt x="5436" y="15708"/>
                </a:lnTo>
                <a:lnTo>
                  <a:pt x="6433" y="15708"/>
                </a:lnTo>
                <a:lnTo>
                  <a:pt x="6433" y="14316"/>
                </a:lnTo>
                <a:cubicBezTo>
                  <a:pt x="6524" y="14328"/>
                  <a:pt x="6644" y="14334"/>
                  <a:pt x="6776" y="14334"/>
                </a:cubicBezTo>
                <a:cubicBezTo>
                  <a:pt x="7370" y="14334"/>
                  <a:pt x="7878" y="14207"/>
                  <a:pt x="8221" y="13924"/>
                </a:cubicBezTo>
                <a:cubicBezTo>
                  <a:pt x="8485" y="13704"/>
                  <a:pt x="8630" y="13381"/>
                  <a:pt x="8630" y="13000"/>
                </a:cubicBezTo>
                <a:cubicBezTo>
                  <a:pt x="8630" y="12618"/>
                  <a:pt x="8439" y="12296"/>
                  <a:pt x="8155" y="12099"/>
                </a:cubicBezTo>
                <a:cubicBezTo>
                  <a:pt x="7858" y="11891"/>
                  <a:pt x="7416" y="11787"/>
                  <a:pt x="6796" y="11787"/>
                </a:cubicBezTo>
                <a:moveTo>
                  <a:pt x="10765" y="13398"/>
                </a:moveTo>
                <a:cubicBezTo>
                  <a:pt x="10191" y="13208"/>
                  <a:pt x="9940" y="13098"/>
                  <a:pt x="9940" y="12850"/>
                </a:cubicBezTo>
                <a:cubicBezTo>
                  <a:pt x="9940" y="12648"/>
                  <a:pt x="10151" y="12474"/>
                  <a:pt x="10587" y="12474"/>
                </a:cubicBezTo>
                <a:cubicBezTo>
                  <a:pt x="11023" y="12474"/>
                  <a:pt x="11339" y="12583"/>
                  <a:pt x="11517" y="12659"/>
                </a:cubicBezTo>
                <a:lnTo>
                  <a:pt x="11742" y="11949"/>
                </a:lnTo>
                <a:cubicBezTo>
                  <a:pt x="11478" y="11845"/>
                  <a:pt x="11108" y="11752"/>
                  <a:pt x="10607" y="11752"/>
                </a:cubicBezTo>
                <a:cubicBezTo>
                  <a:pt x="9558" y="11752"/>
                  <a:pt x="8924" y="12260"/>
                  <a:pt x="8924" y="12924"/>
                </a:cubicBezTo>
                <a:cubicBezTo>
                  <a:pt x="8924" y="13490"/>
                  <a:pt x="9405" y="13849"/>
                  <a:pt x="10145" y="14074"/>
                </a:cubicBezTo>
                <a:cubicBezTo>
                  <a:pt x="10679" y="14241"/>
                  <a:pt x="10891" y="14380"/>
                  <a:pt x="10891" y="14623"/>
                </a:cubicBezTo>
                <a:cubicBezTo>
                  <a:pt x="10891" y="14877"/>
                  <a:pt x="10646" y="15044"/>
                  <a:pt x="10184" y="15044"/>
                </a:cubicBezTo>
                <a:cubicBezTo>
                  <a:pt x="9755" y="15044"/>
                  <a:pt x="9339" y="14923"/>
                  <a:pt x="9069" y="14802"/>
                </a:cubicBezTo>
                <a:lnTo>
                  <a:pt x="8864" y="15529"/>
                </a:lnTo>
                <a:cubicBezTo>
                  <a:pt x="9115" y="15651"/>
                  <a:pt x="9616" y="15766"/>
                  <a:pt x="10124" y="15766"/>
                </a:cubicBezTo>
                <a:cubicBezTo>
                  <a:pt x="11346" y="15766"/>
                  <a:pt x="11920" y="15211"/>
                  <a:pt x="11920" y="14559"/>
                </a:cubicBezTo>
                <a:cubicBezTo>
                  <a:pt x="11920" y="14010"/>
                  <a:pt x="11551" y="13652"/>
                  <a:pt x="10765" y="13398"/>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8" name="Shape 2886">
            <a:extLst>
              <a:ext uri="{FF2B5EF4-FFF2-40B4-BE49-F238E27FC236}">
                <a16:creationId xmlns:a16="http://schemas.microsoft.com/office/drawing/2014/main" id="{02D1632A-A223-97F3-1C8C-CD8B1A6F19AF}"/>
              </a:ext>
            </a:extLst>
          </p:cNvPr>
          <p:cNvSpPr/>
          <p:nvPr/>
        </p:nvSpPr>
        <p:spPr>
          <a:xfrm>
            <a:off x="8933710" y="37451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2636" y="15709"/>
                </a:moveTo>
                <a:lnTo>
                  <a:pt x="13646" y="15709"/>
                </a:lnTo>
                <a:lnTo>
                  <a:pt x="13646" y="11816"/>
                </a:lnTo>
                <a:lnTo>
                  <a:pt x="12636" y="11816"/>
                </a:lnTo>
                <a:cubicBezTo>
                  <a:pt x="12636" y="11816"/>
                  <a:pt x="12636" y="15709"/>
                  <a:pt x="12636" y="15709"/>
                </a:cubicBezTo>
                <a:close/>
                <a:moveTo>
                  <a:pt x="14400" y="5891"/>
                </a:moveTo>
                <a:lnTo>
                  <a:pt x="14400" y="982"/>
                </a:lnTo>
                <a:lnTo>
                  <a:pt x="15000" y="982"/>
                </a:lnTo>
                <a:lnTo>
                  <a:pt x="20400" y="5891"/>
                </a:lnTo>
                <a:cubicBezTo>
                  <a:pt x="20400" y="5891"/>
                  <a:pt x="14400" y="5891"/>
                  <a:pt x="14400" y="5891"/>
                </a:cubicBezTo>
                <a:close/>
                <a:moveTo>
                  <a:pt x="20400" y="19636"/>
                </a:moveTo>
                <a:cubicBezTo>
                  <a:pt x="20400" y="20179"/>
                  <a:pt x="19862" y="20618"/>
                  <a:pt x="19200" y="20618"/>
                </a:cubicBezTo>
                <a:lnTo>
                  <a:pt x="2400" y="20618"/>
                </a:lnTo>
                <a:cubicBezTo>
                  <a:pt x="1738" y="20618"/>
                  <a:pt x="1200" y="20179"/>
                  <a:pt x="1200" y="19636"/>
                </a:cubicBezTo>
                <a:lnTo>
                  <a:pt x="1200" y="1964"/>
                </a:lnTo>
                <a:cubicBezTo>
                  <a:pt x="1200" y="1421"/>
                  <a:pt x="1738" y="982"/>
                  <a:pt x="2400" y="982"/>
                </a:cubicBezTo>
                <a:lnTo>
                  <a:pt x="13200" y="982"/>
                </a:lnTo>
                <a:lnTo>
                  <a:pt x="13200" y="5891"/>
                </a:lnTo>
                <a:cubicBezTo>
                  <a:pt x="13200" y="6433"/>
                  <a:pt x="13738"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9618" y="14051"/>
                </a:moveTo>
                <a:lnTo>
                  <a:pt x="9881" y="13225"/>
                </a:lnTo>
                <a:cubicBezTo>
                  <a:pt x="9954" y="13000"/>
                  <a:pt x="10020" y="12706"/>
                  <a:pt x="10086" y="12475"/>
                </a:cubicBezTo>
                <a:lnTo>
                  <a:pt x="10099" y="12475"/>
                </a:lnTo>
                <a:cubicBezTo>
                  <a:pt x="10165" y="12706"/>
                  <a:pt x="10245" y="12994"/>
                  <a:pt x="10324" y="13225"/>
                </a:cubicBezTo>
                <a:lnTo>
                  <a:pt x="10601" y="14051"/>
                </a:lnTo>
                <a:cubicBezTo>
                  <a:pt x="10601" y="14051"/>
                  <a:pt x="9618" y="14051"/>
                  <a:pt x="9618" y="14051"/>
                </a:cubicBezTo>
                <a:close/>
                <a:moveTo>
                  <a:pt x="9472" y="11816"/>
                </a:moveTo>
                <a:lnTo>
                  <a:pt x="8113" y="15709"/>
                </a:lnTo>
                <a:lnTo>
                  <a:pt x="9155" y="15709"/>
                </a:lnTo>
                <a:lnTo>
                  <a:pt x="9472" y="14710"/>
                </a:lnTo>
                <a:lnTo>
                  <a:pt x="10746" y="14710"/>
                </a:lnTo>
                <a:lnTo>
                  <a:pt x="11089" y="15709"/>
                </a:lnTo>
                <a:lnTo>
                  <a:pt x="12172" y="15709"/>
                </a:lnTo>
                <a:lnTo>
                  <a:pt x="10792" y="11816"/>
                </a:lnTo>
                <a:cubicBezTo>
                  <a:pt x="10792" y="11816"/>
                  <a:pt x="9472" y="11816"/>
                  <a:pt x="9472" y="11816"/>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99" name="Shape 2887">
            <a:extLst>
              <a:ext uri="{FF2B5EF4-FFF2-40B4-BE49-F238E27FC236}">
                <a16:creationId xmlns:a16="http://schemas.microsoft.com/office/drawing/2014/main" id="{6884097C-35D7-6F50-E182-3AEB00D1311A}"/>
              </a:ext>
            </a:extLst>
          </p:cNvPr>
          <p:cNvSpPr/>
          <p:nvPr/>
        </p:nvSpPr>
        <p:spPr>
          <a:xfrm>
            <a:off x="9466971" y="37451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3836" y="15709"/>
                </a:moveTo>
                <a:lnTo>
                  <a:pt x="14845" y="15709"/>
                </a:lnTo>
                <a:lnTo>
                  <a:pt x="14845" y="14144"/>
                </a:lnTo>
                <a:lnTo>
                  <a:pt x="16443" y="14144"/>
                </a:lnTo>
                <a:lnTo>
                  <a:pt x="16443" y="13428"/>
                </a:lnTo>
                <a:lnTo>
                  <a:pt x="14845" y="13428"/>
                </a:lnTo>
                <a:lnTo>
                  <a:pt x="14845" y="12538"/>
                </a:lnTo>
                <a:lnTo>
                  <a:pt x="16555" y="12538"/>
                </a:lnTo>
                <a:lnTo>
                  <a:pt x="16555" y="11816"/>
                </a:lnTo>
                <a:lnTo>
                  <a:pt x="13836" y="11816"/>
                </a:lnTo>
                <a:cubicBezTo>
                  <a:pt x="13836" y="11816"/>
                  <a:pt x="13836" y="15709"/>
                  <a:pt x="13836" y="15709"/>
                </a:cubicBezTo>
                <a:close/>
                <a:moveTo>
                  <a:pt x="14400" y="5891"/>
                </a:moveTo>
                <a:lnTo>
                  <a:pt x="14400" y="982"/>
                </a:lnTo>
                <a:lnTo>
                  <a:pt x="15000" y="982"/>
                </a:lnTo>
                <a:lnTo>
                  <a:pt x="20400" y="5891"/>
                </a:lnTo>
                <a:cubicBezTo>
                  <a:pt x="20400" y="5891"/>
                  <a:pt x="14400" y="5891"/>
                  <a:pt x="14400" y="5891"/>
                </a:cubicBezTo>
                <a:close/>
                <a:moveTo>
                  <a:pt x="20400" y="19636"/>
                </a:moveTo>
                <a:cubicBezTo>
                  <a:pt x="20400" y="20179"/>
                  <a:pt x="19863" y="20618"/>
                  <a:pt x="19200" y="20618"/>
                </a:cubicBezTo>
                <a:lnTo>
                  <a:pt x="2400" y="20618"/>
                </a:lnTo>
                <a:cubicBezTo>
                  <a:pt x="1737" y="20618"/>
                  <a:pt x="1200" y="20179"/>
                  <a:pt x="1200" y="19636"/>
                </a:cubicBezTo>
                <a:lnTo>
                  <a:pt x="1200" y="1964"/>
                </a:lnTo>
                <a:cubicBezTo>
                  <a:pt x="1200" y="1421"/>
                  <a:pt x="1737" y="982"/>
                  <a:pt x="2400" y="982"/>
                </a:cubicBezTo>
                <a:lnTo>
                  <a:pt x="13200" y="982"/>
                </a:lnTo>
                <a:lnTo>
                  <a:pt x="13200" y="5891"/>
                </a:lnTo>
                <a:cubicBezTo>
                  <a:pt x="13200" y="6433"/>
                  <a:pt x="13737"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10396" y="15062"/>
                </a:moveTo>
                <a:cubicBezTo>
                  <a:pt x="10270" y="15062"/>
                  <a:pt x="10131" y="15062"/>
                  <a:pt x="10045" y="15045"/>
                </a:cubicBezTo>
                <a:lnTo>
                  <a:pt x="10045" y="12498"/>
                </a:lnTo>
                <a:cubicBezTo>
                  <a:pt x="10131" y="12480"/>
                  <a:pt x="10277" y="12463"/>
                  <a:pt x="10501" y="12463"/>
                </a:cubicBezTo>
                <a:cubicBezTo>
                  <a:pt x="11366" y="12463"/>
                  <a:pt x="11907" y="12891"/>
                  <a:pt x="11900" y="13699"/>
                </a:cubicBezTo>
                <a:cubicBezTo>
                  <a:pt x="11900" y="14629"/>
                  <a:pt x="11306" y="15068"/>
                  <a:pt x="10396" y="15062"/>
                </a:cubicBezTo>
                <a:moveTo>
                  <a:pt x="10396" y="11787"/>
                </a:moveTo>
                <a:cubicBezTo>
                  <a:pt x="9887" y="11787"/>
                  <a:pt x="9405" y="11816"/>
                  <a:pt x="9036" y="11868"/>
                </a:cubicBezTo>
                <a:lnTo>
                  <a:pt x="9036" y="15691"/>
                </a:lnTo>
                <a:cubicBezTo>
                  <a:pt x="9287" y="15720"/>
                  <a:pt x="9656" y="15749"/>
                  <a:pt x="10178" y="15749"/>
                </a:cubicBezTo>
                <a:cubicBezTo>
                  <a:pt x="11048" y="15749"/>
                  <a:pt x="11762" y="15587"/>
                  <a:pt x="12231" y="15246"/>
                </a:cubicBezTo>
                <a:cubicBezTo>
                  <a:pt x="12660" y="14929"/>
                  <a:pt x="12970" y="14415"/>
                  <a:pt x="12970" y="13670"/>
                </a:cubicBezTo>
                <a:cubicBezTo>
                  <a:pt x="12970" y="12983"/>
                  <a:pt x="12680" y="12503"/>
                  <a:pt x="12217" y="12203"/>
                </a:cubicBezTo>
                <a:cubicBezTo>
                  <a:pt x="11788" y="11920"/>
                  <a:pt x="11241" y="11787"/>
                  <a:pt x="10396" y="11787"/>
                </a:cubicBezTo>
                <a:moveTo>
                  <a:pt x="6769" y="13659"/>
                </a:moveTo>
                <a:cubicBezTo>
                  <a:pt x="6623" y="13659"/>
                  <a:pt x="6518" y="13653"/>
                  <a:pt x="6432" y="13636"/>
                </a:cubicBezTo>
                <a:lnTo>
                  <a:pt x="6432" y="12486"/>
                </a:lnTo>
                <a:cubicBezTo>
                  <a:pt x="6505" y="12469"/>
                  <a:pt x="6643" y="12452"/>
                  <a:pt x="6848" y="12452"/>
                </a:cubicBezTo>
                <a:cubicBezTo>
                  <a:pt x="7350" y="12452"/>
                  <a:pt x="7634" y="12665"/>
                  <a:pt x="7634" y="13023"/>
                </a:cubicBezTo>
                <a:cubicBezTo>
                  <a:pt x="7634" y="13422"/>
                  <a:pt x="7304" y="13659"/>
                  <a:pt x="6769" y="13659"/>
                </a:cubicBezTo>
                <a:moveTo>
                  <a:pt x="6796" y="11787"/>
                </a:moveTo>
                <a:cubicBezTo>
                  <a:pt x="6182" y="11787"/>
                  <a:pt x="5746" y="11822"/>
                  <a:pt x="5436" y="11868"/>
                </a:cubicBezTo>
                <a:lnTo>
                  <a:pt x="5436" y="15709"/>
                </a:lnTo>
                <a:lnTo>
                  <a:pt x="6432" y="15709"/>
                </a:lnTo>
                <a:lnTo>
                  <a:pt x="6432" y="14317"/>
                </a:lnTo>
                <a:cubicBezTo>
                  <a:pt x="6525" y="14328"/>
                  <a:pt x="6643" y="14334"/>
                  <a:pt x="6776" y="14334"/>
                </a:cubicBezTo>
                <a:cubicBezTo>
                  <a:pt x="7370" y="14334"/>
                  <a:pt x="7878" y="14207"/>
                  <a:pt x="8221" y="13924"/>
                </a:cubicBezTo>
                <a:cubicBezTo>
                  <a:pt x="8486" y="13705"/>
                  <a:pt x="8631" y="13381"/>
                  <a:pt x="8631" y="13000"/>
                </a:cubicBezTo>
                <a:cubicBezTo>
                  <a:pt x="8631" y="12619"/>
                  <a:pt x="8439" y="12296"/>
                  <a:pt x="8155" y="12099"/>
                </a:cubicBezTo>
                <a:cubicBezTo>
                  <a:pt x="7859" y="11892"/>
                  <a:pt x="7416" y="11787"/>
                  <a:pt x="6796" y="11787"/>
                </a:cubicBezTo>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0" name="Shape 2888">
            <a:extLst>
              <a:ext uri="{FF2B5EF4-FFF2-40B4-BE49-F238E27FC236}">
                <a16:creationId xmlns:a16="http://schemas.microsoft.com/office/drawing/2014/main" id="{AE4F1BC3-4C7E-F9BA-0632-E5DDF1AAA6D4}"/>
              </a:ext>
            </a:extLst>
          </p:cNvPr>
          <p:cNvSpPr/>
          <p:nvPr/>
        </p:nvSpPr>
        <p:spPr>
          <a:xfrm>
            <a:off x="10000233" y="37451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2936" y="15709"/>
                </a:moveTo>
                <a:lnTo>
                  <a:pt x="13945" y="15709"/>
                </a:lnTo>
                <a:lnTo>
                  <a:pt x="13945" y="14144"/>
                </a:lnTo>
                <a:lnTo>
                  <a:pt x="15543" y="14144"/>
                </a:lnTo>
                <a:lnTo>
                  <a:pt x="15543" y="13428"/>
                </a:lnTo>
                <a:lnTo>
                  <a:pt x="13945" y="13428"/>
                </a:lnTo>
                <a:lnTo>
                  <a:pt x="13945" y="12538"/>
                </a:lnTo>
                <a:lnTo>
                  <a:pt x="15655" y="12538"/>
                </a:lnTo>
                <a:lnTo>
                  <a:pt x="15655" y="11816"/>
                </a:lnTo>
                <a:lnTo>
                  <a:pt x="12936" y="11816"/>
                </a:lnTo>
                <a:cubicBezTo>
                  <a:pt x="12936" y="11816"/>
                  <a:pt x="12936" y="15709"/>
                  <a:pt x="12936" y="15709"/>
                </a:cubicBezTo>
                <a:close/>
                <a:moveTo>
                  <a:pt x="14400" y="5891"/>
                </a:moveTo>
                <a:lnTo>
                  <a:pt x="14400" y="982"/>
                </a:lnTo>
                <a:lnTo>
                  <a:pt x="15000" y="982"/>
                </a:lnTo>
                <a:lnTo>
                  <a:pt x="20400" y="5891"/>
                </a:lnTo>
                <a:cubicBezTo>
                  <a:pt x="20400" y="5891"/>
                  <a:pt x="14400" y="5891"/>
                  <a:pt x="14400" y="5891"/>
                </a:cubicBezTo>
                <a:close/>
                <a:moveTo>
                  <a:pt x="20400" y="19636"/>
                </a:moveTo>
                <a:cubicBezTo>
                  <a:pt x="20400" y="20179"/>
                  <a:pt x="19863" y="20618"/>
                  <a:pt x="19200" y="20618"/>
                </a:cubicBezTo>
                <a:lnTo>
                  <a:pt x="2400" y="20618"/>
                </a:lnTo>
                <a:cubicBezTo>
                  <a:pt x="1737" y="20618"/>
                  <a:pt x="1200" y="20179"/>
                  <a:pt x="1200" y="19636"/>
                </a:cubicBezTo>
                <a:lnTo>
                  <a:pt x="1200" y="1964"/>
                </a:lnTo>
                <a:cubicBezTo>
                  <a:pt x="1200" y="1421"/>
                  <a:pt x="1737" y="982"/>
                  <a:pt x="2400" y="982"/>
                </a:cubicBezTo>
                <a:lnTo>
                  <a:pt x="13200" y="982"/>
                </a:lnTo>
                <a:lnTo>
                  <a:pt x="13200" y="5891"/>
                </a:lnTo>
                <a:cubicBezTo>
                  <a:pt x="13200" y="6433"/>
                  <a:pt x="13737"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11136" y="15709"/>
                </a:moveTo>
                <a:lnTo>
                  <a:pt x="12145" y="15709"/>
                </a:lnTo>
                <a:lnTo>
                  <a:pt x="12145" y="11816"/>
                </a:lnTo>
                <a:lnTo>
                  <a:pt x="11136" y="11816"/>
                </a:lnTo>
                <a:cubicBezTo>
                  <a:pt x="11136" y="11816"/>
                  <a:pt x="11136" y="15709"/>
                  <a:pt x="11136" y="15709"/>
                </a:cubicBezTo>
                <a:close/>
                <a:moveTo>
                  <a:pt x="8395" y="14167"/>
                </a:moveTo>
                <a:lnTo>
                  <a:pt x="9082" y="14167"/>
                </a:lnTo>
                <a:lnTo>
                  <a:pt x="9082" y="14981"/>
                </a:lnTo>
                <a:cubicBezTo>
                  <a:pt x="9002" y="15015"/>
                  <a:pt x="8818" y="15039"/>
                  <a:pt x="8586" y="15039"/>
                </a:cubicBezTo>
                <a:cubicBezTo>
                  <a:pt x="7761" y="15039"/>
                  <a:pt x="7187" y="14565"/>
                  <a:pt x="7187" y="13762"/>
                </a:cubicBezTo>
                <a:cubicBezTo>
                  <a:pt x="7187" y="12919"/>
                  <a:pt x="7821" y="12503"/>
                  <a:pt x="8659" y="12503"/>
                </a:cubicBezTo>
                <a:cubicBezTo>
                  <a:pt x="9148" y="12503"/>
                  <a:pt x="9451" y="12579"/>
                  <a:pt x="9696" y="12672"/>
                </a:cubicBezTo>
                <a:lnTo>
                  <a:pt x="9907" y="11966"/>
                </a:lnTo>
                <a:cubicBezTo>
                  <a:pt x="9689" y="11874"/>
                  <a:pt x="9247" y="11776"/>
                  <a:pt x="8672" y="11776"/>
                </a:cubicBezTo>
                <a:cubicBezTo>
                  <a:pt x="7213" y="11776"/>
                  <a:pt x="6138" y="12515"/>
                  <a:pt x="6131" y="13809"/>
                </a:cubicBezTo>
                <a:cubicBezTo>
                  <a:pt x="6124" y="14381"/>
                  <a:pt x="6349" y="14888"/>
                  <a:pt x="6758" y="15223"/>
                </a:cubicBezTo>
                <a:cubicBezTo>
                  <a:pt x="7167" y="15570"/>
                  <a:pt x="7755" y="15749"/>
                  <a:pt x="8566" y="15749"/>
                </a:cubicBezTo>
                <a:cubicBezTo>
                  <a:pt x="9155" y="15749"/>
                  <a:pt x="9742" y="15622"/>
                  <a:pt x="10052" y="15530"/>
                </a:cubicBezTo>
                <a:lnTo>
                  <a:pt x="10052" y="13479"/>
                </a:lnTo>
                <a:lnTo>
                  <a:pt x="8395" y="13479"/>
                </a:lnTo>
                <a:cubicBezTo>
                  <a:pt x="8395" y="13479"/>
                  <a:pt x="8395" y="14167"/>
                  <a:pt x="8395" y="14167"/>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1" name="Shape 2889">
            <a:extLst>
              <a:ext uri="{FF2B5EF4-FFF2-40B4-BE49-F238E27FC236}">
                <a16:creationId xmlns:a16="http://schemas.microsoft.com/office/drawing/2014/main" id="{AA337D2E-5AD1-F3B9-298C-071FB1E193B8}"/>
              </a:ext>
            </a:extLst>
          </p:cNvPr>
          <p:cNvSpPr/>
          <p:nvPr/>
        </p:nvSpPr>
        <p:spPr>
          <a:xfrm>
            <a:off x="10533494" y="37451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0069" y="13659"/>
                </a:moveTo>
                <a:cubicBezTo>
                  <a:pt x="9923" y="13659"/>
                  <a:pt x="9818" y="13653"/>
                  <a:pt x="9732" y="13636"/>
                </a:cubicBezTo>
                <a:lnTo>
                  <a:pt x="9732" y="12486"/>
                </a:lnTo>
                <a:cubicBezTo>
                  <a:pt x="9805" y="12469"/>
                  <a:pt x="9943" y="12452"/>
                  <a:pt x="10148" y="12452"/>
                </a:cubicBezTo>
                <a:cubicBezTo>
                  <a:pt x="10650" y="12452"/>
                  <a:pt x="10934" y="12665"/>
                  <a:pt x="10934" y="13023"/>
                </a:cubicBezTo>
                <a:cubicBezTo>
                  <a:pt x="10934" y="13422"/>
                  <a:pt x="10604" y="13659"/>
                  <a:pt x="10069" y="13659"/>
                </a:cubicBezTo>
                <a:moveTo>
                  <a:pt x="10096" y="11787"/>
                </a:moveTo>
                <a:cubicBezTo>
                  <a:pt x="9481" y="11787"/>
                  <a:pt x="9046" y="11822"/>
                  <a:pt x="8736" y="11869"/>
                </a:cubicBezTo>
                <a:lnTo>
                  <a:pt x="8736" y="15709"/>
                </a:lnTo>
                <a:lnTo>
                  <a:pt x="9732" y="15709"/>
                </a:lnTo>
                <a:lnTo>
                  <a:pt x="9732" y="14317"/>
                </a:lnTo>
                <a:cubicBezTo>
                  <a:pt x="9825" y="14328"/>
                  <a:pt x="9943" y="14334"/>
                  <a:pt x="10076" y="14334"/>
                </a:cubicBezTo>
                <a:cubicBezTo>
                  <a:pt x="10670" y="14334"/>
                  <a:pt x="11178" y="14207"/>
                  <a:pt x="11521" y="13924"/>
                </a:cubicBezTo>
                <a:cubicBezTo>
                  <a:pt x="11786" y="13705"/>
                  <a:pt x="11931" y="13382"/>
                  <a:pt x="11931" y="13000"/>
                </a:cubicBezTo>
                <a:cubicBezTo>
                  <a:pt x="11931" y="12619"/>
                  <a:pt x="11739" y="12296"/>
                  <a:pt x="11455" y="12099"/>
                </a:cubicBezTo>
                <a:cubicBezTo>
                  <a:pt x="11159" y="11891"/>
                  <a:pt x="10716" y="11787"/>
                  <a:pt x="10096" y="11787"/>
                </a:cubicBezTo>
                <a:moveTo>
                  <a:pt x="12131" y="13809"/>
                </a:moveTo>
                <a:cubicBezTo>
                  <a:pt x="12124" y="14381"/>
                  <a:pt x="12349" y="14888"/>
                  <a:pt x="12758" y="15224"/>
                </a:cubicBezTo>
                <a:cubicBezTo>
                  <a:pt x="13167" y="15571"/>
                  <a:pt x="13755" y="15749"/>
                  <a:pt x="14566" y="15749"/>
                </a:cubicBezTo>
                <a:cubicBezTo>
                  <a:pt x="15155" y="15749"/>
                  <a:pt x="15742" y="15622"/>
                  <a:pt x="16052" y="15530"/>
                </a:cubicBezTo>
                <a:lnTo>
                  <a:pt x="16052" y="13479"/>
                </a:lnTo>
                <a:lnTo>
                  <a:pt x="14395" y="13479"/>
                </a:lnTo>
                <a:lnTo>
                  <a:pt x="14395" y="14167"/>
                </a:lnTo>
                <a:lnTo>
                  <a:pt x="15081" y="14167"/>
                </a:lnTo>
                <a:lnTo>
                  <a:pt x="15081" y="14981"/>
                </a:lnTo>
                <a:cubicBezTo>
                  <a:pt x="15002" y="15015"/>
                  <a:pt x="14818" y="15039"/>
                  <a:pt x="14586" y="15039"/>
                </a:cubicBezTo>
                <a:cubicBezTo>
                  <a:pt x="13761" y="15039"/>
                  <a:pt x="13187" y="14566"/>
                  <a:pt x="13187" y="13762"/>
                </a:cubicBezTo>
                <a:cubicBezTo>
                  <a:pt x="13187" y="12919"/>
                  <a:pt x="13821" y="12503"/>
                  <a:pt x="14659" y="12503"/>
                </a:cubicBezTo>
                <a:cubicBezTo>
                  <a:pt x="15148" y="12503"/>
                  <a:pt x="15451" y="12579"/>
                  <a:pt x="15696" y="12671"/>
                </a:cubicBezTo>
                <a:lnTo>
                  <a:pt x="15906" y="11966"/>
                </a:lnTo>
                <a:cubicBezTo>
                  <a:pt x="15689" y="11874"/>
                  <a:pt x="15247" y="11776"/>
                  <a:pt x="14672" y="11776"/>
                </a:cubicBezTo>
                <a:cubicBezTo>
                  <a:pt x="13213" y="11776"/>
                  <a:pt x="12138" y="12515"/>
                  <a:pt x="12131" y="13809"/>
                </a:cubicBezTo>
                <a:moveTo>
                  <a:pt x="14400" y="5891"/>
                </a:moveTo>
                <a:lnTo>
                  <a:pt x="14400" y="982"/>
                </a:lnTo>
                <a:lnTo>
                  <a:pt x="15000" y="982"/>
                </a:lnTo>
                <a:lnTo>
                  <a:pt x="20400" y="5891"/>
                </a:lnTo>
                <a:cubicBezTo>
                  <a:pt x="20400" y="5891"/>
                  <a:pt x="14400" y="5891"/>
                  <a:pt x="14400" y="5891"/>
                </a:cubicBezTo>
                <a:close/>
                <a:moveTo>
                  <a:pt x="20400" y="19636"/>
                </a:moveTo>
                <a:cubicBezTo>
                  <a:pt x="20400" y="20179"/>
                  <a:pt x="19863" y="20618"/>
                  <a:pt x="19200" y="20618"/>
                </a:cubicBezTo>
                <a:lnTo>
                  <a:pt x="2400" y="20618"/>
                </a:lnTo>
                <a:cubicBezTo>
                  <a:pt x="1737" y="20618"/>
                  <a:pt x="1200" y="20179"/>
                  <a:pt x="1200" y="19636"/>
                </a:cubicBezTo>
                <a:lnTo>
                  <a:pt x="1200" y="1964"/>
                </a:lnTo>
                <a:cubicBezTo>
                  <a:pt x="1200" y="1421"/>
                  <a:pt x="1737" y="982"/>
                  <a:pt x="2400" y="982"/>
                </a:cubicBezTo>
                <a:lnTo>
                  <a:pt x="13200" y="982"/>
                </a:lnTo>
                <a:lnTo>
                  <a:pt x="13200" y="5891"/>
                </a:lnTo>
                <a:cubicBezTo>
                  <a:pt x="13200" y="6433"/>
                  <a:pt x="13737"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6606" y="14265"/>
                </a:moveTo>
                <a:cubicBezTo>
                  <a:pt x="6606" y="14872"/>
                  <a:pt x="6343" y="15039"/>
                  <a:pt x="5920" y="15039"/>
                </a:cubicBezTo>
                <a:cubicBezTo>
                  <a:pt x="5722" y="15039"/>
                  <a:pt x="5544" y="15010"/>
                  <a:pt x="5406" y="14969"/>
                </a:cubicBezTo>
                <a:lnTo>
                  <a:pt x="5293" y="15680"/>
                </a:lnTo>
                <a:cubicBezTo>
                  <a:pt x="5491" y="15738"/>
                  <a:pt x="5795" y="15773"/>
                  <a:pt x="6026" y="15773"/>
                </a:cubicBezTo>
                <a:cubicBezTo>
                  <a:pt x="7003" y="15773"/>
                  <a:pt x="7610" y="15385"/>
                  <a:pt x="7610" y="14276"/>
                </a:cubicBezTo>
                <a:lnTo>
                  <a:pt x="7610" y="11816"/>
                </a:lnTo>
                <a:lnTo>
                  <a:pt x="6606" y="11816"/>
                </a:lnTo>
                <a:cubicBezTo>
                  <a:pt x="6606" y="11816"/>
                  <a:pt x="6606" y="14265"/>
                  <a:pt x="6606" y="14265"/>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102" name="Shape 2890">
            <a:extLst>
              <a:ext uri="{FF2B5EF4-FFF2-40B4-BE49-F238E27FC236}">
                <a16:creationId xmlns:a16="http://schemas.microsoft.com/office/drawing/2014/main" id="{C157A4B2-A96C-1B52-F3B3-5460D7499034}"/>
              </a:ext>
            </a:extLst>
          </p:cNvPr>
          <p:cNvSpPr/>
          <p:nvPr/>
        </p:nvSpPr>
        <p:spPr>
          <a:xfrm>
            <a:off x="11066755" y="3745106"/>
            <a:ext cx="228541" cy="279328"/>
          </a:xfrm>
          <a:custGeom>
            <a:avLst/>
            <a:gdLst/>
            <a:ahLst/>
            <a:cxnLst>
              <a:cxn ang="0">
                <a:pos x="wd2" y="hd2"/>
              </a:cxn>
              <a:cxn ang="5400000">
                <a:pos x="wd2" y="hd2"/>
              </a:cxn>
              <a:cxn ang="10800000">
                <a:pos x="wd2" y="hd2"/>
              </a:cxn>
              <a:cxn ang="16200000">
                <a:pos x="wd2" y="hd2"/>
              </a:cxn>
            </a:cxnLst>
            <a:rect l="0" t="0" r="r" b="b"/>
            <a:pathLst>
              <a:path w="21600" h="21600" extrusionOk="0">
                <a:moveTo>
                  <a:pt x="14400" y="5891"/>
                </a:moveTo>
                <a:lnTo>
                  <a:pt x="14400" y="982"/>
                </a:lnTo>
                <a:lnTo>
                  <a:pt x="15000" y="982"/>
                </a:lnTo>
                <a:lnTo>
                  <a:pt x="20400" y="5891"/>
                </a:lnTo>
                <a:cubicBezTo>
                  <a:pt x="20400" y="5891"/>
                  <a:pt x="14400" y="5891"/>
                  <a:pt x="14400" y="5891"/>
                </a:cubicBezTo>
                <a:close/>
                <a:moveTo>
                  <a:pt x="20400" y="19636"/>
                </a:moveTo>
                <a:cubicBezTo>
                  <a:pt x="20400" y="20179"/>
                  <a:pt x="19862" y="20618"/>
                  <a:pt x="19200" y="20618"/>
                </a:cubicBezTo>
                <a:lnTo>
                  <a:pt x="2400" y="20618"/>
                </a:lnTo>
                <a:cubicBezTo>
                  <a:pt x="1738" y="20618"/>
                  <a:pt x="1200" y="20179"/>
                  <a:pt x="1200" y="19636"/>
                </a:cubicBezTo>
                <a:lnTo>
                  <a:pt x="1200" y="1964"/>
                </a:lnTo>
                <a:cubicBezTo>
                  <a:pt x="1200" y="1422"/>
                  <a:pt x="1738" y="982"/>
                  <a:pt x="2400" y="982"/>
                </a:cubicBezTo>
                <a:lnTo>
                  <a:pt x="13200" y="982"/>
                </a:lnTo>
                <a:lnTo>
                  <a:pt x="13200" y="5891"/>
                </a:lnTo>
                <a:cubicBezTo>
                  <a:pt x="13200" y="6433"/>
                  <a:pt x="13738"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13031" y="13809"/>
                </a:moveTo>
                <a:cubicBezTo>
                  <a:pt x="13024" y="14381"/>
                  <a:pt x="13249" y="14888"/>
                  <a:pt x="13658" y="15223"/>
                </a:cubicBezTo>
                <a:cubicBezTo>
                  <a:pt x="14067" y="15570"/>
                  <a:pt x="14655" y="15749"/>
                  <a:pt x="15467" y="15749"/>
                </a:cubicBezTo>
                <a:cubicBezTo>
                  <a:pt x="16054" y="15749"/>
                  <a:pt x="16642" y="15622"/>
                  <a:pt x="16952" y="15530"/>
                </a:cubicBezTo>
                <a:lnTo>
                  <a:pt x="16952" y="13479"/>
                </a:lnTo>
                <a:lnTo>
                  <a:pt x="15295" y="13479"/>
                </a:lnTo>
                <a:lnTo>
                  <a:pt x="15295" y="14167"/>
                </a:lnTo>
                <a:lnTo>
                  <a:pt x="15981" y="14167"/>
                </a:lnTo>
                <a:lnTo>
                  <a:pt x="15981" y="14981"/>
                </a:lnTo>
                <a:cubicBezTo>
                  <a:pt x="15902" y="15015"/>
                  <a:pt x="15718" y="15039"/>
                  <a:pt x="15486" y="15039"/>
                </a:cubicBezTo>
                <a:cubicBezTo>
                  <a:pt x="14661" y="15039"/>
                  <a:pt x="14087" y="14565"/>
                  <a:pt x="14087" y="13762"/>
                </a:cubicBezTo>
                <a:cubicBezTo>
                  <a:pt x="14087" y="12919"/>
                  <a:pt x="14721" y="12503"/>
                  <a:pt x="15559" y="12503"/>
                </a:cubicBezTo>
                <a:cubicBezTo>
                  <a:pt x="16048" y="12503"/>
                  <a:pt x="16351" y="12579"/>
                  <a:pt x="16596" y="12671"/>
                </a:cubicBezTo>
                <a:lnTo>
                  <a:pt x="16807" y="11966"/>
                </a:lnTo>
                <a:cubicBezTo>
                  <a:pt x="16589" y="11874"/>
                  <a:pt x="16147" y="11776"/>
                  <a:pt x="15572" y="11776"/>
                </a:cubicBezTo>
                <a:cubicBezTo>
                  <a:pt x="14113" y="11776"/>
                  <a:pt x="13037" y="12515"/>
                  <a:pt x="13031" y="13809"/>
                </a:cubicBezTo>
                <a:moveTo>
                  <a:pt x="6169" y="13659"/>
                </a:moveTo>
                <a:cubicBezTo>
                  <a:pt x="6023" y="13659"/>
                  <a:pt x="5918" y="13653"/>
                  <a:pt x="5832" y="13636"/>
                </a:cubicBezTo>
                <a:lnTo>
                  <a:pt x="5832" y="12486"/>
                </a:lnTo>
                <a:cubicBezTo>
                  <a:pt x="5905" y="12469"/>
                  <a:pt x="6043" y="12452"/>
                  <a:pt x="6248" y="12452"/>
                </a:cubicBezTo>
                <a:cubicBezTo>
                  <a:pt x="6750" y="12452"/>
                  <a:pt x="7034" y="12665"/>
                  <a:pt x="7034" y="13023"/>
                </a:cubicBezTo>
                <a:cubicBezTo>
                  <a:pt x="7034" y="13422"/>
                  <a:pt x="6704" y="13659"/>
                  <a:pt x="6169" y="13659"/>
                </a:cubicBezTo>
                <a:moveTo>
                  <a:pt x="6196" y="11787"/>
                </a:moveTo>
                <a:cubicBezTo>
                  <a:pt x="5582" y="11787"/>
                  <a:pt x="5146" y="11822"/>
                  <a:pt x="4836" y="11868"/>
                </a:cubicBezTo>
                <a:lnTo>
                  <a:pt x="4836" y="15709"/>
                </a:lnTo>
                <a:lnTo>
                  <a:pt x="5832" y="15709"/>
                </a:lnTo>
                <a:lnTo>
                  <a:pt x="5832" y="14317"/>
                </a:lnTo>
                <a:cubicBezTo>
                  <a:pt x="5925" y="14328"/>
                  <a:pt x="6043" y="14334"/>
                  <a:pt x="6176" y="14334"/>
                </a:cubicBezTo>
                <a:cubicBezTo>
                  <a:pt x="6770" y="14334"/>
                  <a:pt x="7278" y="14207"/>
                  <a:pt x="7621" y="13924"/>
                </a:cubicBezTo>
                <a:cubicBezTo>
                  <a:pt x="7886" y="13705"/>
                  <a:pt x="8031" y="13381"/>
                  <a:pt x="8031" y="13000"/>
                </a:cubicBezTo>
                <a:cubicBezTo>
                  <a:pt x="8031" y="12619"/>
                  <a:pt x="7839" y="12296"/>
                  <a:pt x="7555" y="12099"/>
                </a:cubicBezTo>
                <a:cubicBezTo>
                  <a:pt x="7259" y="11892"/>
                  <a:pt x="6816" y="11787"/>
                  <a:pt x="6196" y="11787"/>
                </a:cubicBezTo>
                <a:moveTo>
                  <a:pt x="11195" y="12954"/>
                </a:moveTo>
                <a:cubicBezTo>
                  <a:pt x="11195" y="13537"/>
                  <a:pt x="11215" y="14063"/>
                  <a:pt x="11280" y="14577"/>
                </a:cubicBezTo>
                <a:lnTo>
                  <a:pt x="11261" y="14577"/>
                </a:lnTo>
                <a:cubicBezTo>
                  <a:pt x="11062" y="14138"/>
                  <a:pt x="10799" y="13653"/>
                  <a:pt x="10535" y="13243"/>
                </a:cubicBezTo>
                <a:lnTo>
                  <a:pt x="9611" y="11816"/>
                </a:lnTo>
                <a:lnTo>
                  <a:pt x="8436" y="11816"/>
                </a:lnTo>
                <a:lnTo>
                  <a:pt x="8436" y="15709"/>
                </a:lnTo>
                <a:lnTo>
                  <a:pt x="9360" y="15709"/>
                </a:lnTo>
                <a:lnTo>
                  <a:pt x="9360" y="14536"/>
                </a:lnTo>
                <a:cubicBezTo>
                  <a:pt x="9360" y="13901"/>
                  <a:pt x="9347" y="13352"/>
                  <a:pt x="9320" y="12838"/>
                </a:cubicBezTo>
                <a:lnTo>
                  <a:pt x="9340" y="12833"/>
                </a:lnTo>
                <a:cubicBezTo>
                  <a:pt x="9558" y="13289"/>
                  <a:pt x="9848" y="13791"/>
                  <a:pt x="10112" y="14207"/>
                </a:cubicBezTo>
                <a:lnTo>
                  <a:pt x="11062" y="15709"/>
                </a:lnTo>
                <a:lnTo>
                  <a:pt x="12119" y="15709"/>
                </a:lnTo>
                <a:lnTo>
                  <a:pt x="12119" y="11816"/>
                </a:lnTo>
                <a:lnTo>
                  <a:pt x="11195" y="11816"/>
                </a:lnTo>
                <a:cubicBezTo>
                  <a:pt x="11195" y="11816"/>
                  <a:pt x="11195" y="12954"/>
                  <a:pt x="11195" y="12954"/>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12700">
            <a:miter lim="400000"/>
          </a:ln>
        </p:spPr>
        <p:txBody>
          <a:bodyPr lIns="19045" tIns="19045" rIns="19045" bIns="1904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latin typeface="Source Sans Pro Light" charset="0"/>
              <a:ea typeface="Source Sans Pro Light" charset="0"/>
              <a:cs typeface="Source Sans Pro Light" charset="0"/>
            </a:endParaRPr>
          </a:p>
        </p:txBody>
      </p:sp>
      <p:sp>
        <p:nvSpPr>
          <p:cNvPr id="2" name="Slide Number Placeholder 1">
            <a:extLst>
              <a:ext uri="{FF2B5EF4-FFF2-40B4-BE49-F238E27FC236}">
                <a16:creationId xmlns:a16="http://schemas.microsoft.com/office/drawing/2014/main" id="{8C9E561E-174B-5C05-5822-30CD8CCD1AC0}"/>
              </a:ext>
            </a:extLst>
          </p:cNvPr>
          <p:cNvSpPr>
            <a:spLocks noGrp="1"/>
          </p:cNvSpPr>
          <p:nvPr>
            <p:ph type="sldNum" sz="quarter" idx="11"/>
          </p:nvPr>
        </p:nvSpPr>
        <p:spPr/>
        <p:txBody>
          <a:bodyPr/>
          <a:lstStyle/>
          <a:p>
            <a:fld id="{7737D3DD-0AB3-4F16-99FA-6262B2B4036D}" type="slidenum">
              <a:rPr lang="en-MY" smtClean="0"/>
              <a:t>52</a:t>
            </a:fld>
            <a:endParaRPr lang="en-MY"/>
          </a:p>
        </p:txBody>
      </p:sp>
    </p:spTree>
    <p:extLst>
      <p:ext uri="{BB962C8B-B14F-4D97-AF65-F5344CB8AC3E}">
        <p14:creationId xmlns:p14="http://schemas.microsoft.com/office/powerpoint/2010/main" val="5299016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Freeform 61">
            <a:extLst>
              <a:ext uri="{FF2B5EF4-FFF2-40B4-BE49-F238E27FC236}">
                <a16:creationId xmlns:a16="http://schemas.microsoft.com/office/drawing/2014/main" id="{EF8EB319-4FCF-06AA-3BCC-83B0C176AA4C}"/>
              </a:ext>
            </a:extLst>
          </p:cNvPr>
          <p:cNvSpPr>
            <a:spLocks noChangeArrowheads="1"/>
          </p:cNvSpPr>
          <p:nvPr/>
        </p:nvSpPr>
        <p:spPr bwMode="auto">
          <a:xfrm>
            <a:off x="11184707" y="5531055"/>
            <a:ext cx="381147" cy="549655"/>
          </a:xfrm>
          <a:custGeom>
            <a:avLst/>
            <a:gdLst>
              <a:gd name="T0" fmla="*/ 2147483646 w 418"/>
              <a:gd name="T1" fmla="*/ 2147483646 h 602"/>
              <a:gd name="T2" fmla="*/ 2147483646 w 418"/>
              <a:gd name="T3" fmla="*/ 2147483646 h 602"/>
              <a:gd name="T4" fmla="*/ 2147483646 w 418"/>
              <a:gd name="T5" fmla="*/ 2147483646 h 602"/>
              <a:gd name="T6" fmla="*/ 2147483646 w 418"/>
              <a:gd name="T7" fmla="*/ 2147483646 h 602"/>
              <a:gd name="T8" fmla="*/ 2147483646 w 418"/>
              <a:gd name="T9" fmla="*/ 2147483646 h 602"/>
              <a:gd name="T10" fmla="*/ 2147483646 w 418"/>
              <a:gd name="T11" fmla="*/ 2147483646 h 602"/>
              <a:gd name="T12" fmla="*/ 2147483646 w 418"/>
              <a:gd name="T13" fmla="*/ 2147483646 h 602"/>
              <a:gd name="T14" fmla="*/ 2147483646 w 418"/>
              <a:gd name="T15" fmla="*/ 2147483646 h 602"/>
              <a:gd name="T16" fmla="*/ 2147483646 w 418"/>
              <a:gd name="T17" fmla="*/ 2147483646 h 602"/>
              <a:gd name="T18" fmla="*/ 2147483646 w 418"/>
              <a:gd name="T19" fmla="*/ 2147483646 h 602"/>
              <a:gd name="T20" fmla="*/ 2147483646 w 418"/>
              <a:gd name="T21" fmla="*/ 2147483646 h 602"/>
              <a:gd name="T22" fmla="*/ 2147483646 w 418"/>
              <a:gd name="T23" fmla="*/ 2147483646 h 602"/>
              <a:gd name="T24" fmla="*/ 2147483646 w 418"/>
              <a:gd name="T25" fmla="*/ 2147483646 h 602"/>
              <a:gd name="T26" fmla="*/ 0 w 418"/>
              <a:gd name="T27" fmla="*/ 2147483646 h 602"/>
              <a:gd name="T28" fmla="*/ 0 w 418"/>
              <a:gd name="T29" fmla="*/ 2147483646 h 602"/>
              <a:gd name="T30" fmla="*/ 0 w 418"/>
              <a:gd name="T31" fmla="*/ 2147483646 h 602"/>
              <a:gd name="T32" fmla="*/ 2147483646 w 418"/>
              <a:gd name="T33" fmla="*/ 2147483646 h 602"/>
              <a:gd name="T34" fmla="*/ 2147483646 w 418"/>
              <a:gd name="T35" fmla="*/ 2147483646 h 602"/>
              <a:gd name="T36" fmla="*/ 2147483646 w 418"/>
              <a:gd name="T37" fmla="*/ 2147483646 h 602"/>
              <a:gd name="T38" fmla="*/ 2147483646 w 418"/>
              <a:gd name="T39" fmla="*/ 2147483646 h 602"/>
              <a:gd name="T40" fmla="*/ 2147483646 w 418"/>
              <a:gd name="T41" fmla="*/ 2147483646 h 602"/>
              <a:gd name="T42" fmla="*/ 2147483646 w 418"/>
              <a:gd name="T43" fmla="*/ 2147483646 h 602"/>
              <a:gd name="T44" fmla="*/ 2147483646 w 418"/>
              <a:gd name="T45" fmla="*/ 2147483646 h 602"/>
              <a:gd name="T46" fmla="*/ 2147483646 w 418"/>
              <a:gd name="T47" fmla="*/ 2147483646 h 602"/>
              <a:gd name="T48" fmla="*/ 2147483646 w 418"/>
              <a:gd name="T49" fmla="*/ 2147483646 h 602"/>
              <a:gd name="T50" fmla="*/ 2147483646 w 418"/>
              <a:gd name="T51" fmla="*/ 2147483646 h 602"/>
              <a:gd name="T52" fmla="*/ 2147483646 w 418"/>
              <a:gd name="T53" fmla="*/ 2147483646 h 602"/>
              <a:gd name="T54" fmla="*/ 2147483646 w 418"/>
              <a:gd name="T55" fmla="*/ 2147483646 h 602"/>
              <a:gd name="T56" fmla="*/ 2147483646 w 418"/>
              <a:gd name="T57" fmla="*/ 2147483646 h 602"/>
              <a:gd name="T58" fmla="*/ 2147483646 w 418"/>
              <a:gd name="T59" fmla="*/ 0 h 602"/>
              <a:gd name="T60" fmla="*/ 2147483646 w 418"/>
              <a:gd name="T61" fmla="*/ 0 h 602"/>
              <a:gd name="T62" fmla="*/ 2147483646 w 418"/>
              <a:gd name="T63" fmla="*/ 2147483646 h 602"/>
              <a:gd name="T64" fmla="*/ 2147483646 w 418"/>
              <a:gd name="T65" fmla="*/ 2147483646 h 602"/>
              <a:gd name="T66" fmla="*/ 2147483646 w 418"/>
              <a:gd name="T67" fmla="*/ 2147483646 h 60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18" h="602">
                <a:moveTo>
                  <a:pt x="417" y="276"/>
                </a:moveTo>
                <a:lnTo>
                  <a:pt x="417" y="276"/>
                </a:lnTo>
                <a:cubicBezTo>
                  <a:pt x="417" y="382"/>
                  <a:pt x="339" y="466"/>
                  <a:pt x="233" y="480"/>
                </a:cubicBezTo>
                <a:cubicBezTo>
                  <a:pt x="233" y="544"/>
                  <a:pt x="233" y="544"/>
                  <a:pt x="233" y="544"/>
                </a:cubicBezTo>
                <a:cubicBezTo>
                  <a:pt x="332" y="544"/>
                  <a:pt x="332" y="544"/>
                  <a:pt x="332" y="544"/>
                </a:cubicBezTo>
                <a:cubicBezTo>
                  <a:pt x="346" y="544"/>
                  <a:pt x="360" y="558"/>
                  <a:pt x="360" y="572"/>
                </a:cubicBezTo>
                <a:cubicBezTo>
                  <a:pt x="360" y="594"/>
                  <a:pt x="346" y="601"/>
                  <a:pt x="332" y="601"/>
                </a:cubicBezTo>
                <a:cubicBezTo>
                  <a:pt x="205" y="601"/>
                  <a:pt x="205" y="601"/>
                  <a:pt x="205" y="601"/>
                </a:cubicBezTo>
                <a:cubicBezTo>
                  <a:pt x="85" y="601"/>
                  <a:pt x="85" y="601"/>
                  <a:pt x="85" y="601"/>
                </a:cubicBezTo>
                <a:cubicBezTo>
                  <a:pt x="71" y="601"/>
                  <a:pt x="56" y="594"/>
                  <a:pt x="56" y="572"/>
                </a:cubicBezTo>
                <a:cubicBezTo>
                  <a:pt x="56" y="558"/>
                  <a:pt x="71" y="544"/>
                  <a:pt x="85" y="544"/>
                </a:cubicBezTo>
                <a:cubicBezTo>
                  <a:pt x="177" y="544"/>
                  <a:pt x="177" y="544"/>
                  <a:pt x="177" y="544"/>
                </a:cubicBezTo>
                <a:cubicBezTo>
                  <a:pt x="177" y="480"/>
                  <a:pt x="177" y="480"/>
                  <a:pt x="177" y="480"/>
                </a:cubicBezTo>
                <a:cubicBezTo>
                  <a:pt x="78" y="466"/>
                  <a:pt x="0" y="382"/>
                  <a:pt x="0" y="276"/>
                </a:cubicBezTo>
                <a:cubicBezTo>
                  <a:pt x="0" y="254"/>
                  <a:pt x="14" y="247"/>
                  <a:pt x="28" y="247"/>
                </a:cubicBezTo>
                <a:cubicBezTo>
                  <a:pt x="42" y="247"/>
                  <a:pt x="56" y="254"/>
                  <a:pt x="56" y="276"/>
                </a:cubicBezTo>
                <a:cubicBezTo>
                  <a:pt x="56" y="353"/>
                  <a:pt x="127" y="424"/>
                  <a:pt x="205" y="424"/>
                </a:cubicBezTo>
                <a:cubicBezTo>
                  <a:pt x="290" y="424"/>
                  <a:pt x="360" y="353"/>
                  <a:pt x="360" y="276"/>
                </a:cubicBezTo>
                <a:cubicBezTo>
                  <a:pt x="360" y="254"/>
                  <a:pt x="367" y="247"/>
                  <a:pt x="389" y="247"/>
                </a:cubicBezTo>
                <a:cubicBezTo>
                  <a:pt x="403" y="247"/>
                  <a:pt x="417" y="254"/>
                  <a:pt x="417" y="276"/>
                </a:cubicBezTo>
                <a:close/>
                <a:moveTo>
                  <a:pt x="205" y="374"/>
                </a:moveTo>
                <a:lnTo>
                  <a:pt x="205" y="374"/>
                </a:lnTo>
                <a:cubicBezTo>
                  <a:pt x="141" y="374"/>
                  <a:pt x="92" y="325"/>
                  <a:pt x="92" y="261"/>
                </a:cubicBezTo>
                <a:cubicBezTo>
                  <a:pt x="92" y="113"/>
                  <a:pt x="92" y="113"/>
                  <a:pt x="92" y="113"/>
                </a:cubicBezTo>
                <a:cubicBezTo>
                  <a:pt x="92" y="49"/>
                  <a:pt x="141" y="0"/>
                  <a:pt x="205" y="0"/>
                </a:cubicBezTo>
                <a:cubicBezTo>
                  <a:pt x="269" y="0"/>
                  <a:pt x="318" y="49"/>
                  <a:pt x="318" y="113"/>
                </a:cubicBezTo>
                <a:cubicBezTo>
                  <a:pt x="318" y="261"/>
                  <a:pt x="318" y="261"/>
                  <a:pt x="318" y="261"/>
                </a:cubicBezTo>
                <a:cubicBezTo>
                  <a:pt x="318" y="325"/>
                  <a:pt x="269" y="374"/>
                  <a:pt x="205" y="37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1" name="Freeform 62">
            <a:extLst>
              <a:ext uri="{FF2B5EF4-FFF2-40B4-BE49-F238E27FC236}">
                <a16:creationId xmlns:a16="http://schemas.microsoft.com/office/drawing/2014/main" id="{2FDBDCF5-AF56-0F2C-19D9-FFE4BB519F36}"/>
              </a:ext>
            </a:extLst>
          </p:cNvPr>
          <p:cNvSpPr>
            <a:spLocks noChangeArrowheads="1"/>
          </p:cNvSpPr>
          <p:nvPr/>
        </p:nvSpPr>
        <p:spPr bwMode="auto">
          <a:xfrm>
            <a:off x="10173661" y="5531055"/>
            <a:ext cx="477437" cy="549655"/>
          </a:xfrm>
          <a:custGeom>
            <a:avLst/>
            <a:gdLst>
              <a:gd name="T0" fmla="*/ 2147483646 w 524"/>
              <a:gd name="T1" fmla="*/ 2147483646 h 602"/>
              <a:gd name="T2" fmla="*/ 2147483646 w 524"/>
              <a:gd name="T3" fmla="*/ 2147483646 h 602"/>
              <a:gd name="T4" fmla="*/ 2147483646 w 524"/>
              <a:gd name="T5" fmla="*/ 2147483646 h 602"/>
              <a:gd name="T6" fmla="*/ 2147483646 w 524"/>
              <a:gd name="T7" fmla="*/ 2147483646 h 602"/>
              <a:gd name="T8" fmla="*/ 2147483646 w 524"/>
              <a:gd name="T9" fmla="*/ 2147483646 h 602"/>
              <a:gd name="T10" fmla="*/ 2147483646 w 524"/>
              <a:gd name="T11" fmla="*/ 2147483646 h 602"/>
              <a:gd name="T12" fmla="*/ 2147483646 w 524"/>
              <a:gd name="T13" fmla="*/ 2147483646 h 602"/>
              <a:gd name="T14" fmla="*/ 2147483646 w 524"/>
              <a:gd name="T15" fmla="*/ 2147483646 h 602"/>
              <a:gd name="T16" fmla="*/ 2147483646 w 524"/>
              <a:gd name="T17" fmla="*/ 2147483646 h 602"/>
              <a:gd name="T18" fmla="*/ 2147483646 w 524"/>
              <a:gd name="T19" fmla="*/ 2147483646 h 602"/>
              <a:gd name="T20" fmla="*/ 2147483646 w 524"/>
              <a:gd name="T21" fmla="*/ 0 h 602"/>
              <a:gd name="T22" fmla="*/ 2147483646 w 524"/>
              <a:gd name="T23" fmla="*/ 2147483646 h 602"/>
              <a:gd name="T24" fmla="*/ 2147483646 w 524"/>
              <a:gd name="T25" fmla="*/ 2147483646 h 602"/>
              <a:gd name="T26" fmla="*/ 2147483646 w 524"/>
              <a:gd name="T27" fmla="*/ 2147483646 h 602"/>
              <a:gd name="T28" fmla="*/ 2147483646 w 524"/>
              <a:gd name="T29" fmla="*/ 2147483646 h 602"/>
              <a:gd name="T30" fmla="*/ 2147483646 w 524"/>
              <a:gd name="T31" fmla="*/ 2147483646 h 602"/>
              <a:gd name="T32" fmla="*/ 2147483646 w 524"/>
              <a:gd name="T33" fmla="*/ 2147483646 h 602"/>
              <a:gd name="T34" fmla="*/ 2147483646 w 524"/>
              <a:gd name="T35" fmla="*/ 2147483646 h 602"/>
              <a:gd name="T36" fmla="*/ 2147483646 w 524"/>
              <a:gd name="T37" fmla="*/ 2147483646 h 602"/>
              <a:gd name="T38" fmla="*/ 2147483646 w 524"/>
              <a:gd name="T39" fmla="*/ 2147483646 h 602"/>
              <a:gd name="T40" fmla="*/ 2147483646 w 524"/>
              <a:gd name="T41" fmla="*/ 2147483646 h 602"/>
              <a:gd name="T42" fmla="*/ 2147483646 w 524"/>
              <a:gd name="T43" fmla="*/ 2147483646 h 602"/>
              <a:gd name="T44" fmla="*/ 2147483646 w 524"/>
              <a:gd name="T45" fmla="*/ 2147483646 h 602"/>
              <a:gd name="T46" fmla="*/ 2147483646 w 524"/>
              <a:gd name="T47" fmla="*/ 2147483646 h 602"/>
              <a:gd name="T48" fmla="*/ 2147483646 w 524"/>
              <a:gd name="T49" fmla="*/ 2147483646 h 602"/>
              <a:gd name="T50" fmla="*/ 2147483646 w 524"/>
              <a:gd name="T51" fmla="*/ 2147483646 h 602"/>
              <a:gd name="T52" fmla="*/ 2147483646 w 524"/>
              <a:gd name="T53" fmla="*/ 2147483646 h 602"/>
              <a:gd name="T54" fmla="*/ 2147483646 w 524"/>
              <a:gd name="T55" fmla="*/ 2147483646 h 602"/>
              <a:gd name="T56" fmla="*/ 2147483646 w 524"/>
              <a:gd name="T57" fmla="*/ 2147483646 h 602"/>
              <a:gd name="T58" fmla="*/ 2147483646 w 524"/>
              <a:gd name="T59" fmla="*/ 2147483646 h 602"/>
              <a:gd name="T60" fmla="*/ 2147483646 w 524"/>
              <a:gd name="T61" fmla="*/ 2147483646 h 602"/>
              <a:gd name="T62" fmla="*/ 2147483646 w 524"/>
              <a:gd name="T63" fmla="*/ 2147483646 h 602"/>
              <a:gd name="T64" fmla="*/ 2147483646 w 524"/>
              <a:gd name="T65" fmla="*/ 2147483646 h 602"/>
              <a:gd name="T66" fmla="*/ 2147483646 w 524"/>
              <a:gd name="T67" fmla="*/ 2147483646 h 60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24" h="602">
                <a:moveTo>
                  <a:pt x="516" y="155"/>
                </a:moveTo>
                <a:lnTo>
                  <a:pt x="516" y="155"/>
                </a:lnTo>
                <a:cubicBezTo>
                  <a:pt x="22" y="473"/>
                  <a:pt x="22" y="473"/>
                  <a:pt x="22" y="473"/>
                </a:cubicBezTo>
                <a:cubicBezTo>
                  <a:pt x="22" y="473"/>
                  <a:pt x="22" y="480"/>
                  <a:pt x="14" y="480"/>
                </a:cubicBezTo>
                <a:cubicBezTo>
                  <a:pt x="7" y="480"/>
                  <a:pt x="0" y="473"/>
                  <a:pt x="0" y="466"/>
                </a:cubicBezTo>
                <a:cubicBezTo>
                  <a:pt x="0" y="459"/>
                  <a:pt x="7" y="452"/>
                  <a:pt x="7" y="452"/>
                </a:cubicBezTo>
                <a:cubicBezTo>
                  <a:pt x="502" y="127"/>
                  <a:pt x="502" y="127"/>
                  <a:pt x="502" y="127"/>
                </a:cubicBezTo>
                <a:cubicBezTo>
                  <a:pt x="502" y="127"/>
                  <a:pt x="502" y="127"/>
                  <a:pt x="509" y="127"/>
                </a:cubicBezTo>
                <a:cubicBezTo>
                  <a:pt x="516" y="127"/>
                  <a:pt x="523" y="134"/>
                  <a:pt x="523" y="141"/>
                </a:cubicBezTo>
                <a:cubicBezTo>
                  <a:pt x="523" y="148"/>
                  <a:pt x="516" y="148"/>
                  <a:pt x="516" y="155"/>
                </a:cubicBezTo>
                <a:close/>
                <a:moveTo>
                  <a:pt x="149" y="261"/>
                </a:moveTo>
                <a:lnTo>
                  <a:pt x="149" y="261"/>
                </a:lnTo>
                <a:cubicBezTo>
                  <a:pt x="149" y="113"/>
                  <a:pt x="149" y="113"/>
                  <a:pt x="149" y="113"/>
                </a:cubicBezTo>
                <a:cubicBezTo>
                  <a:pt x="149" y="49"/>
                  <a:pt x="198" y="0"/>
                  <a:pt x="262" y="0"/>
                </a:cubicBezTo>
                <a:cubicBezTo>
                  <a:pt x="325" y="0"/>
                  <a:pt x="375" y="49"/>
                  <a:pt x="375" y="113"/>
                </a:cubicBezTo>
                <a:cubicBezTo>
                  <a:pt x="375" y="177"/>
                  <a:pt x="375" y="177"/>
                  <a:pt x="375" y="177"/>
                </a:cubicBezTo>
                <a:cubicBezTo>
                  <a:pt x="163" y="318"/>
                  <a:pt x="163" y="318"/>
                  <a:pt x="163" y="318"/>
                </a:cubicBezTo>
                <a:cubicBezTo>
                  <a:pt x="156" y="304"/>
                  <a:pt x="149" y="283"/>
                  <a:pt x="149" y="261"/>
                </a:cubicBezTo>
                <a:close/>
                <a:moveTo>
                  <a:pt x="57" y="276"/>
                </a:moveTo>
                <a:lnTo>
                  <a:pt x="57" y="276"/>
                </a:lnTo>
                <a:cubicBezTo>
                  <a:pt x="57" y="254"/>
                  <a:pt x="64" y="247"/>
                  <a:pt x="85" y="247"/>
                </a:cubicBezTo>
                <a:cubicBezTo>
                  <a:pt x="99" y="247"/>
                  <a:pt x="113" y="254"/>
                  <a:pt x="113" y="276"/>
                </a:cubicBezTo>
                <a:cubicBezTo>
                  <a:pt x="113" y="297"/>
                  <a:pt x="113" y="318"/>
                  <a:pt x="127" y="339"/>
                </a:cubicBezTo>
                <a:cubicBezTo>
                  <a:pt x="78" y="374"/>
                  <a:pt x="78" y="374"/>
                  <a:pt x="78" y="374"/>
                </a:cubicBezTo>
                <a:cubicBezTo>
                  <a:pt x="64" y="339"/>
                  <a:pt x="57" y="311"/>
                  <a:pt x="57" y="276"/>
                </a:cubicBezTo>
                <a:close/>
                <a:moveTo>
                  <a:pt x="234" y="374"/>
                </a:moveTo>
                <a:lnTo>
                  <a:pt x="234" y="374"/>
                </a:lnTo>
                <a:cubicBezTo>
                  <a:pt x="375" y="283"/>
                  <a:pt x="375" y="283"/>
                  <a:pt x="375" y="283"/>
                </a:cubicBezTo>
                <a:cubicBezTo>
                  <a:pt x="368" y="332"/>
                  <a:pt x="318" y="374"/>
                  <a:pt x="262" y="374"/>
                </a:cubicBezTo>
                <a:cubicBezTo>
                  <a:pt x="255" y="374"/>
                  <a:pt x="241" y="374"/>
                  <a:pt x="234" y="374"/>
                </a:cubicBezTo>
                <a:close/>
                <a:moveTo>
                  <a:pt x="142" y="544"/>
                </a:moveTo>
                <a:lnTo>
                  <a:pt x="142" y="544"/>
                </a:lnTo>
                <a:cubicBezTo>
                  <a:pt x="234" y="544"/>
                  <a:pt x="234" y="544"/>
                  <a:pt x="234" y="544"/>
                </a:cubicBezTo>
                <a:cubicBezTo>
                  <a:pt x="234" y="480"/>
                  <a:pt x="234" y="480"/>
                  <a:pt x="234" y="480"/>
                </a:cubicBezTo>
                <a:cubicBezTo>
                  <a:pt x="198" y="473"/>
                  <a:pt x="163" y="459"/>
                  <a:pt x="135" y="438"/>
                </a:cubicBezTo>
                <a:cubicBezTo>
                  <a:pt x="184" y="403"/>
                  <a:pt x="184" y="403"/>
                  <a:pt x="184" y="403"/>
                </a:cubicBezTo>
                <a:cubicBezTo>
                  <a:pt x="205" y="417"/>
                  <a:pt x="234" y="424"/>
                  <a:pt x="262" y="424"/>
                </a:cubicBezTo>
                <a:cubicBezTo>
                  <a:pt x="269" y="424"/>
                  <a:pt x="269" y="424"/>
                  <a:pt x="276" y="424"/>
                </a:cubicBezTo>
                <a:lnTo>
                  <a:pt x="283" y="424"/>
                </a:lnTo>
                <a:cubicBezTo>
                  <a:pt x="354" y="410"/>
                  <a:pt x="410" y="346"/>
                  <a:pt x="410" y="276"/>
                </a:cubicBezTo>
                <a:cubicBezTo>
                  <a:pt x="410" y="254"/>
                  <a:pt x="424" y="247"/>
                  <a:pt x="438" y="247"/>
                </a:cubicBezTo>
                <a:cubicBezTo>
                  <a:pt x="460" y="247"/>
                  <a:pt x="467" y="254"/>
                  <a:pt x="467" y="276"/>
                </a:cubicBezTo>
                <a:cubicBezTo>
                  <a:pt x="467" y="382"/>
                  <a:pt x="389" y="466"/>
                  <a:pt x="290" y="480"/>
                </a:cubicBezTo>
                <a:cubicBezTo>
                  <a:pt x="290" y="544"/>
                  <a:pt x="290" y="544"/>
                  <a:pt x="290" y="544"/>
                </a:cubicBezTo>
                <a:cubicBezTo>
                  <a:pt x="382" y="544"/>
                  <a:pt x="382" y="544"/>
                  <a:pt x="382" y="544"/>
                </a:cubicBezTo>
                <a:cubicBezTo>
                  <a:pt x="403" y="544"/>
                  <a:pt x="410" y="558"/>
                  <a:pt x="410" y="572"/>
                </a:cubicBezTo>
                <a:cubicBezTo>
                  <a:pt x="410" y="594"/>
                  <a:pt x="403" y="601"/>
                  <a:pt x="382" y="601"/>
                </a:cubicBezTo>
                <a:cubicBezTo>
                  <a:pt x="290" y="601"/>
                  <a:pt x="290" y="601"/>
                  <a:pt x="290" y="601"/>
                </a:cubicBezTo>
                <a:cubicBezTo>
                  <a:pt x="142" y="601"/>
                  <a:pt x="142" y="601"/>
                  <a:pt x="142" y="601"/>
                </a:cubicBezTo>
                <a:cubicBezTo>
                  <a:pt x="120" y="601"/>
                  <a:pt x="113" y="594"/>
                  <a:pt x="113" y="572"/>
                </a:cubicBezTo>
                <a:cubicBezTo>
                  <a:pt x="113" y="558"/>
                  <a:pt x="120" y="544"/>
                  <a:pt x="142" y="54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2" name="Freeform 63">
            <a:extLst>
              <a:ext uri="{FF2B5EF4-FFF2-40B4-BE49-F238E27FC236}">
                <a16:creationId xmlns:a16="http://schemas.microsoft.com/office/drawing/2014/main" id="{FF33F481-5EA3-E75C-0AD8-902F7B4A6EEF}"/>
              </a:ext>
            </a:extLst>
          </p:cNvPr>
          <p:cNvSpPr>
            <a:spLocks noChangeArrowheads="1"/>
          </p:cNvSpPr>
          <p:nvPr/>
        </p:nvSpPr>
        <p:spPr bwMode="auto">
          <a:xfrm>
            <a:off x="9254891" y="5575187"/>
            <a:ext cx="393185" cy="469416"/>
          </a:xfrm>
          <a:custGeom>
            <a:avLst/>
            <a:gdLst>
              <a:gd name="T0" fmla="*/ 2147483646 w 432"/>
              <a:gd name="T1" fmla="*/ 2147483646 h 517"/>
              <a:gd name="T2" fmla="*/ 2147483646 w 432"/>
              <a:gd name="T3" fmla="*/ 2147483646 h 517"/>
              <a:gd name="T4" fmla="*/ 2147483646 w 432"/>
              <a:gd name="T5" fmla="*/ 2147483646 h 517"/>
              <a:gd name="T6" fmla="*/ 0 w 432"/>
              <a:gd name="T7" fmla="*/ 2147483646 h 517"/>
              <a:gd name="T8" fmla="*/ 2147483646 w 432"/>
              <a:gd name="T9" fmla="*/ 2147483646 h 517"/>
              <a:gd name="T10" fmla="*/ 2147483646 w 432"/>
              <a:gd name="T11" fmla="*/ 2147483646 h 517"/>
              <a:gd name="T12" fmla="*/ 2147483646 w 432"/>
              <a:gd name="T13" fmla="*/ 2147483646 h 517"/>
              <a:gd name="T14" fmla="*/ 2147483646 w 432"/>
              <a:gd name="T15" fmla="*/ 2147483646 h 517"/>
              <a:gd name="T16" fmla="*/ 2147483646 w 432"/>
              <a:gd name="T17" fmla="*/ 0 h 517"/>
              <a:gd name="T18" fmla="*/ 2147483646 w 432"/>
              <a:gd name="T19" fmla="*/ 2147483646 h 517"/>
              <a:gd name="T20" fmla="*/ 2147483646 w 432"/>
              <a:gd name="T21" fmla="*/ 2147483646 h 517"/>
              <a:gd name="T22" fmla="*/ 2147483646 w 432"/>
              <a:gd name="T23" fmla="*/ 2147483646 h 517"/>
              <a:gd name="T24" fmla="*/ 2147483646 w 432"/>
              <a:gd name="T25" fmla="*/ 2147483646 h 517"/>
              <a:gd name="T26" fmla="*/ 2147483646 w 432"/>
              <a:gd name="T27" fmla="*/ 2147483646 h 517"/>
              <a:gd name="T28" fmla="*/ 2147483646 w 432"/>
              <a:gd name="T29" fmla="*/ 2147483646 h 517"/>
              <a:gd name="T30" fmla="*/ 2147483646 w 432"/>
              <a:gd name="T31" fmla="*/ 2147483646 h 517"/>
              <a:gd name="T32" fmla="*/ 2147483646 w 432"/>
              <a:gd name="T33" fmla="*/ 2147483646 h 517"/>
              <a:gd name="T34" fmla="*/ 2147483646 w 432"/>
              <a:gd name="T35" fmla="*/ 2147483646 h 517"/>
              <a:gd name="T36" fmla="*/ 2147483646 w 432"/>
              <a:gd name="T37" fmla="*/ 2147483646 h 517"/>
              <a:gd name="T38" fmla="*/ 2147483646 w 432"/>
              <a:gd name="T39" fmla="*/ 2147483646 h 51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32" h="517">
                <a:moveTo>
                  <a:pt x="402" y="431"/>
                </a:moveTo>
                <a:lnTo>
                  <a:pt x="402" y="431"/>
                </a:lnTo>
                <a:cubicBezTo>
                  <a:pt x="28" y="431"/>
                  <a:pt x="28" y="431"/>
                  <a:pt x="28" y="431"/>
                </a:cubicBezTo>
                <a:cubicBezTo>
                  <a:pt x="14" y="431"/>
                  <a:pt x="0" y="417"/>
                  <a:pt x="0" y="403"/>
                </a:cubicBezTo>
                <a:cubicBezTo>
                  <a:pt x="0" y="389"/>
                  <a:pt x="14" y="375"/>
                  <a:pt x="28" y="375"/>
                </a:cubicBezTo>
                <a:cubicBezTo>
                  <a:pt x="42" y="375"/>
                  <a:pt x="56" y="361"/>
                  <a:pt x="56" y="347"/>
                </a:cubicBezTo>
                <a:cubicBezTo>
                  <a:pt x="56" y="156"/>
                  <a:pt x="56" y="156"/>
                  <a:pt x="56" y="156"/>
                </a:cubicBezTo>
                <a:cubicBezTo>
                  <a:pt x="56" y="85"/>
                  <a:pt x="113" y="29"/>
                  <a:pt x="191" y="29"/>
                </a:cubicBezTo>
                <a:cubicBezTo>
                  <a:pt x="191" y="7"/>
                  <a:pt x="198" y="0"/>
                  <a:pt x="219" y="0"/>
                </a:cubicBezTo>
                <a:cubicBezTo>
                  <a:pt x="233" y="0"/>
                  <a:pt x="247" y="7"/>
                  <a:pt x="247" y="29"/>
                </a:cubicBezTo>
                <a:cubicBezTo>
                  <a:pt x="318" y="29"/>
                  <a:pt x="374" y="85"/>
                  <a:pt x="374" y="156"/>
                </a:cubicBezTo>
                <a:cubicBezTo>
                  <a:pt x="374" y="347"/>
                  <a:pt x="374" y="347"/>
                  <a:pt x="374" y="347"/>
                </a:cubicBezTo>
                <a:cubicBezTo>
                  <a:pt x="374" y="361"/>
                  <a:pt x="388" y="375"/>
                  <a:pt x="402" y="375"/>
                </a:cubicBezTo>
                <a:cubicBezTo>
                  <a:pt x="424" y="375"/>
                  <a:pt x="431" y="389"/>
                  <a:pt x="431" y="403"/>
                </a:cubicBezTo>
                <a:cubicBezTo>
                  <a:pt x="431" y="417"/>
                  <a:pt x="424" y="431"/>
                  <a:pt x="402" y="431"/>
                </a:cubicBezTo>
                <a:close/>
                <a:moveTo>
                  <a:pt x="219" y="516"/>
                </a:moveTo>
                <a:lnTo>
                  <a:pt x="219" y="516"/>
                </a:lnTo>
                <a:cubicBezTo>
                  <a:pt x="184" y="516"/>
                  <a:pt x="162" y="488"/>
                  <a:pt x="162" y="460"/>
                </a:cubicBezTo>
                <a:cubicBezTo>
                  <a:pt x="275" y="460"/>
                  <a:pt x="275" y="460"/>
                  <a:pt x="275" y="460"/>
                </a:cubicBezTo>
                <a:cubicBezTo>
                  <a:pt x="275" y="488"/>
                  <a:pt x="247" y="516"/>
                  <a:pt x="219" y="51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3" name="Freeform 64">
            <a:extLst>
              <a:ext uri="{FF2B5EF4-FFF2-40B4-BE49-F238E27FC236}">
                <a16:creationId xmlns:a16="http://schemas.microsoft.com/office/drawing/2014/main" id="{EF91317A-3518-4DF1-E62F-57BB3E53BF7E}"/>
              </a:ext>
            </a:extLst>
          </p:cNvPr>
          <p:cNvSpPr>
            <a:spLocks noChangeArrowheads="1"/>
          </p:cNvSpPr>
          <p:nvPr/>
        </p:nvSpPr>
        <p:spPr bwMode="auto">
          <a:xfrm>
            <a:off x="8380256" y="5679501"/>
            <a:ext cx="224677" cy="264798"/>
          </a:xfrm>
          <a:custGeom>
            <a:avLst/>
            <a:gdLst>
              <a:gd name="T0" fmla="*/ 2147483646 w 249"/>
              <a:gd name="T1" fmla="*/ 2147483646 h 291"/>
              <a:gd name="T2" fmla="*/ 2147483646 w 249"/>
              <a:gd name="T3" fmla="*/ 2147483646 h 291"/>
              <a:gd name="T4" fmla="*/ 2147483646 w 249"/>
              <a:gd name="T5" fmla="*/ 2147483646 h 291"/>
              <a:gd name="T6" fmla="*/ 2147483646 w 249"/>
              <a:gd name="T7" fmla="*/ 2147483646 h 291"/>
              <a:gd name="T8" fmla="*/ 0 w 249"/>
              <a:gd name="T9" fmla="*/ 2147483646 h 291"/>
              <a:gd name="T10" fmla="*/ 2147483646 w 249"/>
              <a:gd name="T11" fmla="*/ 2147483646 h 291"/>
              <a:gd name="T12" fmla="*/ 2147483646 w 249"/>
              <a:gd name="T13" fmla="*/ 2147483646 h 291"/>
              <a:gd name="T14" fmla="*/ 2147483646 w 249"/>
              <a:gd name="T15" fmla="*/ 2147483646 h 291"/>
              <a:gd name="T16" fmla="*/ 2147483646 w 249"/>
              <a:gd name="T17" fmla="*/ 2147483646 h 291"/>
              <a:gd name="T18" fmla="*/ 2147483646 w 249"/>
              <a:gd name="T19" fmla="*/ 2147483646 h 291"/>
              <a:gd name="T20" fmla="*/ 2147483646 w 249"/>
              <a:gd name="T21" fmla="*/ 2147483646 h 291"/>
              <a:gd name="T22" fmla="*/ 2147483646 w 249"/>
              <a:gd name="T23" fmla="*/ 0 h 291"/>
              <a:gd name="T24" fmla="*/ 2147483646 w 249"/>
              <a:gd name="T25" fmla="*/ 2147483646 h 291"/>
              <a:gd name="T26" fmla="*/ 2147483646 w 249"/>
              <a:gd name="T27" fmla="*/ 2147483646 h 291"/>
              <a:gd name="T28" fmla="*/ 2147483646 w 249"/>
              <a:gd name="T29" fmla="*/ 2147483646 h 291"/>
              <a:gd name="T30" fmla="*/ 2147483646 w 249"/>
              <a:gd name="T31" fmla="*/ 2147483646 h 291"/>
              <a:gd name="T32" fmla="*/ 2147483646 w 249"/>
              <a:gd name="T33" fmla="*/ 2147483646 h 291"/>
              <a:gd name="T34" fmla="*/ 2147483646 w 249"/>
              <a:gd name="T35" fmla="*/ 2147483646 h 291"/>
              <a:gd name="T36" fmla="*/ 2147483646 w 249"/>
              <a:gd name="T37" fmla="*/ 2147483646 h 291"/>
              <a:gd name="T38" fmla="*/ 2147483646 w 249"/>
              <a:gd name="T39" fmla="*/ 2147483646 h 291"/>
              <a:gd name="T40" fmla="*/ 2147483646 w 249"/>
              <a:gd name="T41" fmla="*/ 2147483646 h 291"/>
              <a:gd name="T42" fmla="*/ 2147483646 w 249"/>
              <a:gd name="T43" fmla="*/ 2147483646 h 291"/>
              <a:gd name="T44" fmla="*/ 2147483646 w 249"/>
              <a:gd name="T45" fmla="*/ 2147483646 h 291"/>
              <a:gd name="T46" fmla="*/ 2147483646 w 249"/>
              <a:gd name="T47" fmla="*/ 2147483646 h 291"/>
              <a:gd name="T48" fmla="*/ 2147483646 w 249"/>
              <a:gd name="T49" fmla="*/ 2147483646 h 291"/>
              <a:gd name="T50" fmla="*/ 0 w 249"/>
              <a:gd name="T51" fmla="*/ 2147483646 h 291"/>
              <a:gd name="T52" fmla="*/ 2147483646 w 249"/>
              <a:gd name="T53" fmla="*/ 2147483646 h 29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49" h="291">
                <a:moveTo>
                  <a:pt x="248" y="177"/>
                </a:moveTo>
                <a:lnTo>
                  <a:pt x="248" y="177"/>
                </a:lnTo>
                <a:cubicBezTo>
                  <a:pt x="248" y="191"/>
                  <a:pt x="234" y="205"/>
                  <a:pt x="220" y="205"/>
                </a:cubicBezTo>
                <a:cubicBezTo>
                  <a:pt x="29" y="205"/>
                  <a:pt x="29" y="205"/>
                  <a:pt x="29" y="205"/>
                </a:cubicBezTo>
                <a:cubicBezTo>
                  <a:pt x="15" y="205"/>
                  <a:pt x="0" y="191"/>
                  <a:pt x="0" y="177"/>
                </a:cubicBezTo>
                <a:cubicBezTo>
                  <a:pt x="0" y="170"/>
                  <a:pt x="0" y="163"/>
                  <a:pt x="7" y="163"/>
                </a:cubicBezTo>
                <a:cubicBezTo>
                  <a:pt x="100" y="15"/>
                  <a:pt x="100" y="15"/>
                  <a:pt x="100" y="15"/>
                </a:cubicBezTo>
                <a:cubicBezTo>
                  <a:pt x="107" y="0"/>
                  <a:pt x="114" y="0"/>
                  <a:pt x="121" y="0"/>
                </a:cubicBezTo>
                <a:cubicBezTo>
                  <a:pt x="135" y="0"/>
                  <a:pt x="142" y="0"/>
                  <a:pt x="149" y="15"/>
                </a:cubicBezTo>
                <a:cubicBezTo>
                  <a:pt x="241" y="163"/>
                  <a:pt x="241" y="163"/>
                  <a:pt x="241" y="163"/>
                </a:cubicBezTo>
                <a:cubicBezTo>
                  <a:pt x="241" y="163"/>
                  <a:pt x="248" y="170"/>
                  <a:pt x="248" y="177"/>
                </a:cubicBezTo>
                <a:close/>
                <a:moveTo>
                  <a:pt x="29" y="234"/>
                </a:moveTo>
                <a:lnTo>
                  <a:pt x="29" y="234"/>
                </a:lnTo>
                <a:cubicBezTo>
                  <a:pt x="220" y="234"/>
                  <a:pt x="220" y="234"/>
                  <a:pt x="220" y="234"/>
                </a:cubicBezTo>
                <a:cubicBezTo>
                  <a:pt x="234" y="234"/>
                  <a:pt x="248" y="248"/>
                  <a:pt x="248" y="262"/>
                </a:cubicBezTo>
                <a:cubicBezTo>
                  <a:pt x="248" y="276"/>
                  <a:pt x="234" y="290"/>
                  <a:pt x="220" y="290"/>
                </a:cubicBezTo>
                <a:cubicBezTo>
                  <a:pt x="29" y="290"/>
                  <a:pt x="29" y="290"/>
                  <a:pt x="29" y="290"/>
                </a:cubicBezTo>
                <a:cubicBezTo>
                  <a:pt x="15" y="290"/>
                  <a:pt x="0" y="276"/>
                  <a:pt x="0" y="262"/>
                </a:cubicBezTo>
                <a:cubicBezTo>
                  <a:pt x="0" y="248"/>
                  <a:pt x="15" y="234"/>
                  <a:pt x="29" y="23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4" name="Freeform 65">
            <a:extLst>
              <a:ext uri="{FF2B5EF4-FFF2-40B4-BE49-F238E27FC236}">
                <a16:creationId xmlns:a16="http://schemas.microsoft.com/office/drawing/2014/main" id="{95885386-B46A-DC50-5729-3B6C198742BD}"/>
              </a:ext>
            </a:extLst>
          </p:cNvPr>
          <p:cNvSpPr>
            <a:spLocks noChangeArrowheads="1"/>
          </p:cNvSpPr>
          <p:nvPr/>
        </p:nvSpPr>
        <p:spPr bwMode="auto">
          <a:xfrm>
            <a:off x="7429392" y="5691539"/>
            <a:ext cx="208629" cy="224677"/>
          </a:xfrm>
          <a:custGeom>
            <a:avLst/>
            <a:gdLst>
              <a:gd name="T0" fmla="*/ 0 w 228"/>
              <a:gd name="T1" fmla="*/ 2147483646 h 248"/>
              <a:gd name="T2" fmla="*/ 0 w 228"/>
              <a:gd name="T3" fmla="*/ 2147483646 h 248"/>
              <a:gd name="T4" fmla="*/ 0 w 228"/>
              <a:gd name="T5" fmla="*/ 2147483646 h 248"/>
              <a:gd name="T6" fmla="*/ 0 w 228"/>
              <a:gd name="T7" fmla="*/ 2147483646 h 248"/>
              <a:gd name="T8" fmla="*/ 2147483646 w 228"/>
              <a:gd name="T9" fmla="*/ 2147483646 h 248"/>
              <a:gd name="T10" fmla="*/ 2147483646 w 228"/>
              <a:gd name="T11" fmla="*/ 2147483646 h 248"/>
              <a:gd name="T12" fmla="*/ 2147483646 w 228"/>
              <a:gd name="T13" fmla="*/ 2147483646 h 248"/>
              <a:gd name="T14" fmla="*/ 2147483646 w 228"/>
              <a:gd name="T15" fmla="*/ 2147483646 h 248"/>
              <a:gd name="T16" fmla="*/ 2147483646 w 228"/>
              <a:gd name="T17" fmla="*/ 2147483646 h 248"/>
              <a:gd name="T18" fmla="*/ 2147483646 w 228"/>
              <a:gd name="T19" fmla="*/ 2147483646 h 248"/>
              <a:gd name="T20" fmla="*/ 2147483646 w 228"/>
              <a:gd name="T21" fmla="*/ 2147483646 h 248"/>
              <a:gd name="T22" fmla="*/ 2147483646 w 228"/>
              <a:gd name="T23" fmla="*/ 2147483646 h 248"/>
              <a:gd name="T24" fmla="*/ 2147483646 w 228"/>
              <a:gd name="T25" fmla="*/ 0 h 248"/>
              <a:gd name="T26" fmla="*/ 2147483646 w 228"/>
              <a:gd name="T27" fmla="*/ 2147483646 h 248"/>
              <a:gd name="T28" fmla="*/ 2147483646 w 228"/>
              <a:gd name="T29" fmla="*/ 2147483646 h 248"/>
              <a:gd name="T30" fmla="*/ 2147483646 w 228"/>
              <a:gd name="T31" fmla="*/ 2147483646 h 248"/>
              <a:gd name="T32" fmla="*/ 2147483646 w 228"/>
              <a:gd name="T33" fmla="*/ 2147483646 h 248"/>
              <a:gd name="T34" fmla="*/ 2147483646 w 228"/>
              <a:gd name="T35" fmla="*/ 0 h 248"/>
              <a:gd name="T36" fmla="*/ 0 w 228"/>
              <a:gd name="T37" fmla="*/ 2147483646 h 24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28" h="248">
                <a:moveTo>
                  <a:pt x="0" y="28"/>
                </a:moveTo>
                <a:lnTo>
                  <a:pt x="0" y="28"/>
                </a:lnTo>
                <a:cubicBezTo>
                  <a:pt x="0" y="219"/>
                  <a:pt x="0" y="219"/>
                  <a:pt x="0" y="219"/>
                </a:cubicBezTo>
                <a:cubicBezTo>
                  <a:pt x="0" y="233"/>
                  <a:pt x="15" y="247"/>
                  <a:pt x="29" y="247"/>
                </a:cubicBezTo>
                <a:cubicBezTo>
                  <a:pt x="36" y="247"/>
                  <a:pt x="43" y="247"/>
                  <a:pt x="43" y="240"/>
                </a:cubicBezTo>
                <a:cubicBezTo>
                  <a:pt x="170" y="162"/>
                  <a:pt x="170" y="162"/>
                  <a:pt x="170" y="162"/>
                </a:cubicBezTo>
                <a:cubicBezTo>
                  <a:pt x="170" y="219"/>
                  <a:pt x="170" y="219"/>
                  <a:pt x="170" y="219"/>
                </a:cubicBezTo>
                <a:cubicBezTo>
                  <a:pt x="170" y="233"/>
                  <a:pt x="184" y="247"/>
                  <a:pt x="198" y="247"/>
                </a:cubicBezTo>
                <a:cubicBezTo>
                  <a:pt x="213" y="247"/>
                  <a:pt x="227" y="233"/>
                  <a:pt x="227" y="219"/>
                </a:cubicBezTo>
                <a:cubicBezTo>
                  <a:pt x="227" y="28"/>
                  <a:pt x="227" y="28"/>
                  <a:pt x="227" y="28"/>
                </a:cubicBezTo>
                <a:cubicBezTo>
                  <a:pt x="227" y="14"/>
                  <a:pt x="213" y="0"/>
                  <a:pt x="198" y="0"/>
                </a:cubicBezTo>
                <a:cubicBezTo>
                  <a:pt x="184" y="0"/>
                  <a:pt x="170" y="14"/>
                  <a:pt x="170" y="28"/>
                </a:cubicBezTo>
                <a:cubicBezTo>
                  <a:pt x="170" y="84"/>
                  <a:pt x="170" y="84"/>
                  <a:pt x="170" y="84"/>
                </a:cubicBezTo>
                <a:cubicBezTo>
                  <a:pt x="43" y="7"/>
                  <a:pt x="43" y="7"/>
                  <a:pt x="43" y="7"/>
                </a:cubicBezTo>
                <a:cubicBezTo>
                  <a:pt x="43" y="7"/>
                  <a:pt x="36" y="0"/>
                  <a:pt x="29" y="0"/>
                </a:cubicBezTo>
                <a:cubicBezTo>
                  <a:pt x="15" y="0"/>
                  <a:pt x="0" y="14"/>
                  <a:pt x="0" y="28"/>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5" name="Freeform 66">
            <a:extLst>
              <a:ext uri="{FF2B5EF4-FFF2-40B4-BE49-F238E27FC236}">
                <a16:creationId xmlns:a16="http://schemas.microsoft.com/office/drawing/2014/main" id="{844FBE16-F661-3DF5-8771-32E40DAE01E5}"/>
              </a:ext>
            </a:extLst>
          </p:cNvPr>
          <p:cNvSpPr>
            <a:spLocks noChangeArrowheads="1"/>
          </p:cNvSpPr>
          <p:nvPr/>
        </p:nvSpPr>
        <p:spPr bwMode="auto">
          <a:xfrm>
            <a:off x="6470502" y="5691539"/>
            <a:ext cx="208629" cy="224677"/>
          </a:xfrm>
          <a:custGeom>
            <a:avLst/>
            <a:gdLst>
              <a:gd name="T0" fmla="*/ 2147483646 w 228"/>
              <a:gd name="T1" fmla="*/ 2147483646 h 248"/>
              <a:gd name="T2" fmla="*/ 2147483646 w 228"/>
              <a:gd name="T3" fmla="*/ 2147483646 h 248"/>
              <a:gd name="T4" fmla="*/ 2147483646 w 228"/>
              <a:gd name="T5" fmla="*/ 2147483646 h 248"/>
              <a:gd name="T6" fmla="*/ 2147483646 w 228"/>
              <a:gd name="T7" fmla="*/ 2147483646 h 248"/>
              <a:gd name="T8" fmla="*/ 2147483646 w 228"/>
              <a:gd name="T9" fmla="*/ 2147483646 h 248"/>
              <a:gd name="T10" fmla="*/ 2147483646 w 228"/>
              <a:gd name="T11" fmla="*/ 2147483646 h 248"/>
              <a:gd name="T12" fmla="*/ 2147483646 w 228"/>
              <a:gd name="T13" fmla="*/ 2147483646 h 248"/>
              <a:gd name="T14" fmla="*/ 2147483646 w 228"/>
              <a:gd name="T15" fmla="*/ 2147483646 h 248"/>
              <a:gd name="T16" fmla="*/ 2147483646 w 228"/>
              <a:gd name="T17" fmla="*/ 2147483646 h 248"/>
              <a:gd name="T18" fmla="*/ 2147483646 w 228"/>
              <a:gd name="T19" fmla="*/ 2147483646 h 248"/>
              <a:gd name="T20" fmla="*/ 0 w 228"/>
              <a:gd name="T21" fmla="*/ 2147483646 h 248"/>
              <a:gd name="T22" fmla="*/ 0 w 228"/>
              <a:gd name="T23" fmla="*/ 2147483646 h 248"/>
              <a:gd name="T24" fmla="*/ 2147483646 w 228"/>
              <a:gd name="T25" fmla="*/ 0 h 248"/>
              <a:gd name="T26" fmla="*/ 2147483646 w 228"/>
              <a:gd name="T27" fmla="*/ 2147483646 h 248"/>
              <a:gd name="T28" fmla="*/ 2147483646 w 228"/>
              <a:gd name="T29" fmla="*/ 2147483646 h 248"/>
              <a:gd name="T30" fmla="*/ 2147483646 w 228"/>
              <a:gd name="T31" fmla="*/ 2147483646 h 248"/>
              <a:gd name="T32" fmla="*/ 2147483646 w 228"/>
              <a:gd name="T33" fmla="*/ 2147483646 h 248"/>
              <a:gd name="T34" fmla="*/ 2147483646 w 228"/>
              <a:gd name="T35" fmla="*/ 0 h 248"/>
              <a:gd name="T36" fmla="*/ 2147483646 w 228"/>
              <a:gd name="T37" fmla="*/ 2147483646 h 24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28" h="248">
                <a:moveTo>
                  <a:pt x="227" y="28"/>
                </a:moveTo>
                <a:lnTo>
                  <a:pt x="227" y="28"/>
                </a:lnTo>
                <a:cubicBezTo>
                  <a:pt x="227" y="219"/>
                  <a:pt x="227" y="219"/>
                  <a:pt x="227" y="219"/>
                </a:cubicBezTo>
                <a:cubicBezTo>
                  <a:pt x="227" y="233"/>
                  <a:pt x="212" y="247"/>
                  <a:pt x="198" y="247"/>
                </a:cubicBezTo>
                <a:cubicBezTo>
                  <a:pt x="191" y="247"/>
                  <a:pt x="184" y="247"/>
                  <a:pt x="184" y="240"/>
                </a:cubicBezTo>
                <a:cubicBezTo>
                  <a:pt x="57" y="162"/>
                  <a:pt x="57" y="162"/>
                  <a:pt x="57" y="162"/>
                </a:cubicBezTo>
                <a:cubicBezTo>
                  <a:pt x="57" y="219"/>
                  <a:pt x="57" y="219"/>
                  <a:pt x="57" y="219"/>
                </a:cubicBezTo>
                <a:cubicBezTo>
                  <a:pt x="57" y="233"/>
                  <a:pt x="43" y="247"/>
                  <a:pt x="29" y="247"/>
                </a:cubicBezTo>
                <a:cubicBezTo>
                  <a:pt x="7" y="247"/>
                  <a:pt x="0" y="233"/>
                  <a:pt x="0" y="219"/>
                </a:cubicBezTo>
                <a:cubicBezTo>
                  <a:pt x="0" y="28"/>
                  <a:pt x="0" y="28"/>
                  <a:pt x="0" y="28"/>
                </a:cubicBezTo>
                <a:cubicBezTo>
                  <a:pt x="0" y="14"/>
                  <a:pt x="7" y="0"/>
                  <a:pt x="29" y="0"/>
                </a:cubicBezTo>
                <a:cubicBezTo>
                  <a:pt x="43" y="0"/>
                  <a:pt x="57" y="14"/>
                  <a:pt x="57" y="28"/>
                </a:cubicBezTo>
                <a:cubicBezTo>
                  <a:pt x="57" y="84"/>
                  <a:pt x="57" y="84"/>
                  <a:pt x="57" y="84"/>
                </a:cubicBezTo>
                <a:cubicBezTo>
                  <a:pt x="184" y="7"/>
                  <a:pt x="184" y="7"/>
                  <a:pt x="184" y="7"/>
                </a:cubicBezTo>
                <a:cubicBezTo>
                  <a:pt x="184" y="7"/>
                  <a:pt x="191" y="0"/>
                  <a:pt x="198" y="0"/>
                </a:cubicBezTo>
                <a:cubicBezTo>
                  <a:pt x="212" y="0"/>
                  <a:pt x="227" y="14"/>
                  <a:pt x="227" y="28"/>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6" name="Freeform 67">
            <a:extLst>
              <a:ext uri="{FF2B5EF4-FFF2-40B4-BE49-F238E27FC236}">
                <a16:creationId xmlns:a16="http://schemas.microsoft.com/office/drawing/2014/main" id="{BD45D40F-CBD0-4230-DA7A-4DA1DB150B15}"/>
              </a:ext>
            </a:extLst>
          </p:cNvPr>
          <p:cNvSpPr>
            <a:spLocks noChangeArrowheads="1"/>
          </p:cNvSpPr>
          <p:nvPr/>
        </p:nvSpPr>
        <p:spPr bwMode="auto">
          <a:xfrm>
            <a:off x="5447420" y="5691539"/>
            <a:ext cx="328991" cy="224677"/>
          </a:xfrm>
          <a:custGeom>
            <a:avLst/>
            <a:gdLst>
              <a:gd name="T0" fmla="*/ 0 w 361"/>
              <a:gd name="T1" fmla="*/ 2147483646 h 248"/>
              <a:gd name="T2" fmla="*/ 0 w 361"/>
              <a:gd name="T3" fmla="*/ 2147483646 h 248"/>
              <a:gd name="T4" fmla="*/ 0 w 361"/>
              <a:gd name="T5" fmla="*/ 2147483646 h 248"/>
              <a:gd name="T6" fmla="*/ 2147483646 w 361"/>
              <a:gd name="T7" fmla="*/ 2147483646 h 248"/>
              <a:gd name="T8" fmla="*/ 2147483646 w 361"/>
              <a:gd name="T9" fmla="*/ 2147483646 h 248"/>
              <a:gd name="T10" fmla="*/ 2147483646 w 361"/>
              <a:gd name="T11" fmla="*/ 2147483646 h 248"/>
              <a:gd name="T12" fmla="*/ 2147483646 w 361"/>
              <a:gd name="T13" fmla="*/ 2147483646 h 248"/>
              <a:gd name="T14" fmla="*/ 2147483646 w 361"/>
              <a:gd name="T15" fmla="*/ 2147483646 h 248"/>
              <a:gd name="T16" fmla="*/ 2147483646 w 361"/>
              <a:gd name="T17" fmla="*/ 2147483646 h 248"/>
              <a:gd name="T18" fmla="*/ 2147483646 w 361"/>
              <a:gd name="T19" fmla="*/ 2147483646 h 248"/>
              <a:gd name="T20" fmla="*/ 2147483646 w 361"/>
              <a:gd name="T21" fmla="*/ 2147483646 h 248"/>
              <a:gd name="T22" fmla="*/ 2147483646 w 361"/>
              <a:gd name="T23" fmla="*/ 2147483646 h 248"/>
              <a:gd name="T24" fmla="*/ 2147483646 w 361"/>
              <a:gd name="T25" fmla="*/ 2147483646 h 248"/>
              <a:gd name="T26" fmla="*/ 2147483646 w 361"/>
              <a:gd name="T27" fmla="*/ 2147483646 h 248"/>
              <a:gd name="T28" fmla="*/ 2147483646 w 361"/>
              <a:gd name="T29" fmla="*/ 2147483646 h 248"/>
              <a:gd name="T30" fmla="*/ 2147483646 w 361"/>
              <a:gd name="T31" fmla="*/ 2147483646 h 248"/>
              <a:gd name="T32" fmla="*/ 2147483646 w 361"/>
              <a:gd name="T33" fmla="*/ 2147483646 h 248"/>
              <a:gd name="T34" fmla="*/ 2147483646 w 361"/>
              <a:gd name="T35" fmla="*/ 2147483646 h 248"/>
              <a:gd name="T36" fmla="*/ 2147483646 w 361"/>
              <a:gd name="T37" fmla="*/ 2147483646 h 248"/>
              <a:gd name="T38" fmla="*/ 2147483646 w 361"/>
              <a:gd name="T39" fmla="*/ 2147483646 h 248"/>
              <a:gd name="T40" fmla="*/ 2147483646 w 361"/>
              <a:gd name="T41" fmla="*/ 2147483646 h 248"/>
              <a:gd name="T42" fmla="*/ 2147483646 w 361"/>
              <a:gd name="T43" fmla="*/ 2147483646 h 248"/>
              <a:gd name="T44" fmla="*/ 2147483646 w 361"/>
              <a:gd name="T45" fmla="*/ 0 h 248"/>
              <a:gd name="T46" fmla="*/ 2147483646 w 361"/>
              <a:gd name="T47" fmla="*/ 2147483646 h 248"/>
              <a:gd name="T48" fmla="*/ 2147483646 w 361"/>
              <a:gd name="T49" fmla="*/ 2147483646 h 248"/>
              <a:gd name="T50" fmla="*/ 2147483646 w 361"/>
              <a:gd name="T51" fmla="*/ 2147483646 h 248"/>
              <a:gd name="T52" fmla="*/ 2147483646 w 361"/>
              <a:gd name="T53" fmla="*/ 2147483646 h 248"/>
              <a:gd name="T54" fmla="*/ 2147483646 w 361"/>
              <a:gd name="T55" fmla="*/ 2147483646 h 248"/>
              <a:gd name="T56" fmla="*/ 2147483646 w 361"/>
              <a:gd name="T57" fmla="*/ 0 h 248"/>
              <a:gd name="T58" fmla="*/ 0 w 361"/>
              <a:gd name="T59" fmla="*/ 2147483646 h 24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61" h="248">
                <a:moveTo>
                  <a:pt x="0" y="28"/>
                </a:moveTo>
                <a:lnTo>
                  <a:pt x="0" y="28"/>
                </a:lnTo>
                <a:cubicBezTo>
                  <a:pt x="0" y="219"/>
                  <a:pt x="0" y="219"/>
                  <a:pt x="0" y="219"/>
                </a:cubicBezTo>
                <a:cubicBezTo>
                  <a:pt x="0" y="233"/>
                  <a:pt x="14" y="247"/>
                  <a:pt x="28" y="247"/>
                </a:cubicBezTo>
                <a:cubicBezTo>
                  <a:pt x="35" y="247"/>
                  <a:pt x="42" y="247"/>
                  <a:pt x="42" y="240"/>
                </a:cubicBezTo>
                <a:cubicBezTo>
                  <a:pt x="148" y="176"/>
                  <a:pt x="148" y="176"/>
                  <a:pt x="148" y="176"/>
                </a:cubicBezTo>
                <a:cubicBezTo>
                  <a:pt x="148" y="219"/>
                  <a:pt x="148" y="219"/>
                  <a:pt x="148" y="219"/>
                </a:cubicBezTo>
                <a:cubicBezTo>
                  <a:pt x="148" y="233"/>
                  <a:pt x="162" y="247"/>
                  <a:pt x="176" y="247"/>
                </a:cubicBezTo>
                <a:cubicBezTo>
                  <a:pt x="183" y="247"/>
                  <a:pt x="191" y="247"/>
                  <a:pt x="191" y="240"/>
                </a:cubicBezTo>
                <a:cubicBezTo>
                  <a:pt x="346" y="148"/>
                  <a:pt x="346" y="148"/>
                  <a:pt x="346" y="148"/>
                </a:cubicBezTo>
                <a:cubicBezTo>
                  <a:pt x="353" y="141"/>
                  <a:pt x="360" y="134"/>
                  <a:pt x="360" y="127"/>
                </a:cubicBezTo>
                <a:cubicBezTo>
                  <a:pt x="360" y="113"/>
                  <a:pt x="353" y="106"/>
                  <a:pt x="346" y="99"/>
                </a:cubicBezTo>
                <a:cubicBezTo>
                  <a:pt x="191" y="7"/>
                  <a:pt x="191" y="7"/>
                  <a:pt x="191" y="7"/>
                </a:cubicBezTo>
                <a:cubicBezTo>
                  <a:pt x="191" y="7"/>
                  <a:pt x="183" y="0"/>
                  <a:pt x="176" y="0"/>
                </a:cubicBezTo>
                <a:cubicBezTo>
                  <a:pt x="162" y="0"/>
                  <a:pt x="148" y="14"/>
                  <a:pt x="148" y="28"/>
                </a:cubicBezTo>
                <a:cubicBezTo>
                  <a:pt x="148" y="70"/>
                  <a:pt x="148" y="70"/>
                  <a:pt x="148" y="70"/>
                </a:cubicBezTo>
                <a:cubicBezTo>
                  <a:pt x="42" y="7"/>
                  <a:pt x="42" y="7"/>
                  <a:pt x="42" y="7"/>
                </a:cubicBezTo>
                <a:cubicBezTo>
                  <a:pt x="42" y="7"/>
                  <a:pt x="35" y="0"/>
                  <a:pt x="28" y="0"/>
                </a:cubicBezTo>
                <a:cubicBezTo>
                  <a:pt x="14" y="0"/>
                  <a:pt x="0" y="14"/>
                  <a:pt x="0" y="28"/>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7" name="Freeform 68">
            <a:extLst>
              <a:ext uri="{FF2B5EF4-FFF2-40B4-BE49-F238E27FC236}">
                <a16:creationId xmlns:a16="http://schemas.microsoft.com/office/drawing/2014/main" id="{59A311C4-6A36-EEAA-7D57-D2B22ACC02D4}"/>
              </a:ext>
            </a:extLst>
          </p:cNvPr>
          <p:cNvSpPr>
            <a:spLocks noChangeArrowheads="1"/>
          </p:cNvSpPr>
          <p:nvPr/>
        </p:nvSpPr>
        <p:spPr bwMode="auto">
          <a:xfrm>
            <a:off x="4492543" y="5691539"/>
            <a:ext cx="320967" cy="224677"/>
          </a:xfrm>
          <a:custGeom>
            <a:avLst/>
            <a:gdLst>
              <a:gd name="T0" fmla="*/ 2147483646 w 354"/>
              <a:gd name="T1" fmla="*/ 2147483646 h 248"/>
              <a:gd name="T2" fmla="*/ 2147483646 w 354"/>
              <a:gd name="T3" fmla="*/ 2147483646 h 248"/>
              <a:gd name="T4" fmla="*/ 2147483646 w 354"/>
              <a:gd name="T5" fmla="*/ 2147483646 h 248"/>
              <a:gd name="T6" fmla="*/ 2147483646 w 354"/>
              <a:gd name="T7" fmla="*/ 2147483646 h 248"/>
              <a:gd name="T8" fmla="*/ 2147483646 w 354"/>
              <a:gd name="T9" fmla="*/ 2147483646 h 248"/>
              <a:gd name="T10" fmla="*/ 2147483646 w 354"/>
              <a:gd name="T11" fmla="*/ 2147483646 h 248"/>
              <a:gd name="T12" fmla="*/ 2147483646 w 354"/>
              <a:gd name="T13" fmla="*/ 2147483646 h 248"/>
              <a:gd name="T14" fmla="*/ 2147483646 w 354"/>
              <a:gd name="T15" fmla="*/ 2147483646 h 248"/>
              <a:gd name="T16" fmla="*/ 2147483646 w 354"/>
              <a:gd name="T17" fmla="*/ 2147483646 h 248"/>
              <a:gd name="T18" fmla="*/ 2147483646 w 354"/>
              <a:gd name="T19" fmla="*/ 2147483646 h 248"/>
              <a:gd name="T20" fmla="*/ 2147483646 w 354"/>
              <a:gd name="T21" fmla="*/ 2147483646 h 248"/>
              <a:gd name="T22" fmla="*/ 2147483646 w 354"/>
              <a:gd name="T23" fmla="*/ 2147483646 h 248"/>
              <a:gd name="T24" fmla="*/ 2147483646 w 354"/>
              <a:gd name="T25" fmla="*/ 2147483646 h 248"/>
              <a:gd name="T26" fmla="*/ 2147483646 w 354"/>
              <a:gd name="T27" fmla="*/ 2147483646 h 248"/>
              <a:gd name="T28" fmla="*/ 2147483646 w 354"/>
              <a:gd name="T29" fmla="*/ 2147483646 h 248"/>
              <a:gd name="T30" fmla="*/ 0 w 354"/>
              <a:gd name="T31" fmla="*/ 2147483646 h 248"/>
              <a:gd name="T32" fmla="*/ 2147483646 w 354"/>
              <a:gd name="T33" fmla="*/ 2147483646 h 248"/>
              <a:gd name="T34" fmla="*/ 2147483646 w 354"/>
              <a:gd name="T35" fmla="*/ 2147483646 h 248"/>
              <a:gd name="T36" fmla="*/ 2147483646 w 354"/>
              <a:gd name="T37" fmla="*/ 2147483646 h 248"/>
              <a:gd name="T38" fmla="*/ 2147483646 w 354"/>
              <a:gd name="T39" fmla="*/ 2147483646 h 248"/>
              <a:gd name="T40" fmla="*/ 2147483646 w 354"/>
              <a:gd name="T41" fmla="*/ 2147483646 h 248"/>
              <a:gd name="T42" fmla="*/ 2147483646 w 354"/>
              <a:gd name="T43" fmla="*/ 2147483646 h 248"/>
              <a:gd name="T44" fmla="*/ 2147483646 w 354"/>
              <a:gd name="T45" fmla="*/ 0 h 248"/>
              <a:gd name="T46" fmla="*/ 2147483646 w 354"/>
              <a:gd name="T47" fmla="*/ 2147483646 h 248"/>
              <a:gd name="T48" fmla="*/ 2147483646 w 354"/>
              <a:gd name="T49" fmla="*/ 2147483646 h 248"/>
              <a:gd name="T50" fmla="*/ 2147483646 w 354"/>
              <a:gd name="T51" fmla="*/ 2147483646 h 248"/>
              <a:gd name="T52" fmla="*/ 2147483646 w 354"/>
              <a:gd name="T53" fmla="*/ 2147483646 h 248"/>
              <a:gd name="T54" fmla="*/ 2147483646 w 354"/>
              <a:gd name="T55" fmla="*/ 2147483646 h 248"/>
              <a:gd name="T56" fmla="*/ 2147483646 w 354"/>
              <a:gd name="T57" fmla="*/ 0 h 248"/>
              <a:gd name="T58" fmla="*/ 2147483646 w 354"/>
              <a:gd name="T59" fmla="*/ 2147483646 h 24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54" h="248">
                <a:moveTo>
                  <a:pt x="353" y="28"/>
                </a:moveTo>
                <a:lnTo>
                  <a:pt x="353" y="28"/>
                </a:lnTo>
                <a:cubicBezTo>
                  <a:pt x="353" y="219"/>
                  <a:pt x="353" y="219"/>
                  <a:pt x="353" y="219"/>
                </a:cubicBezTo>
                <a:cubicBezTo>
                  <a:pt x="353" y="233"/>
                  <a:pt x="346" y="247"/>
                  <a:pt x="325" y="247"/>
                </a:cubicBezTo>
                <a:cubicBezTo>
                  <a:pt x="325" y="247"/>
                  <a:pt x="318" y="247"/>
                  <a:pt x="311" y="240"/>
                </a:cubicBezTo>
                <a:cubicBezTo>
                  <a:pt x="205" y="176"/>
                  <a:pt x="205" y="176"/>
                  <a:pt x="205" y="176"/>
                </a:cubicBezTo>
                <a:cubicBezTo>
                  <a:pt x="205" y="219"/>
                  <a:pt x="205" y="219"/>
                  <a:pt x="205" y="219"/>
                </a:cubicBezTo>
                <a:cubicBezTo>
                  <a:pt x="205" y="233"/>
                  <a:pt x="190" y="247"/>
                  <a:pt x="176" y="247"/>
                </a:cubicBezTo>
                <a:cubicBezTo>
                  <a:pt x="169" y="247"/>
                  <a:pt x="162" y="247"/>
                  <a:pt x="162" y="240"/>
                </a:cubicBezTo>
                <a:cubicBezTo>
                  <a:pt x="14" y="148"/>
                  <a:pt x="14" y="148"/>
                  <a:pt x="14" y="148"/>
                </a:cubicBezTo>
                <a:cubicBezTo>
                  <a:pt x="0" y="141"/>
                  <a:pt x="0" y="134"/>
                  <a:pt x="0" y="127"/>
                </a:cubicBezTo>
                <a:cubicBezTo>
                  <a:pt x="0" y="113"/>
                  <a:pt x="0" y="106"/>
                  <a:pt x="14" y="99"/>
                </a:cubicBezTo>
                <a:cubicBezTo>
                  <a:pt x="162" y="7"/>
                  <a:pt x="162" y="7"/>
                  <a:pt x="162" y="7"/>
                </a:cubicBezTo>
                <a:cubicBezTo>
                  <a:pt x="162" y="7"/>
                  <a:pt x="169" y="0"/>
                  <a:pt x="176" y="0"/>
                </a:cubicBezTo>
                <a:cubicBezTo>
                  <a:pt x="190" y="0"/>
                  <a:pt x="205" y="14"/>
                  <a:pt x="205" y="28"/>
                </a:cubicBezTo>
                <a:cubicBezTo>
                  <a:pt x="205" y="70"/>
                  <a:pt x="205" y="70"/>
                  <a:pt x="205" y="70"/>
                </a:cubicBezTo>
                <a:cubicBezTo>
                  <a:pt x="311" y="7"/>
                  <a:pt x="311" y="7"/>
                  <a:pt x="311" y="7"/>
                </a:cubicBezTo>
                <a:cubicBezTo>
                  <a:pt x="318" y="7"/>
                  <a:pt x="325" y="0"/>
                  <a:pt x="325" y="0"/>
                </a:cubicBezTo>
                <a:cubicBezTo>
                  <a:pt x="346" y="0"/>
                  <a:pt x="353" y="14"/>
                  <a:pt x="353" y="28"/>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8" name="Freeform 69">
            <a:extLst>
              <a:ext uri="{FF2B5EF4-FFF2-40B4-BE49-F238E27FC236}">
                <a16:creationId xmlns:a16="http://schemas.microsoft.com/office/drawing/2014/main" id="{60D3648D-EA6A-8DF9-649F-104CCCDABC0A}"/>
              </a:ext>
            </a:extLst>
          </p:cNvPr>
          <p:cNvSpPr>
            <a:spLocks noChangeArrowheads="1"/>
          </p:cNvSpPr>
          <p:nvPr/>
        </p:nvSpPr>
        <p:spPr bwMode="auto">
          <a:xfrm>
            <a:off x="3613895" y="5691539"/>
            <a:ext cx="156473" cy="224677"/>
          </a:xfrm>
          <a:custGeom>
            <a:avLst/>
            <a:gdLst>
              <a:gd name="T0" fmla="*/ 2147483646 w 171"/>
              <a:gd name="T1" fmla="*/ 2147483646 h 248"/>
              <a:gd name="T2" fmla="*/ 2147483646 w 171"/>
              <a:gd name="T3" fmla="*/ 2147483646 h 248"/>
              <a:gd name="T4" fmla="*/ 2147483646 w 171"/>
              <a:gd name="T5" fmla="*/ 2147483646 h 248"/>
              <a:gd name="T6" fmla="*/ 2147483646 w 171"/>
              <a:gd name="T7" fmla="*/ 2147483646 h 248"/>
              <a:gd name="T8" fmla="*/ 2147483646 w 171"/>
              <a:gd name="T9" fmla="*/ 0 h 248"/>
              <a:gd name="T10" fmla="*/ 2147483646 w 171"/>
              <a:gd name="T11" fmla="*/ 2147483646 h 248"/>
              <a:gd name="T12" fmla="*/ 2147483646 w 171"/>
              <a:gd name="T13" fmla="*/ 2147483646 h 248"/>
              <a:gd name="T14" fmla="*/ 2147483646 w 171"/>
              <a:gd name="T15" fmla="*/ 2147483646 h 248"/>
              <a:gd name="T16" fmla="*/ 2147483646 w 171"/>
              <a:gd name="T17" fmla="*/ 2147483646 h 248"/>
              <a:gd name="T18" fmla="*/ 2147483646 w 171"/>
              <a:gd name="T19" fmla="*/ 2147483646 h 248"/>
              <a:gd name="T20" fmla="*/ 0 w 171"/>
              <a:gd name="T21" fmla="*/ 2147483646 h 248"/>
              <a:gd name="T22" fmla="*/ 0 w 171"/>
              <a:gd name="T23" fmla="*/ 2147483646 h 248"/>
              <a:gd name="T24" fmla="*/ 2147483646 w 171"/>
              <a:gd name="T25" fmla="*/ 0 h 248"/>
              <a:gd name="T26" fmla="*/ 2147483646 w 171"/>
              <a:gd name="T27" fmla="*/ 2147483646 h 248"/>
              <a:gd name="T28" fmla="*/ 2147483646 w 171"/>
              <a:gd name="T29" fmla="*/ 2147483646 h 248"/>
              <a:gd name="T30" fmla="*/ 2147483646 w 171"/>
              <a:gd name="T31" fmla="*/ 2147483646 h 2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1" h="248">
                <a:moveTo>
                  <a:pt x="142" y="247"/>
                </a:moveTo>
                <a:lnTo>
                  <a:pt x="142" y="247"/>
                </a:lnTo>
                <a:cubicBezTo>
                  <a:pt x="121" y="247"/>
                  <a:pt x="114" y="233"/>
                  <a:pt x="114" y="219"/>
                </a:cubicBezTo>
                <a:cubicBezTo>
                  <a:pt x="114" y="28"/>
                  <a:pt x="114" y="28"/>
                  <a:pt x="114" y="28"/>
                </a:cubicBezTo>
                <a:cubicBezTo>
                  <a:pt x="114" y="14"/>
                  <a:pt x="121" y="0"/>
                  <a:pt x="142" y="0"/>
                </a:cubicBezTo>
                <a:cubicBezTo>
                  <a:pt x="156" y="0"/>
                  <a:pt x="170" y="14"/>
                  <a:pt x="170" y="28"/>
                </a:cubicBezTo>
                <a:cubicBezTo>
                  <a:pt x="170" y="219"/>
                  <a:pt x="170" y="219"/>
                  <a:pt x="170" y="219"/>
                </a:cubicBezTo>
                <a:cubicBezTo>
                  <a:pt x="170" y="233"/>
                  <a:pt x="156" y="247"/>
                  <a:pt x="142" y="247"/>
                </a:cubicBezTo>
                <a:close/>
                <a:moveTo>
                  <a:pt x="29" y="247"/>
                </a:moveTo>
                <a:lnTo>
                  <a:pt x="29" y="247"/>
                </a:lnTo>
                <a:cubicBezTo>
                  <a:pt x="7" y="247"/>
                  <a:pt x="0" y="233"/>
                  <a:pt x="0" y="219"/>
                </a:cubicBezTo>
                <a:cubicBezTo>
                  <a:pt x="0" y="28"/>
                  <a:pt x="0" y="28"/>
                  <a:pt x="0" y="28"/>
                </a:cubicBezTo>
                <a:cubicBezTo>
                  <a:pt x="0" y="14"/>
                  <a:pt x="7" y="0"/>
                  <a:pt x="29" y="0"/>
                </a:cubicBezTo>
                <a:cubicBezTo>
                  <a:pt x="43" y="0"/>
                  <a:pt x="57" y="14"/>
                  <a:pt x="57" y="28"/>
                </a:cubicBezTo>
                <a:cubicBezTo>
                  <a:pt x="57" y="219"/>
                  <a:pt x="57" y="219"/>
                  <a:pt x="57" y="219"/>
                </a:cubicBezTo>
                <a:cubicBezTo>
                  <a:pt x="57" y="233"/>
                  <a:pt x="43" y="247"/>
                  <a:pt x="29" y="24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09" name="Freeform 70">
            <a:extLst>
              <a:ext uri="{FF2B5EF4-FFF2-40B4-BE49-F238E27FC236}">
                <a16:creationId xmlns:a16="http://schemas.microsoft.com/office/drawing/2014/main" id="{1610C9AA-1CD4-2FD6-C911-B98807CE0AB0}"/>
              </a:ext>
            </a:extLst>
          </p:cNvPr>
          <p:cNvSpPr>
            <a:spLocks noChangeArrowheads="1"/>
          </p:cNvSpPr>
          <p:nvPr/>
        </p:nvSpPr>
        <p:spPr bwMode="auto">
          <a:xfrm>
            <a:off x="2614886" y="5687525"/>
            <a:ext cx="236712" cy="236714"/>
          </a:xfrm>
          <a:custGeom>
            <a:avLst/>
            <a:gdLst>
              <a:gd name="T0" fmla="*/ 2147483646 w 262"/>
              <a:gd name="T1" fmla="*/ 2147483646 h 262"/>
              <a:gd name="T2" fmla="*/ 2147483646 w 262"/>
              <a:gd name="T3" fmla="*/ 2147483646 h 262"/>
              <a:gd name="T4" fmla="*/ 2147483646 w 262"/>
              <a:gd name="T5" fmla="*/ 2147483646 h 262"/>
              <a:gd name="T6" fmla="*/ 0 w 262"/>
              <a:gd name="T7" fmla="*/ 2147483646 h 262"/>
              <a:gd name="T8" fmla="*/ 0 w 262"/>
              <a:gd name="T9" fmla="*/ 2147483646 h 262"/>
              <a:gd name="T10" fmla="*/ 2147483646 w 262"/>
              <a:gd name="T11" fmla="*/ 0 h 262"/>
              <a:gd name="T12" fmla="*/ 2147483646 w 262"/>
              <a:gd name="T13" fmla="*/ 0 h 262"/>
              <a:gd name="T14" fmla="*/ 2147483646 w 262"/>
              <a:gd name="T15" fmla="*/ 2147483646 h 262"/>
              <a:gd name="T16" fmla="*/ 2147483646 w 262"/>
              <a:gd name="T17" fmla="*/ 2147483646 h 262"/>
              <a:gd name="T18" fmla="*/ 2147483646 w 262"/>
              <a:gd name="T19" fmla="*/ 2147483646 h 2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62" h="262">
                <a:moveTo>
                  <a:pt x="233" y="261"/>
                </a:moveTo>
                <a:lnTo>
                  <a:pt x="233" y="261"/>
                </a:lnTo>
                <a:cubicBezTo>
                  <a:pt x="28" y="261"/>
                  <a:pt x="28" y="261"/>
                  <a:pt x="28" y="261"/>
                </a:cubicBezTo>
                <a:cubicBezTo>
                  <a:pt x="7" y="261"/>
                  <a:pt x="0" y="254"/>
                  <a:pt x="0" y="233"/>
                </a:cubicBezTo>
                <a:cubicBezTo>
                  <a:pt x="0" y="28"/>
                  <a:pt x="0" y="28"/>
                  <a:pt x="0" y="28"/>
                </a:cubicBezTo>
                <a:cubicBezTo>
                  <a:pt x="0" y="14"/>
                  <a:pt x="7" y="0"/>
                  <a:pt x="28" y="0"/>
                </a:cubicBezTo>
                <a:cubicBezTo>
                  <a:pt x="233" y="0"/>
                  <a:pt x="233" y="0"/>
                  <a:pt x="233" y="0"/>
                </a:cubicBezTo>
                <a:cubicBezTo>
                  <a:pt x="247" y="0"/>
                  <a:pt x="261" y="14"/>
                  <a:pt x="261" y="28"/>
                </a:cubicBezTo>
                <a:cubicBezTo>
                  <a:pt x="261" y="233"/>
                  <a:pt x="261" y="233"/>
                  <a:pt x="261" y="233"/>
                </a:cubicBezTo>
                <a:cubicBezTo>
                  <a:pt x="261" y="254"/>
                  <a:pt x="247" y="261"/>
                  <a:pt x="233" y="261"/>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0" name="Freeform 71">
            <a:extLst>
              <a:ext uri="{FF2B5EF4-FFF2-40B4-BE49-F238E27FC236}">
                <a16:creationId xmlns:a16="http://schemas.microsoft.com/office/drawing/2014/main" id="{7E5CF64F-EF2A-0FDA-3CB6-FB986FD10EC7}"/>
              </a:ext>
            </a:extLst>
          </p:cNvPr>
          <p:cNvSpPr>
            <a:spLocks noChangeArrowheads="1"/>
          </p:cNvSpPr>
          <p:nvPr/>
        </p:nvSpPr>
        <p:spPr bwMode="auto">
          <a:xfrm>
            <a:off x="1647971" y="5687525"/>
            <a:ext cx="244739" cy="236714"/>
          </a:xfrm>
          <a:custGeom>
            <a:avLst/>
            <a:gdLst>
              <a:gd name="T0" fmla="*/ 2147483646 w 269"/>
              <a:gd name="T1" fmla="*/ 0 h 262"/>
              <a:gd name="T2" fmla="*/ 2147483646 w 269"/>
              <a:gd name="T3" fmla="*/ 0 h 262"/>
              <a:gd name="T4" fmla="*/ 2147483646 w 269"/>
              <a:gd name="T5" fmla="*/ 2147483646 h 262"/>
              <a:gd name="T6" fmla="*/ 2147483646 w 269"/>
              <a:gd name="T7" fmla="*/ 2147483646 h 262"/>
              <a:gd name="T8" fmla="*/ 0 w 269"/>
              <a:gd name="T9" fmla="*/ 2147483646 h 262"/>
              <a:gd name="T10" fmla="*/ 2147483646 w 269"/>
              <a:gd name="T11" fmla="*/ 0 h 26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69" h="262">
                <a:moveTo>
                  <a:pt x="134" y="0"/>
                </a:moveTo>
                <a:lnTo>
                  <a:pt x="134" y="0"/>
                </a:lnTo>
                <a:cubicBezTo>
                  <a:pt x="205" y="0"/>
                  <a:pt x="268" y="56"/>
                  <a:pt x="268" y="134"/>
                </a:cubicBezTo>
                <a:cubicBezTo>
                  <a:pt x="268" y="204"/>
                  <a:pt x="205" y="261"/>
                  <a:pt x="134" y="261"/>
                </a:cubicBezTo>
                <a:cubicBezTo>
                  <a:pt x="63" y="261"/>
                  <a:pt x="0" y="204"/>
                  <a:pt x="0" y="134"/>
                </a:cubicBezTo>
                <a:cubicBezTo>
                  <a:pt x="0" y="56"/>
                  <a:pt x="63" y="0"/>
                  <a:pt x="134"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1" name="Freeform 72">
            <a:extLst>
              <a:ext uri="{FF2B5EF4-FFF2-40B4-BE49-F238E27FC236}">
                <a16:creationId xmlns:a16="http://schemas.microsoft.com/office/drawing/2014/main" id="{1489BEF4-7230-4B10-4AEC-BEF3B18DC7BB}"/>
              </a:ext>
            </a:extLst>
          </p:cNvPr>
          <p:cNvSpPr>
            <a:spLocks noChangeArrowheads="1"/>
          </p:cNvSpPr>
          <p:nvPr/>
        </p:nvSpPr>
        <p:spPr bwMode="auto">
          <a:xfrm>
            <a:off x="689083" y="5667466"/>
            <a:ext cx="236712" cy="276833"/>
          </a:xfrm>
          <a:custGeom>
            <a:avLst/>
            <a:gdLst>
              <a:gd name="T0" fmla="*/ 2147483646 w 262"/>
              <a:gd name="T1" fmla="*/ 2147483646 h 305"/>
              <a:gd name="T2" fmla="*/ 2147483646 w 262"/>
              <a:gd name="T3" fmla="*/ 2147483646 h 305"/>
              <a:gd name="T4" fmla="*/ 2147483646 w 262"/>
              <a:gd name="T5" fmla="*/ 2147483646 h 305"/>
              <a:gd name="T6" fmla="*/ 2147483646 w 262"/>
              <a:gd name="T7" fmla="*/ 2147483646 h 305"/>
              <a:gd name="T8" fmla="*/ 2147483646 w 262"/>
              <a:gd name="T9" fmla="*/ 2147483646 h 305"/>
              <a:gd name="T10" fmla="*/ 2147483646 w 262"/>
              <a:gd name="T11" fmla="*/ 2147483646 h 305"/>
              <a:gd name="T12" fmla="*/ 2147483646 w 262"/>
              <a:gd name="T13" fmla="*/ 2147483646 h 305"/>
              <a:gd name="T14" fmla="*/ 2147483646 w 262"/>
              <a:gd name="T15" fmla="*/ 2147483646 h 305"/>
              <a:gd name="T16" fmla="*/ 2147483646 w 262"/>
              <a:gd name="T17" fmla="*/ 2147483646 h 305"/>
              <a:gd name="T18" fmla="*/ 0 w 262"/>
              <a:gd name="T19" fmla="*/ 2147483646 h 305"/>
              <a:gd name="T20" fmla="*/ 0 w 262"/>
              <a:gd name="T21" fmla="*/ 2147483646 h 305"/>
              <a:gd name="T22" fmla="*/ 0 w 262"/>
              <a:gd name="T23" fmla="*/ 2147483646 h 305"/>
              <a:gd name="T24" fmla="*/ 0 w 262"/>
              <a:gd name="T25" fmla="*/ 2147483646 h 305"/>
              <a:gd name="T26" fmla="*/ 2147483646 w 262"/>
              <a:gd name="T27" fmla="*/ 0 h 305"/>
              <a:gd name="T28" fmla="*/ 2147483646 w 262"/>
              <a:gd name="T29" fmla="*/ 2147483646 h 305"/>
              <a:gd name="T30" fmla="*/ 2147483646 w 262"/>
              <a:gd name="T31" fmla="*/ 2147483646 h 305"/>
              <a:gd name="T32" fmla="*/ 2147483646 w 262"/>
              <a:gd name="T33" fmla="*/ 2147483646 h 305"/>
              <a:gd name="T34" fmla="*/ 2147483646 w 262"/>
              <a:gd name="T35" fmla="*/ 2147483646 h 305"/>
              <a:gd name="T36" fmla="*/ 2147483646 w 262"/>
              <a:gd name="T37" fmla="*/ 2147483646 h 305"/>
              <a:gd name="T38" fmla="*/ 2147483646 w 262"/>
              <a:gd name="T39" fmla="*/ 2147483646 h 305"/>
              <a:gd name="T40" fmla="*/ 2147483646 w 262"/>
              <a:gd name="T41" fmla="*/ 2147483646 h 30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2" h="305">
                <a:moveTo>
                  <a:pt x="261" y="156"/>
                </a:moveTo>
                <a:lnTo>
                  <a:pt x="261" y="156"/>
                </a:lnTo>
                <a:cubicBezTo>
                  <a:pt x="261" y="163"/>
                  <a:pt x="261" y="170"/>
                  <a:pt x="247" y="177"/>
                </a:cubicBezTo>
                <a:cubicBezTo>
                  <a:pt x="42" y="297"/>
                  <a:pt x="42" y="297"/>
                  <a:pt x="42" y="297"/>
                </a:cubicBezTo>
                <a:cubicBezTo>
                  <a:pt x="35" y="304"/>
                  <a:pt x="35" y="304"/>
                  <a:pt x="28" y="304"/>
                </a:cubicBezTo>
                <a:cubicBezTo>
                  <a:pt x="14" y="304"/>
                  <a:pt x="0" y="290"/>
                  <a:pt x="0" y="276"/>
                </a:cubicBezTo>
                <a:cubicBezTo>
                  <a:pt x="0" y="29"/>
                  <a:pt x="0" y="29"/>
                  <a:pt x="0" y="29"/>
                </a:cubicBezTo>
                <a:cubicBezTo>
                  <a:pt x="0" y="14"/>
                  <a:pt x="14" y="0"/>
                  <a:pt x="28" y="0"/>
                </a:cubicBezTo>
                <a:cubicBezTo>
                  <a:pt x="35" y="0"/>
                  <a:pt x="35" y="7"/>
                  <a:pt x="42" y="7"/>
                </a:cubicBezTo>
                <a:cubicBezTo>
                  <a:pt x="247" y="128"/>
                  <a:pt x="247" y="128"/>
                  <a:pt x="247" y="128"/>
                </a:cubicBezTo>
                <a:cubicBezTo>
                  <a:pt x="261" y="135"/>
                  <a:pt x="261" y="142"/>
                  <a:pt x="261" y="156"/>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2" name="Freeform 73">
            <a:extLst>
              <a:ext uri="{FF2B5EF4-FFF2-40B4-BE49-F238E27FC236}">
                <a16:creationId xmlns:a16="http://schemas.microsoft.com/office/drawing/2014/main" id="{57A35989-7711-EA74-89DD-D333F6FD65A6}"/>
              </a:ext>
            </a:extLst>
          </p:cNvPr>
          <p:cNvSpPr>
            <a:spLocks noChangeArrowheads="1"/>
          </p:cNvSpPr>
          <p:nvPr/>
        </p:nvSpPr>
        <p:spPr bwMode="auto">
          <a:xfrm>
            <a:off x="11100452" y="4576178"/>
            <a:ext cx="549657" cy="549655"/>
          </a:xfrm>
          <a:custGeom>
            <a:avLst/>
            <a:gdLst>
              <a:gd name="T0" fmla="*/ 2147483646 w 602"/>
              <a:gd name="T1" fmla="*/ 2147483646 h 602"/>
              <a:gd name="T2" fmla="*/ 2147483646 w 602"/>
              <a:gd name="T3" fmla="*/ 2147483646 h 602"/>
              <a:gd name="T4" fmla="*/ 2147483646 w 602"/>
              <a:gd name="T5" fmla="*/ 2147483646 h 602"/>
              <a:gd name="T6" fmla="*/ 0 w 602"/>
              <a:gd name="T7" fmla="*/ 2147483646 h 602"/>
              <a:gd name="T8" fmla="*/ 0 w 602"/>
              <a:gd name="T9" fmla="*/ 2147483646 h 602"/>
              <a:gd name="T10" fmla="*/ 2147483646 w 602"/>
              <a:gd name="T11" fmla="*/ 0 h 602"/>
              <a:gd name="T12" fmla="*/ 2147483646 w 602"/>
              <a:gd name="T13" fmla="*/ 0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2147483646 w 602"/>
              <a:gd name="T61" fmla="*/ 2147483646 h 602"/>
              <a:gd name="T62" fmla="*/ 2147483646 w 602"/>
              <a:gd name="T63" fmla="*/ 2147483646 h 602"/>
              <a:gd name="T64" fmla="*/ 2147483646 w 602"/>
              <a:gd name="T65" fmla="*/ 2147483646 h 602"/>
              <a:gd name="T66" fmla="*/ 2147483646 w 602"/>
              <a:gd name="T67" fmla="*/ 2147483646 h 602"/>
              <a:gd name="T68" fmla="*/ 2147483646 w 602"/>
              <a:gd name="T69" fmla="*/ 2147483646 h 602"/>
              <a:gd name="T70" fmla="*/ 2147483646 w 602"/>
              <a:gd name="T71" fmla="*/ 2147483646 h 602"/>
              <a:gd name="T72" fmla="*/ 2147483646 w 602"/>
              <a:gd name="T73" fmla="*/ 2147483646 h 602"/>
              <a:gd name="T74" fmla="*/ 2147483646 w 602"/>
              <a:gd name="T75" fmla="*/ 2147483646 h 602"/>
              <a:gd name="T76" fmla="*/ 2147483646 w 602"/>
              <a:gd name="T77" fmla="*/ 2147483646 h 602"/>
              <a:gd name="T78" fmla="*/ 2147483646 w 602"/>
              <a:gd name="T79" fmla="*/ 2147483646 h 602"/>
              <a:gd name="T80" fmla="*/ 2147483646 w 602"/>
              <a:gd name="T81" fmla="*/ 2147483646 h 602"/>
              <a:gd name="T82" fmla="*/ 2147483646 w 602"/>
              <a:gd name="T83" fmla="*/ 2147483646 h 602"/>
              <a:gd name="T84" fmla="*/ 2147483646 w 602"/>
              <a:gd name="T85" fmla="*/ 2147483646 h 602"/>
              <a:gd name="T86" fmla="*/ 2147483646 w 602"/>
              <a:gd name="T87" fmla="*/ 2147483646 h 602"/>
              <a:gd name="T88" fmla="*/ 2147483646 w 602"/>
              <a:gd name="T89" fmla="*/ 2147483646 h 602"/>
              <a:gd name="T90" fmla="*/ 2147483646 w 602"/>
              <a:gd name="T91" fmla="*/ 2147483646 h 6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02" h="602">
                <a:moveTo>
                  <a:pt x="573" y="601"/>
                </a:moveTo>
                <a:lnTo>
                  <a:pt x="573" y="601"/>
                </a:lnTo>
                <a:cubicBezTo>
                  <a:pt x="28" y="601"/>
                  <a:pt x="28" y="601"/>
                  <a:pt x="28" y="601"/>
                </a:cubicBezTo>
                <a:cubicBezTo>
                  <a:pt x="7" y="601"/>
                  <a:pt x="0" y="586"/>
                  <a:pt x="0" y="572"/>
                </a:cubicBezTo>
                <a:cubicBezTo>
                  <a:pt x="0" y="28"/>
                  <a:pt x="0" y="28"/>
                  <a:pt x="0" y="28"/>
                </a:cubicBezTo>
                <a:cubicBezTo>
                  <a:pt x="0" y="7"/>
                  <a:pt x="7" y="0"/>
                  <a:pt x="28" y="0"/>
                </a:cubicBezTo>
                <a:cubicBezTo>
                  <a:pt x="573" y="0"/>
                  <a:pt x="573" y="0"/>
                  <a:pt x="573" y="0"/>
                </a:cubicBezTo>
                <a:cubicBezTo>
                  <a:pt x="587" y="0"/>
                  <a:pt x="601" y="7"/>
                  <a:pt x="601" y="28"/>
                </a:cubicBezTo>
                <a:cubicBezTo>
                  <a:pt x="601" y="572"/>
                  <a:pt x="601" y="572"/>
                  <a:pt x="601" y="572"/>
                </a:cubicBezTo>
                <a:cubicBezTo>
                  <a:pt x="601" y="586"/>
                  <a:pt x="587" y="601"/>
                  <a:pt x="573" y="601"/>
                </a:cubicBezTo>
                <a:close/>
                <a:moveTo>
                  <a:pt x="544" y="56"/>
                </a:moveTo>
                <a:lnTo>
                  <a:pt x="544" y="56"/>
                </a:lnTo>
                <a:cubicBezTo>
                  <a:pt x="57" y="56"/>
                  <a:pt x="57" y="56"/>
                  <a:pt x="57" y="56"/>
                </a:cubicBezTo>
                <a:cubicBezTo>
                  <a:pt x="57" y="544"/>
                  <a:pt x="57" y="544"/>
                  <a:pt x="57" y="544"/>
                </a:cubicBezTo>
                <a:cubicBezTo>
                  <a:pt x="544" y="544"/>
                  <a:pt x="544" y="544"/>
                  <a:pt x="544" y="544"/>
                </a:cubicBezTo>
                <a:lnTo>
                  <a:pt x="544" y="56"/>
                </a:lnTo>
                <a:close/>
                <a:moveTo>
                  <a:pt x="113" y="403"/>
                </a:moveTo>
                <a:lnTo>
                  <a:pt x="113" y="403"/>
                </a:lnTo>
                <a:cubicBezTo>
                  <a:pt x="170" y="403"/>
                  <a:pt x="170" y="403"/>
                  <a:pt x="170" y="403"/>
                </a:cubicBezTo>
                <a:cubicBezTo>
                  <a:pt x="184" y="403"/>
                  <a:pt x="198" y="417"/>
                  <a:pt x="198" y="431"/>
                </a:cubicBezTo>
                <a:cubicBezTo>
                  <a:pt x="198" y="487"/>
                  <a:pt x="198" y="487"/>
                  <a:pt x="198" y="487"/>
                </a:cubicBezTo>
                <a:cubicBezTo>
                  <a:pt x="198" y="502"/>
                  <a:pt x="184" y="516"/>
                  <a:pt x="170" y="516"/>
                </a:cubicBezTo>
                <a:cubicBezTo>
                  <a:pt x="113" y="516"/>
                  <a:pt x="113" y="516"/>
                  <a:pt x="113" y="516"/>
                </a:cubicBezTo>
                <a:cubicBezTo>
                  <a:pt x="92" y="516"/>
                  <a:pt x="85" y="502"/>
                  <a:pt x="85" y="487"/>
                </a:cubicBezTo>
                <a:cubicBezTo>
                  <a:pt x="85" y="431"/>
                  <a:pt x="85" y="431"/>
                  <a:pt x="85" y="431"/>
                </a:cubicBezTo>
                <a:cubicBezTo>
                  <a:pt x="85" y="417"/>
                  <a:pt x="92" y="403"/>
                  <a:pt x="113" y="403"/>
                </a:cubicBezTo>
                <a:close/>
                <a:moveTo>
                  <a:pt x="269" y="148"/>
                </a:moveTo>
                <a:lnTo>
                  <a:pt x="269" y="148"/>
                </a:lnTo>
                <a:cubicBezTo>
                  <a:pt x="325" y="148"/>
                  <a:pt x="325" y="148"/>
                  <a:pt x="325" y="148"/>
                </a:cubicBezTo>
                <a:cubicBezTo>
                  <a:pt x="346" y="148"/>
                  <a:pt x="353" y="162"/>
                  <a:pt x="353" y="176"/>
                </a:cubicBezTo>
                <a:cubicBezTo>
                  <a:pt x="353" y="487"/>
                  <a:pt x="353" y="487"/>
                  <a:pt x="353" y="487"/>
                </a:cubicBezTo>
                <a:cubicBezTo>
                  <a:pt x="353" y="502"/>
                  <a:pt x="346" y="516"/>
                  <a:pt x="325" y="516"/>
                </a:cubicBezTo>
                <a:cubicBezTo>
                  <a:pt x="269" y="516"/>
                  <a:pt x="269" y="516"/>
                  <a:pt x="269" y="516"/>
                </a:cubicBezTo>
                <a:cubicBezTo>
                  <a:pt x="255" y="516"/>
                  <a:pt x="240" y="502"/>
                  <a:pt x="240" y="487"/>
                </a:cubicBezTo>
                <a:cubicBezTo>
                  <a:pt x="240" y="176"/>
                  <a:pt x="240" y="176"/>
                  <a:pt x="240" y="176"/>
                </a:cubicBezTo>
                <a:cubicBezTo>
                  <a:pt x="240" y="162"/>
                  <a:pt x="255" y="148"/>
                  <a:pt x="269" y="148"/>
                </a:cubicBezTo>
                <a:close/>
                <a:moveTo>
                  <a:pt x="431" y="261"/>
                </a:moveTo>
                <a:lnTo>
                  <a:pt x="431" y="261"/>
                </a:lnTo>
                <a:cubicBezTo>
                  <a:pt x="488" y="261"/>
                  <a:pt x="488" y="261"/>
                  <a:pt x="488" y="261"/>
                </a:cubicBezTo>
                <a:cubicBezTo>
                  <a:pt x="502" y="261"/>
                  <a:pt x="516" y="276"/>
                  <a:pt x="516" y="290"/>
                </a:cubicBezTo>
                <a:cubicBezTo>
                  <a:pt x="516" y="487"/>
                  <a:pt x="516" y="487"/>
                  <a:pt x="516" y="487"/>
                </a:cubicBezTo>
                <a:cubicBezTo>
                  <a:pt x="516" y="502"/>
                  <a:pt x="502" y="516"/>
                  <a:pt x="488" y="516"/>
                </a:cubicBezTo>
                <a:cubicBezTo>
                  <a:pt x="431" y="516"/>
                  <a:pt x="431" y="516"/>
                  <a:pt x="431" y="516"/>
                </a:cubicBezTo>
                <a:cubicBezTo>
                  <a:pt x="417" y="516"/>
                  <a:pt x="403" y="502"/>
                  <a:pt x="403" y="487"/>
                </a:cubicBezTo>
                <a:cubicBezTo>
                  <a:pt x="403" y="290"/>
                  <a:pt x="403" y="290"/>
                  <a:pt x="403" y="290"/>
                </a:cubicBezTo>
                <a:cubicBezTo>
                  <a:pt x="403" y="276"/>
                  <a:pt x="417" y="261"/>
                  <a:pt x="431" y="26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3" name="Freeform 74">
            <a:extLst>
              <a:ext uri="{FF2B5EF4-FFF2-40B4-BE49-F238E27FC236}">
                <a16:creationId xmlns:a16="http://schemas.microsoft.com/office/drawing/2014/main" id="{ECD776BC-E8E4-64E7-3A6A-D3647F9EB7D7}"/>
              </a:ext>
            </a:extLst>
          </p:cNvPr>
          <p:cNvSpPr>
            <a:spLocks noChangeArrowheads="1"/>
          </p:cNvSpPr>
          <p:nvPr/>
        </p:nvSpPr>
        <p:spPr bwMode="auto">
          <a:xfrm>
            <a:off x="10133540" y="4576178"/>
            <a:ext cx="553668" cy="549655"/>
          </a:xfrm>
          <a:custGeom>
            <a:avLst/>
            <a:gdLst>
              <a:gd name="T0" fmla="*/ 2147483646 w 609"/>
              <a:gd name="T1" fmla="*/ 2147483646 h 602"/>
              <a:gd name="T2" fmla="*/ 2147483646 w 609"/>
              <a:gd name="T3" fmla="*/ 2147483646 h 602"/>
              <a:gd name="T4" fmla="*/ 2147483646 w 609"/>
              <a:gd name="T5" fmla="*/ 2147483646 h 602"/>
              <a:gd name="T6" fmla="*/ 0 w 609"/>
              <a:gd name="T7" fmla="*/ 2147483646 h 602"/>
              <a:gd name="T8" fmla="*/ 0 w 609"/>
              <a:gd name="T9" fmla="*/ 2147483646 h 602"/>
              <a:gd name="T10" fmla="*/ 2147483646 w 609"/>
              <a:gd name="T11" fmla="*/ 0 h 602"/>
              <a:gd name="T12" fmla="*/ 2147483646 w 609"/>
              <a:gd name="T13" fmla="*/ 0 h 602"/>
              <a:gd name="T14" fmla="*/ 2147483646 w 609"/>
              <a:gd name="T15" fmla="*/ 2147483646 h 602"/>
              <a:gd name="T16" fmla="*/ 2147483646 w 609"/>
              <a:gd name="T17" fmla="*/ 2147483646 h 602"/>
              <a:gd name="T18" fmla="*/ 2147483646 w 609"/>
              <a:gd name="T19" fmla="*/ 2147483646 h 602"/>
              <a:gd name="T20" fmla="*/ 2147483646 w 609"/>
              <a:gd name="T21" fmla="*/ 2147483646 h 602"/>
              <a:gd name="T22" fmla="*/ 2147483646 w 609"/>
              <a:gd name="T23" fmla="*/ 2147483646 h 602"/>
              <a:gd name="T24" fmla="*/ 2147483646 w 609"/>
              <a:gd name="T25" fmla="*/ 2147483646 h 602"/>
              <a:gd name="T26" fmla="*/ 2147483646 w 609"/>
              <a:gd name="T27" fmla="*/ 2147483646 h 602"/>
              <a:gd name="T28" fmla="*/ 2147483646 w 609"/>
              <a:gd name="T29" fmla="*/ 2147483646 h 602"/>
              <a:gd name="T30" fmla="*/ 2147483646 w 609"/>
              <a:gd name="T31" fmla="*/ 2147483646 h 602"/>
              <a:gd name="T32" fmla="*/ 2147483646 w 609"/>
              <a:gd name="T33" fmla="*/ 2147483646 h 602"/>
              <a:gd name="T34" fmla="*/ 2147483646 w 609"/>
              <a:gd name="T35" fmla="*/ 2147483646 h 602"/>
              <a:gd name="T36" fmla="*/ 2147483646 w 609"/>
              <a:gd name="T37" fmla="*/ 2147483646 h 602"/>
              <a:gd name="T38" fmla="*/ 2147483646 w 609"/>
              <a:gd name="T39" fmla="*/ 2147483646 h 602"/>
              <a:gd name="T40" fmla="*/ 2147483646 w 609"/>
              <a:gd name="T41" fmla="*/ 2147483646 h 602"/>
              <a:gd name="T42" fmla="*/ 2147483646 w 609"/>
              <a:gd name="T43" fmla="*/ 2147483646 h 602"/>
              <a:gd name="T44" fmla="*/ 2147483646 w 609"/>
              <a:gd name="T45" fmla="*/ 2147483646 h 602"/>
              <a:gd name="T46" fmla="*/ 2147483646 w 609"/>
              <a:gd name="T47" fmla="*/ 2147483646 h 602"/>
              <a:gd name="T48" fmla="*/ 2147483646 w 609"/>
              <a:gd name="T49" fmla="*/ 2147483646 h 602"/>
              <a:gd name="T50" fmla="*/ 2147483646 w 609"/>
              <a:gd name="T51" fmla="*/ 2147483646 h 602"/>
              <a:gd name="T52" fmla="*/ 2147483646 w 609"/>
              <a:gd name="T53" fmla="*/ 2147483646 h 602"/>
              <a:gd name="T54" fmla="*/ 2147483646 w 609"/>
              <a:gd name="T55" fmla="*/ 2147483646 h 602"/>
              <a:gd name="T56" fmla="*/ 2147483646 w 609"/>
              <a:gd name="T57" fmla="*/ 2147483646 h 602"/>
              <a:gd name="T58" fmla="*/ 2147483646 w 609"/>
              <a:gd name="T59" fmla="*/ 2147483646 h 602"/>
              <a:gd name="T60" fmla="*/ 2147483646 w 609"/>
              <a:gd name="T61" fmla="*/ 2147483646 h 602"/>
              <a:gd name="T62" fmla="*/ 2147483646 w 609"/>
              <a:gd name="T63" fmla="*/ 2147483646 h 602"/>
              <a:gd name="T64" fmla="*/ 2147483646 w 609"/>
              <a:gd name="T65" fmla="*/ 2147483646 h 602"/>
              <a:gd name="T66" fmla="*/ 2147483646 w 609"/>
              <a:gd name="T67" fmla="*/ 2147483646 h 602"/>
              <a:gd name="T68" fmla="*/ 2147483646 w 609"/>
              <a:gd name="T69" fmla="*/ 2147483646 h 602"/>
              <a:gd name="T70" fmla="*/ 2147483646 w 609"/>
              <a:gd name="T71" fmla="*/ 2147483646 h 602"/>
              <a:gd name="T72" fmla="*/ 2147483646 w 609"/>
              <a:gd name="T73" fmla="*/ 2147483646 h 602"/>
              <a:gd name="T74" fmla="*/ 2147483646 w 609"/>
              <a:gd name="T75" fmla="*/ 2147483646 h 602"/>
              <a:gd name="T76" fmla="*/ 2147483646 w 609"/>
              <a:gd name="T77" fmla="*/ 2147483646 h 60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09" h="602">
                <a:moveTo>
                  <a:pt x="579" y="601"/>
                </a:moveTo>
                <a:lnTo>
                  <a:pt x="579" y="601"/>
                </a:lnTo>
                <a:cubicBezTo>
                  <a:pt x="28" y="601"/>
                  <a:pt x="28" y="601"/>
                  <a:pt x="28" y="601"/>
                </a:cubicBezTo>
                <a:cubicBezTo>
                  <a:pt x="14" y="601"/>
                  <a:pt x="0" y="586"/>
                  <a:pt x="0" y="572"/>
                </a:cubicBezTo>
                <a:cubicBezTo>
                  <a:pt x="0" y="28"/>
                  <a:pt x="0" y="28"/>
                  <a:pt x="0" y="28"/>
                </a:cubicBezTo>
                <a:cubicBezTo>
                  <a:pt x="0" y="7"/>
                  <a:pt x="14" y="0"/>
                  <a:pt x="28" y="0"/>
                </a:cubicBezTo>
                <a:cubicBezTo>
                  <a:pt x="579" y="0"/>
                  <a:pt x="579" y="0"/>
                  <a:pt x="579" y="0"/>
                </a:cubicBezTo>
                <a:cubicBezTo>
                  <a:pt x="594" y="0"/>
                  <a:pt x="608" y="7"/>
                  <a:pt x="608" y="28"/>
                </a:cubicBezTo>
                <a:cubicBezTo>
                  <a:pt x="608" y="572"/>
                  <a:pt x="608" y="572"/>
                  <a:pt x="608" y="572"/>
                </a:cubicBezTo>
                <a:cubicBezTo>
                  <a:pt x="608" y="586"/>
                  <a:pt x="594" y="601"/>
                  <a:pt x="579" y="601"/>
                </a:cubicBezTo>
                <a:close/>
                <a:moveTo>
                  <a:pt x="551" y="56"/>
                </a:moveTo>
                <a:lnTo>
                  <a:pt x="551" y="56"/>
                </a:lnTo>
                <a:cubicBezTo>
                  <a:pt x="56" y="56"/>
                  <a:pt x="56" y="56"/>
                  <a:pt x="56" y="56"/>
                </a:cubicBezTo>
                <a:cubicBezTo>
                  <a:pt x="56" y="544"/>
                  <a:pt x="56" y="544"/>
                  <a:pt x="56" y="544"/>
                </a:cubicBezTo>
                <a:cubicBezTo>
                  <a:pt x="551" y="544"/>
                  <a:pt x="551" y="544"/>
                  <a:pt x="551" y="544"/>
                </a:cubicBezTo>
                <a:lnTo>
                  <a:pt x="551" y="56"/>
                </a:lnTo>
                <a:close/>
                <a:moveTo>
                  <a:pt x="99" y="304"/>
                </a:moveTo>
                <a:lnTo>
                  <a:pt x="99" y="304"/>
                </a:lnTo>
                <a:cubicBezTo>
                  <a:pt x="177" y="254"/>
                  <a:pt x="177" y="254"/>
                  <a:pt x="177" y="254"/>
                </a:cubicBezTo>
                <a:cubicBezTo>
                  <a:pt x="184" y="254"/>
                  <a:pt x="184" y="254"/>
                  <a:pt x="191" y="254"/>
                </a:cubicBezTo>
                <a:cubicBezTo>
                  <a:pt x="198" y="254"/>
                  <a:pt x="205" y="254"/>
                  <a:pt x="205" y="254"/>
                </a:cubicBezTo>
                <a:cubicBezTo>
                  <a:pt x="332" y="339"/>
                  <a:pt x="332" y="339"/>
                  <a:pt x="332" y="339"/>
                </a:cubicBezTo>
                <a:cubicBezTo>
                  <a:pt x="473" y="240"/>
                  <a:pt x="473" y="240"/>
                  <a:pt x="473" y="240"/>
                </a:cubicBezTo>
                <a:cubicBezTo>
                  <a:pt x="480" y="233"/>
                  <a:pt x="488" y="233"/>
                  <a:pt x="495" y="233"/>
                </a:cubicBezTo>
                <a:cubicBezTo>
                  <a:pt x="509" y="233"/>
                  <a:pt x="523" y="247"/>
                  <a:pt x="523" y="261"/>
                </a:cubicBezTo>
                <a:cubicBezTo>
                  <a:pt x="523" y="268"/>
                  <a:pt x="516" y="283"/>
                  <a:pt x="509" y="283"/>
                </a:cubicBezTo>
                <a:cubicBezTo>
                  <a:pt x="346" y="396"/>
                  <a:pt x="346" y="396"/>
                  <a:pt x="346" y="396"/>
                </a:cubicBezTo>
                <a:cubicBezTo>
                  <a:pt x="346" y="403"/>
                  <a:pt x="339" y="403"/>
                  <a:pt x="332" y="403"/>
                </a:cubicBezTo>
                <a:cubicBezTo>
                  <a:pt x="325" y="403"/>
                  <a:pt x="318" y="403"/>
                  <a:pt x="318" y="396"/>
                </a:cubicBezTo>
                <a:cubicBezTo>
                  <a:pt x="191" y="311"/>
                  <a:pt x="191" y="311"/>
                  <a:pt x="191" y="311"/>
                </a:cubicBezTo>
                <a:cubicBezTo>
                  <a:pt x="134" y="353"/>
                  <a:pt x="134" y="353"/>
                  <a:pt x="134" y="353"/>
                </a:cubicBezTo>
                <a:cubicBezTo>
                  <a:pt x="127" y="353"/>
                  <a:pt x="120" y="353"/>
                  <a:pt x="113" y="353"/>
                </a:cubicBezTo>
                <a:cubicBezTo>
                  <a:pt x="99" y="353"/>
                  <a:pt x="85" y="346"/>
                  <a:pt x="85" y="325"/>
                </a:cubicBezTo>
                <a:cubicBezTo>
                  <a:pt x="85" y="318"/>
                  <a:pt x="92" y="311"/>
                  <a:pt x="99" y="30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4" name="Freeform 75">
            <a:extLst>
              <a:ext uri="{FF2B5EF4-FFF2-40B4-BE49-F238E27FC236}">
                <a16:creationId xmlns:a16="http://schemas.microsoft.com/office/drawing/2014/main" id="{C6F5E44B-CEFC-BF36-2105-76C58FA4ECA1}"/>
              </a:ext>
            </a:extLst>
          </p:cNvPr>
          <p:cNvSpPr>
            <a:spLocks noChangeArrowheads="1"/>
          </p:cNvSpPr>
          <p:nvPr/>
        </p:nvSpPr>
        <p:spPr bwMode="auto">
          <a:xfrm>
            <a:off x="9178663" y="4612286"/>
            <a:ext cx="549655" cy="465402"/>
          </a:xfrm>
          <a:custGeom>
            <a:avLst/>
            <a:gdLst>
              <a:gd name="T0" fmla="*/ 2147483646 w 602"/>
              <a:gd name="T1" fmla="*/ 2147483646 h 510"/>
              <a:gd name="T2" fmla="*/ 2147483646 w 602"/>
              <a:gd name="T3" fmla="*/ 2147483646 h 510"/>
              <a:gd name="T4" fmla="*/ 2147483646 w 602"/>
              <a:gd name="T5" fmla="*/ 2147483646 h 510"/>
              <a:gd name="T6" fmla="*/ 0 w 602"/>
              <a:gd name="T7" fmla="*/ 2147483646 h 510"/>
              <a:gd name="T8" fmla="*/ 0 w 602"/>
              <a:gd name="T9" fmla="*/ 2147483646 h 510"/>
              <a:gd name="T10" fmla="*/ 2147483646 w 602"/>
              <a:gd name="T11" fmla="*/ 0 h 510"/>
              <a:gd name="T12" fmla="*/ 2147483646 w 602"/>
              <a:gd name="T13" fmla="*/ 2147483646 h 510"/>
              <a:gd name="T14" fmla="*/ 2147483646 w 602"/>
              <a:gd name="T15" fmla="*/ 2147483646 h 510"/>
              <a:gd name="T16" fmla="*/ 2147483646 w 602"/>
              <a:gd name="T17" fmla="*/ 2147483646 h 510"/>
              <a:gd name="T18" fmla="*/ 2147483646 w 602"/>
              <a:gd name="T19" fmla="*/ 2147483646 h 510"/>
              <a:gd name="T20" fmla="*/ 2147483646 w 602"/>
              <a:gd name="T21" fmla="*/ 2147483646 h 510"/>
              <a:gd name="T22" fmla="*/ 2147483646 w 602"/>
              <a:gd name="T23" fmla="*/ 2147483646 h 510"/>
              <a:gd name="T24" fmla="*/ 2147483646 w 602"/>
              <a:gd name="T25" fmla="*/ 2147483646 h 510"/>
              <a:gd name="T26" fmla="*/ 2147483646 w 602"/>
              <a:gd name="T27" fmla="*/ 2147483646 h 510"/>
              <a:gd name="T28" fmla="*/ 2147483646 w 602"/>
              <a:gd name="T29" fmla="*/ 2147483646 h 510"/>
              <a:gd name="T30" fmla="*/ 2147483646 w 602"/>
              <a:gd name="T31" fmla="*/ 2147483646 h 510"/>
              <a:gd name="T32" fmla="*/ 2147483646 w 602"/>
              <a:gd name="T33" fmla="*/ 2147483646 h 510"/>
              <a:gd name="T34" fmla="*/ 2147483646 w 602"/>
              <a:gd name="T35" fmla="*/ 2147483646 h 510"/>
              <a:gd name="T36" fmla="*/ 2147483646 w 602"/>
              <a:gd name="T37" fmla="*/ 2147483646 h 510"/>
              <a:gd name="T38" fmla="*/ 2147483646 w 602"/>
              <a:gd name="T39" fmla="*/ 2147483646 h 510"/>
              <a:gd name="T40" fmla="*/ 2147483646 w 602"/>
              <a:gd name="T41" fmla="*/ 2147483646 h 510"/>
              <a:gd name="T42" fmla="*/ 2147483646 w 602"/>
              <a:gd name="T43" fmla="*/ 2147483646 h 510"/>
              <a:gd name="T44" fmla="*/ 2147483646 w 602"/>
              <a:gd name="T45" fmla="*/ 2147483646 h 510"/>
              <a:gd name="T46" fmla="*/ 2147483646 w 602"/>
              <a:gd name="T47" fmla="*/ 2147483646 h 510"/>
              <a:gd name="T48" fmla="*/ 2147483646 w 602"/>
              <a:gd name="T49" fmla="*/ 2147483646 h 510"/>
              <a:gd name="T50" fmla="*/ 2147483646 w 602"/>
              <a:gd name="T51" fmla="*/ 2147483646 h 510"/>
              <a:gd name="T52" fmla="*/ 2147483646 w 602"/>
              <a:gd name="T53" fmla="*/ 2147483646 h 510"/>
              <a:gd name="T54" fmla="*/ 2147483646 w 602"/>
              <a:gd name="T55" fmla="*/ 2147483646 h 510"/>
              <a:gd name="T56" fmla="*/ 2147483646 w 602"/>
              <a:gd name="T57" fmla="*/ 2147483646 h 510"/>
              <a:gd name="T58" fmla="*/ 2147483646 w 602"/>
              <a:gd name="T59" fmla="*/ 2147483646 h 510"/>
              <a:gd name="T60" fmla="*/ 2147483646 w 602"/>
              <a:gd name="T61" fmla="*/ 2147483646 h 510"/>
              <a:gd name="T62" fmla="*/ 2147483646 w 602"/>
              <a:gd name="T63" fmla="*/ 2147483646 h 510"/>
              <a:gd name="T64" fmla="*/ 2147483646 w 602"/>
              <a:gd name="T65" fmla="*/ 2147483646 h 510"/>
              <a:gd name="T66" fmla="*/ 2147483646 w 602"/>
              <a:gd name="T67" fmla="*/ 2147483646 h 510"/>
              <a:gd name="T68" fmla="*/ 2147483646 w 602"/>
              <a:gd name="T69" fmla="*/ 2147483646 h 510"/>
              <a:gd name="T70" fmla="*/ 2147483646 w 602"/>
              <a:gd name="T71" fmla="*/ 2147483646 h 510"/>
              <a:gd name="T72" fmla="*/ 2147483646 w 602"/>
              <a:gd name="T73" fmla="*/ 2147483646 h 510"/>
              <a:gd name="T74" fmla="*/ 2147483646 w 602"/>
              <a:gd name="T75" fmla="*/ 2147483646 h 510"/>
              <a:gd name="T76" fmla="*/ 2147483646 w 602"/>
              <a:gd name="T77" fmla="*/ 2147483646 h 510"/>
              <a:gd name="T78" fmla="*/ 2147483646 w 602"/>
              <a:gd name="T79" fmla="*/ 2147483646 h 510"/>
              <a:gd name="T80" fmla="*/ 2147483646 w 602"/>
              <a:gd name="T81" fmla="*/ 2147483646 h 510"/>
              <a:gd name="T82" fmla="*/ 2147483646 w 602"/>
              <a:gd name="T83" fmla="*/ 2147483646 h 510"/>
              <a:gd name="T84" fmla="*/ 2147483646 w 602"/>
              <a:gd name="T85" fmla="*/ 2147483646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5" name="Freeform 76">
            <a:extLst>
              <a:ext uri="{FF2B5EF4-FFF2-40B4-BE49-F238E27FC236}">
                <a16:creationId xmlns:a16="http://schemas.microsoft.com/office/drawing/2014/main" id="{E013D1BB-A376-ABBD-A9A9-EB58B2693655}"/>
              </a:ext>
            </a:extLst>
          </p:cNvPr>
          <p:cNvSpPr>
            <a:spLocks noChangeArrowheads="1"/>
          </p:cNvSpPr>
          <p:nvPr/>
        </p:nvSpPr>
        <p:spPr bwMode="auto">
          <a:xfrm>
            <a:off x="8219772" y="4612286"/>
            <a:ext cx="545644" cy="465402"/>
          </a:xfrm>
          <a:custGeom>
            <a:avLst/>
            <a:gdLst>
              <a:gd name="T0" fmla="*/ 2147483646 w 601"/>
              <a:gd name="T1" fmla="*/ 2147483646 h 510"/>
              <a:gd name="T2" fmla="*/ 2147483646 w 601"/>
              <a:gd name="T3" fmla="*/ 2147483646 h 510"/>
              <a:gd name="T4" fmla="*/ 2147483646 w 601"/>
              <a:gd name="T5" fmla="*/ 2147483646 h 510"/>
              <a:gd name="T6" fmla="*/ 2147483646 w 601"/>
              <a:gd name="T7" fmla="*/ 2147483646 h 510"/>
              <a:gd name="T8" fmla="*/ 2147483646 w 601"/>
              <a:gd name="T9" fmla="*/ 2147483646 h 510"/>
              <a:gd name="T10" fmla="*/ 2147483646 w 601"/>
              <a:gd name="T11" fmla="*/ 2147483646 h 510"/>
              <a:gd name="T12" fmla="*/ 2147483646 w 601"/>
              <a:gd name="T13" fmla="*/ 2147483646 h 510"/>
              <a:gd name="T14" fmla="*/ 2147483646 w 601"/>
              <a:gd name="T15" fmla="*/ 2147483646 h 510"/>
              <a:gd name="T16" fmla="*/ 2147483646 w 601"/>
              <a:gd name="T17" fmla="*/ 2147483646 h 510"/>
              <a:gd name="T18" fmla="*/ 2147483646 w 601"/>
              <a:gd name="T19" fmla="*/ 2147483646 h 510"/>
              <a:gd name="T20" fmla="*/ 2147483646 w 601"/>
              <a:gd name="T21" fmla="*/ 2147483646 h 510"/>
              <a:gd name="T22" fmla="*/ 2147483646 w 601"/>
              <a:gd name="T23" fmla="*/ 2147483646 h 510"/>
              <a:gd name="T24" fmla="*/ 2147483646 w 601"/>
              <a:gd name="T25" fmla="*/ 2147483646 h 510"/>
              <a:gd name="T26" fmla="*/ 2147483646 w 601"/>
              <a:gd name="T27" fmla="*/ 2147483646 h 510"/>
              <a:gd name="T28" fmla="*/ 2147483646 w 601"/>
              <a:gd name="T29" fmla="*/ 2147483646 h 510"/>
              <a:gd name="T30" fmla="*/ 2147483646 w 601"/>
              <a:gd name="T31" fmla="*/ 2147483646 h 510"/>
              <a:gd name="T32" fmla="*/ 2147483646 w 601"/>
              <a:gd name="T33" fmla="*/ 2147483646 h 510"/>
              <a:gd name="T34" fmla="*/ 2147483646 w 601"/>
              <a:gd name="T35" fmla="*/ 2147483646 h 510"/>
              <a:gd name="T36" fmla="*/ 0 w 601"/>
              <a:gd name="T37" fmla="*/ 2147483646 h 510"/>
              <a:gd name="T38" fmla="*/ 0 w 601"/>
              <a:gd name="T39" fmla="*/ 2147483646 h 510"/>
              <a:gd name="T40" fmla="*/ 2147483646 w 601"/>
              <a:gd name="T41" fmla="*/ 0 h 510"/>
              <a:gd name="T42" fmla="*/ 2147483646 w 601"/>
              <a:gd name="T43" fmla="*/ 2147483646 h 510"/>
              <a:gd name="T44" fmla="*/ 2147483646 w 601"/>
              <a:gd name="T45" fmla="*/ 2147483646 h 510"/>
              <a:gd name="T46" fmla="*/ 2147483646 w 601"/>
              <a:gd name="T47" fmla="*/ 2147483646 h 510"/>
              <a:gd name="T48" fmla="*/ 2147483646 w 601"/>
              <a:gd name="T49" fmla="*/ 2147483646 h 510"/>
              <a:gd name="T50" fmla="*/ 2147483646 w 601"/>
              <a:gd name="T51" fmla="*/ 2147483646 h 510"/>
              <a:gd name="T52" fmla="*/ 2147483646 w 601"/>
              <a:gd name="T53" fmla="*/ 2147483646 h 510"/>
              <a:gd name="T54" fmla="*/ 2147483646 w 601"/>
              <a:gd name="T55" fmla="*/ 2147483646 h 510"/>
              <a:gd name="T56" fmla="*/ 2147483646 w 601"/>
              <a:gd name="T57" fmla="*/ 2147483646 h 510"/>
              <a:gd name="T58" fmla="*/ 2147483646 w 601"/>
              <a:gd name="T59" fmla="*/ 2147483646 h 510"/>
              <a:gd name="T60" fmla="*/ 2147483646 w 601"/>
              <a:gd name="T61" fmla="*/ 2147483646 h 510"/>
              <a:gd name="T62" fmla="*/ 2147483646 w 601"/>
              <a:gd name="T63" fmla="*/ 2147483646 h 510"/>
              <a:gd name="T64" fmla="*/ 2147483646 w 601"/>
              <a:gd name="T65" fmla="*/ 2147483646 h 510"/>
              <a:gd name="T66" fmla="*/ 2147483646 w 601"/>
              <a:gd name="T67" fmla="*/ 2147483646 h 510"/>
              <a:gd name="T68" fmla="*/ 2147483646 w 601"/>
              <a:gd name="T69" fmla="*/ 2147483646 h 510"/>
              <a:gd name="T70" fmla="*/ 2147483646 w 601"/>
              <a:gd name="T71" fmla="*/ 2147483646 h 51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1" h="510">
                <a:moveTo>
                  <a:pt x="586" y="177"/>
                </a:moveTo>
                <a:lnTo>
                  <a:pt x="586" y="177"/>
                </a:lnTo>
                <a:cubicBezTo>
                  <a:pt x="346" y="347"/>
                  <a:pt x="346" y="347"/>
                  <a:pt x="346" y="347"/>
                </a:cubicBezTo>
                <a:cubicBezTo>
                  <a:pt x="339" y="347"/>
                  <a:pt x="332" y="354"/>
                  <a:pt x="325" y="354"/>
                </a:cubicBezTo>
                <a:cubicBezTo>
                  <a:pt x="325" y="354"/>
                  <a:pt x="318" y="347"/>
                  <a:pt x="311" y="347"/>
                </a:cubicBezTo>
                <a:cubicBezTo>
                  <a:pt x="183" y="262"/>
                  <a:pt x="183" y="262"/>
                  <a:pt x="183" y="262"/>
                </a:cubicBezTo>
                <a:cubicBezTo>
                  <a:pt x="56" y="339"/>
                  <a:pt x="56" y="339"/>
                  <a:pt x="56" y="339"/>
                </a:cubicBezTo>
                <a:cubicBezTo>
                  <a:pt x="56" y="452"/>
                  <a:pt x="56" y="452"/>
                  <a:pt x="56" y="452"/>
                </a:cubicBezTo>
                <a:cubicBezTo>
                  <a:pt x="572" y="452"/>
                  <a:pt x="572" y="452"/>
                  <a:pt x="572" y="452"/>
                </a:cubicBezTo>
                <a:cubicBezTo>
                  <a:pt x="586" y="452"/>
                  <a:pt x="600" y="467"/>
                  <a:pt x="600" y="481"/>
                </a:cubicBezTo>
                <a:cubicBezTo>
                  <a:pt x="600" y="502"/>
                  <a:pt x="586" y="509"/>
                  <a:pt x="572" y="509"/>
                </a:cubicBezTo>
                <a:cubicBezTo>
                  <a:pt x="28" y="509"/>
                  <a:pt x="28" y="509"/>
                  <a:pt x="28" y="509"/>
                </a:cubicBezTo>
                <a:cubicBezTo>
                  <a:pt x="7" y="509"/>
                  <a:pt x="0" y="502"/>
                  <a:pt x="0" y="481"/>
                </a:cubicBezTo>
                <a:cubicBezTo>
                  <a:pt x="0" y="28"/>
                  <a:pt x="0" y="28"/>
                  <a:pt x="0" y="28"/>
                </a:cubicBezTo>
                <a:cubicBezTo>
                  <a:pt x="0" y="14"/>
                  <a:pt x="7" y="0"/>
                  <a:pt x="28" y="0"/>
                </a:cubicBezTo>
                <a:cubicBezTo>
                  <a:pt x="42" y="0"/>
                  <a:pt x="56" y="14"/>
                  <a:pt x="56" y="28"/>
                </a:cubicBezTo>
                <a:cubicBezTo>
                  <a:pt x="56" y="276"/>
                  <a:pt x="56" y="276"/>
                  <a:pt x="56" y="276"/>
                </a:cubicBezTo>
                <a:cubicBezTo>
                  <a:pt x="169" y="205"/>
                  <a:pt x="169" y="205"/>
                  <a:pt x="169" y="205"/>
                </a:cubicBezTo>
                <a:cubicBezTo>
                  <a:pt x="176" y="205"/>
                  <a:pt x="183" y="198"/>
                  <a:pt x="183" y="198"/>
                </a:cubicBezTo>
                <a:cubicBezTo>
                  <a:pt x="191" y="198"/>
                  <a:pt x="198" y="205"/>
                  <a:pt x="205" y="205"/>
                </a:cubicBezTo>
                <a:cubicBezTo>
                  <a:pt x="325" y="290"/>
                  <a:pt x="325" y="290"/>
                  <a:pt x="325" y="290"/>
                </a:cubicBezTo>
                <a:cubicBezTo>
                  <a:pt x="558" y="127"/>
                  <a:pt x="558" y="127"/>
                  <a:pt x="558" y="127"/>
                </a:cubicBezTo>
                <a:cubicBezTo>
                  <a:pt x="558" y="127"/>
                  <a:pt x="565" y="127"/>
                  <a:pt x="572" y="127"/>
                </a:cubicBezTo>
                <a:cubicBezTo>
                  <a:pt x="586" y="127"/>
                  <a:pt x="600" y="134"/>
                  <a:pt x="600" y="156"/>
                </a:cubicBezTo>
                <a:cubicBezTo>
                  <a:pt x="600" y="163"/>
                  <a:pt x="593" y="170"/>
                  <a:pt x="586" y="177"/>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6" name="Freeform 77">
            <a:extLst>
              <a:ext uri="{FF2B5EF4-FFF2-40B4-BE49-F238E27FC236}">
                <a16:creationId xmlns:a16="http://schemas.microsoft.com/office/drawing/2014/main" id="{4EC56DAD-AA9B-421F-9F43-FD22CC83E09E}"/>
              </a:ext>
            </a:extLst>
          </p:cNvPr>
          <p:cNvSpPr>
            <a:spLocks noChangeArrowheads="1"/>
          </p:cNvSpPr>
          <p:nvPr/>
        </p:nvSpPr>
        <p:spPr bwMode="auto">
          <a:xfrm>
            <a:off x="7256871" y="4576178"/>
            <a:ext cx="553668" cy="549655"/>
          </a:xfrm>
          <a:custGeom>
            <a:avLst/>
            <a:gdLst>
              <a:gd name="T0" fmla="*/ 2147483646 w 608"/>
              <a:gd name="T1" fmla="*/ 2147483646 h 602"/>
              <a:gd name="T2" fmla="*/ 2147483646 w 608"/>
              <a:gd name="T3" fmla="*/ 2147483646 h 602"/>
              <a:gd name="T4" fmla="*/ 0 w 608"/>
              <a:gd name="T5" fmla="*/ 2147483646 h 602"/>
              <a:gd name="T6" fmla="*/ 2147483646 w 608"/>
              <a:gd name="T7" fmla="*/ 0 h 602"/>
              <a:gd name="T8" fmla="*/ 2147483646 w 608"/>
              <a:gd name="T9" fmla="*/ 2147483646 h 602"/>
              <a:gd name="T10" fmla="*/ 2147483646 w 608"/>
              <a:gd name="T11" fmla="*/ 2147483646 h 602"/>
              <a:gd name="T12" fmla="*/ 2147483646 w 608"/>
              <a:gd name="T13" fmla="*/ 2147483646 h 602"/>
              <a:gd name="T14" fmla="*/ 2147483646 w 608"/>
              <a:gd name="T15" fmla="*/ 2147483646 h 602"/>
              <a:gd name="T16" fmla="*/ 2147483646 w 608"/>
              <a:gd name="T17" fmla="*/ 2147483646 h 602"/>
              <a:gd name="T18" fmla="*/ 2147483646 w 608"/>
              <a:gd name="T19" fmla="*/ 2147483646 h 602"/>
              <a:gd name="T20" fmla="*/ 2147483646 w 608"/>
              <a:gd name="T21" fmla="*/ 2147483646 h 6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08" h="602">
                <a:moveTo>
                  <a:pt x="304" y="601"/>
                </a:moveTo>
                <a:lnTo>
                  <a:pt x="304" y="601"/>
                </a:lnTo>
                <a:cubicBezTo>
                  <a:pt x="134" y="601"/>
                  <a:pt x="0" y="466"/>
                  <a:pt x="0" y="297"/>
                </a:cubicBezTo>
                <a:cubicBezTo>
                  <a:pt x="0" y="134"/>
                  <a:pt x="134" y="0"/>
                  <a:pt x="304" y="0"/>
                </a:cubicBezTo>
                <a:cubicBezTo>
                  <a:pt x="473" y="0"/>
                  <a:pt x="607" y="134"/>
                  <a:pt x="607" y="297"/>
                </a:cubicBezTo>
                <a:cubicBezTo>
                  <a:pt x="607" y="466"/>
                  <a:pt x="473" y="601"/>
                  <a:pt x="304" y="601"/>
                </a:cubicBezTo>
                <a:close/>
                <a:moveTo>
                  <a:pt x="127" y="127"/>
                </a:moveTo>
                <a:lnTo>
                  <a:pt x="127" y="127"/>
                </a:lnTo>
                <a:cubicBezTo>
                  <a:pt x="304" y="297"/>
                  <a:pt x="304" y="297"/>
                  <a:pt x="304" y="297"/>
                </a:cubicBezTo>
                <a:cubicBezTo>
                  <a:pt x="304" y="56"/>
                  <a:pt x="304" y="56"/>
                  <a:pt x="304" y="56"/>
                </a:cubicBezTo>
                <a:cubicBezTo>
                  <a:pt x="233" y="56"/>
                  <a:pt x="176" y="85"/>
                  <a:pt x="127" y="12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7" name="Freeform 78">
            <a:extLst>
              <a:ext uri="{FF2B5EF4-FFF2-40B4-BE49-F238E27FC236}">
                <a16:creationId xmlns:a16="http://schemas.microsoft.com/office/drawing/2014/main" id="{00FD586C-2392-B989-E51E-564D734588F8}"/>
              </a:ext>
            </a:extLst>
          </p:cNvPr>
          <p:cNvSpPr>
            <a:spLocks noChangeArrowheads="1"/>
          </p:cNvSpPr>
          <p:nvPr/>
        </p:nvSpPr>
        <p:spPr bwMode="auto">
          <a:xfrm>
            <a:off x="6297983" y="4576178"/>
            <a:ext cx="545644" cy="549655"/>
          </a:xfrm>
          <a:custGeom>
            <a:avLst/>
            <a:gdLst>
              <a:gd name="T0" fmla="*/ 2147483646 w 601"/>
              <a:gd name="T1" fmla="*/ 2147483646 h 602"/>
              <a:gd name="T2" fmla="*/ 2147483646 w 601"/>
              <a:gd name="T3" fmla="*/ 2147483646 h 602"/>
              <a:gd name="T4" fmla="*/ 0 w 601"/>
              <a:gd name="T5" fmla="*/ 2147483646 h 602"/>
              <a:gd name="T6" fmla="*/ 2147483646 w 601"/>
              <a:gd name="T7" fmla="*/ 0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01" h="602">
                <a:moveTo>
                  <a:pt x="304" y="601"/>
                </a:moveTo>
                <a:lnTo>
                  <a:pt x="304" y="601"/>
                </a:lnTo>
                <a:cubicBezTo>
                  <a:pt x="134" y="601"/>
                  <a:pt x="0" y="466"/>
                  <a:pt x="0" y="297"/>
                </a:cubicBezTo>
                <a:cubicBezTo>
                  <a:pt x="0" y="134"/>
                  <a:pt x="134" y="0"/>
                  <a:pt x="304" y="0"/>
                </a:cubicBezTo>
                <a:cubicBezTo>
                  <a:pt x="466" y="0"/>
                  <a:pt x="600" y="134"/>
                  <a:pt x="600" y="297"/>
                </a:cubicBezTo>
                <a:cubicBezTo>
                  <a:pt x="600" y="466"/>
                  <a:pt x="466" y="601"/>
                  <a:pt x="304" y="601"/>
                </a:cubicBezTo>
                <a:close/>
                <a:moveTo>
                  <a:pt x="56" y="297"/>
                </a:moveTo>
                <a:lnTo>
                  <a:pt x="56" y="297"/>
                </a:lnTo>
                <a:cubicBezTo>
                  <a:pt x="304" y="297"/>
                  <a:pt x="304" y="297"/>
                  <a:pt x="304" y="297"/>
                </a:cubicBezTo>
                <a:cubicBezTo>
                  <a:pt x="304" y="56"/>
                  <a:pt x="304" y="56"/>
                  <a:pt x="304" y="56"/>
                </a:cubicBezTo>
                <a:cubicBezTo>
                  <a:pt x="169" y="56"/>
                  <a:pt x="56" y="162"/>
                  <a:pt x="56" y="2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8" name="Freeform 79">
            <a:extLst>
              <a:ext uri="{FF2B5EF4-FFF2-40B4-BE49-F238E27FC236}">
                <a16:creationId xmlns:a16="http://schemas.microsoft.com/office/drawing/2014/main" id="{52F459AB-F42C-C854-F07C-E7E41B07DF25}"/>
              </a:ext>
            </a:extLst>
          </p:cNvPr>
          <p:cNvSpPr>
            <a:spLocks noChangeArrowheads="1"/>
          </p:cNvSpPr>
          <p:nvPr/>
        </p:nvSpPr>
        <p:spPr bwMode="auto">
          <a:xfrm>
            <a:off x="5339093" y="4576178"/>
            <a:ext cx="545644" cy="549655"/>
          </a:xfrm>
          <a:custGeom>
            <a:avLst/>
            <a:gdLst>
              <a:gd name="T0" fmla="*/ 2147483646 w 601"/>
              <a:gd name="T1" fmla="*/ 2147483646 h 602"/>
              <a:gd name="T2" fmla="*/ 2147483646 w 601"/>
              <a:gd name="T3" fmla="*/ 2147483646 h 602"/>
              <a:gd name="T4" fmla="*/ 0 w 601"/>
              <a:gd name="T5" fmla="*/ 2147483646 h 602"/>
              <a:gd name="T6" fmla="*/ 2147483646 w 601"/>
              <a:gd name="T7" fmla="*/ 0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2147483646 w 601"/>
              <a:gd name="T23" fmla="*/ 2147483646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1" h="602">
                <a:moveTo>
                  <a:pt x="296" y="601"/>
                </a:moveTo>
                <a:lnTo>
                  <a:pt x="296" y="601"/>
                </a:lnTo>
                <a:cubicBezTo>
                  <a:pt x="134" y="601"/>
                  <a:pt x="0" y="466"/>
                  <a:pt x="0" y="297"/>
                </a:cubicBezTo>
                <a:cubicBezTo>
                  <a:pt x="0" y="134"/>
                  <a:pt x="134" y="0"/>
                  <a:pt x="296" y="0"/>
                </a:cubicBezTo>
                <a:cubicBezTo>
                  <a:pt x="466" y="0"/>
                  <a:pt x="600" y="134"/>
                  <a:pt x="600" y="297"/>
                </a:cubicBezTo>
                <a:cubicBezTo>
                  <a:pt x="600" y="466"/>
                  <a:pt x="466" y="601"/>
                  <a:pt x="296" y="601"/>
                </a:cubicBezTo>
                <a:close/>
                <a:moveTo>
                  <a:pt x="56" y="297"/>
                </a:moveTo>
                <a:lnTo>
                  <a:pt x="56" y="297"/>
                </a:lnTo>
                <a:cubicBezTo>
                  <a:pt x="56" y="367"/>
                  <a:pt x="84" y="431"/>
                  <a:pt x="127" y="473"/>
                </a:cubicBezTo>
                <a:cubicBezTo>
                  <a:pt x="296" y="297"/>
                  <a:pt x="296" y="297"/>
                  <a:pt x="296" y="297"/>
                </a:cubicBezTo>
                <a:cubicBezTo>
                  <a:pt x="296" y="56"/>
                  <a:pt x="296" y="56"/>
                  <a:pt x="296" y="56"/>
                </a:cubicBezTo>
                <a:cubicBezTo>
                  <a:pt x="162" y="56"/>
                  <a:pt x="56" y="162"/>
                  <a:pt x="56" y="2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19" name="Freeform 80">
            <a:extLst>
              <a:ext uri="{FF2B5EF4-FFF2-40B4-BE49-F238E27FC236}">
                <a16:creationId xmlns:a16="http://schemas.microsoft.com/office/drawing/2014/main" id="{1BEFEC05-B593-02B4-CCA4-363E42334361}"/>
              </a:ext>
            </a:extLst>
          </p:cNvPr>
          <p:cNvSpPr>
            <a:spLocks noChangeArrowheads="1"/>
          </p:cNvSpPr>
          <p:nvPr/>
        </p:nvSpPr>
        <p:spPr bwMode="auto">
          <a:xfrm>
            <a:off x="4376191" y="4576178"/>
            <a:ext cx="553668" cy="549655"/>
          </a:xfrm>
          <a:custGeom>
            <a:avLst/>
            <a:gdLst>
              <a:gd name="T0" fmla="*/ 2147483646 w 609"/>
              <a:gd name="T1" fmla="*/ 2147483646 h 602"/>
              <a:gd name="T2" fmla="*/ 2147483646 w 609"/>
              <a:gd name="T3" fmla="*/ 2147483646 h 602"/>
              <a:gd name="T4" fmla="*/ 0 w 609"/>
              <a:gd name="T5" fmla="*/ 2147483646 h 602"/>
              <a:gd name="T6" fmla="*/ 2147483646 w 609"/>
              <a:gd name="T7" fmla="*/ 0 h 602"/>
              <a:gd name="T8" fmla="*/ 2147483646 w 609"/>
              <a:gd name="T9" fmla="*/ 2147483646 h 602"/>
              <a:gd name="T10" fmla="*/ 2147483646 w 609"/>
              <a:gd name="T11" fmla="*/ 2147483646 h 602"/>
              <a:gd name="T12" fmla="*/ 2147483646 w 609"/>
              <a:gd name="T13" fmla="*/ 2147483646 h 602"/>
              <a:gd name="T14" fmla="*/ 2147483646 w 609"/>
              <a:gd name="T15" fmla="*/ 2147483646 h 602"/>
              <a:gd name="T16" fmla="*/ 2147483646 w 609"/>
              <a:gd name="T17" fmla="*/ 2147483646 h 602"/>
              <a:gd name="T18" fmla="*/ 2147483646 w 609"/>
              <a:gd name="T19" fmla="*/ 2147483646 h 602"/>
              <a:gd name="T20" fmla="*/ 2147483646 w 609"/>
              <a:gd name="T21" fmla="*/ 2147483646 h 60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09" h="602">
                <a:moveTo>
                  <a:pt x="304" y="601"/>
                </a:moveTo>
                <a:lnTo>
                  <a:pt x="304" y="601"/>
                </a:lnTo>
                <a:cubicBezTo>
                  <a:pt x="135" y="601"/>
                  <a:pt x="0" y="466"/>
                  <a:pt x="0" y="297"/>
                </a:cubicBezTo>
                <a:cubicBezTo>
                  <a:pt x="0" y="134"/>
                  <a:pt x="135" y="0"/>
                  <a:pt x="304" y="0"/>
                </a:cubicBezTo>
                <a:cubicBezTo>
                  <a:pt x="474" y="0"/>
                  <a:pt x="608" y="134"/>
                  <a:pt x="608" y="297"/>
                </a:cubicBezTo>
                <a:cubicBezTo>
                  <a:pt x="608" y="466"/>
                  <a:pt x="474" y="601"/>
                  <a:pt x="304" y="601"/>
                </a:cubicBezTo>
                <a:close/>
                <a:moveTo>
                  <a:pt x="57" y="297"/>
                </a:moveTo>
                <a:lnTo>
                  <a:pt x="57" y="297"/>
                </a:lnTo>
                <a:cubicBezTo>
                  <a:pt x="57" y="431"/>
                  <a:pt x="170" y="544"/>
                  <a:pt x="304" y="544"/>
                </a:cubicBezTo>
                <a:cubicBezTo>
                  <a:pt x="304" y="56"/>
                  <a:pt x="304" y="56"/>
                  <a:pt x="304" y="56"/>
                </a:cubicBezTo>
                <a:cubicBezTo>
                  <a:pt x="170" y="56"/>
                  <a:pt x="57" y="162"/>
                  <a:pt x="57" y="2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0" name="Freeform 81">
            <a:extLst>
              <a:ext uri="{FF2B5EF4-FFF2-40B4-BE49-F238E27FC236}">
                <a16:creationId xmlns:a16="http://schemas.microsoft.com/office/drawing/2014/main" id="{46BEFD00-7BD3-E2D1-E64D-21A10B579E50}"/>
              </a:ext>
            </a:extLst>
          </p:cNvPr>
          <p:cNvSpPr>
            <a:spLocks noChangeArrowheads="1"/>
          </p:cNvSpPr>
          <p:nvPr/>
        </p:nvSpPr>
        <p:spPr bwMode="auto">
          <a:xfrm>
            <a:off x="3417304" y="4576178"/>
            <a:ext cx="549655" cy="549655"/>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02" h="602">
                <a:moveTo>
                  <a:pt x="304" y="601"/>
                </a:moveTo>
                <a:lnTo>
                  <a:pt x="304" y="601"/>
                </a:lnTo>
                <a:cubicBezTo>
                  <a:pt x="135" y="601"/>
                  <a:pt x="0" y="466"/>
                  <a:pt x="0" y="297"/>
                </a:cubicBezTo>
                <a:cubicBezTo>
                  <a:pt x="0" y="134"/>
                  <a:pt x="135" y="0"/>
                  <a:pt x="304" y="0"/>
                </a:cubicBezTo>
                <a:cubicBezTo>
                  <a:pt x="467" y="0"/>
                  <a:pt x="601" y="134"/>
                  <a:pt x="601" y="297"/>
                </a:cubicBezTo>
                <a:cubicBezTo>
                  <a:pt x="601" y="466"/>
                  <a:pt x="467" y="601"/>
                  <a:pt x="304" y="601"/>
                </a:cubicBezTo>
                <a:close/>
                <a:moveTo>
                  <a:pt x="57" y="297"/>
                </a:moveTo>
                <a:lnTo>
                  <a:pt x="57" y="297"/>
                </a:lnTo>
                <a:cubicBezTo>
                  <a:pt x="57" y="431"/>
                  <a:pt x="170" y="544"/>
                  <a:pt x="304" y="544"/>
                </a:cubicBezTo>
                <a:cubicBezTo>
                  <a:pt x="368" y="544"/>
                  <a:pt x="431" y="516"/>
                  <a:pt x="474" y="473"/>
                </a:cubicBezTo>
                <a:cubicBezTo>
                  <a:pt x="304" y="297"/>
                  <a:pt x="304" y="297"/>
                  <a:pt x="304" y="297"/>
                </a:cubicBezTo>
                <a:cubicBezTo>
                  <a:pt x="304" y="56"/>
                  <a:pt x="304" y="56"/>
                  <a:pt x="304" y="56"/>
                </a:cubicBezTo>
                <a:cubicBezTo>
                  <a:pt x="170" y="56"/>
                  <a:pt x="57" y="162"/>
                  <a:pt x="57" y="2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1" name="Freeform 82">
            <a:extLst>
              <a:ext uri="{FF2B5EF4-FFF2-40B4-BE49-F238E27FC236}">
                <a16:creationId xmlns:a16="http://schemas.microsoft.com/office/drawing/2014/main" id="{A1536313-111E-E022-E194-E880729935DB}"/>
              </a:ext>
            </a:extLst>
          </p:cNvPr>
          <p:cNvSpPr>
            <a:spLocks noChangeArrowheads="1"/>
          </p:cNvSpPr>
          <p:nvPr/>
        </p:nvSpPr>
        <p:spPr bwMode="auto">
          <a:xfrm>
            <a:off x="2458413" y="4576178"/>
            <a:ext cx="549657" cy="549655"/>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2" h="602">
                <a:moveTo>
                  <a:pt x="297" y="601"/>
                </a:moveTo>
                <a:lnTo>
                  <a:pt x="297" y="601"/>
                </a:lnTo>
                <a:cubicBezTo>
                  <a:pt x="135" y="601"/>
                  <a:pt x="0" y="466"/>
                  <a:pt x="0" y="297"/>
                </a:cubicBezTo>
                <a:cubicBezTo>
                  <a:pt x="0" y="134"/>
                  <a:pt x="135" y="0"/>
                  <a:pt x="297" y="0"/>
                </a:cubicBezTo>
                <a:cubicBezTo>
                  <a:pt x="467" y="0"/>
                  <a:pt x="601" y="134"/>
                  <a:pt x="601" y="297"/>
                </a:cubicBezTo>
                <a:cubicBezTo>
                  <a:pt x="601" y="466"/>
                  <a:pt x="467" y="601"/>
                  <a:pt x="297" y="601"/>
                </a:cubicBezTo>
                <a:close/>
                <a:moveTo>
                  <a:pt x="57" y="297"/>
                </a:moveTo>
                <a:lnTo>
                  <a:pt x="57" y="297"/>
                </a:lnTo>
                <a:cubicBezTo>
                  <a:pt x="57" y="431"/>
                  <a:pt x="163" y="544"/>
                  <a:pt x="297" y="544"/>
                </a:cubicBezTo>
                <a:cubicBezTo>
                  <a:pt x="431" y="544"/>
                  <a:pt x="544" y="431"/>
                  <a:pt x="544" y="297"/>
                </a:cubicBezTo>
                <a:cubicBezTo>
                  <a:pt x="297" y="297"/>
                  <a:pt x="297" y="297"/>
                  <a:pt x="297" y="297"/>
                </a:cubicBezTo>
                <a:cubicBezTo>
                  <a:pt x="297" y="56"/>
                  <a:pt x="297" y="56"/>
                  <a:pt x="297" y="56"/>
                </a:cubicBezTo>
                <a:cubicBezTo>
                  <a:pt x="163" y="56"/>
                  <a:pt x="57" y="162"/>
                  <a:pt x="57" y="2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2" name="Freeform 83">
            <a:extLst>
              <a:ext uri="{FF2B5EF4-FFF2-40B4-BE49-F238E27FC236}">
                <a16:creationId xmlns:a16="http://schemas.microsoft.com/office/drawing/2014/main" id="{C1431D89-67DB-A01B-E4A5-B7F1BD95CD44}"/>
              </a:ext>
            </a:extLst>
          </p:cNvPr>
          <p:cNvSpPr>
            <a:spLocks noChangeArrowheads="1"/>
          </p:cNvSpPr>
          <p:nvPr/>
        </p:nvSpPr>
        <p:spPr bwMode="auto">
          <a:xfrm>
            <a:off x="1507549" y="4576178"/>
            <a:ext cx="549655" cy="549655"/>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02" h="602">
                <a:moveTo>
                  <a:pt x="297" y="601"/>
                </a:moveTo>
                <a:lnTo>
                  <a:pt x="297" y="601"/>
                </a:lnTo>
                <a:cubicBezTo>
                  <a:pt x="135" y="601"/>
                  <a:pt x="0" y="466"/>
                  <a:pt x="0" y="297"/>
                </a:cubicBezTo>
                <a:cubicBezTo>
                  <a:pt x="0" y="134"/>
                  <a:pt x="135" y="0"/>
                  <a:pt x="297" y="0"/>
                </a:cubicBezTo>
                <a:cubicBezTo>
                  <a:pt x="467" y="0"/>
                  <a:pt x="601" y="134"/>
                  <a:pt x="601" y="297"/>
                </a:cubicBezTo>
                <a:cubicBezTo>
                  <a:pt x="601" y="466"/>
                  <a:pt x="467" y="601"/>
                  <a:pt x="297" y="601"/>
                </a:cubicBezTo>
                <a:close/>
                <a:moveTo>
                  <a:pt x="474" y="127"/>
                </a:moveTo>
                <a:lnTo>
                  <a:pt x="474" y="127"/>
                </a:lnTo>
                <a:cubicBezTo>
                  <a:pt x="297" y="297"/>
                  <a:pt x="297" y="297"/>
                  <a:pt x="297" y="297"/>
                </a:cubicBezTo>
                <a:cubicBezTo>
                  <a:pt x="297" y="56"/>
                  <a:pt x="297" y="56"/>
                  <a:pt x="297" y="56"/>
                </a:cubicBezTo>
                <a:cubicBezTo>
                  <a:pt x="163" y="56"/>
                  <a:pt x="57" y="162"/>
                  <a:pt x="57" y="297"/>
                </a:cubicBezTo>
                <a:cubicBezTo>
                  <a:pt x="57" y="431"/>
                  <a:pt x="163" y="544"/>
                  <a:pt x="297" y="544"/>
                </a:cubicBezTo>
                <a:cubicBezTo>
                  <a:pt x="431" y="544"/>
                  <a:pt x="544" y="431"/>
                  <a:pt x="544" y="297"/>
                </a:cubicBezTo>
                <a:cubicBezTo>
                  <a:pt x="544" y="233"/>
                  <a:pt x="516" y="169"/>
                  <a:pt x="474" y="12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3" name="Freeform 84">
            <a:extLst>
              <a:ext uri="{FF2B5EF4-FFF2-40B4-BE49-F238E27FC236}">
                <a16:creationId xmlns:a16="http://schemas.microsoft.com/office/drawing/2014/main" id="{38B32DF8-7CB4-A74B-A3A2-5D1B60036A36}"/>
              </a:ext>
            </a:extLst>
          </p:cNvPr>
          <p:cNvSpPr>
            <a:spLocks noChangeArrowheads="1"/>
          </p:cNvSpPr>
          <p:nvPr/>
        </p:nvSpPr>
        <p:spPr bwMode="auto">
          <a:xfrm>
            <a:off x="536624" y="4576178"/>
            <a:ext cx="549655" cy="549655"/>
          </a:xfrm>
          <a:custGeom>
            <a:avLst/>
            <a:gdLst>
              <a:gd name="T0" fmla="*/ 2147483646 w 602"/>
              <a:gd name="T1" fmla="*/ 2147483646 h 602"/>
              <a:gd name="T2" fmla="*/ 2147483646 w 602"/>
              <a:gd name="T3" fmla="*/ 2147483646 h 602"/>
              <a:gd name="T4" fmla="*/ 2147483646 w 602"/>
              <a:gd name="T5" fmla="*/ 0 h 602"/>
              <a:gd name="T6" fmla="*/ 2147483646 w 602"/>
              <a:gd name="T7" fmla="*/ 2147483646 h 602"/>
              <a:gd name="T8" fmla="*/ 2147483646 w 602"/>
              <a:gd name="T9" fmla="*/ 2147483646 h 602"/>
              <a:gd name="T10" fmla="*/ 2147483646 w 602"/>
              <a:gd name="T11" fmla="*/ 2147483646 h 602"/>
              <a:gd name="T12" fmla="*/ 2147483646 w 602"/>
              <a:gd name="T13" fmla="*/ 2147483646 h 602"/>
              <a:gd name="T14" fmla="*/ 0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4" name="Freeform 85">
            <a:extLst>
              <a:ext uri="{FF2B5EF4-FFF2-40B4-BE49-F238E27FC236}">
                <a16:creationId xmlns:a16="http://schemas.microsoft.com/office/drawing/2014/main" id="{2AC70966-28CD-E0FA-E544-E4F67B427843}"/>
              </a:ext>
            </a:extLst>
          </p:cNvPr>
          <p:cNvSpPr>
            <a:spLocks noChangeArrowheads="1"/>
          </p:cNvSpPr>
          <p:nvPr/>
        </p:nvSpPr>
        <p:spPr bwMode="auto">
          <a:xfrm>
            <a:off x="11124524" y="3609263"/>
            <a:ext cx="521572" cy="553668"/>
          </a:xfrm>
          <a:custGeom>
            <a:avLst/>
            <a:gdLst>
              <a:gd name="T0" fmla="*/ 2147483646 w 574"/>
              <a:gd name="T1" fmla="*/ 2147483646 h 609"/>
              <a:gd name="T2" fmla="*/ 2147483646 w 574"/>
              <a:gd name="T3" fmla="*/ 2147483646 h 609"/>
              <a:gd name="T4" fmla="*/ 2147483646 w 574"/>
              <a:gd name="T5" fmla="*/ 2147483646 h 609"/>
              <a:gd name="T6" fmla="*/ 2147483646 w 574"/>
              <a:gd name="T7" fmla="*/ 2147483646 h 609"/>
              <a:gd name="T8" fmla="*/ 2147483646 w 574"/>
              <a:gd name="T9" fmla="*/ 2147483646 h 609"/>
              <a:gd name="T10" fmla="*/ 0 w 574"/>
              <a:gd name="T11" fmla="*/ 2147483646 h 609"/>
              <a:gd name="T12" fmla="*/ 2147483646 w 574"/>
              <a:gd name="T13" fmla="*/ 2147483646 h 609"/>
              <a:gd name="T14" fmla="*/ 2147483646 w 574"/>
              <a:gd name="T15" fmla="*/ 2147483646 h 609"/>
              <a:gd name="T16" fmla="*/ 2147483646 w 574"/>
              <a:gd name="T17" fmla="*/ 2147483646 h 609"/>
              <a:gd name="T18" fmla="*/ 2147483646 w 574"/>
              <a:gd name="T19" fmla="*/ 2147483646 h 609"/>
              <a:gd name="T20" fmla="*/ 2147483646 w 574"/>
              <a:gd name="T21" fmla="*/ 2147483646 h 609"/>
              <a:gd name="T22" fmla="*/ 2147483646 w 574"/>
              <a:gd name="T23" fmla="*/ 2147483646 h 609"/>
              <a:gd name="T24" fmla="*/ 2147483646 w 574"/>
              <a:gd name="T25" fmla="*/ 2147483646 h 609"/>
              <a:gd name="T26" fmla="*/ 2147483646 w 574"/>
              <a:gd name="T27" fmla="*/ 2147483646 h 609"/>
              <a:gd name="T28" fmla="*/ 2147483646 w 574"/>
              <a:gd name="T29" fmla="*/ 2147483646 h 609"/>
              <a:gd name="T30" fmla="*/ 2147483646 w 574"/>
              <a:gd name="T31" fmla="*/ 2147483646 h 609"/>
              <a:gd name="T32" fmla="*/ 2147483646 w 574"/>
              <a:gd name="T33" fmla="*/ 2147483646 h 609"/>
              <a:gd name="T34" fmla="*/ 2147483646 w 574"/>
              <a:gd name="T35" fmla="*/ 2147483646 h 609"/>
              <a:gd name="T36" fmla="*/ 2147483646 w 574"/>
              <a:gd name="T37" fmla="*/ 2147483646 h 609"/>
              <a:gd name="T38" fmla="*/ 2147483646 w 574"/>
              <a:gd name="T39" fmla="*/ 2147483646 h 609"/>
              <a:gd name="T40" fmla="*/ 2147483646 w 574"/>
              <a:gd name="T41" fmla="*/ 2147483646 h 609"/>
              <a:gd name="T42" fmla="*/ 2147483646 w 574"/>
              <a:gd name="T43" fmla="*/ 2147483646 h 609"/>
              <a:gd name="T44" fmla="*/ 2147483646 w 574"/>
              <a:gd name="T45" fmla="*/ 2147483646 h 609"/>
              <a:gd name="T46" fmla="*/ 2147483646 w 574"/>
              <a:gd name="T47" fmla="*/ 2147483646 h 609"/>
              <a:gd name="T48" fmla="*/ 2147483646 w 574"/>
              <a:gd name="T49" fmla="*/ 2147483646 h 609"/>
              <a:gd name="T50" fmla="*/ 2147483646 w 574"/>
              <a:gd name="T51" fmla="*/ 2147483646 h 609"/>
              <a:gd name="T52" fmla="*/ 2147483646 w 574"/>
              <a:gd name="T53" fmla="*/ 2147483646 h 609"/>
              <a:gd name="T54" fmla="*/ 2147483646 w 574"/>
              <a:gd name="T55" fmla="*/ 2147483646 h 609"/>
              <a:gd name="T56" fmla="*/ 2147483646 w 574"/>
              <a:gd name="T57" fmla="*/ 2147483646 h 609"/>
              <a:gd name="T58" fmla="*/ 2147483646 w 574"/>
              <a:gd name="T59" fmla="*/ 2147483646 h 609"/>
              <a:gd name="T60" fmla="*/ 2147483646 w 574"/>
              <a:gd name="T61" fmla="*/ 2147483646 h 609"/>
              <a:gd name="T62" fmla="*/ 2147483646 w 574"/>
              <a:gd name="T63" fmla="*/ 0 h 609"/>
              <a:gd name="T64" fmla="*/ 2147483646 w 574"/>
              <a:gd name="T65" fmla="*/ 2147483646 h 609"/>
              <a:gd name="T66" fmla="*/ 2147483646 w 574"/>
              <a:gd name="T67" fmla="*/ 2147483646 h 609"/>
              <a:gd name="T68" fmla="*/ 2147483646 w 574"/>
              <a:gd name="T69" fmla="*/ 2147483646 h 609"/>
              <a:gd name="T70" fmla="*/ 2147483646 w 574"/>
              <a:gd name="T71" fmla="*/ 2147483646 h 609"/>
              <a:gd name="T72" fmla="*/ 2147483646 w 574"/>
              <a:gd name="T73" fmla="*/ 2147483646 h 60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574" h="609">
                <a:moveTo>
                  <a:pt x="573" y="304"/>
                </a:moveTo>
                <a:lnTo>
                  <a:pt x="573" y="304"/>
                </a:lnTo>
                <a:close/>
                <a:moveTo>
                  <a:pt x="269" y="608"/>
                </a:moveTo>
                <a:lnTo>
                  <a:pt x="269" y="608"/>
                </a:lnTo>
                <a:cubicBezTo>
                  <a:pt x="120" y="608"/>
                  <a:pt x="0" y="481"/>
                  <a:pt x="0" y="333"/>
                </a:cubicBezTo>
                <a:cubicBezTo>
                  <a:pt x="0" y="220"/>
                  <a:pt x="71" y="121"/>
                  <a:pt x="170" y="78"/>
                </a:cubicBezTo>
                <a:lnTo>
                  <a:pt x="177" y="78"/>
                </a:lnTo>
                <a:cubicBezTo>
                  <a:pt x="191" y="78"/>
                  <a:pt x="205" y="93"/>
                  <a:pt x="205" y="107"/>
                </a:cubicBezTo>
                <a:cubicBezTo>
                  <a:pt x="205" y="121"/>
                  <a:pt x="198" y="128"/>
                  <a:pt x="184" y="135"/>
                </a:cubicBezTo>
                <a:cubicBezTo>
                  <a:pt x="106" y="163"/>
                  <a:pt x="57" y="241"/>
                  <a:pt x="57" y="333"/>
                </a:cubicBezTo>
                <a:cubicBezTo>
                  <a:pt x="57" y="453"/>
                  <a:pt x="149" y="552"/>
                  <a:pt x="269" y="552"/>
                </a:cubicBezTo>
                <a:cubicBezTo>
                  <a:pt x="389" y="552"/>
                  <a:pt x="488" y="453"/>
                  <a:pt x="488" y="333"/>
                </a:cubicBezTo>
                <a:cubicBezTo>
                  <a:pt x="488" y="241"/>
                  <a:pt x="431" y="163"/>
                  <a:pt x="354" y="135"/>
                </a:cubicBezTo>
                <a:cubicBezTo>
                  <a:pt x="347" y="128"/>
                  <a:pt x="340" y="121"/>
                  <a:pt x="340" y="107"/>
                </a:cubicBezTo>
                <a:cubicBezTo>
                  <a:pt x="340" y="93"/>
                  <a:pt x="347" y="78"/>
                  <a:pt x="368" y="78"/>
                </a:cubicBezTo>
                <a:lnTo>
                  <a:pt x="375" y="78"/>
                </a:lnTo>
                <a:cubicBezTo>
                  <a:pt x="474" y="121"/>
                  <a:pt x="545" y="220"/>
                  <a:pt x="545" y="333"/>
                </a:cubicBezTo>
                <a:cubicBezTo>
                  <a:pt x="545" y="481"/>
                  <a:pt x="424" y="608"/>
                  <a:pt x="269" y="608"/>
                </a:cubicBezTo>
                <a:close/>
                <a:moveTo>
                  <a:pt x="269" y="311"/>
                </a:moveTo>
                <a:lnTo>
                  <a:pt x="269" y="311"/>
                </a:lnTo>
                <a:cubicBezTo>
                  <a:pt x="255" y="311"/>
                  <a:pt x="241" y="304"/>
                  <a:pt x="241" y="283"/>
                </a:cubicBezTo>
                <a:cubicBezTo>
                  <a:pt x="241" y="121"/>
                  <a:pt x="241" y="121"/>
                  <a:pt x="241" y="121"/>
                </a:cubicBezTo>
                <a:cubicBezTo>
                  <a:pt x="241" y="64"/>
                  <a:pt x="241" y="64"/>
                  <a:pt x="241" y="64"/>
                </a:cubicBezTo>
                <a:cubicBezTo>
                  <a:pt x="241" y="29"/>
                  <a:pt x="241" y="29"/>
                  <a:pt x="241" y="29"/>
                </a:cubicBezTo>
                <a:cubicBezTo>
                  <a:pt x="241" y="15"/>
                  <a:pt x="255" y="0"/>
                  <a:pt x="269" y="0"/>
                </a:cubicBezTo>
                <a:cubicBezTo>
                  <a:pt x="290" y="0"/>
                  <a:pt x="297" y="15"/>
                  <a:pt x="297" y="29"/>
                </a:cubicBezTo>
                <a:cubicBezTo>
                  <a:pt x="297" y="114"/>
                  <a:pt x="297" y="114"/>
                  <a:pt x="297" y="114"/>
                </a:cubicBezTo>
                <a:cubicBezTo>
                  <a:pt x="297" y="170"/>
                  <a:pt x="297" y="170"/>
                  <a:pt x="297" y="170"/>
                </a:cubicBezTo>
                <a:cubicBezTo>
                  <a:pt x="297" y="283"/>
                  <a:pt x="297" y="283"/>
                  <a:pt x="297" y="283"/>
                </a:cubicBezTo>
                <a:cubicBezTo>
                  <a:pt x="297" y="304"/>
                  <a:pt x="290" y="311"/>
                  <a:pt x="269" y="31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5" name="Freeform 86">
            <a:extLst>
              <a:ext uri="{FF2B5EF4-FFF2-40B4-BE49-F238E27FC236}">
                <a16:creationId xmlns:a16="http://schemas.microsoft.com/office/drawing/2014/main" id="{751DD125-4333-2BDE-0C1A-6345A89B5A42}"/>
              </a:ext>
            </a:extLst>
          </p:cNvPr>
          <p:cNvSpPr>
            <a:spLocks noChangeArrowheads="1"/>
          </p:cNvSpPr>
          <p:nvPr/>
        </p:nvSpPr>
        <p:spPr bwMode="auto">
          <a:xfrm>
            <a:off x="10133540" y="3629325"/>
            <a:ext cx="553668" cy="521571"/>
          </a:xfrm>
          <a:custGeom>
            <a:avLst/>
            <a:gdLst>
              <a:gd name="T0" fmla="*/ 2147483646 w 609"/>
              <a:gd name="T1" fmla="*/ 2147483646 h 573"/>
              <a:gd name="T2" fmla="*/ 2147483646 w 609"/>
              <a:gd name="T3" fmla="*/ 2147483646 h 573"/>
              <a:gd name="T4" fmla="*/ 2147483646 w 609"/>
              <a:gd name="T5" fmla="*/ 2147483646 h 573"/>
              <a:gd name="T6" fmla="*/ 2147483646 w 609"/>
              <a:gd name="T7" fmla="*/ 0 h 573"/>
              <a:gd name="T8" fmla="*/ 2147483646 w 609"/>
              <a:gd name="T9" fmla="*/ 2147483646 h 573"/>
              <a:gd name="T10" fmla="*/ 2147483646 w 609"/>
              <a:gd name="T11" fmla="*/ 2147483646 h 573"/>
              <a:gd name="T12" fmla="*/ 2147483646 w 609"/>
              <a:gd name="T13" fmla="*/ 2147483646 h 573"/>
              <a:gd name="T14" fmla="*/ 2147483646 w 609"/>
              <a:gd name="T15" fmla="*/ 2147483646 h 573"/>
              <a:gd name="T16" fmla="*/ 2147483646 w 609"/>
              <a:gd name="T17" fmla="*/ 2147483646 h 573"/>
              <a:gd name="T18" fmla="*/ 2147483646 w 609"/>
              <a:gd name="T19" fmla="*/ 2147483646 h 573"/>
              <a:gd name="T20" fmla="*/ 2147483646 w 609"/>
              <a:gd name="T21" fmla="*/ 2147483646 h 573"/>
              <a:gd name="T22" fmla="*/ 2147483646 w 609"/>
              <a:gd name="T23" fmla="*/ 2147483646 h 573"/>
              <a:gd name="T24" fmla="*/ 2147483646 w 609"/>
              <a:gd name="T25" fmla="*/ 2147483646 h 573"/>
              <a:gd name="T26" fmla="*/ 2147483646 w 609"/>
              <a:gd name="T27" fmla="*/ 2147483646 h 573"/>
              <a:gd name="T28" fmla="*/ 2147483646 w 609"/>
              <a:gd name="T29" fmla="*/ 2147483646 h 573"/>
              <a:gd name="T30" fmla="*/ 2147483646 w 609"/>
              <a:gd name="T31" fmla="*/ 2147483646 h 573"/>
              <a:gd name="T32" fmla="*/ 2147483646 w 609"/>
              <a:gd name="T33" fmla="*/ 2147483646 h 573"/>
              <a:gd name="T34" fmla="*/ 2147483646 w 609"/>
              <a:gd name="T35" fmla="*/ 2147483646 h 573"/>
              <a:gd name="T36" fmla="*/ 2147483646 w 609"/>
              <a:gd name="T37" fmla="*/ 2147483646 h 573"/>
              <a:gd name="T38" fmla="*/ 2147483646 w 609"/>
              <a:gd name="T39" fmla="*/ 2147483646 h 573"/>
              <a:gd name="T40" fmla="*/ 2147483646 w 609"/>
              <a:gd name="T41" fmla="*/ 2147483646 h 573"/>
              <a:gd name="T42" fmla="*/ 2147483646 w 609"/>
              <a:gd name="T43" fmla="*/ 2147483646 h 573"/>
              <a:gd name="T44" fmla="*/ 2147483646 w 609"/>
              <a:gd name="T45" fmla="*/ 2147483646 h 573"/>
              <a:gd name="T46" fmla="*/ 2147483646 w 609"/>
              <a:gd name="T47" fmla="*/ 2147483646 h 573"/>
              <a:gd name="T48" fmla="*/ 2147483646 w 609"/>
              <a:gd name="T49" fmla="*/ 2147483646 h 573"/>
              <a:gd name="T50" fmla="*/ 2147483646 w 609"/>
              <a:gd name="T51" fmla="*/ 2147483646 h 573"/>
              <a:gd name="T52" fmla="*/ 2147483646 w 609"/>
              <a:gd name="T53" fmla="*/ 2147483646 h 573"/>
              <a:gd name="T54" fmla="*/ 2147483646 w 609"/>
              <a:gd name="T55" fmla="*/ 2147483646 h 573"/>
              <a:gd name="T56" fmla="*/ 2147483646 w 609"/>
              <a:gd name="T57" fmla="*/ 2147483646 h 573"/>
              <a:gd name="T58" fmla="*/ 2147483646 w 609"/>
              <a:gd name="T59" fmla="*/ 2147483646 h 573"/>
              <a:gd name="T60" fmla="*/ 2147483646 w 609"/>
              <a:gd name="T61" fmla="*/ 2147483646 h 573"/>
              <a:gd name="T62" fmla="*/ 2147483646 w 609"/>
              <a:gd name="T63" fmla="*/ 2147483646 h 573"/>
              <a:gd name="T64" fmla="*/ 2147483646 w 609"/>
              <a:gd name="T65" fmla="*/ 2147483646 h 573"/>
              <a:gd name="T66" fmla="*/ 2147483646 w 609"/>
              <a:gd name="T67" fmla="*/ 2147483646 h 573"/>
              <a:gd name="T68" fmla="*/ 2147483646 w 609"/>
              <a:gd name="T69" fmla="*/ 2147483646 h 573"/>
              <a:gd name="T70" fmla="*/ 2147483646 w 609"/>
              <a:gd name="T71" fmla="*/ 2147483646 h 573"/>
              <a:gd name="T72" fmla="*/ 2147483646 w 609"/>
              <a:gd name="T73" fmla="*/ 2147483646 h 573"/>
              <a:gd name="T74" fmla="*/ 2147483646 w 609"/>
              <a:gd name="T75" fmla="*/ 2147483646 h 573"/>
              <a:gd name="T76" fmla="*/ 2147483646 w 609"/>
              <a:gd name="T77" fmla="*/ 2147483646 h 573"/>
              <a:gd name="T78" fmla="*/ 2147483646 w 609"/>
              <a:gd name="T79" fmla="*/ 2147483646 h 573"/>
              <a:gd name="T80" fmla="*/ 2147483646 w 609"/>
              <a:gd name="T81" fmla="*/ 2147483646 h 573"/>
              <a:gd name="T82" fmla="*/ 2147483646 w 609"/>
              <a:gd name="T83" fmla="*/ 2147483646 h 573"/>
              <a:gd name="T84" fmla="*/ 2147483646 w 609"/>
              <a:gd name="T85" fmla="*/ 2147483646 h 573"/>
              <a:gd name="T86" fmla="*/ 0 w 609"/>
              <a:gd name="T87" fmla="*/ 2147483646 h 573"/>
              <a:gd name="T88" fmla="*/ 2147483646 w 609"/>
              <a:gd name="T89" fmla="*/ 0 h 573"/>
              <a:gd name="T90" fmla="*/ 2147483646 w 609"/>
              <a:gd name="T91" fmla="*/ 2147483646 h 573"/>
              <a:gd name="T92" fmla="*/ 2147483646 w 609"/>
              <a:gd name="T93" fmla="*/ 2147483646 h 57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609" h="573">
                <a:moveTo>
                  <a:pt x="579" y="176"/>
                </a:moveTo>
                <a:lnTo>
                  <a:pt x="579" y="176"/>
                </a:lnTo>
                <a:cubicBezTo>
                  <a:pt x="551" y="106"/>
                  <a:pt x="495" y="56"/>
                  <a:pt x="424" y="21"/>
                </a:cubicBezTo>
                <a:cubicBezTo>
                  <a:pt x="445" y="7"/>
                  <a:pt x="466" y="0"/>
                  <a:pt x="495" y="0"/>
                </a:cubicBezTo>
                <a:cubicBezTo>
                  <a:pt x="558" y="0"/>
                  <a:pt x="608" y="49"/>
                  <a:pt x="608" y="113"/>
                </a:cubicBezTo>
                <a:cubicBezTo>
                  <a:pt x="608" y="134"/>
                  <a:pt x="594" y="162"/>
                  <a:pt x="579" y="176"/>
                </a:cubicBezTo>
                <a:close/>
                <a:moveTo>
                  <a:pt x="579" y="304"/>
                </a:moveTo>
                <a:lnTo>
                  <a:pt x="579" y="304"/>
                </a:lnTo>
                <a:cubicBezTo>
                  <a:pt x="579" y="374"/>
                  <a:pt x="551" y="438"/>
                  <a:pt x="502" y="487"/>
                </a:cubicBezTo>
                <a:cubicBezTo>
                  <a:pt x="544" y="530"/>
                  <a:pt x="544" y="530"/>
                  <a:pt x="544" y="530"/>
                </a:cubicBezTo>
                <a:cubicBezTo>
                  <a:pt x="544" y="530"/>
                  <a:pt x="551" y="537"/>
                  <a:pt x="551" y="544"/>
                </a:cubicBezTo>
                <a:cubicBezTo>
                  <a:pt x="551" y="565"/>
                  <a:pt x="537" y="572"/>
                  <a:pt x="523" y="572"/>
                </a:cubicBezTo>
                <a:cubicBezTo>
                  <a:pt x="516" y="572"/>
                  <a:pt x="509" y="572"/>
                  <a:pt x="502" y="565"/>
                </a:cubicBezTo>
                <a:cubicBezTo>
                  <a:pt x="459" y="523"/>
                  <a:pt x="459" y="523"/>
                  <a:pt x="459" y="523"/>
                </a:cubicBezTo>
                <a:cubicBezTo>
                  <a:pt x="417" y="558"/>
                  <a:pt x="360" y="572"/>
                  <a:pt x="304" y="572"/>
                </a:cubicBezTo>
                <a:cubicBezTo>
                  <a:pt x="247" y="572"/>
                  <a:pt x="191" y="558"/>
                  <a:pt x="148" y="523"/>
                </a:cubicBezTo>
                <a:cubicBezTo>
                  <a:pt x="106" y="565"/>
                  <a:pt x="106" y="565"/>
                  <a:pt x="106" y="565"/>
                </a:cubicBezTo>
                <a:cubicBezTo>
                  <a:pt x="99" y="572"/>
                  <a:pt x="92" y="572"/>
                  <a:pt x="85" y="572"/>
                </a:cubicBezTo>
                <a:cubicBezTo>
                  <a:pt x="71" y="572"/>
                  <a:pt x="56" y="565"/>
                  <a:pt x="56" y="544"/>
                </a:cubicBezTo>
                <a:cubicBezTo>
                  <a:pt x="56" y="537"/>
                  <a:pt x="64" y="530"/>
                  <a:pt x="71" y="530"/>
                </a:cubicBezTo>
                <a:cubicBezTo>
                  <a:pt x="106" y="487"/>
                  <a:pt x="106" y="487"/>
                  <a:pt x="106" y="487"/>
                </a:cubicBezTo>
                <a:cubicBezTo>
                  <a:pt x="56" y="438"/>
                  <a:pt x="28" y="374"/>
                  <a:pt x="28" y="304"/>
                </a:cubicBezTo>
                <a:cubicBezTo>
                  <a:pt x="28" y="148"/>
                  <a:pt x="155" y="28"/>
                  <a:pt x="304" y="28"/>
                </a:cubicBezTo>
                <a:cubicBezTo>
                  <a:pt x="452" y="28"/>
                  <a:pt x="579" y="148"/>
                  <a:pt x="579" y="304"/>
                </a:cubicBezTo>
                <a:close/>
                <a:moveTo>
                  <a:pt x="304" y="85"/>
                </a:moveTo>
                <a:lnTo>
                  <a:pt x="304" y="85"/>
                </a:lnTo>
                <a:cubicBezTo>
                  <a:pt x="184" y="85"/>
                  <a:pt x="85" y="183"/>
                  <a:pt x="85" y="304"/>
                </a:cubicBezTo>
                <a:cubicBezTo>
                  <a:pt x="85" y="424"/>
                  <a:pt x="184" y="516"/>
                  <a:pt x="304" y="516"/>
                </a:cubicBezTo>
                <a:cubicBezTo>
                  <a:pt x="424" y="516"/>
                  <a:pt x="523" y="424"/>
                  <a:pt x="523" y="304"/>
                </a:cubicBezTo>
                <a:cubicBezTo>
                  <a:pt x="523" y="183"/>
                  <a:pt x="424" y="85"/>
                  <a:pt x="304" y="85"/>
                </a:cubicBezTo>
                <a:close/>
                <a:moveTo>
                  <a:pt x="417" y="332"/>
                </a:moveTo>
                <a:lnTo>
                  <a:pt x="417" y="332"/>
                </a:lnTo>
                <a:cubicBezTo>
                  <a:pt x="304" y="332"/>
                  <a:pt x="304" y="332"/>
                  <a:pt x="304" y="332"/>
                </a:cubicBezTo>
                <a:cubicBezTo>
                  <a:pt x="290" y="332"/>
                  <a:pt x="276" y="318"/>
                  <a:pt x="276" y="304"/>
                </a:cubicBezTo>
                <a:cubicBezTo>
                  <a:pt x="276" y="148"/>
                  <a:pt x="276" y="148"/>
                  <a:pt x="276" y="148"/>
                </a:cubicBezTo>
                <a:cubicBezTo>
                  <a:pt x="276" y="134"/>
                  <a:pt x="290" y="120"/>
                  <a:pt x="304" y="120"/>
                </a:cubicBezTo>
                <a:cubicBezTo>
                  <a:pt x="318" y="120"/>
                  <a:pt x="332" y="134"/>
                  <a:pt x="332" y="148"/>
                </a:cubicBezTo>
                <a:cubicBezTo>
                  <a:pt x="332" y="275"/>
                  <a:pt x="332" y="275"/>
                  <a:pt x="332" y="275"/>
                </a:cubicBezTo>
                <a:cubicBezTo>
                  <a:pt x="417" y="275"/>
                  <a:pt x="417" y="275"/>
                  <a:pt x="417" y="275"/>
                </a:cubicBezTo>
                <a:cubicBezTo>
                  <a:pt x="431" y="275"/>
                  <a:pt x="445" y="282"/>
                  <a:pt x="445" y="304"/>
                </a:cubicBezTo>
                <a:cubicBezTo>
                  <a:pt x="445" y="318"/>
                  <a:pt x="431" y="332"/>
                  <a:pt x="417" y="332"/>
                </a:cubicBezTo>
                <a:close/>
                <a:moveTo>
                  <a:pt x="28" y="183"/>
                </a:moveTo>
                <a:lnTo>
                  <a:pt x="28" y="183"/>
                </a:lnTo>
                <a:cubicBezTo>
                  <a:pt x="14" y="162"/>
                  <a:pt x="0" y="141"/>
                  <a:pt x="0" y="113"/>
                </a:cubicBezTo>
                <a:cubicBezTo>
                  <a:pt x="0" y="49"/>
                  <a:pt x="49" y="0"/>
                  <a:pt x="113" y="0"/>
                </a:cubicBezTo>
                <a:cubicBezTo>
                  <a:pt x="141" y="0"/>
                  <a:pt x="162" y="7"/>
                  <a:pt x="184" y="21"/>
                </a:cubicBezTo>
                <a:cubicBezTo>
                  <a:pt x="113" y="56"/>
                  <a:pt x="56" y="113"/>
                  <a:pt x="28" y="18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6" name="Freeform 87">
            <a:extLst>
              <a:ext uri="{FF2B5EF4-FFF2-40B4-BE49-F238E27FC236}">
                <a16:creationId xmlns:a16="http://schemas.microsoft.com/office/drawing/2014/main" id="{BD334A7D-6083-A327-4562-962A44AF44EF}"/>
              </a:ext>
            </a:extLst>
          </p:cNvPr>
          <p:cNvSpPr>
            <a:spLocks noChangeArrowheads="1"/>
          </p:cNvSpPr>
          <p:nvPr/>
        </p:nvSpPr>
        <p:spPr bwMode="auto">
          <a:xfrm>
            <a:off x="9178663" y="3609263"/>
            <a:ext cx="549655" cy="553668"/>
          </a:xfrm>
          <a:custGeom>
            <a:avLst/>
            <a:gdLst>
              <a:gd name="T0" fmla="*/ 2147483646 w 602"/>
              <a:gd name="T1" fmla="*/ 2147483646 h 609"/>
              <a:gd name="T2" fmla="*/ 2147483646 w 602"/>
              <a:gd name="T3" fmla="*/ 2147483646 h 609"/>
              <a:gd name="T4" fmla="*/ 0 w 602"/>
              <a:gd name="T5" fmla="*/ 2147483646 h 609"/>
              <a:gd name="T6" fmla="*/ 2147483646 w 602"/>
              <a:gd name="T7" fmla="*/ 0 h 609"/>
              <a:gd name="T8" fmla="*/ 2147483646 w 602"/>
              <a:gd name="T9" fmla="*/ 2147483646 h 609"/>
              <a:gd name="T10" fmla="*/ 2147483646 w 602"/>
              <a:gd name="T11" fmla="*/ 2147483646 h 609"/>
              <a:gd name="T12" fmla="*/ 2147483646 w 602"/>
              <a:gd name="T13" fmla="*/ 2147483646 h 609"/>
              <a:gd name="T14" fmla="*/ 2147483646 w 602"/>
              <a:gd name="T15" fmla="*/ 2147483646 h 609"/>
              <a:gd name="T16" fmla="*/ 2147483646 w 602"/>
              <a:gd name="T17" fmla="*/ 2147483646 h 609"/>
              <a:gd name="T18" fmla="*/ 2147483646 w 602"/>
              <a:gd name="T19" fmla="*/ 2147483646 h 609"/>
              <a:gd name="T20" fmla="*/ 2147483646 w 602"/>
              <a:gd name="T21" fmla="*/ 2147483646 h 609"/>
              <a:gd name="T22" fmla="*/ 2147483646 w 602"/>
              <a:gd name="T23" fmla="*/ 2147483646 h 609"/>
              <a:gd name="T24" fmla="*/ 2147483646 w 602"/>
              <a:gd name="T25" fmla="*/ 2147483646 h 609"/>
              <a:gd name="T26" fmla="*/ 2147483646 w 602"/>
              <a:gd name="T27" fmla="*/ 2147483646 h 609"/>
              <a:gd name="T28" fmla="*/ 2147483646 w 602"/>
              <a:gd name="T29" fmla="*/ 2147483646 h 609"/>
              <a:gd name="T30" fmla="*/ 2147483646 w 602"/>
              <a:gd name="T31" fmla="*/ 2147483646 h 609"/>
              <a:gd name="T32" fmla="*/ 2147483646 w 602"/>
              <a:gd name="T33" fmla="*/ 2147483646 h 609"/>
              <a:gd name="T34" fmla="*/ 2147483646 w 602"/>
              <a:gd name="T35" fmla="*/ 2147483646 h 609"/>
              <a:gd name="T36" fmla="*/ 2147483646 w 602"/>
              <a:gd name="T37" fmla="*/ 2147483646 h 609"/>
              <a:gd name="T38" fmla="*/ 2147483646 w 602"/>
              <a:gd name="T39" fmla="*/ 2147483646 h 609"/>
              <a:gd name="T40" fmla="*/ 2147483646 w 602"/>
              <a:gd name="T41" fmla="*/ 2147483646 h 609"/>
              <a:gd name="T42" fmla="*/ 2147483646 w 602"/>
              <a:gd name="T43" fmla="*/ 2147483646 h 609"/>
              <a:gd name="T44" fmla="*/ 2147483646 w 602"/>
              <a:gd name="T45" fmla="*/ 2147483646 h 609"/>
              <a:gd name="T46" fmla="*/ 2147483646 w 602"/>
              <a:gd name="T47" fmla="*/ 2147483646 h 609"/>
              <a:gd name="T48" fmla="*/ 2147483646 w 602"/>
              <a:gd name="T49" fmla="*/ 2147483646 h 609"/>
              <a:gd name="T50" fmla="*/ 2147483646 w 602"/>
              <a:gd name="T51" fmla="*/ 2147483646 h 609"/>
              <a:gd name="T52" fmla="*/ 2147483646 w 602"/>
              <a:gd name="T53" fmla="*/ 2147483646 h 6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02" h="609">
                <a:moveTo>
                  <a:pt x="304" y="608"/>
                </a:moveTo>
                <a:lnTo>
                  <a:pt x="304" y="608"/>
                </a:lnTo>
                <a:cubicBezTo>
                  <a:pt x="134" y="608"/>
                  <a:pt x="0" y="474"/>
                  <a:pt x="0" y="304"/>
                </a:cubicBezTo>
                <a:cubicBezTo>
                  <a:pt x="0" y="135"/>
                  <a:pt x="134" y="0"/>
                  <a:pt x="304" y="0"/>
                </a:cubicBezTo>
                <a:cubicBezTo>
                  <a:pt x="466" y="0"/>
                  <a:pt x="601" y="135"/>
                  <a:pt x="601" y="304"/>
                </a:cubicBezTo>
                <a:cubicBezTo>
                  <a:pt x="601" y="474"/>
                  <a:pt x="466" y="608"/>
                  <a:pt x="304" y="608"/>
                </a:cubicBezTo>
                <a:close/>
                <a:moveTo>
                  <a:pt x="304" y="57"/>
                </a:moveTo>
                <a:lnTo>
                  <a:pt x="304" y="57"/>
                </a:lnTo>
                <a:cubicBezTo>
                  <a:pt x="169" y="57"/>
                  <a:pt x="56" y="170"/>
                  <a:pt x="56" y="304"/>
                </a:cubicBezTo>
                <a:cubicBezTo>
                  <a:pt x="56" y="439"/>
                  <a:pt x="169" y="552"/>
                  <a:pt x="304" y="552"/>
                </a:cubicBezTo>
                <a:cubicBezTo>
                  <a:pt x="438" y="552"/>
                  <a:pt x="544" y="439"/>
                  <a:pt x="544" y="304"/>
                </a:cubicBezTo>
                <a:cubicBezTo>
                  <a:pt x="544" y="170"/>
                  <a:pt x="438" y="57"/>
                  <a:pt x="304" y="57"/>
                </a:cubicBezTo>
                <a:close/>
                <a:moveTo>
                  <a:pt x="424" y="333"/>
                </a:moveTo>
                <a:lnTo>
                  <a:pt x="424" y="333"/>
                </a:lnTo>
                <a:cubicBezTo>
                  <a:pt x="367" y="333"/>
                  <a:pt x="367" y="333"/>
                  <a:pt x="367" y="333"/>
                </a:cubicBezTo>
                <a:cubicBezTo>
                  <a:pt x="332" y="333"/>
                  <a:pt x="332" y="333"/>
                  <a:pt x="332" y="333"/>
                </a:cubicBezTo>
                <a:cubicBezTo>
                  <a:pt x="304" y="333"/>
                  <a:pt x="304" y="333"/>
                  <a:pt x="304" y="333"/>
                </a:cubicBezTo>
                <a:cubicBezTo>
                  <a:pt x="283" y="333"/>
                  <a:pt x="276" y="319"/>
                  <a:pt x="276" y="304"/>
                </a:cubicBezTo>
                <a:cubicBezTo>
                  <a:pt x="276" y="135"/>
                  <a:pt x="276" y="135"/>
                  <a:pt x="276" y="135"/>
                </a:cubicBezTo>
                <a:cubicBezTo>
                  <a:pt x="276" y="121"/>
                  <a:pt x="283" y="107"/>
                  <a:pt x="304" y="107"/>
                </a:cubicBezTo>
                <a:cubicBezTo>
                  <a:pt x="318" y="107"/>
                  <a:pt x="332" y="121"/>
                  <a:pt x="332" y="135"/>
                </a:cubicBezTo>
                <a:cubicBezTo>
                  <a:pt x="332" y="276"/>
                  <a:pt x="332" y="276"/>
                  <a:pt x="332" y="276"/>
                </a:cubicBezTo>
                <a:cubicBezTo>
                  <a:pt x="367" y="276"/>
                  <a:pt x="367" y="276"/>
                  <a:pt x="367" y="276"/>
                </a:cubicBezTo>
                <a:cubicBezTo>
                  <a:pt x="424" y="276"/>
                  <a:pt x="424" y="276"/>
                  <a:pt x="424" y="276"/>
                </a:cubicBezTo>
                <a:cubicBezTo>
                  <a:pt x="438" y="276"/>
                  <a:pt x="452" y="290"/>
                  <a:pt x="452" y="304"/>
                </a:cubicBezTo>
                <a:cubicBezTo>
                  <a:pt x="452" y="319"/>
                  <a:pt x="438" y="333"/>
                  <a:pt x="424" y="33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7" name="Freeform 88">
            <a:extLst>
              <a:ext uri="{FF2B5EF4-FFF2-40B4-BE49-F238E27FC236}">
                <a16:creationId xmlns:a16="http://schemas.microsoft.com/office/drawing/2014/main" id="{8568ECA9-C29D-96FD-B450-D49253DC5F9A}"/>
              </a:ext>
            </a:extLst>
          </p:cNvPr>
          <p:cNvSpPr>
            <a:spLocks noChangeArrowheads="1"/>
          </p:cNvSpPr>
          <p:nvPr/>
        </p:nvSpPr>
        <p:spPr bwMode="auto">
          <a:xfrm>
            <a:off x="8219772" y="3609263"/>
            <a:ext cx="545644" cy="553668"/>
          </a:xfrm>
          <a:custGeom>
            <a:avLst/>
            <a:gdLst>
              <a:gd name="T0" fmla="*/ 2147483646 w 601"/>
              <a:gd name="T1" fmla="*/ 2147483646 h 609"/>
              <a:gd name="T2" fmla="*/ 2147483646 w 601"/>
              <a:gd name="T3" fmla="*/ 2147483646 h 609"/>
              <a:gd name="T4" fmla="*/ 0 w 601"/>
              <a:gd name="T5" fmla="*/ 2147483646 h 609"/>
              <a:gd name="T6" fmla="*/ 2147483646 w 601"/>
              <a:gd name="T7" fmla="*/ 0 h 609"/>
              <a:gd name="T8" fmla="*/ 2147483646 w 601"/>
              <a:gd name="T9" fmla="*/ 2147483646 h 609"/>
              <a:gd name="T10" fmla="*/ 2147483646 w 601"/>
              <a:gd name="T11" fmla="*/ 2147483646 h 609"/>
              <a:gd name="T12" fmla="*/ 2147483646 w 601"/>
              <a:gd name="T13" fmla="*/ 2147483646 h 609"/>
              <a:gd name="T14" fmla="*/ 2147483646 w 601"/>
              <a:gd name="T15" fmla="*/ 2147483646 h 609"/>
              <a:gd name="T16" fmla="*/ 2147483646 w 601"/>
              <a:gd name="T17" fmla="*/ 2147483646 h 609"/>
              <a:gd name="T18" fmla="*/ 2147483646 w 601"/>
              <a:gd name="T19" fmla="*/ 2147483646 h 609"/>
              <a:gd name="T20" fmla="*/ 2147483646 w 601"/>
              <a:gd name="T21" fmla="*/ 2147483646 h 609"/>
              <a:gd name="T22" fmla="*/ 2147483646 w 601"/>
              <a:gd name="T23" fmla="*/ 2147483646 h 609"/>
              <a:gd name="T24" fmla="*/ 2147483646 w 601"/>
              <a:gd name="T25" fmla="*/ 2147483646 h 609"/>
              <a:gd name="T26" fmla="*/ 2147483646 w 601"/>
              <a:gd name="T27" fmla="*/ 2147483646 h 609"/>
              <a:gd name="T28" fmla="*/ 2147483646 w 601"/>
              <a:gd name="T29" fmla="*/ 2147483646 h 609"/>
              <a:gd name="T30" fmla="*/ 2147483646 w 601"/>
              <a:gd name="T31" fmla="*/ 2147483646 h 609"/>
              <a:gd name="T32" fmla="*/ 2147483646 w 601"/>
              <a:gd name="T33" fmla="*/ 2147483646 h 609"/>
              <a:gd name="T34" fmla="*/ 2147483646 w 601"/>
              <a:gd name="T35" fmla="*/ 2147483646 h 609"/>
              <a:gd name="T36" fmla="*/ 2147483646 w 601"/>
              <a:gd name="T37" fmla="*/ 2147483646 h 609"/>
              <a:gd name="T38" fmla="*/ 2147483646 w 601"/>
              <a:gd name="T39" fmla="*/ 2147483646 h 609"/>
              <a:gd name="T40" fmla="*/ 2147483646 w 601"/>
              <a:gd name="T41" fmla="*/ 2147483646 h 609"/>
              <a:gd name="T42" fmla="*/ 2147483646 w 601"/>
              <a:gd name="T43" fmla="*/ 2147483646 h 609"/>
              <a:gd name="T44" fmla="*/ 2147483646 w 601"/>
              <a:gd name="T45" fmla="*/ 2147483646 h 609"/>
              <a:gd name="T46" fmla="*/ 2147483646 w 601"/>
              <a:gd name="T47" fmla="*/ 2147483646 h 609"/>
              <a:gd name="T48" fmla="*/ 2147483646 w 601"/>
              <a:gd name="T49" fmla="*/ 2147483646 h 609"/>
              <a:gd name="T50" fmla="*/ 2147483646 w 601"/>
              <a:gd name="T51" fmla="*/ 2147483646 h 609"/>
              <a:gd name="T52" fmla="*/ 2147483646 w 601"/>
              <a:gd name="T53" fmla="*/ 2147483646 h 609"/>
              <a:gd name="T54" fmla="*/ 2147483646 w 601"/>
              <a:gd name="T55" fmla="*/ 2147483646 h 60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601" h="609">
                <a:moveTo>
                  <a:pt x="297" y="608"/>
                </a:moveTo>
                <a:lnTo>
                  <a:pt x="297" y="608"/>
                </a:lnTo>
                <a:cubicBezTo>
                  <a:pt x="134" y="608"/>
                  <a:pt x="0" y="474"/>
                  <a:pt x="0" y="304"/>
                </a:cubicBezTo>
                <a:cubicBezTo>
                  <a:pt x="0" y="135"/>
                  <a:pt x="134" y="0"/>
                  <a:pt x="297" y="0"/>
                </a:cubicBezTo>
                <a:cubicBezTo>
                  <a:pt x="466" y="0"/>
                  <a:pt x="600" y="135"/>
                  <a:pt x="600" y="304"/>
                </a:cubicBezTo>
                <a:cubicBezTo>
                  <a:pt x="600" y="474"/>
                  <a:pt x="466" y="608"/>
                  <a:pt x="297" y="608"/>
                </a:cubicBezTo>
                <a:close/>
                <a:moveTo>
                  <a:pt x="297" y="57"/>
                </a:moveTo>
                <a:lnTo>
                  <a:pt x="297" y="57"/>
                </a:lnTo>
                <a:cubicBezTo>
                  <a:pt x="162" y="57"/>
                  <a:pt x="56" y="170"/>
                  <a:pt x="56" y="304"/>
                </a:cubicBezTo>
                <a:cubicBezTo>
                  <a:pt x="56" y="368"/>
                  <a:pt x="78" y="425"/>
                  <a:pt x="120" y="467"/>
                </a:cubicBezTo>
                <a:cubicBezTo>
                  <a:pt x="155" y="453"/>
                  <a:pt x="141" y="467"/>
                  <a:pt x="183" y="446"/>
                </a:cubicBezTo>
                <a:cubicBezTo>
                  <a:pt x="233" y="425"/>
                  <a:pt x="247" y="418"/>
                  <a:pt x="247" y="418"/>
                </a:cubicBezTo>
                <a:cubicBezTo>
                  <a:pt x="247" y="375"/>
                  <a:pt x="247" y="375"/>
                  <a:pt x="247" y="375"/>
                </a:cubicBezTo>
                <a:cubicBezTo>
                  <a:pt x="247" y="375"/>
                  <a:pt x="226" y="361"/>
                  <a:pt x="219" y="319"/>
                </a:cubicBezTo>
                <a:cubicBezTo>
                  <a:pt x="212" y="326"/>
                  <a:pt x="205" y="304"/>
                  <a:pt x="205" y="297"/>
                </a:cubicBezTo>
                <a:cubicBezTo>
                  <a:pt x="205" y="283"/>
                  <a:pt x="198" y="255"/>
                  <a:pt x="212" y="255"/>
                </a:cubicBezTo>
                <a:cubicBezTo>
                  <a:pt x="212" y="234"/>
                  <a:pt x="212" y="220"/>
                  <a:pt x="212" y="205"/>
                </a:cubicBezTo>
                <a:cubicBezTo>
                  <a:pt x="212" y="177"/>
                  <a:pt x="247" y="135"/>
                  <a:pt x="297" y="135"/>
                </a:cubicBezTo>
                <a:cubicBezTo>
                  <a:pt x="360" y="135"/>
                  <a:pt x="381" y="177"/>
                  <a:pt x="389" y="205"/>
                </a:cubicBezTo>
                <a:cubicBezTo>
                  <a:pt x="389" y="220"/>
                  <a:pt x="389" y="234"/>
                  <a:pt x="381" y="255"/>
                </a:cubicBezTo>
                <a:cubicBezTo>
                  <a:pt x="396" y="255"/>
                  <a:pt x="389" y="283"/>
                  <a:pt x="389" y="297"/>
                </a:cubicBezTo>
                <a:cubicBezTo>
                  <a:pt x="389" y="304"/>
                  <a:pt x="389" y="326"/>
                  <a:pt x="374" y="319"/>
                </a:cubicBezTo>
                <a:cubicBezTo>
                  <a:pt x="367" y="361"/>
                  <a:pt x="353" y="375"/>
                  <a:pt x="353" y="375"/>
                </a:cubicBezTo>
                <a:cubicBezTo>
                  <a:pt x="353" y="418"/>
                  <a:pt x="353" y="418"/>
                  <a:pt x="353" y="418"/>
                </a:cubicBezTo>
                <a:cubicBezTo>
                  <a:pt x="353" y="418"/>
                  <a:pt x="367" y="425"/>
                  <a:pt x="410" y="446"/>
                </a:cubicBezTo>
                <a:cubicBezTo>
                  <a:pt x="459" y="467"/>
                  <a:pt x="445" y="453"/>
                  <a:pt x="480" y="467"/>
                </a:cubicBezTo>
                <a:cubicBezTo>
                  <a:pt x="523" y="425"/>
                  <a:pt x="544" y="368"/>
                  <a:pt x="544" y="304"/>
                </a:cubicBezTo>
                <a:cubicBezTo>
                  <a:pt x="544" y="170"/>
                  <a:pt x="431" y="57"/>
                  <a:pt x="297" y="5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8" name="Freeform 89">
            <a:extLst>
              <a:ext uri="{FF2B5EF4-FFF2-40B4-BE49-F238E27FC236}">
                <a16:creationId xmlns:a16="http://schemas.microsoft.com/office/drawing/2014/main" id="{9DFBAFB0-845F-F3EA-353B-6D1F48341FA3}"/>
              </a:ext>
            </a:extLst>
          </p:cNvPr>
          <p:cNvSpPr>
            <a:spLocks noChangeArrowheads="1"/>
          </p:cNvSpPr>
          <p:nvPr/>
        </p:nvSpPr>
        <p:spPr bwMode="auto">
          <a:xfrm>
            <a:off x="7256871" y="3765736"/>
            <a:ext cx="553668" cy="385160"/>
          </a:xfrm>
          <a:custGeom>
            <a:avLst/>
            <a:gdLst>
              <a:gd name="T0" fmla="*/ 2147483646 w 608"/>
              <a:gd name="T1" fmla="*/ 2147483646 h 425"/>
              <a:gd name="T2" fmla="*/ 2147483646 w 608"/>
              <a:gd name="T3" fmla="*/ 2147483646 h 425"/>
              <a:gd name="T4" fmla="*/ 2147483646 w 608"/>
              <a:gd name="T5" fmla="*/ 2147483646 h 425"/>
              <a:gd name="T6" fmla="*/ 2147483646 w 608"/>
              <a:gd name="T7" fmla="*/ 2147483646 h 425"/>
              <a:gd name="T8" fmla="*/ 2147483646 w 608"/>
              <a:gd name="T9" fmla="*/ 2147483646 h 425"/>
              <a:gd name="T10" fmla="*/ 2147483646 w 608"/>
              <a:gd name="T11" fmla="*/ 2147483646 h 425"/>
              <a:gd name="T12" fmla="*/ 2147483646 w 608"/>
              <a:gd name="T13" fmla="*/ 2147483646 h 425"/>
              <a:gd name="T14" fmla="*/ 2147483646 w 608"/>
              <a:gd name="T15" fmla="*/ 2147483646 h 425"/>
              <a:gd name="T16" fmla="*/ 2147483646 w 608"/>
              <a:gd name="T17" fmla="*/ 2147483646 h 425"/>
              <a:gd name="T18" fmla="*/ 2147483646 w 608"/>
              <a:gd name="T19" fmla="*/ 2147483646 h 425"/>
              <a:gd name="T20" fmla="*/ 2147483646 w 608"/>
              <a:gd name="T21" fmla="*/ 2147483646 h 425"/>
              <a:gd name="T22" fmla="*/ 2147483646 w 608"/>
              <a:gd name="T23" fmla="*/ 2147483646 h 425"/>
              <a:gd name="T24" fmla="*/ 2147483646 w 608"/>
              <a:gd name="T25" fmla="*/ 2147483646 h 425"/>
              <a:gd name="T26" fmla="*/ 2147483646 w 608"/>
              <a:gd name="T27" fmla="*/ 2147483646 h 425"/>
              <a:gd name="T28" fmla="*/ 2147483646 w 608"/>
              <a:gd name="T29" fmla="*/ 2147483646 h 425"/>
              <a:gd name="T30" fmla="*/ 2147483646 w 608"/>
              <a:gd name="T31" fmla="*/ 2147483646 h 425"/>
              <a:gd name="T32" fmla="*/ 2147483646 w 608"/>
              <a:gd name="T33" fmla="*/ 2147483646 h 425"/>
              <a:gd name="T34" fmla="*/ 2147483646 w 608"/>
              <a:gd name="T35" fmla="*/ 2147483646 h 425"/>
              <a:gd name="T36" fmla="*/ 2147483646 w 608"/>
              <a:gd name="T37" fmla="*/ 2147483646 h 425"/>
              <a:gd name="T38" fmla="*/ 2147483646 w 608"/>
              <a:gd name="T39" fmla="*/ 2147483646 h 425"/>
              <a:gd name="T40" fmla="*/ 2147483646 w 608"/>
              <a:gd name="T41" fmla="*/ 2147483646 h 425"/>
              <a:gd name="T42" fmla="*/ 2147483646 w 608"/>
              <a:gd name="T43" fmla="*/ 2147483646 h 425"/>
              <a:gd name="T44" fmla="*/ 2147483646 w 608"/>
              <a:gd name="T45" fmla="*/ 2147483646 h 425"/>
              <a:gd name="T46" fmla="*/ 2147483646 w 608"/>
              <a:gd name="T47" fmla="*/ 2147483646 h 425"/>
              <a:gd name="T48" fmla="*/ 2147483646 w 608"/>
              <a:gd name="T49" fmla="*/ 2147483646 h 425"/>
              <a:gd name="T50" fmla="*/ 2147483646 w 608"/>
              <a:gd name="T51" fmla="*/ 2147483646 h 425"/>
              <a:gd name="T52" fmla="*/ 2147483646 w 608"/>
              <a:gd name="T53" fmla="*/ 2147483646 h 425"/>
              <a:gd name="T54" fmla="*/ 2147483646 w 608"/>
              <a:gd name="T55" fmla="*/ 2147483646 h 425"/>
              <a:gd name="T56" fmla="*/ 2147483646 w 608"/>
              <a:gd name="T57" fmla="*/ 2147483646 h 425"/>
              <a:gd name="T58" fmla="*/ 2147483646 w 608"/>
              <a:gd name="T59" fmla="*/ 2147483646 h 425"/>
              <a:gd name="T60" fmla="*/ 2147483646 w 608"/>
              <a:gd name="T61" fmla="*/ 2147483646 h 425"/>
              <a:gd name="T62" fmla="*/ 2147483646 w 608"/>
              <a:gd name="T63" fmla="*/ 2147483646 h 425"/>
              <a:gd name="T64" fmla="*/ 2147483646 w 608"/>
              <a:gd name="T65" fmla="*/ 2147483646 h 425"/>
              <a:gd name="T66" fmla="*/ 0 w 608"/>
              <a:gd name="T67" fmla="*/ 2147483646 h 425"/>
              <a:gd name="T68" fmla="*/ 0 w 608"/>
              <a:gd name="T69" fmla="*/ 2147483646 h 425"/>
              <a:gd name="T70" fmla="*/ 0 w 608"/>
              <a:gd name="T71" fmla="*/ 2147483646 h 425"/>
              <a:gd name="T72" fmla="*/ 2147483646 w 608"/>
              <a:gd name="T73" fmla="*/ 2147483646 h 425"/>
              <a:gd name="T74" fmla="*/ 2147483646 w 608"/>
              <a:gd name="T75" fmla="*/ 2147483646 h 425"/>
              <a:gd name="T76" fmla="*/ 2147483646 w 608"/>
              <a:gd name="T77" fmla="*/ 2147483646 h 425"/>
              <a:gd name="T78" fmla="*/ 2147483646 w 608"/>
              <a:gd name="T79" fmla="*/ 2147483646 h 425"/>
              <a:gd name="T80" fmla="*/ 2147483646 w 608"/>
              <a:gd name="T81" fmla="*/ 2147483646 h 425"/>
              <a:gd name="T82" fmla="*/ 2147483646 w 608"/>
              <a:gd name="T83" fmla="*/ 2147483646 h 425"/>
              <a:gd name="T84" fmla="*/ 2147483646 w 608"/>
              <a:gd name="T85" fmla="*/ 2147483646 h 425"/>
              <a:gd name="T86" fmla="*/ 2147483646 w 608"/>
              <a:gd name="T87" fmla="*/ 2147483646 h 425"/>
              <a:gd name="T88" fmla="*/ 2147483646 w 608"/>
              <a:gd name="T89" fmla="*/ 0 h 425"/>
              <a:gd name="T90" fmla="*/ 2147483646 w 608"/>
              <a:gd name="T91" fmla="*/ 2147483646 h 425"/>
              <a:gd name="T92" fmla="*/ 2147483646 w 608"/>
              <a:gd name="T93" fmla="*/ 2147483646 h 425"/>
              <a:gd name="T94" fmla="*/ 2147483646 w 608"/>
              <a:gd name="T95" fmla="*/ 2147483646 h 425"/>
              <a:gd name="T96" fmla="*/ 2147483646 w 608"/>
              <a:gd name="T97" fmla="*/ 2147483646 h 425"/>
              <a:gd name="T98" fmla="*/ 2147483646 w 608"/>
              <a:gd name="T99" fmla="*/ 2147483646 h 425"/>
              <a:gd name="T100" fmla="*/ 2147483646 w 608"/>
              <a:gd name="T101" fmla="*/ 2147483646 h 425"/>
              <a:gd name="T102" fmla="*/ 2147483646 w 608"/>
              <a:gd name="T103" fmla="*/ 2147483646 h 425"/>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608" h="425">
                <a:moveTo>
                  <a:pt x="607" y="410"/>
                </a:moveTo>
                <a:lnTo>
                  <a:pt x="607" y="410"/>
                </a:lnTo>
                <a:cubicBezTo>
                  <a:pt x="607" y="417"/>
                  <a:pt x="593" y="424"/>
                  <a:pt x="586" y="424"/>
                </a:cubicBezTo>
                <a:cubicBezTo>
                  <a:pt x="445" y="424"/>
                  <a:pt x="445" y="424"/>
                  <a:pt x="445" y="424"/>
                </a:cubicBezTo>
                <a:cubicBezTo>
                  <a:pt x="459" y="424"/>
                  <a:pt x="466" y="417"/>
                  <a:pt x="466" y="403"/>
                </a:cubicBezTo>
                <a:cubicBezTo>
                  <a:pt x="466" y="403"/>
                  <a:pt x="466" y="318"/>
                  <a:pt x="403" y="290"/>
                </a:cubicBezTo>
                <a:cubicBezTo>
                  <a:pt x="374" y="276"/>
                  <a:pt x="374" y="276"/>
                  <a:pt x="360" y="276"/>
                </a:cubicBezTo>
                <a:cubicBezTo>
                  <a:pt x="360" y="241"/>
                  <a:pt x="360" y="241"/>
                  <a:pt x="360" y="241"/>
                </a:cubicBezTo>
                <a:cubicBezTo>
                  <a:pt x="360" y="241"/>
                  <a:pt x="346" y="226"/>
                  <a:pt x="339" y="191"/>
                </a:cubicBezTo>
                <a:cubicBezTo>
                  <a:pt x="332" y="191"/>
                  <a:pt x="332" y="184"/>
                  <a:pt x="332" y="170"/>
                </a:cubicBezTo>
                <a:cubicBezTo>
                  <a:pt x="332" y="163"/>
                  <a:pt x="325" y="141"/>
                  <a:pt x="332" y="141"/>
                </a:cubicBezTo>
                <a:cubicBezTo>
                  <a:pt x="332" y="127"/>
                  <a:pt x="332" y="106"/>
                  <a:pt x="332" y="99"/>
                </a:cubicBezTo>
                <a:cubicBezTo>
                  <a:pt x="332" y="71"/>
                  <a:pt x="360" y="43"/>
                  <a:pt x="403" y="43"/>
                </a:cubicBezTo>
                <a:cubicBezTo>
                  <a:pt x="452" y="43"/>
                  <a:pt x="473" y="71"/>
                  <a:pt x="480" y="99"/>
                </a:cubicBezTo>
                <a:cubicBezTo>
                  <a:pt x="480" y="106"/>
                  <a:pt x="473" y="127"/>
                  <a:pt x="473" y="141"/>
                </a:cubicBezTo>
                <a:cubicBezTo>
                  <a:pt x="487" y="141"/>
                  <a:pt x="480" y="163"/>
                  <a:pt x="480" y="170"/>
                </a:cubicBezTo>
                <a:cubicBezTo>
                  <a:pt x="480" y="184"/>
                  <a:pt x="473" y="191"/>
                  <a:pt x="466" y="191"/>
                </a:cubicBezTo>
                <a:cubicBezTo>
                  <a:pt x="459" y="226"/>
                  <a:pt x="445" y="241"/>
                  <a:pt x="445" y="241"/>
                </a:cubicBezTo>
                <a:cubicBezTo>
                  <a:pt x="445" y="276"/>
                  <a:pt x="445" y="276"/>
                  <a:pt x="445" y="276"/>
                </a:cubicBezTo>
                <a:cubicBezTo>
                  <a:pt x="445" y="276"/>
                  <a:pt x="459" y="276"/>
                  <a:pt x="494" y="297"/>
                </a:cubicBezTo>
                <a:cubicBezTo>
                  <a:pt x="537" y="311"/>
                  <a:pt x="523" y="297"/>
                  <a:pt x="551" y="318"/>
                </a:cubicBezTo>
                <a:cubicBezTo>
                  <a:pt x="607" y="339"/>
                  <a:pt x="607" y="410"/>
                  <a:pt x="607" y="410"/>
                </a:cubicBezTo>
                <a:close/>
                <a:moveTo>
                  <a:pt x="325" y="283"/>
                </a:moveTo>
                <a:lnTo>
                  <a:pt x="325" y="283"/>
                </a:lnTo>
                <a:cubicBezTo>
                  <a:pt x="367" y="297"/>
                  <a:pt x="353" y="290"/>
                  <a:pt x="388" y="304"/>
                </a:cubicBezTo>
                <a:cubicBezTo>
                  <a:pt x="445" y="332"/>
                  <a:pt x="445" y="403"/>
                  <a:pt x="445" y="403"/>
                </a:cubicBezTo>
                <a:cubicBezTo>
                  <a:pt x="445" y="417"/>
                  <a:pt x="431" y="424"/>
                  <a:pt x="424" y="424"/>
                </a:cubicBezTo>
                <a:cubicBezTo>
                  <a:pt x="21" y="424"/>
                  <a:pt x="21" y="424"/>
                  <a:pt x="21" y="424"/>
                </a:cubicBezTo>
                <a:cubicBezTo>
                  <a:pt x="14" y="424"/>
                  <a:pt x="0" y="417"/>
                  <a:pt x="0" y="403"/>
                </a:cubicBezTo>
                <a:cubicBezTo>
                  <a:pt x="0" y="403"/>
                  <a:pt x="0" y="332"/>
                  <a:pt x="56" y="304"/>
                </a:cubicBezTo>
                <a:cubicBezTo>
                  <a:pt x="92" y="290"/>
                  <a:pt x="77" y="304"/>
                  <a:pt x="120" y="283"/>
                </a:cubicBezTo>
                <a:cubicBezTo>
                  <a:pt x="162" y="269"/>
                  <a:pt x="176" y="262"/>
                  <a:pt x="176" y="262"/>
                </a:cubicBezTo>
                <a:cubicBezTo>
                  <a:pt x="176" y="219"/>
                  <a:pt x="176" y="219"/>
                  <a:pt x="176" y="219"/>
                </a:cubicBezTo>
                <a:cubicBezTo>
                  <a:pt x="176" y="219"/>
                  <a:pt x="155" y="205"/>
                  <a:pt x="155" y="170"/>
                </a:cubicBezTo>
                <a:cubicBezTo>
                  <a:pt x="141" y="170"/>
                  <a:pt x="141" y="156"/>
                  <a:pt x="141" y="149"/>
                </a:cubicBezTo>
                <a:cubicBezTo>
                  <a:pt x="141" y="141"/>
                  <a:pt x="134" y="113"/>
                  <a:pt x="148" y="113"/>
                </a:cubicBezTo>
                <a:cubicBezTo>
                  <a:pt x="141" y="92"/>
                  <a:pt x="141" y="78"/>
                  <a:pt x="141" y="71"/>
                </a:cubicBezTo>
                <a:cubicBezTo>
                  <a:pt x="148" y="35"/>
                  <a:pt x="176" y="7"/>
                  <a:pt x="219" y="0"/>
                </a:cubicBezTo>
                <a:cubicBezTo>
                  <a:pt x="275" y="7"/>
                  <a:pt x="297" y="35"/>
                  <a:pt x="304" y="71"/>
                </a:cubicBezTo>
                <a:cubicBezTo>
                  <a:pt x="304" y="78"/>
                  <a:pt x="304" y="92"/>
                  <a:pt x="297" y="113"/>
                </a:cubicBezTo>
                <a:cubicBezTo>
                  <a:pt x="311" y="113"/>
                  <a:pt x="304" y="141"/>
                  <a:pt x="304" y="149"/>
                </a:cubicBezTo>
                <a:cubicBezTo>
                  <a:pt x="304" y="156"/>
                  <a:pt x="304" y="170"/>
                  <a:pt x="290" y="170"/>
                </a:cubicBezTo>
                <a:cubicBezTo>
                  <a:pt x="282" y="205"/>
                  <a:pt x="268" y="219"/>
                  <a:pt x="268" y="219"/>
                </a:cubicBezTo>
                <a:cubicBezTo>
                  <a:pt x="268" y="262"/>
                  <a:pt x="268" y="262"/>
                  <a:pt x="268" y="262"/>
                </a:cubicBezTo>
                <a:cubicBezTo>
                  <a:pt x="268" y="262"/>
                  <a:pt x="282" y="262"/>
                  <a:pt x="325" y="28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29" name="Freeform 90">
            <a:extLst>
              <a:ext uri="{FF2B5EF4-FFF2-40B4-BE49-F238E27FC236}">
                <a16:creationId xmlns:a16="http://schemas.microsoft.com/office/drawing/2014/main" id="{E2FF94A9-52EE-EF0A-8671-DEF1BC96B268}"/>
              </a:ext>
            </a:extLst>
          </p:cNvPr>
          <p:cNvSpPr>
            <a:spLocks noChangeArrowheads="1"/>
          </p:cNvSpPr>
          <p:nvPr/>
        </p:nvSpPr>
        <p:spPr bwMode="auto">
          <a:xfrm>
            <a:off x="6297983" y="3621301"/>
            <a:ext cx="545644" cy="529596"/>
          </a:xfrm>
          <a:custGeom>
            <a:avLst/>
            <a:gdLst>
              <a:gd name="T0" fmla="*/ 2147483646 w 601"/>
              <a:gd name="T1" fmla="*/ 2147483646 h 580"/>
              <a:gd name="T2" fmla="*/ 2147483646 w 601"/>
              <a:gd name="T3" fmla="*/ 2147483646 h 580"/>
              <a:gd name="T4" fmla="*/ 2147483646 w 601"/>
              <a:gd name="T5" fmla="*/ 2147483646 h 580"/>
              <a:gd name="T6" fmla="*/ 2147483646 w 601"/>
              <a:gd name="T7" fmla="*/ 2147483646 h 580"/>
              <a:gd name="T8" fmla="*/ 2147483646 w 601"/>
              <a:gd name="T9" fmla="*/ 2147483646 h 580"/>
              <a:gd name="T10" fmla="*/ 2147483646 w 601"/>
              <a:gd name="T11" fmla="*/ 2147483646 h 580"/>
              <a:gd name="T12" fmla="*/ 2147483646 w 601"/>
              <a:gd name="T13" fmla="*/ 2147483646 h 580"/>
              <a:gd name="T14" fmla="*/ 2147483646 w 601"/>
              <a:gd name="T15" fmla="*/ 2147483646 h 580"/>
              <a:gd name="T16" fmla="*/ 2147483646 w 601"/>
              <a:gd name="T17" fmla="*/ 2147483646 h 580"/>
              <a:gd name="T18" fmla="*/ 2147483646 w 601"/>
              <a:gd name="T19" fmla="*/ 2147483646 h 580"/>
              <a:gd name="T20" fmla="*/ 2147483646 w 601"/>
              <a:gd name="T21" fmla="*/ 2147483646 h 580"/>
              <a:gd name="T22" fmla="*/ 2147483646 w 601"/>
              <a:gd name="T23" fmla="*/ 2147483646 h 580"/>
              <a:gd name="T24" fmla="*/ 2147483646 w 601"/>
              <a:gd name="T25" fmla="*/ 2147483646 h 580"/>
              <a:gd name="T26" fmla="*/ 2147483646 w 601"/>
              <a:gd name="T27" fmla="*/ 2147483646 h 580"/>
              <a:gd name="T28" fmla="*/ 2147483646 w 601"/>
              <a:gd name="T29" fmla="*/ 2147483646 h 580"/>
              <a:gd name="T30" fmla="*/ 2147483646 w 601"/>
              <a:gd name="T31" fmla="*/ 2147483646 h 580"/>
              <a:gd name="T32" fmla="*/ 2147483646 w 601"/>
              <a:gd name="T33" fmla="*/ 2147483646 h 580"/>
              <a:gd name="T34" fmla="*/ 2147483646 w 601"/>
              <a:gd name="T35" fmla="*/ 2147483646 h 580"/>
              <a:gd name="T36" fmla="*/ 2147483646 w 601"/>
              <a:gd name="T37" fmla="*/ 2147483646 h 580"/>
              <a:gd name="T38" fmla="*/ 2147483646 w 601"/>
              <a:gd name="T39" fmla="*/ 2147483646 h 580"/>
              <a:gd name="T40" fmla="*/ 2147483646 w 601"/>
              <a:gd name="T41" fmla="*/ 2147483646 h 580"/>
              <a:gd name="T42" fmla="*/ 2147483646 w 601"/>
              <a:gd name="T43" fmla="*/ 2147483646 h 580"/>
              <a:gd name="T44" fmla="*/ 2147483646 w 601"/>
              <a:gd name="T45" fmla="*/ 2147483646 h 580"/>
              <a:gd name="T46" fmla="*/ 2147483646 w 601"/>
              <a:gd name="T47" fmla="*/ 2147483646 h 580"/>
              <a:gd name="T48" fmla="*/ 2147483646 w 601"/>
              <a:gd name="T49" fmla="*/ 2147483646 h 580"/>
              <a:gd name="T50" fmla="*/ 2147483646 w 601"/>
              <a:gd name="T51" fmla="*/ 2147483646 h 580"/>
              <a:gd name="T52" fmla="*/ 2147483646 w 601"/>
              <a:gd name="T53" fmla="*/ 2147483646 h 580"/>
              <a:gd name="T54" fmla="*/ 2147483646 w 601"/>
              <a:gd name="T55" fmla="*/ 2147483646 h 580"/>
              <a:gd name="T56" fmla="*/ 2147483646 w 601"/>
              <a:gd name="T57" fmla="*/ 2147483646 h 580"/>
              <a:gd name="T58" fmla="*/ 2147483646 w 601"/>
              <a:gd name="T59" fmla="*/ 2147483646 h 580"/>
              <a:gd name="T60" fmla="*/ 2147483646 w 601"/>
              <a:gd name="T61" fmla="*/ 2147483646 h 580"/>
              <a:gd name="T62" fmla="*/ 2147483646 w 601"/>
              <a:gd name="T63" fmla="*/ 2147483646 h 580"/>
              <a:gd name="T64" fmla="*/ 2147483646 w 601"/>
              <a:gd name="T65" fmla="*/ 2147483646 h 580"/>
              <a:gd name="T66" fmla="*/ 0 w 601"/>
              <a:gd name="T67" fmla="*/ 2147483646 h 580"/>
              <a:gd name="T68" fmla="*/ 0 w 601"/>
              <a:gd name="T69" fmla="*/ 2147483646 h 580"/>
              <a:gd name="T70" fmla="*/ 0 w 601"/>
              <a:gd name="T71" fmla="*/ 2147483646 h 580"/>
              <a:gd name="T72" fmla="*/ 2147483646 w 601"/>
              <a:gd name="T73" fmla="*/ 2147483646 h 580"/>
              <a:gd name="T74" fmla="*/ 2147483646 w 601"/>
              <a:gd name="T75" fmla="*/ 2147483646 h 580"/>
              <a:gd name="T76" fmla="*/ 2147483646 w 601"/>
              <a:gd name="T77" fmla="*/ 2147483646 h 580"/>
              <a:gd name="T78" fmla="*/ 2147483646 w 601"/>
              <a:gd name="T79" fmla="*/ 2147483646 h 580"/>
              <a:gd name="T80" fmla="*/ 2147483646 w 601"/>
              <a:gd name="T81" fmla="*/ 2147483646 h 580"/>
              <a:gd name="T82" fmla="*/ 2147483646 w 601"/>
              <a:gd name="T83" fmla="*/ 2147483646 h 580"/>
              <a:gd name="T84" fmla="*/ 2147483646 w 601"/>
              <a:gd name="T85" fmla="*/ 2147483646 h 580"/>
              <a:gd name="T86" fmla="*/ 2147483646 w 601"/>
              <a:gd name="T87" fmla="*/ 2147483646 h 580"/>
              <a:gd name="T88" fmla="*/ 2147483646 w 601"/>
              <a:gd name="T89" fmla="*/ 0 h 580"/>
              <a:gd name="T90" fmla="*/ 2147483646 w 601"/>
              <a:gd name="T91" fmla="*/ 2147483646 h 580"/>
              <a:gd name="T92" fmla="*/ 2147483646 w 601"/>
              <a:gd name="T93" fmla="*/ 2147483646 h 580"/>
              <a:gd name="T94" fmla="*/ 2147483646 w 601"/>
              <a:gd name="T95" fmla="*/ 2147483646 h 580"/>
              <a:gd name="T96" fmla="*/ 2147483646 w 601"/>
              <a:gd name="T97" fmla="*/ 2147483646 h 580"/>
              <a:gd name="T98" fmla="*/ 2147483646 w 601"/>
              <a:gd name="T99" fmla="*/ 2147483646 h 580"/>
              <a:gd name="T100" fmla="*/ 2147483646 w 601"/>
              <a:gd name="T101" fmla="*/ 2147483646 h 580"/>
              <a:gd name="T102" fmla="*/ 2147483646 w 601"/>
              <a:gd name="T103" fmla="*/ 2147483646 h 580"/>
              <a:gd name="T104" fmla="*/ 2147483646 w 601"/>
              <a:gd name="T105" fmla="*/ 2147483646 h 580"/>
              <a:gd name="T106" fmla="*/ 2147483646 w 601"/>
              <a:gd name="T107" fmla="*/ 2147483646 h 580"/>
              <a:gd name="T108" fmla="*/ 2147483646 w 601"/>
              <a:gd name="T109" fmla="*/ 2147483646 h 580"/>
              <a:gd name="T110" fmla="*/ 2147483646 w 601"/>
              <a:gd name="T111" fmla="*/ 2147483646 h 580"/>
              <a:gd name="T112" fmla="*/ 2147483646 w 601"/>
              <a:gd name="T113" fmla="*/ 2147483646 h 580"/>
              <a:gd name="T114" fmla="*/ 2147483646 w 601"/>
              <a:gd name="T115" fmla="*/ 2147483646 h 580"/>
              <a:gd name="T116" fmla="*/ 2147483646 w 601"/>
              <a:gd name="T117" fmla="*/ 2147483646 h 580"/>
              <a:gd name="T118" fmla="*/ 2147483646 w 601"/>
              <a:gd name="T119" fmla="*/ 2147483646 h 580"/>
              <a:gd name="T120" fmla="*/ 2147483646 w 601"/>
              <a:gd name="T121" fmla="*/ 2147483646 h 580"/>
              <a:gd name="T122" fmla="*/ 2147483646 w 601"/>
              <a:gd name="T123" fmla="*/ 2147483646 h 580"/>
              <a:gd name="T124" fmla="*/ 2147483646 w 601"/>
              <a:gd name="T125" fmla="*/ 2147483646 h 58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601" h="580">
                <a:moveTo>
                  <a:pt x="593" y="509"/>
                </a:moveTo>
                <a:lnTo>
                  <a:pt x="593" y="509"/>
                </a:lnTo>
                <a:cubicBezTo>
                  <a:pt x="530" y="572"/>
                  <a:pt x="530" y="572"/>
                  <a:pt x="530" y="572"/>
                </a:cubicBezTo>
                <a:cubicBezTo>
                  <a:pt x="523" y="579"/>
                  <a:pt x="515" y="579"/>
                  <a:pt x="508" y="579"/>
                </a:cubicBezTo>
                <a:cubicBezTo>
                  <a:pt x="494" y="579"/>
                  <a:pt x="480" y="572"/>
                  <a:pt x="480" y="551"/>
                </a:cubicBezTo>
                <a:cubicBezTo>
                  <a:pt x="480" y="544"/>
                  <a:pt x="480" y="537"/>
                  <a:pt x="487" y="537"/>
                </a:cubicBezTo>
                <a:cubicBezTo>
                  <a:pt x="508" y="516"/>
                  <a:pt x="508" y="516"/>
                  <a:pt x="508" y="516"/>
                </a:cubicBezTo>
                <a:cubicBezTo>
                  <a:pt x="374" y="516"/>
                  <a:pt x="374" y="516"/>
                  <a:pt x="374" y="516"/>
                </a:cubicBezTo>
                <a:cubicBezTo>
                  <a:pt x="360" y="516"/>
                  <a:pt x="346" y="502"/>
                  <a:pt x="346" y="487"/>
                </a:cubicBezTo>
                <a:cubicBezTo>
                  <a:pt x="346" y="473"/>
                  <a:pt x="360" y="459"/>
                  <a:pt x="374" y="459"/>
                </a:cubicBezTo>
                <a:cubicBezTo>
                  <a:pt x="508" y="459"/>
                  <a:pt x="508" y="459"/>
                  <a:pt x="508" y="459"/>
                </a:cubicBezTo>
                <a:cubicBezTo>
                  <a:pt x="487" y="438"/>
                  <a:pt x="487" y="438"/>
                  <a:pt x="487" y="438"/>
                </a:cubicBezTo>
                <a:cubicBezTo>
                  <a:pt x="480" y="438"/>
                  <a:pt x="480" y="431"/>
                  <a:pt x="480" y="424"/>
                </a:cubicBezTo>
                <a:cubicBezTo>
                  <a:pt x="480" y="403"/>
                  <a:pt x="494" y="396"/>
                  <a:pt x="508" y="396"/>
                </a:cubicBezTo>
                <a:cubicBezTo>
                  <a:pt x="515" y="396"/>
                  <a:pt x="523" y="396"/>
                  <a:pt x="530" y="403"/>
                </a:cubicBezTo>
                <a:cubicBezTo>
                  <a:pt x="593" y="466"/>
                  <a:pt x="593" y="466"/>
                  <a:pt x="593" y="466"/>
                </a:cubicBezTo>
                <a:cubicBezTo>
                  <a:pt x="600" y="473"/>
                  <a:pt x="600" y="480"/>
                  <a:pt x="600" y="487"/>
                </a:cubicBezTo>
                <a:cubicBezTo>
                  <a:pt x="600" y="494"/>
                  <a:pt x="600" y="502"/>
                  <a:pt x="593" y="509"/>
                </a:cubicBezTo>
                <a:close/>
                <a:moveTo>
                  <a:pt x="452" y="431"/>
                </a:moveTo>
                <a:lnTo>
                  <a:pt x="452" y="431"/>
                </a:lnTo>
                <a:cubicBezTo>
                  <a:pt x="374" y="431"/>
                  <a:pt x="374" y="431"/>
                  <a:pt x="374" y="431"/>
                </a:cubicBezTo>
                <a:cubicBezTo>
                  <a:pt x="346" y="431"/>
                  <a:pt x="318" y="459"/>
                  <a:pt x="318" y="487"/>
                </a:cubicBezTo>
                <a:cubicBezTo>
                  <a:pt x="318" y="516"/>
                  <a:pt x="346" y="544"/>
                  <a:pt x="374" y="544"/>
                </a:cubicBezTo>
                <a:cubicBezTo>
                  <a:pt x="452" y="544"/>
                  <a:pt x="452" y="544"/>
                  <a:pt x="452" y="544"/>
                </a:cubicBezTo>
                <a:lnTo>
                  <a:pt x="452" y="551"/>
                </a:lnTo>
                <a:cubicBezTo>
                  <a:pt x="452" y="565"/>
                  <a:pt x="452" y="572"/>
                  <a:pt x="459" y="579"/>
                </a:cubicBezTo>
                <a:cubicBezTo>
                  <a:pt x="28" y="579"/>
                  <a:pt x="28" y="579"/>
                  <a:pt x="28" y="579"/>
                </a:cubicBezTo>
                <a:cubicBezTo>
                  <a:pt x="14" y="579"/>
                  <a:pt x="0" y="572"/>
                  <a:pt x="0" y="551"/>
                </a:cubicBezTo>
                <a:cubicBezTo>
                  <a:pt x="0" y="551"/>
                  <a:pt x="0" y="452"/>
                  <a:pt x="77" y="410"/>
                </a:cubicBezTo>
                <a:cubicBezTo>
                  <a:pt x="120" y="388"/>
                  <a:pt x="106" y="410"/>
                  <a:pt x="162" y="381"/>
                </a:cubicBezTo>
                <a:cubicBezTo>
                  <a:pt x="219" y="360"/>
                  <a:pt x="233" y="353"/>
                  <a:pt x="233" y="353"/>
                </a:cubicBezTo>
                <a:cubicBezTo>
                  <a:pt x="233" y="296"/>
                  <a:pt x="233" y="296"/>
                  <a:pt x="233" y="296"/>
                </a:cubicBezTo>
                <a:cubicBezTo>
                  <a:pt x="233" y="296"/>
                  <a:pt x="212" y="275"/>
                  <a:pt x="204" y="226"/>
                </a:cubicBezTo>
                <a:cubicBezTo>
                  <a:pt x="190" y="233"/>
                  <a:pt x="190" y="212"/>
                  <a:pt x="190" y="198"/>
                </a:cubicBezTo>
                <a:cubicBezTo>
                  <a:pt x="190" y="183"/>
                  <a:pt x="183" y="148"/>
                  <a:pt x="197" y="148"/>
                </a:cubicBezTo>
                <a:cubicBezTo>
                  <a:pt x="190" y="127"/>
                  <a:pt x="190" y="99"/>
                  <a:pt x="190" y="92"/>
                </a:cubicBezTo>
                <a:cubicBezTo>
                  <a:pt x="197" y="49"/>
                  <a:pt x="240" y="0"/>
                  <a:pt x="304" y="0"/>
                </a:cubicBezTo>
                <a:cubicBezTo>
                  <a:pt x="374" y="0"/>
                  <a:pt x="410" y="49"/>
                  <a:pt x="410" y="92"/>
                </a:cubicBezTo>
                <a:cubicBezTo>
                  <a:pt x="410" y="99"/>
                  <a:pt x="410" y="127"/>
                  <a:pt x="402" y="148"/>
                </a:cubicBezTo>
                <a:cubicBezTo>
                  <a:pt x="424" y="148"/>
                  <a:pt x="417" y="183"/>
                  <a:pt x="417" y="198"/>
                </a:cubicBezTo>
                <a:cubicBezTo>
                  <a:pt x="417" y="212"/>
                  <a:pt x="410" y="233"/>
                  <a:pt x="395" y="226"/>
                </a:cubicBezTo>
                <a:cubicBezTo>
                  <a:pt x="388" y="275"/>
                  <a:pt x="367" y="296"/>
                  <a:pt x="367" y="296"/>
                </a:cubicBezTo>
                <a:cubicBezTo>
                  <a:pt x="367" y="353"/>
                  <a:pt x="367" y="353"/>
                  <a:pt x="367" y="353"/>
                </a:cubicBezTo>
                <a:cubicBezTo>
                  <a:pt x="367" y="353"/>
                  <a:pt x="381" y="360"/>
                  <a:pt x="438" y="381"/>
                </a:cubicBezTo>
                <a:cubicBezTo>
                  <a:pt x="445" y="388"/>
                  <a:pt x="452" y="388"/>
                  <a:pt x="459" y="388"/>
                </a:cubicBezTo>
                <a:cubicBezTo>
                  <a:pt x="452" y="403"/>
                  <a:pt x="452" y="410"/>
                  <a:pt x="452" y="424"/>
                </a:cubicBezTo>
                <a:lnTo>
                  <a:pt x="452" y="431"/>
                </a:lnTo>
                <a:close/>
                <a:moveTo>
                  <a:pt x="600" y="551"/>
                </a:moveTo>
                <a:lnTo>
                  <a:pt x="600" y="551"/>
                </a:lnTo>
                <a:cubicBezTo>
                  <a:pt x="600" y="572"/>
                  <a:pt x="593" y="579"/>
                  <a:pt x="572" y="579"/>
                </a:cubicBezTo>
                <a:cubicBezTo>
                  <a:pt x="558" y="579"/>
                  <a:pt x="558" y="579"/>
                  <a:pt x="558" y="579"/>
                </a:cubicBezTo>
                <a:cubicBezTo>
                  <a:pt x="600" y="537"/>
                  <a:pt x="600" y="537"/>
                  <a:pt x="600" y="537"/>
                </a:cubicBezTo>
                <a:cubicBezTo>
                  <a:pt x="600" y="551"/>
                  <a:pt x="600" y="551"/>
                  <a:pt x="600" y="55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0" name="Freeform 91">
            <a:extLst>
              <a:ext uri="{FF2B5EF4-FFF2-40B4-BE49-F238E27FC236}">
                <a16:creationId xmlns:a16="http://schemas.microsoft.com/office/drawing/2014/main" id="{D5482C6D-F938-3FA8-8E62-5B2BB7F93C22}"/>
              </a:ext>
            </a:extLst>
          </p:cNvPr>
          <p:cNvSpPr>
            <a:spLocks noChangeArrowheads="1"/>
          </p:cNvSpPr>
          <p:nvPr/>
        </p:nvSpPr>
        <p:spPr bwMode="auto">
          <a:xfrm>
            <a:off x="5339093" y="3621301"/>
            <a:ext cx="545644" cy="529596"/>
          </a:xfrm>
          <a:custGeom>
            <a:avLst/>
            <a:gdLst>
              <a:gd name="T0" fmla="*/ 2147483646 w 601"/>
              <a:gd name="T1" fmla="*/ 2147483646 h 580"/>
              <a:gd name="T2" fmla="*/ 2147483646 w 601"/>
              <a:gd name="T3" fmla="*/ 2147483646 h 580"/>
              <a:gd name="T4" fmla="*/ 2147483646 w 601"/>
              <a:gd name="T5" fmla="*/ 2147483646 h 580"/>
              <a:gd name="T6" fmla="*/ 2147483646 w 601"/>
              <a:gd name="T7" fmla="*/ 2147483646 h 580"/>
              <a:gd name="T8" fmla="*/ 2147483646 w 601"/>
              <a:gd name="T9" fmla="*/ 2147483646 h 580"/>
              <a:gd name="T10" fmla="*/ 2147483646 w 601"/>
              <a:gd name="T11" fmla="*/ 2147483646 h 580"/>
              <a:gd name="T12" fmla="*/ 2147483646 w 601"/>
              <a:gd name="T13" fmla="*/ 2147483646 h 580"/>
              <a:gd name="T14" fmla="*/ 2147483646 w 601"/>
              <a:gd name="T15" fmla="*/ 2147483646 h 580"/>
              <a:gd name="T16" fmla="*/ 2147483646 w 601"/>
              <a:gd name="T17" fmla="*/ 2147483646 h 580"/>
              <a:gd name="T18" fmla="*/ 2147483646 w 601"/>
              <a:gd name="T19" fmla="*/ 2147483646 h 580"/>
              <a:gd name="T20" fmla="*/ 2147483646 w 601"/>
              <a:gd name="T21" fmla="*/ 2147483646 h 580"/>
              <a:gd name="T22" fmla="*/ 2147483646 w 601"/>
              <a:gd name="T23" fmla="*/ 2147483646 h 580"/>
              <a:gd name="T24" fmla="*/ 2147483646 w 601"/>
              <a:gd name="T25" fmla="*/ 2147483646 h 580"/>
              <a:gd name="T26" fmla="*/ 2147483646 w 601"/>
              <a:gd name="T27" fmla="*/ 2147483646 h 580"/>
              <a:gd name="T28" fmla="*/ 2147483646 w 601"/>
              <a:gd name="T29" fmla="*/ 2147483646 h 580"/>
              <a:gd name="T30" fmla="*/ 2147483646 w 601"/>
              <a:gd name="T31" fmla="*/ 2147483646 h 580"/>
              <a:gd name="T32" fmla="*/ 2147483646 w 601"/>
              <a:gd name="T33" fmla="*/ 2147483646 h 580"/>
              <a:gd name="T34" fmla="*/ 2147483646 w 601"/>
              <a:gd name="T35" fmla="*/ 2147483646 h 580"/>
              <a:gd name="T36" fmla="*/ 2147483646 w 601"/>
              <a:gd name="T37" fmla="*/ 2147483646 h 580"/>
              <a:gd name="T38" fmla="*/ 2147483646 w 601"/>
              <a:gd name="T39" fmla="*/ 2147483646 h 580"/>
              <a:gd name="T40" fmla="*/ 2147483646 w 601"/>
              <a:gd name="T41" fmla="*/ 2147483646 h 580"/>
              <a:gd name="T42" fmla="*/ 2147483646 w 601"/>
              <a:gd name="T43" fmla="*/ 2147483646 h 580"/>
              <a:gd name="T44" fmla="*/ 0 w 601"/>
              <a:gd name="T45" fmla="*/ 2147483646 h 580"/>
              <a:gd name="T46" fmla="*/ 0 w 601"/>
              <a:gd name="T47" fmla="*/ 2147483646 h 580"/>
              <a:gd name="T48" fmla="*/ 2147483646 w 601"/>
              <a:gd name="T49" fmla="*/ 2147483646 h 580"/>
              <a:gd name="T50" fmla="*/ 2147483646 w 601"/>
              <a:gd name="T51" fmla="*/ 2147483646 h 580"/>
              <a:gd name="T52" fmla="*/ 2147483646 w 601"/>
              <a:gd name="T53" fmla="*/ 2147483646 h 580"/>
              <a:gd name="T54" fmla="*/ 2147483646 w 601"/>
              <a:gd name="T55" fmla="*/ 2147483646 h 580"/>
              <a:gd name="T56" fmla="*/ 2147483646 w 601"/>
              <a:gd name="T57" fmla="*/ 2147483646 h 580"/>
              <a:gd name="T58" fmla="*/ 2147483646 w 601"/>
              <a:gd name="T59" fmla="*/ 2147483646 h 580"/>
              <a:gd name="T60" fmla="*/ 2147483646 w 601"/>
              <a:gd name="T61" fmla="*/ 2147483646 h 580"/>
              <a:gd name="T62" fmla="*/ 2147483646 w 601"/>
              <a:gd name="T63" fmla="*/ 2147483646 h 580"/>
              <a:gd name="T64" fmla="*/ 2147483646 w 601"/>
              <a:gd name="T65" fmla="*/ 2147483646 h 580"/>
              <a:gd name="T66" fmla="*/ 2147483646 w 601"/>
              <a:gd name="T67" fmla="*/ 2147483646 h 580"/>
              <a:gd name="T68" fmla="*/ 2147483646 w 601"/>
              <a:gd name="T69" fmla="*/ 2147483646 h 580"/>
              <a:gd name="T70" fmla="*/ 2147483646 w 601"/>
              <a:gd name="T71" fmla="*/ 2147483646 h 58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1" h="580">
                <a:moveTo>
                  <a:pt x="572" y="516"/>
                </a:moveTo>
                <a:lnTo>
                  <a:pt x="572" y="516"/>
                </a:lnTo>
                <a:cubicBezTo>
                  <a:pt x="445" y="516"/>
                  <a:pt x="445" y="516"/>
                  <a:pt x="445" y="516"/>
                </a:cubicBezTo>
                <a:cubicBezTo>
                  <a:pt x="459" y="537"/>
                  <a:pt x="459" y="537"/>
                  <a:pt x="459" y="537"/>
                </a:cubicBezTo>
                <a:cubicBezTo>
                  <a:pt x="466" y="537"/>
                  <a:pt x="466" y="544"/>
                  <a:pt x="466" y="551"/>
                </a:cubicBezTo>
                <a:cubicBezTo>
                  <a:pt x="466" y="572"/>
                  <a:pt x="459" y="579"/>
                  <a:pt x="438" y="579"/>
                </a:cubicBezTo>
                <a:cubicBezTo>
                  <a:pt x="431" y="579"/>
                  <a:pt x="424" y="579"/>
                  <a:pt x="424" y="572"/>
                </a:cubicBezTo>
                <a:cubicBezTo>
                  <a:pt x="353" y="509"/>
                  <a:pt x="353" y="509"/>
                  <a:pt x="353" y="509"/>
                </a:cubicBezTo>
                <a:cubicBezTo>
                  <a:pt x="346" y="502"/>
                  <a:pt x="346" y="494"/>
                  <a:pt x="346" y="487"/>
                </a:cubicBezTo>
                <a:cubicBezTo>
                  <a:pt x="346" y="480"/>
                  <a:pt x="346" y="473"/>
                  <a:pt x="353" y="466"/>
                </a:cubicBezTo>
                <a:cubicBezTo>
                  <a:pt x="424" y="403"/>
                  <a:pt x="424" y="403"/>
                  <a:pt x="424" y="403"/>
                </a:cubicBezTo>
                <a:cubicBezTo>
                  <a:pt x="424" y="396"/>
                  <a:pt x="431" y="396"/>
                  <a:pt x="438" y="396"/>
                </a:cubicBezTo>
                <a:cubicBezTo>
                  <a:pt x="459" y="396"/>
                  <a:pt x="466" y="403"/>
                  <a:pt x="466" y="424"/>
                </a:cubicBezTo>
                <a:cubicBezTo>
                  <a:pt x="466" y="431"/>
                  <a:pt x="466" y="438"/>
                  <a:pt x="459" y="438"/>
                </a:cubicBezTo>
                <a:cubicBezTo>
                  <a:pt x="445" y="459"/>
                  <a:pt x="445" y="459"/>
                  <a:pt x="445" y="459"/>
                </a:cubicBezTo>
                <a:cubicBezTo>
                  <a:pt x="572" y="459"/>
                  <a:pt x="572" y="459"/>
                  <a:pt x="572" y="459"/>
                </a:cubicBezTo>
                <a:cubicBezTo>
                  <a:pt x="586" y="459"/>
                  <a:pt x="600" y="473"/>
                  <a:pt x="600" y="487"/>
                </a:cubicBezTo>
                <a:cubicBezTo>
                  <a:pt x="600" y="502"/>
                  <a:pt x="586" y="516"/>
                  <a:pt x="572" y="516"/>
                </a:cubicBezTo>
                <a:close/>
                <a:moveTo>
                  <a:pt x="494" y="424"/>
                </a:moveTo>
                <a:lnTo>
                  <a:pt x="494" y="424"/>
                </a:lnTo>
                <a:cubicBezTo>
                  <a:pt x="494" y="417"/>
                  <a:pt x="494" y="410"/>
                  <a:pt x="494" y="403"/>
                </a:cubicBezTo>
                <a:cubicBezTo>
                  <a:pt x="501" y="403"/>
                  <a:pt x="508" y="403"/>
                  <a:pt x="522" y="410"/>
                </a:cubicBezTo>
                <a:cubicBezTo>
                  <a:pt x="537" y="417"/>
                  <a:pt x="544" y="424"/>
                  <a:pt x="551" y="431"/>
                </a:cubicBezTo>
                <a:cubicBezTo>
                  <a:pt x="494" y="431"/>
                  <a:pt x="494" y="431"/>
                  <a:pt x="494" y="431"/>
                </a:cubicBezTo>
                <a:lnTo>
                  <a:pt x="494" y="424"/>
                </a:lnTo>
                <a:close/>
                <a:moveTo>
                  <a:pt x="395" y="226"/>
                </a:moveTo>
                <a:lnTo>
                  <a:pt x="395" y="226"/>
                </a:lnTo>
                <a:cubicBezTo>
                  <a:pt x="388" y="275"/>
                  <a:pt x="367" y="296"/>
                  <a:pt x="367" y="296"/>
                </a:cubicBezTo>
                <a:cubicBezTo>
                  <a:pt x="367" y="353"/>
                  <a:pt x="367" y="353"/>
                  <a:pt x="367" y="353"/>
                </a:cubicBezTo>
                <a:cubicBezTo>
                  <a:pt x="367" y="353"/>
                  <a:pt x="374" y="353"/>
                  <a:pt x="409" y="374"/>
                </a:cubicBezTo>
                <a:lnTo>
                  <a:pt x="402" y="381"/>
                </a:lnTo>
                <a:cubicBezTo>
                  <a:pt x="332" y="445"/>
                  <a:pt x="332" y="445"/>
                  <a:pt x="332" y="445"/>
                </a:cubicBezTo>
                <a:cubicBezTo>
                  <a:pt x="325" y="459"/>
                  <a:pt x="318" y="473"/>
                  <a:pt x="318" y="487"/>
                </a:cubicBezTo>
                <a:cubicBezTo>
                  <a:pt x="318" y="502"/>
                  <a:pt x="325" y="516"/>
                  <a:pt x="332" y="530"/>
                </a:cubicBezTo>
                <a:cubicBezTo>
                  <a:pt x="388" y="579"/>
                  <a:pt x="388" y="579"/>
                  <a:pt x="388" y="579"/>
                </a:cubicBezTo>
                <a:cubicBezTo>
                  <a:pt x="28" y="579"/>
                  <a:pt x="28" y="579"/>
                  <a:pt x="28" y="579"/>
                </a:cubicBezTo>
                <a:cubicBezTo>
                  <a:pt x="7" y="579"/>
                  <a:pt x="0" y="572"/>
                  <a:pt x="0" y="551"/>
                </a:cubicBezTo>
                <a:cubicBezTo>
                  <a:pt x="0" y="551"/>
                  <a:pt x="0" y="452"/>
                  <a:pt x="70" y="410"/>
                </a:cubicBezTo>
                <a:cubicBezTo>
                  <a:pt x="120" y="388"/>
                  <a:pt x="98" y="410"/>
                  <a:pt x="162" y="381"/>
                </a:cubicBezTo>
                <a:cubicBezTo>
                  <a:pt x="219" y="360"/>
                  <a:pt x="233" y="353"/>
                  <a:pt x="233" y="353"/>
                </a:cubicBezTo>
                <a:cubicBezTo>
                  <a:pt x="233" y="296"/>
                  <a:pt x="233" y="296"/>
                  <a:pt x="233" y="296"/>
                </a:cubicBezTo>
                <a:cubicBezTo>
                  <a:pt x="233" y="296"/>
                  <a:pt x="211" y="275"/>
                  <a:pt x="204" y="226"/>
                </a:cubicBezTo>
                <a:cubicBezTo>
                  <a:pt x="190" y="233"/>
                  <a:pt x="183" y="212"/>
                  <a:pt x="183" y="198"/>
                </a:cubicBezTo>
                <a:cubicBezTo>
                  <a:pt x="183" y="183"/>
                  <a:pt x="176" y="148"/>
                  <a:pt x="197" y="148"/>
                </a:cubicBezTo>
                <a:cubicBezTo>
                  <a:pt x="190" y="127"/>
                  <a:pt x="190" y="99"/>
                  <a:pt x="190" y="92"/>
                </a:cubicBezTo>
                <a:cubicBezTo>
                  <a:pt x="190" y="49"/>
                  <a:pt x="233" y="0"/>
                  <a:pt x="296" y="0"/>
                </a:cubicBezTo>
                <a:cubicBezTo>
                  <a:pt x="374" y="0"/>
                  <a:pt x="402" y="49"/>
                  <a:pt x="409" y="92"/>
                </a:cubicBezTo>
                <a:cubicBezTo>
                  <a:pt x="409" y="99"/>
                  <a:pt x="409" y="127"/>
                  <a:pt x="402" y="148"/>
                </a:cubicBezTo>
                <a:cubicBezTo>
                  <a:pt x="424" y="148"/>
                  <a:pt x="417" y="183"/>
                  <a:pt x="409" y="198"/>
                </a:cubicBezTo>
                <a:cubicBezTo>
                  <a:pt x="409" y="212"/>
                  <a:pt x="409" y="233"/>
                  <a:pt x="395" y="226"/>
                </a:cubicBezTo>
                <a:close/>
                <a:moveTo>
                  <a:pt x="494" y="544"/>
                </a:moveTo>
                <a:lnTo>
                  <a:pt x="494" y="544"/>
                </a:lnTo>
                <a:cubicBezTo>
                  <a:pt x="572" y="544"/>
                  <a:pt x="572" y="544"/>
                  <a:pt x="572" y="544"/>
                </a:cubicBezTo>
                <a:cubicBezTo>
                  <a:pt x="579" y="544"/>
                  <a:pt x="593" y="544"/>
                  <a:pt x="600" y="537"/>
                </a:cubicBezTo>
                <a:cubicBezTo>
                  <a:pt x="600" y="544"/>
                  <a:pt x="600" y="551"/>
                  <a:pt x="600" y="551"/>
                </a:cubicBezTo>
                <a:cubicBezTo>
                  <a:pt x="600" y="572"/>
                  <a:pt x="586" y="579"/>
                  <a:pt x="572" y="579"/>
                </a:cubicBezTo>
                <a:cubicBezTo>
                  <a:pt x="487" y="579"/>
                  <a:pt x="487" y="579"/>
                  <a:pt x="487" y="579"/>
                </a:cubicBezTo>
                <a:cubicBezTo>
                  <a:pt x="494" y="572"/>
                  <a:pt x="494" y="565"/>
                  <a:pt x="494" y="551"/>
                </a:cubicBezTo>
                <a:lnTo>
                  <a:pt x="494" y="54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1" name="Freeform 92">
            <a:extLst>
              <a:ext uri="{FF2B5EF4-FFF2-40B4-BE49-F238E27FC236}">
                <a16:creationId xmlns:a16="http://schemas.microsoft.com/office/drawing/2014/main" id="{9ABBF312-86A4-3DC1-ED82-0C6DB9B628B5}"/>
              </a:ext>
            </a:extLst>
          </p:cNvPr>
          <p:cNvSpPr>
            <a:spLocks noChangeArrowheads="1"/>
          </p:cNvSpPr>
          <p:nvPr/>
        </p:nvSpPr>
        <p:spPr bwMode="auto">
          <a:xfrm>
            <a:off x="4376191" y="3621301"/>
            <a:ext cx="553668" cy="529596"/>
          </a:xfrm>
          <a:custGeom>
            <a:avLst/>
            <a:gdLst>
              <a:gd name="T0" fmla="*/ 2147483646 w 609"/>
              <a:gd name="T1" fmla="*/ 2147483646 h 580"/>
              <a:gd name="T2" fmla="*/ 2147483646 w 609"/>
              <a:gd name="T3" fmla="*/ 2147483646 h 580"/>
              <a:gd name="T4" fmla="*/ 2147483646 w 609"/>
              <a:gd name="T5" fmla="*/ 2147483646 h 580"/>
              <a:gd name="T6" fmla="*/ 2147483646 w 609"/>
              <a:gd name="T7" fmla="*/ 2147483646 h 580"/>
              <a:gd name="T8" fmla="*/ 2147483646 w 609"/>
              <a:gd name="T9" fmla="*/ 2147483646 h 580"/>
              <a:gd name="T10" fmla="*/ 2147483646 w 609"/>
              <a:gd name="T11" fmla="*/ 2147483646 h 580"/>
              <a:gd name="T12" fmla="*/ 2147483646 w 609"/>
              <a:gd name="T13" fmla="*/ 2147483646 h 580"/>
              <a:gd name="T14" fmla="*/ 2147483646 w 609"/>
              <a:gd name="T15" fmla="*/ 2147483646 h 580"/>
              <a:gd name="T16" fmla="*/ 2147483646 w 609"/>
              <a:gd name="T17" fmla="*/ 2147483646 h 580"/>
              <a:gd name="T18" fmla="*/ 2147483646 w 609"/>
              <a:gd name="T19" fmla="*/ 2147483646 h 580"/>
              <a:gd name="T20" fmla="*/ 2147483646 w 609"/>
              <a:gd name="T21" fmla="*/ 2147483646 h 580"/>
              <a:gd name="T22" fmla="*/ 2147483646 w 609"/>
              <a:gd name="T23" fmla="*/ 2147483646 h 580"/>
              <a:gd name="T24" fmla="*/ 2147483646 w 609"/>
              <a:gd name="T25" fmla="*/ 2147483646 h 580"/>
              <a:gd name="T26" fmla="*/ 2147483646 w 609"/>
              <a:gd name="T27" fmla="*/ 2147483646 h 580"/>
              <a:gd name="T28" fmla="*/ 2147483646 w 609"/>
              <a:gd name="T29" fmla="*/ 2147483646 h 580"/>
              <a:gd name="T30" fmla="*/ 2147483646 w 609"/>
              <a:gd name="T31" fmla="*/ 2147483646 h 580"/>
              <a:gd name="T32" fmla="*/ 2147483646 w 609"/>
              <a:gd name="T33" fmla="*/ 2147483646 h 580"/>
              <a:gd name="T34" fmla="*/ 2147483646 w 609"/>
              <a:gd name="T35" fmla="*/ 2147483646 h 580"/>
              <a:gd name="T36" fmla="*/ 2147483646 w 609"/>
              <a:gd name="T37" fmla="*/ 2147483646 h 580"/>
              <a:gd name="T38" fmla="*/ 2147483646 w 609"/>
              <a:gd name="T39" fmla="*/ 2147483646 h 580"/>
              <a:gd name="T40" fmla="*/ 2147483646 w 609"/>
              <a:gd name="T41" fmla="*/ 2147483646 h 580"/>
              <a:gd name="T42" fmla="*/ 2147483646 w 609"/>
              <a:gd name="T43" fmla="*/ 2147483646 h 580"/>
              <a:gd name="T44" fmla="*/ 2147483646 w 609"/>
              <a:gd name="T45" fmla="*/ 2147483646 h 580"/>
              <a:gd name="T46" fmla="*/ 2147483646 w 609"/>
              <a:gd name="T47" fmla="*/ 2147483646 h 580"/>
              <a:gd name="T48" fmla="*/ 2147483646 w 609"/>
              <a:gd name="T49" fmla="*/ 2147483646 h 580"/>
              <a:gd name="T50" fmla="*/ 2147483646 w 609"/>
              <a:gd name="T51" fmla="*/ 2147483646 h 580"/>
              <a:gd name="T52" fmla="*/ 2147483646 w 609"/>
              <a:gd name="T53" fmla="*/ 2147483646 h 580"/>
              <a:gd name="T54" fmla="*/ 2147483646 w 609"/>
              <a:gd name="T55" fmla="*/ 2147483646 h 580"/>
              <a:gd name="T56" fmla="*/ 2147483646 w 609"/>
              <a:gd name="T57" fmla="*/ 2147483646 h 580"/>
              <a:gd name="T58" fmla="*/ 2147483646 w 609"/>
              <a:gd name="T59" fmla="*/ 2147483646 h 580"/>
              <a:gd name="T60" fmla="*/ 2147483646 w 609"/>
              <a:gd name="T61" fmla="*/ 2147483646 h 580"/>
              <a:gd name="T62" fmla="*/ 2147483646 w 609"/>
              <a:gd name="T63" fmla="*/ 2147483646 h 580"/>
              <a:gd name="T64" fmla="*/ 2147483646 w 609"/>
              <a:gd name="T65" fmla="*/ 2147483646 h 580"/>
              <a:gd name="T66" fmla="*/ 0 w 609"/>
              <a:gd name="T67" fmla="*/ 2147483646 h 580"/>
              <a:gd name="T68" fmla="*/ 0 w 609"/>
              <a:gd name="T69" fmla="*/ 2147483646 h 580"/>
              <a:gd name="T70" fmla="*/ 0 w 609"/>
              <a:gd name="T71" fmla="*/ 2147483646 h 580"/>
              <a:gd name="T72" fmla="*/ 2147483646 w 609"/>
              <a:gd name="T73" fmla="*/ 2147483646 h 580"/>
              <a:gd name="T74" fmla="*/ 2147483646 w 609"/>
              <a:gd name="T75" fmla="*/ 2147483646 h 580"/>
              <a:gd name="T76" fmla="*/ 2147483646 w 609"/>
              <a:gd name="T77" fmla="*/ 2147483646 h 580"/>
              <a:gd name="T78" fmla="*/ 2147483646 w 609"/>
              <a:gd name="T79" fmla="*/ 2147483646 h 580"/>
              <a:gd name="T80" fmla="*/ 2147483646 w 609"/>
              <a:gd name="T81" fmla="*/ 2147483646 h 580"/>
              <a:gd name="T82" fmla="*/ 2147483646 w 609"/>
              <a:gd name="T83" fmla="*/ 2147483646 h 580"/>
              <a:gd name="T84" fmla="*/ 2147483646 w 609"/>
              <a:gd name="T85" fmla="*/ 2147483646 h 580"/>
              <a:gd name="T86" fmla="*/ 2147483646 w 609"/>
              <a:gd name="T87" fmla="*/ 2147483646 h 580"/>
              <a:gd name="T88" fmla="*/ 2147483646 w 609"/>
              <a:gd name="T89" fmla="*/ 0 h 580"/>
              <a:gd name="T90" fmla="*/ 2147483646 w 609"/>
              <a:gd name="T91" fmla="*/ 2147483646 h 580"/>
              <a:gd name="T92" fmla="*/ 2147483646 w 609"/>
              <a:gd name="T93" fmla="*/ 2147483646 h 580"/>
              <a:gd name="T94" fmla="*/ 2147483646 w 609"/>
              <a:gd name="T95" fmla="*/ 2147483646 h 580"/>
              <a:gd name="T96" fmla="*/ 2147483646 w 609"/>
              <a:gd name="T97" fmla="*/ 2147483646 h 580"/>
              <a:gd name="T98" fmla="*/ 2147483646 w 609"/>
              <a:gd name="T99" fmla="*/ 2147483646 h 580"/>
              <a:gd name="T100" fmla="*/ 2147483646 w 609"/>
              <a:gd name="T101" fmla="*/ 2147483646 h 580"/>
              <a:gd name="T102" fmla="*/ 2147483646 w 609"/>
              <a:gd name="T103" fmla="*/ 2147483646 h 580"/>
              <a:gd name="T104" fmla="*/ 2147483646 w 609"/>
              <a:gd name="T105" fmla="*/ 2147483646 h 580"/>
              <a:gd name="T106" fmla="*/ 2147483646 w 609"/>
              <a:gd name="T107" fmla="*/ 2147483646 h 58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609" h="580">
                <a:moveTo>
                  <a:pt x="559" y="494"/>
                </a:moveTo>
                <a:lnTo>
                  <a:pt x="559" y="494"/>
                </a:lnTo>
                <a:cubicBezTo>
                  <a:pt x="594" y="537"/>
                  <a:pt x="594" y="537"/>
                  <a:pt x="594" y="537"/>
                </a:cubicBezTo>
                <a:cubicBezTo>
                  <a:pt x="601" y="537"/>
                  <a:pt x="608" y="544"/>
                  <a:pt x="608" y="551"/>
                </a:cubicBezTo>
                <a:cubicBezTo>
                  <a:pt x="608" y="572"/>
                  <a:pt x="594" y="579"/>
                  <a:pt x="580" y="579"/>
                </a:cubicBezTo>
                <a:cubicBezTo>
                  <a:pt x="573" y="579"/>
                  <a:pt x="566" y="579"/>
                  <a:pt x="559" y="572"/>
                </a:cubicBezTo>
                <a:cubicBezTo>
                  <a:pt x="523" y="537"/>
                  <a:pt x="523" y="537"/>
                  <a:pt x="523" y="537"/>
                </a:cubicBezTo>
                <a:cubicBezTo>
                  <a:pt x="481" y="572"/>
                  <a:pt x="481" y="572"/>
                  <a:pt x="481" y="572"/>
                </a:cubicBezTo>
                <a:cubicBezTo>
                  <a:pt x="481" y="579"/>
                  <a:pt x="474" y="579"/>
                  <a:pt x="467" y="579"/>
                </a:cubicBezTo>
                <a:cubicBezTo>
                  <a:pt x="446" y="579"/>
                  <a:pt x="439" y="572"/>
                  <a:pt x="439" y="551"/>
                </a:cubicBezTo>
                <a:cubicBezTo>
                  <a:pt x="439" y="544"/>
                  <a:pt x="439" y="537"/>
                  <a:pt x="446" y="537"/>
                </a:cubicBezTo>
                <a:cubicBezTo>
                  <a:pt x="481" y="494"/>
                  <a:pt x="481" y="494"/>
                  <a:pt x="481" y="494"/>
                </a:cubicBezTo>
                <a:cubicBezTo>
                  <a:pt x="446" y="459"/>
                  <a:pt x="446" y="459"/>
                  <a:pt x="446" y="459"/>
                </a:cubicBezTo>
                <a:cubicBezTo>
                  <a:pt x="439" y="452"/>
                  <a:pt x="439" y="445"/>
                  <a:pt x="439" y="438"/>
                </a:cubicBezTo>
                <a:cubicBezTo>
                  <a:pt x="439" y="424"/>
                  <a:pt x="446" y="410"/>
                  <a:pt x="467" y="410"/>
                </a:cubicBezTo>
                <a:cubicBezTo>
                  <a:pt x="474" y="410"/>
                  <a:pt x="481" y="417"/>
                  <a:pt x="481" y="424"/>
                </a:cubicBezTo>
                <a:cubicBezTo>
                  <a:pt x="523" y="459"/>
                  <a:pt x="523" y="459"/>
                  <a:pt x="523" y="459"/>
                </a:cubicBezTo>
                <a:cubicBezTo>
                  <a:pt x="559" y="424"/>
                  <a:pt x="559" y="424"/>
                  <a:pt x="559" y="424"/>
                </a:cubicBezTo>
                <a:cubicBezTo>
                  <a:pt x="566" y="417"/>
                  <a:pt x="573" y="410"/>
                  <a:pt x="580" y="410"/>
                </a:cubicBezTo>
                <a:cubicBezTo>
                  <a:pt x="594" y="410"/>
                  <a:pt x="608" y="424"/>
                  <a:pt x="608" y="438"/>
                </a:cubicBezTo>
                <a:cubicBezTo>
                  <a:pt x="608" y="445"/>
                  <a:pt x="601" y="452"/>
                  <a:pt x="594" y="459"/>
                </a:cubicBezTo>
                <a:lnTo>
                  <a:pt x="559" y="494"/>
                </a:lnTo>
                <a:close/>
                <a:moveTo>
                  <a:pt x="410" y="438"/>
                </a:moveTo>
                <a:lnTo>
                  <a:pt x="410" y="438"/>
                </a:lnTo>
                <a:cubicBezTo>
                  <a:pt x="410" y="459"/>
                  <a:pt x="417" y="473"/>
                  <a:pt x="424" y="480"/>
                </a:cubicBezTo>
                <a:cubicBezTo>
                  <a:pt x="439" y="494"/>
                  <a:pt x="439" y="494"/>
                  <a:pt x="439" y="494"/>
                </a:cubicBezTo>
                <a:cubicBezTo>
                  <a:pt x="424" y="516"/>
                  <a:pt x="424" y="516"/>
                  <a:pt x="424" y="516"/>
                </a:cubicBezTo>
                <a:cubicBezTo>
                  <a:pt x="417" y="523"/>
                  <a:pt x="410" y="537"/>
                  <a:pt x="410" y="551"/>
                </a:cubicBezTo>
                <a:cubicBezTo>
                  <a:pt x="410" y="565"/>
                  <a:pt x="410" y="572"/>
                  <a:pt x="417" y="579"/>
                </a:cubicBezTo>
                <a:cubicBezTo>
                  <a:pt x="29" y="579"/>
                  <a:pt x="29" y="579"/>
                  <a:pt x="29" y="579"/>
                </a:cubicBezTo>
                <a:cubicBezTo>
                  <a:pt x="15" y="579"/>
                  <a:pt x="0" y="572"/>
                  <a:pt x="0" y="551"/>
                </a:cubicBezTo>
                <a:cubicBezTo>
                  <a:pt x="0" y="551"/>
                  <a:pt x="0" y="452"/>
                  <a:pt x="78" y="410"/>
                </a:cubicBezTo>
                <a:cubicBezTo>
                  <a:pt x="128" y="388"/>
                  <a:pt x="106" y="410"/>
                  <a:pt x="163" y="381"/>
                </a:cubicBezTo>
                <a:cubicBezTo>
                  <a:pt x="226" y="360"/>
                  <a:pt x="241" y="353"/>
                  <a:pt x="241" y="353"/>
                </a:cubicBezTo>
                <a:cubicBezTo>
                  <a:pt x="241" y="296"/>
                  <a:pt x="241" y="296"/>
                  <a:pt x="241" y="296"/>
                </a:cubicBezTo>
                <a:cubicBezTo>
                  <a:pt x="241" y="296"/>
                  <a:pt x="219" y="275"/>
                  <a:pt x="212" y="226"/>
                </a:cubicBezTo>
                <a:cubicBezTo>
                  <a:pt x="198" y="233"/>
                  <a:pt x="191" y="212"/>
                  <a:pt x="191" y="198"/>
                </a:cubicBezTo>
                <a:cubicBezTo>
                  <a:pt x="191" y="183"/>
                  <a:pt x="184" y="148"/>
                  <a:pt x="198" y="148"/>
                </a:cubicBezTo>
                <a:cubicBezTo>
                  <a:pt x="198" y="127"/>
                  <a:pt x="191" y="99"/>
                  <a:pt x="198" y="92"/>
                </a:cubicBezTo>
                <a:cubicBezTo>
                  <a:pt x="198" y="49"/>
                  <a:pt x="241" y="0"/>
                  <a:pt x="304" y="0"/>
                </a:cubicBezTo>
                <a:cubicBezTo>
                  <a:pt x="382" y="0"/>
                  <a:pt x="410" y="49"/>
                  <a:pt x="417" y="92"/>
                </a:cubicBezTo>
                <a:cubicBezTo>
                  <a:pt x="417" y="99"/>
                  <a:pt x="410" y="127"/>
                  <a:pt x="410"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46" y="381"/>
                </a:cubicBezTo>
                <a:cubicBezTo>
                  <a:pt x="446" y="381"/>
                  <a:pt x="446" y="388"/>
                  <a:pt x="453" y="388"/>
                </a:cubicBezTo>
                <a:cubicBezTo>
                  <a:pt x="424" y="396"/>
                  <a:pt x="410" y="417"/>
                  <a:pt x="410" y="43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2" name="Freeform 93">
            <a:extLst>
              <a:ext uri="{FF2B5EF4-FFF2-40B4-BE49-F238E27FC236}">
                <a16:creationId xmlns:a16="http://schemas.microsoft.com/office/drawing/2014/main" id="{40B4BA5A-10BB-37E3-2839-13F121DC232D}"/>
              </a:ext>
            </a:extLst>
          </p:cNvPr>
          <p:cNvSpPr>
            <a:spLocks noChangeArrowheads="1"/>
          </p:cNvSpPr>
          <p:nvPr/>
        </p:nvSpPr>
        <p:spPr bwMode="auto">
          <a:xfrm>
            <a:off x="3417304" y="3621301"/>
            <a:ext cx="549655" cy="529596"/>
          </a:xfrm>
          <a:custGeom>
            <a:avLst/>
            <a:gdLst>
              <a:gd name="T0" fmla="*/ 2147483646 w 602"/>
              <a:gd name="T1" fmla="*/ 2147483646 h 580"/>
              <a:gd name="T2" fmla="*/ 2147483646 w 602"/>
              <a:gd name="T3" fmla="*/ 2147483646 h 580"/>
              <a:gd name="T4" fmla="*/ 2147483646 w 602"/>
              <a:gd name="T5" fmla="*/ 2147483646 h 580"/>
              <a:gd name="T6" fmla="*/ 2147483646 w 602"/>
              <a:gd name="T7" fmla="*/ 2147483646 h 580"/>
              <a:gd name="T8" fmla="*/ 2147483646 w 602"/>
              <a:gd name="T9" fmla="*/ 2147483646 h 580"/>
              <a:gd name="T10" fmla="*/ 2147483646 w 602"/>
              <a:gd name="T11" fmla="*/ 2147483646 h 580"/>
              <a:gd name="T12" fmla="*/ 2147483646 w 602"/>
              <a:gd name="T13" fmla="*/ 2147483646 h 580"/>
              <a:gd name="T14" fmla="*/ 2147483646 w 602"/>
              <a:gd name="T15" fmla="*/ 2147483646 h 580"/>
              <a:gd name="T16" fmla="*/ 2147483646 w 602"/>
              <a:gd name="T17" fmla="*/ 2147483646 h 580"/>
              <a:gd name="T18" fmla="*/ 2147483646 w 602"/>
              <a:gd name="T19" fmla="*/ 2147483646 h 580"/>
              <a:gd name="T20" fmla="*/ 2147483646 w 602"/>
              <a:gd name="T21" fmla="*/ 2147483646 h 580"/>
              <a:gd name="T22" fmla="*/ 2147483646 w 602"/>
              <a:gd name="T23" fmla="*/ 2147483646 h 580"/>
              <a:gd name="T24" fmla="*/ 2147483646 w 602"/>
              <a:gd name="T25" fmla="*/ 2147483646 h 580"/>
              <a:gd name="T26" fmla="*/ 2147483646 w 602"/>
              <a:gd name="T27" fmla="*/ 2147483646 h 580"/>
              <a:gd name="T28" fmla="*/ 2147483646 w 602"/>
              <a:gd name="T29" fmla="*/ 2147483646 h 580"/>
              <a:gd name="T30" fmla="*/ 2147483646 w 602"/>
              <a:gd name="T31" fmla="*/ 2147483646 h 580"/>
              <a:gd name="T32" fmla="*/ 2147483646 w 602"/>
              <a:gd name="T33" fmla="*/ 2147483646 h 580"/>
              <a:gd name="T34" fmla="*/ 2147483646 w 602"/>
              <a:gd name="T35" fmla="*/ 2147483646 h 580"/>
              <a:gd name="T36" fmla="*/ 2147483646 w 602"/>
              <a:gd name="T37" fmla="*/ 2147483646 h 580"/>
              <a:gd name="T38" fmla="*/ 2147483646 w 602"/>
              <a:gd name="T39" fmla="*/ 2147483646 h 580"/>
              <a:gd name="T40" fmla="*/ 2147483646 w 602"/>
              <a:gd name="T41" fmla="*/ 2147483646 h 580"/>
              <a:gd name="T42" fmla="*/ 2147483646 w 602"/>
              <a:gd name="T43" fmla="*/ 2147483646 h 580"/>
              <a:gd name="T44" fmla="*/ 2147483646 w 602"/>
              <a:gd name="T45" fmla="*/ 2147483646 h 580"/>
              <a:gd name="T46" fmla="*/ 0 w 602"/>
              <a:gd name="T47" fmla="*/ 2147483646 h 580"/>
              <a:gd name="T48" fmla="*/ 0 w 602"/>
              <a:gd name="T49" fmla="*/ 2147483646 h 580"/>
              <a:gd name="T50" fmla="*/ 0 w 602"/>
              <a:gd name="T51" fmla="*/ 2147483646 h 580"/>
              <a:gd name="T52" fmla="*/ 2147483646 w 602"/>
              <a:gd name="T53" fmla="*/ 2147483646 h 580"/>
              <a:gd name="T54" fmla="*/ 2147483646 w 602"/>
              <a:gd name="T55" fmla="*/ 2147483646 h 580"/>
              <a:gd name="T56" fmla="*/ 2147483646 w 602"/>
              <a:gd name="T57" fmla="*/ 2147483646 h 580"/>
              <a:gd name="T58" fmla="*/ 2147483646 w 602"/>
              <a:gd name="T59" fmla="*/ 2147483646 h 580"/>
              <a:gd name="T60" fmla="*/ 2147483646 w 602"/>
              <a:gd name="T61" fmla="*/ 2147483646 h 580"/>
              <a:gd name="T62" fmla="*/ 2147483646 w 602"/>
              <a:gd name="T63" fmla="*/ 2147483646 h 580"/>
              <a:gd name="T64" fmla="*/ 2147483646 w 602"/>
              <a:gd name="T65" fmla="*/ 2147483646 h 580"/>
              <a:gd name="T66" fmla="*/ 2147483646 w 602"/>
              <a:gd name="T67" fmla="*/ 2147483646 h 580"/>
              <a:gd name="T68" fmla="*/ 2147483646 w 602"/>
              <a:gd name="T69" fmla="*/ 0 h 580"/>
              <a:gd name="T70" fmla="*/ 2147483646 w 602"/>
              <a:gd name="T71" fmla="*/ 2147483646 h 580"/>
              <a:gd name="T72" fmla="*/ 2147483646 w 602"/>
              <a:gd name="T73" fmla="*/ 2147483646 h 580"/>
              <a:gd name="T74" fmla="*/ 2147483646 w 602"/>
              <a:gd name="T75" fmla="*/ 2147483646 h 580"/>
              <a:gd name="T76" fmla="*/ 2147483646 w 602"/>
              <a:gd name="T77" fmla="*/ 2147483646 h 580"/>
              <a:gd name="T78" fmla="*/ 2147483646 w 602"/>
              <a:gd name="T79" fmla="*/ 2147483646 h 580"/>
              <a:gd name="T80" fmla="*/ 2147483646 w 602"/>
              <a:gd name="T81" fmla="*/ 2147483646 h 580"/>
              <a:gd name="T82" fmla="*/ 2147483646 w 602"/>
              <a:gd name="T83" fmla="*/ 2147483646 h 580"/>
              <a:gd name="T84" fmla="*/ 2147483646 w 602"/>
              <a:gd name="T85" fmla="*/ 2147483646 h 580"/>
              <a:gd name="T86" fmla="*/ 2147483646 w 602"/>
              <a:gd name="T87" fmla="*/ 2147483646 h 580"/>
              <a:gd name="T88" fmla="*/ 2147483646 w 602"/>
              <a:gd name="T89" fmla="*/ 2147483646 h 580"/>
              <a:gd name="T90" fmla="*/ 2147483646 w 602"/>
              <a:gd name="T91" fmla="*/ 2147483646 h 580"/>
              <a:gd name="T92" fmla="*/ 2147483646 w 602"/>
              <a:gd name="T93" fmla="*/ 2147483646 h 580"/>
              <a:gd name="T94" fmla="*/ 2147483646 w 602"/>
              <a:gd name="T95" fmla="*/ 2147483646 h 580"/>
              <a:gd name="T96" fmla="*/ 2147483646 w 602"/>
              <a:gd name="T97" fmla="*/ 2147483646 h 580"/>
              <a:gd name="T98" fmla="*/ 2147483646 w 602"/>
              <a:gd name="T99" fmla="*/ 2147483646 h 580"/>
              <a:gd name="T100" fmla="*/ 2147483646 w 602"/>
              <a:gd name="T101" fmla="*/ 2147483646 h 580"/>
              <a:gd name="T102" fmla="*/ 2147483646 w 602"/>
              <a:gd name="T103" fmla="*/ 2147483646 h 580"/>
              <a:gd name="T104" fmla="*/ 2147483646 w 602"/>
              <a:gd name="T105" fmla="*/ 2147483646 h 580"/>
              <a:gd name="T106" fmla="*/ 2147483646 w 602"/>
              <a:gd name="T107" fmla="*/ 2147483646 h 580"/>
              <a:gd name="T108" fmla="*/ 2147483646 w 602"/>
              <a:gd name="T109" fmla="*/ 2147483646 h 58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02" h="580">
                <a:moveTo>
                  <a:pt x="516" y="551"/>
                </a:moveTo>
                <a:lnTo>
                  <a:pt x="516" y="551"/>
                </a:lnTo>
                <a:cubicBezTo>
                  <a:pt x="516" y="558"/>
                  <a:pt x="509" y="565"/>
                  <a:pt x="502" y="565"/>
                </a:cubicBezTo>
                <a:cubicBezTo>
                  <a:pt x="495" y="565"/>
                  <a:pt x="488" y="558"/>
                  <a:pt x="481" y="551"/>
                </a:cubicBezTo>
                <a:cubicBezTo>
                  <a:pt x="446" y="516"/>
                  <a:pt x="446" y="516"/>
                  <a:pt x="446" y="516"/>
                </a:cubicBezTo>
                <a:cubicBezTo>
                  <a:pt x="439" y="509"/>
                  <a:pt x="431" y="502"/>
                  <a:pt x="431" y="494"/>
                </a:cubicBezTo>
                <a:cubicBezTo>
                  <a:pt x="431" y="480"/>
                  <a:pt x="446" y="466"/>
                  <a:pt x="460" y="466"/>
                </a:cubicBezTo>
                <a:cubicBezTo>
                  <a:pt x="467" y="466"/>
                  <a:pt x="474" y="473"/>
                  <a:pt x="481" y="480"/>
                </a:cubicBezTo>
                <a:cubicBezTo>
                  <a:pt x="502" y="494"/>
                  <a:pt x="502" y="494"/>
                  <a:pt x="502" y="494"/>
                </a:cubicBezTo>
                <a:cubicBezTo>
                  <a:pt x="559" y="438"/>
                  <a:pt x="559" y="438"/>
                  <a:pt x="559" y="438"/>
                </a:cubicBezTo>
                <a:cubicBezTo>
                  <a:pt x="559" y="431"/>
                  <a:pt x="566" y="431"/>
                  <a:pt x="573" y="431"/>
                </a:cubicBezTo>
                <a:cubicBezTo>
                  <a:pt x="594" y="431"/>
                  <a:pt x="601" y="445"/>
                  <a:pt x="601" y="459"/>
                </a:cubicBezTo>
                <a:cubicBezTo>
                  <a:pt x="601" y="466"/>
                  <a:pt x="601" y="473"/>
                  <a:pt x="594" y="480"/>
                </a:cubicBezTo>
                <a:lnTo>
                  <a:pt x="516" y="551"/>
                </a:lnTo>
                <a:close/>
                <a:moveTo>
                  <a:pt x="502" y="452"/>
                </a:moveTo>
                <a:lnTo>
                  <a:pt x="502" y="452"/>
                </a:lnTo>
                <a:cubicBezTo>
                  <a:pt x="488" y="445"/>
                  <a:pt x="474" y="438"/>
                  <a:pt x="460" y="438"/>
                </a:cubicBezTo>
                <a:cubicBezTo>
                  <a:pt x="431" y="438"/>
                  <a:pt x="403" y="466"/>
                  <a:pt x="403" y="494"/>
                </a:cubicBezTo>
                <a:cubicBezTo>
                  <a:pt x="403" y="516"/>
                  <a:pt x="410" y="530"/>
                  <a:pt x="424" y="537"/>
                </a:cubicBezTo>
                <a:cubicBezTo>
                  <a:pt x="460" y="572"/>
                  <a:pt x="460" y="572"/>
                  <a:pt x="460" y="572"/>
                </a:cubicBezTo>
                <a:cubicBezTo>
                  <a:pt x="460" y="579"/>
                  <a:pt x="467" y="579"/>
                  <a:pt x="467" y="579"/>
                </a:cubicBezTo>
                <a:cubicBezTo>
                  <a:pt x="29" y="579"/>
                  <a:pt x="29" y="579"/>
                  <a:pt x="29" y="579"/>
                </a:cubicBezTo>
                <a:cubicBezTo>
                  <a:pt x="15" y="579"/>
                  <a:pt x="0" y="572"/>
                  <a:pt x="0" y="551"/>
                </a:cubicBezTo>
                <a:cubicBezTo>
                  <a:pt x="0" y="551"/>
                  <a:pt x="0" y="452"/>
                  <a:pt x="78" y="410"/>
                </a:cubicBezTo>
                <a:cubicBezTo>
                  <a:pt x="120" y="388"/>
                  <a:pt x="106" y="410"/>
                  <a:pt x="163" y="381"/>
                </a:cubicBezTo>
                <a:cubicBezTo>
                  <a:pt x="219" y="360"/>
                  <a:pt x="233" y="353"/>
                  <a:pt x="233" y="353"/>
                </a:cubicBezTo>
                <a:cubicBezTo>
                  <a:pt x="233" y="296"/>
                  <a:pt x="233" y="296"/>
                  <a:pt x="233" y="296"/>
                </a:cubicBezTo>
                <a:cubicBezTo>
                  <a:pt x="233" y="296"/>
                  <a:pt x="212" y="275"/>
                  <a:pt x="205" y="226"/>
                </a:cubicBezTo>
                <a:cubicBezTo>
                  <a:pt x="191" y="233"/>
                  <a:pt x="191" y="212"/>
                  <a:pt x="191" y="198"/>
                </a:cubicBezTo>
                <a:cubicBezTo>
                  <a:pt x="191" y="183"/>
                  <a:pt x="184" y="148"/>
                  <a:pt x="198" y="148"/>
                </a:cubicBezTo>
                <a:cubicBezTo>
                  <a:pt x="191" y="127"/>
                  <a:pt x="191" y="99"/>
                  <a:pt x="191" y="92"/>
                </a:cubicBezTo>
                <a:cubicBezTo>
                  <a:pt x="198" y="49"/>
                  <a:pt x="241" y="0"/>
                  <a:pt x="304" y="0"/>
                </a:cubicBezTo>
                <a:cubicBezTo>
                  <a:pt x="375" y="0"/>
                  <a:pt x="410" y="49"/>
                  <a:pt x="410" y="92"/>
                </a:cubicBezTo>
                <a:cubicBezTo>
                  <a:pt x="410" y="99"/>
                  <a:pt x="410" y="127"/>
                  <a:pt x="403"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39" y="381"/>
                </a:cubicBezTo>
                <a:cubicBezTo>
                  <a:pt x="502" y="410"/>
                  <a:pt x="481" y="388"/>
                  <a:pt x="530" y="410"/>
                </a:cubicBezTo>
                <a:cubicBezTo>
                  <a:pt x="530" y="417"/>
                  <a:pt x="530" y="417"/>
                  <a:pt x="537" y="417"/>
                </a:cubicBezTo>
                <a:lnTo>
                  <a:pt x="502" y="452"/>
                </a:lnTo>
                <a:close/>
                <a:moveTo>
                  <a:pt x="601" y="516"/>
                </a:moveTo>
                <a:lnTo>
                  <a:pt x="601" y="516"/>
                </a:lnTo>
                <a:cubicBezTo>
                  <a:pt x="601" y="537"/>
                  <a:pt x="601" y="551"/>
                  <a:pt x="601" y="551"/>
                </a:cubicBezTo>
                <a:cubicBezTo>
                  <a:pt x="601" y="572"/>
                  <a:pt x="594" y="579"/>
                  <a:pt x="573" y="579"/>
                </a:cubicBezTo>
                <a:cubicBezTo>
                  <a:pt x="530" y="579"/>
                  <a:pt x="530" y="579"/>
                  <a:pt x="530" y="579"/>
                </a:cubicBezTo>
                <a:cubicBezTo>
                  <a:pt x="537" y="579"/>
                  <a:pt x="537" y="579"/>
                  <a:pt x="537" y="572"/>
                </a:cubicBezTo>
                <a:lnTo>
                  <a:pt x="601" y="51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3" name="Freeform 94">
            <a:extLst>
              <a:ext uri="{FF2B5EF4-FFF2-40B4-BE49-F238E27FC236}">
                <a16:creationId xmlns:a16="http://schemas.microsoft.com/office/drawing/2014/main" id="{07902275-B102-080B-57F9-AA471E132927}"/>
              </a:ext>
            </a:extLst>
          </p:cNvPr>
          <p:cNvSpPr>
            <a:spLocks noChangeArrowheads="1"/>
          </p:cNvSpPr>
          <p:nvPr/>
        </p:nvSpPr>
        <p:spPr bwMode="auto">
          <a:xfrm>
            <a:off x="2458413" y="3621301"/>
            <a:ext cx="549657" cy="529596"/>
          </a:xfrm>
          <a:custGeom>
            <a:avLst/>
            <a:gdLst>
              <a:gd name="T0" fmla="*/ 2147483646 w 602"/>
              <a:gd name="T1" fmla="*/ 2147483646 h 580"/>
              <a:gd name="T2" fmla="*/ 2147483646 w 602"/>
              <a:gd name="T3" fmla="*/ 2147483646 h 580"/>
              <a:gd name="T4" fmla="*/ 2147483646 w 602"/>
              <a:gd name="T5" fmla="*/ 2147483646 h 580"/>
              <a:gd name="T6" fmla="*/ 2147483646 w 602"/>
              <a:gd name="T7" fmla="*/ 2147483646 h 580"/>
              <a:gd name="T8" fmla="*/ 2147483646 w 602"/>
              <a:gd name="T9" fmla="*/ 2147483646 h 580"/>
              <a:gd name="T10" fmla="*/ 0 w 602"/>
              <a:gd name="T11" fmla="*/ 2147483646 h 580"/>
              <a:gd name="T12" fmla="*/ 0 w 602"/>
              <a:gd name="T13" fmla="*/ 2147483646 h 580"/>
              <a:gd name="T14" fmla="*/ 0 w 602"/>
              <a:gd name="T15" fmla="*/ 2147483646 h 580"/>
              <a:gd name="T16" fmla="*/ 2147483646 w 602"/>
              <a:gd name="T17" fmla="*/ 2147483646 h 580"/>
              <a:gd name="T18" fmla="*/ 2147483646 w 602"/>
              <a:gd name="T19" fmla="*/ 2147483646 h 580"/>
              <a:gd name="T20" fmla="*/ 2147483646 w 602"/>
              <a:gd name="T21" fmla="*/ 2147483646 h 580"/>
              <a:gd name="T22" fmla="*/ 2147483646 w 602"/>
              <a:gd name="T23" fmla="*/ 2147483646 h 580"/>
              <a:gd name="T24" fmla="*/ 2147483646 w 602"/>
              <a:gd name="T25" fmla="*/ 2147483646 h 580"/>
              <a:gd name="T26" fmla="*/ 2147483646 w 602"/>
              <a:gd name="T27" fmla="*/ 2147483646 h 580"/>
              <a:gd name="T28" fmla="*/ 2147483646 w 602"/>
              <a:gd name="T29" fmla="*/ 2147483646 h 580"/>
              <a:gd name="T30" fmla="*/ 2147483646 w 602"/>
              <a:gd name="T31" fmla="*/ 2147483646 h 580"/>
              <a:gd name="T32" fmla="*/ 2147483646 w 602"/>
              <a:gd name="T33" fmla="*/ 0 h 580"/>
              <a:gd name="T34" fmla="*/ 2147483646 w 602"/>
              <a:gd name="T35" fmla="*/ 2147483646 h 580"/>
              <a:gd name="T36" fmla="*/ 2147483646 w 602"/>
              <a:gd name="T37" fmla="*/ 2147483646 h 580"/>
              <a:gd name="T38" fmla="*/ 2147483646 w 602"/>
              <a:gd name="T39" fmla="*/ 2147483646 h 580"/>
              <a:gd name="T40" fmla="*/ 2147483646 w 602"/>
              <a:gd name="T41" fmla="*/ 2147483646 h 580"/>
              <a:gd name="T42" fmla="*/ 2147483646 w 602"/>
              <a:gd name="T43" fmla="*/ 2147483646 h 580"/>
              <a:gd name="T44" fmla="*/ 2147483646 w 602"/>
              <a:gd name="T45" fmla="*/ 2147483646 h 580"/>
              <a:gd name="T46" fmla="*/ 2147483646 w 602"/>
              <a:gd name="T47" fmla="*/ 2147483646 h 580"/>
              <a:gd name="T48" fmla="*/ 2147483646 w 602"/>
              <a:gd name="T49" fmla="*/ 2147483646 h 580"/>
              <a:gd name="T50" fmla="*/ 2147483646 w 602"/>
              <a:gd name="T51" fmla="*/ 2147483646 h 580"/>
              <a:gd name="T52" fmla="*/ 2147483646 w 602"/>
              <a:gd name="T53" fmla="*/ 2147483646 h 580"/>
              <a:gd name="T54" fmla="*/ 2147483646 w 602"/>
              <a:gd name="T55" fmla="*/ 2147483646 h 580"/>
              <a:gd name="T56" fmla="*/ 2147483646 w 602"/>
              <a:gd name="T57" fmla="*/ 2147483646 h 580"/>
              <a:gd name="T58" fmla="*/ 2147483646 w 602"/>
              <a:gd name="T59" fmla="*/ 2147483646 h 580"/>
              <a:gd name="T60" fmla="*/ 2147483646 w 602"/>
              <a:gd name="T61" fmla="*/ 2147483646 h 580"/>
              <a:gd name="T62" fmla="*/ 2147483646 w 602"/>
              <a:gd name="T63" fmla="*/ 2147483646 h 580"/>
              <a:gd name="T64" fmla="*/ 2147483646 w 602"/>
              <a:gd name="T65" fmla="*/ 2147483646 h 580"/>
              <a:gd name="T66" fmla="*/ 2147483646 w 602"/>
              <a:gd name="T67" fmla="*/ 2147483646 h 580"/>
              <a:gd name="T68" fmla="*/ 2147483646 w 602"/>
              <a:gd name="T69" fmla="*/ 2147483646 h 580"/>
              <a:gd name="T70" fmla="*/ 2147483646 w 602"/>
              <a:gd name="T71" fmla="*/ 2147483646 h 580"/>
              <a:gd name="T72" fmla="*/ 2147483646 w 602"/>
              <a:gd name="T73" fmla="*/ 2147483646 h 580"/>
              <a:gd name="T74" fmla="*/ 2147483646 w 602"/>
              <a:gd name="T75" fmla="*/ 2147483646 h 580"/>
              <a:gd name="T76" fmla="*/ 2147483646 w 602"/>
              <a:gd name="T77" fmla="*/ 2147483646 h 580"/>
              <a:gd name="T78" fmla="*/ 2147483646 w 602"/>
              <a:gd name="T79" fmla="*/ 2147483646 h 58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2" h="580">
                <a:moveTo>
                  <a:pt x="601" y="551"/>
                </a:moveTo>
                <a:lnTo>
                  <a:pt x="601" y="551"/>
                </a:lnTo>
                <a:cubicBezTo>
                  <a:pt x="601" y="572"/>
                  <a:pt x="587" y="579"/>
                  <a:pt x="573" y="579"/>
                </a:cubicBezTo>
                <a:cubicBezTo>
                  <a:pt x="29" y="579"/>
                  <a:pt x="29" y="579"/>
                  <a:pt x="29" y="579"/>
                </a:cubicBezTo>
                <a:cubicBezTo>
                  <a:pt x="7" y="579"/>
                  <a:pt x="0" y="572"/>
                  <a:pt x="0" y="551"/>
                </a:cubicBezTo>
                <a:cubicBezTo>
                  <a:pt x="0" y="551"/>
                  <a:pt x="0" y="452"/>
                  <a:pt x="71" y="410"/>
                </a:cubicBezTo>
                <a:cubicBezTo>
                  <a:pt x="120" y="388"/>
                  <a:pt x="99" y="410"/>
                  <a:pt x="163" y="381"/>
                </a:cubicBezTo>
                <a:cubicBezTo>
                  <a:pt x="219" y="360"/>
                  <a:pt x="233" y="353"/>
                  <a:pt x="233" y="353"/>
                </a:cubicBezTo>
                <a:cubicBezTo>
                  <a:pt x="233" y="296"/>
                  <a:pt x="233" y="296"/>
                  <a:pt x="233" y="296"/>
                </a:cubicBezTo>
                <a:cubicBezTo>
                  <a:pt x="233" y="296"/>
                  <a:pt x="212" y="275"/>
                  <a:pt x="205" y="226"/>
                </a:cubicBezTo>
                <a:cubicBezTo>
                  <a:pt x="191" y="233"/>
                  <a:pt x="184" y="212"/>
                  <a:pt x="184" y="198"/>
                </a:cubicBezTo>
                <a:cubicBezTo>
                  <a:pt x="184" y="183"/>
                  <a:pt x="177" y="148"/>
                  <a:pt x="198" y="148"/>
                </a:cubicBezTo>
                <a:cubicBezTo>
                  <a:pt x="191" y="127"/>
                  <a:pt x="191" y="99"/>
                  <a:pt x="191" y="92"/>
                </a:cubicBezTo>
                <a:cubicBezTo>
                  <a:pt x="191" y="49"/>
                  <a:pt x="233" y="0"/>
                  <a:pt x="297" y="0"/>
                </a:cubicBezTo>
                <a:cubicBezTo>
                  <a:pt x="375" y="0"/>
                  <a:pt x="403" y="49"/>
                  <a:pt x="410" y="92"/>
                </a:cubicBezTo>
                <a:cubicBezTo>
                  <a:pt x="410" y="99"/>
                  <a:pt x="410" y="127"/>
                  <a:pt x="403" y="148"/>
                </a:cubicBezTo>
                <a:cubicBezTo>
                  <a:pt x="424" y="148"/>
                  <a:pt x="417" y="183"/>
                  <a:pt x="410" y="198"/>
                </a:cubicBezTo>
                <a:cubicBezTo>
                  <a:pt x="410" y="212"/>
                  <a:pt x="410" y="233"/>
                  <a:pt x="396" y="226"/>
                </a:cubicBezTo>
                <a:cubicBezTo>
                  <a:pt x="389" y="275"/>
                  <a:pt x="368" y="296"/>
                  <a:pt x="368" y="296"/>
                </a:cubicBezTo>
                <a:cubicBezTo>
                  <a:pt x="368" y="353"/>
                  <a:pt x="368" y="353"/>
                  <a:pt x="368" y="353"/>
                </a:cubicBezTo>
                <a:cubicBezTo>
                  <a:pt x="368" y="353"/>
                  <a:pt x="382" y="360"/>
                  <a:pt x="438" y="381"/>
                </a:cubicBezTo>
                <a:cubicBezTo>
                  <a:pt x="495" y="410"/>
                  <a:pt x="481" y="388"/>
                  <a:pt x="523" y="410"/>
                </a:cubicBezTo>
                <a:cubicBezTo>
                  <a:pt x="537" y="417"/>
                  <a:pt x="551" y="431"/>
                  <a:pt x="559" y="438"/>
                </a:cubicBezTo>
                <a:cubicBezTo>
                  <a:pt x="453" y="438"/>
                  <a:pt x="453" y="438"/>
                  <a:pt x="453" y="438"/>
                </a:cubicBezTo>
                <a:cubicBezTo>
                  <a:pt x="417" y="438"/>
                  <a:pt x="396" y="466"/>
                  <a:pt x="396" y="494"/>
                </a:cubicBezTo>
                <a:cubicBezTo>
                  <a:pt x="396" y="530"/>
                  <a:pt x="417" y="551"/>
                  <a:pt x="453" y="551"/>
                </a:cubicBezTo>
                <a:cubicBezTo>
                  <a:pt x="566" y="551"/>
                  <a:pt x="566" y="551"/>
                  <a:pt x="566" y="551"/>
                </a:cubicBezTo>
                <a:cubicBezTo>
                  <a:pt x="580" y="551"/>
                  <a:pt x="587" y="551"/>
                  <a:pt x="601" y="537"/>
                </a:cubicBezTo>
                <a:cubicBezTo>
                  <a:pt x="601" y="551"/>
                  <a:pt x="601" y="551"/>
                  <a:pt x="601" y="551"/>
                </a:cubicBezTo>
                <a:close/>
                <a:moveTo>
                  <a:pt x="566" y="523"/>
                </a:moveTo>
                <a:lnTo>
                  <a:pt x="566" y="523"/>
                </a:lnTo>
                <a:cubicBezTo>
                  <a:pt x="453" y="523"/>
                  <a:pt x="453" y="523"/>
                  <a:pt x="453" y="523"/>
                </a:cubicBezTo>
                <a:cubicBezTo>
                  <a:pt x="431" y="523"/>
                  <a:pt x="424" y="516"/>
                  <a:pt x="424" y="494"/>
                </a:cubicBezTo>
                <a:cubicBezTo>
                  <a:pt x="424" y="480"/>
                  <a:pt x="431" y="466"/>
                  <a:pt x="453" y="466"/>
                </a:cubicBezTo>
                <a:cubicBezTo>
                  <a:pt x="566" y="466"/>
                  <a:pt x="566" y="466"/>
                  <a:pt x="566" y="466"/>
                </a:cubicBezTo>
                <a:cubicBezTo>
                  <a:pt x="580" y="466"/>
                  <a:pt x="594" y="480"/>
                  <a:pt x="594" y="494"/>
                </a:cubicBezTo>
                <a:cubicBezTo>
                  <a:pt x="594" y="516"/>
                  <a:pt x="580" y="523"/>
                  <a:pt x="566" y="52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4" name="Freeform 95">
            <a:extLst>
              <a:ext uri="{FF2B5EF4-FFF2-40B4-BE49-F238E27FC236}">
                <a16:creationId xmlns:a16="http://schemas.microsoft.com/office/drawing/2014/main" id="{0AA26FB2-1164-8EF2-9A7F-A457FB365DCF}"/>
              </a:ext>
            </a:extLst>
          </p:cNvPr>
          <p:cNvSpPr>
            <a:spLocks noChangeArrowheads="1"/>
          </p:cNvSpPr>
          <p:nvPr/>
        </p:nvSpPr>
        <p:spPr bwMode="auto">
          <a:xfrm>
            <a:off x="1495512" y="3621301"/>
            <a:ext cx="553668" cy="529596"/>
          </a:xfrm>
          <a:custGeom>
            <a:avLst/>
            <a:gdLst>
              <a:gd name="T0" fmla="*/ 2147483646 w 609"/>
              <a:gd name="T1" fmla="*/ 2147483646 h 580"/>
              <a:gd name="T2" fmla="*/ 2147483646 w 609"/>
              <a:gd name="T3" fmla="*/ 2147483646 h 580"/>
              <a:gd name="T4" fmla="*/ 2147483646 w 609"/>
              <a:gd name="T5" fmla="*/ 2147483646 h 580"/>
              <a:gd name="T6" fmla="*/ 2147483646 w 609"/>
              <a:gd name="T7" fmla="*/ 2147483646 h 580"/>
              <a:gd name="T8" fmla="*/ 2147483646 w 609"/>
              <a:gd name="T9" fmla="*/ 2147483646 h 580"/>
              <a:gd name="T10" fmla="*/ 2147483646 w 609"/>
              <a:gd name="T11" fmla="*/ 2147483646 h 580"/>
              <a:gd name="T12" fmla="*/ 2147483646 w 609"/>
              <a:gd name="T13" fmla="*/ 2147483646 h 580"/>
              <a:gd name="T14" fmla="*/ 2147483646 w 609"/>
              <a:gd name="T15" fmla="*/ 2147483646 h 580"/>
              <a:gd name="T16" fmla="*/ 2147483646 w 609"/>
              <a:gd name="T17" fmla="*/ 2147483646 h 580"/>
              <a:gd name="T18" fmla="*/ 2147483646 w 609"/>
              <a:gd name="T19" fmla="*/ 2147483646 h 580"/>
              <a:gd name="T20" fmla="*/ 2147483646 w 609"/>
              <a:gd name="T21" fmla="*/ 2147483646 h 580"/>
              <a:gd name="T22" fmla="*/ 2147483646 w 609"/>
              <a:gd name="T23" fmla="*/ 2147483646 h 580"/>
              <a:gd name="T24" fmla="*/ 2147483646 w 609"/>
              <a:gd name="T25" fmla="*/ 2147483646 h 580"/>
              <a:gd name="T26" fmla="*/ 2147483646 w 609"/>
              <a:gd name="T27" fmla="*/ 2147483646 h 580"/>
              <a:gd name="T28" fmla="*/ 2147483646 w 609"/>
              <a:gd name="T29" fmla="*/ 2147483646 h 580"/>
              <a:gd name="T30" fmla="*/ 2147483646 w 609"/>
              <a:gd name="T31" fmla="*/ 2147483646 h 580"/>
              <a:gd name="T32" fmla="*/ 2147483646 w 609"/>
              <a:gd name="T33" fmla="*/ 2147483646 h 580"/>
              <a:gd name="T34" fmla="*/ 2147483646 w 609"/>
              <a:gd name="T35" fmla="*/ 2147483646 h 580"/>
              <a:gd name="T36" fmla="*/ 2147483646 w 609"/>
              <a:gd name="T37" fmla="*/ 2147483646 h 580"/>
              <a:gd name="T38" fmla="*/ 2147483646 w 609"/>
              <a:gd name="T39" fmla="*/ 2147483646 h 580"/>
              <a:gd name="T40" fmla="*/ 2147483646 w 609"/>
              <a:gd name="T41" fmla="*/ 2147483646 h 580"/>
              <a:gd name="T42" fmla="*/ 2147483646 w 609"/>
              <a:gd name="T43" fmla="*/ 2147483646 h 580"/>
              <a:gd name="T44" fmla="*/ 2147483646 w 609"/>
              <a:gd name="T45" fmla="*/ 2147483646 h 580"/>
              <a:gd name="T46" fmla="*/ 2147483646 w 609"/>
              <a:gd name="T47" fmla="*/ 2147483646 h 580"/>
              <a:gd name="T48" fmla="*/ 2147483646 w 609"/>
              <a:gd name="T49" fmla="*/ 2147483646 h 580"/>
              <a:gd name="T50" fmla="*/ 2147483646 w 609"/>
              <a:gd name="T51" fmla="*/ 2147483646 h 580"/>
              <a:gd name="T52" fmla="*/ 2147483646 w 609"/>
              <a:gd name="T53" fmla="*/ 2147483646 h 580"/>
              <a:gd name="T54" fmla="*/ 2147483646 w 609"/>
              <a:gd name="T55" fmla="*/ 2147483646 h 580"/>
              <a:gd name="T56" fmla="*/ 2147483646 w 609"/>
              <a:gd name="T57" fmla="*/ 2147483646 h 580"/>
              <a:gd name="T58" fmla="*/ 2147483646 w 609"/>
              <a:gd name="T59" fmla="*/ 2147483646 h 580"/>
              <a:gd name="T60" fmla="*/ 2147483646 w 609"/>
              <a:gd name="T61" fmla="*/ 2147483646 h 580"/>
              <a:gd name="T62" fmla="*/ 2147483646 w 609"/>
              <a:gd name="T63" fmla="*/ 2147483646 h 580"/>
              <a:gd name="T64" fmla="*/ 0 w 609"/>
              <a:gd name="T65" fmla="*/ 2147483646 h 580"/>
              <a:gd name="T66" fmla="*/ 0 w 609"/>
              <a:gd name="T67" fmla="*/ 2147483646 h 580"/>
              <a:gd name="T68" fmla="*/ 0 w 609"/>
              <a:gd name="T69" fmla="*/ 2147483646 h 580"/>
              <a:gd name="T70" fmla="*/ 2147483646 w 609"/>
              <a:gd name="T71" fmla="*/ 2147483646 h 580"/>
              <a:gd name="T72" fmla="*/ 2147483646 w 609"/>
              <a:gd name="T73" fmla="*/ 2147483646 h 580"/>
              <a:gd name="T74" fmla="*/ 2147483646 w 609"/>
              <a:gd name="T75" fmla="*/ 2147483646 h 580"/>
              <a:gd name="T76" fmla="*/ 2147483646 w 609"/>
              <a:gd name="T77" fmla="*/ 2147483646 h 580"/>
              <a:gd name="T78" fmla="*/ 2147483646 w 609"/>
              <a:gd name="T79" fmla="*/ 2147483646 h 580"/>
              <a:gd name="T80" fmla="*/ 2147483646 w 609"/>
              <a:gd name="T81" fmla="*/ 2147483646 h 580"/>
              <a:gd name="T82" fmla="*/ 2147483646 w 609"/>
              <a:gd name="T83" fmla="*/ 2147483646 h 580"/>
              <a:gd name="T84" fmla="*/ 2147483646 w 609"/>
              <a:gd name="T85" fmla="*/ 2147483646 h 580"/>
              <a:gd name="T86" fmla="*/ 2147483646 w 609"/>
              <a:gd name="T87" fmla="*/ 0 h 580"/>
              <a:gd name="T88" fmla="*/ 2147483646 w 609"/>
              <a:gd name="T89" fmla="*/ 2147483646 h 580"/>
              <a:gd name="T90" fmla="*/ 2147483646 w 609"/>
              <a:gd name="T91" fmla="*/ 2147483646 h 580"/>
              <a:gd name="T92" fmla="*/ 2147483646 w 609"/>
              <a:gd name="T93" fmla="*/ 2147483646 h 580"/>
              <a:gd name="T94" fmla="*/ 2147483646 w 609"/>
              <a:gd name="T95" fmla="*/ 2147483646 h 580"/>
              <a:gd name="T96" fmla="*/ 2147483646 w 609"/>
              <a:gd name="T97" fmla="*/ 2147483646 h 580"/>
              <a:gd name="T98" fmla="*/ 2147483646 w 609"/>
              <a:gd name="T99" fmla="*/ 2147483646 h 580"/>
              <a:gd name="T100" fmla="*/ 2147483646 w 609"/>
              <a:gd name="T101" fmla="*/ 2147483646 h 580"/>
              <a:gd name="T102" fmla="*/ 2147483646 w 609"/>
              <a:gd name="T103" fmla="*/ 2147483646 h 580"/>
              <a:gd name="T104" fmla="*/ 2147483646 w 609"/>
              <a:gd name="T105" fmla="*/ 2147483646 h 58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09" h="580">
                <a:moveTo>
                  <a:pt x="608" y="551"/>
                </a:moveTo>
                <a:lnTo>
                  <a:pt x="608" y="551"/>
                </a:lnTo>
                <a:cubicBezTo>
                  <a:pt x="608" y="572"/>
                  <a:pt x="594" y="579"/>
                  <a:pt x="580" y="579"/>
                </a:cubicBezTo>
                <a:cubicBezTo>
                  <a:pt x="558" y="579"/>
                  <a:pt x="558" y="579"/>
                  <a:pt x="558" y="579"/>
                </a:cubicBezTo>
                <a:cubicBezTo>
                  <a:pt x="565" y="572"/>
                  <a:pt x="565" y="565"/>
                  <a:pt x="565" y="551"/>
                </a:cubicBezTo>
                <a:cubicBezTo>
                  <a:pt x="580" y="551"/>
                  <a:pt x="594" y="551"/>
                  <a:pt x="608" y="537"/>
                </a:cubicBezTo>
                <a:cubicBezTo>
                  <a:pt x="608" y="551"/>
                  <a:pt x="608" y="551"/>
                  <a:pt x="608" y="551"/>
                </a:cubicBezTo>
                <a:close/>
                <a:moveTo>
                  <a:pt x="565" y="523"/>
                </a:moveTo>
                <a:lnTo>
                  <a:pt x="565" y="523"/>
                </a:lnTo>
                <a:cubicBezTo>
                  <a:pt x="537" y="523"/>
                  <a:pt x="537" y="523"/>
                  <a:pt x="537" y="523"/>
                </a:cubicBezTo>
                <a:cubicBezTo>
                  <a:pt x="537" y="551"/>
                  <a:pt x="537" y="551"/>
                  <a:pt x="537" y="551"/>
                </a:cubicBezTo>
                <a:cubicBezTo>
                  <a:pt x="537" y="572"/>
                  <a:pt x="530" y="579"/>
                  <a:pt x="509" y="579"/>
                </a:cubicBezTo>
                <a:cubicBezTo>
                  <a:pt x="495" y="579"/>
                  <a:pt x="481" y="572"/>
                  <a:pt x="481" y="551"/>
                </a:cubicBezTo>
                <a:cubicBezTo>
                  <a:pt x="481" y="523"/>
                  <a:pt x="481" y="523"/>
                  <a:pt x="481" y="523"/>
                </a:cubicBezTo>
                <a:cubicBezTo>
                  <a:pt x="452" y="523"/>
                  <a:pt x="452" y="523"/>
                  <a:pt x="452" y="523"/>
                </a:cubicBezTo>
                <a:cubicBezTo>
                  <a:pt x="438" y="523"/>
                  <a:pt x="424" y="516"/>
                  <a:pt x="424" y="494"/>
                </a:cubicBezTo>
                <a:cubicBezTo>
                  <a:pt x="424" y="480"/>
                  <a:pt x="438" y="466"/>
                  <a:pt x="452" y="466"/>
                </a:cubicBezTo>
                <a:cubicBezTo>
                  <a:pt x="481" y="466"/>
                  <a:pt x="481" y="466"/>
                  <a:pt x="481" y="466"/>
                </a:cubicBezTo>
                <a:cubicBezTo>
                  <a:pt x="481" y="438"/>
                  <a:pt x="481" y="438"/>
                  <a:pt x="481" y="438"/>
                </a:cubicBezTo>
                <a:cubicBezTo>
                  <a:pt x="481" y="424"/>
                  <a:pt x="495" y="410"/>
                  <a:pt x="509" y="410"/>
                </a:cubicBezTo>
                <a:cubicBezTo>
                  <a:pt x="530" y="410"/>
                  <a:pt x="537" y="424"/>
                  <a:pt x="537" y="438"/>
                </a:cubicBezTo>
                <a:cubicBezTo>
                  <a:pt x="537" y="466"/>
                  <a:pt x="537" y="466"/>
                  <a:pt x="537" y="466"/>
                </a:cubicBezTo>
                <a:cubicBezTo>
                  <a:pt x="565" y="466"/>
                  <a:pt x="565" y="466"/>
                  <a:pt x="565" y="466"/>
                </a:cubicBezTo>
                <a:cubicBezTo>
                  <a:pt x="587" y="466"/>
                  <a:pt x="594" y="480"/>
                  <a:pt x="594" y="494"/>
                </a:cubicBezTo>
                <a:cubicBezTo>
                  <a:pt x="594" y="516"/>
                  <a:pt x="587" y="523"/>
                  <a:pt x="565" y="523"/>
                </a:cubicBezTo>
                <a:close/>
                <a:moveTo>
                  <a:pt x="452" y="438"/>
                </a:moveTo>
                <a:lnTo>
                  <a:pt x="452" y="438"/>
                </a:lnTo>
                <a:cubicBezTo>
                  <a:pt x="424" y="438"/>
                  <a:pt x="396" y="466"/>
                  <a:pt x="396" y="494"/>
                </a:cubicBezTo>
                <a:cubicBezTo>
                  <a:pt x="396" y="530"/>
                  <a:pt x="424" y="551"/>
                  <a:pt x="452" y="551"/>
                </a:cubicBezTo>
                <a:cubicBezTo>
                  <a:pt x="452" y="565"/>
                  <a:pt x="459" y="572"/>
                  <a:pt x="459" y="579"/>
                </a:cubicBezTo>
                <a:cubicBezTo>
                  <a:pt x="28" y="579"/>
                  <a:pt x="28" y="579"/>
                  <a:pt x="28" y="579"/>
                </a:cubicBezTo>
                <a:cubicBezTo>
                  <a:pt x="14" y="579"/>
                  <a:pt x="0" y="572"/>
                  <a:pt x="0" y="551"/>
                </a:cubicBezTo>
                <a:cubicBezTo>
                  <a:pt x="0" y="551"/>
                  <a:pt x="0" y="452"/>
                  <a:pt x="78" y="410"/>
                </a:cubicBezTo>
                <a:cubicBezTo>
                  <a:pt x="127" y="388"/>
                  <a:pt x="106" y="410"/>
                  <a:pt x="163" y="381"/>
                </a:cubicBezTo>
                <a:cubicBezTo>
                  <a:pt x="226" y="360"/>
                  <a:pt x="240" y="353"/>
                  <a:pt x="240" y="353"/>
                </a:cubicBezTo>
                <a:cubicBezTo>
                  <a:pt x="240" y="296"/>
                  <a:pt x="240" y="296"/>
                  <a:pt x="240" y="296"/>
                </a:cubicBezTo>
                <a:cubicBezTo>
                  <a:pt x="240" y="296"/>
                  <a:pt x="219" y="275"/>
                  <a:pt x="212" y="226"/>
                </a:cubicBezTo>
                <a:cubicBezTo>
                  <a:pt x="198" y="233"/>
                  <a:pt x="191" y="212"/>
                  <a:pt x="191" y="198"/>
                </a:cubicBezTo>
                <a:cubicBezTo>
                  <a:pt x="191" y="183"/>
                  <a:pt x="184" y="148"/>
                  <a:pt x="198" y="148"/>
                </a:cubicBezTo>
                <a:cubicBezTo>
                  <a:pt x="198" y="127"/>
                  <a:pt x="191" y="99"/>
                  <a:pt x="198" y="92"/>
                </a:cubicBezTo>
                <a:cubicBezTo>
                  <a:pt x="198" y="49"/>
                  <a:pt x="240" y="0"/>
                  <a:pt x="304" y="0"/>
                </a:cubicBezTo>
                <a:cubicBezTo>
                  <a:pt x="382" y="0"/>
                  <a:pt x="410" y="49"/>
                  <a:pt x="417" y="92"/>
                </a:cubicBezTo>
                <a:cubicBezTo>
                  <a:pt x="417" y="99"/>
                  <a:pt x="410" y="127"/>
                  <a:pt x="410"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45" y="381"/>
                </a:cubicBezTo>
                <a:cubicBezTo>
                  <a:pt x="459" y="388"/>
                  <a:pt x="467" y="396"/>
                  <a:pt x="481" y="396"/>
                </a:cubicBezTo>
                <a:cubicBezTo>
                  <a:pt x="467" y="403"/>
                  <a:pt x="452" y="424"/>
                  <a:pt x="452" y="43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5" name="Freeform 96">
            <a:extLst>
              <a:ext uri="{FF2B5EF4-FFF2-40B4-BE49-F238E27FC236}">
                <a16:creationId xmlns:a16="http://schemas.microsoft.com/office/drawing/2014/main" id="{E673B321-DB7B-3797-4733-B0F0862B0975}"/>
              </a:ext>
            </a:extLst>
          </p:cNvPr>
          <p:cNvSpPr>
            <a:spLocks noChangeArrowheads="1"/>
          </p:cNvSpPr>
          <p:nvPr/>
        </p:nvSpPr>
        <p:spPr bwMode="auto">
          <a:xfrm>
            <a:off x="536624" y="3621301"/>
            <a:ext cx="549655" cy="529596"/>
          </a:xfrm>
          <a:custGeom>
            <a:avLst/>
            <a:gdLst>
              <a:gd name="T0" fmla="*/ 2147483646 w 602"/>
              <a:gd name="T1" fmla="*/ 2147483646 h 580"/>
              <a:gd name="T2" fmla="*/ 2147483646 w 602"/>
              <a:gd name="T3" fmla="*/ 2147483646 h 580"/>
              <a:gd name="T4" fmla="*/ 2147483646 w 602"/>
              <a:gd name="T5" fmla="*/ 2147483646 h 580"/>
              <a:gd name="T6" fmla="*/ 2147483646 w 602"/>
              <a:gd name="T7" fmla="*/ 2147483646 h 580"/>
              <a:gd name="T8" fmla="*/ 2147483646 w 602"/>
              <a:gd name="T9" fmla="*/ 2147483646 h 580"/>
              <a:gd name="T10" fmla="*/ 0 w 602"/>
              <a:gd name="T11" fmla="*/ 2147483646 h 580"/>
              <a:gd name="T12" fmla="*/ 0 w 602"/>
              <a:gd name="T13" fmla="*/ 2147483646 h 580"/>
              <a:gd name="T14" fmla="*/ 0 w 602"/>
              <a:gd name="T15" fmla="*/ 2147483646 h 580"/>
              <a:gd name="T16" fmla="*/ 2147483646 w 602"/>
              <a:gd name="T17" fmla="*/ 2147483646 h 580"/>
              <a:gd name="T18" fmla="*/ 2147483646 w 602"/>
              <a:gd name="T19" fmla="*/ 2147483646 h 580"/>
              <a:gd name="T20" fmla="*/ 2147483646 w 602"/>
              <a:gd name="T21" fmla="*/ 2147483646 h 580"/>
              <a:gd name="T22" fmla="*/ 2147483646 w 602"/>
              <a:gd name="T23" fmla="*/ 2147483646 h 580"/>
              <a:gd name="T24" fmla="*/ 2147483646 w 602"/>
              <a:gd name="T25" fmla="*/ 2147483646 h 580"/>
              <a:gd name="T26" fmla="*/ 2147483646 w 602"/>
              <a:gd name="T27" fmla="*/ 2147483646 h 580"/>
              <a:gd name="T28" fmla="*/ 2147483646 w 602"/>
              <a:gd name="T29" fmla="*/ 2147483646 h 580"/>
              <a:gd name="T30" fmla="*/ 2147483646 w 602"/>
              <a:gd name="T31" fmla="*/ 2147483646 h 580"/>
              <a:gd name="T32" fmla="*/ 2147483646 w 602"/>
              <a:gd name="T33" fmla="*/ 0 h 580"/>
              <a:gd name="T34" fmla="*/ 2147483646 w 602"/>
              <a:gd name="T35" fmla="*/ 2147483646 h 580"/>
              <a:gd name="T36" fmla="*/ 2147483646 w 602"/>
              <a:gd name="T37" fmla="*/ 2147483646 h 580"/>
              <a:gd name="T38" fmla="*/ 2147483646 w 602"/>
              <a:gd name="T39" fmla="*/ 2147483646 h 580"/>
              <a:gd name="T40" fmla="*/ 2147483646 w 602"/>
              <a:gd name="T41" fmla="*/ 2147483646 h 580"/>
              <a:gd name="T42" fmla="*/ 2147483646 w 602"/>
              <a:gd name="T43" fmla="*/ 2147483646 h 580"/>
              <a:gd name="T44" fmla="*/ 2147483646 w 602"/>
              <a:gd name="T45" fmla="*/ 2147483646 h 580"/>
              <a:gd name="T46" fmla="*/ 2147483646 w 602"/>
              <a:gd name="T47" fmla="*/ 2147483646 h 580"/>
              <a:gd name="T48" fmla="*/ 2147483646 w 602"/>
              <a:gd name="T49" fmla="*/ 2147483646 h 580"/>
              <a:gd name="T50" fmla="*/ 2147483646 w 602"/>
              <a:gd name="T51" fmla="*/ 2147483646 h 5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02" h="580">
                <a:moveTo>
                  <a:pt x="601" y="551"/>
                </a:moveTo>
                <a:lnTo>
                  <a:pt x="601" y="551"/>
                </a:lnTo>
                <a:cubicBezTo>
                  <a:pt x="601" y="572"/>
                  <a:pt x="594" y="579"/>
                  <a:pt x="572" y="579"/>
                </a:cubicBezTo>
                <a:cubicBezTo>
                  <a:pt x="28" y="579"/>
                  <a:pt x="28" y="579"/>
                  <a:pt x="28" y="579"/>
                </a:cubicBezTo>
                <a:cubicBezTo>
                  <a:pt x="14" y="579"/>
                  <a:pt x="0" y="572"/>
                  <a:pt x="0" y="551"/>
                </a:cubicBezTo>
                <a:cubicBezTo>
                  <a:pt x="0" y="551"/>
                  <a:pt x="0" y="452"/>
                  <a:pt x="78" y="410"/>
                </a:cubicBezTo>
                <a:cubicBezTo>
                  <a:pt x="120" y="388"/>
                  <a:pt x="106" y="410"/>
                  <a:pt x="163" y="381"/>
                </a:cubicBezTo>
                <a:cubicBezTo>
                  <a:pt x="219" y="360"/>
                  <a:pt x="233" y="353"/>
                  <a:pt x="233" y="353"/>
                </a:cubicBezTo>
                <a:cubicBezTo>
                  <a:pt x="233" y="296"/>
                  <a:pt x="233" y="296"/>
                  <a:pt x="233" y="296"/>
                </a:cubicBezTo>
                <a:cubicBezTo>
                  <a:pt x="233" y="296"/>
                  <a:pt x="212" y="275"/>
                  <a:pt x="205" y="226"/>
                </a:cubicBezTo>
                <a:cubicBezTo>
                  <a:pt x="191" y="233"/>
                  <a:pt x="191" y="212"/>
                  <a:pt x="191" y="198"/>
                </a:cubicBezTo>
                <a:cubicBezTo>
                  <a:pt x="191" y="183"/>
                  <a:pt x="184" y="148"/>
                  <a:pt x="198" y="148"/>
                </a:cubicBezTo>
                <a:cubicBezTo>
                  <a:pt x="191" y="127"/>
                  <a:pt x="191" y="99"/>
                  <a:pt x="191" y="92"/>
                </a:cubicBezTo>
                <a:cubicBezTo>
                  <a:pt x="198" y="49"/>
                  <a:pt x="240" y="0"/>
                  <a:pt x="304" y="0"/>
                </a:cubicBezTo>
                <a:cubicBezTo>
                  <a:pt x="375" y="0"/>
                  <a:pt x="410" y="49"/>
                  <a:pt x="410" y="92"/>
                </a:cubicBezTo>
                <a:cubicBezTo>
                  <a:pt x="410" y="99"/>
                  <a:pt x="410" y="127"/>
                  <a:pt x="403"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38" y="381"/>
                </a:cubicBezTo>
                <a:cubicBezTo>
                  <a:pt x="502" y="410"/>
                  <a:pt x="481" y="388"/>
                  <a:pt x="530" y="410"/>
                </a:cubicBezTo>
                <a:cubicBezTo>
                  <a:pt x="601" y="452"/>
                  <a:pt x="601" y="551"/>
                  <a:pt x="601" y="551"/>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6" name="Freeform 97">
            <a:extLst>
              <a:ext uri="{FF2B5EF4-FFF2-40B4-BE49-F238E27FC236}">
                <a16:creationId xmlns:a16="http://schemas.microsoft.com/office/drawing/2014/main" id="{AE1FD61C-F121-7745-FF9C-C5E838F5515A}"/>
              </a:ext>
            </a:extLst>
          </p:cNvPr>
          <p:cNvSpPr>
            <a:spLocks noChangeArrowheads="1"/>
          </p:cNvSpPr>
          <p:nvPr/>
        </p:nvSpPr>
        <p:spPr bwMode="auto">
          <a:xfrm>
            <a:off x="11100452" y="2682472"/>
            <a:ext cx="549657" cy="481451"/>
          </a:xfrm>
          <a:custGeom>
            <a:avLst/>
            <a:gdLst>
              <a:gd name="T0" fmla="*/ 2147483646 w 602"/>
              <a:gd name="T1" fmla="*/ 0 h 531"/>
              <a:gd name="T2" fmla="*/ 2147483646 w 602"/>
              <a:gd name="T3" fmla="*/ 0 h 531"/>
              <a:gd name="T4" fmla="*/ 2147483646 w 602"/>
              <a:gd name="T5" fmla="*/ 2147483646 h 531"/>
              <a:gd name="T6" fmla="*/ 2147483646 w 602"/>
              <a:gd name="T7" fmla="*/ 2147483646 h 531"/>
              <a:gd name="T8" fmla="*/ 2147483646 w 602"/>
              <a:gd name="T9" fmla="*/ 2147483646 h 531"/>
              <a:gd name="T10" fmla="*/ 2147483646 w 602"/>
              <a:gd name="T11" fmla="*/ 2147483646 h 531"/>
              <a:gd name="T12" fmla="*/ 2147483646 w 602"/>
              <a:gd name="T13" fmla="*/ 2147483646 h 531"/>
              <a:gd name="T14" fmla="*/ 2147483646 w 602"/>
              <a:gd name="T15" fmla="*/ 2147483646 h 531"/>
              <a:gd name="T16" fmla="*/ 2147483646 w 602"/>
              <a:gd name="T17" fmla="*/ 2147483646 h 531"/>
              <a:gd name="T18" fmla="*/ 2147483646 w 602"/>
              <a:gd name="T19" fmla="*/ 2147483646 h 531"/>
              <a:gd name="T20" fmla="*/ 2147483646 w 602"/>
              <a:gd name="T21" fmla="*/ 0 h 531"/>
              <a:gd name="T22" fmla="*/ 2147483646 w 602"/>
              <a:gd name="T23" fmla="*/ 2147483646 h 531"/>
              <a:gd name="T24" fmla="*/ 0 w 602"/>
              <a:gd name="T25" fmla="*/ 2147483646 h 531"/>
              <a:gd name="T26" fmla="*/ 2147483646 w 602"/>
              <a:gd name="T27" fmla="*/ 2147483646 h 531"/>
              <a:gd name="T28" fmla="*/ 2147483646 w 602"/>
              <a:gd name="T29" fmla="*/ 2147483646 h 531"/>
              <a:gd name="T30" fmla="*/ 2147483646 w 602"/>
              <a:gd name="T31" fmla="*/ 2147483646 h 531"/>
              <a:gd name="T32" fmla="*/ 2147483646 w 602"/>
              <a:gd name="T33" fmla="*/ 2147483646 h 531"/>
              <a:gd name="T34" fmla="*/ 2147483646 w 602"/>
              <a:gd name="T35" fmla="*/ 2147483646 h 531"/>
              <a:gd name="T36" fmla="*/ 2147483646 w 602"/>
              <a:gd name="T37" fmla="*/ 2147483646 h 531"/>
              <a:gd name="T38" fmla="*/ 2147483646 w 602"/>
              <a:gd name="T39" fmla="*/ 2147483646 h 531"/>
              <a:gd name="T40" fmla="*/ 2147483646 w 602"/>
              <a:gd name="T41" fmla="*/ 0 h 53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02" h="531">
                <a:moveTo>
                  <a:pt x="431" y="0"/>
                </a:moveTo>
                <a:lnTo>
                  <a:pt x="431" y="0"/>
                </a:lnTo>
                <a:cubicBezTo>
                  <a:pt x="389" y="0"/>
                  <a:pt x="346" y="21"/>
                  <a:pt x="318" y="49"/>
                </a:cubicBezTo>
                <a:cubicBezTo>
                  <a:pt x="297" y="70"/>
                  <a:pt x="297" y="70"/>
                  <a:pt x="297" y="70"/>
                </a:cubicBezTo>
                <a:cubicBezTo>
                  <a:pt x="283" y="49"/>
                  <a:pt x="283" y="49"/>
                  <a:pt x="283" y="49"/>
                </a:cubicBezTo>
                <a:cubicBezTo>
                  <a:pt x="248" y="21"/>
                  <a:pt x="212" y="0"/>
                  <a:pt x="170" y="0"/>
                </a:cubicBezTo>
                <a:cubicBezTo>
                  <a:pt x="120" y="0"/>
                  <a:pt x="78" y="21"/>
                  <a:pt x="50" y="49"/>
                </a:cubicBezTo>
                <a:cubicBezTo>
                  <a:pt x="14" y="84"/>
                  <a:pt x="0" y="127"/>
                  <a:pt x="0" y="169"/>
                </a:cubicBezTo>
                <a:cubicBezTo>
                  <a:pt x="0" y="219"/>
                  <a:pt x="14" y="261"/>
                  <a:pt x="50" y="290"/>
                </a:cubicBezTo>
                <a:cubicBezTo>
                  <a:pt x="276" y="516"/>
                  <a:pt x="276" y="516"/>
                  <a:pt x="276" y="516"/>
                </a:cubicBezTo>
                <a:cubicBezTo>
                  <a:pt x="283" y="523"/>
                  <a:pt x="290" y="530"/>
                  <a:pt x="297" y="530"/>
                </a:cubicBezTo>
                <a:cubicBezTo>
                  <a:pt x="311" y="530"/>
                  <a:pt x="318" y="523"/>
                  <a:pt x="325" y="516"/>
                </a:cubicBezTo>
                <a:cubicBezTo>
                  <a:pt x="551" y="290"/>
                  <a:pt x="551" y="290"/>
                  <a:pt x="551" y="290"/>
                </a:cubicBezTo>
                <a:cubicBezTo>
                  <a:pt x="587" y="261"/>
                  <a:pt x="601" y="219"/>
                  <a:pt x="601" y="169"/>
                </a:cubicBezTo>
                <a:cubicBezTo>
                  <a:pt x="601" y="127"/>
                  <a:pt x="587" y="84"/>
                  <a:pt x="551" y="49"/>
                </a:cubicBezTo>
                <a:cubicBezTo>
                  <a:pt x="516" y="21"/>
                  <a:pt x="474" y="0"/>
                  <a:pt x="431" y="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7" name="Freeform 98">
            <a:extLst>
              <a:ext uri="{FF2B5EF4-FFF2-40B4-BE49-F238E27FC236}">
                <a16:creationId xmlns:a16="http://schemas.microsoft.com/office/drawing/2014/main" id="{98582DBC-5040-F936-A95D-848263A9302A}"/>
              </a:ext>
            </a:extLst>
          </p:cNvPr>
          <p:cNvSpPr>
            <a:spLocks noChangeArrowheads="1"/>
          </p:cNvSpPr>
          <p:nvPr/>
        </p:nvSpPr>
        <p:spPr bwMode="auto">
          <a:xfrm>
            <a:off x="10153599" y="2678459"/>
            <a:ext cx="533609" cy="497499"/>
          </a:xfrm>
          <a:custGeom>
            <a:avLst/>
            <a:gdLst>
              <a:gd name="T0" fmla="*/ 2147483646 w 588"/>
              <a:gd name="T1" fmla="*/ 2147483646 h 545"/>
              <a:gd name="T2" fmla="*/ 2147483646 w 588"/>
              <a:gd name="T3" fmla="*/ 2147483646 h 545"/>
              <a:gd name="T4" fmla="*/ 2147483646 w 588"/>
              <a:gd name="T5" fmla="*/ 2147483646 h 545"/>
              <a:gd name="T6" fmla="*/ 2147483646 w 588"/>
              <a:gd name="T7" fmla="*/ 2147483646 h 545"/>
              <a:gd name="T8" fmla="*/ 2147483646 w 588"/>
              <a:gd name="T9" fmla="*/ 2147483646 h 545"/>
              <a:gd name="T10" fmla="*/ 2147483646 w 588"/>
              <a:gd name="T11" fmla="*/ 2147483646 h 545"/>
              <a:gd name="T12" fmla="*/ 2147483646 w 588"/>
              <a:gd name="T13" fmla="*/ 2147483646 h 545"/>
              <a:gd name="T14" fmla="*/ 2147483646 w 588"/>
              <a:gd name="T15" fmla="*/ 2147483646 h 545"/>
              <a:gd name="T16" fmla="*/ 0 w 588"/>
              <a:gd name="T17" fmla="*/ 2147483646 h 545"/>
              <a:gd name="T18" fmla="*/ 2147483646 w 588"/>
              <a:gd name="T19" fmla="*/ 2147483646 h 545"/>
              <a:gd name="T20" fmla="*/ 2147483646 w 588"/>
              <a:gd name="T21" fmla="*/ 2147483646 h 545"/>
              <a:gd name="T22" fmla="*/ 2147483646 w 588"/>
              <a:gd name="T23" fmla="*/ 0 h 545"/>
              <a:gd name="T24" fmla="*/ 2147483646 w 588"/>
              <a:gd name="T25" fmla="*/ 2147483646 h 545"/>
              <a:gd name="T26" fmla="*/ 2147483646 w 588"/>
              <a:gd name="T27" fmla="*/ 2147483646 h 545"/>
              <a:gd name="T28" fmla="*/ 2147483646 w 588"/>
              <a:gd name="T29" fmla="*/ 2147483646 h 545"/>
              <a:gd name="T30" fmla="*/ 2147483646 w 588"/>
              <a:gd name="T31" fmla="*/ 2147483646 h 545"/>
              <a:gd name="T32" fmla="*/ 2147483646 w 588"/>
              <a:gd name="T33" fmla="*/ 2147483646 h 545"/>
              <a:gd name="T34" fmla="*/ 2147483646 w 588"/>
              <a:gd name="T35" fmla="*/ 2147483646 h 545"/>
              <a:gd name="T36" fmla="*/ 2147483646 w 588"/>
              <a:gd name="T37" fmla="*/ 2147483646 h 545"/>
              <a:gd name="T38" fmla="*/ 2147483646 w 588"/>
              <a:gd name="T39" fmla="*/ 2147483646 h 545"/>
              <a:gd name="T40" fmla="*/ 2147483646 w 588"/>
              <a:gd name="T41" fmla="*/ 2147483646 h 545"/>
              <a:gd name="T42" fmla="*/ 2147483646 w 588"/>
              <a:gd name="T43" fmla="*/ 2147483646 h 545"/>
              <a:gd name="T44" fmla="*/ 2147483646 w 588"/>
              <a:gd name="T45" fmla="*/ 2147483646 h 545"/>
              <a:gd name="T46" fmla="*/ 2147483646 w 588"/>
              <a:gd name="T47" fmla="*/ 2147483646 h 545"/>
              <a:gd name="T48" fmla="*/ 2147483646 w 588"/>
              <a:gd name="T49" fmla="*/ 2147483646 h 545"/>
              <a:gd name="T50" fmla="*/ 2147483646 w 588"/>
              <a:gd name="T51" fmla="*/ 2147483646 h 545"/>
              <a:gd name="T52" fmla="*/ 2147483646 w 588"/>
              <a:gd name="T53" fmla="*/ 2147483646 h 545"/>
              <a:gd name="T54" fmla="*/ 2147483646 w 588"/>
              <a:gd name="T55" fmla="*/ 2147483646 h 545"/>
              <a:gd name="T56" fmla="*/ 2147483646 w 588"/>
              <a:gd name="T57" fmla="*/ 2147483646 h 545"/>
              <a:gd name="T58" fmla="*/ 2147483646 w 588"/>
              <a:gd name="T59" fmla="*/ 2147483646 h 545"/>
              <a:gd name="T60" fmla="*/ 2147483646 w 588"/>
              <a:gd name="T61" fmla="*/ 2147483646 h 545"/>
              <a:gd name="T62" fmla="*/ 2147483646 w 588"/>
              <a:gd name="T63" fmla="*/ 2147483646 h 545"/>
              <a:gd name="T64" fmla="*/ 2147483646 w 588"/>
              <a:gd name="T65" fmla="*/ 2147483646 h 545"/>
              <a:gd name="T66" fmla="*/ 2147483646 w 588"/>
              <a:gd name="T67" fmla="*/ 2147483646 h 54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88" h="545">
                <a:moveTo>
                  <a:pt x="509" y="155"/>
                </a:moveTo>
                <a:lnTo>
                  <a:pt x="509" y="155"/>
                </a:lnTo>
                <a:cubicBezTo>
                  <a:pt x="417" y="84"/>
                  <a:pt x="417" y="84"/>
                  <a:pt x="417" y="84"/>
                </a:cubicBezTo>
                <a:cubicBezTo>
                  <a:pt x="417" y="282"/>
                  <a:pt x="417" y="282"/>
                  <a:pt x="417" y="282"/>
                </a:cubicBezTo>
                <a:cubicBezTo>
                  <a:pt x="396" y="289"/>
                  <a:pt x="375" y="297"/>
                  <a:pt x="361" y="318"/>
                </a:cubicBezTo>
                <a:cubicBezTo>
                  <a:pt x="361" y="77"/>
                  <a:pt x="361" y="77"/>
                  <a:pt x="361" y="77"/>
                </a:cubicBezTo>
                <a:cubicBezTo>
                  <a:pt x="205" y="155"/>
                  <a:pt x="205" y="155"/>
                  <a:pt x="205" y="155"/>
                </a:cubicBezTo>
                <a:cubicBezTo>
                  <a:pt x="205" y="473"/>
                  <a:pt x="205" y="473"/>
                  <a:pt x="205" y="473"/>
                </a:cubicBezTo>
                <a:cubicBezTo>
                  <a:pt x="311" y="417"/>
                  <a:pt x="311" y="417"/>
                  <a:pt x="311" y="417"/>
                </a:cubicBezTo>
                <a:lnTo>
                  <a:pt x="311" y="424"/>
                </a:lnTo>
                <a:cubicBezTo>
                  <a:pt x="311" y="438"/>
                  <a:pt x="311" y="459"/>
                  <a:pt x="318" y="473"/>
                </a:cubicBezTo>
                <a:cubicBezTo>
                  <a:pt x="191" y="544"/>
                  <a:pt x="191" y="544"/>
                  <a:pt x="191" y="544"/>
                </a:cubicBezTo>
                <a:cubicBezTo>
                  <a:pt x="191" y="544"/>
                  <a:pt x="184" y="544"/>
                  <a:pt x="177" y="544"/>
                </a:cubicBezTo>
                <a:cubicBezTo>
                  <a:pt x="170" y="544"/>
                  <a:pt x="170" y="544"/>
                  <a:pt x="163" y="544"/>
                </a:cubicBezTo>
                <a:cubicBezTo>
                  <a:pt x="14" y="431"/>
                  <a:pt x="14" y="431"/>
                  <a:pt x="14" y="431"/>
                </a:cubicBezTo>
                <a:cubicBezTo>
                  <a:pt x="7" y="424"/>
                  <a:pt x="0" y="417"/>
                  <a:pt x="0" y="402"/>
                </a:cubicBezTo>
                <a:cubicBezTo>
                  <a:pt x="0" y="28"/>
                  <a:pt x="0" y="28"/>
                  <a:pt x="0" y="28"/>
                </a:cubicBezTo>
                <a:cubicBezTo>
                  <a:pt x="0" y="14"/>
                  <a:pt x="14" y="0"/>
                  <a:pt x="28" y="0"/>
                </a:cubicBezTo>
                <a:cubicBezTo>
                  <a:pt x="35" y="0"/>
                  <a:pt x="43" y="0"/>
                  <a:pt x="43" y="7"/>
                </a:cubicBezTo>
                <a:cubicBezTo>
                  <a:pt x="184" y="106"/>
                  <a:pt x="184" y="106"/>
                  <a:pt x="184" y="106"/>
                </a:cubicBezTo>
                <a:cubicBezTo>
                  <a:pt x="375" y="0"/>
                  <a:pt x="375" y="0"/>
                  <a:pt x="375" y="0"/>
                </a:cubicBezTo>
                <a:cubicBezTo>
                  <a:pt x="375" y="0"/>
                  <a:pt x="382" y="0"/>
                  <a:pt x="389" y="0"/>
                </a:cubicBezTo>
                <a:cubicBezTo>
                  <a:pt x="396" y="0"/>
                  <a:pt x="396" y="0"/>
                  <a:pt x="403" y="7"/>
                </a:cubicBezTo>
                <a:cubicBezTo>
                  <a:pt x="551" y="120"/>
                  <a:pt x="551" y="120"/>
                  <a:pt x="551" y="120"/>
                </a:cubicBezTo>
                <a:cubicBezTo>
                  <a:pt x="558" y="127"/>
                  <a:pt x="566" y="134"/>
                  <a:pt x="566" y="141"/>
                </a:cubicBezTo>
                <a:cubicBezTo>
                  <a:pt x="566" y="318"/>
                  <a:pt x="566" y="318"/>
                  <a:pt x="566" y="318"/>
                </a:cubicBezTo>
                <a:cubicBezTo>
                  <a:pt x="551" y="297"/>
                  <a:pt x="530" y="289"/>
                  <a:pt x="509" y="282"/>
                </a:cubicBezTo>
                <a:lnTo>
                  <a:pt x="509" y="155"/>
                </a:lnTo>
                <a:close/>
                <a:moveTo>
                  <a:pt x="148" y="155"/>
                </a:moveTo>
                <a:lnTo>
                  <a:pt x="148" y="155"/>
                </a:lnTo>
                <a:cubicBezTo>
                  <a:pt x="57" y="84"/>
                  <a:pt x="57" y="84"/>
                  <a:pt x="57" y="84"/>
                </a:cubicBezTo>
                <a:cubicBezTo>
                  <a:pt x="57" y="388"/>
                  <a:pt x="57" y="388"/>
                  <a:pt x="57" y="388"/>
                </a:cubicBezTo>
                <a:cubicBezTo>
                  <a:pt x="148" y="459"/>
                  <a:pt x="148" y="459"/>
                  <a:pt x="148" y="459"/>
                </a:cubicBezTo>
                <a:lnTo>
                  <a:pt x="148" y="155"/>
                </a:lnTo>
                <a:close/>
                <a:moveTo>
                  <a:pt x="459" y="304"/>
                </a:moveTo>
                <a:lnTo>
                  <a:pt x="459" y="304"/>
                </a:lnTo>
                <a:cubicBezTo>
                  <a:pt x="530" y="304"/>
                  <a:pt x="587" y="353"/>
                  <a:pt x="587" y="424"/>
                </a:cubicBezTo>
                <a:cubicBezTo>
                  <a:pt x="587" y="495"/>
                  <a:pt x="530" y="544"/>
                  <a:pt x="459" y="544"/>
                </a:cubicBezTo>
                <a:cubicBezTo>
                  <a:pt x="396" y="544"/>
                  <a:pt x="339" y="495"/>
                  <a:pt x="339" y="424"/>
                </a:cubicBezTo>
                <a:cubicBezTo>
                  <a:pt x="339" y="353"/>
                  <a:pt x="396" y="304"/>
                  <a:pt x="459" y="304"/>
                </a:cubicBezTo>
                <a:close/>
                <a:moveTo>
                  <a:pt x="403" y="445"/>
                </a:moveTo>
                <a:lnTo>
                  <a:pt x="403" y="445"/>
                </a:lnTo>
                <a:cubicBezTo>
                  <a:pt x="396" y="445"/>
                  <a:pt x="396" y="452"/>
                  <a:pt x="396" y="459"/>
                </a:cubicBezTo>
                <a:cubicBezTo>
                  <a:pt x="396" y="480"/>
                  <a:pt x="410" y="487"/>
                  <a:pt x="424" y="487"/>
                </a:cubicBezTo>
                <a:cubicBezTo>
                  <a:pt x="431" y="487"/>
                  <a:pt x="438" y="487"/>
                  <a:pt x="445" y="480"/>
                </a:cubicBezTo>
                <a:cubicBezTo>
                  <a:pt x="459" y="466"/>
                  <a:pt x="459" y="466"/>
                  <a:pt x="459" y="466"/>
                </a:cubicBezTo>
                <a:cubicBezTo>
                  <a:pt x="481" y="480"/>
                  <a:pt x="481" y="480"/>
                  <a:pt x="481" y="480"/>
                </a:cubicBezTo>
                <a:cubicBezTo>
                  <a:pt x="488" y="487"/>
                  <a:pt x="495" y="487"/>
                  <a:pt x="502" y="487"/>
                </a:cubicBezTo>
                <a:cubicBezTo>
                  <a:pt x="516" y="487"/>
                  <a:pt x="530" y="480"/>
                  <a:pt x="530" y="459"/>
                </a:cubicBezTo>
                <a:cubicBezTo>
                  <a:pt x="530" y="452"/>
                  <a:pt x="523" y="445"/>
                  <a:pt x="516" y="445"/>
                </a:cubicBezTo>
                <a:cubicBezTo>
                  <a:pt x="502" y="424"/>
                  <a:pt x="502" y="424"/>
                  <a:pt x="502" y="424"/>
                </a:cubicBezTo>
                <a:cubicBezTo>
                  <a:pt x="516" y="402"/>
                  <a:pt x="516" y="402"/>
                  <a:pt x="516" y="402"/>
                </a:cubicBezTo>
                <a:cubicBezTo>
                  <a:pt x="523" y="402"/>
                  <a:pt x="530" y="395"/>
                  <a:pt x="530" y="388"/>
                </a:cubicBezTo>
                <a:cubicBezTo>
                  <a:pt x="530" y="367"/>
                  <a:pt x="516" y="360"/>
                  <a:pt x="502" y="360"/>
                </a:cubicBezTo>
                <a:cubicBezTo>
                  <a:pt x="495" y="360"/>
                  <a:pt x="488" y="360"/>
                  <a:pt x="481" y="367"/>
                </a:cubicBezTo>
                <a:cubicBezTo>
                  <a:pt x="459" y="381"/>
                  <a:pt x="459" y="381"/>
                  <a:pt x="459" y="381"/>
                </a:cubicBezTo>
                <a:cubicBezTo>
                  <a:pt x="445" y="367"/>
                  <a:pt x="445" y="367"/>
                  <a:pt x="445" y="367"/>
                </a:cubicBezTo>
                <a:cubicBezTo>
                  <a:pt x="438" y="360"/>
                  <a:pt x="431" y="360"/>
                  <a:pt x="424" y="360"/>
                </a:cubicBezTo>
                <a:cubicBezTo>
                  <a:pt x="410" y="360"/>
                  <a:pt x="396" y="367"/>
                  <a:pt x="396" y="388"/>
                </a:cubicBezTo>
                <a:cubicBezTo>
                  <a:pt x="396" y="395"/>
                  <a:pt x="396" y="402"/>
                  <a:pt x="403" y="402"/>
                </a:cubicBezTo>
                <a:cubicBezTo>
                  <a:pt x="424" y="424"/>
                  <a:pt x="424" y="424"/>
                  <a:pt x="424" y="424"/>
                </a:cubicBezTo>
                <a:lnTo>
                  <a:pt x="403" y="44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8" name="Freeform 99">
            <a:extLst>
              <a:ext uri="{FF2B5EF4-FFF2-40B4-BE49-F238E27FC236}">
                <a16:creationId xmlns:a16="http://schemas.microsoft.com/office/drawing/2014/main" id="{744373BB-A62B-5FEF-1808-3C084D4A33B0}"/>
              </a:ext>
            </a:extLst>
          </p:cNvPr>
          <p:cNvSpPr>
            <a:spLocks noChangeArrowheads="1"/>
          </p:cNvSpPr>
          <p:nvPr/>
        </p:nvSpPr>
        <p:spPr bwMode="auto">
          <a:xfrm>
            <a:off x="9194711" y="2678459"/>
            <a:ext cx="529596" cy="497499"/>
          </a:xfrm>
          <a:custGeom>
            <a:avLst/>
            <a:gdLst>
              <a:gd name="T0" fmla="*/ 2147483646 w 581"/>
              <a:gd name="T1" fmla="*/ 2147483646 h 545"/>
              <a:gd name="T2" fmla="*/ 2147483646 w 581"/>
              <a:gd name="T3" fmla="*/ 2147483646 h 545"/>
              <a:gd name="T4" fmla="*/ 2147483646 w 581"/>
              <a:gd name="T5" fmla="*/ 2147483646 h 545"/>
              <a:gd name="T6" fmla="*/ 2147483646 w 581"/>
              <a:gd name="T7" fmla="*/ 2147483646 h 545"/>
              <a:gd name="T8" fmla="*/ 2147483646 w 581"/>
              <a:gd name="T9" fmla="*/ 2147483646 h 545"/>
              <a:gd name="T10" fmla="*/ 2147483646 w 581"/>
              <a:gd name="T11" fmla="*/ 2147483646 h 545"/>
              <a:gd name="T12" fmla="*/ 2147483646 w 581"/>
              <a:gd name="T13" fmla="*/ 2147483646 h 545"/>
              <a:gd name="T14" fmla="*/ 2147483646 w 581"/>
              <a:gd name="T15" fmla="*/ 2147483646 h 545"/>
              <a:gd name="T16" fmla="*/ 2147483646 w 581"/>
              <a:gd name="T17" fmla="*/ 2147483646 h 545"/>
              <a:gd name="T18" fmla="*/ 2147483646 w 581"/>
              <a:gd name="T19" fmla="*/ 2147483646 h 545"/>
              <a:gd name="T20" fmla="*/ 2147483646 w 581"/>
              <a:gd name="T21" fmla="*/ 2147483646 h 545"/>
              <a:gd name="T22" fmla="*/ 2147483646 w 581"/>
              <a:gd name="T23" fmla="*/ 2147483646 h 545"/>
              <a:gd name="T24" fmla="*/ 2147483646 w 581"/>
              <a:gd name="T25" fmla="*/ 2147483646 h 545"/>
              <a:gd name="T26" fmla="*/ 2147483646 w 581"/>
              <a:gd name="T27" fmla="*/ 2147483646 h 545"/>
              <a:gd name="T28" fmla="*/ 2147483646 w 581"/>
              <a:gd name="T29" fmla="*/ 2147483646 h 545"/>
              <a:gd name="T30" fmla="*/ 2147483646 w 581"/>
              <a:gd name="T31" fmla="*/ 2147483646 h 545"/>
              <a:gd name="T32" fmla="*/ 0 w 581"/>
              <a:gd name="T33" fmla="*/ 2147483646 h 545"/>
              <a:gd name="T34" fmla="*/ 0 w 581"/>
              <a:gd name="T35" fmla="*/ 2147483646 h 545"/>
              <a:gd name="T36" fmla="*/ 2147483646 w 581"/>
              <a:gd name="T37" fmla="*/ 0 h 545"/>
              <a:gd name="T38" fmla="*/ 2147483646 w 581"/>
              <a:gd name="T39" fmla="*/ 2147483646 h 545"/>
              <a:gd name="T40" fmla="*/ 2147483646 w 581"/>
              <a:gd name="T41" fmla="*/ 2147483646 h 545"/>
              <a:gd name="T42" fmla="*/ 2147483646 w 581"/>
              <a:gd name="T43" fmla="*/ 2147483646 h 545"/>
              <a:gd name="T44" fmla="*/ 2147483646 w 581"/>
              <a:gd name="T45" fmla="*/ 0 h 545"/>
              <a:gd name="T46" fmla="*/ 2147483646 w 581"/>
              <a:gd name="T47" fmla="*/ 0 h 545"/>
              <a:gd name="T48" fmla="*/ 2147483646 w 581"/>
              <a:gd name="T49" fmla="*/ 0 h 545"/>
              <a:gd name="T50" fmla="*/ 2147483646 w 581"/>
              <a:gd name="T51" fmla="*/ 2147483646 h 545"/>
              <a:gd name="T52" fmla="*/ 2147483646 w 581"/>
              <a:gd name="T53" fmla="*/ 2147483646 h 545"/>
              <a:gd name="T54" fmla="*/ 2147483646 w 581"/>
              <a:gd name="T55" fmla="*/ 2147483646 h 545"/>
              <a:gd name="T56" fmla="*/ 2147483646 w 581"/>
              <a:gd name="T57" fmla="*/ 2147483646 h 545"/>
              <a:gd name="T58" fmla="*/ 2147483646 w 581"/>
              <a:gd name="T59" fmla="*/ 2147483646 h 545"/>
              <a:gd name="T60" fmla="*/ 2147483646 w 581"/>
              <a:gd name="T61" fmla="*/ 2147483646 h 545"/>
              <a:gd name="T62" fmla="*/ 2147483646 w 581"/>
              <a:gd name="T63" fmla="*/ 2147483646 h 545"/>
              <a:gd name="T64" fmla="*/ 2147483646 w 581"/>
              <a:gd name="T65" fmla="*/ 2147483646 h 545"/>
              <a:gd name="T66" fmla="*/ 2147483646 w 581"/>
              <a:gd name="T67" fmla="*/ 2147483646 h 545"/>
              <a:gd name="T68" fmla="*/ 2147483646 w 581"/>
              <a:gd name="T69" fmla="*/ 2147483646 h 545"/>
              <a:gd name="T70" fmla="*/ 2147483646 w 581"/>
              <a:gd name="T71" fmla="*/ 2147483646 h 545"/>
              <a:gd name="T72" fmla="*/ 2147483646 w 581"/>
              <a:gd name="T73" fmla="*/ 2147483646 h 545"/>
              <a:gd name="T74" fmla="*/ 2147483646 w 581"/>
              <a:gd name="T75" fmla="*/ 2147483646 h 545"/>
              <a:gd name="T76" fmla="*/ 2147483646 w 581"/>
              <a:gd name="T77" fmla="*/ 2147483646 h 545"/>
              <a:gd name="T78" fmla="*/ 2147483646 w 581"/>
              <a:gd name="T79" fmla="*/ 2147483646 h 545"/>
              <a:gd name="T80" fmla="*/ 2147483646 w 581"/>
              <a:gd name="T81" fmla="*/ 2147483646 h 545"/>
              <a:gd name="T82" fmla="*/ 2147483646 w 581"/>
              <a:gd name="T83" fmla="*/ 2147483646 h 545"/>
              <a:gd name="T84" fmla="*/ 2147483646 w 581"/>
              <a:gd name="T85" fmla="*/ 2147483646 h 545"/>
              <a:gd name="T86" fmla="*/ 2147483646 w 581"/>
              <a:gd name="T87" fmla="*/ 2147483646 h 545"/>
              <a:gd name="T88" fmla="*/ 2147483646 w 581"/>
              <a:gd name="T89" fmla="*/ 2147483646 h 545"/>
              <a:gd name="T90" fmla="*/ 2147483646 w 581"/>
              <a:gd name="T91" fmla="*/ 2147483646 h 545"/>
              <a:gd name="T92" fmla="*/ 2147483646 w 581"/>
              <a:gd name="T93" fmla="*/ 2147483646 h 545"/>
              <a:gd name="T94" fmla="*/ 2147483646 w 581"/>
              <a:gd name="T95" fmla="*/ 2147483646 h 545"/>
              <a:gd name="T96" fmla="*/ 2147483646 w 581"/>
              <a:gd name="T97" fmla="*/ 2147483646 h 545"/>
              <a:gd name="T98" fmla="*/ 2147483646 w 581"/>
              <a:gd name="T99" fmla="*/ 2147483646 h 545"/>
              <a:gd name="T100" fmla="*/ 2147483646 w 581"/>
              <a:gd name="T101" fmla="*/ 2147483646 h 545"/>
              <a:gd name="T102" fmla="*/ 2147483646 w 581"/>
              <a:gd name="T103" fmla="*/ 2147483646 h 545"/>
              <a:gd name="T104" fmla="*/ 2147483646 w 581"/>
              <a:gd name="T105" fmla="*/ 2147483646 h 545"/>
              <a:gd name="T106" fmla="*/ 2147483646 w 581"/>
              <a:gd name="T107" fmla="*/ 2147483646 h 545"/>
              <a:gd name="T108" fmla="*/ 2147483646 w 581"/>
              <a:gd name="T109" fmla="*/ 2147483646 h 545"/>
              <a:gd name="T110" fmla="*/ 2147483646 w 581"/>
              <a:gd name="T111" fmla="*/ 2147483646 h 545"/>
              <a:gd name="T112" fmla="*/ 2147483646 w 581"/>
              <a:gd name="T113" fmla="*/ 2147483646 h 545"/>
              <a:gd name="T114" fmla="*/ 2147483646 w 581"/>
              <a:gd name="T115" fmla="*/ 2147483646 h 545"/>
              <a:gd name="T116" fmla="*/ 2147483646 w 581"/>
              <a:gd name="T117" fmla="*/ 2147483646 h 545"/>
              <a:gd name="T118" fmla="*/ 2147483646 w 581"/>
              <a:gd name="T119" fmla="*/ 2147483646 h 545"/>
              <a:gd name="T120" fmla="*/ 2147483646 w 581"/>
              <a:gd name="T121" fmla="*/ 2147483646 h 54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81" h="545">
                <a:moveTo>
                  <a:pt x="509" y="155"/>
                </a:moveTo>
                <a:lnTo>
                  <a:pt x="509" y="155"/>
                </a:lnTo>
                <a:cubicBezTo>
                  <a:pt x="410" y="84"/>
                  <a:pt x="410" y="84"/>
                  <a:pt x="410" y="84"/>
                </a:cubicBezTo>
                <a:cubicBezTo>
                  <a:pt x="410" y="282"/>
                  <a:pt x="410" y="282"/>
                  <a:pt x="410" y="282"/>
                </a:cubicBezTo>
                <a:cubicBezTo>
                  <a:pt x="389" y="289"/>
                  <a:pt x="375" y="297"/>
                  <a:pt x="353" y="318"/>
                </a:cubicBezTo>
                <a:cubicBezTo>
                  <a:pt x="353" y="77"/>
                  <a:pt x="353" y="77"/>
                  <a:pt x="353" y="77"/>
                </a:cubicBezTo>
                <a:cubicBezTo>
                  <a:pt x="205" y="155"/>
                  <a:pt x="205" y="155"/>
                  <a:pt x="205" y="155"/>
                </a:cubicBezTo>
                <a:cubicBezTo>
                  <a:pt x="205" y="473"/>
                  <a:pt x="205" y="473"/>
                  <a:pt x="205" y="473"/>
                </a:cubicBezTo>
                <a:cubicBezTo>
                  <a:pt x="311" y="417"/>
                  <a:pt x="311" y="417"/>
                  <a:pt x="311" y="417"/>
                </a:cubicBezTo>
                <a:lnTo>
                  <a:pt x="311" y="424"/>
                </a:lnTo>
                <a:cubicBezTo>
                  <a:pt x="311" y="438"/>
                  <a:pt x="311" y="459"/>
                  <a:pt x="318" y="473"/>
                </a:cubicBezTo>
                <a:cubicBezTo>
                  <a:pt x="191" y="544"/>
                  <a:pt x="191" y="544"/>
                  <a:pt x="191" y="544"/>
                </a:cubicBezTo>
                <a:cubicBezTo>
                  <a:pt x="184" y="544"/>
                  <a:pt x="184" y="544"/>
                  <a:pt x="177" y="544"/>
                </a:cubicBezTo>
                <a:cubicBezTo>
                  <a:pt x="170" y="544"/>
                  <a:pt x="163" y="544"/>
                  <a:pt x="163" y="544"/>
                </a:cubicBezTo>
                <a:cubicBezTo>
                  <a:pt x="7" y="431"/>
                  <a:pt x="7" y="431"/>
                  <a:pt x="7" y="431"/>
                </a:cubicBezTo>
                <a:cubicBezTo>
                  <a:pt x="0" y="424"/>
                  <a:pt x="0" y="417"/>
                  <a:pt x="0" y="402"/>
                </a:cubicBezTo>
                <a:cubicBezTo>
                  <a:pt x="0" y="28"/>
                  <a:pt x="0" y="28"/>
                  <a:pt x="0" y="28"/>
                </a:cubicBezTo>
                <a:cubicBezTo>
                  <a:pt x="0" y="14"/>
                  <a:pt x="7" y="0"/>
                  <a:pt x="28" y="0"/>
                </a:cubicBezTo>
                <a:cubicBezTo>
                  <a:pt x="35" y="0"/>
                  <a:pt x="35" y="0"/>
                  <a:pt x="42" y="7"/>
                </a:cubicBezTo>
                <a:cubicBezTo>
                  <a:pt x="177" y="106"/>
                  <a:pt x="177" y="106"/>
                  <a:pt x="177" y="106"/>
                </a:cubicBezTo>
                <a:cubicBezTo>
                  <a:pt x="375" y="0"/>
                  <a:pt x="375" y="0"/>
                  <a:pt x="375" y="0"/>
                </a:cubicBezTo>
                <a:lnTo>
                  <a:pt x="382" y="0"/>
                </a:lnTo>
                <a:cubicBezTo>
                  <a:pt x="389" y="0"/>
                  <a:pt x="396" y="0"/>
                  <a:pt x="403" y="7"/>
                </a:cubicBezTo>
                <a:cubicBezTo>
                  <a:pt x="551" y="120"/>
                  <a:pt x="551" y="120"/>
                  <a:pt x="551" y="120"/>
                </a:cubicBezTo>
                <a:cubicBezTo>
                  <a:pt x="558" y="127"/>
                  <a:pt x="565" y="134"/>
                  <a:pt x="565" y="141"/>
                </a:cubicBezTo>
                <a:cubicBezTo>
                  <a:pt x="565" y="318"/>
                  <a:pt x="565" y="318"/>
                  <a:pt x="565" y="318"/>
                </a:cubicBezTo>
                <a:cubicBezTo>
                  <a:pt x="544" y="297"/>
                  <a:pt x="530" y="289"/>
                  <a:pt x="509" y="282"/>
                </a:cubicBezTo>
                <a:lnTo>
                  <a:pt x="509" y="155"/>
                </a:lnTo>
                <a:close/>
                <a:moveTo>
                  <a:pt x="148" y="155"/>
                </a:moveTo>
                <a:lnTo>
                  <a:pt x="148" y="155"/>
                </a:lnTo>
                <a:cubicBezTo>
                  <a:pt x="57" y="84"/>
                  <a:pt x="57" y="84"/>
                  <a:pt x="57" y="84"/>
                </a:cubicBezTo>
                <a:cubicBezTo>
                  <a:pt x="57" y="388"/>
                  <a:pt x="57" y="388"/>
                  <a:pt x="57" y="388"/>
                </a:cubicBezTo>
                <a:cubicBezTo>
                  <a:pt x="148" y="459"/>
                  <a:pt x="148" y="459"/>
                  <a:pt x="148" y="459"/>
                </a:cubicBezTo>
                <a:lnTo>
                  <a:pt x="148" y="155"/>
                </a:lnTo>
                <a:close/>
                <a:moveTo>
                  <a:pt x="459" y="304"/>
                </a:moveTo>
                <a:lnTo>
                  <a:pt x="459" y="304"/>
                </a:lnTo>
                <a:cubicBezTo>
                  <a:pt x="530" y="304"/>
                  <a:pt x="580" y="353"/>
                  <a:pt x="580" y="424"/>
                </a:cubicBezTo>
                <a:cubicBezTo>
                  <a:pt x="580" y="495"/>
                  <a:pt x="530" y="544"/>
                  <a:pt x="459" y="544"/>
                </a:cubicBezTo>
                <a:cubicBezTo>
                  <a:pt x="389" y="544"/>
                  <a:pt x="339" y="495"/>
                  <a:pt x="339" y="424"/>
                </a:cubicBezTo>
                <a:cubicBezTo>
                  <a:pt x="339" y="353"/>
                  <a:pt x="389" y="304"/>
                  <a:pt x="459" y="304"/>
                </a:cubicBezTo>
                <a:close/>
                <a:moveTo>
                  <a:pt x="382" y="452"/>
                </a:moveTo>
                <a:lnTo>
                  <a:pt x="382" y="452"/>
                </a:lnTo>
                <a:cubicBezTo>
                  <a:pt x="424" y="487"/>
                  <a:pt x="424" y="487"/>
                  <a:pt x="424" y="487"/>
                </a:cubicBezTo>
                <a:cubicBezTo>
                  <a:pt x="424" y="495"/>
                  <a:pt x="431" y="502"/>
                  <a:pt x="438" y="502"/>
                </a:cubicBezTo>
                <a:cubicBezTo>
                  <a:pt x="445" y="502"/>
                  <a:pt x="452" y="495"/>
                  <a:pt x="459" y="487"/>
                </a:cubicBezTo>
                <a:cubicBezTo>
                  <a:pt x="537" y="417"/>
                  <a:pt x="537" y="417"/>
                  <a:pt x="537" y="417"/>
                </a:cubicBezTo>
                <a:cubicBezTo>
                  <a:pt x="544" y="410"/>
                  <a:pt x="544" y="402"/>
                  <a:pt x="544" y="395"/>
                </a:cubicBezTo>
                <a:cubicBezTo>
                  <a:pt x="544" y="381"/>
                  <a:pt x="530" y="367"/>
                  <a:pt x="516" y="367"/>
                </a:cubicBezTo>
                <a:cubicBezTo>
                  <a:pt x="509" y="367"/>
                  <a:pt x="502" y="367"/>
                  <a:pt x="495" y="374"/>
                </a:cubicBezTo>
                <a:cubicBezTo>
                  <a:pt x="438" y="431"/>
                  <a:pt x="438" y="431"/>
                  <a:pt x="438" y="431"/>
                </a:cubicBezTo>
                <a:cubicBezTo>
                  <a:pt x="424" y="417"/>
                  <a:pt x="424" y="417"/>
                  <a:pt x="424" y="417"/>
                </a:cubicBezTo>
                <a:cubicBezTo>
                  <a:pt x="417" y="410"/>
                  <a:pt x="410" y="402"/>
                  <a:pt x="403" y="402"/>
                </a:cubicBezTo>
                <a:cubicBezTo>
                  <a:pt x="389" y="402"/>
                  <a:pt x="375" y="417"/>
                  <a:pt x="375" y="431"/>
                </a:cubicBezTo>
                <a:cubicBezTo>
                  <a:pt x="375" y="438"/>
                  <a:pt x="375" y="445"/>
                  <a:pt x="382" y="45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39" name="Freeform 100">
            <a:extLst>
              <a:ext uri="{FF2B5EF4-FFF2-40B4-BE49-F238E27FC236}">
                <a16:creationId xmlns:a16="http://schemas.microsoft.com/office/drawing/2014/main" id="{D2C0BEE3-A00B-C1AD-D4DB-A979D89C3F77}"/>
              </a:ext>
            </a:extLst>
          </p:cNvPr>
          <p:cNvSpPr>
            <a:spLocks noChangeArrowheads="1"/>
          </p:cNvSpPr>
          <p:nvPr/>
        </p:nvSpPr>
        <p:spPr bwMode="auto">
          <a:xfrm>
            <a:off x="8231810" y="2678459"/>
            <a:ext cx="533607" cy="497499"/>
          </a:xfrm>
          <a:custGeom>
            <a:avLst/>
            <a:gdLst>
              <a:gd name="T0" fmla="*/ 2147483646 w 587"/>
              <a:gd name="T1" fmla="*/ 2147483646 h 545"/>
              <a:gd name="T2" fmla="*/ 2147483646 w 587"/>
              <a:gd name="T3" fmla="*/ 2147483646 h 545"/>
              <a:gd name="T4" fmla="*/ 2147483646 w 587"/>
              <a:gd name="T5" fmla="*/ 2147483646 h 545"/>
              <a:gd name="T6" fmla="*/ 2147483646 w 587"/>
              <a:gd name="T7" fmla="*/ 2147483646 h 545"/>
              <a:gd name="T8" fmla="*/ 2147483646 w 587"/>
              <a:gd name="T9" fmla="*/ 2147483646 h 545"/>
              <a:gd name="T10" fmla="*/ 2147483646 w 587"/>
              <a:gd name="T11" fmla="*/ 2147483646 h 545"/>
              <a:gd name="T12" fmla="*/ 2147483646 w 587"/>
              <a:gd name="T13" fmla="*/ 2147483646 h 545"/>
              <a:gd name="T14" fmla="*/ 2147483646 w 587"/>
              <a:gd name="T15" fmla="*/ 2147483646 h 545"/>
              <a:gd name="T16" fmla="*/ 2147483646 w 587"/>
              <a:gd name="T17" fmla="*/ 2147483646 h 545"/>
              <a:gd name="T18" fmla="*/ 2147483646 w 587"/>
              <a:gd name="T19" fmla="*/ 2147483646 h 545"/>
              <a:gd name="T20" fmla="*/ 2147483646 w 587"/>
              <a:gd name="T21" fmla="*/ 2147483646 h 545"/>
              <a:gd name="T22" fmla="*/ 2147483646 w 587"/>
              <a:gd name="T23" fmla="*/ 2147483646 h 545"/>
              <a:gd name="T24" fmla="*/ 2147483646 w 587"/>
              <a:gd name="T25" fmla="*/ 2147483646 h 545"/>
              <a:gd name="T26" fmla="*/ 2147483646 w 587"/>
              <a:gd name="T27" fmla="*/ 2147483646 h 545"/>
              <a:gd name="T28" fmla="*/ 2147483646 w 587"/>
              <a:gd name="T29" fmla="*/ 2147483646 h 545"/>
              <a:gd name="T30" fmla="*/ 2147483646 w 587"/>
              <a:gd name="T31" fmla="*/ 2147483646 h 545"/>
              <a:gd name="T32" fmla="*/ 0 w 587"/>
              <a:gd name="T33" fmla="*/ 2147483646 h 545"/>
              <a:gd name="T34" fmla="*/ 0 w 587"/>
              <a:gd name="T35" fmla="*/ 2147483646 h 545"/>
              <a:gd name="T36" fmla="*/ 2147483646 w 587"/>
              <a:gd name="T37" fmla="*/ 0 h 545"/>
              <a:gd name="T38" fmla="*/ 2147483646 w 587"/>
              <a:gd name="T39" fmla="*/ 2147483646 h 545"/>
              <a:gd name="T40" fmla="*/ 2147483646 w 587"/>
              <a:gd name="T41" fmla="*/ 2147483646 h 545"/>
              <a:gd name="T42" fmla="*/ 2147483646 w 587"/>
              <a:gd name="T43" fmla="*/ 2147483646 h 545"/>
              <a:gd name="T44" fmla="*/ 2147483646 w 587"/>
              <a:gd name="T45" fmla="*/ 0 h 545"/>
              <a:gd name="T46" fmla="*/ 2147483646 w 587"/>
              <a:gd name="T47" fmla="*/ 0 h 545"/>
              <a:gd name="T48" fmla="*/ 2147483646 w 587"/>
              <a:gd name="T49" fmla="*/ 0 h 545"/>
              <a:gd name="T50" fmla="*/ 2147483646 w 587"/>
              <a:gd name="T51" fmla="*/ 2147483646 h 545"/>
              <a:gd name="T52" fmla="*/ 2147483646 w 587"/>
              <a:gd name="T53" fmla="*/ 2147483646 h 545"/>
              <a:gd name="T54" fmla="*/ 2147483646 w 587"/>
              <a:gd name="T55" fmla="*/ 2147483646 h 545"/>
              <a:gd name="T56" fmla="*/ 2147483646 w 587"/>
              <a:gd name="T57" fmla="*/ 2147483646 h 545"/>
              <a:gd name="T58" fmla="*/ 2147483646 w 587"/>
              <a:gd name="T59" fmla="*/ 2147483646 h 545"/>
              <a:gd name="T60" fmla="*/ 2147483646 w 587"/>
              <a:gd name="T61" fmla="*/ 2147483646 h 545"/>
              <a:gd name="T62" fmla="*/ 2147483646 w 587"/>
              <a:gd name="T63" fmla="*/ 2147483646 h 545"/>
              <a:gd name="T64" fmla="*/ 2147483646 w 587"/>
              <a:gd name="T65" fmla="*/ 2147483646 h 545"/>
              <a:gd name="T66" fmla="*/ 2147483646 w 587"/>
              <a:gd name="T67" fmla="*/ 2147483646 h 545"/>
              <a:gd name="T68" fmla="*/ 2147483646 w 587"/>
              <a:gd name="T69" fmla="*/ 2147483646 h 545"/>
              <a:gd name="T70" fmla="*/ 2147483646 w 587"/>
              <a:gd name="T71" fmla="*/ 2147483646 h 545"/>
              <a:gd name="T72" fmla="*/ 2147483646 w 587"/>
              <a:gd name="T73" fmla="*/ 2147483646 h 545"/>
              <a:gd name="T74" fmla="*/ 2147483646 w 587"/>
              <a:gd name="T75" fmla="*/ 2147483646 h 545"/>
              <a:gd name="T76" fmla="*/ 2147483646 w 587"/>
              <a:gd name="T77" fmla="*/ 2147483646 h 545"/>
              <a:gd name="T78" fmla="*/ 2147483646 w 587"/>
              <a:gd name="T79" fmla="*/ 2147483646 h 545"/>
              <a:gd name="T80" fmla="*/ 2147483646 w 587"/>
              <a:gd name="T81" fmla="*/ 2147483646 h 545"/>
              <a:gd name="T82" fmla="*/ 2147483646 w 587"/>
              <a:gd name="T83" fmla="*/ 2147483646 h 545"/>
              <a:gd name="T84" fmla="*/ 2147483646 w 587"/>
              <a:gd name="T85" fmla="*/ 2147483646 h 545"/>
              <a:gd name="T86" fmla="*/ 2147483646 w 587"/>
              <a:gd name="T87" fmla="*/ 2147483646 h 545"/>
              <a:gd name="T88" fmla="*/ 2147483646 w 587"/>
              <a:gd name="T89" fmla="*/ 2147483646 h 545"/>
              <a:gd name="T90" fmla="*/ 2147483646 w 587"/>
              <a:gd name="T91" fmla="*/ 2147483646 h 545"/>
              <a:gd name="T92" fmla="*/ 2147483646 w 587"/>
              <a:gd name="T93" fmla="*/ 2147483646 h 545"/>
              <a:gd name="T94" fmla="*/ 2147483646 w 587"/>
              <a:gd name="T95" fmla="*/ 2147483646 h 545"/>
              <a:gd name="T96" fmla="*/ 2147483646 w 587"/>
              <a:gd name="T97" fmla="*/ 2147483646 h 545"/>
              <a:gd name="T98" fmla="*/ 2147483646 w 587"/>
              <a:gd name="T99" fmla="*/ 2147483646 h 545"/>
              <a:gd name="T100" fmla="*/ 2147483646 w 587"/>
              <a:gd name="T101" fmla="*/ 2147483646 h 545"/>
              <a:gd name="T102" fmla="*/ 2147483646 w 587"/>
              <a:gd name="T103" fmla="*/ 2147483646 h 545"/>
              <a:gd name="T104" fmla="*/ 2147483646 w 587"/>
              <a:gd name="T105" fmla="*/ 2147483646 h 545"/>
              <a:gd name="T106" fmla="*/ 2147483646 w 587"/>
              <a:gd name="T107" fmla="*/ 2147483646 h 545"/>
              <a:gd name="T108" fmla="*/ 2147483646 w 587"/>
              <a:gd name="T109" fmla="*/ 2147483646 h 54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587" h="545">
                <a:moveTo>
                  <a:pt x="509" y="155"/>
                </a:moveTo>
                <a:lnTo>
                  <a:pt x="509" y="155"/>
                </a:lnTo>
                <a:cubicBezTo>
                  <a:pt x="417" y="84"/>
                  <a:pt x="417" y="84"/>
                  <a:pt x="417" y="84"/>
                </a:cubicBezTo>
                <a:cubicBezTo>
                  <a:pt x="417" y="282"/>
                  <a:pt x="417" y="282"/>
                  <a:pt x="417" y="282"/>
                </a:cubicBezTo>
                <a:cubicBezTo>
                  <a:pt x="396" y="289"/>
                  <a:pt x="375" y="297"/>
                  <a:pt x="360" y="318"/>
                </a:cubicBezTo>
                <a:cubicBezTo>
                  <a:pt x="360" y="77"/>
                  <a:pt x="360" y="77"/>
                  <a:pt x="360" y="77"/>
                </a:cubicBezTo>
                <a:cubicBezTo>
                  <a:pt x="212" y="155"/>
                  <a:pt x="212" y="155"/>
                  <a:pt x="212" y="155"/>
                </a:cubicBezTo>
                <a:cubicBezTo>
                  <a:pt x="212" y="473"/>
                  <a:pt x="212" y="473"/>
                  <a:pt x="212" y="473"/>
                </a:cubicBezTo>
                <a:cubicBezTo>
                  <a:pt x="311" y="417"/>
                  <a:pt x="311" y="417"/>
                  <a:pt x="311" y="417"/>
                </a:cubicBezTo>
                <a:lnTo>
                  <a:pt x="311" y="424"/>
                </a:lnTo>
                <a:cubicBezTo>
                  <a:pt x="311" y="438"/>
                  <a:pt x="318" y="459"/>
                  <a:pt x="325" y="473"/>
                </a:cubicBezTo>
                <a:cubicBezTo>
                  <a:pt x="198" y="544"/>
                  <a:pt x="198" y="544"/>
                  <a:pt x="198" y="544"/>
                </a:cubicBezTo>
                <a:cubicBezTo>
                  <a:pt x="191" y="544"/>
                  <a:pt x="184" y="544"/>
                  <a:pt x="184" y="544"/>
                </a:cubicBezTo>
                <a:cubicBezTo>
                  <a:pt x="177" y="544"/>
                  <a:pt x="169" y="544"/>
                  <a:pt x="162" y="544"/>
                </a:cubicBezTo>
                <a:cubicBezTo>
                  <a:pt x="14" y="431"/>
                  <a:pt x="14" y="431"/>
                  <a:pt x="14" y="431"/>
                </a:cubicBezTo>
                <a:cubicBezTo>
                  <a:pt x="7" y="424"/>
                  <a:pt x="0" y="417"/>
                  <a:pt x="0" y="402"/>
                </a:cubicBezTo>
                <a:cubicBezTo>
                  <a:pt x="0" y="28"/>
                  <a:pt x="0" y="28"/>
                  <a:pt x="0" y="28"/>
                </a:cubicBezTo>
                <a:cubicBezTo>
                  <a:pt x="0" y="14"/>
                  <a:pt x="14" y="0"/>
                  <a:pt x="28" y="0"/>
                </a:cubicBezTo>
                <a:cubicBezTo>
                  <a:pt x="35" y="0"/>
                  <a:pt x="42" y="0"/>
                  <a:pt x="49" y="7"/>
                </a:cubicBezTo>
                <a:cubicBezTo>
                  <a:pt x="184" y="106"/>
                  <a:pt x="184" y="106"/>
                  <a:pt x="184" y="106"/>
                </a:cubicBezTo>
                <a:cubicBezTo>
                  <a:pt x="375" y="0"/>
                  <a:pt x="375" y="0"/>
                  <a:pt x="375" y="0"/>
                </a:cubicBezTo>
                <a:cubicBezTo>
                  <a:pt x="382" y="0"/>
                  <a:pt x="382" y="0"/>
                  <a:pt x="389" y="0"/>
                </a:cubicBezTo>
                <a:cubicBezTo>
                  <a:pt x="396" y="0"/>
                  <a:pt x="403" y="0"/>
                  <a:pt x="403" y="7"/>
                </a:cubicBezTo>
                <a:cubicBezTo>
                  <a:pt x="551" y="120"/>
                  <a:pt x="551" y="120"/>
                  <a:pt x="551" y="120"/>
                </a:cubicBezTo>
                <a:cubicBezTo>
                  <a:pt x="558" y="120"/>
                  <a:pt x="558" y="120"/>
                  <a:pt x="558" y="120"/>
                </a:cubicBezTo>
                <a:cubicBezTo>
                  <a:pt x="565" y="127"/>
                  <a:pt x="565" y="134"/>
                  <a:pt x="565" y="141"/>
                </a:cubicBezTo>
                <a:cubicBezTo>
                  <a:pt x="565" y="318"/>
                  <a:pt x="565" y="318"/>
                  <a:pt x="565" y="318"/>
                </a:cubicBezTo>
                <a:cubicBezTo>
                  <a:pt x="551" y="297"/>
                  <a:pt x="530" y="289"/>
                  <a:pt x="509" y="282"/>
                </a:cubicBezTo>
                <a:lnTo>
                  <a:pt x="509" y="155"/>
                </a:lnTo>
                <a:close/>
                <a:moveTo>
                  <a:pt x="155" y="155"/>
                </a:moveTo>
                <a:lnTo>
                  <a:pt x="155" y="155"/>
                </a:lnTo>
                <a:cubicBezTo>
                  <a:pt x="56" y="84"/>
                  <a:pt x="56" y="84"/>
                  <a:pt x="56" y="84"/>
                </a:cubicBezTo>
                <a:cubicBezTo>
                  <a:pt x="56" y="388"/>
                  <a:pt x="56" y="388"/>
                  <a:pt x="56" y="388"/>
                </a:cubicBezTo>
                <a:cubicBezTo>
                  <a:pt x="155" y="459"/>
                  <a:pt x="155" y="459"/>
                  <a:pt x="155" y="459"/>
                </a:cubicBezTo>
                <a:lnTo>
                  <a:pt x="155" y="155"/>
                </a:lnTo>
                <a:close/>
                <a:moveTo>
                  <a:pt x="466" y="304"/>
                </a:moveTo>
                <a:lnTo>
                  <a:pt x="466" y="304"/>
                </a:lnTo>
                <a:cubicBezTo>
                  <a:pt x="530" y="304"/>
                  <a:pt x="586" y="353"/>
                  <a:pt x="586" y="424"/>
                </a:cubicBezTo>
                <a:cubicBezTo>
                  <a:pt x="586" y="495"/>
                  <a:pt x="530" y="544"/>
                  <a:pt x="466" y="544"/>
                </a:cubicBezTo>
                <a:cubicBezTo>
                  <a:pt x="396" y="544"/>
                  <a:pt x="339" y="495"/>
                  <a:pt x="339" y="424"/>
                </a:cubicBezTo>
                <a:cubicBezTo>
                  <a:pt x="339" y="353"/>
                  <a:pt x="396" y="304"/>
                  <a:pt x="466" y="304"/>
                </a:cubicBezTo>
                <a:close/>
                <a:moveTo>
                  <a:pt x="410" y="452"/>
                </a:moveTo>
                <a:lnTo>
                  <a:pt x="410" y="452"/>
                </a:lnTo>
                <a:cubicBezTo>
                  <a:pt x="523" y="452"/>
                  <a:pt x="523" y="452"/>
                  <a:pt x="523" y="452"/>
                </a:cubicBezTo>
                <a:cubicBezTo>
                  <a:pt x="537" y="452"/>
                  <a:pt x="551" y="438"/>
                  <a:pt x="551" y="424"/>
                </a:cubicBezTo>
                <a:cubicBezTo>
                  <a:pt x="551" y="410"/>
                  <a:pt x="537" y="395"/>
                  <a:pt x="523" y="395"/>
                </a:cubicBezTo>
                <a:cubicBezTo>
                  <a:pt x="410" y="395"/>
                  <a:pt x="410" y="395"/>
                  <a:pt x="410" y="395"/>
                </a:cubicBezTo>
                <a:cubicBezTo>
                  <a:pt x="389" y="395"/>
                  <a:pt x="382" y="410"/>
                  <a:pt x="382" y="424"/>
                </a:cubicBezTo>
                <a:cubicBezTo>
                  <a:pt x="382" y="438"/>
                  <a:pt x="389" y="452"/>
                  <a:pt x="410" y="45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0" name="Freeform 101">
            <a:extLst>
              <a:ext uri="{FF2B5EF4-FFF2-40B4-BE49-F238E27FC236}">
                <a16:creationId xmlns:a16="http://schemas.microsoft.com/office/drawing/2014/main" id="{3CD24DCB-CEA1-487F-A2FC-42EAF1905361}"/>
              </a:ext>
            </a:extLst>
          </p:cNvPr>
          <p:cNvSpPr>
            <a:spLocks noChangeArrowheads="1"/>
          </p:cNvSpPr>
          <p:nvPr/>
        </p:nvSpPr>
        <p:spPr bwMode="auto">
          <a:xfrm>
            <a:off x="7272919" y="2678459"/>
            <a:ext cx="533609" cy="497499"/>
          </a:xfrm>
          <a:custGeom>
            <a:avLst/>
            <a:gdLst>
              <a:gd name="T0" fmla="*/ 2147483646 w 587"/>
              <a:gd name="T1" fmla="*/ 2147483646 h 545"/>
              <a:gd name="T2" fmla="*/ 2147483646 w 587"/>
              <a:gd name="T3" fmla="*/ 2147483646 h 545"/>
              <a:gd name="T4" fmla="*/ 2147483646 w 587"/>
              <a:gd name="T5" fmla="*/ 2147483646 h 545"/>
              <a:gd name="T6" fmla="*/ 2147483646 w 587"/>
              <a:gd name="T7" fmla="*/ 2147483646 h 545"/>
              <a:gd name="T8" fmla="*/ 2147483646 w 587"/>
              <a:gd name="T9" fmla="*/ 2147483646 h 545"/>
              <a:gd name="T10" fmla="*/ 2147483646 w 587"/>
              <a:gd name="T11" fmla="*/ 2147483646 h 545"/>
              <a:gd name="T12" fmla="*/ 2147483646 w 587"/>
              <a:gd name="T13" fmla="*/ 2147483646 h 545"/>
              <a:gd name="T14" fmla="*/ 2147483646 w 587"/>
              <a:gd name="T15" fmla="*/ 2147483646 h 545"/>
              <a:gd name="T16" fmla="*/ 0 w 587"/>
              <a:gd name="T17" fmla="*/ 2147483646 h 545"/>
              <a:gd name="T18" fmla="*/ 2147483646 w 587"/>
              <a:gd name="T19" fmla="*/ 2147483646 h 545"/>
              <a:gd name="T20" fmla="*/ 2147483646 w 587"/>
              <a:gd name="T21" fmla="*/ 2147483646 h 545"/>
              <a:gd name="T22" fmla="*/ 2147483646 w 587"/>
              <a:gd name="T23" fmla="*/ 0 h 545"/>
              <a:gd name="T24" fmla="*/ 2147483646 w 587"/>
              <a:gd name="T25" fmla="*/ 2147483646 h 545"/>
              <a:gd name="T26" fmla="*/ 2147483646 w 587"/>
              <a:gd name="T27" fmla="*/ 2147483646 h 545"/>
              <a:gd name="T28" fmla="*/ 2147483646 w 587"/>
              <a:gd name="T29" fmla="*/ 2147483646 h 545"/>
              <a:gd name="T30" fmla="*/ 2147483646 w 587"/>
              <a:gd name="T31" fmla="*/ 2147483646 h 545"/>
              <a:gd name="T32" fmla="*/ 2147483646 w 587"/>
              <a:gd name="T33" fmla="*/ 2147483646 h 545"/>
              <a:gd name="T34" fmla="*/ 2147483646 w 587"/>
              <a:gd name="T35" fmla="*/ 2147483646 h 545"/>
              <a:gd name="T36" fmla="*/ 2147483646 w 587"/>
              <a:gd name="T37" fmla="*/ 2147483646 h 545"/>
              <a:gd name="T38" fmla="*/ 2147483646 w 587"/>
              <a:gd name="T39" fmla="*/ 2147483646 h 545"/>
              <a:gd name="T40" fmla="*/ 2147483646 w 587"/>
              <a:gd name="T41" fmla="*/ 2147483646 h 545"/>
              <a:gd name="T42" fmla="*/ 2147483646 w 587"/>
              <a:gd name="T43" fmla="*/ 2147483646 h 545"/>
              <a:gd name="T44" fmla="*/ 2147483646 w 587"/>
              <a:gd name="T45" fmla="*/ 2147483646 h 545"/>
              <a:gd name="T46" fmla="*/ 2147483646 w 587"/>
              <a:gd name="T47" fmla="*/ 2147483646 h 545"/>
              <a:gd name="T48" fmla="*/ 2147483646 w 587"/>
              <a:gd name="T49" fmla="*/ 2147483646 h 545"/>
              <a:gd name="T50" fmla="*/ 2147483646 w 587"/>
              <a:gd name="T51" fmla="*/ 2147483646 h 545"/>
              <a:gd name="T52" fmla="*/ 2147483646 w 587"/>
              <a:gd name="T53" fmla="*/ 2147483646 h 545"/>
              <a:gd name="T54" fmla="*/ 2147483646 w 587"/>
              <a:gd name="T55" fmla="*/ 2147483646 h 545"/>
              <a:gd name="T56" fmla="*/ 2147483646 w 587"/>
              <a:gd name="T57" fmla="*/ 2147483646 h 545"/>
              <a:gd name="T58" fmla="*/ 2147483646 w 587"/>
              <a:gd name="T59" fmla="*/ 2147483646 h 545"/>
              <a:gd name="T60" fmla="*/ 2147483646 w 587"/>
              <a:gd name="T61" fmla="*/ 2147483646 h 545"/>
              <a:gd name="T62" fmla="*/ 2147483646 w 587"/>
              <a:gd name="T63" fmla="*/ 2147483646 h 54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87" h="545">
                <a:moveTo>
                  <a:pt x="509" y="155"/>
                </a:moveTo>
                <a:lnTo>
                  <a:pt x="509" y="155"/>
                </a:lnTo>
                <a:cubicBezTo>
                  <a:pt x="417" y="84"/>
                  <a:pt x="417" y="84"/>
                  <a:pt x="417" y="84"/>
                </a:cubicBezTo>
                <a:cubicBezTo>
                  <a:pt x="417" y="282"/>
                  <a:pt x="417" y="282"/>
                  <a:pt x="417" y="282"/>
                </a:cubicBezTo>
                <a:cubicBezTo>
                  <a:pt x="396" y="289"/>
                  <a:pt x="374" y="297"/>
                  <a:pt x="360" y="318"/>
                </a:cubicBezTo>
                <a:cubicBezTo>
                  <a:pt x="360" y="77"/>
                  <a:pt x="360" y="77"/>
                  <a:pt x="360" y="77"/>
                </a:cubicBezTo>
                <a:cubicBezTo>
                  <a:pt x="205" y="155"/>
                  <a:pt x="205" y="155"/>
                  <a:pt x="205" y="155"/>
                </a:cubicBezTo>
                <a:cubicBezTo>
                  <a:pt x="205" y="473"/>
                  <a:pt x="205" y="473"/>
                  <a:pt x="205" y="473"/>
                </a:cubicBezTo>
                <a:cubicBezTo>
                  <a:pt x="311" y="417"/>
                  <a:pt x="311" y="417"/>
                  <a:pt x="311" y="417"/>
                </a:cubicBezTo>
                <a:lnTo>
                  <a:pt x="311" y="424"/>
                </a:lnTo>
                <a:cubicBezTo>
                  <a:pt x="311" y="438"/>
                  <a:pt x="311" y="459"/>
                  <a:pt x="318" y="473"/>
                </a:cubicBezTo>
                <a:cubicBezTo>
                  <a:pt x="191" y="544"/>
                  <a:pt x="191" y="544"/>
                  <a:pt x="191" y="544"/>
                </a:cubicBezTo>
                <a:cubicBezTo>
                  <a:pt x="191" y="544"/>
                  <a:pt x="184" y="544"/>
                  <a:pt x="176" y="544"/>
                </a:cubicBezTo>
                <a:cubicBezTo>
                  <a:pt x="169" y="544"/>
                  <a:pt x="169" y="544"/>
                  <a:pt x="162" y="544"/>
                </a:cubicBezTo>
                <a:cubicBezTo>
                  <a:pt x="14" y="431"/>
                  <a:pt x="14" y="431"/>
                  <a:pt x="14" y="431"/>
                </a:cubicBezTo>
                <a:cubicBezTo>
                  <a:pt x="7" y="424"/>
                  <a:pt x="0" y="417"/>
                  <a:pt x="0" y="402"/>
                </a:cubicBezTo>
                <a:cubicBezTo>
                  <a:pt x="0" y="28"/>
                  <a:pt x="0" y="28"/>
                  <a:pt x="0" y="28"/>
                </a:cubicBezTo>
                <a:cubicBezTo>
                  <a:pt x="0" y="14"/>
                  <a:pt x="14" y="0"/>
                  <a:pt x="28" y="0"/>
                </a:cubicBezTo>
                <a:cubicBezTo>
                  <a:pt x="35" y="0"/>
                  <a:pt x="42" y="0"/>
                  <a:pt x="42" y="7"/>
                </a:cubicBezTo>
                <a:cubicBezTo>
                  <a:pt x="184" y="106"/>
                  <a:pt x="184" y="106"/>
                  <a:pt x="184" y="106"/>
                </a:cubicBezTo>
                <a:cubicBezTo>
                  <a:pt x="374" y="0"/>
                  <a:pt x="374" y="0"/>
                  <a:pt x="374" y="0"/>
                </a:cubicBezTo>
                <a:cubicBezTo>
                  <a:pt x="374" y="0"/>
                  <a:pt x="382" y="0"/>
                  <a:pt x="389" y="0"/>
                </a:cubicBezTo>
                <a:cubicBezTo>
                  <a:pt x="396" y="0"/>
                  <a:pt x="396" y="0"/>
                  <a:pt x="403" y="7"/>
                </a:cubicBezTo>
                <a:cubicBezTo>
                  <a:pt x="551" y="120"/>
                  <a:pt x="551" y="120"/>
                  <a:pt x="551" y="120"/>
                </a:cubicBezTo>
                <a:cubicBezTo>
                  <a:pt x="558" y="127"/>
                  <a:pt x="565" y="134"/>
                  <a:pt x="565" y="141"/>
                </a:cubicBezTo>
                <a:cubicBezTo>
                  <a:pt x="565" y="318"/>
                  <a:pt x="565" y="318"/>
                  <a:pt x="565" y="318"/>
                </a:cubicBezTo>
                <a:cubicBezTo>
                  <a:pt x="551" y="297"/>
                  <a:pt x="530" y="289"/>
                  <a:pt x="509" y="282"/>
                </a:cubicBezTo>
                <a:lnTo>
                  <a:pt x="509" y="155"/>
                </a:lnTo>
                <a:close/>
                <a:moveTo>
                  <a:pt x="148" y="155"/>
                </a:moveTo>
                <a:lnTo>
                  <a:pt x="148" y="155"/>
                </a:lnTo>
                <a:cubicBezTo>
                  <a:pt x="56" y="84"/>
                  <a:pt x="56" y="84"/>
                  <a:pt x="56" y="84"/>
                </a:cubicBezTo>
                <a:cubicBezTo>
                  <a:pt x="56" y="388"/>
                  <a:pt x="56" y="388"/>
                  <a:pt x="56" y="388"/>
                </a:cubicBezTo>
                <a:cubicBezTo>
                  <a:pt x="148" y="459"/>
                  <a:pt x="148" y="459"/>
                  <a:pt x="148" y="459"/>
                </a:cubicBezTo>
                <a:lnTo>
                  <a:pt x="148" y="155"/>
                </a:lnTo>
                <a:close/>
                <a:moveTo>
                  <a:pt x="459" y="304"/>
                </a:moveTo>
                <a:lnTo>
                  <a:pt x="459" y="304"/>
                </a:lnTo>
                <a:cubicBezTo>
                  <a:pt x="530" y="304"/>
                  <a:pt x="586" y="353"/>
                  <a:pt x="586" y="424"/>
                </a:cubicBezTo>
                <a:cubicBezTo>
                  <a:pt x="586" y="495"/>
                  <a:pt x="530" y="544"/>
                  <a:pt x="459" y="544"/>
                </a:cubicBezTo>
                <a:cubicBezTo>
                  <a:pt x="396" y="544"/>
                  <a:pt x="339" y="495"/>
                  <a:pt x="339" y="424"/>
                </a:cubicBezTo>
                <a:cubicBezTo>
                  <a:pt x="339" y="353"/>
                  <a:pt x="396" y="304"/>
                  <a:pt x="459" y="304"/>
                </a:cubicBezTo>
                <a:close/>
                <a:moveTo>
                  <a:pt x="403" y="452"/>
                </a:moveTo>
                <a:lnTo>
                  <a:pt x="403" y="452"/>
                </a:lnTo>
                <a:cubicBezTo>
                  <a:pt x="431" y="452"/>
                  <a:pt x="431" y="452"/>
                  <a:pt x="431" y="452"/>
                </a:cubicBezTo>
                <a:cubicBezTo>
                  <a:pt x="431" y="480"/>
                  <a:pt x="431" y="480"/>
                  <a:pt x="431" y="480"/>
                </a:cubicBezTo>
                <a:cubicBezTo>
                  <a:pt x="431" y="495"/>
                  <a:pt x="445" y="509"/>
                  <a:pt x="459" y="509"/>
                </a:cubicBezTo>
                <a:cubicBezTo>
                  <a:pt x="480" y="509"/>
                  <a:pt x="487" y="495"/>
                  <a:pt x="487" y="480"/>
                </a:cubicBezTo>
                <a:cubicBezTo>
                  <a:pt x="487" y="452"/>
                  <a:pt x="487" y="452"/>
                  <a:pt x="487" y="452"/>
                </a:cubicBezTo>
                <a:cubicBezTo>
                  <a:pt x="516" y="452"/>
                  <a:pt x="516" y="452"/>
                  <a:pt x="516" y="452"/>
                </a:cubicBezTo>
                <a:cubicBezTo>
                  <a:pt x="537" y="452"/>
                  <a:pt x="544" y="438"/>
                  <a:pt x="544" y="424"/>
                </a:cubicBezTo>
                <a:cubicBezTo>
                  <a:pt x="544" y="410"/>
                  <a:pt x="537" y="395"/>
                  <a:pt x="516" y="395"/>
                </a:cubicBezTo>
                <a:cubicBezTo>
                  <a:pt x="487" y="395"/>
                  <a:pt x="487" y="395"/>
                  <a:pt x="487" y="395"/>
                </a:cubicBezTo>
                <a:cubicBezTo>
                  <a:pt x="487" y="367"/>
                  <a:pt x="487" y="367"/>
                  <a:pt x="487" y="367"/>
                </a:cubicBezTo>
                <a:cubicBezTo>
                  <a:pt x="487" y="353"/>
                  <a:pt x="480" y="339"/>
                  <a:pt x="459" y="339"/>
                </a:cubicBezTo>
                <a:cubicBezTo>
                  <a:pt x="445" y="339"/>
                  <a:pt x="431" y="353"/>
                  <a:pt x="431" y="367"/>
                </a:cubicBezTo>
                <a:cubicBezTo>
                  <a:pt x="431" y="395"/>
                  <a:pt x="431" y="395"/>
                  <a:pt x="431" y="395"/>
                </a:cubicBezTo>
                <a:cubicBezTo>
                  <a:pt x="403" y="395"/>
                  <a:pt x="403" y="395"/>
                  <a:pt x="403" y="395"/>
                </a:cubicBezTo>
                <a:cubicBezTo>
                  <a:pt x="389" y="395"/>
                  <a:pt x="374" y="410"/>
                  <a:pt x="374" y="424"/>
                </a:cubicBezTo>
                <a:cubicBezTo>
                  <a:pt x="374" y="438"/>
                  <a:pt x="389" y="452"/>
                  <a:pt x="403" y="45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1" name="Freeform 102">
            <a:extLst>
              <a:ext uri="{FF2B5EF4-FFF2-40B4-BE49-F238E27FC236}">
                <a16:creationId xmlns:a16="http://schemas.microsoft.com/office/drawing/2014/main" id="{15750B0A-6302-515C-7AF4-8358FACBBC87}"/>
              </a:ext>
            </a:extLst>
          </p:cNvPr>
          <p:cNvSpPr>
            <a:spLocks noChangeArrowheads="1"/>
          </p:cNvSpPr>
          <p:nvPr/>
        </p:nvSpPr>
        <p:spPr bwMode="auto">
          <a:xfrm>
            <a:off x="6314031" y="2678459"/>
            <a:ext cx="513547" cy="497499"/>
          </a:xfrm>
          <a:custGeom>
            <a:avLst/>
            <a:gdLst>
              <a:gd name="T0" fmla="*/ 2147483646 w 566"/>
              <a:gd name="T1" fmla="*/ 2147483646 h 545"/>
              <a:gd name="T2" fmla="*/ 2147483646 w 566"/>
              <a:gd name="T3" fmla="*/ 2147483646 h 545"/>
              <a:gd name="T4" fmla="*/ 2147483646 w 566"/>
              <a:gd name="T5" fmla="*/ 2147483646 h 545"/>
              <a:gd name="T6" fmla="*/ 2147483646 w 566"/>
              <a:gd name="T7" fmla="*/ 2147483646 h 545"/>
              <a:gd name="T8" fmla="*/ 2147483646 w 566"/>
              <a:gd name="T9" fmla="*/ 2147483646 h 545"/>
              <a:gd name="T10" fmla="*/ 2147483646 w 566"/>
              <a:gd name="T11" fmla="*/ 2147483646 h 545"/>
              <a:gd name="T12" fmla="*/ 2147483646 w 566"/>
              <a:gd name="T13" fmla="*/ 2147483646 h 545"/>
              <a:gd name="T14" fmla="*/ 2147483646 w 566"/>
              <a:gd name="T15" fmla="*/ 2147483646 h 545"/>
              <a:gd name="T16" fmla="*/ 2147483646 w 566"/>
              <a:gd name="T17" fmla="*/ 2147483646 h 545"/>
              <a:gd name="T18" fmla="*/ 2147483646 w 566"/>
              <a:gd name="T19" fmla="*/ 2147483646 h 545"/>
              <a:gd name="T20" fmla="*/ 2147483646 w 566"/>
              <a:gd name="T21" fmla="*/ 2147483646 h 545"/>
              <a:gd name="T22" fmla="*/ 0 w 566"/>
              <a:gd name="T23" fmla="*/ 2147483646 h 545"/>
              <a:gd name="T24" fmla="*/ 0 w 566"/>
              <a:gd name="T25" fmla="*/ 2147483646 h 545"/>
              <a:gd name="T26" fmla="*/ 2147483646 w 566"/>
              <a:gd name="T27" fmla="*/ 0 h 545"/>
              <a:gd name="T28" fmla="*/ 2147483646 w 566"/>
              <a:gd name="T29" fmla="*/ 2147483646 h 545"/>
              <a:gd name="T30" fmla="*/ 2147483646 w 566"/>
              <a:gd name="T31" fmla="*/ 2147483646 h 545"/>
              <a:gd name="T32" fmla="*/ 2147483646 w 566"/>
              <a:gd name="T33" fmla="*/ 2147483646 h 545"/>
              <a:gd name="T34" fmla="*/ 2147483646 w 566"/>
              <a:gd name="T35" fmla="*/ 0 h 545"/>
              <a:gd name="T36" fmla="*/ 2147483646 w 566"/>
              <a:gd name="T37" fmla="*/ 0 h 545"/>
              <a:gd name="T38" fmla="*/ 2147483646 w 566"/>
              <a:gd name="T39" fmla="*/ 0 h 545"/>
              <a:gd name="T40" fmla="*/ 2147483646 w 566"/>
              <a:gd name="T41" fmla="*/ 2147483646 h 545"/>
              <a:gd name="T42" fmla="*/ 2147483646 w 566"/>
              <a:gd name="T43" fmla="*/ 2147483646 h 545"/>
              <a:gd name="T44" fmla="*/ 2147483646 w 566"/>
              <a:gd name="T45" fmla="*/ 2147483646 h 545"/>
              <a:gd name="T46" fmla="*/ 2147483646 w 566"/>
              <a:gd name="T47" fmla="*/ 2147483646 h 545"/>
              <a:gd name="T48" fmla="*/ 2147483646 w 566"/>
              <a:gd name="T49" fmla="*/ 2147483646 h 545"/>
              <a:gd name="T50" fmla="*/ 2147483646 w 566"/>
              <a:gd name="T51" fmla="*/ 2147483646 h 545"/>
              <a:gd name="T52" fmla="*/ 2147483646 w 566"/>
              <a:gd name="T53" fmla="*/ 2147483646 h 545"/>
              <a:gd name="T54" fmla="*/ 2147483646 w 566"/>
              <a:gd name="T55" fmla="*/ 2147483646 h 545"/>
              <a:gd name="T56" fmla="*/ 2147483646 w 566"/>
              <a:gd name="T57" fmla="*/ 2147483646 h 545"/>
              <a:gd name="T58" fmla="*/ 2147483646 w 566"/>
              <a:gd name="T59" fmla="*/ 2147483646 h 545"/>
              <a:gd name="T60" fmla="*/ 2147483646 w 566"/>
              <a:gd name="T61" fmla="*/ 2147483646 h 545"/>
              <a:gd name="T62" fmla="*/ 2147483646 w 566"/>
              <a:gd name="T63" fmla="*/ 2147483646 h 545"/>
              <a:gd name="T64" fmla="*/ 2147483646 w 566"/>
              <a:gd name="T65" fmla="*/ 2147483646 h 545"/>
              <a:gd name="T66" fmla="*/ 2147483646 w 566"/>
              <a:gd name="T67" fmla="*/ 2147483646 h 545"/>
              <a:gd name="T68" fmla="*/ 2147483646 w 566"/>
              <a:gd name="T69" fmla="*/ 2147483646 h 545"/>
              <a:gd name="T70" fmla="*/ 2147483646 w 566"/>
              <a:gd name="T71" fmla="*/ 2147483646 h 545"/>
              <a:gd name="T72" fmla="*/ 2147483646 w 566"/>
              <a:gd name="T73" fmla="*/ 2147483646 h 545"/>
              <a:gd name="T74" fmla="*/ 2147483646 w 566"/>
              <a:gd name="T75" fmla="*/ 2147483646 h 545"/>
              <a:gd name="T76" fmla="*/ 2147483646 w 566"/>
              <a:gd name="T77" fmla="*/ 2147483646 h 545"/>
              <a:gd name="T78" fmla="*/ 2147483646 w 566"/>
              <a:gd name="T79" fmla="*/ 2147483646 h 545"/>
              <a:gd name="T80" fmla="*/ 2147483646 w 566"/>
              <a:gd name="T81" fmla="*/ 2147483646 h 545"/>
              <a:gd name="T82" fmla="*/ 2147483646 w 566"/>
              <a:gd name="T83" fmla="*/ 2147483646 h 545"/>
              <a:gd name="T84" fmla="*/ 2147483646 w 566"/>
              <a:gd name="T85" fmla="*/ 2147483646 h 545"/>
              <a:gd name="T86" fmla="*/ 2147483646 w 566"/>
              <a:gd name="T87" fmla="*/ 2147483646 h 545"/>
              <a:gd name="T88" fmla="*/ 2147483646 w 566"/>
              <a:gd name="T89" fmla="*/ 2147483646 h 545"/>
              <a:gd name="T90" fmla="*/ 2147483646 w 566"/>
              <a:gd name="T91" fmla="*/ 2147483646 h 54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66" h="545">
                <a:moveTo>
                  <a:pt x="565" y="516"/>
                </a:moveTo>
                <a:lnTo>
                  <a:pt x="565" y="516"/>
                </a:lnTo>
                <a:cubicBezTo>
                  <a:pt x="565" y="537"/>
                  <a:pt x="551" y="544"/>
                  <a:pt x="537" y="544"/>
                </a:cubicBezTo>
                <a:cubicBezTo>
                  <a:pt x="530" y="544"/>
                  <a:pt x="523" y="544"/>
                  <a:pt x="516" y="544"/>
                </a:cubicBezTo>
                <a:cubicBezTo>
                  <a:pt x="381" y="438"/>
                  <a:pt x="381" y="438"/>
                  <a:pt x="381" y="438"/>
                </a:cubicBezTo>
                <a:cubicBezTo>
                  <a:pt x="191" y="544"/>
                  <a:pt x="191" y="544"/>
                  <a:pt x="191" y="544"/>
                </a:cubicBezTo>
                <a:cubicBezTo>
                  <a:pt x="183" y="544"/>
                  <a:pt x="183" y="544"/>
                  <a:pt x="176" y="544"/>
                </a:cubicBezTo>
                <a:cubicBezTo>
                  <a:pt x="169" y="544"/>
                  <a:pt x="162" y="544"/>
                  <a:pt x="162" y="544"/>
                </a:cubicBezTo>
                <a:cubicBezTo>
                  <a:pt x="7" y="431"/>
                  <a:pt x="7" y="431"/>
                  <a:pt x="7" y="431"/>
                </a:cubicBezTo>
                <a:cubicBezTo>
                  <a:pt x="0" y="424"/>
                  <a:pt x="0" y="417"/>
                  <a:pt x="0" y="402"/>
                </a:cubicBezTo>
                <a:cubicBezTo>
                  <a:pt x="0" y="28"/>
                  <a:pt x="0" y="28"/>
                  <a:pt x="0" y="28"/>
                </a:cubicBezTo>
                <a:cubicBezTo>
                  <a:pt x="0" y="14"/>
                  <a:pt x="7" y="0"/>
                  <a:pt x="28" y="0"/>
                </a:cubicBezTo>
                <a:cubicBezTo>
                  <a:pt x="35" y="0"/>
                  <a:pt x="35" y="0"/>
                  <a:pt x="42" y="7"/>
                </a:cubicBezTo>
                <a:cubicBezTo>
                  <a:pt x="176" y="106"/>
                  <a:pt x="176" y="106"/>
                  <a:pt x="176" y="106"/>
                </a:cubicBezTo>
                <a:cubicBezTo>
                  <a:pt x="374" y="0"/>
                  <a:pt x="374" y="0"/>
                  <a:pt x="374" y="0"/>
                </a:cubicBezTo>
                <a:lnTo>
                  <a:pt x="381" y="0"/>
                </a:lnTo>
                <a:cubicBezTo>
                  <a:pt x="389" y="0"/>
                  <a:pt x="396" y="0"/>
                  <a:pt x="403" y="7"/>
                </a:cubicBezTo>
                <a:cubicBezTo>
                  <a:pt x="551" y="120"/>
                  <a:pt x="551" y="120"/>
                  <a:pt x="551" y="120"/>
                </a:cubicBezTo>
                <a:cubicBezTo>
                  <a:pt x="558" y="127"/>
                  <a:pt x="565" y="134"/>
                  <a:pt x="565" y="141"/>
                </a:cubicBezTo>
                <a:lnTo>
                  <a:pt x="565" y="516"/>
                </a:lnTo>
                <a:close/>
                <a:moveTo>
                  <a:pt x="148" y="459"/>
                </a:moveTo>
                <a:lnTo>
                  <a:pt x="148" y="459"/>
                </a:lnTo>
                <a:cubicBezTo>
                  <a:pt x="148" y="155"/>
                  <a:pt x="148" y="155"/>
                  <a:pt x="148" y="155"/>
                </a:cubicBezTo>
                <a:cubicBezTo>
                  <a:pt x="56" y="84"/>
                  <a:pt x="56" y="84"/>
                  <a:pt x="56" y="84"/>
                </a:cubicBezTo>
                <a:cubicBezTo>
                  <a:pt x="56" y="388"/>
                  <a:pt x="56" y="388"/>
                  <a:pt x="56" y="388"/>
                </a:cubicBezTo>
                <a:lnTo>
                  <a:pt x="148" y="459"/>
                </a:lnTo>
                <a:close/>
                <a:moveTo>
                  <a:pt x="353" y="77"/>
                </a:moveTo>
                <a:lnTo>
                  <a:pt x="353" y="77"/>
                </a:lnTo>
                <a:cubicBezTo>
                  <a:pt x="205" y="155"/>
                  <a:pt x="205" y="155"/>
                  <a:pt x="205" y="155"/>
                </a:cubicBezTo>
                <a:cubicBezTo>
                  <a:pt x="205" y="473"/>
                  <a:pt x="205" y="473"/>
                  <a:pt x="205" y="473"/>
                </a:cubicBezTo>
                <a:cubicBezTo>
                  <a:pt x="353" y="388"/>
                  <a:pt x="353" y="388"/>
                  <a:pt x="353" y="388"/>
                </a:cubicBezTo>
                <a:lnTo>
                  <a:pt x="353" y="77"/>
                </a:lnTo>
                <a:close/>
                <a:moveTo>
                  <a:pt x="509" y="155"/>
                </a:moveTo>
                <a:lnTo>
                  <a:pt x="509" y="155"/>
                </a:lnTo>
                <a:cubicBezTo>
                  <a:pt x="410" y="84"/>
                  <a:pt x="410" y="84"/>
                  <a:pt x="410" y="84"/>
                </a:cubicBezTo>
                <a:cubicBezTo>
                  <a:pt x="410" y="388"/>
                  <a:pt x="410" y="388"/>
                  <a:pt x="410" y="388"/>
                </a:cubicBezTo>
                <a:cubicBezTo>
                  <a:pt x="509" y="459"/>
                  <a:pt x="509" y="459"/>
                  <a:pt x="509" y="459"/>
                </a:cubicBezTo>
                <a:lnTo>
                  <a:pt x="509" y="15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2" name="Freeform 103">
            <a:extLst>
              <a:ext uri="{FF2B5EF4-FFF2-40B4-BE49-F238E27FC236}">
                <a16:creationId xmlns:a16="http://schemas.microsoft.com/office/drawing/2014/main" id="{16027832-62E5-D5EC-B55A-5565F61FF36D}"/>
              </a:ext>
            </a:extLst>
          </p:cNvPr>
          <p:cNvSpPr>
            <a:spLocks noChangeArrowheads="1"/>
          </p:cNvSpPr>
          <p:nvPr/>
        </p:nvSpPr>
        <p:spPr bwMode="auto">
          <a:xfrm>
            <a:off x="5339093" y="2650376"/>
            <a:ext cx="545644" cy="549655"/>
          </a:xfrm>
          <a:custGeom>
            <a:avLst/>
            <a:gdLst>
              <a:gd name="T0" fmla="*/ 2147483646 w 601"/>
              <a:gd name="T1" fmla="*/ 2147483646 h 602"/>
              <a:gd name="T2" fmla="*/ 2147483646 w 601"/>
              <a:gd name="T3" fmla="*/ 2147483646 h 602"/>
              <a:gd name="T4" fmla="*/ 2147483646 w 601"/>
              <a:gd name="T5" fmla="*/ 2147483646 h 602"/>
              <a:gd name="T6" fmla="*/ 2147483646 w 601"/>
              <a:gd name="T7" fmla="*/ 2147483646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2147483646 w 601"/>
              <a:gd name="T23" fmla="*/ 2147483646 h 602"/>
              <a:gd name="T24" fmla="*/ 2147483646 w 601"/>
              <a:gd name="T25" fmla="*/ 2147483646 h 602"/>
              <a:gd name="T26" fmla="*/ 2147483646 w 601"/>
              <a:gd name="T27" fmla="*/ 2147483646 h 602"/>
              <a:gd name="T28" fmla="*/ 2147483646 w 601"/>
              <a:gd name="T29" fmla="*/ 2147483646 h 602"/>
              <a:gd name="T30" fmla="*/ 2147483646 w 601"/>
              <a:gd name="T31" fmla="*/ 2147483646 h 602"/>
              <a:gd name="T32" fmla="*/ 2147483646 w 601"/>
              <a:gd name="T33" fmla="*/ 2147483646 h 602"/>
              <a:gd name="T34" fmla="*/ 2147483646 w 601"/>
              <a:gd name="T35" fmla="*/ 2147483646 h 602"/>
              <a:gd name="T36" fmla="*/ 2147483646 w 601"/>
              <a:gd name="T37" fmla="*/ 2147483646 h 602"/>
              <a:gd name="T38" fmla="*/ 2147483646 w 601"/>
              <a:gd name="T39" fmla="*/ 2147483646 h 602"/>
              <a:gd name="T40" fmla="*/ 2147483646 w 601"/>
              <a:gd name="T41" fmla="*/ 2147483646 h 602"/>
              <a:gd name="T42" fmla="*/ 2147483646 w 601"/>
              <a:gd name="T43" fmla="*/ 2147483646 h 602"/>
              <a:gd name="T44" fmla="*/ 2147483646 w 601"/>
              <a:gd name="T45" fmla="*/ 2147483646 h 602"/>
              <a:gd name="T46" fmla="*/ 2147483646 w 601"/>
              <a:gd name="T47" fmla="*/ 2147483646 h 602"/>
              <a:gd name="T48" fmla="*/ 2147483646 w 601"/>
              <a:gd name="T49" fmla="*/ 2147483646 h 602"/>
              <a:gd name="T50" fmla="*/ 2147483646 w 601"/>
              <a:gd name="T51" fmla="*/ 2147483646 h 602"/>
              <a:gd name="T52" fmla="*/ 2147483646 w 601"/>
              <a:gd name="T53" fmla="*/ 2147483646 h 602"/>
              <a:gd name="T54" fmla="*/ 2147483646 w 601"/>
              <a:gd name="T55" fmla="*/ 2147483646 h 602"/>
              <a:gd name="T56" fmla="*/ 2147483646 w 601"/>
              <a:gd name="T57" fmla="*/ 2147483646 h 602"/>
              <a:gd name="T58" fmla="*/ 2147483646 w 601"/>
              <a:gd name="T59" fmla="*/ 2147483646 h 602"/>
              <a:gd name="T60" fmla="*/ 2147483646 w 601"/>
              <a:gd name="T61" fmla="*/ 2147483646 h 602"/>
              <a:gd name="T62" fmla="*/ 2147483646 w 601"/>
              <a:gd name="T63" fmla="*/ 2147483646 h 602"/>
              <a:gd name="T64" fmla="*/ 2147483646 w 601"/>
              <a:gd name="T65" fmla="*/ 2147483646 h 602"/>
              <a:gd name="T66" fmla="*/ 2147483646 w 601"/>
              <a:gd name="T67" fmla="*/ 2147483646 h 602"/>
              <a:gd name="T68" fmla="*/ 2147483646 w 601"/>
              <a:gd name="T69" fmla="*/ 2147483646 h 602"/>
              <a:gd name="T70" fmla="*/ 2147483646 w 601"/>
              <a:gd name="T71" fmla="*/ 2147483646 h 602"/>
              <a:gd name="T72" fmla="*/ 2147483646 w 601"/>
              <a:gd name="T73" fmla="*/ 2147483646 h 602"/>
              <a:gd name="T74" fmla="*/ 2147483646 w 601"/>
              <a:gd name="T75" fmla="*/ 2147483646 h 602"/>
              <a:gd name="T76" fmla="*/ 2147483646 w 601"/>
              <a:gd name="T77" fmla="*/ 2147483646 h 602"/>
              <a:gd name="T78" fmla="*/ 2147483646 w 601"/>
              <a:gd name="T79" fmla="*/ 2147483646 h 602"/>
              <a:gd name="T80" fmla="*/ 2147483646 w 601"/>
              <a:gd name="T81" fmla="*/ 2147483646 h 602"/>
              <a:gd name="T82" fmla="*/ 2147483646 w 601"/>
              <a:gd name="T83" fmla="*/ 2147483646 h 602"/>
              <a:gd name="T84" fmla="*/ 2147483646 w 601"/>
              <a:gd name="T85" fmla="*/ 2147483646 h 602"/>
              <a:gd name="T86" fmla="*/ 2147483646 w 601"/>
              <a:gd name="T87" fmla="*/ 2147483646 h 602"/>
              <a:gd name="T88" fmla="*/ 2147483646 w 601"/>
              <a:gd name="T89" fmla="*/ 2147483646 h 602"/>
              <a:gd name="T90" fmla="*/ 2147483646 w 601"/>
              <a:gd name="T91" fmla="*/ 2147483646 h 602"/>
              <a:gd name="T92" fmla="*/ 2147483646 w 601"/>
              <a:gd name="T93" fmla="*/ 2147483646 h 602"/>
              <a:gd name="T94" fmla="*/ 2147483646 w 601"/>
              <a:gd name="T95" fmla="*/ 2147483646 h 602"/>
              <a:gd name="T96" fmla="*/ 2147483646 w 601"/>
              <a:gd name="T97" fmla="*/ 2147483646 h 602"/>
              <a:gd name="T98" fmla="*/ 2147483646 w 601"/>
              <a:gd name="T99" fmla="*/ 2147483646 h 602"/>
              <a:gd name="T100" fmla="*/ 2147483646 w 601"/>
              <a:gd name="T101" fmla="*/ 2147483646 h 602"/>
              <a:gd name="T102" fmla="*/ 2147483646 w 601"/>
              <a:gd name="T103" fmla="*/ 2147483646 h 602"/>
              <a:gd name="T104" fmla="*/ 2147483646 w 601"/>
              <a:gd name="T105" fmla="*/ 2147483646 h 602"/>
              <a:gd name="T106" fmla="*/ 2147483646 w 601"/>
              <a:gd name="T107" fmla="*/ 2147483646 h 602"/>
              <a:gd name="T108" fmla="*/ 2147483646 w 601"/>
              <a:gd name="T109" fmla="*/ 2147483646 h 602"/>
              <a:gd name="T110" fmla="*/ 2147483646 w 601"/>
              <a:gd name="T111" fmla="*/ 2147483646 h 602"/>
              <a:gd name="T112" fmla="*/ 2147483646 w 601"/>
              <a:gd name="T113" fmla="*/ 2147483646 h 602"/>
              <a:gd name="T114" fmla="*/ 2147483646 w 601"/>
              <a:gd name="T115" fmla="*/ 2147483646 h 602"/>
              <a:gd name="T116" fmla="*/ 2147483646 w 601"/>
              <a:gd name="T117" fmla="*/ 2147483646 h 602"/>
              <a:gd name="T118" fmla="*/ 2147483646 w 601"/>
              <a:gd name="T119" fmla="*/ 2147483646 h 602"/>
              <a:gd name="T120" fmla="*/ 2147483646 w 601"/>
              <a:gd name="T121" fmla="*/ 2147483646 h 602"/>
              <a:gd name="T122" fmla="*/ 2147483646 w 601"/>
              <a:gd name="T123" fmla="*/ 2147483646 h 60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01" h="602">
                <a:moveTo>
                  <a:pt x="572" y="333"/>
                </a:moveTo>
                <a:lnTo>
                  <a:pt x="572" y="333"/>
                </a:lnTo>
                <a:cubicBezTo>
                  <a:pt x="494" y="333"/>
                  <a:pt x="494" y="333"/>
                  <a:pt x="494" y="333"/>
                </a:cubicBezTo>
                <a:cubicBezTo>
                  <a:pt x="480" y="333"/>
                  <a:pt x="466" y="318"/>
                  <a:pt x="466" y="304"/>
                </a:cubicBezTo>
                <a:cubicBezTo>
                  <a:pt x="466" y="283"/>
                  <a:pt x="480" y="276"/>
                  <a:pt x="494" y="276"/>
                </a:cubicBezTo>
                <a:cubicBezTo>
                  <a:pt x="572" y="276"/>
                  <a:pt x="572" y="276"/>
                  <a:pt x="572" y="276"/>
                </a:cubicBezTo>
                <a:cubicBezTo>
                  <a:pt x="586" y="276"/>
                  <a:pt x="600" y="283"/>
                  <a:pt x="600" y="304"/>
                </a:cubicBezTo>
                <a:cubicBezTo>
                  <a:pt x="600" y="318"/>
                  <a:pt x="586" y="333"/>
                  <a:pt x="572" y="333"/>
                </a:cubicBezTo>
                <a:close/>
                <a:moveTo>
                  <a:pt x="522" y="113"/>
                </a:moveTo>
                <a:lnTo>
                  <a:pt x="522" y="113"/>
                </a:lnTo>
                <a:cubicBezTo>
                  <a:pt x="473" y="163"/>
                  <a:pt x="473" y="163"/>
                  <a:pt x="473" y="163"/>
                </a:cubicBezTo>
                <a:cubicBezTo>
                  <a:pt x="459" y="177"/>
                  <a:pt x="459" y="177"/>
                  <a:pt x="459" y="177"/>
                </a:cubicBezTo>
                <a:cubicBezTo>
                  <a:pt x="452" y="184"/>
                  <a:pt x="445" y="191"/>
                  <a:pt x="438" y="191"/>
                </a:cubicBezTo>
                <a:cubicBezTo>
                  <a:pt x="424" y="191"/>
                  <a:pt x="409" y="177"/>
                  <a:pt x="409" y="163"/>
                </a:cubicBezTo>
                <a:cubicBezTo>
                  <a:pt x="409" y="156"/>
                  <a:pt x="417" y="149"/>
                  <a:pt x="424" y="142"/>
                </a:cubicBezTo>
                <a:cubicBezTo>
                  <a:pt x="438" y="128"/>
                  <a:pt x="438" y="128"/>
                  <a:pt x="438" y="128"/>
                </a:cubicBezTo>
                <a:cubicBezTo>
                  <a:pt x="487" y="78"/>
                  <a:pt x="487" y="78"/>
                  <a:pt x="487" y="78"/>
                </a:cubicBezTo>
                <a:cubicBezTo>
                  <a:pt x="494" y="71"/>
                  <a:pt x="501" y="64"/>
                  <a:pt x="508" y="64"/>
                </a:cubicBezTo>
                <a:cubicBezTo>
                  <a:pt x="522" y="64"/>
                  <a:pt x="537" y="78"/>
                  <a:pt x="537" y="92"/>
                </a:cubicBezTo>
                <a:cubicBezTo>
                  <a:pt x="537" y="99"/>
                  <a:pt x="530" y="106"/>
                  <a:pt x="522" y="113"/>
                </a:cubicBezTo>
                <a:close/>
                <a:moveTo>
                  <a:pt x="296" y="417"/>
                </a:moveTo>
                <a:lnTo>
                  <a:pt x="296" y="417"/>
                </a:lnTo>
                <a:cubicBezTo>
                  <a:pt x="254" y="417"/>
                  <a:pt x="219" y="389"/>
                  <a:pt x="197" y="361"/>
                </a:cubicBezTo>
                <a:cubicBezTo>
                  <a:pt x="190" y="333"/>
                  <a:pt x="190" y="333"/>
                  <a:pt x="190" y="333"/>
                </a:cubicBezTo>
                <a:cubicBezTo>
                  <a:pt x="190" y="318"/>
                  <a:pt x="183" y="311"/>
                  <a:pt x="183" y="304"/>
                </a:cubicBezTo>
                <a:cubicBezTo>
                  <a:pt x="183" y="241"/>
                  <a:pt x="233" y="191"/>
                  <a:pt x="296" y="191"/>
                </a:cubicBezTo>
                <a:cubicBezTo>
                  <a:pt x="360" y="191"/>
                  <a:pt x="409" y="241"/>
                  <a:pt x="409" y="304"/>
                </a:cubicBezTo>
                <a:cubicBezTo>
                  <a:pt x="409" y="368"/>
                  <a:pt x="360" y="417"/>
                  <a:pt x="296" y="417"/>
                </a:cubicBezTo>
                <a:close/>
                <a:moveTo>
                  <a:pt x="296" y="248"/>
                </a:moveTo>
                <a:lnTo>
                  <a:pt x="296" y="248"/>
                </a:lnTo>
                <a:cubicBezTo>
                  <a:pt x="268" y="248"/>
                  <a:pt x="240" y="269"/>
                  <a:pt x="240" y="304"/>
                </a:cubicBezTo>
                <a:cubicBezTo>
                  <a:pt x="240" y="333"/>
                  <a:pt x="268" y="361"/>
                  <a:pt x="296" y="361"/>
                </a:cubicBezTo>
                <a:cubicBezTo>
                  <a:pt x="332" y="361"/>
                  <a:pt x="353" y="333"/>
                  <a:pt x="353" y="304"/>
                </a:cubicBezTo>
                <a:cubicBezTo>
                  <a:pt x="353" y="269"/>
                  <a:pt x="332" y="248"/>
                  <a:pt x="296" y="248"/>
                </a:cubicBezTo>
                <a:close/>
                <a:moveTo>
                  <a:pt x="296" y="135"/>
                </a:moveTo>
                <a:lnTo>
                  <a:pt x="296" y="135"/>
                </a:lnTo>
                <a:cubicBezTo>
                  <a:pt x="282" y="135"/>
                  <a:pt x="268" y="120"/>
                  <a:pt x="268" y="106"/>
                </a:cubicBezTo>
                <a:cubicBezTo>
                  <a:pt x="268" y="29"/>
                  <a:pt x="268" y="29"/>
                  <a:pt x="268" y="29"/>
                </a:cubicBezTo>
                <a:cubicBezTo>
                  <a:pt x="268" y="15"/>
                  <a:pt x="282" y="0"/>
                  <a:pt x="296" y="0"/>
                </a:cubicBezTo>
                <a:cubicBezTo>
                  <a:pt x="318" y="0"/>
                  <a:pt x="325" y="15"/>
                  <a:pt x="325" y="29"/>
                </a:cubicBezTo>
                <a:cubicBezTo>
                  <a:pt x="325" y="106"/>
                  <a:pt x="325" y="106"/>
                  <a:pt x="325" y="106"/>
                </a:cubicBezTo>
                <a:cubicBezTo>
                  <a:pt x="325" y="120"/>
                  <a:pt x="318" y="135"/>
                  <a:pt x="296" y="135"/>
                </a:cubicBezTo>
                <a:close/>
                <a:moveTo>
                  <a:pt x="176" y="460"/>
                </a:moveTo>
                <a:lnTo>
                  <a:pt x="176" y="460"/>
                </a:lnTo>
                <a:cubicBezTo>
                  <a:pt x="162" y="481"/>
                  <a:pt x="162" y="481"/>
                  <a:pt x="162" y="481"/>
                </a:cubicBezTo>
                <a:cubicBezTo>
                  <a:pt x="113" y="531"/>
                  <a:pt x="113" y="531"/>
                  <a:pt x="113" y="531"/>
                </a:cubicBezTo>
                <a:cubicBezTo>
                  <a:pt x="106" y="538"/>
                  <a:pt x="98" y="538"/>
                  <a:pt x="91" y="538"/>
                </a:cubicBezTo>
                <a:cubicBezTo>
                  <a:pt x="77" y="538"/>
                  <a:pt x="63" y="524"/>
                  <a:pt x="63" y="509"/>
                </a:cubicBezTo>
                <a:cubicBezTo>
                  <a:pt x="63" y="502"/>
                  <a:pt x="63" y="495"/>
                  <a:pt x="70" y="488"/>
                </a:cubicBezTo>
                <a:cubicBezTo>
                  <a:pt x="120" y="439"/>
                  <a:pt x="120" y="439"/>
                  <a:pt x="120" y="439"/>
                </a:cubicBezTo>
                <a:cubicBezTo>
                  <a:pt x="141" y="424"/>
                  <a:pt x="141" y="424"/>
                  <a:pt x="141" y="424"/>
                </a:cubicBezTo>
                <a:cubicBezTo>
                  <a:pt x="141" y="417"/>
                  <a:pt x="148" y="417"/>
                  <a:pt x="155" y="417"/>
                </a:cubicBezTo>
                <a:cubicBezTo>
                  <a:pt x="176" y="417"/>
                  <a:pt x="183" y="424"/>
                  <a:pt x="183" y="446"/>
                </a:cubicBezTo>
                <a:cubicBezTo>
                  <a:pt x="183" y="453"/>
                  <a:pt x="183" y="460"/>
                  <a:pt x="176" y="460"/>
                </a:cubicBezTo>
                <a:close/>
                <a:moveTo>
                  <a:pt x="155" y="191"/>
                </a:moveTo>
                <a:lnTo>
                  <a:pt x="155" y="191"/>
                </a:lnTo>
                <a:cubicBezTo>
                  <a:pt x="148" y="191"/>
                  <a:pt x="141" y="184"/>
                  <a:pt x="141" y="177"/>
                </a:cubicBezTo>
                <a:cubicBezTo>
                  <a:pt x="120" y="163"/>
                  <a:pt x="120" y="163"/>
                  <a:pt x="120" y="163"/>
                </a:cubicBezTo>
                <a:cubicBezTo>
                  <a:pt x="70" y="113"/>
                  <a:pt x="70" y="113"/>
                  <a:pt x="70" y="113"/>
                </a:cubicBezTo>
                <a:cubicBezTo>
                  <a:pt x="63" y="106"/>
                  <a:pt x="63" y="99"/>
                  <a:pt x="63" y="92"/>
                </a:cubicBezTo>
                <a:cubicBezTo>
                  <a:pt x="63" y="78"/>
                  <a:pt x="77" y="64"/>
                  <a:pt x="91" y="64"/>
                </a:cubicBezTo>
                <a:cubicBezTo>
                  <a:pt x="98" y="64"/>
                  <a:pt x="106" y="71"/>
                  <a:pt x="113" y="78"/>
                </a:cubicBezTo>
                <a:cubicBezTo>
                  <a:pt x="162" y="128"/>
                  <a:pt x="162" y="128"/>
                  <a:pt x="162" y="128"/>
                </a:cubicBezTo>
                <a:cubicBezTo>
                  <a:pt x="176" y="142"/>
                  <a:pt x="176" y="142"/>
                  <a:pt x="176" y="142"/>
                </a:cubicBezTo>
                <a:cubicBezTo>
                  <a:pt x="183" y="149"/>
                  <a:pt x="183" y="156"/>
                  <a:pt x="183" y="163"/>
                </a:cubicBezTo>
                <a:cubicBezTo>
                  <a:pt x="183" y="177"/>
                  <a:pt x="176" y="191"/>
                  <a:pt x="155" y="191"/>
                </a:cubicBezTo>
                <a:close/>
                <a:moveTo>
                  <a:pt x="98" y="276"/>
                </a:moveTo>
                <a:lnTo>
                  <a:pt x="98" y="276"/>
                </a:lnTo>
                <a:cubicBezTo>
                  <a:pt x="120" y="276"/>
                  <a:pt x="127" y="283"/>
                  <a:pt x="127" y="304"/>
                </a:cubicBezTo>
                <a:cubicBezTo>
                  <a:pt x="127" y="318"/>
                  <a:pt x="120" y="333"/>
                  <a:pt x="98" y="333"/>
                </a:cubicBezTo>
                <a:cubicBezTo>
                  <a:pt x="28" y="333"/>
                  <a:pt x="28" y="333"/>
                  <a:pt x="28" y="333"/>
                </a:cubicBezTo>
                <a:cubicBezTo>
                  <a:pt x="7" y="333"/>
                  <a:pt x="0" y="318"/>
                  <a:pt x="0" y="304"/>
                </a:cubicBezTo>
                <a:cubicBezTo>
                  <a:pt x="0" y="283"/>
                  <a:pt x="7" y="276"/>
                  <a:pt x="28" y="276"/>
                </a:cubicBezTo>
                <a:cubicBezTo>
                  <a:pt x="98" y="276"/>
                  <a:pt x="98" y="276"/>
                  <a:pt x="98" y="276"/>
                </a:cubicBezTo>
                <a:close/>
                <a:moveTo>
                  <a:pt x="296" y="474"/>
                </a:moveTo>
                <a:lnTo>
                  <a:pt x="296" y="474"/>
                </a:lnTo>
                <a:cubicBezTo>
                  <a:pt x="318" y="474"/>
                  <a:pt x="325" y="481"/>
                  <a:pt x="325" y="502"/>
                </a:cubicBezTo>
                <a:cubicBezTo>
                  <a:pt x="325" y="573"/>
                  <a:pt x="325" y="573"/>
                  <a:pt x="325" y="573"/>
                </a:cubicBezTo>
                <a:cubicBezTo>
                  <a:pt x="325" y="594"/>
                  <a:pt x="318" y="601"/>
                  <a:pt x="296" y="601"/>
                </a:cubicBezTo>
                <a:cubicBezTo>
                  <a:pt x="282" y="601"/>
                  <a:pt x="268" y="594"/>
                  <a:pt x="268" y="573"/>
                </a:cubicBezTo>
                <a:cubicBezTo>
                  <a:pt x="268" y="502"/>
                  <a:pt x="268" y="502"/>
                  <a:pt x="268" y="502"/>
                </a:cubicBezTo>
                <a:cubicBezTo>
                  <a:pt x="268" y="481"/>
                  <a:pt x="282" y="474"/>
                  <a:pt x="296" y="474"/>
                </a:cubicBezTo>
                <a:close/>
                <a:moveTo>
                  <a:pt x="438" y="417"/>
                </a:moveTo>
                <a:lnTo>
                  <a:pt x="438" y="417"/>
                </a:lnTo>
                <a:cubicBezTo>
                  <a:pt x="445" y="417"/>
                  <a:pt x="452" y="417"/>
                  <a:pt x="459" y="424"/>
                </a:cubicBezTo>
                <a:cubicBezTo>
                  <a:pt x="473" y="439"/>
                  <a:pt x="473" y="439"/>
                  <a:pt x="473" y="439"/>
                </a:cubicBezTo>
                <a:cubicBezTo>
                  <a:pt x="522" y="488"/>
                  <a:pt x="522" y="488"/>
                  <a:pt x="522" y="488"/>
                </a:cubicBezTo>
                <a:cubicBezTo>
                  <a:pt x="530" y="495"/>
                  <a:pt x="537" y="502"/>
                  <a:pt x="537" y="509"/>
                </a:cubicBezTo>
                <a:cubicBezTo>
                  <a:pt x="537" y="524"/>
                  <a:pt x="522" y="538"/>
                  <a:pt x="508" y="538"/>
                </a:cubicBezTo>
                <a:cubicBezTo>
                  <a:pt x="501" y="538"/>
                  <a:pt x="494" y="538"/>
                  <a:pt x="487" y="531"/>
                </a:cubicBezTo>
                <a:cubicBezTo>
                  <a:pt x="438" y="481"/>
                  <a:pt x="438" y="481"/>
                  <a:pt x="438" y="481"/>
                </a:cubicBezTo>
                <a:cubicBezTo>
                  <a:pt x="424" y="460"/>
                  <a:pt x="424" y="460"/>
                  <a:pt x="424" y="460"/>
                </a:cubicBezTo>
                <a:cubicBezTo>
                  <a:pt x="417" y="460"/>
                  <a:pt x="409" y="453"/>
                  <a:pt x="409" y="446"/>
                </a:cubicBezTo>
                <a:cubicBezTo>
                  <a:pt x="409" y="424"/>
                  <a:pt x="424" y="417"/>
                  <a:pt x="438" y="41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3" name="Freeform 104">
            <a:extLst>
              <a:ext uri="{FF2B5EF4-FFF2-40B4-BE49-F238E27FC236}">
                <a16:creationId xmlns:a16="http://schemas.microsoft.com/office/drawing/2014/main" id="{FD740B05-BAF3-6064-142E-9EB89E817A19}"/>
              </a:ext>
            </a:extLst>
          </p:cNvPr>
          <p:cNvSpPr>
            <a:spLocks noChangeArrowheads="1"/>
          </p:cNvSpPr>
          <p:nvPr/>
        </p:nvSpPr>
        <p:spPr bwMode="auto">
          <a:xfrm>
            <a:off x="4424337" y="2702531"/>
            <a:ext cx="449354" cy="445343"/>
          </a:xfrm>
          <a:custGeom>
            <a:avLst/>
            <a:gdLst>
              <a:gd name="T0" fmla="*/ 2147483646 w 496"/>
              <a:gd name="T1" fmla="*/ 2147483646 h 489"/>
              <a:gd name="T2" fmla="*/ 2147483646 w 496"/>
              <a:gd name="T3" fmla="*/ 2147483646 h 489"/>
              <a:gd name="T4" fmla="*/ 2147483646 w 496"/>
              <a:gd name="T5" fmla="*/ 2147483646 h 489"/>
              <a:gd name="T6" fmla="*/ 2147483646 w 496"/>
              <a:gd name="T7" fmla="*/ 2147483646 h 489"/>
              <a:gd name="T8" fmla="*/ 2147483646 w 496"/>
              <a:gd name="T9" fmla="*/ 2147483646 h 489"/>
              <a:gd name="T10" fmla="*/ 2147483646 w 496"/>
              <a:gd name="T11" fmla="*/ 2147483646 h 489"/>
              <a:gd name="T12" fmla="*/ 2147483646 w 496"/>
              <a:gd name="T13" fmla="*/ 2147483646 h 489"/>
              <a:gd name="T14" fmla="*/ 2147483646 w 496"/>
              <a:gd name="T15" fmla="*/ 2147483646 h 489"/>
              <a:gd name="T16" fmla="*/ 2147483646 w 496"/>
              <a:gd name="T17" fmla="*/ 2147483646 h 489"/>
              <a:gd name="T18" fmla="*/ 2147483646 w 496"/>
              <a:gd name="T19" fmla="*/ 2147483646 h 489"/>
              <a:gd name="T20" fmla="*/ 2147483646 w 496"/>
              <a:gd name="T21" fmla="*/ 2147483646 h 489"/>
              <a:gd name="T22" fmla="*/ 2147483646 w 496"/>
              <a:gd name="T23" fmla="*/ 2147483646 h 489"/>
              <a:gd name="T24" fmla="*/ 2147483646 w 496"/>
              <a:gd name="T25" fmla="*/ 2147483646 h 489"/>
              <a:gd name="T26" fmla="*/ 2147483646 w 496"/>
              <a:gd name="T27" fmla="*/ 2147483646 h 489"/>
              <a:gd name="T28" fmla="*/ 2147483646 w 496"/>
              <a:gd name="T29" fmla="*/ 2147483646 h 489"/>
              <a:gd name="T30" fmla="*/ 2147483646 w 496"/>
              <a:gd name="T31" fmla="*/ 2147483646 h 489"/>
              <a:gd name="T32" fmla="*/ 2147483646 w 496"/>
              <a:gd name="T33" fmla="*/ 2147483646 h 489"/>
              <a:gd name="T34" fmla="*/ 2147483646 w 496"/>
              <a:gd name="T35" fmla="*/ 2147483646 h 489"/>
              <a:gd name="T36" fmla="*/ 2147483646 w 496"/>
              <a:gd name="T37" fmla="*/ 2147483646 h 489"/>
              <a:gd name="T38" fmla="*/ 2147483646 w 496"/>
              <a:gd name="T39" fmla="*/ 0 h 489"/>
              <a:gd name="T40" fmla="*/ 2147483646 w 496"/>
              <a:gd name="T41" fmla="*/ 2147483646 h 489"/>
              <a:gd name="T42" fmla="*/ 2147483646 w 496"/>
              <a:gd name="T43" fmla="*/ 2147483646 h 489"/>
              <a:gd name="T44" fmla="*/ 2147483646 w 496"/>
              <a:gd name="T45" fmla="*/ 2147483646 h 489"/>
              <a:gd name="T46" fmla="*/ 2147483646 w 496"/>
              <a:gd name="T47" fmla="*/ 2147483646 h 489"/>
              <a:gd name="T48" fmla="*/ 2147483646 w 496"/>
              <a:gd name="T49" fmla="*/ 2147483646 h 489"/>
              <a:gd name="T50" fmla="*/ 2147483646 w 496"/>
              <a:gd name="T51" fmla="*/ 2147483646 h 489"/>
              <a:gd name="T52" fmla="*/ 2147483646 w 496"/>
              <a:gd name="T53" fmla="*/ 2147483646 h 489"/>
              <a:gd name="T54" fmla="*/ 2147483646 w 496"/>
              <a:gd name="T55" fmla="*/ 2147483646 h 489"/>
              <a:gd name="T56" fmla="*/ 2147483646 w 496"/>
              <a:gd name="T57" fmla="*/ 2147483646 h 489"/>
              <a:gd name="T58" fmla="*/ 2147483646 w 496"/>
              <a:gd name="T59" fmla="*/ 2147483646 h 489"/>
              <a:gd name="T60" fmla="*/ 0 w 496"/>
              <a:gd name="T61" fmla="*/ 2147483646 h 489"/>
              <a:gd name="T62" fmla="*/ 2147483646 w 496"/>
              <a:gd name="T63" fmla="*/ 2147483646 h 489"/>
              <a:gd name="T64" fmla="*/ 2147483646 w 496"/>
              <a:gd name="T65" fmla="*/ 2147483646 h 489"/>
              <a:gd name="T66" fmla="*/ 2147483646 w 496"/>
              <a:gd name="T67" fmla="*/ 2147483646 h 489"/>
              <a:gd name="T68" fmla="*/ 2147483646 w 496"/>
              <a:gd name="T69" fmla="*/ 2147483646 h 489"/>
              <a:gd name="T70" fmla="*/ 2147483646 w 496"/>
              <a:gd name="T71" fmla="*/ 2147483646 h 489"/>
              <a:gd name="T72" fmla="*/ 2147483646 w 496"/>
              <a:gd name="T73" fmla="*/ 2147483646 h 489"/>
              <a:gd name="T74" fmla="*/ 2147483646 w 496"/>
              <a:gd name="T75" fmla="*/ 2147483646 h 489"/>
              <a:gd name="T76" fmla="*/ 2147483646 w 496"/>
              <a:gd name="T77" fmla="*/ 2147483646 h 489"/>
              <a:gd name="T78" fmla="*/ 2147483646 w 496"/>
              <a:gd name="T79" fmla="*/ 2147483646 h 489"/>
              <a:gd name="T80" fmla="*/ 2147483646 w 496"/>
              <a:gd name="T81" fmla="*/ 2147483646 h 489"/>
              <a:gd name="T82" fmla="*/ 2147483646 w 496"/>
              <a:gd name="T83" fmla="*/ 2147483646 h 489"/>
              <a:gd name="T84" fmla="*/ 2147483646 w 496"/>
              <a:gd name="T85" fmla="*/ 2147483646 h 489"/>
              <a:gd name="T86" fmla="*/ 2147483646 w 496"/>
              <a:gd name="T87" fmla="*/ 2147483646 h 489"/>
              <a:gd name="T88" fmla="*/ 2147483646 w 496"/>
              <a:gd name="T89" fmla="*/ 2147483646 h 489"/>
              <a:gd name="T90" fmla="*/ 2147483646 w 496"/>
              <a:gd name="T91" fmla="*/ 2147483646 h 48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96" h="489">
                <a:moveTo>
                  <a:pt x="466" y="276"/>
                </a:moveTo>
                <a:lnTo>
                  <a:pt x="466" y="276"/>
                </a:lnTo>
                <a:cubicBezTo>
                  <a:pt x="445" y="276"/>
                  <a:pt x="445" y="276"/>
                  <a:pt x="445" y="276"/>
                </a:cubicBezTo>
                <a:cubicBezTo>
                  <a:pt x="431" y="276"/>
                  <a:pt x="417" y="261"/>
                  <a:pt x="417" y="247"/>
                </a:cubicBezTo>
                <a:cubicBezTo>
                  <a:pt x="417" y="226"/>
                  <a:pt x="431" y="219"/>
                  <a:pt x="445" y="219"/>
                </a:cubicBezTo>
                <a:cubicBezTo>
                  <a:pt x="466" y="219"/>
                  <a:pt x="466" y="219"/>
                  <a:pt x="466" y="219"/>
                </a:cubicBezTo>
                <a:cubicBezTo>
                  <a:pt x="480" y="219"/>
                  <a:pt x="495" y="226"/>
                  <a:pt x="495" y="247"/>
                </a:cubicBezTo>
                <a:cubicBezTo>
                  <a:pt x="495" y="261"/>
                  <a:pt x="480" y="276"/>
                  <a:pt x="466" y="276"/>
                </a:cubicBezTo>
                <a:close/>
                <a:moveTo>
                  <a:pt x="424" y="106"/>
                </a:moveTo>
                <a:lnTo>
                  <a:pt x="424" y="106"/>
                </a:lnTo>
                <a:cubicBezTo>
                  <a:pt x="410" y="120"/>
                  <a:pt x="410" y="120"/>
                  <a:pt x="410" y="120"/>
                </a:cubicBezTo>
                <a:cubicBezTo>
                  <a:pt x="403" y="127"/>
                  <a:pt x="396" y="134"/>
                  <a:pt x="389" y="134"/>
                </a:cubicBezTo>
                <a:cubicBezTo>
                  <a:pt x="375" y="134"/>
                  <a:pt x="360" y="120"/>
                  <a:pt x="360" y="106"/>
                </a:cubicBezTo>
                <a:cubicBezTo>
                  <a:pt x="360" y="99"/>
                  <a:pt x="360" y="92"/>
                  <a:pt x="367" y="85"/>
                </a:cubicBezTo>
                <a:cubicBezTo>
                  <a:pt x="389" y="63"/>
                  <a:pt x="389" y="63"/>
                  <a:pt x="389" y="63"/>
                </a:cubicBezTo>
                <a:cubicBezTo>
                  <a:pt x="396" y="56"/>
                  <a:pt x="403" y="56"/>
                  <a:pt x="410" y="56"/>
                </a:cubicBezTo>
                <a:cubicBezTo>
                  <a:pt x="424" y="56"/>
                  <a:pt x="438" y="71"/>
                  <a:pt x="438" y="85"/>
                </a:cubicBezTo>
                <a:cubicBezTo>
                  <a:pt x="438" y="92"/>
                  <a:pt x="431" y="99"/>
                  <a:pt x="424" y="106"/>
                </a:cubicBezTo>
                <a:close/>
                <a:moveTo>
                  <a:pt x="247" y="360"/>
                </a:moveTo>
                <a:lnTo>
                  <a:pt x="247" y="360"/>
                </a:lnTo>
                <a:cubicBezTo>
                  <a:pt x="205" y="360"/>
                  <a:pt x="169" y="332"/>
                  <a:pt x="148" y="304"/>
                </a:cubicBezTo>
                <a:cubicBezTo>
                  <a:pt x="141" y="276"/>
                  <a:pt x="141" y="276"/>
                  <a:pt x="141" y="276"/>
                </a:cubicBezTo>
                <a:cubicBezTo>
                  <a:pt x="134" y="261"/>
                  <a:pt x="134" y="254"/>
                  <a:pt x="134" y="247"/>
                </a:cubicBezTo>
                <a:cubicBezTo>
                  <a:pt x="134" y="184"/>
                  <a:pt x="184" y="134"/>
                  <a:pt x="247" y="134"/>
                </a:cubicBezTo>
                <a:cubicBezTo>
                  <a:pt x="311" y="134"/>
                  <a:pt x="360" y="184"/>
                  <a:pt x="360" y="247"/>
                </a:cubicBezTo>
                <a:cubicBezTo>
                  <a:pt x="360" y="311"/>
                  <a:pt x="311" y="360"/>
                  <a:pt x="247" y="360"/>
                </a:cubicBezTo>
                <a:close/>
                <a:moveTo>
                  <a:pt x="247" y="191"/>
                </a:moveTo>
                <a:lnTo>
                  <a:pt x="247" y="191"/>
                </a:lnTo>
                <a:cubicBezTo>
                  <a:pt x="219" y="191"/>
                  <a:pt x="191" y="212"/>
                  <a:pt x="191" y="247"/>
                </a:cubicBezTo>
                <a:cubicBezTo>
                  <a:pt x="191" y="276"/>
                  <a:pt x="219" y="304"/>
                  <a:pt x="247" y="304"/>
                </a:cubicBezTo>
                <a:cubicBezTo>
                  <a:pt x="276" y="304"/>
                  <a:pt x="304" y="276"/>
                  <a:pt x="304" y="247"/>
                </a:cubicBezTo>
                <a:cubicBezTo>
                  <a:pt x="304" y="212"/>
                  <a:pt x="276" y="191"/>
                  <a:pt x="247" y="191"/>
                </a:cubicBezTo>
                <a:close/>
                <a:moveTo>
                  <a:pt x="247" y="78"/>
                </a:moveTo>
                <a:lnTo>
                  <a:pt x="247" y="78"/>
                </a:lnTo>
                <a:cubicBezTo>
                  <a:pt x="233" y="78"/>
                  <a:pt x="219" y="63"/>
                  <a:pt x="219" y="49"/>
                </a:cubicBezTo>
                <a:cubicBezTo>
                  <a:pt x="219" y="28"/>
                  <a:pt x="219" y="28"/>
                  <a:pt x="219" y="28"/>
                </a:cubicBezTo>
                <a:cubicBezTo>
                  <a:pt x="219" y="14"/>
                  <a:pt x="233" y="0"/>
                  <a:pt x="247" y="0"/>
                </a:cubicBezTo>
                <a:cubicBezTo>
                  <a:pt x="261" y="0"/>
                  <a:pt x="276" y="14"/>
                  <a:pt x="276" y="28"/>
                </a:cubicBezTo>
                <a:cubicBezTo>
                  <a:pt x="276" y="49"/>
                  <a:pt x="276" y="49"/>
                  <a:pt x="276" y="49"/>
                </a:cubicBezTo>
                <a:cubicBezTo>
                  <a:pt x="276" y="63"/>
                  <a:pt x="261" y="78"/>
                  <a:pt x="247" y="78"/>
                </a:cubicBezTo>
                <a:close/>
                <a:moveTo>
                  <a:pt x="106" y="134"/>
                </a:moveTo>
                <a:lnTo>
                  <a:pt x="106" y="134"/>
                </a:lnTo>
                <a:cubicBezTo>
                  <a:pt x="99" y="134"/>
                  <a:pt x="92" y="127"/>
                  <a:pt x="85" y="120"/>
                </a:cubicBezTo>
                <a:cubicBezTo>
                  <a:pt x="71" y="106"/>
                  <a:pt x="71" y="106"/>
                  <a:pt x="71" y="106"/>
                </a:cubicBezTo>
                <a:cubicBezTo>
                  <a:pt x="64" y="99"/>
                  <a:pt x="56" y="92"/>
                  <a:pt x="56" y="85"/>
                </a:cubicBezTo>
                <a:cubicBezTo>
                  <a:pt x="56" y="71"/>
                  <a:pt x="71" y="56"/>
                  <a:pt x="85" y="56"/>
                </a:cubicBezTo>
                <a:cubicBezTo>
                  <a:pt x="92" y="56"/>
                  <a:pt x="99" y="56"/>
                  <a:pt x="106" y="63"/>
                </a:cubicBezTo>
                <a:cubicBezTo>
                  <a:pt x="127" y="85"/>
                  <a:pt x="127" y="85"/>
                  <a:pt x="127" y="85"/>
                </a:cubicBezTo>
                <a:cubicBezTo>
                  <a:pt x="134" y="92"/>
                  <a:pt x="134" y="99"/>
                  <a:pt x="134" y="106"/>
                </a:cubicBezTo>
                <a:cubicBezTo>
                  <a:pt x="134" y="120"/>
                  <a:pt x="120" y="134"/>
                  <a:pt x="106" y="134"/>
                </a:cubicBezTo>
                <a:close/>
                <a:moveTo>
                  <a:pt x="78" y="247"/>
                </a:moveTo>
                <a:lnTo>
                  <a:pt x="78" y="247"/>
                </a:lnTo>
                <a:cubicBezTo>
                  <a:pt x="78" y="261"/>
                  <a:pt x="64" y="276"/>
                  <a:pt x="49" y="276"/>
                </a:cubicBezTo>
                <a:cubicBezTo>
                  <a:pt x="28" y="276"/>
                  <a:pt x="28" y="276"/>
                  <a:pt x="28" y="276"/>
                </a:cubicBezTo>
                <a:cubicBezTo>
                  <a:pt x="14" y="276"/>
                  <a:pt x="0" y="261"/>
                  <a:pt x="0" y="247"/>
                </a:cubicBezTo>
                <a:cubicBezTo>
                  <a:pt x="0" y="226"/>
                  <a:pt x="14" y="219"/>
                  <a:pt x="28" y="219"/>
                </a:cubicBezTo>
                <a:cubicBezTo>
                  <a:pt x="49" y="219"/>
                  <a:pt x="49" y="219"/>
                  <a:pt x="49" y="219"/>
                </a:cubicBezTo>
                <a:cubicBezTo>
                  <a:pt x="64" y="219"/>
                  <a:pt x="78" y="226"/>
                  <a:pt x="78" y="247"/>
                </a:cubicBezTo>
                <a:close/>
                <a:moveTo>
                  <a:pt x="85" y="367"/>
                </a:moveTo>
                <a:lnTo>
                  <a:pt x="85" y="367"/>
                </a:lnTo>
                <a:cubicBezTo>
                  <a:pt x="92" y="360"/>
                  <a:pt x="99" y="360"/>
                  <a:pt x="106" y="360"/>
                </a:cubicBezTo>
                <a:cubicBezTo>
                  <a:pt x="120" y="360"/>
                  <a:pt x="134" y="367"/>
                  <a:pt x="134" y="389"/>
                </a:cubicBezTo>
                <a:cubicBezTo>
                  <a:pt x="134" y="396"/>
                  <a:pt x="134" y="403"/>
                  <a:pt x="127" y="403"/>
                </a:cubicBezTo>
                <a:cubicBezTo>
                  <a:pt x="106" y="424"/>
                  <a:pt x="106" y="424"/>
                  <a:pt x="106" y="424"/>
                </a:cubicBezTo>
                <a:cubicBezTo>
                  <a:pt x="99" y="431"/>
                  <a:pt x="92" y="431"/>
                  <a:pt x="85" y="431"/>
                </a:cubicBezTo>
                <a:cubicBezTo>
                  <a:pt x="71" y="431"/>
                  <a:pt x="56" y="424"/>
                  <a:pt x="56" y="403"/>
                </a:cubicBezTo>
                <a:cubicBezTo>
                  <a:pt x="56" y="396"/>
                  <a:pt x="64" y="389"/>
                  <a:pt x="71" y="389"/>
                </a:cubicBezTo>
                <a:lnTo>
                  <a:pt x="85" y="367"/>
                </a:lnTo>
                <a:close/>
                <a:moveTo>
                  <a:pt x="247" y="417"/>
                </a:moveTo>
                <a:lnTo>
                  <a:pt x="247" y="417"/>
                </a:lnTo>
                <a:cubicBezTo>
                  <a:pt x="261" y="417"/>
                  <a:pt x="276" y="424"/>
                  <a:pt x="276" y="445"/>
                </a:cubicBezTo>
                <a:cubicBezTo>
                  <a:pt x="276" y="459"/>
                  <a:pt x="276" y="459"/>
                  <a:pt x="276" y="459"/>
                </a:cubicBezTo>
                <a:cubicBezTo>
                  <a:pt x="276" y="481"/>
                  <a:pt x="261" y="488"/>
                  <a:pt x="247" y="488"/>
                </a:cubicBezTo>
                <a:cubicBezTo>
                  <a:pt x="233" y="488"/>
                  <a:pt x="219" y="481"/>
                  <a:pt x="219" y="459"/>
                </a:cubicBezTo>
                <a:cubicBezTo>
                  <a:pt x="219" y="445"/>
                  <a:pt x="219" y="445"/>
                  <a:pt x="219" y="445"/>
                </a:cubicBezTo>
                <a:cubicBezTo>
                  <a:pt x="219" y="424"/>
                  <a:pt x="233" y="417"/>
                  <a:pt x="247" y="417"/>
                </a:cubicBezTo>
                <a:close/>
                <a:moveTo>
                  <a:pt x="389" y="360"/>
                </a:moveTo>
                <a:lnTo>
                  <a:pt x="389" y="360"/>
                </a:lnTo>
                <a:cubicBezTo>
                  <a:pt x="396" y="360"/>
                  <a:pt x="403" y="360"/>
                  <a:pt x="410" y="367"/>
                </a:cubicBezTo>
                <a:cubicBezTo>
                  <a:pt x="424" y="389"/>
                  <a:pt x="424" y="389"/>
                  <a:pt x="424" y="389"/>
                </a:cubicBezTo>
                <a:cubicBezTo>
                  <a:pt x="431" y="389"/>
                  <a:pt x="438" y="396"/>
                  <a:pt x="438" y="403"/>
                </a:cubicBezTo>
                <a:cubicBezTo>
                  <a:pt x="438" y="424"/>
                  <a:pt x="424" y="431"/>
                  <a:pt x="410" y="431"/>
                </a:cubicBezTo>
                <a:cubicBezTo>
                  <a:pt x="403" y="431"/>
                  <a:pt x="396" y="431"/>
                  <a:pt x="389" y="424"/>
                </a:cubicBezTo>
                <a:cubicBezTo>
                  <a:pt x="367" y="403"/>
                  <a:pt x="367" y="403"/>
                  <a:pt x="367" y="403"/>
                </a:cubicBezTo>
                <a:cubicBezTo>
                  <a:pt x="360" y="403"/>
                  <a:pt x="360" y="396"/>
                  <a:pt x="360" y="389"/>
                </a:cubicBezTo>
                <a:cubicBezTo>
                  <a:pt x="360" y="367"/>
                  <a:pt x="375" y="360"/>
                  <a:pt x="389" y="36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4" name="Freeform 105">
            <a:extLst>
              <a:ext uri="{FF2B5EF4-FFF2-40B4-BE49-F238E27FC236}">
                <a16:creationId xmlns:a16="http://schemas.microsoft.com/office/drawing/2014/main" id="{520B50F3-2FAC-FEC4-9A7B-080781504731}"/>
              </a:ext>
            </a:extLst>
          </p:cNvPr>
          <p:cNvSpPr>
            <a:spLocks noChangeArrowheads="1"/>
          </p:cNvSpPr>
          <p:nvPr/>
        </p:nvSpPr>
        <p:spPr bwMode="auto">
          <a:xfrm>
            <a:off x="3417304" y="2650376"/>
            <a:ext cx="549655" cy="549655"/>
          </a:xfrm>
          <a:custGeom>
            <a:avLst/>
            <a:gdLst>
              <a:gd name="T0" fmla="*/ 2147483646 w 602"/>
              <a:gd name="T1" fmla="*/ 2147483646 h 602"/>
              <a:gd name="T2" fmla="*/ 2147483646 w 602"/>
              <a:gd name="T3" fmla="*/ 2147483646 h 602"/>
              <a:gd name="T4" fmla="*/ 2147483646 w 602"/>
              <a:gd name="T5" fmla="*/ 2147483646 h 602"/>
              <a:gd name="T6" fmla="*/ 2147483646 w 602"/>
              <a:gd name="T7" fmla="*/ 2147483646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0 h 602"/>
              <a:gd name="T22" fmla="*/ 2147483646 w 602"/>
              <a:gd name="T23" fmla="*/ 0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0 w 602"/>
              <a:gd name="T41" fmla="*/ 2147483646 h 602"/>
              <a:gd name="T42" fmla="*/ 0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2147483646 w 602"/>
              <a:gd name="T61" fmla="*/ 2147483646 h 60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602" h="602">
                <a:moveTo>
                  <a:pt x="573" y="488"/>
                </a:moveTo>
                <a:lnTo>
                  <a:pt x="573" y="488"/>
                </a:lnTo>
                <a:cubicBezTo>
                  <a:pt x="481" y="488"/>
                  <a:pt x="481" y="488"/>
                  <a:pt x="481" y="488"/>
                </a:cubicBezTo>
                <a:cubicBezTo>
                  <a:pt x="481" y="347"/>
                  <a:pt x="481" y="347"/>
                  <a:pt x="481" y="347"/>
                </a:cubicBezTo>
                <a:cubicBezTo>
                  <a:pt x="544" y="347"/>
                  <a:pt x="544" y="347"/>
                  <a:pt x="544" y="347"/>
                </a:cubicBezTo>
                <a:cubicBezTo>
                  <a:pt x="544" y="57"/>
                  <a:pt x="544" y="57"/>
                  <a:pt x="544" y="57"/>
                </a:cubicBezTo>
                <a:cubicBezTo>
                  <a:pt x="205" y="57"/>
                  <a:pt x="205" y="57"/>
                  <a:pt x="205" y="57"/>
                </a:cubicBezTo>
                <a:cubicBezTo>
                  <a:pt x="205" y="85"/>
                  <a:pt x="205" y="85"/>
                  <a:pt x="205" y="85"/>
                </a:cubicBezTo>
                <a:cubicBezTo>
                  <a:pt x="149" y="85"/>
                  <a:pt x="149" y="85"/>
                  <a:pt x="149" y="85"/>
                </a:cubicBezTo>
                <a:cubicBezTo>
                  <a:pt x="149" y="29"/>
                  <a:pt x="149" y="29"/>
                  <a:pt x="149" y="29"/>
                </a:cubicBezTo>
                <a:cubicBezTo>
                  <a:pt x="149" y="15"/>
                  <a:pt x="163" y="0"/>
                  <a:pt x="177" y="0"/>
                </a:cubicBezTo>
                <a:cubicBezTo>
                  <a:pt x="573" y="0"/>
                  <a:pt x="573" y="0"/>
                  <a:pt x="573" y="0"/>
                </a:cubicBezTo>
                <a:cubicBezTo>
                  <a:pt x="594" y="0"/>
                  <a:pt x="601" y="15"/>
                  <a:pt x="601" y="29"/>
                </a:cubicBezTo>
                <a:cubicBezTo>
                  <a:pt x="601" y="460"/>
                  <a:pt x="601" y="460"/>
                  <a:pt x="601" y="460"/>
                </a:cubicBezTo>
                <a:cubicBezTo>
                  <a:pt x="601" y="481"/>
                  <a:pt x="594" y="488"/>
                  <a:pt x="573" y="488"/>
                </a:cubicBezTo>
                <a:close/>
                <a:moveTo>
                  <a:pt x="453" y="142"/>
                </a:moveTo>
                <a:lnTo>
                  <a:pt x="453" y="142"/>
                </a:lnTo>
                <a:cubicBezTo>
                  <a:pt x="453" y="573"/>
                  <a:pt x="453" y="573"/>
                  <a:pt x="453" y="573"/>
                </a:cubicBezTo>
                <a:cubicBezTo>
                  <a:pt x="453" y="594"/>
                  <a:pt x="439" y="601"/>
                  <a:pt x="424" y="601"/>
                </a:cubicBezTo>
                <a:cubicBezTo>
                  <a:pt x="29" y="601"/>
                  <a:pt x="29" y="601"/>
                  <a:pt x="29" y="601"/>
                </a:cubicBezTo>
                <a:cubicBezTo>
                  <a:pt x="15" y="601"/>
                  <a:pt x="0" y="594"/>
                  <a:pt x="0" y="573"/>
                </a:cubicBezTo>
                <a:cubicBezTo>
                  <a:pt x="0" y="142"/>
                  <a:pt x="0" y="142"/>
                  <a:pt x="0" y="142"/>
                </a:cubicBezTo>
                <a:cubicBezTo>
                  <a:pt x="0" y="128"/>
                  <a:pt x="15" y="113"/>
                  <a:pt x="29" y="113"/>
                </a:cubicBezTo>
                <a:cubicBezTo>
                  <a:pt x="424" y="113"/>
                  <a:pt x="424" y="113"/>
                  <a:pt x="424" y="113"/>
                </a:cubicBezTo>
                <a:cubicBezTo>
                  <a:pt x="439" y="113"/>
                  <a:pt x="453" y="128"/>
                  <a:pt x="453" y="142"/>
                </a:cubicBezTo>
                <a:close/>
                <a:moveTo>
                  <a:pt x="396" y="170"/>
                </a:moveTo>
                <a:lnTo>
                  <a:pt x="396" y="170"/>
                </a:lnTo>
                <a:cubicBezTo>
                  <a:pt x="57" y="170"/>
                  <a:pt x="57" y="170"/>
                  <a:pt x="57" y="170"/>
                </a:cubicBezTo>
                <a:cubicBezTo>
                  <a:pt x="57" y="460"/>
                  <a:pt x="57" y="460"/>
                  <a:pt x="57" y="460"/>
                </a:cubicBezTo>
                <a:cubicBezTo>
                  <a:pt x="396" y="460"/>
                  <a:pt x="396" y="460"/>
                  <a:pt x="396" y="460"/>
                </a:cubicBezTo>
                <a:lnTo>
                  <a:pt x="396" y="17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5" name="Freeform 106">
            <a:extLst>
              <a:ext uri="{FF2B5EF4-FFF2-40B4-BE49-F238E27FC236}">
                <a16:creationId xmlns:a16="http://schemas.microsoft.com/office/drawing/2014/main" id="{B1664112-A24E-51FA-E962-A88603895FA3}"/>
              </a:ext>
            </a:extLst>
          </p:cNvPr>
          <p:cNvSpPr>
            <a:spLocks noChangeArrowheads="1"/>
          </p:cNvSpPr>
          <p:nvPr/>
        </p:nvSpPr>
        <p:spPr bwMode="auto">
          <a:xfrm>
            <a:off x="2522607" y="2702531"/>
            <a:ext cx="413246" cy="445343"/>
          </a:xfrm>
          <a:custGeom>
            <a:avLst/>
            <a:gdLst>
              <a:gd name="T0" fmla="*/ 2147483646 w 453"/>
              <a:gd name="T1" fmla="*/ 2147483646 h 489"/>
              <a:gd name="T2" fmla="*/ 2147483646 w 453"/>
              <a:gd name="T3" fmla="*/ 2147483646 h 489"/>
              <a:gd name="T4" fmla="*/ 2147483646 w 453"/>
              <a:gd name="T5" fmla="*/ 2147483646 h 489"/>
              <a:gd name="T6" fmla="*/ 0 w 453"/>
              <a:gd name="T7" fmla="*/ 2147483646 h 489"/>
              <a:gd name="T8" fmla="*/ 0 w 453"/>
              <a:gd name="T9" fmla="*/ 2147483646 h 489"/>
              <a:gd name="T10" fmla="*/ 2147483646 w 453"/>
              <a:gd name="T11" fmla="*/ 0 h 489"/>
              <a:gd name="T12" fmla="*/ 2147483646 w 453"/>
              <a:gd name="T13" fmla="*/ 0 h 489"/>
              <a:gd name="T14" fmla="*/ 2147483646 w 453"/>
              <a:gd name="T15" fmla="*/ 2147483646 h 489"/>
              <a:gd name="T16" fmla="*/ 2147483646 w 453"/>
              <a:gd name="T17" fmla="*/ 2147483646 h 489"/>
              <a:gd name="T18" fmla="*/ 2147483646 w 453"/>
              <a:gd name="T19" fmla="*/ 2147483646 h 489"/>
              <a:gd name="T20" fmla="*/ 2147483646 w 453"/>
              <a:gd name="T21" fmla="*/ 2147483646 h 489"/>
              <a:gd name="T22" fmla="*/ 2147483646 w 453"/>
              <a:gd name="T23" fmla="*/ 2147483646 h 489"/>
              <a:gd name="T24" fmla="*/ 2147483646 w 453"/>
              <a:gd name="T25" fmla="*/ 2147483646 h 489"/>
              <a:gd name="T26" fmla="*/ 2147483646 w 453"/>
              <a:gd name="T27" fmla="*/ 2147483646 h 489"/>
              <a:gd name="T28" fmla="*/ 2147483646 w 453"/>
              <a:gd name="T29" fmla="*/ 2147483646 h 489"/>
              <a:gd name="T30" fmla="*/ 2147483646 w 453"/>
              <a:gd name="T31" fmla="*/ 2147483646 h 48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53" h="489">
                <a:moveTo>
                  <a:pt x="424" y="488"/>
                </a:moveTo>
                <a:lnTo>
                  <a:pt x="424" y="488"/>
                </a:lnTo>
                <a:cubicBezTo>
                  <a:pt x="28" y="488"/>
                  <a:pt x="28" y="488"/>
                  <a:pt x="28" y="488"/>
                </a:cubicBezTo>
                <a:cubicBezTo>
                  <a:pt x="14" y="488"/>
                  <a:pt x="0" y="481"/>
                  <a:pt x="0" y="459"/>
                </a:cubicBezTo>
                <a:cubicBezTo>
                  <a:pt x="0" y="28"/>
                  <a:pt x="0" y="28"/>
                  <a:pt x="0" y="28"/>
                </a:cubicBezTo>
                <a:cubicBezTo>
                  <a:pt x="0" y="14"/>
                  <a:pt x="14" y="0"/>
                  <a:pt x="28" y="0"/>
                </a:cubicBezTo>
                <a:cubicBezTo>
                  <a:pt x="424" y="0"/>
                  <a:pt x="424" y="0"/>
                  <a:pt x="424" y="0"/>
                </a:cubicBezTo>
                <a:cubicBezTo>
                  <a:pt x="445" y="0"/>
                  <a:pt x="452" y="14"/>
                  <a:pt x="452" y="28"/>
                </a:cubicBezTo>
                <a:cubicBezTo>
                  <a:pt x="452" y="459"/>
                  <a:pt x="452" y="459"/>
                  <a:pt x="452" y="459"/>
                </a:cubicBezTo>
                <a:cubicBezTo>
                  <a:pt x="452" y="481"/>
                  <a:pt x="445" y="488"/>
                  <a:pt x="424" y="488"/>
                </a:cubicBezTo>
                <a:close/>
                <a:moveTo>
                  <a:pt x="396" y="56"/>
                </a:moveTo>
                <a:lnTo>
                  <a:pt x="396" y="56"/>
                </a:lnTo>
                <a:cubicBezTo>
                  <a:pt x="56" y="56"/>
                  <a:pt x="56" y="56"/>
                  <a:pt x="56" y="56"/>
                </a:cubicBezTo>
                <a:cubicBezTo>
                  <a:pt x="56" y="346"/>
                  <a:pt x="56" y="346"/>
                  <a:pt x="56" y="346"/>
                </a:cubicBezTo>
                <a:cubicBezTo>
                  <a:pt x="396" y="346"/>
                  <a:pt x="396" y="346"/>
                  <a:pt x="396" y="346"/>
                </a:cubicBezTo>
                <a:lnTo>
                  <a:pt x="396" y="5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6" name="Freeform 107">
            <a:extLst>
              <a:ext uri="{FF2B5EF4-FFF2-40B4-BE49-F238E27FC236}">
                <a16:creationId xmlns:a16="http://schemas.microsoft.com/office/drawing/2014/main" id="{3338FC8E-7680-FB45-937B-BBCA3D2852B2}"/>
              </a:ext>
            </a:extLst>
          </p:cNvPr>
          <p:cNvSpPr>
            <a:spLocks noChangeArrowheads="1"/>
          </p:cNvSpPr>
          <p:nvPr/>
        </p:nvSpPr>
        <p:spPr bwMode="auto">
          <a:xfrm>
            <a:off x="1511560" y="2670435"/>
            <a:ext cx="517561" cy="513547"/>
          </a:xfrm>
          <a:custGeom>
            <a:avLst/>
            <a:gdLst>
              <a:gd name="T0" fmla="*/ 2147483646 w 567"/>
              <a:gd name="T1" fmla="*/ 2147483646 h 566"/>
              <a:gd name="T2" fmla="*/ 2147483646 w 567"/>
              <a:gd name="T3" fmla="*/ 2147483646 h 566"/>
              <a:gd name="T4" fmla="*/ 2147483646 w 567"/>
              <a:gd name="T5" fmla="*/ 2147483646 h 566"/>
              <a:gd name="T6" fmla="*/ 2147483646 w 567"/>
              <a:gd name="T7" fmla="*/ 2147483646 h 566"/>
              <a:gd name="T8" fmla="*/ 2147483646 w 567"/>
              <a:gd name="T9" fmla="*/ 2147483646 h 566"/>
              <a:gd name="T10" fmla="*/ 2147483646 w 567"/>
              <a:gd name="T11" fmla="*/ 2147483646 h 566"/>
              <a:gd name="T12" fmla="*/ 2147483646 w 567"/>
              <a:gd name="T13" fmla="*/ 2147483646 h 566"/>
              <a:gd name="T14" fmla="*/ 2147483646 w 567"/>
              <a:gd name="T15" fmla="*/ 2147483646 h 566"/>
              <a:gd name="T16" fmla="*/ 2147483646 w 567"/>
              <a:gd name="T17" fmla="*/ 2147483646 h 566"/>
              <a:gd name="T18" fmla="*/ 2147483646 w 567"/>
              <a:gd name="T19" fmla="*/ 2147483646 h 566"/>
              <a:gd name="T20" fmla="*/ 2147483646 w 567"/>
              <a:gd name="T21" fmla="*/ 2147483646 h 566"/>
              <a:gd name="T22" fmla="*/ 2147483646 w 567"/>
              <a:gd name="T23" fmla="*/ 2147483646 h 566"/>
              <a:gd name="T24" fmla="*/ 2147483646 w 567"/>
              <a:gd name="T25" fmla="*/ 2147483646 h 566"/>
              <a:gd name="T26" fmla="*/ 0 w 567"/>
              <a:gd name="T27" fmla="*/ 2147483646 h 566"/>
              <a:gd name="T28" fmla="*/ 2147483646 w 567"/>
              <a:gd name="T29" fmla="*/ 2147483646 h 566"/>
              <a:gd name="T30" fmla="*/ 2147483646 w 567"/>
              <a:gd name="T31" fmla="*/ 2147483646 h 566"/>
              <a:gd name="T32" fmla="*/ 0 w 567"/>
              <a:gd name="T33" fmla="*/ 2147483646 h 566"/>
              <a:gd name="T34" fmla="*/ 2147483646 w 567"/>
              <a:gd name="T35" fmla="*/ 2147483646 h 566"/>
              <a:gd name="T36" fmla="*/ 2147483646 w 567"/>
              <a:gd name="T37" fmla="*/ 2147483646 h 566"/>
              <a:gd name="T38" fmla="*/ 0 w 567"/>
              <a:gd name="T39" fmla="*/ 2147483646 h 566"/>
              <a:gd name="T40" fmla="*/ 2147483646 w 567"/>
              <a:gd name="T41" fmla="*/ 2147483646 h 566"/>
              <a:gd name="T42" fmla="*/ 2147483646 w 567"/>
              <a:gd name="T43" fmla="*/ 0 h 566"/>
              <a:gd name="T44" fmla="*/ 2147483646 w 567"/>
              <a:gd name="T45" fmla="*/ 2147483646 h 566"/>
              <a:gd name="T46" fmla="*/ 2147483646 w 567"/>
              <a:gd name="T47" fmla="*/ 2147483646 h 566"/>
              <a:gd name="T48" fmla="*/ 2147483646 w 567"/>
              <a:gd name="T49" fmla="*/ 0 h 566"/>
              <a:gd name="T50" fmla="*/ 2147483646 w 567"/>
              <a:gd name="T51" fmla="*/ 2147483646 h 566"/>
              <a:gd name="T52" fmla="*/ 2147483646 w 567"/>
              <a:gd name="T53" fmla="*/ 2147483646 h 566"/>
              <a:gd name="T54" fmla="*/ 2147483646 w 567"/>
              <a:gd name="T55" fmla="*/ 0 h 566"/>
              <a:gd name="T56" fmla="*/ 2147483646 w 567"/>
              <a:gd name="T57" fmla="*/ 2147483646 h 566"/>
              <a:gd name="T58" fmla="*/ 2147483646 w 567"/>
              <a:gd name="T59" fmla="*/ 2147483646 h 566"/>
              <a:gd name="T60" fmla="*/ 2147483646 w 567"/>
              <a:gd name="T61" fmla="*/ 0 h 566"/>
              <a:gd name="T62" fmla="*/ 2147483646 w 567"/>
              <a:gd name="T63" fmla="*/ 2147483646 h 566"/>
              <a:gd name="T64" fmla="*/ 2147483646 w 567"/>
              <a:gd name="T65" fmla="*/ 2147483646 h 566"/>
              <a:gd name="T66" fmla="*/ 2147483646 w 567"/>
              <a:gd name="T67" fmla="*/ 2147483646 h 566"/>
              <a:gd name="T68" fmla="*/ 2147483646 w 567"/>
              <a:gd name="T69" fmla="*/ 2147483646 h 566"/>
              <a:gd name="T70" fmla="*/ 2147483646 w 567"/>
              <a:gd name="T71" fmla="*/ 2147483646 h 566"/>
              <a:gd name="T72" fmla="*/ 2147483646 w 567"/>
              <a:gd name="T73" fmla="*/ 2147483646 h 566"/>
              <a:gd name="T74" fmla="*/ 2147483646 w 567"/>
              <a:gd name="T75" fmla="*/ 2147483646 h 566"/>
              <a:gd name="T76" fmla="*/ 2147483646 w 567"/>
              <a:gd name="T77" fmla="*/ 2147483646 h 566"/>
              <a:gd name="T78" fmla="*/ 2147483646 w 567"/>
              <a:gd name="T79" fmla="*/ 2147483646 h 566"/>
              <a:gd name="T80" fmla="*/ 2147483646 w 567"/>
              <a:gd name="T81" fmla="*/ 2147483646 h 566"/>
              <a:gd name="T82" fmla="*/ 2147483646 w 567"/>
              <a:gd name="T83" fmla="*/ 2147483646 h 566"/>
              <a:gd name="T84" fmla="*/ 2147483646 w 567"/>
              <a:gd name="T85" fmla="*/ 2147483646 h 566"/>
              <a:gd name="T86" fmla="*/ 2147483646 w 567"/>
              <a:gd name="T87" fmla="*/ 2147483646 h 566"/>
              <a:gd name="T88" fmla="*/ 2147483646 w 567"/>
              <a:gd name="T89" fmla="*/ 2147483646 h 566"/>
              <a:gd name="T90" fmla="*/ 2147483646 w 567"/>
              <a:gd name="T91" fmla="*/ 2147483646 h 566"/>
              <a:gd name="T92" fmla="*/ 2147483646 w 567"/>
              <a:gd name="T93" fmla="*/ 2147483646 h 566"/>
              <a:gd name="T94" fmla="*/ 2147483646 w 567"/>
              <a:gd name="T95" fmla="*/ 2147483646 h 566"/>
              <a:gd name="T96" fmla="*/ 2147483646 w 567"/>
              <a:gd name="T97" fmla="*/ 2147483646 h 56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67" h="566">
                <a:moveTo>
                  <a:pt x="566" y="452"/>
                </a:moveTo>
                <a:lnTo>
                  <a:pt x="566" y="452"/>
                </a:lnTo>
                <a:cubicBezTo>
                  <a:pt x="566" y="459"/>
                  <a:pt x="559" y="473"/>
                  <a:pt x="544" y="473"/>
                </a:cubicBezTo>
                <a:cubicBezTo>
                  <a:pt x="544" y="509"/>
                  <a:pt x="544" y="509"/>
                  <a:pt x="544" y="509"/>
                </a:cubicBezTo>
                <a:cubicBezTo>
                  <a:pt x="559" y="509"/>
                  <a:pt x="566" y="523"/>
                  <a:pt x="566" y="537"/>
                </a:cubicBezTo>
                <a:cubicBezTo>
                  <a:pt x="566" y="551"/>
                  <a:pt x="552" y="565"/>
                  <a:pt x="537" y="565"/>
                </a:cubicBezTo>
                <a:cubicBezTo>
                  <a:pt x="523" y="565"/>
                  <a:pt x="516" y="558"/>
                  <a:pt x="509" y="544"/>
                </a:cubicBezTo>
                <a:cubicBezTo>
                  <a:pt x="481" y="544"/>
                  <a:pt x="481" y="544"/>
                  <a:pt x="481" y="544"/>
                </a:cubicBezTo>
                <a:cubicBezTo>
                  <a:pt x="474" y="558"/>
                  <a:pt x="467" y="565"/>
                  <a:pt x="453" y="565"/>
                </a:cubicBezTo>
                <a:cubicBezTo>
                  <a:pt x="438" y="565"/>
                  <a:pt x="431" y="558"/>
                  <a:pt x="424" y="544"/>
                </a:cubicBezTo>
                <a:cubicBezTo>
                  <a:pt x="396" y="544"/>
                  <a:pt x="396" y="544"/>
                  <a:pt x="396" y="544"/>
                </a:cubicBezTo>
                <a:cubicBezTo>
                  <a:pt x="389" y="558"/>
                  <a:pt x="382" y="565"/>
                  <a:pt x="368" y="565"/>
                </a:cubicBezTo>
                <a:cubicBezTo>
                  <a:pt x="354" y="565"/>
                  <a:pt x="347" y="558"/>
                  <a:pt x="340" y="544"/>
                </a:cubicBezTo>
                <a:cubicBezTo>
                  <a:pt x="311" y="544"/>
                  <a:pt x="311" y="544"/>
                  <a:pt x="311" y="544"/>
                </a:cubicBezTo>
                <a:cubicBezTo>
                  <a:pt x="304" y="558"/>
                  <a:pt x="297" y="565"/>
                  <a:pt x="283" y="565"/>
                </a:cubicBezTo>
                <a:cubicBezTo>
                  <a:pt x="269" y="565"/>
                  <a:pt x="262" y="558"/>
                  <a:pt x="255" y="544"/>
                </a:cubicBezTo>
                <a:cubicBezTo>
                  <a:pt x="226" y="544"/>
                  <a:pt x="226" y="544"/>
                  <a:pt x="226" y="544"/>
                </a:cubicBezTo>
                <a:cubicBezTo>
                  <a:pt x="219" y="558"/>
                  <a:pt x="212" y="565"/>
                  <a:pt x="198" y="565"/>
                </a:cubicBezTo>
                <a:cubicBezTo>
                  <a:pt x="184" y="565"/>
                  <a:pt x="177" y="558"/>
                  <a:pt x="170" y="544"/>
                </a:cubicBezTo>
                <a:cubicBezTo>
                  <a:pt x="142" y="544"/>
                  <a:pt x="142" y="544"/>
                  <a:pt x="142" y="544"/>
                </a:cubicBezTo>
                <a:cubicBezTo>
                  <a:pt x="135" y="558"/>
                  <a:pt x="128" y="565"/>
                  <a:pt x="113" y="565"/>
                </a:cubicBezTo>
                <a:cubicBezTo>
                  <a:pt x="99" y="565"/>
                  <a:pt x="92" y="558"/>
                  <a:pt x="85" y="544"/>
                </a:cubicBezTo>
                <a:cubicBezTo>
                  <a:pt x="57" y="544"/>
                  <a:pt x="57" y="544"/>
                  <a:pt x="57" y="544"/>
                </a:cubicBezTo>
                <a:cubicBezTo>
                  <a:pt x="50" y="558"/>
                  <a:pt x="43" y="565"/>
                  <a:pt x="29" y="565"/>
                </a:cubicBezTo>
                <a:cubicBezTo>
                  <a:pt x="15" y="565"/>
                  <a:pt x="0" y="551"/>
                  <a:pt x="0" y="537"/>
                </a:cubicBezTo>
                <a:cubicBezTo>
                  <a:pt x="0" y="523"/>
                  <a:pt x="7" y="509"/>
                  <a:pt x="22" y="509"/>
                </a:cubicBezTo>
                <a:cubicBezTo>
                  <a:pt x="22" y="473"/>
                  <a:pt x="22" y="473"/>
                  <a:pt x="22" y="473"/>
                </a:cubicBezTo>
                <a:cubicBezTo>
                  <a:pt x="7" y="473"/>
                  <a:pt x="0" y="459"/>
                  <a:pt x="0" y="452"/>
                </a:cubicBezTo>
                <a:cubicBezTo>
                  <a:pt x="0" y="438"/>
                  <a:pt x="7" y="424"/>
                  <a:pt x="22" y="424"/>
                </a:cubicBezTo>
                <a:cubicBezTo>
                  <a:pt x="22" y="388"/>
                  <a:pt x="22" y="388"/>
                  <a:pt x="22" y="388"/>
                </a:cubicBezTo>
                <a:cubicBezTo>
                  <a:pt x="7" y="388"/>
                  <a:pt x="0" y="374"/>
                  <a:pt x="0" y="367"/>
                </a:cubicBezTo>
                <a:cubicBezTo>
                  <a:pt x="0" y="353"/>
                  <a:pt x="7" y="339"/>
                  <a:pt x="22" y="339"/>
                </a:cubicBezTo>
                <a:cubicBezTo>
                  <a:pt x="22" y="304"/>
                  <a:pt x="22" y="304"/>
                  <a:pt x="22" y="304"/>
                </a:cubicBezTo>
                <a:cubicBezTo>
                  <a:pt x="7" y="304"/>
                  <a:pt x="0" y="289"/>
                  <a:pt x="0" y="282"/>
                </a:cubicBezTo>
                <a:cubicBezTo>
                  <a:pt x="0" y="268"/>
                  <a:pt x="7" y="254"/>
                  <a:pt x="22" y="254"/>
                </a:cubicBezTo>
                <a:cubicBezTo>
                  <a:pt x="22" y="219"/>
                  <a:pt x="22" y="219"/>
                  <a:pt x="22" y="219"/>
                </a:cubicBezTo>
                <a:cubicBezTo>
                  <a:pt x="7" y="219"/>
                  <a:pt x="0" y="205"/>
                  <a:pt x="0" y="198"/>
                </a:cubicBezTo>
                <a:cubicBezTo>
                  <a:pt x="0" y="183"/>
                  <a:pt x="7" y="169"/>
                  <a:pt x="22" y="169"/>
                </a:cubicBezTo>
                <a:cubicBezTo>
                  <a:pt x="22" y="134"/>
                  <a:pt x="22" y="134"/>
                  <a:pt x="22" y="134"/>
                </a:cubicBezTo>
                <a:cubicBezTo>
                  <a:pt x="7" y="134"/>
                  <a:pt x="0" y="120"/>
                  <a:pt x="0" y="113"/>
                </a:cubicBezTo>
                <a:cubicBezTo>
                  <a:pt x="0" y="98"/>
                  <a:pt x="7" y="84"/>
                  <a:pt x="22" y="84"/>
                </a:cubicBezTo>
                <a:cubicBezTo>
                  <a:pt x="22" y="49"/>
                  <a:pt x="22" y="49"/>
                  <a:pt x="22" y="49"/>
                </a:cubicBezTo>
                <a:cubicBezTo>
                  <a:pt x="7" y="49"/>
                  <a:pt x="0" y="35"/>
                  <a:pt x="0" y="28"/>
                </a:cubicBezTo>
                <a:cubicBezTo>
                  <a:pt x="0" y="7"/>
                  <a:pt x="15" y="0"/>
                  <a:pt x="29" y="0"/>
                </a:cubicBezTo>
                <a:cubicBezTo>
                  <a:pt x="43" y="0"/>
                  <a:pt x="50" y="7"/>
                  <a:pt x="57" y="14"/>
                </a:cubicBezTo>
                <a:cubicBezTo>
                  <a:pt x="85" y="14"/>
                  <a:pt x="85" y="14"/>
                  <a:pt x="85" y="14"/>
                </a:cubicBezTo>
                <a:cubicBezTo>
                  <a:pt x="92" y="7"/>
                  <a:pt x="99" y="0"/>
                  <a:pt x="113" y="0"/>
                </a:cubicBezTo>
                <a:cubicBezTo>
                  <a:pt x="128" y="0"/>
                  <a:pt x="135" y="7"/>
                  <a:pt x="142" y="14"/>
                </a:cubicBezTo>
                <a:cubicBezTo>
                  <a:pt x="170" y="14"/>
                  <a:pt x="170" y="14"/>
                  <a:pt x="170" y="14"/>
                </a:cubicBezTo>
                <a:cubicBezTo>
                  <a:pt x="177" y="7"/>
                  <a:pt x="184" y="0"/>
                  <a:pt x="198" y="0"/>
                </a:cubicBezTo>
                <a:cubicBezTo>
                  <a:pt x="212" y="0"/>
                  <a:pt x="219" y="7"/>
                  <a:pt x="226" y="14"/>
                </a:cubicBezTo>
                <a:cubicBezTo>
                  <a:pt x="255" y="14"/>
                  <a:pt x="255" y="14"/>
                  <a:pt x="255" y="14"/>
                </a:cubicBezTo>
                <a:cubicBezTo>
                  <a:pt x="262" y="7"/>
                  <a:pt x="269" y="0"/>
                  <a:pt x="283" y="0"/>
                </a:cubicBezTo>
                <a:cubicBezTo>
                  <a:pt x="297" y="0"/>
                  <a:pt x="304" y="7"/>
                  <a:pt x="311" y="14"/>
                </a:cubicBezTo>
                <a:cubicBezTo>
                  <a:pt x="340" y="14"/>
                  <a:pt x="340" y="14"/>
                  <a:pt x="340" y="14"/>
                </a:cubicBezTo>
                <a:cubicBezTo>
                  <a:pt x="347" y="7"/>
                  <a:pt x="354" y="0"/>
                  <a:pt x="368" y="0"/>
                </a:cubicBezTo>
                <a:cubicBezTo>
                  <a:pt x="382" y="0"/>
                  <a:pt x="389" y="7"/>
                  <a:pt x="396" y="14"/>
                </a:cubicBezTo>
                <a:cubicBezTo>
                  <a:pt x="424" y="14"/>
                  <a:pt x="424" y="14"/>
                  <a:pt x="424" y="14"/>
                </a:cubicBezTo>
                <a:cubicBezTo>
                  <a:pt x="431" y="7"/>
                  <a:pt x="438" y="0"/>
                  <a:pt x="453" y="0"/>
                </a:cubicBezTo>
                <a:cubicBezTo>
                  <a:pt x="467" y="0"/>
                  <a:pt x="474" y="7"/>
                  <a:pt x="481" y="14"/>
                </a:cubicBezTo>
                <a:cubicBezTo>
                  <a:pt x="509" y="14"/>
                  <a:pt x="509" y="14"/>
                  <a:pt x="509" y="14"/>
                </a:cubicBezTo>
                <a:cubicBezTo>
                  <a:pt x="516" y="7"/>
                  <a:pt x="523" y="0"/>
                  <a:pt x="537" y="0"/>
                </a:cubicBezTo>
                <a:cubicBezTo>
                  <a:pt x="552" y="0"/>
                  <a:pt x="566" y="7"/>
                  <a:pt x="566" y="28"/>
                </a:cubicBezTo>
                <a:cubicBezTo>
                  <a:pt x="566" y="35"/>
                  <a:pt x="559" y="49"/>
                  <a:pt x="544" y="49"/>
                </a:cubicBezTo>
                <a:cubicBezTo>
                  <a:pt x="544" y="84"/>
                  <a:pt x="544" y="84"/>
                  <a:pt x="544" y="84"/>
                </a:cubicBezTo>
                <a:cubicBezTo>
                  <a:pt x="559" y="84"/>
                  <a:pt x="566" y="98"/>
                  <a:pt x="566" y="113"/>
                </a:cubicBezTo>
                <a:cubicBezTo>
                  <a:pt x="566" y="120"/>
                  <a:pt x="559" y="134"/>
                  <a:pt x="544" y="134"/>
                </a:cubicBezTo>
                <a:cubicBezTo>
                  <a:pt x="544" y="169"/>
                  <a:pt x="544" y="169"/>
                  <a:pt x="544" y="169"/>
                </a:cubicBezTo>
                <a:cubicBezTo>
                  <a:pt x="559" y="169"/>
                  <a:pt x="566" y="183"/>
                  <a:pt x="566" y="198"/>
                </a:cubicBezTo>
                <a:cubicBezTo>
                  <a:pt x="566" y="205"/>
                  <a:pt x="559" y="219"/>
                  <a:pt x="544" y="219"/>
                </a:cubicBezTo>
                <a:cubicBezTo>
                  <a:pt x="544" y="254"/>
                  <a:pt x="544" y="254"/>
                  <a:pt x="544" y="254"/>
                </a:cubicBezTo>
                <a:cubicBezTo>
                  <a:pt x="559" y="254"/>
                  <a:pt x="566" y="268"/>
                  <a:pt x="566" y="282"/>
                </a:cubicBezTo>
                <a:cubicBezTo>
                  <a:pt x="566" y="289"/>
                  <a:pt x="559" y="304"/>
                  <a:pt x="544" y="304"/>
                </a:cubicBezTo>
                <a:cubicBezTo>
                  <a:pt x="544" y="339"/>
                  <a:pt x="544" y="339"/>
                  <a:pt x="544" y="339"/>
                </a:cubicBezTo>
                <a:cubicBezTo>
                  <a:pt x="559" y="339"/>
                  <a:pt x="566" y="353"/>
                  <a:pt x="566" y="367"/>
                </a:cubicBezTo>
                <a:cubicBezTo>
                  <a:pt x="566" y="374"/>
                  <a:pt x="559" y="388"/>
                  <a:pt x="544" y="388"/>
                </a:cubicBezTo>
                <a:cubicBezTo>
                  <a:pt x="544" y="424"/>
                  <a:pt x="544" y="424"/>
                  <a:pt x="544" y="424"/>
                </a:cubicBezTo>
                <a:cubicBezTo>
                  <a:pt x="559" y="424"/>
                  <a:pt x="566" y="438"/>
                  <a:pt x="566" y="452"/>
                </a:cubicBezTo>
                <a:close/>
                <a:moveTo>
                  <a:pt x="488" y="70"/>
                </a:moveTo>
                <a:lnTo>
                  <a:pt x="488" y="70"/>
                </a:lnTo>
                <a:cubicBezTo>
                  <a:pt x="78" y="70"/>
                  <a:pt x="78" y="70"/>
                  <a:pt x="78" y="70"/>
                </a:cubicBezTo>
                <a:cubicBezTo>
                  <a:pt x="78" y="487"/>
                  <a:pt x="78" y="487"/>
                  <a:pt x="78" y="487"/>
                </a:cubicBezTo>
                <a:cubicBezTo>
                  <a:pt x="488" y="487"/>
                  <a:pt x="488" y="487"/>
                  <a:pt x="488" y="487"/>
                </a:cubicBezTo>
                <a:lnTo>
                  <a:pt x="488" y="70"/>
                </a:lnTo>
                <a:close/>
                <a:moveTo>
                  <a:pt x="248" y="374"/>
                </a:moveTo>
                <a:lnTo>
                  <a:pt x="248" y="374"/>
                </a:lnTo>
                <a:cubicBezTo>
                  <a:pt x="375" y="212"/>
                  <a:pt x="375" y="212"/>
                  <a:pt x="375" y="212"/>
                </a:cubicBezTo>
                <a:cubicBezTo>
                  <a:pt x="460" y="346"/>
                  <a:pt x="460" y="346"/>
                  <a:pt x="460" y="346"/>
                </a:cubicBezTo>
                <a:cubicBezTo>
                  <a:pt x="460" y="459"/>
                  <a:pt x="460" y="459"/>
                  <a:pt x="460" y="459"/>
                </a:cubicBezTo>
                <a:cubicBezTo>
                  <a:pt x="106" y="459"/>
                  <a:pt x="106" y="459"/>
                  <a:pt x="106" y="459"/>
                </a:cubicBezTo>
                <a:cubicBezTo>
                  <a:pt x="219" y="346"/>
                  <a:pt x="219" y="346"/>
                  <a:pt x="219" y="346"/>
                </a:cubicBezTo>
                <a:lnTo>
                  <a:pt x="248" y="374"/>
                </a:lnTo>
                <a:close/>
                <a:moveTo>
                  <a:pt x="191" y="240"/>
                </a:moveTo>
                <a:lnTo>
                  <a:pt x="191" y="240"/>
                </a:lnTo>
                <a:cubicBezTo>
                  <a:pt x="156" y="240"/>
                  <a:pt x="135" y="219"/>
                  <a:pt x="135" y="183"/>
                </a:cubicBezTo>
                <a:cubicBezTo>
                  <a:pt x="135" y="155"/>
                  <a:pt x="156" y="127"/>
                  <a:pt x="191" y="127"/>
                </a:cubicBezTo>
                <a:cubicBezTo>
                  <a:pt x="219" y="127"/>
                  <a:pt x="248" y="155"/>
                  <a:pt x="248" y="183"/>
                </a:cubicBezTo>
                <a:cubicBezTo>
                  <a:pt x="248" y="219"/>
                  <a:pt x="219" y="240"/>
                  <a:pt x="191" y="24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7" name="Freeform 108">
            <a:extLst>
              <a:ext uri="{FF2B5EF4-FFF2-40B4-BE49-F238E27FC236}">
                <a16:creationId xmlns:a16="http://schemas.microsoft.com/office/drawing/2014/main" id="{60E69447-8872-8D31-1E6F-6971ED36B931}"/>
              </a:ext>
            </a:extLst>
          </p:cNvPr>
          <p:cNvSpPr>
            <a:spLocks noChangeArrowheads="1"/>
          </p:cNvSpPr>
          <p:nvPr/>
        </p:nvSpPr>
        <p:spPr bwMode="auto">
          <a:xfrm>
            <a:off x="556683" y="2670435"/>
            <a:ext cx="517561" cy="513547"/>
          </a:xfrm>
          <a:custGeom>
            <a:avLst/>
            <a:gdLst>
              <a:gd name="T0" fmla="*/ 2147483646 w 567"/>
              <a:gd name="T1" fmla="*/ 2147483646 h 566"/>
              <a:gd name="T2" fmla="*/ 2147483646 w 567"/>
              <a:gd name="T3" fmla="*/ 2147483646 h 566"/>
              <a:gd name="T4" fmla="*/ 2147483646 w 567"/>
              <a:gd name="T5" fmla="*/ 2147483646 h 566"/>
              <a:gd name="T6" fmla="*/ 2147483646 w 567"/>
              <a:gd name="T7" fmla="*/ 2147483646 h 566"/>
              <a:gd name="T8" fmla="*/ 2147483646 w 567"/>
              <a:gd name="T9" fmla="*/ 2147483646 h 566"/>
              <a:gd name="T10" fmla="*/ 2147483646 w 567"/>
              <a:gd name="T11" fmla="*/ 2147483646 h 566"/>
              <a:gd name="T12" fmla="*/ 2147483646 w 567"/>
              <a:gd name="T13" fmla="*/ 2147483646 h 566"/>
              <a:gd name="T14" fmla="*/ 2147483646 w 567"/>
              <a:gd name="T15" fmla="*/ 2147483646 h 566"/>
              <a:gd name="T16" fmla="*/ 2147483646 w 567"/>
              <a:gd name="T17" fmla="*/ 2147483646 h 566"/>
              <a:gd name="T18" fmla="*/ 2147483646 w 567"/>
              <a:gd name="T19" fmla="*/ 2147483646 h 566"/>
              <a:gd name="T20" fmla="*/ 2147483646 w 567"/>
              <a:gd name="T21" fmla="*/ 2147483646 h 566"/>
              <a:gd name="T22" fmla="*/ 2147483646 w 567"/>
              <a:gd name="T23" fmla="*/ 2147483646 h 566"/>
              <a:gd name="T24" fmla="*/ 2147483646 w 567"/>
              <a:gd name="T25" fmla="*/ 2147483646 h 566"/>
              <a:gd name="T26" fmla="*/ 0 w 567"/>
              <a:gd name="T27" fmla="*/ 2147483646 h 566"/>
              <a:gd name="T28" fmla="*/ 2147483646 w 567"/>
              <a:gd name="T29" fmla="*/ 2147483646 h 566"/>
              <a:gd name="T30" fmla="*/ 2147483646 w 567"/>
              <a:gd name="T31" fmla="*/ 2147483646 h 566"/>
              <a:gd name="T32" fmla="*/ 0 w 567"/>
              <a:gd name="T33" fmla="*/ 2147483646 h 566"/>
              <a:gd name="T34" fmla="*/ 2147483646 w 567"/>
              <a:gd name="T35" fmla="*/ 2147483646 h 566"/>
              <a:gd name="T36" fmla="*/ 2147483646 w 567"/>
              <a:gd name="T37" fmla="*/ 2147483646 h 566"/>
              <a:gd name="T38" fmla="*/ 0 w 567"/>
              <a:gd name="T39" fmla="*/ 2147483646 h 566"/>
              <a:gd name="T40" fmla="*/ 2147483646 w 567"/>
              <a:gd name="T41" fmla="*/ 2147483646 h 566"/>
              <a:gd name="T42" fmla="*/ 2147483646 w 567"/>
              <a:gd name="T43" fmla="*/ 0 h 566"/>
              <a:gd name="T44" fmla="*/ 2147483646 w 567"/>
              <a:gd name="T45" fmla="*/ 2147483646 h 566"/>
              <a:gd name="T46" fmla="*/ 2147483646 w 567"/>
              <a:gd name="T47" fmla="*/ 2147483646 h 566"/>
              <a:gd name="T48" fmla="*/ 2147483646 w 567"/>
              <a:gd name="T49" fmla="*/ 0 h 566"/>
              <a:gd name="T50" fmla="*/ 2147483646 w 567"/>
              <a:gd name="T51" fmla="*/ 2147483646 h 566"/>
              <a:gd name="T52" fmla="*/ 2147483646 w 567"/>
              <a:gd name="T53" fmla="*/ 2147483646 h 566"/>
              <a:gd name="T54" fmla="*/ 2147483646 w 567"/>
              <a:gd name="T55" fmla="*/ 0 h 566"/>
              <a:gd name="T56" fmla="*/ 2147483646 w 567"/>
              <a:gd name="T57" fmla="*/ 2147483646 h 566"/>
              <a:gd name="T58" fmla="*/ 2147483646 w 567"/>
              <a:gd name="T59" fmla="*/ 2147483646 h 566"/>
              <a:gd name="T60" fmla="*/ 2147483646 w 567"/>
              <a:gd name="T61" fmla="*/ 0 h 566"/>
              <a:gd name="T62" fmla="*/ 2147483646 w 567"/>
              <a:gd name="T63" fmla="*/ 2147483646 h 566"/>
              <a:gd name="T64" fmla="*/ 2147483646 w 567"/>
              <a:gd name="T65" fmla="*/ 2147483646 h 566"/>
              <a:gd name="T66" fmla="*/ 2147483646 w 567"/>
              <a:gd name="T67" fmla="*/ 2147483646 h 566"/>
              <a:gd name="T68" fmla="*/ 2147483646 w 567"/>
              <a:gd name="T69" fmla="*/ 2147483646 h 566"/>
              <a:gd name="T70" fmla="*/ 2147483646 w 567"/>
              <a:gd name="T71" fmla="*/ 2147483646 h 566"/>
              <a:gd name="T72" fmla="*/ 2147483646 w 567"/>
              <a:gd name="T73" fmla="*/ 2147483646 h 566"/>
              <a:gd name="T74" fmla="*/ 2147483646 w 567"/>
              <a:gd name="T75" fmla="*/ 2147483646 h 566"/>
              <a:gd name="T76" fmla="*/ 2147483646 w 567"/>
              <a:gd name="T77" fmla="*/ 2147483646 h 566"/>
              <a:gd name="T78" fmla="*/ 2147483646 w 567"/>
              <a:gd name="T79" fmla="*/ 2147483646 h 566"/>
              <a:gd name="T80" fmla="*/ 2147483646 w 567"/>
              <a:gd name="T81" fmla="*/ 2147483646 h 566"/>
              <a:gd name="T82" fmla="*/ 2147483646 w 567"/>
              <a:gd name="T83" fmla="*/ 2147483646 h 56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567" h="566">
                <a:moveTo>
                  <a:pt x="566" y="452"/>
                </a:moveTo>
                <a:lnTo>
                  <a:pt x="566" y="452"/>
                </a:lnTo>
                <a:cubicBezTo>
                  <a:pt x="566" y="459"/>
                  <a:pt x="559" y="473"/>
                  <a:pt x="544" y="473"/>
                </a:cubicBezTo>
                <a:cubicBezTo>
                  <a:pt x="544" y="509"/>
                  <a:pt x="544" y="509"/>
                  <a:pt x="544" y="509"/>
                </a:cubicBezTo>
                <a:cubicBezTo>
                  <a:pt x="559" y="509"/>
                  <a:pt x="566" y="523"/>
                  <a:pt x="566" y="537"/>
                </a:cubicBezTo>
                <a:cubicBezTo>
                  <a:pt x="566" y="551"/>
                  <a:pt x="551" y="565"/>
                  <a:pt x="537" y="565"/>
                </a:cubicBezTo>
                <a:cubicBezTo>
                  <a:pt x="523" y="565"/>
                  <a:pt x="509" y="558"/>
                  <a:pt x="509" y="544"/>
                </a:cubicBezTo>
                <a:cubicBezTo>
                  <a:pt x="474" y="544"/>
                  <a:pt x="474" y="544"/>
                  <a:pt x="474" y="544"/>
                </a:cubicBezTo>
                <a:cubicBezTo>
                  <a:pt x="474" y="558"/>
                  <a:pt x="460" y="565"/>
                  <a:pt x="453" y="565"/>
                </a:cubicBezTo>
                <a:cubicBezTo>
                  <a:pt x="438" y="565"/>
                  <a:pt x="424" y="558"/>
                  <a:pt x="424" y="544"/>
                </a:cubicBezTo>
                <a:cubicBezTo>
                  <a:pt x="389" y="544"/>
                  <a:pt x="389" y="544"/>
                  <a:pt x="389" y="544"/>
                </a:cubicBezTo>
                <a:cubicBezTo>
                  <a:pt x="389" y="558"/>
                  <a:pt x="375" y="565"/>
                  <a:pt x="368" y="565"/>
                </a:cubicBezTo>
                <a:cubicBezTo>
                  <a:pt x="354" y="565"/>
                  <a:pt x="340" y="558"/>
                  <a:pt x="340" y="544"/>
                </a:cubicBezTo>
                <a:cubicBezTo>
                  <a:pt x="304" y="544"/>
                  <a:pt x="304" y="544"/>
                  <a:pt x="304" y="544"/>
                </a:cubicBezTo>
                <a:cubicBezTo>
                  <a:pt x="304" y="558"/>
                  <a:pt x="290" y="565"/>
                  <a:pt x="283" y="565"/>
                </a:cubicBezTo>
                <a:cubicBezTo>
                  <a:pt x="269" y="565"/>
                  <a:pt x="255" y="558"/>
                  <a:pt x="255" y="544"/>
                </a:cubicBezTo>
                <a:cubicBezTo>
                  <a:pt x="219" y="544"/>
                  <a:pt x="219" y="544"/>
                  <a:pt x="219" y="544"/>
                </a:cubicBezTo>
                <a:cubicBezTo>
                  <a:pt x="219" y="558"/>
                  <a:pt x="205" y="565"/>
                  <a:pt x="198" y="565"/>
                </a:cubicBezTo>
                <a:cubicBezTo>
                  <a:pt x="184" y="565"/>
                  <a:pt x="170" y="558"/>
                  <a:pt x="170" y="544"/>
                </a:cubicBezTo>
                <a:cubicBezTo>
                  <a:pt x="135" y="544"/>
                  <a:pt x="135" y="544"/>
                  <a:pt x="135" y="544"/>
                </a:cubicBezTo>
                <a:cubicBezTo>
                  <a:pt x="135" y="558"/>
                  <a:pt x="120" y="565"/>
                  <a:pt x="113" y="565"/>
                </a:cubicBezTo>
                <a:cubicBezTo>
                  <a:pt x="99" y="565"/>
                  <a:pt x="85" y="558"/>
                  <a:pt x="85" y="544"/>
                </a:cubicBezTo>
                <a:cubicBezTo>
                  <a:pt x="50" y="544"/>
                  <a:pt x="50" y="544"/>
                  <a:pt x="50" y="544"/>
                </a:cubicBezTo>
                <a:cubicBezTo>
                  <a:pt x="50" y="558"/>
                  <a:pt x="36" y="565"/>
                  <a:pt x="29" y="565"/>
                </a:cubicBezTo>
                <a:cubicBezTo>
                  <a:pt x="7" y="565"/>
                  <a:pt x="0" y="551"/>
                  <a:pt x="0" y="537"/>
                </a:cubicBezTo>
                <a:cubicBezTo>
                  <a:pt x="0" y="523"/>
                  <a:pt x="7" y="509"/>
                  <a:pt x="14" y="509"/>
                </a:cubicBezTo>
                <a:cubicBezTo>
                  <a:pt x="14" y="473"/>
                  <a:pt x="14" y="473"/>
                  <a:pt x="14" y="473"/>
                </a:cubicBezTo>
                <a:cubicBezTo>
                  <a:pt x="7" y="473"/>
                  <a:pt x="0" y="459"/>
                  <a:pt x="0" y="452"/>
                </a:cubicBezTo>
                <a:cubicBezTo>
                  <a:pt x="0" y="438"/>
                  <a:pt x="7" y="424"/>
                  <a:pt x="14" y="424"/>
                </a:cubicBezTo>
                <a:cubicBezTo>
                  <a:pt x="14" y="388"/>
                  <a:pt x="14" y="388"/>
                  <a:pt x="14" y="388"/>
                </a:cubicBezTo>
                <a:cubicBezTo>
                  <a:pt x="7" y="388"/>
                  <a:pt x="0" y="374"/>
                  <a:pt x="0" y="367"/>
                </a:cubicBezTo>
                <a:cubicBezTo>
                  <a:pt x="0" y="353"/>
                  <a:pt x="7" y="339"/>
                  <a:pt x="14" y="339"/>
                </a:cubicBezTo>
                <a:cubicBezTo>
                  <a:pt x="14" y="304"/>
                  <a:pt x="14" y="304"/>
                  <a:pt x="14" y="304"/>
                </a:cubicBezTo>
                <a:cubicBezTo>
                  <a:pt x="7" y="304"/>
                  <a:pt x="0" y="289"/>
                  <a:pt x="0" y="282"/>
                </a:cubicBezTo>
                <a:cubicBezTo>
                  <a:pt x="0" y="268"/>
                  <a:pt x="7" y="254"/>
                  <a:pt x="14" y="254"/>
                </a:cubicBezTo>
                <a:cubicBezTo>
                  <a:pt x="14" y="219"/>
                  <a:pt x="14" y="219"/>
                  <a:pt x="14" y="219"/>
                </a:cubicBezTo>
                <a:cubicBezTo>
                  <a:pt x="7" y="219"/>
                  <a:pt x="0" y="205"/>
                  <a:pt x="0" y="198"/>
                </a:cubicBezTo>
                <a:cubicBezTo>
                  <a:pt x="0" y="183"/>
                  <a:pt x="7" y="169"/>
                  <a:pt x="14" y="169"/>
                </a:cubicBezTo>
                <a:cubicBezTo>
                  <a:pt x="14" y="134"/>
                  <a:pt x="14" y="134"/>
                  <a:pt x="14" y="134"/>
                </a:cubicBezTo>
                <a:cubicBezTo>
                  <a:pt x="7" y="134"/>
                  <a:pt x="0" y="120"/>
                  <a:pt x="0" y="113"/>
                </a:cubicBezTo>
                <a:cubicBezTo>
                  <a:pt x="0" y="98"/>
                  <a:pt x="7" y="84"/>
                  <a:pt x="14" y="84"/>
                </a:cubicBezTo>
                <a:cubicBezTo>
                  <a:pt x="14" y="49"/>
                  <a:pt x="14" y="49"/>
                  <a:pt x="14" y="49"/>
                </a:cubicBezTo>
                <a:cubicBezTo>
                  <a:pt x="7" y="49"/>
                  <a:pt x="0" y="35"/>
                  <a:pt x="0" y="28"/>
                </a:cubicBezTo>
                <a:cubicBezTo>
                  <a:pt x="0" y="7"/>
                  <a:pt x="7" y="0"/>
                  <a:pt x="29" y="0"/>
                </a:cubicBezTo>
                <a:cubicBezTo>
                  <a:pt x="36" y="0"/>
                  <a:pt x="50" y="7"/>
                  <a:pt x="50" y="14"/>
                </a:cubicBezTo>
                <a:cubicBezTo>
                  <a:pt x="85" y="14"/>
                  <a:pt x="85" y="14"/>
                  <a:pt x="85" y="14"/>
                </a:cubicBezTo>
                <a:cubicBezTo>
                  <a:pt x="85" y="7"/>
                  <a:pt x="99" y="0"/>
                  <a:pt x="113" y="0"/>
                </a:cubicBezTo>
                <a:cubicBezTo>
                  <a:pt x="120" y="0"/>
                  <a:pt x="135" y="7"/>
                  <a:pt x="135" y="14"/>
                </a:cubicBezTo>
                <a:cubicBezTo>
                  <a:pt x="170" y="14"/>
                  <a:pt x="170" y="14"/>
                  <a:pt x="170" y="14"/>
                </a:cubicBezTo>
                <a:cubicBezTo>
                  <a:pt x="170" y="7"/>
                  <a:pt x="184" y="0"/>
                  <a:pt x="198" y="0"/>
                </a:cubicBezTo>
                <a:cubicBezTo>
                  <a:pt x="205" y="0"/>
                  <a:pt x="219" y="7"/>
                  <a:pt x="219" y="14"/>
                </a:cubicBezTo>
                <a:cubicBezTo>
                  <a:pt x="255" y="14"/>
                  <a:pt x="255" y="14"/>
                  <a:pt x="255" y="14"/>
                </a:cubicBezTo>
                <a:cubicBezTo>
                  <a:pt x="255" y="7"/>
                  <a:pt x="269" y="0"/>
                  <a:pt x="283" y="0"/>
                </a:cubicBezTo>
                <a:cubicBezTo>
                  <a:pt x="290" y="0"/>
                  <a:pt x="304" y="7"/>
                  <a:pt x="304" y="14"/>
                </a:cubicBezTo>
                <a:cubicBezTo>
                  <a:pt x="340" y="14"/>
                  <a:pt x="340" y="14"/>
                  <a:pt x="340" y="14"/>
                </a:cubicBezTo>
                <a:cubicBezTo>
                  <a:pt x="340" y="7"/>
                  <a:pt x="354" y="0"/>
                  <a:pt x="368" y="0"/>
                </a:cubicBezTo>
                <a:cubicBezTo>
                  <a:pt x="375" y="0"/>
                  <a:pt x="389" y="7"/>
                  <a:pt x="389" y="14"/>
                </a:cubicBezTo>
                <a:cubicBezTo>
                  <a:pt x="424" y="14"/>
                  <a:pt x="424" y="14"/>
                  <a:pt x="424" y="14"/>
                </a:cubicBezTo>
                <a:cubicBezTo>
                  <a:pt x="424" y="7"/>
                  <a:pt x="438" y="0"/>
                  <a:pt x="453" y="0"/>
                </a:cubicBezTo>
                <a:cubicBezTo>
                  <a:pt x="460" y="0"/>
                  <a:pt x="474" y="7"/>
                  <a:pt x="474" y="14"/>
                </a:cubicBezTo>
                <a:cubicBezTo>
                  <a:pt x="509" y="14"/>
                  <a:pt x="509" y="14"/>
                  <a:pt x="509" y="14"/>
                </a:cubicBezTo>
                <a:cubicBezTo>
                  <a:pt x="509" y="7"/>
                  <a:pt x="523" y="0"/>
                  <a:pt x="537" y="0"/>
                </a:cubicBezTo>
                <a:cubicBezTo>
                  <a:pt x="551" y="0"/>
                  <a:pt x="566" y="7"/>
                  <a:pt x="566" y="28"/>
                </a:cubicBezTo>
                <a:cubicBezTo>
                  <a:pt x="566" y="35"/>
                  <a:pt x="559" y="49"/>
                  <a:pt x="544" y="49"/>
                </a:cubicBezTo>
                <a:cubicBezTo>
                  <a:pt x="544" y="84"/>
                  <a:pt x="544" y="84"/>
                  <a:pt x="544" y="84"/>
                </a:cubicBezTo>
                <a:cubicBezTo>
                  <a:pt x="559" y="84"/>
                  <a:pt x="566" y="98"/>
                  <a:pt x="566" y="113"/>
                </a:cubicBezTo>
                <a:cubicBezTo>
                  <a:pt x="566" y="120"/>
                  <a:pt x="559" y="134"/>
                  <a:pt x="544" y="134"/>
                </a:cubicBezTo>
                <a:cubicBezTo>
                  <a:pt x="544" y="169"/>
                  <a:pt x="544" y="169"/>
                  <a:pt x="544" y="169"/>
                </a:cubicBezTo>
                <a:cubicBezTo>
                  <a:pt x="559" y="169"/>
                  <a:pt x="566" y="183"/>
                  <a:pt x="566" y="198"/>
                </a:cubicBezTo>
                <a:cubicBezTo>
                  <a:pt x="566" y="205"/>
                  <a:pt x="559" y="219"/>
                  <a:pt x="544" y="219"/>
                </a:cubicBezTo>
                <a:cubicBezTo>
                  <a:pt x="544" y="254"/>
                  <a:pt x="544" y="254"/>
                  <a:pt x="544" y="254"/>
                </a:cubicBezTo>
                <a:cubicBezTo>
                  <a:pt x="559" y="254"/>
                  <a:pt x="566" y="268"/>
                  <a:pt x="566" y="282"/>
                </a:cubicBezTo>
                <a:cubicBezTo>
                  <a:pt x="566" y="289"/>
                  <a:pt x="559" y="304"/>
                  <a:pt x="544" y="304"/>
                </a:cubicBezTo>
                <a:cubicBezTo>
                  <a:pt x="544" y="339"/>
                  <a:pt x="544" y="339"/>
                  <a:pt x="544" y="339"/>
                </a:cubicBezTo>
                <a:cubicBezTo>
                  <a:pt x="559" y="339"/>
                  <a:pt x="566" y="353"/>
                  <a:pt x="566" y="367"/>
                </a:cubicBezTo>
                <a:cubicBezTo>
                  <a:pt x="566" y="374"/>
                  <a:pt x="559" y="388"/>
                  <a:pt x="544" y="388"/>
                </a:cubicBezTo>
                <a:cubicBezTo>
                  <a:pt x="544" y="424"/>
                  <a:pt x="544" y="424"/>
                  <a:pt x="544" y="424"/>
                </a:cubicBezTo>
                <a:cubicBezTo>
                  <a:pt x="559" y="424"/>
                  <a:pt x="566" y="438"/>
                  <a:pt x="566" y="452"/>
                </a:cubicBezTo>
                <a:close/>
                <a:moveTo>
                  <a:pt x="488" y="70"/>
                </a:moveTo>
                <a:lnTo>
                  <a:pt x="488" y="70"/>
                </a:lnTo>
                <a:cubicBezTo>
                  <a:pt x="71" y="70"/>
                  <a:pt x="71" y="70"/>
                  <a:pt x="71" y="70"/>
                </a:cubicBezTo>
                <a:cubicBezTo>
                  <a:pt x="71" y="487"/>
                  <a:pt x="71" y="487"/>
                  <a:pt x="71" y="487"/>
                </a:cubicBezTo>
                <a:cubicBezTo>
                  <a:pt x="488" y="487"/>
                  <a:pt x="488" y="487"/>
                  <a:pt x="488" y="487"/>
                </a:cubicBezTo>
                <a:lnTo>
                  <a:pt x="488" y="7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8" name="Freeform 109">
            <a:extLst>
              <a:ext uri="{FF2B5EF4-FFF2-40B4-BE49-F238E27FC236}">
                <a16:creationId xmlns:a16="http://schemas.microsoft.com/office/drawing/2014/main" id="{BEDA8116-D65B-E46D-2591-207336DDE29D}"/>
              </a:ext>
            </a:extLst>
          </p:cNvPr>
          <p:cNvSpPr>
            <a:spLocks noChangeArrowheads="1"/>
          </p:cNvSpPr>
          <p:nvPr/>
        </p:nvSpPr>
        <p:spPr bwMode="auto">
          <a:xfrm>
            <a:off x="11100452" y="1691485"/>
            <a:ext cx="549657" cy="549657"/>
          </a:xfrm>
          <a:custGeom>
            <a:avLst/>
            <a:gdLst>
              <a:gd name="T0" fmla="*/ 2147483646 w 602"/>
              <a:gd name="T1" fmla="*/ 2147483646 h 602"/>
              <a:gd name="T2" fmla="*/ 2147483646 w 602"/>
              <a:gd name="T3" fmla="*/ 2147483646 h 602"/>
              <a:gd name="T4" fmla="*/ 2147483646 w 602"/>
              <a:gd name="T5" fmla="*/ 2147483646 h 602"/>
              <a:gd name="T6" fmla="*/ 2147483646 w 602"/>
              <a:gd name="T7" fmla="*/ 2147483646 h 602"/>
              <a:gd name="T8" fmla="*/ 2147483646 w 602"/>
              <a:gd name="T9" fmla="*/ 2147483646 h 602"/>
              <a:gd name="T10" fmla="*/ 2147483646 w 602"/>
              <a:gd name="T11" fmla="*/ 2147483646 h 602"/>
              <a:gd name="T12" fmla="*/ 0 w 602"/>
              <a:gd name="T13" fmla="*/ 2147483646 h 602"/>
              <a:gd name="T14" fmla="*/ 2147483646 w 602"/>
              <a:gd name="T15" fmla="*/ 0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02" h="602">
                <a:moveTo>
                  <a:pt x="601" y="544"/>
                </a:moveTo>
                <a:lnTo>
                  <a:pt x="601" y="544"/>
                </a:lnTo>
                <a:cubicBezTo>
                  <a:pt x="601" y="573"/>
                  <a:pt x="573" y="601"/>
                  <a:pt x="544" y="601"/>
                </a:cubicBezTo>
                <a:cubicBezTo>
                  <a:pt x="530" y="601"/>
                  <a:pt x="516" y="594"/>
                  <a:pt x="502" y="587"/>
                </a:cubicBezTo>
                <a:cubicBezTo>
                  <a:pt x="339" y="417"/>
                  <a:pt x="339" y="417"/>
                  <a:pt x="339" y="417"/>
                </a:cubicBezTo>
                <a:cubicBezTo>
                  <a:pt x="304" y="438"/>
                  <a:pt x="269" y="453"/>
                  <a:pt x="226" y="453"/>
                </a:cubicBezTo>
                <a:cubicBezTo>
                  <a:pt x="99" y="453"/>
                  <a:pt x="0" y="347"/>
                  <a:pt x="0" y="226"/>
                </a:cubicBezTo>
                <a:cubicBezTo>
                  <a:pt x="0" y="99"/>
                  <a:pt x="99" y="0"/>
                  <a:pt x="226" y="0"/>
                </a:cubicBezTo>
                <a:cubicBezTo>
                  <a:pt x="346" y="0"/>
                  <a:pt x="452" y="99"/>
                  <a:pt x="452" y="226"/>
                </a:cubicBezTo>
                <a:cubicBezTo>
                  <a:pt x="452" y="269"/>
                  <a:pt x="438" y="304"/>
                  <a:pt x="417" y="340"/>
                </a:cubicBezTo>
                <a:cubicBezTo>
                  <a:pt x="587" y="502"/>
                  <a:pt x="587" y="502"/>
                  <a:pt x="587" y="502"/>
                </a:cubicBezTo>
                <a:cubicBezTo>
                  <a:pt x="594" y="516"/>
                  <a:pt x="601" y="530"/>
                  <a:pt x="601" y="544"/>
                </a:cubicBezTo>
                <a:close/>
                <a:moveTo>
                  <a:pt x="226" y="57"/>
                </a:moveTo>
                <a:lnTo>
                  <a:pt x="226" y="57"/>
                </a:lnTo>
                <a:cubicBezTo>
                  <a:pt x="127" y="57"/>
                  <a:pt x="57" y="127"/>
                  <a:pt x="57" y="226"/>
                </a:cubicBezTo>
                <a:cubicBezTo>
                  <a:pt x="57" y="318"/>
                  <a:pt x="127" y="396"/>
                  <a:pt x="226" y="396"/>
                </a:cubicBezTo>
                <a:cubicBezTo>
                  <a:pt x="318" y="396"/>
                  <a:pt x="396" y="318"/>
                  <a:pt x="396" y="226"/>
                </a:cubicBezTo>
                <a:cubicBezTo>
                  <a:pt x="396" y="127"/>
                  <a:pt x="318" y="57"/>
                  <a:pt x="226" y="57"/>
                </a:cubicBezTo>
                <a:close/>
                <a:moveTo>
                  <a:pt x="318" y="255"/>
                </a:moveTo>
                <a:lnTo>
                  <a:pt x="318" y="255"/>
                </a:lnTo>
                <a:cubicBezTo>
                  <a:pt x="127" y="255"/>
                  <a:pt x="127" y="255"/>
                  <a:pt x="127" y="255"/>
                </a:cubicBezTo>
                <a:cubicBezTo>
                  <a:pt x="113" y="255"/>
                  <a:pt x="99" y="241"/>
                  <a:pt x="99" y="226"/>
                </a:cubicBezTo>
                <a:cubicBezTo>
                  <a:pt x="99" y="205"/>
                  <a:pt x="113" y="198"/>
                  <a:pt x="127" y="198"/>
                </a:cubicBezTo>
                <a:cubicBezTo>
                  <a:pt x="318" y="198"/>
                  <a:pt x="318" y="198"/>
                  <a:pt x="318" y="198"/>
                </a:cubicBezTo>
                <a:cubicBezTo>
                  <a:pt x="332" y="198"/>
                  <a:pt x="346" y="205"/>
                  <a:pt x="346" y="226"/>
                </a:cubicBezTo>
                <a:cubicBezTo>
                  <a:pt x="346" y="241"/>
                  <a:pt x="332" y="255"/>
                  <a:pt x="318" y="25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49" name="Freeform 110">
            <a:extLst>
              <a:ext uri="{FF2B5EF4-FFF2-40B4-BE49-F238E27FC236}">
                <a16:creationId xmlns:a16="http://schemas.microsoft.com/office/drawing/2014/main" id="{7E474CA5-4270-72B5-33C5-342489D854AA}"/>
              </a:ext>
            </a:extLst>
          </p:cNvPr>
          <p:cNvSpPr>
            <a:spLocks noChangeArrowheads="1"/>
          </p:cNvSpPr>
          <p:nvPr/>
        </p:nvSpPr>
        <p:spPr bwMode="auto">
          <a:xfrm>
            <a:off x="10133540" y="1691485"/>
            <a:ext cx="553668" cy="549657"/>
          </a:xfrm>
          <a:custGeom>
            <a:avLst/>
            <a:gdLst>
              <a:gd name="T0" fmla="*/ 2147483646 w 609"/>
              <a:gd name="T1" fmla="*/ 2147483646 h 602"/>
              <a:gd name="T2" fmla="*/ 2147483646 w 609"/>
              <a:gd name="T3" fmla="*/ 2147483646 h 602"/>
              <a:gd name="T4" fmla="*/ 2147483646 w 609"/>
              <a:gd name="T5" fmla="*/ 2147483646 h 602"/>
              <a:gd name="T6" fmla="*/ 2147483646 w 609"/>
              <a:gd name="T7" fmla="*/ 2147483646 h 602"/>
              <a:gd name="T8" fmla="*/ 2147483646 w 609"/>
              <a:gd name="T9" fmla="*/ 2147483646 h 602"/>
              <a:gd name="T10" fmla="*/ 2147483646 w 609"/>
              <a:gd name="T11" fmla="*/ 2147483646 h 602"/>
              <a:gd name="T12" fmla="*/ 0 w 609"/>
              <a:gd name="T13" fmla="*/ 2147483646 h 602"/>
              <a:gd name="T14" fmla="*/ 2147483646 w 609"/>
              <a:gd name="T15" fmla="*/ 0 h 602"/>
              <a:gd name="T16" fmla="*/ 2147483646 w 609"/>
              <a:gd name="T17" fmla="*/ 2147483646 h 602"/>
              <a:gd name="T18" fmla="*/ 2147483646 w 609"/>
              <a:gd name="T19" fmla="*/ 2147483646 h 602"/>
              <a:gd name="T20" fmla="*/ 2147483646 w 609"/>
              <a:gd name="T21" fmla="*/ 2147483646 h 602"/>
              <a:gd name="T22" fmla="*/ 2147483646 w 609"/>
              <a:gd name="T23" fmla="*/ 2147483646 h 602"/>
              <a:gd name="T24" fmla="*/ 2147483646 w 609"/>
              <a:gd name="T25" fmla="*/ 2147483646 h 602"/>
              <a:gd name="T26" fmla="*/ 2147483646 w 609"/>
              <a:gd name="T27" fmla="*/ 2147483646 h 602"/>
              <a:gd name="T28" fmla="*/ 2147483646 w 609"/>
              <a:gd name="T29" fmla="*/ 2147483646 h 602"/>
              <a:gd name="T30" fmla="*/ 2147483646 w 609"/>
              <a:gd name="T31" fmla="*/ 2147483646 h 602"/>
              <a:gd name="T32" fmla="*/ 2147483646 w 609"/>
              <a:gd name="T33" fmla="*/ 2147483646 h 602"/>
              <a:gd name="T34" fmla="*/ 2147483646 w 609"/>
              <a:gd name="T35" fmla="*/ 2147483646 h 602"/>
              <a:gd name="T36" fmla="*/ 2147483646 w 609"/>
              <a:gd name="T37" fmla="*/ 2147483646 h 602"/>
              <a:gd name="T38" fmla="*/ 2147483646 w 609"/>
              <a:gd name="T39" fmla="*/ 2147483646 h 602"/>
              <a:gd name="T40" fmla="*/ 2147483646 w 609"/>
              <a:gd name="T41" fmla="*/ 2147483646 h 602"/>
              <a:gd name="T42" fmla="*/ 2147483646 w 609"/>
              <a:gd name="T43" fmla="*/ 2147483646 h 602"/>
              <a:gd name="T44" fmla="*/ 2147483646 w 609"/>
              <a:gd name="T45" fmla="*/ 2147483646 h 602"/>
              <a:gd name="T46" fmla="*/ 2147483646 w 609"/>
              <a:gd name="T47" fmla="*/ 2147483646 h 602"/>
              <a:gd name="T48" fmla="*/ 2147483646 w 609"/>
              <a:gd name="T49" fmla="*/ 2147483646 h 602"/>
              <a:gd name="T50" fmla="*/ 2147483646 w 609"/>
              <a:gd name="T51" fmla="*/ 2147483646 h 602"/>
              <a:gd name="T52" fmla="*/ 2147483646 w 609"/>
              <a:gd name="T53" fmla="*/ 2147483646 h 602"/>
              <a:gd name="T54" fmla="*/ 2147483646 w 609"/>
              <a:gd name="T55" fmla="*/ 2147483646 h 602"/>
              <a:gd name="T56" fmla="*/ 2147483646 w 609"/>
              <a:gd name="T57" fmla="*/ 2147483646 h 602"/>
              <a:gd name="T58" fmla="*/ 2147483646 w 609"/>
              <a:gd name="T59" fmla="*/ 2147483646 h 602"/>
              <a:gd name="T60" fmla="*/ 2147483646 w 609"/>
              <a:gd name="T61" fmla="*/ 2147483646 h 602"/>
              <a:gd name="T62" fmla="*/ 2147483646 w 609"/>
              <a:gd name="T63" fmla="*/ 2147483646 h 602"/>
              <a:gd name="T64" fmla="*/ 2147483646 w 609"/>
              <a:gd name="T65" fmla="*/ 2147483646 h 602"/>
              <a:gd name="T66" fmla="*/ 2147483646 w 609"/>
              <a:gd name="T67" fmla="*/ 2147483646 h 602"/>
              <a:gd name="T68" fmla="*/ 2147483646 w 609"/>
              <a:gd name="T69" fmla="*/ 2147483646 h 602"/>
              <a:gd name="T70" fmla="*/ 2147483646 w 609"/>
              <a:gd name="T71" fmla="*/ 2147483646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0" name="Freeform 111">
            <a:extLst>
              <a:ext uri="{FF2B5EF4-FFF2-40B4-BE49-F238E27FC236}">
                <a16:creationId xmlns:a16="http://schemas.microsoft.com/office/drawing/2014/main" id="{B96362C9-C085-BA6E-66F3-F5B604704CA5}"/>
              </a:ext>
            </a:extLst>
          </p:cNvPr>
          <p:cNvSpPr>
            <a:spLocks noChangeArrowheads="1"/>
          </p:cNvSpPr>
          <p:nvPr/>
        </p:nvSpPr>
        <p:spPr bwMode="auto">
          <a:xfrm>
            <a:off x="9178663" y="1691485"/>
            <a:ext cx="549655" cy="549657"/>
          </a:xfrm>
          <a:custGeom>
            <a:avLst/>
            <a:gdLst>
              <a:gd name="T0" fmla="*/ 2147483646 w 602"/>
              <a:gd name="T1" fmla="*/ 2147483646 h 602"/>
              <a:gd name="T2" fmla="*/ 2147483646 w 602"/>
              <a:gd name="T3" fmla="*/ 2147483646 h 602"/>
              <a:gd name="T4" fmla="*/ 2147483646 w 602"/>
              <a:gd name="T5" fmla="*/ 2147483646 h 602"/>
              <a:gd name="T6" fmla="*/ 2147483646 w 602"/>
              <a:gd name="T7" fmla="*/ 2147483646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0 w 602"/>
              <a:gd name="T17" fmla="*/ 2147483646 h 602"/>
              <a:gd name="T18" fmla="*/ 2147483646 w 602"/>
              <a:gd name="T19" fmla="*/ 0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02" h="602">
                <a:moveTo>
                  <a:pt x="586" y="502"/>
                </a:moveTo>
                <a:lnTo>
                  <a:pt x="586" y="502"/>
                </a:lnTo>
                <a:cubicBezTo>
                  <a:pt x="594" y="516"/>
                  <a:pt x="601" y="530"/>
                  <a:pt x="601" y="544"/>
                </a:cubicBezTo>
                <a:cubicBezTo>
                  <a:pt x="601" y="573"/>
                  <a:pt x="579" y="601"/>
                  <a:pt x="544" y="601"/>
                </a:cubicBezTo>
                <a:cubicBezTo>
                  <a:pt x="530" y="601"/>
                  <a:pt x="516" y="594"/>
                  <a:pt x="509" y="587"/>
                </a:cubicBezTo>
                <a:cubicBezTo>
                  <a:pt x="339" y="417"/>
                  <a:pt x="339" y="417"/>
                  <a:pt x="339" y="417"/>
                </a:cubicBezTo>
                <a:cubicBezTo>
                  <a:pt x="304" y="438"/>
                  <a:pt x="269" y="453"/>
                  <a:pt x="226" y="453"/>
                </a:cubicBezTo>
                <a:cubicBezTo>
                  <a:pt x="99" y="453"/>
                  <a:pt x="0" y="347"/>
                  <a:pt x="0" y="226"/>
                </a:cubicBezTo>
                <a:cubicBezTo>
                  <a:pt x="0" y="99"/>
                  <a:pt x="99" y="0"/>
                  <a:pt x="226" y="0"/>
                </a:cubicBezTo>
                <a:cubicBezTo>
                  <a:pt x="353" y="0"/>
                  <a:pt x="452" y="99"/>
                  <a:pt x="452" y="226"/>
                </a:cubicBezTo>
                <a:cubicBezTo>
                  <a:pt x="452" y="269"/>
                  <a:pt x="438" y="304"/>
                  <a:pt x="424" y="340"/>
                </a:cubicBezTo>
                <a:cubicBezTo>
                  <a:pt x="586" y="502"/>
                  <a:pt x="586" y="502"/>
                  <a:pt x="586" y="502"/>
                </a:cubicBezTo>
                <a:close/>
                <a:moveTo>
                  <a:pt x="226" y="57"/>
                </a:moveTo>
                <a:lnTo>
                  <a:pt x="226" y="57"/>
                </a:lnTo>
                <a:cubicBezTo>
                  <a:pt x="134" y="57"/>
                  <a:pt x="56" y="127"/>
                  <a:pt x="56" y="226"/>
                </a:cubicBezTo>
                <a:cubicBezTo>
                  <a:pt x="56" y="318"/>
                  <a:pt x="134" y="396"/>
                  <a:pt x="226" y="396"/>
                </a:cubicBezTo>
                <a:cubicBezTo>
                  <a:pt x="318" y="396"/>
                  <a:pt x="396" y="318"/>
                  <a:pt x="396" y="226"/>
                </a:cubicBezTo>
                <a:cubicBezTo>
                  <a:pt x="396" y="127"/>
                  <a:pt x="318" y="57"/>
                  <a:pt x="226" y="5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1" name="Freeform 112">
            <a:extLst>
              <a:ext uri="{FF2B5EF4-FFF2-40B4-BE49-F238E27FC236}">
                <a16:creationId xmlns:a16="http://schemas.microsoft.com/office/drawing/2014/main" id="{111641E3-4899-B4C7-0F3D-07586591F172}"/>
              </a:ext>
            </a:extLst>
          </p:cNvPr>
          <p:cNvSpPr>
            <a:spLocks noChangeArrowheads="1"/>
          </p:cNvSpPr>
          <p:nvPr/>
        </p:nvSpPr>
        <p:spPr bwMode="auto">
          <a:xfrm>
            <a:off x="8219772" y="1691485"/>
            <a:ext cx="545644" cy="549657"/>
          </a:xfrm>
          <a:custGeom>
            <a:avLst/>
            <a:gdLst>
              <a:gd name="T0" fmla="*/ 2147483646 w 601"/>
              <a:gd name="T1" fmla="*/ 2147483646 h 602"/>
              <a:gd name="T2" fmla="*/ 2147483646 w 601"/>
              <a:gd name="T3" fmla="*/ 2147483646 h 602"/>
              <a:gd name="T4" fmla="*/ 0 w 601"/>
              <a:gd name="T5" fmla="*/ 2147483646 h 602"/>
              <a:gd name="T6" fmla="*/ 2147483646 w 601"/>
              <a:gd name="T7" fmla="*/ 0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2147483646 w 601"/>
              <a:gd name="T23" fmla="*/ 2147483646 h 602"/>
              <a:gd name="T24" fmla="*/ 2147483646 w 601"/>
              <a:gd name="T25" fmla="*/ 2147483646 h 602"/>
              <a:gd name="T26" fmla="*/ 2147483646 w 601"/>
              <a:gd name="T27" fmla="*/ 2147483646 h 602"/>
              <a:gd name="T28" fmla="*/ 2147483646 w 601"/>
              <a:gd name="T29" fmla="*/ 2147483646 h 602"/>
              <a:gd name="T30" fmla="*/ 2147483646 w 601"/>
              <a:gd name="T31" fmla="*/ 2147483646 h 602"/>
              <a:gd name="T32" fmla="*/ 2147483646 w 601"/>
              <a:gd name="T33" fmla="*/ 2147483646 h 602"/>
              <a:gd name="T34" fmla="*/ 2147483646 w 601"/>
              <a:gd name="T35" fmla="*/ 2147483646 h 602"/>
              <a:gd name="T36" fmla="*/ 2147483646 w 601"/>
              <a:gd name="T37" fmla="*/ 2147483646 h 602"/>
              <a:gd name="T38" fmla="*/ 2147483646 w 601"/>
              <a:gd name="T39" fmla="*/ 2147483646 h 602"/>
              <a:gd name="T40" fmla="*/ 2147483646 w 601"/>
              <a:gd name="T41" fmla="*/ 2147483646 h 602"/>
              <a:gd name="T42" fmla="*/ 2147483646 w 601"/>
              <a:gd name="T43" fmla="*/ 2147483646 h 602"/>
              <a:gd name="T44" fmla="*/ 2147483646 w 601"/>
              <a:gd name="T45" fmla="*/ 2147483646 h 602"/>
              <a:gd name="T46" fmla="*/ 2147483646 w 601"/>
              <a:gd name="T47" fmla="*/ 2147483646 h 602"/>
              <a:gd name="T48" fmla="*/ 2147483646 w 601"/>
              <a:gd name="T49" fmla="*/ 2147483646 h 602"/>
              <a:gd name="T50" fmla="*/ 2147483646 w 601"/>
              <a:gd name="T51" fmla="*/ 2147483646 h 602"/>
              <a:gd name="T52" fmla="*/ 2147483646 w 601"/>
              <a:gd name="T53" fmla="*/ 2147483646 h 602"/>
              <a:gd name="T54" fmla="*/ 2147483646 w 601"/>
              <a:gd name="T55" fmla="*/ 2147483646 h 602"/>
              <a:gd name="T56" fmla="*/ 2147483646 w 601"/>
              <a:gd name="T57" fmla="*/ 2147483646 h 602"/>
              <a:gd name="T58" fmla="*/ 2147483646 w 601"/>
              <a:gd name="T59" fmla="*/ 2147483646 h 602"/>
              <a:gd name="T60" fmla="*/ 2147483646 w 601"/>
              <a:gd name="T61" fmla="*/ 2147483646 h 602"/>
              <a:gd name="T62" fmla="*/ 2147483646 w 601"/>
              <a:gd name="T63" fmla="*/ 2147483646 h 602"/>
              <a:gd name="T64" fmla="*/ 2147483646 w 601"/>
              <a:gd name="T65" fmla="*/ 2147483646 h 602"/>
              <a:gd name="T66" fmla="*/ 2147483646 w 601"/>
              <a:gd name="T67" fmla="*/ 2147483646 h 602"/>
              <a:gd name="T68" fmla="*/ 2147483646 w 601"/>
              <a:gd name="T69" fmla="*/ 2147483646 h 602"/>
              <a:gd name="T70" fmla="*/ 2147483646 w 601"/>
              <a:gd name="T71" fmla="*/ 2147483646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1" h="602">
                <a:moveTo>
                  <a:pt x="297" y="601"/>
                </a:moveTo>
                <a:lnTo>
                  <a:pt x="297" y="601"/>
                </a:lnTo>
                <a:cubicBezTo>
                  <a:pt x="134" y="601"/>
                  <a:pt x="0" y="467"/>
                  <a:pt x="0" y="297"/>
                </a:cubicBezTo>
                <a:cubicBezTo>
                  <a:pt x="0" y="135"/>
                  <a:pt x="134" y="0"/>
                  <a:pt x="297" y="0"/>
                </a:cubicBezTo>
                <a:cubicBezTo>
                  <a:pt x="466" y="0"/>
                  <a:pt x="600" y="135"/>
                  <a:pt x="600" y="297"/>
                </a:cubicBezTo>
                <a:cubicBezTo>
                  <a:pt x="600" y="467"/>
                  <a:pt x="466" y="601"/>
                  <a:pt x="297" y="601"/>
                </a:cubicBezTo>
                <a:close/>
                <a:moveTo>
                  <a:pt x="297" y="57"/>
                </a:moveTo>
                <a:lnTo>
                  <a:pt x="297" y="57"/>
                </a:lnTo>
                <a:cubicBezTo>
                  <a:pt x="162" y="57"/>
                  <a:pt x="56" y="163"/>
                  <a:pt x="56" y="297"/>
                </a:cubicBezTo>
                <a:cubicBezTo>
                  <a:pt x="56" y="431"/>
                  <a:pt x="162" y="544"/>
                  <a:pt x="297" y="544"/>
                </a:cubicBezTo>
                <a:cubicBezTo>
                  <a:pt x="431" y="544"/>
                  <a:pt x="544" y="431"/>
                  <a:pt x="544" y="297"/>
                </a:cubicBezTo>
                <a:cubicBezTo>
                  <a:pt x="544" y="163"/>
                  <a:pt x="431" y="57"/>
                  <a:pt x="297" y="57"/>
                </a:cubicBezTo>
                <a:close/>
                <a:moveTo>
                  <a:pt x="438" y="318"/>
                </a:moveTo>
                <a:lnTo>
                  <a:pt x="438" y="318"/>
                </a:lnTo>
                <a:cubicBezTo>
                  <a:pt x="346" y="403"/>
                  <a:pt x="346" y="403"/>
                  <a:pt x="346" y="403"/>
                </a:cubicBezTo>
                <a:cubicBezTo>
                  <a:pt x="339" y="410"/>
                  <a:pt x="332" y="410"/>
                  <a:pt x="325" y="410"/>
                </a:cubicBezTo>
                <a:cubicBezTo>
                  <a:pt x="311" y="410"/>
                  <a:pt x="297" y="403"/>
                  <a:pt x="297" y="382"/>
                </a:cubicBezTo>
                <a:cubicBezTo>
                  <a:pt x="297" y="375"/>
                  <a:pt x="304" y="368"/>
                  <a:pt x="311" y="361"/>
                </a:cubicBezTo>
                <a:cubicBezTo>
                  <a:pt x="346" y="325"/>
                  <a:pt x="346" y="325"/>
                  <a:pt x="346" y="325"/>
                </a:cubicBezTo>
                <a:cubicBezTo>
                  <a:pt x="176" y="325"/>
                  <a:pt x="176" y="325"/>
                  <a:pt x="176" y="325"/>
                </a:cubicBezTo>
                <a:cubicBezTo>
                  <a:pt x="162" y="325"/>
                  <a:pt x="148" y="318"/>
                  <a:pt x="148" y="297"/>
                </a:cubicBezTo>
                <a:cubicBezTo>
                  <a:pt x="148" y="283"/>
                  <a:pt x="162" y="269"/>
                  <a:pt x="176" y="269"/>
                </a:cubicBezTo>
                <a:cubicBezTo>
                  <a:pt x="346" y="269"/>
                  <a:pt x="346" y="269"/>
                  <a:pt x="346" y="269"/>
                </a:cubicBezTo>
                <a:cubicBezTo>
                  <a:pt x="311" y="234"/>
                  <a:pt x="311" y="234"/>
                  <a:pt x="311" y="234"/>
                </a:cubicBezTo>
                <a:cubicBezTo>
                  <a:pt x="304" y="234"/>
                  <a:pt x="297" y="226"/>
                  <a:pt x="297" y="212"/>
                </a:cubicBezTo>
                <a:cubicBezTo>
                  <a:pt x="297" y="198"/>
                  <a:pt x="311" y="184"/>
                  <a:pt x="325" y="184"/>
                </a:cubicBezTo>
                <a:cubicBezTo>
                  <a:pt x="332" y="184"/>
                  <a:pt x="339" y="191"/>
                  <a:pt x="346" y="191"/>
                </a:cubicBezTo>
                <a:cubicBezTo>
                  <a:pt x="438" y="276"/>
                  <a:pt x="438" y="276"/>
                  <a:pt x="438" y="276"/>
                </a:cubicBezTo>
                <a:cubicBezTo>
                  <a:pt x="445" y="283"/>
                  <a:pt x="452" y="290"/>
                  <a:pt x="452" y="297"/>
                </a:cubicBezTo>
                <a:cubicBezTo>
                  <a:pt x="452" y="311"/>
                  <a:pt x="445" y="318"/>
                  <a:pt x="438" y="31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2" name="Freeform 113">
            <a:extLst>
              <a:ext uri="{FF2B5EF4-FFF2-40B4-BE49-F238E27FC236}">
                <a16:creationId xmlns:a16="http://schemas.microsoft.com/office/drawing/2014/main" id="{F74C3AD5-4B3F-11D3-1AD6-1F0043456F12}"/>
              </a:ext>
            </a:extLst>
          </p:cNvPr>
          <p:cNvSpPr>
            <a:spLocks noChangeArrowheads="1"/>
          </p:cNvSpPr>
          <p:nvPr/>
        </p:nvSpPr>
        <p:spPr bwMode="auto">
          <a:xfrm>
            <a:off x="7256871" y="1691485"/>
            <a:ext cx="553668" cy="549657"/>
          </a:xfrm>
          <a:custGeom>
            <a:avLst/>
            <a:gdLst>
              <a:gd name="T0" fmla="*/ 2147483646 w 608"/>
              <a:gd name="T1" fmla="*/ 2147483646 h 602"/>
              <a:gd name="T2" fmla="*/ 2147483646 w 608"/>
              <a:gd name="T3" fmla="*/ 2147483646 h 602"/>
              <a:gd name="T4" fmla="*/ 0 w 608"/>
              <a:gd name="T5" fmla="*/ 2147483646 h 602"/>
              <a:gd name="T6" fmla="*/ 2147483646 w 608"/>
              <a:gd name="T7" fmla="*/ 0 h 602"/>
              <a:gd name="T8" fmla="*/ 2147483646 w 608"/>
              <a:gd name="T9" fmla="*/ 2147483646 h 602"/>
              <a:gd name="T10" fmla="*/ 2147483646 w 608"/>
              <a:gd name="T11" fmla="*/ 2147483646 h 602"/>
              <a:gd name="T12" fmla="*/ 2147483646 w 608"/>
              <a:gd name="T13" fmla="*/ 2147483646 h 602"/>
              <a:gd name="T14" fmla="*/ 2147483646 w 608"/>
              <a:gd name="T15" fmla="*/ 2147483646 h 602"/>
              <a:gd name="T16" fmla="*/ 2147483646 w 608"/>
              <a:gd name="T17" fmla="*/ 2147483646 h 602"/>
              <a:gd name="T18" fmla="*/ 2147483646 w 608"/>
              <a:gd name="T19" fmla="*/ 2147483646 h 602"/>
              <a:gd name="T20" fmla="*/ 2147483646 w 608"/>
              <a:gd name="T21" fmla="*/ 2147483646 h 602"/>
              <a:gd name="T22" fmla="*/ 2147483646 w 608"/>
              <a:gd name="T23" fmla="*/ 2147483646 h 602"/>
              <a:gd name="T24" fmla="*/ 2147483646 w 608"/>
              <a:gd name="T25" fmla="*/ 2147483646 h 602"/>
              <a:gd name="T26" fmla="*/ 2147483646 w 608"/>
              <a:gd name="T27" fmla="*/ 2147483646 h 602"/>
              <a:gd name="T28" fmla="*/ 2147483646 w 608"/>
              <a:gd name="T29" fmla="*/ 2147483646 h 602"/>
              <a:gd name="T30" fmla="*/ 2147483646 w 608"/>
              <a:gd name="T31" fmla="*/ 2147483646 h 602"/>
              <a:gd name="T32" fmla="*/ 2147483646 w 608"/>
              <a:gd name="T33" fmla="*/ 2147483646 h 602"/>
              <a:gd name="T34" fmla="*/ 2147483646 w 608"/>
              <a:gd name="T35" fmla="*/ 2147483646 h 602"/>
              <a:gd name="T36" fmla="*/ 2147483646 w 608"/>
              <a:gd name="T37" fmla="*/ 2147483646 h 602"/>
              <a:gd name="T38" fmla="*/ 2147483646 w 608"/>
              <a:gd name="T39" fmla="*/ 2147483646 h 602"/>
              <a:gd name="T40" fmla="*/ 2147483646 w 608"/>
              <a:gd name="T41" fmla="*/ 2147483646 h 602"/>
              <a:gd name="T42" fmla="*/ 2147483646 w 608"/>
              <a:gd name="T43" fmla="*/ 2147483646 h 602"/>
              <a:gd name="T44" fmla="*/ 2147483646 w 608"/>
              <a:gd name="T45" fmla="*/ 2147483646 h 602"/>
              <a:gd name="T46" fmla="*/ 2147483646 w 608"/>
              <a:gd name="T47" fmla="*/ 2147483646 h 602"/>
              <a:gd name="T48" fmla="*/ 2147483646 w 608"/>
              <a:gd name="T49" fmla="*/ 2147483646 h 602"/>
              <a:gd name="T50" fmla="*/ 2147483646 w 608"/>
              <a:gd name="T51" fmla="*/ 2147483646 h 602"/>
              <a:gd name="T52" fmla="*/ 2147483646 w 608"/>
              <a:gd name="T53" fmla="*/ 2147483646 h 602"/>
              <a:gd name="T54" fmla="*/ 2147483646 w 608"/>
              <a:gd name="T55" fmla="*/ 2147483646 h 602"/>
              <a:gd name="T56" fmla="*/ 2147483646 w 608"/>
              <a:gd name="T57" fmla="*/ 2147483646 h 602"/>
              <a:gd name="T58" fmla="*/ 2147483646 w 608"/>
              <a:gd name="T59" fmla="*/ 2147483646 h 602"/>
              <a:gd name="T60" fmla="*/ 2147483646 w 608"/>
              <a:gd name="T61" fmla="*/ 2147483646 h 602"/>
              <a:gd name="T62" fmla="*/ 2147483646 w 608"/>
              <a:gd name="T63" fmla="*/ 2147483646 h 602"/>
              <a:gd name="T64" fmla="*/ 2147483646 w 608"/>
              <a:gd name="T65" fmla="*/ 2147483646 h 602"/>
              <a:gd name="T66" fmla="*/ 2147483646 w 608"/>
              <a:gd name="T67" fmla="*/ 2147483646 h 602"/>
              <a:gd name="T68" fmla="*/ 2147483646 w 608"/>
              <a:gd name="T69" fmla="*/ 2147483646 h 602"/>
              <a:gd name="T70" fmla="*/ 2147483646 w 608"/>
              <a:gd name="T71" fmla="*/ 2147483646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8" h="602">
                <a:moveTo>
                  <a:pt x="304" y="601"/>
                </a:moveTo>
                <a:lnTo>
                  <a:pt x="304" y="601"/>
                </a:lnTo>
                <a:cubicBezTo>
                  <a:pt x="134" y="601"/>
                  <a:pt x="0" y="467"/>
                  <a:pt x="0" y="297"/>
                </a:cubicBezTo>
                <a:cubicBezTo>
                  <a:pt x="0" y="135"/>
                  <a:pt x="134" y="0"/>
                  <a:pt x="304" y="0"/>
                </a:cubicBezTo>
                <a:cubicBezTo>
                  <a:pt x="473" y="0"/>
                  <a:pt x="607" y="135"/>
                  <a:pt x="607" y="297"/>
                </a:cubicBezTo>
                <a:cubicBezTo>
                  <a:pt x="607" y="467"/>
                  <a:pt x="473" y="601"/>
                  <a:pt x="304" y="601"/>
                </a:cubicBezTo>
                <a:close/>
                <a:moveTo>
                  <a:pt x="304" y="57"/>
                </a:moveTo>
                <a:lnTo>
                  <a:pt x="304" y="57"/>
                </a:lnTo>
                <a:cubicBezTo>
                  <a:pt x="169" y="57"/>
                  <a:pt x="56" y="163"/>
                  <a:pt x="56" y="297"/>
                </a:cubicBezTo>
                <a:cubicBezTo>
                  <a:pt x="56" y="431"/>
                  <a:pt x="169" y="544"/>
                  <a:pt x="304" y="544"/>
                </a:cubicBezTo>
                <a:cubicBezTo>
                  <a:pt x="438" y="544"/>
                  <a:pt x="551" y="431"/>
                  <a:pt x="551" y="297"/>
                </a:cubicBezTo>
                <a:cubicBezTo>
                  <a:pt x="551" y="163"/>
                  <a:pt x="438" y="57"/>
                  <a:pt x="304" y="57"/>
                </a:cubicBezTo>
                <a:close/>
                <a:moveTo>
                  <a:pt x="424" y="325"/>
                </a:moveTo>
                <a:lnTo>
                  <a:pt x="424" y="325"/>
                </a:lnTo>
                <a:cubicBezTo>
                  <a:pt x="254" y="325"/>
                  <a:pt x="254" y="325"/>
                  <a:pt x="254" y="325"/>
                </a:cubicBezTo>
                <a:cubicBezTo>
                  <a:pt x="297" y="361"/>
                  <a:pt x="297" y="361"/>
                  <a:pt x="297" y="361"/>
                </a:cubicBezTo>
                <a:cubicBezTo>
                  <a:pt x="297" y="368"/>
                  <a:pt x="304" y="375"/>
                  <a:pt x="304" y="382"/>
                </a:cubicBezTo>
                <a:cubicBezTo>
                  <a:pt x="304" y="403"/>
                  <a:pt x="290" y="410"/>
                  <a:pt x="275" y="410"/>
                </a:cubicBezTo>
                <a:cubicBezTo>
                  <a:pt x="268" y="410"/>
                  <a:pt x="261" y="410"/>
                  <a:pt x="254" y="403"/>
                </a:cubicBezTo>
                <a:cubicBezTo>
                  <a:pt x="162" y="318"/>
                  <a:pt x="162" y="318"/>
                  <a:pt x="162" y="318"/>
                </a:cubicBezTo>
                <a:cubicBezTo>
                  <a:pt x="155" y="318"/>
                  <a:pt x="155" y="311"/>
                  <a:pt x="155" y="297"/>
                </a:cubicBezTo>
                <a:cubicBezTo>
                  <a:pt x="155" y="290"/>
                  <a:pt x="155" y="283"/>
                  <a:pt x="162" y="276"/>
                </a:cubicBezTo>
                <a:cubicBezTo>
                  <a:pt x="254" y="191"/>
                  <a:pt x="254" y="191"/>
                  <a:pt x="254" y="191"/>
                </a:cubicBezTo>
                <a:cubicBezTo>
                  <a:pt x="261" y="191"/>
                  <a:pt x="268" y="184"/>
                  <a:pt x="275" y="184"/>
                </a:cubicBezTo>
                <a:cubicBezTo>
                  <a:pt x="290" y="184"/>
                  <a:pt x="304" y="198"/>
                  <a:pt x="304" y="212"/>
                </a:cubicBezTo>
                <a:cubicBezTo>
                  <a:pt x="304" y="226"/>
                  <a:pt x="297" y="234"/>
                  <a:pt x="297" y="234"/>
                </a:cubicBezTo>
                <a:cubicBezTo>
                  <a:pt x="254" y="269"/>
                  <a:pt x="254" y="269"/>
                  <a:pt x="254" y="269"/>
                </a:cubicBezTo>
                <a:cubicBezTo>
                  <a:pt x="424" y="269"/>
                  <a:pt x="424" y="269"/>
                  <a:pt x="424" y="269"/>
                </a:cubicBezTo>
                <a:cubicBezTo>
                  <a:pt x="445" y="269"/>
                  <a:pt x="452" y="283"/>
                  <a:pt x="452" y="297"/>
                </a:cubicBezTo>
                <a:cubicBezTo>
                  <a:pt x="452" y="318"/>
                  <a:pt x="445" y="325"/>
                  <a:pt x="424" y="32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3" name="Freeform 114">
            <a:extLst>
              <a:ext uri="{FF2B5EF4-FFF2-40B4-BE49-F238E27FC236}">
                <a16:creationId xmlns:a16="http://schemas.microsoft.com/office/drawing/2014/main" id="{7DFDEE48-6F69-0AA8-CA26-86D764AD8EAD}"/>
              </a:ext>
            </a:extLst>
          </p:cNvPr>
          <p:cNvSpPr>
            <a:spLocks noChangeArrowheads="1"/>
          </p:cNvSpPr>
          <p:nvPr/>
        </p:nvSpPr>
        <p:spPr bwMode="auto">
          <a:xfrm>
            <a:off x="6297983" y="1691485"/>
            <a:ext cx="545644" cy="549657"/>
          </a:xfrm>
          <a:custGeom>
            <a:avLst/>
            <a:gdLst>
              <a:gd name="T0" fmla="*/ 2147483646 w 601"/>
              <a:gd name="T1" fmla="*/ 2147483646 h 602"/>
              <a:gd name="T2" fmla="*/ 2147483646 w 601"/>
              <a:gd name="T3" fmla="*/ 2147483646 h 602"/>
              <a:gd name="T4" fmla="*/ 0 w 601"/>
              <a:gd name="T5" fmla="*/ 2147483646 h 602"/>
              <a:gd name="T6" fmla="*/ 2147483646 w 601"/>
              <a:gd name="T7" fmla="*/ 0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2147483646 w 601"/>
              <a:gd name="T23" fmla="*/ 2147483646 h 602"/>
              <a:gd name="T24" fmla="*/ 2147483646 w 601"/>
              <a:gd name="T25" fmla="*/ 2147483646 h 602"/>
              <a:gd name="T26" fmla="*/ 2147483646 w 601"/>
              <a:gd name="T27" fmla="*/ 2147483646 h 602"/>
              <a:gd name="T28" fmla="*/ 2147483646 w 601"/>
              <a:gd name="T29" fmla="*/ 2147483646 h 602"/>
              <a:gd name="T30" fmla="*/ 2147483646 w 601"/>
              <a:gd name="T31" fmla="*/ 2147483646 h 602"/>
              <a:gd name="T32" fmla="*/ 2147483646 w 601"/>
              <a:gd name="T33" fmla="*/ 2147483646 h 602"/>
              <a:gd name="T34" fmla="*/ 2147483646 w 601"/>
              <a:gd name="T35" fmla="*/ 2147483646 h 602"/>
              <a:gd name="T36" fmla="*/ 2147483646 w 601"/>
              <a:gd name="T37" fmla="*/ 2147483646 h 602"/>
              <a:gd name="T38" fmla="*/ 2147483646 w 601"/>
              <a:gd name="T39" fmla="*/ 2147483646 h 602"/>
              <a:gd name="T40" fmla="*/ 2147483646 w 601"/>
              <a:gd name="T41" fmla="*/ 2147483646 h 602"/>
              <a:gd name="T42" fmla="*/ 2147483646 w 601"/>
              <a:gd name="T43" fmla="*/ 2147483646 h 602"/>
              <a:gd name="T44" fmla="*/ 2147483646 w 601"/>
              <a:gd name="T45" fmla="*/ 2147483646 h 602"/>
              <a:gd name="T46" fmla="*/ 2147483646 w 601"/>
              <a:gd name="T47" fmla="*/ 2147483646 h 602"/>
              <a:gd name="T48" fmla="*/ 2147483646 w 601"/>
              <a:gd name="T49" fmla="*/ 2147483646 h 602"/>
              <a:gd name="T50" fmla="*/ 2147483646 w 601"/>
              <a:gd name="T51" fmla="*/ 2147483646 h 602"/>
              <a:gd name="T52" fmla="*/ 2147483646 w 601"/>
              <a:gd name="T53" fmla="*/ 2147483646 h 602"/>
              <a:gd name="T54" fmla="*/ 2147483646 w 601"/>
              <a:gd name="T55" fmla="*/ 2147483646 h 602"/>
              <a:gd name="T56" fmla="*/ 2147483646 w 601"/>
              <a:gd name="T57" fmla="*/ 2147483646 h 602"/>
              <a:gd name="T58" fmla="*/ 2147483646 w 601"/>
              <a:gd name="T59" fmla="*/ 2147483646 h 602"/>
              <a:gd name="T60" fmla="*/ 2147483646 w 601"/>
              <a:gd name="T61" fmla="*/ 2147483646 h 602"/>
              <a:gd name="T62" fmla="*/ 2147483646 w 601"/>
              <a:gd name="T63" fmla="*/ 2147483646 h 602"/>
              <a:gd name="T64" fmla="*/ 2147483646 w 601"/>
              <a:gd name="T65" fmla="*/ 2147483646 h 602"/>
              <a:gd name="T66" fmla="*/ 2147483646 w 601"/>
              <a:gd name="T67" fmla="*/ 2147483646 h 602"/>
              <a:gd name="T68" fmla="*/ 2147483646 w 601"/>
              <a:gd name="T69" fmla="*/ 2147483646 h 602"/>
              <a:gd name="T70" fmla="*/ 2147483646 w 601"/>
              <a:gd name="T71" fmla="*/ 2147483646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1" h="602">
                <a:moveTo>
                  <a:pt x="304" y="601"/>
                </a:moveTo>
                <a:lnTo>
                  <a:pt x="304" y="601"/>
                </a:lnTo>
                <a:cubicBezTo>
                  <a:pt x="134" y="601"/>
                  <a:pt x="0" y="467"/>
                  <a:pt x="0" y="297"/>
                </a:cubicBezTo>
                <a:cubicBezTo>
                  <a:pt x="0" y="135"/>
                  <a:pt x="134" y="0"/>
                  <a:pt x="304" y="0"/>
                </a:cubicBezTo>
                <a:cubicBezTo>
                  <a:pt x="466" y="0"/>
                  <a:pt x="600" y="135"/>
                  <a:pt x="600" y="297"/>
                </a:cubicBezTo>
                <a:cubicBezTo>
                  <a:pt x="600" y="467"/>
                  <a:pt x="466" y="601"/>
                  <a:pt x="304" y="601"/>
                </a:cubicBezTo>
                <a:close/>
                <a:moveTo>
                  <a:pt x="304" y="57"/>
                </a:moveTo>
                <a:lnTo>
                  <a:pt x="304" y="57"/>
                </a:lnTo>
                <a:cubicBezTo>
                  <a:pt x="169" y="57"/>
                  <a:pt x="56" y="163"/>
                  <a:pt x="56" y="297"/>
                </a:cubicBezTo>
                <a:cubicBezTo>
                  <a:pt x="56" y="431"/>
                  <a:pt x="169" y="544"/>
                  <a:pt x="304" y="544"/>
                </a:cubicBezTo>
                <a:cubicBezTo>
                  <a:pt x="438" y="544"/>
                  <a:pt x="544" y="431"/>
                  <a:pt x="544" y="297"/>
                </a:cubicBezTo>
                <a:cubicBezTo>
                  <a:pt x="544" y="163"/>
                  <a:pt x="438" y="57"/>
                  <a:pt x="304" y="57"/>
                </a:cubicBezTo>
                <a:close/>
                <a:moveTo>
                  <a:pt x="388" y="297"/>
                </a:moveTo>
                <a:lnTo>
                  <a:pt x="388" y="297"/>
                </a:lnTo>
                <a:cubicBezTo>
                  <a:pt x="374" y="297"/>
                  <a:pt x="367" y="297"/>
                  <a:pt x="367" y="290"/>
                </a:cubicBezTo>
                <a:cubicBezTo>
                  <a:pt x="332" y="248"/>
                  <a:pt x="332" y="248"/>
                  <a:pt x="332" y="248"/>
                </a:cubicBezTo>
                <a:cubicBezTo>
                  <a:pt x="332" y="424"/>
                  <a:pt x="332" y="424"/>
                  <a:pt x="332" y="424"/>
                </a:cubicBezTo>
                <a:cubicBezTo>
                  <a:pt x="332" y="438"/>
                  <a:pt x="318" y="453"/>
                  <a:pt x="304" y="453"/>
                </a:cubicBezTo>
                <a:cubicBezTo>
                  <a:pt x="282" y="453"/>
                  <a:pt x="275" y="438"/>
                  <a:pt x="275" y="424"/>
                </a:cubicBezTo>
                <a:cubicBezTo>
                  <a:pt x="275" y="248"/>
                  <a:pt x="275" y="248"/>
                  <a:pt x="275" y="248"/>
                </a:cubicBezTo>
                <a:cubicBezTo>
                  <a:pt x="240" y="290"/>
                  <a:pt x="240" y="290"/>
                  <a:pt x="240" y="290"/>
                </a:cubicBezTo>
                <a:cubicBezTo>
                  <a:pt x="233" y="297"/>
                  <a:pt x="226" y="297"/>
                  <a:pt x="219" y="297"/>
                </a:cubicBezTo>
                <a:cubicBezTo>
                  <a:pt x="197" y="297"/>
                  <a:pt x="190" y="290"/>
                  <a:pt x="190" y="269"/>
                </a:cubicBezTo>
                <a:cubicBezTo>
                  <a:pt x="190" y="262"/>
                  <a:pt x="190" y="255"/>
                  <a:pt x="197" y="255"/>
                </a:cubicBezTo>
                <a:cubicBezTo>
                  <a:pt x="282" y="156"/>
                  <a:pt x="282" y="156"/>
                  <a:pt x="282" y="156"/>
                </a:cubicBezTo>
                <a:cubicBezTo>
                  <a:pt x="282" y="156"/>
                  <a:pt x="289" y="149"/>
                  <a:pt x="304" y="149"/>
                </a:cubicBezTo>
                <a:cubicBezTo>
                  <a:pt x="311" y="149"/>
                  <a:pt x="318" y="156"/>
                  <a:pt x="325" y="156"/>
                </a:cubicBezTo>
                <a:cubicBezTo>
                  <a:pt x="410" y="255"/>
                  <a:pt x="410" y="255"/>
                  <a:pt x="410" y="255"/>
                </a:cubicBezTo>
                <a:cubicBezTo>
                  <a:pt x="410" y="255"/>
                  <a:pt x="417" y="262"/>
                  <a:pt x="417" y="269"/>
                </a:cubicBezTo>
                <a:cubicBezTo>
                  <a:pt x="417" y="290"/>
                  <a:pt x="402" y="297"/>
                  <a:pt x="388" y="29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4" name="Freeform 115">
            <a:extLst>
              <a:ext uri="{FF2B5EF4-FFF2-40B4-BE49-F238E27FC236}">
                <a16:creationId xmlns:a16="http://schemas.microsoft.com/office/drawing/2014/main" id="{803CBB2C-1E97-F6A8-1785-ABEEDC072912}"/>
              </a:ext>
            </a:extLst>
          </p:cNvPr>
          <p:cNvSpPr>
            <a:spLocks noChangeArrowheads="1"/>
          </p:cNvSpPr>
          <p:nvPr/>
        </p:nvSpPr>
        <p:spPr bwMode="auto">
          <a:xfrm>
            <a:off x="5339093" y="1691485"/>
            <a:ext cx="545644" cy="549657"/>
          </a:xfrm>
          <a:custGeom>
            <a:avLst/>
            <a:gdLst>
              <a:gd name="T0" fmla="*/ 2147483646 w 601"/>
              <a:gd name="T1" fmla="*/ 2147483646 h 602"/>
              <a:gd name="T2" fmla="*/ 2147483646 w 601"/>
              <a:gd name="T3" fmla="*/ 2147483646 h 602"/>
              <a:gd name="T4" fmla="*/ 0 w 601"/>
              <a:gd name="T5" fmla="*/ 2147483646 h 602"/>
              <a:gd name="T6" fmla="*/ 2147483646 w 601"/>
              <a:gd name="T7" fmla="*/ 0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2147483646 w 601"/>
              <a:gd name="T23" fmla="*/ 2147483646 h 602"/>
              <a:gd name="T24" fmla="*/ 2147483646 w 601"/>
              <a:gd name="T25" fmla="*/ 2147483646 h 602"/>
              <a:gd name="T26" fmla="*/ 2147483646 w 601"/>
              <a:gd name="T27" fmla="*/ 2147483646 h 602"/>
              <a:gd name="T28" fmla="*/ 2147483646 w 601"/>
              <a:gd name="T29" fmla="*/ 2147483646 h 602"/>
              <a:gd name="T30" fmla="*/ 2147483646 w 601"/>
              <a:gd name="T31" fmla="*/ 2147483646 h 602"/>
              <a:gd name="T32" fmla="*/ 2147483646 w 601"/>
              <a:gd name="T33" fmla="*/ 2147483646 h 602"/>
              <a:gd name="T34" fmla="*/ 2147483646 w 601"/>
              <a:gd name="T35" fmla="*/ 2147483646 h 602"/>
              <a:gd name="T36" fmla="*/ 2147483646 w 601"/>
              <a:gd name="T37" fmla="*/ 2147483646 h 602"/>
              <a:gd name="T38" fmla="*/ 2147483646 w 601"/>
              <a:gd name="T39" fmla="*/ 2147483646 h 602"/>
              <a:gd name="T40" fmla="*/ 2147483646 w 601"/>
              <a:gd name="T41" fmla="*/ 2147483646 h 602"/>
              <a:gd name="T42" fmla="*/ 2147483646 w 601"/>
              <a:gd name="T43" fmla="*/ 2147483646 h 602"/>
              <a:gd name="T44" fmla="*/ 2147483646 w 601"/>
              <a:gd name="T45" fmla="*/ 2147483646 h 602"/>
              <a:gd name="T46" fmla="*/ 2147483646 w 601"/>
              <a:gd name="T47" fmla="*/ 2147483646 h 602"/>
              <a:gd name="T48" fmla="*/ 2147483646 w 601"/>
              <a:gd name="T49" fmla="*/ 2147483646 h 602"/>
              <a:gd name="T50" fmla="*/ 2147483646 w 601"/>
              <a:gd name="T51" fmla="*/ 2147483646 h 602"/>
              <a:gd name="T52" fmla="*/ 2147483646 w 601"/>
              <a:gd name="T53" fmla="*/ 2147483646 h 602"/>
              <a:gd name="T54" fmla="*/ 2147483646 w 601"/>
              <a:gd name="T55" fmla="*/ 2147483646 h 602"/>
              <a:gd name="T56" fmla="*/ 2147483646 w 601"/>
              <a:gd name="T57" fmla="*/ 2147483646 h 602"/>
              <a:gd name="T58" fmla="*/ 2147483646 w 601"/>
              <a:gd name="T59" fmla="*/ 2147483646 h 602"/>
              <a:gd name="T60" fmla="*/ 2147483646 w 601"/>
              <a:gd name="T61" fmla="*/ 2147483646 h 602"/>
              <a:gd name="T62" fmla="*/ 2147483646 w 601"/>
              <a:gd name="T63" fmla="*/ 2147483646 h 602"/>
              <a:gd name="T64" fmla="*/ 2147483646 w 601"/>
              <a:gd name="T65" fmla="*/ 2147483646 h 602"/>
              <a:gd name="T66" fmla="*/ 2147483646 w 601"/>
              <a:gd name="T67" fmla="*/ 2147483646 h 602"/>
              <a:gd name="T68" fmla="*/ 2147483646 w 601"/>
              <a:gd name="T69" fmla="*/ 2147483646 h 60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01" h="602">
                <a:moveTo>
                  <a:pt x="296" y="601"/>
                </a:moveTo>
                <a:lnTo>
                  <a:pt x="296" y="601"/>
                </a:lnTo>
                <a:cubicBezTo>
                  <a:pt x="134" y="601"/>
                  <a:pt x="0" y="467"/>
                  <a:pt x="0" y="297"/>
                </a:cubicBezTo>
                <a:cubicBezTo>
                  <a:pt x="0" y="135"/>
                  <a:pt x="134" y="0"/>
                  <a:pt x="296" y="0"/>
                </a:cubicBezTo>
                <a:cubicBezTo>
                  <a:pt x="466" y="0"/>
                  <a:pt x="600" y="135"/>
                  <a:pt x="600" y="297"/>
                </a:cubicBezTo>
                <a:cubicBezTo>
                  <a:pt x="600" y="467"/>
                  <a:pt x="466" y="601"/>
                  <a:pt x="296" y="601"/>
                </a:cubicBezTo>
                <a:close/>
                <a:moveTo>
                  <a:pt x="296" y="57"/>
                </a:moveTo>
                <a:lnTo>
                  <a:pt x="296" y="57"/>
                </a:lnTo>
                <a:cubicBezTo>
                  <a:pt x="162" y="57"/>
                  <a:pt x="56" y="163"/>
                  <a:pt x="56" y="297"/>
                </a:cubicBezTo>
                <a:cubicBezTo>
                  <a:pt x="56" y="431"/>
                  <a:pt x="162" y="544"/>
                  <a:pt x="296" y="544"/>
                </a:cubicBezTo>
                <a:cubicBezTo>
                  <a:pt x="431" y="544"/>
                  <a:pt x="544" y="431"/>
                  <a:pt x="544" y="297"/>
                </a:cubicBezTo>
                <a:cubicBezTo>
                  <a:pt x="544" y="163"/>
                  <a:pt x="431" y="57"/>
                  <a:pt x="296" y="57"/>
                </a:cubicBezTo>
                <a:close/>
                <a:moveTo>
                  <a:pt x="402" y="347"/>
                </a:moveTo>
                <a:lnTo>
                  <a:pt x="402" y="347"/>
                </a:lnTo>
                <a:cubicBezTo>
                  <a:pt x="318" y="438"/>
                  <a:pt x="318" y="438"/>
                  <a:pt x="318" y="438"/>
                </a:cubicBezTo>
                <a:cubicBezTo>
                  <a:pt x="318" y="446"/>
                  <a:pt x="311" y="453"/>
                  <a:pt x="296" y="453"/>
                </a:cubicBezTo>
                <a:cubicBezTo>
                  <a:pt x="289" y="453"/>
                  <a:pt x="282" y="446"/>
                  <a:pt x="275" y="438"/>
                </a:cubicBezTo>
                <a:cubicBezTo>
                  <a:pt x="190" y="347"/>
                  <a:pt x="190" y="347"/>
                  <a:pt x="190" y="347"/>
                </a:cubicBezTo>
                <a:cubicBezTo>
                  <a:pt x="190" y="340"/>
                  <a:pt x="183" y="333"/>
                  <a:pt x="183" y="325"/>
                </a:cubicBezTo>
                <a:cubicBezTo>
                  <a:pt x="183" y="311"/>
                  <a:pt x="197" y="297"/>
                  <a:pt x="211" y="297"/>
                </a:cubicBezTo>
                <a:cubicBezTo>
                  <a:pt x="226" y="297"/>
                  <a:pt x="233" y="304"/>
                  <a:pt x="233" y="311"/>
                </a:cubicBezTo>
                <a:cubicBezTo>
                  <a:pt x="268" y="347"/>
                  <a:pt x="268" y="347"/>
                  <a:pt x="268" y="347"/>
                </a:cubicBezTo>
                <a:cubicBezTo>
                  <a:pt x="268" y="177"/>
                  <a:pt x="268" y="177"/>
                  <a:pt x="268" y="177"/>
                </a:cubicBezTo>
                <a:cubicBezTo>
                  <a:pt x="268" y="163"/>
                  <a:pt x="282" y="149"/>
                  <a:pt x="296" y="149"/>
                </a:cubicBezTo>
                <a:cubicBezTo>
                  <a:pt x="318" y="149"/>
                  <a:pt x="325" y="163"/>
                  <a:pt x="325" y="177"/>
                </a:cubicBezTo>
                <a:cubicBezTo>
                  <a:pt x="325" y="347"/>
                  <a:pt x="325" y="347"/>
                  <a:pt x="325" y="347"/>
                </a:cubicBezTo>
                <a:cubicBezTo>
                  <a:pt x="360" y="311"/>
                  <a:pt x="360" y="311"/>
                  <a:pt x="360" y="311"/>
                </a:cubicBezTo>
                <a:cubicBezTo>
                  <a:pt x="367" y="304"/>
                  <a:pt x="374" y="297"/>
                  <a:pt x="381" y="297"/>
                </a:cubicBezTo>
                <a:cubicBezTo>
                  <a:pt x="402" y="297"/>
                  <a:pt x="409" y="311"/>
                  <a:pt x="409" y="325"/>
                </a:cubicBezTo>
                <a:cubicBezTo>
                  <a:pt x="409" y="333"/>
                  <a:pt x="409" y="340"/>
                  <a:pt x="402" y="34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5" name="Freeform 116">
            <a:extLst>
              <a:ext uri="{FF2B5EF4-FFF2-40B4-BE49-F238E27FC236}">
                <a16:creationId xmlns:a16="http://schemas.microsoft.com/office/drawing/2014/main" id="{92FBCFD5-AB6C-F9F8-9A3F-4E19E11F992F}"/>
              </a:ext>
            </a:extLst>
          </p:cNvPr>
          <p:cNvSpPr>
            <a:spLocks noChangeArrowheads="1"/>
          </p:cNvSpPr>
          <p:nvPr/>
        </p:nvSpPr>
        <p:spPr bwMode="auto">
          <a:xfrm>
            <a:off x="4376191" y="1691485"/>
            <a:ext cx="553668" cy="549657"/>
          </a:xfrm>
          <a:custGeom>
            <a:avLst/>
            <a:gdLst>
              <a:gd name="T0" fmla="*/ 2147483646 w 609"/>
              <a:gd name="T1" fmla="*/ 2147483646 h 602"/>
              <a:gd name="T2" fmla="*/ 2147483646 w 609"/>
              <a:gd name="T3" fmla="*/ 2147483646 h 602"/>
              <a:gd name="T4" fmla="*/ 0 w 609"/>
              <a:gd name="T5" fmla="*/ 2147483646 h 602"/>
              <a:gd name="T6" fmla="*/ 2147483646 w 609"/>
              <a:gd name="T7" fmla="*/ 0 h 602"/>
              <a:gd name="T8" fmla="*/ 2147483646 w 609"/>
              <a:gd name="T9" fmla="*/ 2147483646 h 602"/>
              <a:gd name="T10" fmla="*/ 2147483646 w 609"/>
              <a:gd name="T11" fmla="*/ 2147483646 h 602"/>
              <a:gd name="T12" fmla="*/ 2147483646 w 609"/>
              <a:gd name="T13" fmla="*/ 2147483646 h 602"/>
              <a:gd name="T14" fmla="*/ 2147483646 w 609"/>
              <a:gd name="T15" fmla="*/ 2147483646 h 602"/>
              <a:gd name="T16" fmla="*/ 2147483646 w 609"/>
              <a:gd name="T17" fmla="*/ 2147483646 h 602"/>
              <a:gd name="T18" fmla="*/ 2147483646 w 609"/>
              <a:gd name="T19" fmla="*/ 2147483646 h 602"/>
              <a:gd name="T20" fmla="*/ 2147483646 w 609"/>
              <a:gd name="T21" fmla="*/ 2147483646 h 602"/>
              <a:gd name="T22" fmla="*/ 2147483646 w 609"/>
              <a:gd name="T23" fmla="*/ 2147483646 h 602"/>
              <a:gd name="T24" fmla="*/ 2147483646 w 609"/>
              <a:gd name="T25" fmla="*/ 2147483646 h 602"/>
              <a:gd name="T26" fmla="*/ 2147483646 w 609"/>
              <a:gd name="T27" fmla="*/ 2147483646 h 602"/>
              <a:gd name="T28" fmla="*/ 2147483646 w 609"/>
              <a:gd name="T29" fmla="*/ 2147483646 h 602"/>
              <a:gd name="T30" fmla="*/ 2147483646 w 609"/>
              <a:gd name="T31" fmla="*/ 2147483646 h 602"/>
              <a:gd name="T32" fmla="*/ 2147483646 w 609"/>
              <a:gd name="T33" fmla="*/ 2147483646 h 602"/>
              <a:gd name="T34" fmla="*/ 2147483646 w 609"/>
              <a:gd name="T35" fmla="*/ 2147483646 h 60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609" h="602">
                <a:moveTo>
                  <a:pt x="304" y="601"/>
                </a:moveTo>
                <a:lnTo>
                  <a:pt x="304" y="601"/>
                </a:lnTo>
                <a:cubicBezTo>
                  <a:pt x="135" y="601"/>
                  <a:pt x="0" y="467"/>
                  <a:pt x="0" y="297"/>
                </a:cubicBezTo>
                <a:cubicBezTo>
                  <a:pt x="0" y="135"/>
                  <a:pt x="135" y="0"/>
                  <a:pt x="304" y="0"/>
                </a:cubicBezTo>
                <a:cubicBezTo>
                  <a:pt x="474" y="0"/>
                  <a:pt x="608" y="135"/>
                  <a:pt x="608" y="297"/>
                </a:cubicBezTo>
                <a:cubicBezTo>
                  <a:pt x="608" y="467"/>
                  <a:pt x="474" y="601"/>
                  <a:pt x="304" y="601"/>
                </a:cubicBezTo>
                <a:close/>
                <a:moveTo>
                  <a:pt x="57" y="297"/>
                </a:moveTo>
                <a:lnTo>
                  <a:pt x="57" y="297"/>
                </a:lnTo>
                <a:cubicBezTo>
                  <a:pt x="57" y="431"/>
                  <a:pt x="170" y="544"/>
                  <a:pt x="304" y="544"/>
                </a:cubicBezTo>
                <a:cubicBezTo>
                  <a:pt x="361" y="544"/>
                  <a:pt x="417" y="523"/>
                  <a:pt x="460" y="488"/>
                </a:cubicBezTo>
                <a:cubicBezTo>
                  <a:pt x="113" y="149"/>
                  <a:pt x="113" y="149"/>
                  <a:pt x="113" y="149"/>
                </a:cubicBezTo>
                <a:cubicBezTo>
                  <a:pt x="78" y="191"/>
                  <a:pt x="57" y="241"/>
                  <a:pt x="57" y="297"/>
                </a:cubicBezTo>
                <a:close/>
                <a:moveTo>
                  <a:pt x="304" y="57"/>
                </a:moveTo>
                <a:lnTo>
                  <a:pt x="304" y="57"/>
                </a:lnTo>
                <a:cubicBezTo>
                  <a:pt x="248" y="57"/>
                  <a:pt x="191" y="71"/>
                  <a:pt x="149" y="106"/>
                </a:cubicBezTo>
                <a:cubicBezTo>
                  <a:pt x="495" y="453"/>
                  <a:pt x="495" y="453"/>
                  <a:pt x="495" y="453"/>
                </a:cubicBezTo>
                <a:cubicBezTo>
                  <a:pt x="530" y="410"/>
                  <a:pt x="552" y="354"/>
                  <a:pt x="552" y="297"/>
                </a:cubicBezTo>
                <a:cubicBezTo>
                  <a:pt x="552" y="163"/>
                  <a:pt x="439" y="57"/>
                  <a:pt x="304" y="5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6" name="Freeform 117">
            <a:extLst>
              <a:ext uri="{FF2B5EF4-FFF2-40B4-BE49-F238E27FC236}">
                <a16:creationId xmlns:a16="http://schemas.microsoft.com/office/drawing/2014/main" id="{B1C56172-7213-4F06-0B52-C88832BD6F90}"/>
              </a:ext>
            </a:extLst>
          </p:cNvPr>
          <p:cNvSpPr>
            <a:spLocks noChangeArrowheads="1"/>
          </p:cNvSpPr>
          <p:nvPr/>
        </p:nvSpPr>
        <p:spPr bwMode="auto">
          <a:xfrm>
            <a:off x="3417304" y="1691485"/>
            <a:ext cx="549655" cy="549657"/>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2147483646 w 602"/>
              <a:gd name="T61" fmla="*/ 2147483646 h 602"/>
              <a:gd name="T62" fmla="*/ 2147483646 w 602"/>
              <a:gd name="T63" fmla="*/ 2147483646 h 602"/>
              <a:gd name="T64" fmla="*/ 2147483646 w 602"/>
              <a:gd name="T65" fmla="*/ 2147483646 h 602"/>
              <a:gd name="T66" fmla="*/ 2147483646 w 602"/>
              <a:gd name="T67" fmla="*/ 2147483646 h 602"/>
              <a:gd name="T68" fmla="*/ 2147483646 w 602"/>
              <a:gd name="T69" fmla="*/ 2147483646 h 602"/>
              <a:gd name="T70" fmla="*/ 2147483646 w 602"/>
              <a:gd name="T71" fmla="*/ 2147483646 h 602"/>
              <a:gd name="T72" fmla="*/ 2147483646 w 602"/>
              <a:gd name="T73" fmla="*/ 2147483646 h 602"/>
              <a:gd name="T74" fmla="*/ 2147483646 w 602"/>
              <a:gd name="T75" fmla="*/ 2147483646 h 602"/>
              <a:gd name="T76" fmla="*/ 2147483646 w 602"/>
              <a:gd name="T77" fmla="*/ 2147483646 h 602"/>
              <a:gd name="T78" fmla="*/ 2147483646 w 602"/>
              <a:gd name="T79" fmla="*/ 2147483646 h 602"/>
              <a:gd name="T80" fmla="*/ 2147483646 w 602"/>
              <a:gd name="T81" fmla="*/ 2147483646 h 602"/>
              <a:gd name="T82" fmla="*/ 2147483646 w 602"/>
              <a:gd name="T83" fmla="*/ 2147483646 h 60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02" h="602">
                <a:moveTo>
                  <a:pt x="304" y="601"/>
                </a:moveTo>
                <a:lnTo>
                  <a:pt x="304" y="601"/>
                </a:lnTo>
                <a:cubicBezTo>
                  <a:pt x="135" y="601"/>
                  <a:pt x="0" y="467"/>
                  <a:pt x="0" y="297"/>
                </a:cubicBezTo>
                <a:cubicBezTo>
                  <a:pt x="0" y="135"/>
                  <a:pt x="135" y="0"/>
                  <a:pt x="304" y="0"/>
                </a:cubicBezTo>
                <a:cubicBezTo>
                  <a:pt x="467" y="0"/>
                  <a:pt x="601" y="135"/>
                  <a:pt x="601" y="297"/>
                </a:cubicBezTo>
                <a:cubicBezTo>
                  <a:pt x="601" y="467"/>
                  <a:pt x="467" y="601"/>
                  <a:pt x="304" y="601"/>
                </a:cubicBezTo>
                <a:close/>
                <a:moveTo>
                  <a:pt x="304" y="57"/>
                </a:moveTo>
                <a:lnTo>
                  <a:pt x="304" y="57"/>
                </a:lnTo>
                <a:cubicBezTo>
                  <a:pt x="170" y="57"/>
                  <a:pt x="57" y="163"/>
                  <a:pt x="57" y="297"/>
                </a:cubicBezTo>
                <a:cubicBezTo>
                  <a:pt x="57" y="431"/>
                  <a:pt x="170" y="544"/>
                  <a:pt x="304" y="544"/>
                </a:cubicBezTo>
                <a:cubicBezTo>
                  <a:pt x="439" y="544"/>
                  <a:pt x="544" y="431"/>
                  <a:pt x="544" y="297"/>
                </a:cubicBezTo>
                <a:cubicBezTo>
                  <a:pt x="544" y="163"/>
                  <a:pt x="439" y="57"/>
                  <a:pt x="304" y="57"/>
                </a:cubicBezTo>
                <a:close/>
                <a:moveTo>
                  <a:pt x="403" y="431"/>
                </a:moveTo>
                <a:lnTo>
                  <a:pt x="403" y="431"/>
                </a:lnTo>
                <a:cubicBezTo>
                  <a:pt x="396" y="431"/>
                  <a:pt x="389" y="431"/>
                  <a:pt x="389" y="424"/>
                </a:cubicBezTo>
                <a:cubicBezTo>
                  <a:pt x="304" y="340"/>
                  <a:pt x="304" y="340"/>
                  <a:pt x="304" y="340"/>
                </a:cubicBezTo>
                <a:cubicBezTo>
                  <a:pt x="219" y="424"/>
                  <a:pt x="219" y="424"/>
                  <a:pt x="219" y="424"/>
                </a:cubicBezTo>
                <a:cubicBezTo>
                  <a:pt x="212" y="431"/>
                  <a:pt x="205" y="431"/>
                  <a:pt x="198" y="431"/>
                </a:cubicBezTo>
                <a:cubicBezTo>
                  <a:pt x="184" y="431"/>
                  <a:pt x="170" y="417"/>
                  <a:pt x="170" y="403"/>
                </a:cubicBezTo>
                <a:cubicBezTo>
                  <a:pt x="170" y="396"/>
                  <a:pt x="170" y="389"/>
                  <a:pt x="177" y="382"/>
                </a:cubicBezTo>
                <a:cubicBezTo>
                  <a:pt x="262" y="297"/>
                  <a:pt x="262" y="297"/>
                  <a:pt x="262" y="297"/>
                </a:cubicBezTo>
                <a:cubicBezTo>
                  <a:pt x="177" y="212"/>
                  <a:pt x="177" y="212"/>
                  <a:pt x="177" y="212"/>
                </a:cubicBezTo>
                <a:cubicBezTo>
                  <a:pt x="170" y="212"/>
                  <a:pt x="170" y="205"/>
                  <a:pt x="170" y="198"/>
                </a:cubicBezTo>
                <a:cubicBezTo>
                  <a:pt x="170" y="177"/>
                  <a:pt x="184" y="170"/>
                  <a:pt x="198" y="170"/>
                </a:cubicBezTo>
                <a:cubicBezTo>
                  <a:pt x="205" y="170"/>
                  <a:pt x="212" y="170"/>
                  <a:pt x="219" y="177"/>
                </a:cubicBezTo>
                <a:cubicBezTo>
                  <a:pt x="304" y="262"/>
                  <a:pt x="304" y="262"/>
                  <a:pt x="304" y="262"/>
                </a:cubicBezTo>
                <a:cubicBezTo>
                  <a:pt x="389" y="177"/>
                  <a:pt x="389" y="177"/>
                  <a:pt x="389" y="177"/>
                </a:cubicBezTo>
                <a:cubicBezTo>
                  <a:pt x="389" y="170"/>
                  <a:pt x="396" y="170"/>
                  <a:pt x="403" y="170"/>
                </a:cubicBezTo>
                <a:cubicBezTo>
                  <a:pt x="424" y="170"/>
                  <a:pt x="431" y="177"/>
                  <a:pt x="431" y="198"/>
                </a:cubicBezTo>
                <a:cubicBezTo>
                  <a:pt x="431" y="205"/>
                  <a:pt x="431" y="212"/>
                  <a:pt x="424" y="212"/>
                </a:cubicBezTo>
                <a:cubicBezTo>
                  <a:pt x="340" y="297"/>
                  <a:pt x="340" y="297"/>
                  <a:pt x="340" y="297"/>
                </a:cubicBezTo>
                <a:cubicBezTo>
                  <a:pt x="424" y="382"/>
                  <a:pt x="424" y="382"/>
                  <a:pt x="424" y="382"/>
                </a:cubicBezTo>
                <a:cubicBezTo>
                  <a:pt x="431" y="389"/>
                  <a:pt x="431" y="396"/>
                  <a:pt x="431" y="403"/>
                </a:cubicBezTo>
                <a:cubicBezTo>
                  <a:pt x="431" y="417"/>
                  <a:pt x="424" y="431"/>
                  <a:pt x="403" y="43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7" name="Freeform 118">
            <a:extLst>
              <a:ext uri="{FF2B5EF4-FFF2-40B4-BE49-F238E27FC236}">
                <a16:creationId xmlns:a16="http://schemas.microsoft.com/office/drawing/2014/main" id="{4A6F7D62-D226-AD87-778E-BB877144D19F}"/>
              </a:ext>
            </a:extLst>
          </p:cNvPr>
          <p:cNvSpPr>
            <a:spLocks noChangeArrowheads="1"/>
          </p:cNvSpPr>
          <p:nvPr/>
        </p:nvSpPr>
        <p:spPr bwMode="auto">
          <a:xfrm>
            <a:off x="2458413" y="1691485"/>
            <a:ext cx="549657" cy="549657"/>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2147483646 w 602"/>
              <a:gd name="T61" fmla="*/ 2147483646 h 602"/>
              <a:gd name="T62" fmla="*/ 2147483646 w 602"/>
              <a:gd name="T63" fmla="*/ 2147483646 h 602"/>
              <a:gd name="T64" fmla="*/ 2147483646 w 602"/>
              <a:gd name="T65" fmla="*/ 2147483646 h 602"/>
              <a:gd name="T66" fmla="*/ 2147483646 w 602"/>
              <a:gd name="T67" fmla="*/ 2147483646 h 602"/>
              <a:gd name="T68" fmla="*/ 2147483646 w 602"/>
              <a:gd name="T69" fmla="*/ 2147483646 h 602"/>
              <a:gd name="T70" fmla="*/ 2147483646 w 602"/>
              <a:gd name="T71" fmla="*/ 2147483646 h 602"/>
              <a:gd name="T72" fmla="*/ 2147483646 w 602"/>
              <a:gd name="T73" fmla="*/ 2147483646 h 602"/>
              <a:gd name="T74" fmla="*/ 2147483646 w 602"/>
              <a:gd name="T75" fmla="*/ 2147483646 h 602"/>
              <a:gd name="T76" fmla="*/ 2147483646 w 602"/>
              <a:gd name="T77" fmla="*/ 2147483646 h 60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02" h="602">
                <a:moveTo>
                  <a:pt x="297" y="601"/>
                </a:moveTo>
                <a:lnTo>
                  <a:pt x="297" y="601"/>
                </a:lnTo>
                <a:cubicBezTo>
                  <a:pt x="135" y="601"/>
                  <a:pt x="0" y="467"/>
                  <a:pt x="0" y="297"/>
                </a:cubicBezTo>
                <a:cubicBezTo>
                  <a:pt x="0" y="135"/>
                  <a:pt x="135" y="0"/>
                  <a:pt x="297" y="0"/>
                </a:cubicBezTo>
                <a:cubicBezTo>
                  <a:pt x="467" y="0"/>
                  <a:pt x="601" y="135"/>
                  <a:pt x="601" y="297"/>
                </a:cubicBezTo>
                <a:cubicBezTo>
                  <a:pt x="601" y="467"/>
                  <a:pt x="467" y="601"/>
                  <a:pt x="297" y="601"/>
                </a:cubicBezTo>
                <a:close/>
                <a:moveTo>
                  <a:pt x="297" y="57"/>
                </a:moveTo>
                <a:lnTo>
                  <a:pt x="297" y="57"/>
                </a:lnTo>
                <a:cubicBezTo>
                  <a:pt x="163" y="57"/>
                  <a:pt x="57" y="163"/>
                  <a:pt x="57" y="297"/>
                </a:cubicBezTo>
                <a:cubicBezTo>
                  <a:pt x="57" y="431"/>
                  <a:pt x="163" y="544"/>
                  <a:pt x="297" y="544"/>
                </a:cubicBezTo>
                <a:cubicBezTo>
                  <a:pt x="431" y="544"/>
                  <a:pt x="544" y="431"/>
                  <a:pt x="544" y="297"/>
                </a:cubicBezTo>
                <a:cubicBezTo>
                  <a:pt x="544" y="163"/>
                  <a:pt x="431" y="57"/>
                  <a:pt x="297" y="57"/>
                </a:cubicBezTo>
                <a:close/>
                <a:moveTo>
                  <a:pt x="431" y="241"/>
                </a:moveTo>
                <a:lnTo>
                  <a:pt x="431" y="241"/>
                </a:lnTo>
                <a:cubicBezTo>
                  <a:pt x="283" y="396"/>
                  <a:pt x="283" y="396"/>
                  <a:pt x="283" y="396"/>
                </a:cubicBezTo>
                <a:cubicBezTo>
                  <a:pt x="276" y="403"/>
                  <a:pt x="269" y="403"/>
                  <a:pt x="262" y="403"/>
                </a:cubicBezTo>
                <a:cubicBezTo>
                  <a:pt x="255" y="403"/>
                  <a:pt x="248" y="403"/>
                  <a:pt x="240" y="396"/>
                </a:cubicBezTo>
                <a:cubicBezTo>
                  <a:pt x="156" y="311"/>
                  <a:pt x="156" y="311"/>
                  <a:pt x="156" y="311"/>
                </a:cubicBezTo>
                <a:cubicBezTo>
                  <a:pt x="149" y="304"/>
                  <a:pt x="149" y="297"/>
                  <a:pt x="149" y="290"/>
                </a:cubicBezTo>
                <a:cubicBezTo>
                  <a:pt x="149" y="276"/>
                  <a:pt x="163" y="262"/>
                  <a:pt x="177" y="262"/>
                </a:cubicBezTo>
                <a:cubicBezTo>
                  <a:pt x="184" y="262"/>
                  <a:pt x="191" y="262"/>
                  <a:pt x="198" y="269"/>
                </a:cubicBezTo>
                <a:cubicBezTo>
                  <a:pt x="262" y="333"/>
                  <a:pt x="262" y="333"/>
                  <a:pt x="262" y="333"/>
                </a:cubicBezTo>
                <a:cubicBezTo>
                  <a:pt x="396" y="205"/>
                  <a:pt x="396" y="205"/>
                  <a:pt x="396" y="205"/>
                </a:cubicBezTo>
                <a:cubicBezTo>
                  <a:pt x="396" y="198"/>
                  <a:pt x="403" y="198"/>
                  <a:pt x="410" y="198"/>
                </a:cubicBezTo>
                <a:cubicBezTo>
                  <a:pt x="431" y="198"/>
                  <a:pt x="438" y="205"/>
                  <a:pt x="438" y="226"/>
                </a:cubicBezTo>
                <a:cubicBezTo>
                  <a:pt x="438" y="234"/>
                  <a:pt x="438" y="241"/>
                  <a:pt x="431" y="241"/>
                </a:cubicBezTo>
                <a:close/>
                <a:moveTo>
                  <a:pt x="431" y="198"/>
                </a:moveTo>
                <a:lnTo>
                  <a:pt x="431" y="198"/>
                </a:lnTo>
                <a:close/>
                <a:moveTo>
                  <a:pt x="198" y="431"/>
                </a:moveTo>
                <a:lnTo>
                  <a:pt x="198" y="431"/>
                </a:lnTo>
                <a:close/>
                <a:moveTo>
                  <a:pt x="403" y="431"/>
                </a:moveTo>
                <a:lnTo>
                  <a:pt x="403" y="431"/>
                </a:lnTo>
                <a:close/>
                <a:moveTo>
                  <a:pt x="431" y="403"/>
                </a:moveTo>
                <a:lnTo>
                  <a:pt x="431" y="40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8" name="Freeform 119">
            <a:extLst>
              <a:ext uri="{FF2B5EF4-FFF2-40B4-BE49-F238E27FC236}">
                <a16:creationId xmlns:a16="http://schemas.microsoft.com/office/drawing/2014/main" id="{C8DE75F8-D602-6B36-9E91-6694A19389D6}"/>
              </a:ext>
            </a:extLst>
          </p:cNvPr>
          <p:cNvSpPr>
            <a:spLocks noChangeArrowheads="1"/>
          </p:cNvSpPr>
          <p:nvPr/>
        </p:nvSpPr>
        <p:spPr bwMode="auto">
          <a:xfrm>
            <a:off x="1495512" y="1691485"/>
            <a:ext cx="553668" cy="549657"/>
          </a:xfrm>
          <a:custGeom>
            <a:avLst/>
            <a:gdLst>
              <a:gd name="T0" fmla="*/ 2147483646 w 609"/>
              <a:gd name="T1" fmla="*/ 2147483646 h 602"/>
              <a:gd name="T2" fmla="*/ 2147483646 w 609"/>
              <a:gd name="T3" fmla="*/ 2147483646 h 602"/>
              <a:gd name="T4" fmla="*/ 0 w 609"/>
              <a:gd name="T5" fmla="*/ 2147483646 h 602"/>
              <a:gd name="T6" fmla="*/ 2147483646 w 609"/>
              <a:gd name="T7" fmla="*/ 0 h 602"/>
              <a:gd name="T8" fmla="*/ 2147483646 w 609"/>
              <a:gd name="T9" fmla="*/ 2147483646 h 602"/>
              <a:gd name="T10" fmla="*/ 2147483646 w 609"/>
              <a:gd name="T11" fmla="*/ 2147483646 h 602"/>
              <a:gd name="T12" fmla="*/ 2147483646 w 609"/>
              <a:gd name="T13" fmla="*/ 2147483646 h 602"/>
              <a:gd name="T14" fmla="*/ 2147483646 w 609"/>
              <a:gd name="T15" fmla="*/ 2147483646 h 602"/>
              <a:gd name="T16" fmla="*/ 2147483646 w 609"/>
              <a:gd name="T17" fmla="*/ 2147483646 h 602"/>
              <a:gd name="T18" fmla="*/ 2147483646 w 609"/>
              <a:gd name="T19" fmla="*/ 2147483646 h 602"/>
              <a:gd name="T20" fmla="*/ 2147483646 w 609"/>
              <a:gd name="T21" fmla="*/ 2147483646 h 602"/>
              <a:gd name="T22" fmla="*/ 2147483646 w 609"/>
              <a:gd name="T23" fmla="*/ 2147483646 h 602"/>
              <a:gd name="T24" fmla="*/ 2147483646 w 609"/>
              <a:gd name="T25" fmla="*/ 2147483646 h 602"/>
              <a:gd name="T26" fmla="*/ 2147483646 w 609"/>
              <a:gd name="T27" fmla="*/ 2147483646 h 602"/>
              <a:gd name="T28" fmla="*/ 2147483646 w 609"/>
              <a:gd name="T29" fmla="*/ 2147483646 h 602"/>
              <a:gd name="T30" fmla="*/ 2147483646 w 609"/>
              <a:gd name="T31" fmla="*/ 2147483646 h 602"/>
              <a:gd name="T32" fmla="*/ 2147483646 w 609"/>
              <a:gd name="T33" fmla="*/ 2147483646 h 602"/>
              <a:gd name="T34" fmla="*/ 2147483646 w 609"/>
              <a:gd name="T35" fmla="*/ 2147483646 h 602"/>
              <a:gd name="T36" fmla="*/ 2147483646 w 609"/>
              <a:gd name="T37" fmla="*/ 2147483646 h 602"/>
              <a:gd name="T38" fmla="*/ 2147483646 w 609"/>
              <a:gd name="T39" fmla="*/ 2147483646 h 602"/>
              <a:gd name="T40" fmla="*/ 2147483646 w 609"/>
              <a:gd name="T41" fmla="*/ 2147483646 h 602"/>
              <a:gd name="T42" fmla="*/ 2147483646 w 609"/>
              <a:gd name="T43" fmla="*/ 2147483646 h 602"/>
              <a:gd name="T44" fmla="*/ 2147483646 w 609"/>
              <a:gd name="T45" fmla="*/ 2147483646 h 602"/>
              <a:gd name="T46" fmla="*/ 2147483646 w 609"/>
              <a:gd name="T47" fmla="*/ 2147483646 h 602"/>
              <a:gd name="T48" fmla="*/ 2147483646 w 609"/>
              <a:gd name="T49" fmla="*/ 2147483646 h 602"/>
              <a:gd name="T50" fmla="*/ 2147483646 w 609"/>
              <a:gd name="T51" fmla="*/ 2147483646 h 602"/>
              <a:gd name="T52" fmla="*/ 2147483646 w 609"/>
              <a:gd name="T53" fmla="*/ 2147483646 h 602"/>
              <a:gd name="T54" fmla="*/ 2147483646 w 609"/>
              <a:gd name="T55" fmla="*/ 2147483646 h 60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609" h="602">
                <a:moveTo>
                  <a:pt x="304" y="601"/>
                </a:moveTo>
                <a:lnTo>
                  <a:pt x="304" y="601"/>
                </a:lnTo>
                <a:cubicBezTo>
                  <a:pt x="134" y="601"/>
                  <a:pt x="0" y="467"/>
                  <a:pt x="0" y="297"/>
                </a:cubicBezTo>
                <a:cubicBezTo>
                  <a:pt x="0" y="135"/>
                  <a:pt x="134" y="0"/>
                  <a:pt x="304" y="0"/>
                </a:cubicBezTo>
                <a:cubicBezTo>
                  <a:pt x="474" y="0"/>
                  <a:pt x="608" y="135"/>
                  <a:pt x="608" y="297"/>
                </a:cubicBezTo>
                <a:cubicBezTo>
                  <a:pt x="608" y="467"/>
                  <a:pt x="474" y="601"/>
                  <a:pt x="304" y="601"/>
                </a:cubicBezTo>
                <a:close/>
                <a:moveTo>
                  <a:pt x="304" y="57"/>
                </a:moveTo>
                <a:lnTo>
                  <a:pt x="304" y="57"/>
                </a:lnTo>
                <a:cubicBezTo>
                  <a:pt x="170" y="57"/>
                  <a:pt x="57" y="163"/>
                  <a:pt x="57" y="297"/>
                </a:cubicBezTo>
                <a:cubicBezTo>
                  <a:pt x="57" y="431"/>
                  <a:pt x="170" y="544"/>
                  <a:pt x="304" y="544"/>
                </a:cubicBezTo>
                <a:cubicBezTo>
                  <a:pt x="438" y="544"/>
                  <a:pt x="551" y="431"/>
                  <a:pt x="551" y="297"/>
                </a:cubicBezTo>
                <a:cubicBezTo>
                  <a:pt x="551" y="163"/>
                  <a:pt x="438" y="57"/>
                  <a:pt x="304" y="57"/>
                </a:cubicBezTo>
                <a:close/>
                <a:moveTo>
                  <a:pt x="424" y="325"/>
                </a:moveTo>
                <a:lnTo>
                  <a:pt x="424" y="325"/>
                </a:lnTo>
                <a:cubicBezTo>
                  <a:pt x="368" y="325"/>
                  <a:pt x="368" y="325"/>
                  <a:pt x="368" y="325"/>
                </a:cubicBezTo>
                <a:cubicBezTo>
                  <a:pt x="332" y="325"/>
                  <a:pt x="332" y="325"/>
                  <a:pt x="332" y="325"/>
                </a:cubicBezTo>
                <a:cubicBezTo>
                  <a:pt x="276" y="325"/>
                  <a:pt x="276" y="325"/>
                  <a:pt x="276" y="325"/>
                </a:cubicBezTo>
                <a:cubicBezTo>
                  <a:pt x="240" y="325"/>
                  <a:pt x="240" y="325"/>
                  <a:pt x="240" y="325"/>
                </a:cubicBezTo>
                <a:cubicBezTo>
                  <a:pt x="184" y="325"/>
                  <a:pt x="184" y="325"/>
                  <a:pt x="184" y="325"/>
                </a:cubicBezTo>
                <a:cubicBezTo>
                  <a:pt x="163" y="325"/>
                  <a:pt x="156" y="318"/>
                  <a:pt x="156" y="297"/>
                </a:cubicBezTo>
                <a:cubicBezTo>
                  <a:pt x="156" y="283"/>
                  <a:pt x="163" y="269"/>
                  <a:pt x="184" y="269"/>
                </a:cubicBezTo>
                <a:cubicBezTo>
                  <a:pt x="247" y="269"/>
                  <a:pt x="247" y="269"/>
                  <a:pt x="247" y="269"/>
                </a:cubicBezTo>
                <a:cubicBezTo>
                  <a:pt x="276" y="269"/>
                  <a:pt x="276" y="269"/>
                  <a:pt x="276" y="269"/>
                </a:cubicBezTo>
                <a:cubicBezTo>
                  <a:pt x="332" y="269"/>
                  <a:pt x="332" y="269"/>
                  <a:pt x="332" y="269"/>
                </a:cubicBezTo>
                <a:cubicBezTo>
                  <a:pt x="368" y="269"/>
                  <a:pt x="368" y="269"/>
                  <a:pt x="368" y="269"/>
                </a:cubicBezTo>
                <a:cubicBezTo>
                  <a:pt x="424" y="269"/>
                  <a:pt x="424" y="269"/>
                  <a:pt x="424" y="269"/>
                </a:cubicBezTo>
                <a:cubicBezTo>
                  <a:pt x="445" y="269"/>
                  <a:pt x="452" y="283"/>
                  <a:pt x="452" y="297"/>
                </a:cubicBezTo>
                <a:cubicBezTo>
                  <a:pt x="452" y="318"/>
                  <a:pt x="445" y="325"/>
                  <a:pt x="424" y="32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59" name="Freeform 120">
            <a:extLst>
              <a:ext uri="{FF2B5EF4-FFF2-40B4-BE49-F238E27FC236}">
                <a16:creationId xmlns:a16="http://schemas.microsoft.com/office/drawing/2014/main" id="{955B575B-7955-21BE-4FB6-C2609BF9B9E8}"/>
              </a:ext>
            </a:extLst>
          </p:cNvPr>
          <p:cNvSpPr>
            <a:spLocks noChangeArrowheads="1"/>
          </p:cNvSpPr>
          <p:nvPr/>
        </p:nvSpPr>
        <p:spPr bwMode="auto">
          <a:xfrm>
            <a:off x="536624" y="1691485"/>
            <a:ext cx="549655" cy="549657"/>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2" h="602">
                <a:moveTo>
                  <a:pt x="304" y="601"/>
                </a:moveTo>
                <a:lnTo>
                  <a:pt x="304" y="601"/>
                </a:lnTo>
                <a:cubicBezTo>
                  <a:pt x="134" y="601"/>
                  <a:pt x="0" y="467"/>
                  <a:pt x="0" y="297"/>
                </a:cubicBezTo>
                <a:cubicBezTo>
                  <a:pt x="0" y="135"/>
                  <a:pt x="134" y="0"/>
                  <a:pt x="304" y="0"/>
                </a:cubicBezTo>
                <a:cubicBezTo>
                  <a:pt x="467" y="0"/>
                  <a:pt x="601" y="135"/>
                  <a:pt x="601" y="297"/>
                </a:cubicBezTo>
                <a:cubicBezTo>
                  <a:pt x="601" y="467"/>
                  <a:pt x="467" y="601"/>
                  <a:pt x="304" y="601"/>
                </a:cubicBezTo>
                <a:close/>
                <a:moveTo>
                  <a:pt x="304" y="57"/>
                </a:moveTo>
                <a:lnTo>
                  <a:pt x="304" y="57"/>
                </a:lnTo>
                <a:cubicBezTo>
                  <a:pt x="170" y="57"/>
                  <a:pt x="57" y="163"/>
                  <a:pt x="57" y="297"/>
                </a:cubicBezTo>
                <a:cubicBezTo>
                  <a:pt x="57" y="431"/>
                  <a:pt x="170" y="544"/>
                  <a:pt x="304" y="544"/>
                </a:cubicBezTo>
                <a:cubicBezTo>
                  <a:pt x="438" y="544"/>
                  <a:pt x="544" y="431"/>
                  <a:pt x="544" y="297"/>
                </a:cubicBezTo>
                <a:cubicBezTo>
                  <a:pt x="544" y="163"/>
                  <a:pt x="438" y="57"/>
                  <a:pt x="304" y="57"/>
                </a:cubicBezTo>
                <a:close/>
                <a:moveTo>
                  <a:pt x="424" y="325"/>
                </a:moveTo>
                <a:lnTo>
                  <a:pt x="424" y="325"/>
                </a:lnTo>
                <a:cubicBezTo>
                  <a:pt x="332" y="325"/>
                  <a:pt x="332" y="325"/>
                  <a:pt x="332" y="325"/>
                </a:cubicBezTo>
                <a:cubicBezTo>
                  <a:pt x="332" y="424"/>
                  <a:pt x="332" y="424"/>
                  <a:pt x="332" y="424"/>
                </a:cubicBezTo>
                <a:cubicBezTo>
                  <a:pt x="332" y="438"/>
                  <a:pt x="318" y="453"/>
                  <a:pt x="304" y="453"/>
                </a:cubicBezTo>
                <a:cubicBezTo>
                  <a:pt x="283" y="453"/>
                  <a:pt x="276" y="438"/>
                  <a:pt x="276" y="424"/>
                </a:cubicBezTo>
                <a:cubicBezTo>
                  <a:pt x="276" y="325"/>
                  <a:pt x="276" y="325"/>
                  <a:pt x="276" y="325"/>
                </a:cubicBezTo>
                <a:cubicBezTo>
                  <a:pt x="177" y="325"/>
                  <a:pt x="177" y="325"/>
                  <a:pt x="177" y="325"/>
                </a:cubicBezTo>
                <a:cubicBezTo>
                  <a:pt x="163" y="325"/>
                  <a:pt x="148" y="318"/>
                  <a:pt x="148" y="297"/>
                </a:cubicBezTo>
                <a:cubicBezTo>
                  <a:pt x="148" y="283"/>
                  <a:pt x="163" y="269"/>
                  <a:pt x="177" y="269"/>
                </a:cubicBezTo>
                <a:cubicBezTo>
                  <a:pt x="276" y="269"/>
                  <a:pt x="276" y="269"/>
                  <a:pt x="276" y="269"/>
                </a:cubicBezTo>
                <a:cubicBezTo>
                  <a:pt x="276" y="177"/>
                  <a:pt x="276" y="177"/>
                  <a:pt x="276" y="177"/>
                </a:cubicBezTo>
                <a:cubicBezTo>
                  <a:pt x="276" y="163"/>
                  <a:pt x="283" y="149"/>
                  <a:pt x="304" y="149"/>
                </a:cubicBezTo>
                <a:cubicBezTo>
                  <a:pt x="318" y="149"/>
                  <a:pt x="332" y="163"/>
                  <a:pt x="332" y="177"/>
                </a:cubicBezTo>
                <a:cubicBezTo>
                  <a:pt x="332" y="269"/>
                  <a:pt x="332" y="269"/>
                  <a:pt x="332" y="269"/>
                </a:cubicBezTo>
                <a:cubicBezTo>
                  <a:pt x="424" y="269"/>
                  <a:pt x="424" y="269"/>
                  <a:pt x="424" y="269"/>
                </a:cubicBezTo>
                <a:cubicBezTo>
                  <a:pt x="438" y="269"/>
                  <a:pt x="452" y="283"/>
                  <a:pt x="452" y="297"/>
                </a:cubicBezTo>
                <a:cubicBezTo>
                  <a:pt x="452" y="318"/>
                  <a:pt x="438" y="325"/>
                  <a:pt x="424" y="32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0" name="Freeform 121">
            <a:extLst>
              <a:ext uri="{FF2B5EF4-FFF2-40B4-BE49-F238E27FC236}">
                <a16:creationId xmlns:a16="http://schemas.microsoft.com/office/drawing/2014/main" id="{F66FCE39-9FAF-3A1A-5AC4-41D5124BAAE8}"/>
              </a:ext>
            </a:extLst>
          </p:cNvPr>
          <p:cNvSpPr>
            <a:spLocks noChangeArrowheads="1"/>
          </p:cNvSpPr>
          <p:nvPr/>
        </p:nvSpPr>
        <p:spPr bwMode="auto">
          <a:xfrm>
            <a:off x="11100452" y="728584"/>
            <a:ext cx="549657" cy="553668"/>
          </a:xfrm>
          <a:custGeom>
            <a:avLst/>
            <a:gdLst>
              <a:gd name="T0" fmla="*/ 2147483646 w 602"/>
              <a:gd name="T1" fmla="*/ 2147483646 h 609"/>
              <a:gd name="T2" fmla="*/ 2147483646 w 602"/>
              <a:gd name="T3" fmla="*/ 2147483646 h 609"/>
              <a:gd name="T4" fmla="*/ 2147483646 w 602"/>
              <a:gd name="T5" fmla="*/ 2147483646 h 609"/>
              <a:gd name="T6" fmla="*/ 2147483646 w 602"/>
              <a:gd name="T7" fmla="*/ 2147483646 h 609"/>
              <a:gd name="T8" fmla="*/ 2147483646 w 602"/>
              <a:gd name="T9" fmla="*/ 2147483646 h 609"/>
              <a:gd name="T10" fmla="*/ 2147483646 w 602"/>
              <a:gd name="T11" fmla="*/ 2147483646 h 609"/>
              <a:gd name="T12" fmla="*/ 2147483646 w 602"/>
              <a:gd name="T13" fmla="*/ 2147483646 h 609"/>
              <a:gd name="T14" fmla="*/ 2147483646 w 602"/>
              <a:gd name="T15" fmla="*/ 2147483646 h 609"/>
              <a:gd name="T16" fmla="*/ 2147483646 w 602"/>
              <a:gd name="T17" fmla="*/ 2147483646 h 609"/>
              <a:gd name="T18" fmla="*/ 2147483646 w 602"/>
              <a:gd name="T19" fmla="*/ 2147483646 h 609"/>
              <a:gd name="T20" fmla="*/ 2147483646 w 602"/>
              <a:gd name="T21" fmla="*/ 2147483646 h 609"/>
              <a:gd name="T22" fmla="*/ 2147483646 w 602"/>
              <a:gd name="T23" fmla="*/ 2147483646 h 609"/>
              <a:gd name="T24" fmla="*/ 2147483646 w 602"/>
              <a:gd name="T25" fmla="*/ 2147483646 h 609"/>
              <a:gd name="T26" fmla="*/ 2147483646 w 602"/>
              <a:gd name="T27" fmla="*/ 2147483646 h 609"/>
              <a:gd name="T28" fmla="*/ 2147483646 w 602"/>
              <a:gd name="T29" fmla="*/ 2147483646 h 609"/>
              <a:gd name="T30" fmla="*/ 2147483646 w 602"/>
              <a:gd name="T31" fmla="*/ 2147483646 h 609"/>
              <a:gd name="T32" fmla="*/ 2147483646 w 602"/>
              <a:gd name="T33" fmla="*/ 2147483646 h 609"/>
              <a:gd name="T34" fmla="*/ 2147483646 w 602"/>
              <a:gd name="T35" fmla="*/ 2147483646 h 609"/>
              <a:gd name="T36" fmla="*/ 2147483646 w 602"/>
              <a:gd name="T37" fmla="*/ 2147483646 h 609"/>
              <a:gd name="T38" fmla="*/ 2147483646 w 602"/>
              <a:gd name="T39" fmla="*/ 2147483646 h 609"/>
              <a:gd name="T40" fmla="*/ 2147483646 w 602"/>
              <a:gd name="T41" fmla="*/ 2147483646 h 609"/>
              <a:gd name="T42" fmla="*/ 2147483646 w 602"/>
              <a:gd name="T43" fmla="*/ 2147483646 h 609"/>
              <a:gd name="T44" fmla="*/ 2147483646 w 602"/>
              <a:gd name="T45" fmla="*/ 2147483646 h 609"/>
              <a:gd name="T46" fmla="*/ 2147483646 w 602"/>
              <a:gd name="T47" fmla="*/ 2147483646 h 609"/>
              <a:gd name="T48" fmla="*/ 2147483646 w 602"/>
              <a:gd name="T49" fmla="*/ 2147483646 h 609"/>
              <a:gd name="T50" fmla="*/ 2147483646 w 602"/>
              <a:gd name="T51" fmla="*/ 2147483646 h 609"/>
              <a:gd name="T52" fmla="*/ 2147483646 w 602"/>
              <a:gd name="T53" fmla="*/ 2147483646 h 609"/>
              <a:gd name="T54" fmla="*/ 2147483646 w 602"/>
              <a:gd name="T55" fmla="*/ 2147483646 h 609"/>
              <a:gd name="T56" fmla="*/ 2147483646 w 602"/>
              <a:gd name="T57" fmla="*/ 2147483646 h 609"/>
              <a:gd name="T58" fmla="*/ 2147483646 w 602"/>
              <a:gd name="T59" fmla="*/ 2147483646 h 609"/>
              <a:gd name="T60" fmla="*/ 2147483646 w 602"/>
              <a:gd name="T61" fmla="*/ 2147483646 h 609"/>
              <a:gd name="T62" fmla="*/ 2147483646 w 602"/>
              <a:gd name="T63" fmla="*/ 2147483646 h 609"/>
              <a:gd name="T64" fmla="*/ 2147483646 w 602"/>
              <a:gd name="T65" fmla="*/ 2147483646 h 609"/>
              <a:gd name="T66" fmla="*/ 2147483646 w 602"/>
              <a:gd name="T67" fmla="*/ 2147483646 h 609"/>
              <a:gd name="T68" fmla="*/ 2147483646 w 602"/>
              <a:gd name="T69" fmla="*/ 2147483646 h 609"/>
              <a:gd name="T70" fmla="*/ 2147483646 w 602"/>
              <a:gd name="T71" fmla="*/ 2147483646 h 609"/>
              <a:gd name="T72" fmla="*/ 2147483646 w 602"/>
              <a:gd name="T73" fmla="*/ 2147483646 h 609"/>
              <a:gd name="T74" fmla="*/ 2147483646 w 602"/>
              <a:gd name="T75" fmla="*/ 2147483646 h 609"/>
              <a:gd name="T76" fmla="*/ 2147483646 w 602"/>
              <a:gd name="T77" fmla="*/ 2147483646 h 609"/>
              <a:gd name="T78" fmla="*/ 2147483646 w 602"/>
              <a:gd name="T79" fmla="*/ 2147483646 h 609"/>
              <a:gd name="T80" fmla="*/ 2147483646 w 602"/>
              <a:gd name="T81" fmla="*/ 2147483646 h 609"/>
              <a:gd name="T82" fmla="*/ 2147483646 w 602"/>
              <a:gd name="T83" fmla="*/ 2147483646 h 609"/>
              <a:gd name="T84" fmla="*/ 2147483646 w 602"/>
              <a:gd name="T85" fmla="*/ 2147483646 h 609"/>
              <a:gd name="T86" fmla="*/ 2147483646 w 602"/>
              <a:gd name="T87" fmla="*/ 2147483646 h 609"/>
              <a:gd name="T88" fmla="*/ 2147483646 w 602"/>
              <a:gd name="T89" fmla="*/ 2147483646 h 609"/>
              <a:gd name="T90" fmla="*/ 2147483646 w 602"/>
              <a:gd name="T91" fmla="*/ 2147483646 h 609"/>
              <a:gd name="T92" fmla="*/ 2147483646 w 602"/>
              <a:gd name="T93" fmla="*/ 2147483646 h 609"/>
              <a:gd name="T94" fmla="*/ 2147483646 w 602"/>
              <a:gd name="T95" fmla="*/ 2147483646 h 609"/>
              <a:gd name="T96" fmla="*/ 2147483646 w 602"/>
              <a:gd name="T97" fmla="*/ 2147483646 h 609"/>
              <a:gd name="T98" fmla="*/ 2147483646 w 602"/>
              <a:gd name="T99" fmla="*/ 2147483646 h 609"/>
              <a:gd name="T100" fmla="*/ 2147483646 w 602"/>
              <a:gd name="T101" fmla="*/ 2147483646 h 609"/>
              <a:gd name="T102" fmla="*/ 2147483646 w 602"/>
              <a:gd name="T103" fmla="*/ 2147483646 h 609"/>
              <a:gd name="T104" fmla="*/ 2147483646 w 602"/>
              <a:gd name="T105" fmla="*/ 2147483646 h 609"/>
              <a:gd name="T106" fmla="*/ 2147483646 w 602"/>
              <a:gd name="T107" fmla="*/ 2147483646 h 609"/>
              <a:gd name="T108" fmla="*/ 2147483646 w 602"/>
              <a:gd name="T109" fmla="*/ 2147483646 h 609"/>
              <a:gd name="T110" fmla="*/ 2147483646 w 602"/>
              <a:gd name="T111" fmla="*/ 2147483646 h 609"/>
              <a:gd name="T112" fmla="*/ 2147483646 w 602"/>
              <a:gd name="T113" fmla="*/ 2147483646 h 609"/>
              <a:gd name="T114" fmla="*/ 2147483646 w 602"/>
              <a:gd name="T115" fmla="*/ 2147483646 h 609"/>
              <a:gd name="T116" fmla="*/ 2147483646 w 602"/>
              <a:gd name="T117" fmla="*/ 2147483646 h 609"/>
              <a:gd name="T118" fmla="*/ 2147483646 w 602"/>
              <a:gd name="T119" fmla="*/ 2147483646 h 609"/>
              <a:gd name="T120" fmla="*/ 2147483646 w 602"/>
              <a:gd name="T121" fmla="*/ 2147483646 h 609"/>
              <a:gd name="T122" fmla="*/ 2147483646 w 602"/>
              <a:gd name="T123" fmla="*/ 2147483646 h 609"/>
              <a:gd name="T124" fmla="*/ 2147483646 w 602"/>
              <a:gd name="T125" fmla="*/ 2147483646 h 60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602" h="609">
                <a:moveTo>
                  <a:pt x="297" y="608"/>
                </a:moveTo>
                <a:lnTo>
                  <a:pt x="297" y="608"/>
                </a:lnTo>
                <a:cubicBezTo>
                  <a:pt x="134" y="608"/>
                  <a:pt x="0" y="474"/>
                  <a:pt x="0" y="304"/>
                </a:cubicBezTo>
                <a:cubicBezTo>
                  <a:pt x="0" y="134"/>
                  <a:pt x="134" y="0"/>
                  <a:pt x="297" y="0"/>
                </a:cubicBezTo>
                <a:cubicBezTo>
                  <a:pt x="466" y="0"/>
                  <a:pt x="601" y="134"/>
                  <a:pt x="601" y="304"/>
                </a:cubicBezTo>
                <a:cubicBezTo>
                  <a:pt x="601" y="474"/>
                  <a:pt x="466" y="608"/>
                  <a:pt x="297" y="608"/>
                </a:cubicBezTo>
                <a:close/>
                <a:moveTo>
                  <a:pt x="466" y="127"/>
                </a:moveTo>
                <a:lnTo>
                  <a:pt x="466" y="127"/>
                </a:lnTo>
                <a:cubicBezTo>
                  <a:pt x="466" y="127"/>
                  <a:pt x="466" y="127"/>
                  <a:pt x="466" y="120"/>
                </a:cubicBezTo>
                <a:lnTo>
                  <a:pt x="459" y="120"/>
                </a:lnTo>
                <a:cubicBezTo>
                  <a:pt x="459" y="120"/>
                  <a:pt x="459" y="120"/>
                  <a:pt x="459" y="127"/>
                </a:cubicBezTo>
                <a:cubicBezTo>
                  <a:pt x="459" y="127"/>
                  <a:pt x="459" y="127"/>
                  <a:pt x="466" y="127"/>
                </a:cubicBezTo>
                <a:cubicBezTo>
                  <a:pt x="466" y="134"/>
                  <a:pt x="466" y="134"/>
                  <a:pt x="459" y="134"/>
                </a:cubicBezTo>
                <a:cubicBezTo>
                  <a:pt x="459" y="141"/>
                  <a:pt x="459" y="141"/>
                  <a:pt x="459" y="141"/>
                </a:cubicBezTo>
                <a:lnTo>
                  <a:pt x="452" y="141"/>
                </a:lnTo>
                <a:cubicBezTo>
                  <a:pt x="452" y="141"/>
                  <a:pt x="452" y="141"/>
                  <a:pt x="459" y="141"/>
                </a:cubicBezTo>
                <a:cubicBezTo>
                  <a:pt x="459" y="141"/>
                  <a:pt x="459" y="141"/>
                  <a:pt x="466" y="141"/>
                </a:cubicBezTo>
                <a:cubicBezTo>
                  <a:pt x="466" y="134"/>
                  <a:pt x="466" y="134"/>
                  <a:pt x="466" y="134"/>
                </a:cubicBezTo>
                <a:cubicBezTo>
                  <a:pt x="466" y="127"/>
                  <a:pt x="466" y="127"/>
                  <a:pt x="474" y="127"/>
                </a:cubicBezTo>
                <a:lnTo>
                  <a:pt x="466" y="127"/>
                </a:lnTo>
                <a:close/>
                <a:moveTo>
                  <a:pt x="474" y="134"/>
                </a:moveTo>
                <a:lnTo>
                  <a:pt x="474" y="134"/>
                </a:lnTo>
                <a:close/>
                <a:moveTo>
                  <a:pt x="544" y="339"/>
                </a:moveTo>
                <a:lnTo>
                  <a:pt x="544" y="339"/>
                </a:lnTo>
                <a:cubicBezTo>
                  <a:pt x="544" y="332"/>
                  <a:pt x="544" y="325"/>
                  <a:pt x="544" y="325"/>
                </a:cubicBezTo>
                <a:cubicBezTo>
                  <a:pt x="544" y="318"/>
                  <a:pt x="544" y="325"/>
                  <a:pt x="537" y="325"/>
                </a:cubicBezTo>
                <a:cubicBezTo>
                  <a:pt x="537" y="318"/>
                  <a:pt x="537" y="318"/>
                  <a:pt x="537" y="318"/>
                </a:cubicBezTo>
                <a:cubicBezTo>
                  <a:pt x="537" y="318"/>
                  <a:pt x="537" y="318"/>
                  <a:pt x="537" y="325"/>
                </a:cubicBezTo>
                <a:cubicBezTo>
                  <a:pt x="537" y="325"/>
                  <a:pt x="530" y="332"/>
                  <a:pt x="537" y="332"/>
                </a:cubicBezTo>
                <a:cubicBezTo>
                  <a:pt x="537" y="339"/>
                  <a:pt x="537" y="339"/>
                  <a:pt x="544" y="339"/>
                </a:cubicBezTo>
                <a:close/>
                <a:moveTo>
                  <a:pt x="64" y="361"/>
                </a:moveTo>
                <a:lnTo>
                  <a:pt x="64" y="361"/>
                </a:lnTo>
                <a:cubicBezTo>
                  <a:pt x="71" y="361"/>
                  <a:pt x="71" y="361"/>
                  <a:pt x="71" y="361"/>
                </a:cubicBezTo>
                <a:cubicBezTo>
                  <a:pt x="71" y="354"/>
                  <a:pt x="71" y="354"/>
                  <a:pt x="71" y="354"/>
                </a:cubicBezTo>
                <a:cubicBezTo>
                  <a:pt x="71" y="354"/>
                  <a:pt x="71" y="354"/>
                  <a:pt x="64" y="354"/>
                </a:cubicBezTo>
                <a:lnTo>
                  <a:pt x="64" y="361"/>
                </a:lnTo>
                <a:cubicBezTo>
                  <a:pt x="64" y="354"/>
                  <a:pt x="64" y="354"/>
                  <a:pt x="64" y="354"/>
                </a:cubicBezTo>
                <a:cubicBezTo>
                  <a:pt x="64" y="354"/>
                  <a:pt x="64" y="354"/>
                  <a:pt x="57" y="354"/>
                </a:cubicBezTo>
                <a:cubicBezTo>
                  <a:pt x="64" y="361"/>
                  <a:pt x="64" y="361"/>
                  <a:pt x="64" y="361"/>
                </a:cubicBezTo>
                <a:close/>
                <a:moveTo>
                  <a:pt x="71" y="269"/>
                </a:moveTo>
                <a:lnTo>
                  <a:pt x="71" y="269"/>
                </a:lnTo>
                <a:close/>
                <a:moveTo>
                  <a:pt x="71" y="226"/>
                </a:moveTo>
                <a:lnTo>
                  <a:pt x="71" y="226"/>
                </a:lnTo>
                <a:lnTo>
                  <a:pt x="71" y="219"/>
                </a:lnTo>
                <a:lnTo>
                  <a:pt x="71" y="226"/>
                </a:lnTo>
                <a:close/>
                <a:moveTo>
                  <a:pt x="134" y="127"/>
                </a:moveTo>
                <a:lnTo>
                  <a:pt x="134" y="127"/>
                </a:lnTo>
                <a:cubicBezTo>
                  <a:pt x="134" y="127"/>
                  <a:pt x="134" y="127"/>
                  <a:pt x="127" y="127"/>
                </a:cubicBezTo>
                <a:cubicBezTo>
                  <a:pt x="134" y="127"/>
                  <a:pt x="134" y="127"/>
                  <a:pt x="134" y="127"/>
                </a:cubicBezTo>
                <a:close/>
                <a:moveTo>
                  <a:pt x="127" y="134"/>
                </a:moveTo>
                <a:lnTo>
                  <a:pt x="127" y="134"/>
                </a:lnTo>
                <a:close/>
                <a:moveTo>
                  <a:pt x="191" y="85"/>
                </a:moveTo>
                <a:lnTo>
                  <a:pt x="191" y="85"/>
                </a:lnTo>
                <a:lnTo>
                  <a:pt x="198" y="85"/>
                </a:lnTo>
                <a:lnTo>
                  <a:pt x="191" y="85"/>
                </a:lnTo>
                <a:cubicBezTo>
                  <a:pt x="198" y="85"/>
                  <a:pt x="198" y="85"/>
                  <a:pt x="198" y="85"/>
                </a:cubicBezTo>
                <a:lnTo>
                  <a:pt x="198" y="92"/>
                </a:lnTo>
                <a:lnTo>
                  <a:pt x="198" y="85"/>
                </a:lnTo>
                <a:cubicBezTo>
                  <a:pt x="191" y="85"/>
                  <a:pt x="191" y="92"/>
                  <a:pt x="191" y="92"/>
                </a:cubicBezTo>
                <a:cubicBezTo>
                  <a:pt x="191" y="92"/>
                  <a:pt x="191" y="92"/>
                  <a:pt x="191" y="85"/>
                </a:cubicBezTo>
                <a:cubicBezTo>
                  <a:pt x="191" y="92"/>
                  <a:pt x="191" y="92"/>
                  <a:pt x="191" y="92"/>
                </a:cubicBezTo>
                <a:cubicBezTo>
                  <a:pt x="191" y="92"/>
                  <a:pt x="191" y="92"/>
                  <a:pt x="198" y="92"/>
                </a:cubicBezTo>
                <a:lnTo>
                  <a:pt x="191" y="92"/>
                </a:lnTo>
                <a:lnTo>
                  <a:pt x="198" y="92"/>
                </a:lnTo>
                <a:lnTo>
                  <a:pt x="191" y="92"/>
                </a:lnTo>
                <a:cubicBezTo>
                  <a:pt x="198" y="92"/>
                  <a:pt x="198" y="92"/>
                  <a:pt x="198" y="92"/>
                </a:cubicBezTo>
                <a:cubicBezTo>
                  <a:pt x="198" y="92"/>
                  <a:pt x="205" y="99"/>
                  <a:pt x="198" y="99"/>
                </a:cubicBezTo>
                <a:lnTo>
                  <a:pt x="191" y="99"/>
                </a:lnTo>
                <a:lnTo>
                  <a:pt x="198" y="99"/>
                </a:lnTo>
                <a:cubicBezTo>
                  <a:pt x="191" y="99"/>
                  <a:pt x="191" y="99"/>
                  <a:pt x="191" y="99"/>
                </a:cubicBezTo>
                <a:cubicBezTo>
                  <a:pt x="191" y="106"/>
                  <a:pt x="184" y="106"/>
                  <a:pt x="191" y="106"/>
                </a:cubicBezTo>
                <a:cubicBezTo>
                  <a:pt x="191" y="99"/>
                  <a:pt x="191" y="99"/>
                  <a:pt x="191" y="99"/>
                </a:cubicBezTo>
                <a:cubicBezTo>
                  <a:pt x="191" y="106"/>
                  <a:pt x="191" y="106"/>
                  <a:pt x="191" y="106"/>
                </a:cubicBezTo>
                <a:lnTo>
                  <a:pt x="198" y="106"/>
                </a:lnTo>
                <a:cubicBezTo>
                  <a:pt x="198" y="106"/>
                  <a:pt x="198" y="106"/>
                  <a:pt x="205" y="106"/>
                </a:cubicBezTo>
                <a:cubicBezTo>
                  <a:pt x="212" y="106"/>
                  <a:pt x="212" y="106"/>
                  <a:pt x="212" y="106"/>
                </a:cubicBezTo>
                <a:cubicBezTo>
                  <a:pt x="212" y="113"/>
                  <a:pt x="212" y="113"/>
                  <a:pt x="212" y="113"/>
                </a:cubicBezTo>
                <a:cubicBezTo>
                  <a:pt x="212" y="113"/>
                  <a:pt x="205" y="113"/>
                  <a:pt x="205" y="106"/>
                </a:cubicBezTo>
                <a:cubicBezTo>
                  <a:pt x="205" y="113"/>
                  <a:pt x="212" y="113"/>
                  <a:pt x="205" y="113"/>
                </a:cubicBezTo>
                <a:cubicBezTo>
                  <a:pt x="198" y="106"/>
                  <a:pt x="198" y="106"/>
                  <a:pt x="198" y="106"/>
                </a:cubicBezTo>
                <a:lnTo>
                  <a:pt x="198" y="113"/>
                </a:lnTo>
                <a:cubicBezTo>
                  <a:pt x="191" y="106"/>
                  <a:pt x="191" y="106"/>
                  <a:pt x="191" y="106"/>
                </a:cubicBezTo>
                <a:cubicBezTo>
                  <a:pt x="191" y="106"/>
                  <a:pt x="191" y="106"/>
                  <a:pt x="191" y="113"/>
                </a:cubicBezTo>
                <a:cubicBezTo>
                  <a:pt x="198" y="113"/>
                  <a:pt x="198" y="113"/>
                  <a:pt x="198" y="113"/>
                </a:cubicBezTo>
                <a:lnTo>
                  <a:pt x="198" y="106"/>
                </a:lnTo>
                <a:cubicBezTo>
                  <a:pt x="198" y="113"/>
                  <a:pt x="198" y="113"/>
                  <a:pt x="198" y="113"/>
                </a:cubicBezTo>
                <a:lnTo>
                  <a:pt x="191" y="113"/>
                </a:lnTo>
                <a:cubicBezTo>
                  <a:pt x="198" y="113"/>
                  <a:pt x="191" y="113"/>
                  <a:pt x="191" y="120"/>
                </a:cubicBezTo>
                <a:cubicBezTo>
                  <a:pt x="191" y="120"/>
                  <a:pt x="191" y="113"/>
                  <a:pt x="198" y="113"/>
                </a:cubicBezTo>
                <a:lnTo>
                  <a:pt x="198" y="120"/>
                </a:lnTo>
                <a:cubicBezTo>
                  <a:pt x="198" y="120"/>
                  <a:pt x="198" y="120"/>
                  <a:pt x="198" y="113"/>
                </a:cubicBezTo>
                <a:lnTo>
                  <a:pt x="205" y="113"/>
                </a:lnTo>
                <a:cubicBezTo>
                  <a:pt x="205" y="113"/>
                  <a:pt x="205" y="113"/>
                  <a:pt x="212" y="113"/>
                </a:cubicBezTo>
                <a:lnTo>
                  <a:pt x="205" y="113"/>
                </a:lnTo>
                <a:cubicBezTo>
                  <a:pt x="205" y="120"/>
                  <a:pt x="205" y="120"/>
                  <a:pt x="212" y="120"/>
                </a:cubicBezTo>
                <a:cubicBezTo>
                  <a:pt x="205" y="120"/>
                  <a:pt x="205" y="120"/>
                  <a:pt x="205" y="120"/>
                </a:cubicBezTo>
                <a:lnTo>
                  <a:pt x="205" y="127"/>
                </a:lnTo>
                <a:cubicBezTo>
                  <a:pt x="198" y="127"/>
                  <a:pt x="198" y="127"/>
                  <a:pt x="198" y="127"/>
                </a:cubicBezTo>
                <a:cubicBezTo>
                  <a:pt x="198" y="127"/>
                  <a:pt x="198" y="127"/>
                  <a:pt x="191" y="127"/>
                </a:cubicBezTo>
                <a:lnTo>
                  <a:pt x="191" y="134"/>
                </a:lnTo>
                <a:cubicBezTo>
                  <a:pt x="191" y="134"/>
                  <a:pt x="191" y="134"/>
                  <a:pt x="191" y="141"/>
                </a:cubicBezTo>
                <a:cubicBezTo>
                  <a:pt x="191" y="141"/>
                  <a:pt x="191" y="141"/>
                  <a:pt x="184" y="141"/>
                </a:cubicBezTo>
                <a:cubicBezTo>
                  <a:pt x="184" y="141"/>
                  <a:pt x="184" y="149"/>
                  <a:pt x="177" y="149"/>
                </a:cubicBezTo>
                <a:cubicBezTo>
                  <a:pt x="177" y="149"/>
                  <a:pt x="177" y="149"/>
                  <a:pt x="177" y="141"/>
                </a:cubicBezTo>
                <a:cubicBezTo>
                  <a:pt x="177" y="141"/>
                  <a:pt x="177" y="141"/>
                  <a:pt x="177" y="149"/>
                </a:cubicBezTo>
                <a:cubicBezTo>
                  <a:pt x="170" y="149"/>
                  <a:pt x="177" y="149"/>
                  <a:pt x="170" y="149"/>
                </a:cubicBezTo>
                <a:cubicBezTo>
                  <a:pt x="170" y="149"/>
                  <a:pt x="170" y="149"/>
                  <a:pt x="177" y="149"/>
                </a:cubicBezTo>
                <a:cubicBezTo>
                  <a:pt x="170" y="149"/>
                  <a:pt x="170" y="149"/>
                  <a:pt x="170" y="149"/>
                </a:cubicBezTo>
                <a:cubicBezTo>
                  <a:pt x="170" y="156"/>
                  <a:pt x="170" y="149"/>
                  <a:pt x="170" y="156"/>
                </a:cubicBezTo>
                <a:lnTo>
                  <a:pt x="177" y="156"/>
                </a:lnTo>
                <a:cubicBezTo>
                  <a:pt x="170" y="156"/>
                  <a:pt x="170" y="156"/>
                  <a:pt x="170" y="156"/>
                </a:cubicBezTo>
                <a:cubicBezTo>
                  <a:pt x="170" y="156"/>
                  <a:pt x="170" y="156"/>
                  <a:pt x="170" y="163"/>
                </a:cubicBezTo>
                <a:cubicBezTo>
                  <a:pt x="170" y="163"/>
                  <a:pt x="170" y="163"/>
                  <a:pt x="170" y="170"/>
                </a:cubicBezTo>
                <a:cubicBezTo>
                  <a:pt x="170" y="170"/>
                  <a:pt x="170" y="170"/>
                  <a:pt x="170" y="177"/>
                </a:cubicBezTo>
                <a:cubicBezTo>
                  <a:pt x="170" y="177"/>
                  <a:pt x="170" y="177"/>
                  <a:pt x="163" y="177"/>
                </a:cubicBezTo>
                <a:lnTo>
                  <a:pt x="170" y="177"/>
                </a:lnTo>
                <a:cubicBezTo>
                  <a:pt x="170" y="177"/>
                  <a:pt x="170" y="177"/>
                  <a:pt x="163" y="177"/>
                </a:cubicBezTo>
                <a:cubicBezTo>
                  <a:pt x="155" y="177"/>
                  <a:pt x="163" y="177"/>
                  <a:pt x="155" y="177"/>
                </a:cubicBezTo>
                <a:lnTo>
                  <a:pt x="163" y="177"/>
                </a:lnTo>
                <a:lnTo>
                  <a:pt x="155" y="177"/>
                </a:lnTo>
                <a:lnTo>
                  <a:pt x="155" y="170"/>
                </a:lnTo>
                <a:lnTo>
                  <a:pt x="155" y="177"/>
                </a:lnTo>
                <a:cubicBezTo>
                  <a:pt x="155" y="177"/>
                  <a:pt x="155" y="177"/>
                  <a:pt x="148" y="177"/>
                </a:cubicBezTo>
                <a:lnTo>
                  <a:pt x="148" y="170"/>
                </a:lnTo>
                <a:cubicBezTo>
                  <a:pt x="148" y="177"/>
                  <a:pt x="148" y="170"/>
                  <a:pt x="148" y="170"/>
                </a:cubicBezTo>
                <a:lnTo>
                  <a:pt x="148" y="177"/>
                </a:lnTo>
                <a:cubicBezTo>
                  <a:pt x="141" y="177"/>
                  <a:pt x="141" y="177"/>
                  <a:pt x="141" y="170"/>
                </a:cubicBezTo>
                <a:cubicBezTo>
                  <a:pt x="141" y="170"/>
                  <a:pt x="148" y="170"/>
                  <a:pt x="141" y="170"/>
                </a:cubicBezTo>
                <a:cubicBezTo>
                  <a:pt x="141" y="163"/>
                  <a:pt x="141" y="163"/>
                  <a:pt x="141" y="163"/>
                </a:cubicBezTo>
                <a:lnTo>
                  <a:pt x="141" y="170"/>
                </a:lnTo>
                <a:cubicBezTo>
                  <a:pt x="141" y="170"/>
                  <a:pt x="141" y="170"/>
                  <a:pt x="141" y="163"/>
                </a:cubicBezTo>
                <a:lnTo>
                  <a:pt x="141" y="170"/>
                </a:lnTo>
                <a:cubicBezTo>
                  <a:pt x="134" y="163"/>
                  <a:pt x="141" y="163"/>
                  <a:pt x="141" y="163"/>
                </a:cubicBezTo>
                <a:cubicBezTo>
                  <a:pt x="141" y="163"/>
                  <a:pt x="141" y="163"/>
                  <a:pt x="134" y="163"/>
                </a:cubicBezTo>
                <a:cubicBezTo>
                  <a:pt x="134" y="163"/>
                  <a:pt x="134" y="163"/>
                  <a:pt x="141" y="163"/>
                </a:cubicBezTo>
                <a:cubicBezTo>
                  <a:pt x="141" y="163"/>
                  <a:pt x="141" y="163"/>
                  <a:pt x="141" y="156"/>
                </a:cubicBezTo>
                <a:cubicBezTo>
                  <a:pt x="141" y="163"/>
                  <a:pt x="141" y="163"/>
                  <a:pt x="141" y="163"/>
                </a:cubicBezTo>
                <a:cubicBezTo>
                  <a:pt x="134" y="163"/>
                  <a:pt x="134" y="163"/>
                  <a:pt x="134" y="163"/>
                </a:cubicBezTo>
                <a:cubicBezTo>
                  <a:pt x="134" y="163"/>
                  <a:pt x="134" y="163"/>
                  <a:pt x="134" y="156"/>
                </a:cubicBezTo>
                <a:cubicBezTo>
                  <a:pt x="134" y="156"/>
                  <a:pt x="134" y="156"/>
                  <a:pt x="141" y="156"/>
                </a:cubicBezTo>
                <a:cubicBezTo>
                  <a:pt x="141" y="156"/>
                  <a:pt x="141" y="156"/>
                  <a:pt x="134" y="156"/>
                </a:cubicBezTo>
                <a:lnTo>
                  <a:pt x="134" y="163"/>
                </a:lnTo>
                <a:cubicBezTo>
                  <a:pt x="134" y="163"/>
                  <a:pt x="134" y="163"/>
                  <a:pt x="134" y="156"/>
                </a:cubicBezTo>
                <a:cubicBezTo>
                  <a:pt x="134" y="156"/>
                  <a:pt x="134" y="156"/>
                  <a:pt x="127" y="156"/>
                </a:cubicBezTo>
                <a:lnTo>
                  <a:pt x="127" y="149"/>
                </a:lnTo>
                <a:lnTo>
                  <a:pt x="134" y="149"/>
                </a:lnTo>
                <a:cubicBezTo>
                  <a:pt x="134" y="149"/>
                  <a:pt x="134" y="149"/>
                  <a:pt x="141" y="149"/>
                </a:cubicBezTo>
                <a:cubicBezTo>
                  <a:pt x="134" y="149"/>
                  <a:pt x="134" y="149"/>
                  <a:pt x="134" y="149"/>
                </a:cubicBezTo>
                <a:lnTo>
                  <a:pt x="127" y="149"/>
                </a:lnTo>
                <a:lnTo>
                  <a:pt x="134" y="149"/>
                </a:lnTo>
                <a:cubicBezTo>
                  <a:pt x="127" y="149"/>
                  <a:pt x="127" y="149"/>
                  <a:pt x="127" y="149"/>
                </a:cubicBezTo>
                <a:cubicBezTo>
                  <a:pt x="127" y="141"/>
                  <a:pt x="134" y="141"/>
                  <a:pt x="134" y="141"/>
                </a:cubicBezTo>
                <a:cubicBezTo>
                  <a:pt x="127" y="141"/>
                  <a:pt x="127" y="141"/>
                  <a:pt x="127" y="141"/>
                </a:cubicBezTo>
                <a:cubicBezTo>
                  <a:pt x="127" y="141"/>
                  <a:pt x="127" y="141"/>
                  <a:pt x="134" y="141"/>
                </a:cubicBezTo>
                <a:lnTo>
                  <a:pt x="127" y="141"/>
                </a:lnTo>
                <a:lnTo>
                  <a:pt x="134" y="141"/>
                </a:lnTo>
                <a:cubicBezTo>
                  <a:pt x="127" y="141"/>
                  <a:pt x="127" y="141"/>
                  <a:pt x="127" y="141"/>
                </a:cubicBezTo>
                <a:cubicBezTo>
                  <a:pt x="127" y="141"/>
                  <a:pt x="127" y="141"/>
                  <a:pt x="134" y="141"/>
                </a:cubicBezTo>
                <a:cubicBezTo>
                  <a:pt x="127" y="141"/>
                  <a:pt x="127" y="141"/>
                  <a:pt x="127" y="141"/>
                </a:cubicBezTo>
                <a:cubicBezTo>
                  <a:pt x="127" y="141"/>
                  <a:pt x="127" y="141"/>
                  <a:pt x="134" y="134"/>
                </a:cubicBezTo>
                <a:cubicBezTo>
                  <a:pt x="134" y="127"/>
                  <a:pt x="134" y="127"/>
                  <a:pt x="134" y="127"/>
                </a:cubicBezTo>
                <a:lnTo>
                  <a:pt x="127" y="127"/>
                </a:lnTo>
                <a:cubicBezTo>
                  <a:pt x="127" y="127"/>
                  <a:pt x="127" y="127"/>
                  <a:pt x="134" y="134"/>
                </a:cubicBezTo>
                <a:cubicBezTo>
                  <a:pt x="134" y="134"/>
                  <a:pt x="134" y="134"/>
                  <a:pt x="127" y="134"/>
                </a:cubicBezTo>
                <a:cubicBezTo>
                  <a:pt x="120" y="141"/>
                  <a:pt x="113" y="149"/>
                  <a:pt x="106" y="156"/>
                </a:cubicBezTo>
                <a:lnTo>
                  <a:pt x="113" y="156"/>
                </a:lnTo>
                <a:cubicBezTo>
                  <a:pt x="113" y="156"/>
                  <a:pt x="113" y="163"/>
                  <a:pt x="120" y="163"/>
                </a:cubicBezTo>
                <a:cubicBezTo>
                  <a:pt x="113" y="163"/>
                  <a:pt x="113" y="163"/>
                  <a:pt x="113" y="163"/>
                </a:cubicBezTo>
                <a:lnTo>
                  <a:pt x="113" y="170"/>
                </a:lnTo>
                <a:lnTo>
                  <a:pt x="106" y="170"/>
                </a:lnTo>
                <a:cubicBezTo>
                  <a:pt x="106" y="163"/>
                  <a:pt x="106" y="163"/>
                  <a:pt x="106" y="163"/>
                </a:cubicBezTo>
                <a:lnTo>
                  <a:pt x="99" y="163"/>
                </a:lnTo>
                <a:lnTo>
                  <a:pt x="99" y="170"/>
                </a:lnTo>
                <a:cubicBezTo>
                  <a:pt x="99" y="170"/>
                  <a:pt x="99" y="170"/>
                  <a:pt x="106" y="170"/>
                </a:cubicBezTo>
                <a:cubicBezTo>
                  <a:pt x="106" y="170"/>
                  <a:pt x="106" y="170"/>
                  <a:pt x="106" y="177"/>
                </a:cubicBezTo>
                <a:lnTo>
                  <a:pt x="106" y="170"/>
                </a:lnTo>
                <a:cubicBezTo>
                  <a:pt x="106" y="177"/>
                  <a:pt x="106" y="177"/>
                  <a:pt x="106" y="177"/>
                </a:cubicBezTo>
                <a:cubicBezTo>
                  <a:pt x="99" y="177"/>
                  <a:pt x="99" y="177"/>
                  <a:pt x="99" y="170"/>
                </a:cubicBezTo>
                <a:lnTo>
                  <a:pt x="99" y="177"/>
                </a:lnTo>
                <a:lnTo>
                  <a:pt x="99" y="170"/>
                </a:lnTo>
                <a:cubicBezTo>
                  <a:pt x="99" y="177"/>
                  <a:pt x="99" y="177"/>
                  <a:pt x="99" y="177"/>
                </a:cubicBezTo>
                <a:cubicBezTo>
                  <a:pt x="99" y="177"/>
                  <a:pt x="106" y="177"/>
                  <a:pt x="106" y="184"/>
                </a:cubicBezTo>
                <a:cubicBezTo>
                  <a:pt x="99" y="184"/>
                  <a:pt x="99" y="177"/>
                  <a:pt x="99" y="177"/>
                </a:cubicBezTo>
                <a:cubicBezTo>
                  <a:pt x="99" y="177"/>
                  <a:pt x="99" y="177"/>
                  <a:pt x="92" y="177"/>
                </a:cubicBezTo>
                <a:cubicBezTo>
                  <a:pt x="92" y="177"/>
                  <a:pt x="85" y="177"/>
                  <a:pt x="85" y="184"/>
                </a:cubicBezTo>
                <a:cubicBezTo>
                  <a:pt x="92" y="184"/>
                  <a:pt x="92" y="184"/>
                  <a:pt x="92" y="184"/>
                </a:cubicBezTo>
                <a:lnTo>
                  <a:pt x="92" y="191"/>
                </a:lnTo>
                <a:cubicBezTo>
                  <a:pt x="92" y="191"/>
                  <a:pt x="92" y="191"/>
                  <a:pt x="92" y="198"/>
                </a:cubicBezTo>
                <a:cubicBezTo>
                  <a:pt x="92" y="191"/>
                  <a:pt x="99" y="191"/>
                  <a:pt x="99" y="198"/>
                </a:cubicBezTo>
                <a:lnTo>
                  <a:pt x="99" y="191"/>
                </a:lnTo>
                <a:cubicBezTo>
                  <a:pt x="106" y="191"/>
                  <a:pt x="106" y="198"/>
                  <a:pt x="106" y="198"/>
                </a:cubicBezTo>
                <a:cubicBezTo>
                  <a:pt x="106" y="191"/>
                  <a:pt x="106" y="191"/>
                  <a:pt x="106" y="191"/>
                </a:cubicBezTo>
                <a:lnTo>
                  <a:pt x="113" y="191"/>
                </a:lnTo>
                <a:cubicBezTo>
                  <a:pt x="113" y="198"/>
                  <a:pt x="113" y="198"/>
                  <a:pt x="113" y="198"/>
                </a:cubicBezTo>
                <a:cubicBezTo>
                  <a:pt x="113" y="198"/>
                  <a:pt x="113" y="198"/>
                  <a:pt x="113" y="205"/>
                </a:cubicBezTo>
                <a:cubicBezTo>
                  <a:pt x="113" y="205"/>
                  <a:pt x="113" y="198"/>
                  <a:pt x="113" y="205"/>
                </a:cubicBezTo>
                <a:cubicBezTo>
                  <a:pt x="120" y="205"/>
                  <a:pt x="120" y="205"/>
                  <a:pt x="120" y="205"/>
                </a:cubicBezTo>
                <a:cubicBezTo>
                  <a:pt x="120" y="205"/>
                  <a:pt x="120" y="212"/>
                  <a:pt x="127" y="212"/>
                </a:cubicBezTo>
                <a:cubicBezTo>
                  <a:pt x="120" y="212"/>
                  <a:pt x="120" y="212"/>
                  <a:pt x="120" y="212"/>
                </a:cubicBezTo>
                <a:cubicBezTo>
                  <a:pt x="127" y="212"/>
                  <a:pt x="127" y="212"/>
                  <a:pt x="127" y="212"/>
                </a:cubicBezTo>
                <a:lnTo>
                  <a:pt x="134" y="212"/>
                </a:lnTo>
                <a:cubicBezTo>
                  <a:pt x="134" y="219"/>
                  <a:pt x="134" y="219"/>
                  <a:pt x="134" y="219"/>
                </a:cubicBezTo>
                <a:lnTo>
                  <a:pt x="127" y="219"/>
                </a:lnTo>
                <a:cubicBezTo>
                  <a:pt x="120" y="226"/>
                  <a:pt x="120" y="226"/>
                  <a:pt x="120" y="226"/>
                </a:cubicBezTo>
                <a:cubicBezTo>
                  <a:pt x="120" y="226"/>
                  <a:pt x="120" y="226"/>
                  <a:pt x="113" y="226"/>
                </a:cubicBezTo>
                <a:lnTo>
                  <a:pt x="106" y="226"/>
                </a:lnTo>
                <a:cubicBezTo>
                  <a:pt x="106" y="226"/>
                  <a:pt x="106" y="226"/>
                  <a:pt x="99" y="226"/>
                </a:cubicBezTo>
                <a:cubicBezTo>
                  <a:pt x="99" y="226"/>
                  <a:pt x="99" y="226"/>
                  <a:pt x="99" y="233"/>
                </a:cubicBezTo>
                <a:cubicBezTo>
                  <a:pt x="92" y="233"/>
                  <a:pt x="92" y="233"/>
                  <a:pt x="92" y="240"/>
                </a:cubicBezTo>
                <a:lnTo>
                  <a:pt x="92" y="233"/>
                </a:lnTo>
                <a:cubicBezTo>
                  <a:pt x="99" y="233"/>
                  <a:pt x="99" y="233"/>
                  <a:pt x="99" y="233"/>
                </a:cubicBezTo>
                <a:cubicBezTo>
                  <a:pt x="106" y="226"/>
                  <a:pt x="106" y="226"/>
                  <a:pt x="106" y="233"/>
                </a:cubicBezTo>
                <a:cubicBezTo>
                  <a:pt x="106" y="233"/>
                  <a:pt x="106" y="233"/>
                  <a:pt x="99" y="233"/>
                </a:cubicBezTo>
                <a:cubicBezTo>
                  <a:pt x="106" y="233"/>
                  <a:pt x="106" y="233"/>
                  <a:pt x="106" y="233"/>
                </a:cubicBezTo>
                <a:cubicBezTo>
                  <a:pt x="106" y="233"/>
                  <a:pt x="106" y="233"/>
                  <a:pt x="106" y="240"/>
                </a:cubicBezTo>
                <a:cubicBezTo>
                  <a:pt x="106" y="240"/>
                  <a:pt x="106" y="240"/>
                  <a:pt x="113" y="240"/>
                </a:cubicBezTo>
                <a:cubicBezTo>
                  <a:pt x="113" y="240"/>
                  <a:pt x="113" y="240"/>
                  <a:pt x="106" y="240"/>
                </a:cubicBezTo>
                <a:cubicBezTo>
                  <a:pt x="106" y="240"/>
                  <a:pt x="106" y="240"/>
                  <a:pt x="113" y="240"/>
                </a:cubicBezTo>
                <a:cubicBezTo>
                  <a:pt x="120" y="240"/>
                  <a:pt x="120" y="240"/>
                  <a:pt x="120" y="240"/>
                </a:cubicBezTo>
                <a:cubicBezTo>
                  <a:pt x="113" y="240"/>
                  <a:pt x="120" y="240"/>
                  <a:pt x="113" y="240"/>
                </a:cubicBezTo>
                <a:cubicBezTo>
                  <a:pt x="113" y="240"/>
                  <a:pt x="113" y="240"/>
                  <a:pt x="113" y="247"/>
                </a:cubicBezTo>
                <a:lnTo>
                  <a:pt x="113" y="240"/>
                </a:lnTo>
                <a:cubicBezTo>
                  <a:pt x="113" y="247"/>
                  <a:pt x="113" y="247"/>
                  <a:pt x="113" y="247"/>
                </a:cubicBezTo>
                <a:cubicBezTo>
                  <a:pt x="113" y="247"/>
                  <a:pt x="113" y="247"/>
                  <a:pt x="106" y="247"/>
                </a:cubicBezTo>
                <a:lnTo>
                  <a:pt x="106" y="240"/>
                </a:lnTo>
                <a:cubicBezTo>
                  <a:pt x="106" y="240"/>
                  <a:pt x="106" y="240"/>
                  <a:pt x="106" y="247"/>
                </a:cubicBezTo>
                <a:lnTo>
                  <a:pt x="106" y="240"/>
                </a:lnTo>
                <a:lnTo>
                  <a:pt x="113" y="240"/>
                </a:lnTo>
                <a:cubicBezTo>
                  <a:pt x="106" y="240"/>
                  <a:pt x="106" y="240"/>
                  <a:pt x="106" y="240"/>
                </a:cubicBezTo>
                <a:cubicBezTo>
                  <a:pt x="106" y="240"/>
                  <a:pt x="106" y="247"/>
                  <a:pt x="99" y="247"/>
                </a:cubicBezTo>
                <a:cubicBezTo>
                  <a:pt x="99" y="240"/>
                  <a:pt x="99" y="240"/>
                  <a:pt x="99" y="247"/>
                </a:cubicBezTo>
                <a:lnTo>
                  <a:pt x="99" y="240"/>
                </a:lnTo>
                <a:cubicBezTo>
                  <a:pt x="99" y="247"/>
                  <a:pt x="99" y="247"/>
                  <a:pt x="99" y="247"/>
                </a:cubicBezTo>
                <a:lnTo>
                  <a:pt x="92" y="247"/>
                </a:lnTo>
                <a:lnTo>
                  <a:pt x="92" y="254"/>
                </a:lnTo>
                <a:cubicBezTo>
                  <a:pt x="85" y="254"/>
                  <a:pt x="85" y="254"/>
                  <a:pt x="85" y="262"/>
                </a:cubicBezTo>
                <a:lnTo>
                  <a:pt x="85" y="254"/>
                </a:lnTo>
                <a:lnTo>
                  <a:pt x="85" y="262"/>
                </a:lnTo>
                <a:cubicBezTo>
                  <a:pt x="78" y="262"/>
                  <a:pt x="78" y="262"/>
                  <a:pt x="78" y="262"/>
                </a:cubicBezTo>
                <a:cubicBezTo>
                  <a:pt x="78" y="262"/>
                  <a:pt x="78" y="262"/>
                  <a:pt x="85" y="262"/>
                </a:cubicBezTo>
                <a:lnTo>
                  <a:pt x="78" y="262"/>
                </a:lnTo>
                <a:cubicBezTo>
                  <a:pt x="78" y="269"/>
                  <a:pt x="78" y="269"/>
                  <a:pt x="78" y="269"/>
                </a:cubicBezTo>
                <a:cubicBezTo>
                  <a:pt x="78" y="262"/>
                  <a:pt x="78" y="262"/>
                  <a:pt x="78" y="269"/>
                </a:cubicBezTo>
                <a:cubicBezTo>
                  <a:pt x="78" y="262"/>
                  <a:pt x="78" y="262"/>
                  <a:pt x="78" y="262"/>
                </a:cubicBezTo>
                <a:cubicBezTo>
                  <a:pt x="78" y="262"/>
                  <a:pt x="78" y="262"/>
                  <a:pt x="78" y="269"/>
                </a:cubicBezTo>
                <a:lnTo>
                  <a:pt x="71" y="269"/>
                </a:lnTo>
                <a:cubicBezTo>
                  <a:pt x="78" y="269"/>
                  <a:pt x="78" y="269"/>
                  <a:pt x="78" y="269"/>
                </a:cubicBezTo>
                <a:lnTo>
                  <a:pt x="71" y="269"/>
                </a:lnTo>
                <a:lnTo>
                  <a:pt x="78" y="269"/>
                </a:lnTo>
                <a:lnTo>
                  <a:pt x="71" y="269"/>
                </a:lnTo>
                <a:lnTo>
                  <a:pt x="78" y="269"/>
                </a:lnTo>
                <a:cubicBezTo>
                  <a:pt x="78" y="269"/>
                  <a:pt x="78" y="269"/>
                  <a:pt x="71" y="269"/>
                </a:cubicBezTo>
                <a:cubicBezTo>
                  <a:pt x="78" y="269"/>
                  <a:pt x="78" y="269"/>
                  <a:pt x="78" y="269"/>
                </a:cubicBezTo>
                <a:lnTo>
                  <a:pt x="71" y="269"/>
                </a:lnTo>
                <a:lnTo>
                  <a:pt x="78" y="269"/>
                </a:lnTo>
                <a:cubicBezTo>
                  <a:pt x="78" y="269"/>
                  <a:pt x="78" y="269"/>
                  <a:pt x="78" y="276"/>
                </a:cubicBezTo>
                <a:lnTo>
                  <a:pt x="71" y="276"/>
                </a:lnTo>
                <a:cubicBezTo>
                  <a:pt x="78" y="276"/>
                  <a:pt x="78" y="276"/>
                  <a:pt x="78" y="276"/>
                </a:cubicBezTo>
                <a:cubicBezTo>
                  <a:pt x="71" y="276"/>
                  <a:pt x="71" y="276"/>
                  <a:pt x="71" y="276"/>
                </a:cubicBezTo>
                <a:lnTo>
                  <a:pt x="78" y="276"/>
                </a:lnTo>
                <a:cubicBezTo>
                  <a:pt x="78" y="276"/>
                  <a:pt x="78" y="276"/>
                  <a:pt x="71" y="276"/>
                </a:cubicBezTo>
                <a:lnTo>
                  <a:pt x="78" y="276"/>
                </a:lnTo>
                <a:cubicBezTo>
                  <a:pt x="71" y="276"/>
                  <a:pt x="71" y="276"/>
                  <a:pt x="71" y="276"/>
                </a:cubicBezTo>
                <a:lnTo>
                  <a:pt x="71" y="283"/>
                </a:lnTo>
                <a:cubicBezTo>
                  <a:pt x="71" y="283"/>
                  <a:pt x="71" y="283"/>
                  <a:pt x="64" y="283"/>
                </a:cubicBezTo>
                <a:lnTo>
                  <a:pt x="64" y="290"/>
                </a:lnTo>
                <a:lnTo>
                  <a:pt x="64" y="297"/>
                </a:lnTo>
                <a:lnTo>
                  <a:pt x="64" y="304"/>
                </a:lnTo>
                <a:cubicBezTo>
                  <a:pt x="57" y="304"/>
                  <a:pt x="64" y="304"/>
                  <a:pt x="57" y="304"/>
                </a:cubicBezTo>
                <a:lnTo>
                  <a:pt x="57" y="297"/>
                </a:lnTo>
                <a:cubicBezTo>
                  <a:pt x="57" y="297"/>
                  <a:pt x="57" y="297"/>
                  <a:pt x="57" y="290"/>
                </a:cubicBezTo>
                <a:cubicBezTo>
                  <a:pt x="57" y="297"/>
                  <a:pt x="57" y="297"/>
                  <a:pt x="57" y="304"/>
                </a:cubicBezTo>
                <a:lnTo>
                  <a:pt x="57" y="311"/>
                </a:lnTo>
                <a:cubicBezTo>
                  <a:pt x="64" y="311"/>
                  <a:pt x="64" y="311"/>
                  <a:pt x="64" y="311"/>
                </a:cubicBezTo>
                <a:cubicBezTo>
                  <a:pt x="64" y="311"/>
                  <a:pt x="64" y="311"/>
                  <a:pt x="64" y="318"/>
                </a:cubicBezTo>
                <a:cubicBezTo>
                  <a:pt x="71" y="318"/>
                  <a:pt x="71" y="318"/>
                  <a:pt x="71" y="318"/>
                </a:cubicBezTo>
                <a:lnTo>
                  <a:pt x="78" y="318"/>
                </a:lnTo>
                <a:lnTo>
                  <a:pt x="78" y="325"/>
                </a:lnTo>
                <a:cubicBezTo>
                  <a:pt x="78" y="325"/>
                  <a:pt x="78" y="325"/>
                  <a:pt x="78" y="318"/>
                </a:cubicBezTo>
                <a:cubicBezTo>
                  <a:pt x="71" y="318"/>
                  <a:pt x="71" y="325"/>
                  <a:pt x="71" y="325"/>
                </a:cubicBezTo>
                <a:lnTo>
                  <a:pt x="71" y="318"/>
                </a:lnTo>
                <a:lnTo>
                  <a:pt x="64" y="318"/>
                </a:lnTo>
                <a:lnTo>
                  <a:pt x="57" y="318"/>
                </a:lnTo>
                <a:cubicBezTo>
                  <a:pt x="57" y="318"/>
                  <a:pt x="57" y="318"/>
                  <a:pt x="57" y="311"/>
                </a:cubicBezTo>
                <a:cubicBezTo>
                  <a:pt x="57" y="311"/>
                  <a:pt x="57" y="311"/>
                  <a:pt x="57" y="318"/>
                </a:cubicBezTo>
                <a:cubicBezTo>
                  <a:pt x="57" y="325"/>
                  <a:pt x="57" y="339"/>
                  <a:pt x="57" y="354"/>
                </a:cubicBezTo>
                <a:cubicBezTo>
                  <a:pt x="57" y="354"/>
                  <a:pt x="57" y="354"/>
                  <a:pt x="64" y="354"/>
                </a:cubicBezTo>
                <a:cubicBezTo>
                  <a:pt x="64" y="354"/>
                  <a:pt x="64" y="354"/>
                  <a:pt x="71" y="354"/>
                </a:cubicBezTo>
                <a:cubicBezTo>
                  <a:pt x="71" y="354"/>
                  <a:pt x="71" y="354"/>
                  <a:pt x="71" y="361"/>
                </a:cubicBezTo>
                <a:cubicBezTo>
                  <a:pt x="71" y="354"/>
                  <a:pt x="71" y="354"/>
                  <a:pt x="71" y="354"/>
                </a:cubicBezTo>
                <a:cubicBezTo>
                  <a:pt x="78" y="354"/>
                  <a:pt x="78" y="354"/>
                  <a:pt x="78" y="354"/>
                </a:cubicBezTo>
                <a:cubicBezTo>
                  <a:pt x="71" y="354"/>
                  <a:pt x="71" y="354"/>
                  <a:pt x="71" y="361"/>
                </a:cubicBezTo>
                <a:cubicBezTo>
                  <a:pt x="71" y="361"/>
                  <a:pt x="71" y="361"/>
                  <a:pt x="71" y="368"/>
                </a:cubicBezTo>
                <a:cubicBezTo>
                  <a:pt x="78" y="368"/>
                  <a:pt x="78" y="361"/>
                  <a:pt x="78" y="361"/>
                </a:cubicBezTo>
                <a:cubicBezTo>
                  <a:pt x="78" y="361"/>
                  <a:pt x="78" y="361"/>
                  <a:pt x="71" y="361"/>
                </a:cubicBezTo>
                <a:cubicBezTo>
                  <a:pt x="78" y="361"/>
                  <a:pt x="78" y="361"/>
                  <a:pt x="78" y="361"/>
                </a:cubicBezTo>
                <a:lnTo>
                  <a:pt x="78" y="354"/>
                </a:lnTo>
                <a:cubicBezTo>
                  <a:pt x="78" y="354"/>
                  <a:pt x="78" y="354"/>
                  <a:pt x="78" y="361"/>
                </a:cubicBezTo>
                <a:lnTo>
                  <a:pt x="85" y="361"/>
                </a:lnTo>
                <a:cubicBezTo>
                  <a:pt x="92" y="361"/>
                  <a:pt x="92" y="361"/>
                  <a:pt x="92" y="361"/>
                </a:cubicBezTo>
                <a:cubicBezTo>
                  <a:pt x="99" y="361"/>
                  <a:pt x="99" y="361"/>
                  <a:pt x="99" y="361"/>
                </a:cubicBezTo>
                <a:lnTo>
                  <a:pt x="106" y="361"/>
                </a:lnTo>
                <a:cubicBezTo>
                  <a:pt x="99" y="361"/>
                  <a:pt x="106" y="368"/>
                  <a:pt x="99" y="368"/>
                </a:cubicBezTo>
                <a:cubicBezTo>
                  <a:pt x="99" y="368"/>
                  <a:pt x="99" y="368"/>
                  <a:pt x="106" y="368"/>
                </a:cubicBezTo>
                <a:cubicBezTo>
                  <a:pt x="113" y="368"/>
                  <a:pt x="113" y="368"/>
                  <a:pt x="113" y="375"/>
                </a:cubicBezTo>
                <a:lnTo>
                  <a:pt x="113" y="368"/>
                </a:lnTo>
                <a:lnTo>
                  <a:pt x="113" y="375"/>
                </a:lnTo>
                <a:cubicBezTo>
                  <a:pt x="113" y="375"/>
                  <a:pt x="113" y="375"/>
                  <a:pt x="120" y="375"/>
                </a:cubicBezTo>
                <a:lnTo>
                  <a:pt x="127" y="375"/>
                </a:lnTo>
                <a:lnTo>
                  <a:pt x="127" y="382"/>
                </a:lnTo>
                <a:lnTo>
                  <a:pt x="134" y="382"/>
                </a:lnTo>
                <a:lnTo>
                  <a:pt x="134" y="389"/>
                </a:lnTo>
                <a:lnTo>
                  <a:pt x="127" y="389"/>
                </a:lnTo>
                <a:lnTo>
                  <a:pt x="127" y="396"/>
                </a:lnTo>
                <a:cubicBezTo>
                  <a:pt x="134" y="396"/>
                  <a:pt x="134" y="396"/>
                  <a:pt x="134" y="396"/>
                </a:cubicBezTo>
                <a:cubicBezTo>
                  <a:pt x="141" y="396"/>
                  <a:pt x="141" y="389"/>
                  <a:pt x="141" y="389"/>
                </a:cubicBezTo>
                <a:cubicBezTo>
                  <a:pt x="141" y="396"/>
                  <a:pt x="148" y="396"/>
                  <a:pt x="148" y="396"/>
                </a:cubicBezTo>
                <a:cubicBezTo>
                  <a:pt x="155" y="396"/>
                  <a:pt x="155" y="396"/>
                  <a:pt x="155" y="396"/>
                </a:cubicBezTo>
                <a:lnTo>
                  <a:pt x="163" y="396"/>
                </a:lnTo>
                <a:cubicBezTo>
                  <a:pt x="163" y="396"/>
                  <a:pt x="163" y="403"/>
                  <a:pt x="170" y="403"/>
                </a:cubicBezTo>
                <a:cubicBezTo>
                  <a:pt x="177" y="403"/>
                  <a:pt x="177" y="410"/>
                  <a:pt x="177" y="410"/>
                </a:cubicBezTo>
                <a:cubicBezTo>
                  <a:pt x="177" y="417"/>
                  <a:pt x="170" y="417"/>
                  <a:pt x="170" y="417"/>
                </a:cubicBezTo>
                <a:cubicBezTo>
                  <a:pt x="170" y="417"/>
                  <a:pt x="170" y="417"/>
                  <a:pt x="170" y="424"/>
                </a:cubicBezTo>
                <a:cubicBezTo>
                  <a:pt x="170" y="424"/>
                  <a:pt x="170" y="424"/>
                  <a:pt x="163" y="424"/>
                </a:cubicBezTo>
                <a:cubicBezTo>
                  <a:pt x="163" y="424"/>
                  <a:pt x="163" y="424"/>
                  <a:pt x="163" y="431"/>
                </a:cubicBezTo>
                <a:lnTo>
                  <a:pt x="163" y="438"/>
                </a:lnTo>
                <a:cubicBezTo>
                  <a:pt x="163" y="438"/>
                  <a:pt x="163" y="438"/>
                  <a:pt x="163" y="445"/>
                </a:cubicBezTo>
                <a:cubicBezTo>
                  <a:pt x="155" y="445"/>
                  <a:pt x="155" y="445"/>
                  <a:pt x="155" y="452"/>
                </a:cubicBezTo>
                <a:cubicBezTo>
                  <a:pt x="155" y="452"/>
                  <a:pt x="155" y="452"/>
                  <a:pt x="148" y="452"/>
                </a:cubicBezTo>
                <a:cubicBezTo>
                  <a:pt x="148" y="452"/>
                  <a:pt x="148" y="452"/>
                  <a:pt x="148" y="460"/>
                </a:cubicBezTo>
                <a:cubicBezTo>
                  <a:pt x="148" y="460"/>
                  <a:pt x="148" y="452"/>
                  <a:pt x="141" y="452"/>
                </a:cubicBezTo>
                <a:cubicBezTo>
                  <a:pt x="141" y="460"/>
                  <a:pt x="141" y="460"/>
                  <a:pt x="141" y="460"/>
                </a:cubicBezTo>
                <a:cubicBezTo>
                  <a:pt x="141" y="460"/>
                  <a:pt x="141" y="460"/>
                  <a:pt x="134" y="460"/>
                </a:cubicBezTo>
                <a:cubicBezTo>
                  <a:pt x="141" y="460"/>
                  <a:pt x="134" y="467"/>
                  <a:pt x="134" y="467"/>
                </a:cubicBezTo>
                <a:cubicBezTo>
                  <a:pt x="141" y="474"/>
                  <a:pt x="134" y="474"/>
                  <a:pt x="134" y="474"/>
                </a:cubicBezTo>
                <a:cubicBezTo>
                  <a:pt x="134" y="481"/>
                  <a:pt x="127" y="481"/>
                  <a:pt x="127" y="481"/>
                </a:cubicBezTo>
                <a:cubicBezTo>
                  <a:pt x="127" y="481"/>
                  <a:pt x="134" y="481"/>
                  <a:pt x="134" y="474"/>
                </a:cubicBezTo>
                <a:lnTo>
                  <a:pt x="127" y="474"/>
                </a:lnTo>
                <a:cubicBezTo>
                  <a:pt x="127" y="474"/>
                  <a:pt x="127" y="474"/>
                  <a:pt x="127" y="481"/>
                </a:cubicBezTo>
                <a:cubicBezTo>
                  <a:pt x="170" y="523"/>
                  <a:pt x="233" y="551"/>
                  <a:pt x="297" y="551"/>
                </a:cubicBezTo>
                <a:cubicBezTo>
                  <a:pt x="417" y="551"/>
                  <a:pt x="516" y="460"/>
                  <a:pt x="537" y="347"/>
                </a:cubicBezTo>
                <a:cubicBezTo>
                  <a:pt x="537" y="339"/>
                  <a:pt x="537" y="339"/>
                  <a:pt x="537" y="339"/>
                </a:cubicBezTo>
                <a:cubicBezTo>
                  <a:pt x="537" y="332"/>
                  <a:pt x="530" y="332"/>
                  <a:pt x="530" y="332"/>
                </a:cubicBezTo>
                <a:cubicBezTo>
                  <a:pt x="530" y="332"/>
                  <a:pt x="530" y="332"/>
                  <a:pt x="530" y="325"/>
                </a:cubicBezTo>
                <a:cubicBezTo>
                  <a:pt x="530" y="325"/>
                  <a:pt x="530" y="325"/>
                  <a:pt x="530" y="318"/>
                </a:cubicBezTo>
                <a:lnTo>
                  <a:pt x="530" y="311"/>
                </a:lnTo>
                <a:cubicBezTo>
                  <a:pt x="530" y="311"/>
                  <a:pt x="530" y="311"/>
                  <a:pt x="523" y="311"/>
                </a:cubicBezTo>
                <a:cubicBezTo>
                  <a:pt x="523" y="304"/>
                  <a:pt x="523" y="304"/>
                  <a:pt x="523" y="304"/>
                </a:cubicBezTo>
                <a:cubicBezTo>
                  <a:pt x="516" y="304"/>
                  <a:pt x="516" y="304"/>
                  <a:pt x="516" y="304"/>
                </a:cubicBezTo>
                <a:cubicBezTo>
                  <a:pt x="516" y="304"/>
                  <a:pt x="516" y="304"/>
                  <a:pt x="523" y="304"/>
                </a:cubicBezTo>
                <a:lnTo>
                  <a:pt x="516" y="304"/>
                </a:lnTo>
                <a:lnTo>
                  <a:pt x="516" y="297"/>
                </a:lnTo>
                <a:cubicBezTo>
                  <a:pt x="516" y="297"/>
                  <a:pt x="516" y="297"/>
                  <a:pt x="516" y="290"/>
                </a:cubicBezTo>
                <a:cubicBezTo>
                  <a:pt x="516" y="297"/>
                  <a:pt x="516" y="297"/>
                  <a:pt x="509" y="297"/>
                </a:cubicBezTo>
                <a:cubicBezTo>
                  <a:pt x="509" y="290"/>
                  <a:pt x="509" y="290"/>
                  <a:pt x="509" y="290"/>
                </a:cubicBezTo>
                <a:cubicBezTo>
                  <a:pt x="509" y="290"/>
                  <a:pt x="509" y="290"/>
                  <a:pt x="509" y="297"/>
                </a:cubicBezTo>
                <a:cubicBezTo>
                  <a:pt x="509" y="297"/>
                  <a:pt x="509" y="297"/>
                  <a:pt x="502" y="297"/>
                </a:cubicBezTo>
                <a:lnTo>
                  <a:pt x="502" y="304"/>
                </a:lnTo>
                <a:cubicBezTo>
                  <a:pt x="495" y="304"/>
                  <a:pt x="495" y="304"/>
                  <a:pt x="495" y="304"/>
                </a:cubicBezTo>
                <a:lnTo>
                  <a:pt x="488" y="311"/>
                </a:lnTo>
                <a:cubicBezTo>
                  <a:pt x="481" y="311"/>
                  <a:pt x="481" y="311"/>
                  <a:pt x="481" y="311"/>
                </a:cubicBezTo>
                <a:cubicBezTo>
                  <a:pt x="481" y="311"/>
                  <a:pt x="481" y="311"/>
                  <a:pt x="481" y="318"/>
                </a:cubicBezTo>
                <a:lnTo>
                  <a:pt x="481" y="325"/>
                </a:lnTo>
                <a:cubicBezTo>
                  <a:pt x="481" y="325"/>
                  <a:pt x="481" y="325"/>
                  <a:pt x="481" y="332"/>
                </a:cubicBezTo>
                <a:cubicBezTo>
                  <a:pt x="481" y="332"/>
                  <a:pt x="481" y="332"/>
                  <a:pt x="474" y="332"/>
                </a:cubicBezTo>
                <a:cubicBezTo>
                  <a:pt x="474" y="325"/>
                  <a:pt x="474" y="325"/>
                  <a:pt x="466" y="325"/>
                </a:cubicBezTo>
                <a:cubicBezTo>
                  <a:pt x="466" y="325"/>
                  <a:pt x="466" y="325"/>
                  <a:pt x="466" y="318"/>
                </a:cubicBezTo>
                <a:lnTo>
                  <a:pt x="466" y="311"/>
                </a:lnTo>
                <a:cubicBezTo>
                  <a:pt x="466" y="311"/>
                  <a:pt x="466" y="304"/>
                  <a:pt x="459" y="304"/>
                </a:cubicBezTo>
                <a:cubicBezTo>
                  <a:pt x="459" y="297"/>
                  <a:pt x="459" y="297"/>
                  <a:pt x="459" y="297"/>
                </a:cubicBezTo>
                <a:cubicBezTo>
                  <a:pt x="466" y="297"/>
                  <a:pt x="459" y="297"/>
                  <a:pt x="459" y="297"/>
                </a:cubicBezTo>
                <a:cubicBezTo>
                  <a:pt x="452" y="297"/>
                  <a:pt x="452" y="297"/>
                  <a:pt x="452" y="297"/>
                </a:cubicBezTo>
                <a:cubicBezTo>
                  <a:pt x="452" y="297"/>
                  <a:pt x="452" y="297"/>
                  <a:pt x="452" y="290"/>
                </a:cubicBezTo>
                <a:cubicBezTo>
                  <a:pt x="452" y="297"/>
                  <a:pt x="452" y="290"/>
                  <a:pt x="452" y="290"/>
                </a:cubicBezTo>
                <a:cubicBezTo>
                  <a:pt x="445" y="290"/>
                  <a:pt x="445" y="290"/>
                  <a:pt x="445" y="290"/>
                </a:cubicBezTo>
                <a:cubicBezTo>
                  <a:pt x="445" y="283"/>
                  <a:pt x="445" y="283"/>
                  <a:pt x="445" y="283"/>
                </a:cubicBezTo>
                <a:cubicBezTo>
                  <a:pt x="445" y="283"/>
                  <a:pt x="438" y="290"/>
                  <a:pt x="438" y="283"/>
                </a:cubicBezTo>
                <a:lnTo>
                  <a:pt x="431" y="283"/>
                </a:lnTo>
                <a:cubicBezTo>
                  <a:pt x="431" y="290"/>
                  <a:pt x="431" y="290"/>
                  <a:pt x="431" y="290"/>
                </a:cubicBezTo>
                <a:lnTo>
                  <a:pt x="431" y="283"/>
                </a:lnTo>
                <a:cubicBezTo>
                  <a:pt x="424" y="283"/>
                  <a:pt x="424" y="283"/>
                  <a:pt x="424" y="283"/>
                </a:cubicBezTo>
                <a:cubicBezTo>
                  <a:pt x="417" y="283"/>
                  <a:pt x="417" y="283"/>
                  <a:pt x="417" y="283"/>
                </a:cubicBezTo>
                <a:lnTo>
                  <a:pt x="410" y="283"/>
                </a:lnTo>
                <a:cubicBezTo>
                  <a:pt x="410" y="283"/>
                  <a:pt x="403" y="283"/>
                  <a:pt x="403" y="276"/>
                </a:cubicBezTo>
                <a:cubicBezTo>
                  <a:pt x="403" y="276"/>
                  <a:pt x="403" y="276"/>
                  <a:pt x="403" y="269"/>
                </a:cubicBezTo>
                <a:cubicBezTo>
                  <a:pt x="396" y="269"/>
                  <a:pt x="396" y="269"/>
                  <a:pt x="396" y="269"/>
                </a:cubicBezTo>
                <a:cubicBezTo>
                  <a:pt x="396" y="269"/>
                  <a:pt x="396" y="269"/>
                  <a:pt x="396" y="276"/>
                </a:cubicBezTo>
                <a:cubicBezTo>
                  <a:pt x="396" y="276"/>
                  <a:pt x="396" y="276"/>
                  <a:pt x="396" y="283"/>
                </a:cubicBezTo>
                <a:cubicBezTo>
                  <a:pt x="396" y="283"/>
                  <a:pt x="396" y="283"/>
                  <a:pt x="403" y="283"/>
                </a:cubicBezTo>
                <a:cubicBezTo>
                  <a:pt x="403" y="283"/>
                  <a:pt x="403" y="283"/>
                  <a:pt x="396" y="283"/>
                </a:cubicBezTo>
                <a:lnTo>
                  <a:pt x="403" y="283"/>
                </a:lnTo>
                <a:cubicBezTo>
                  <a:pt x="396" y="283"/>
                  <a:pt x="396" y="283"/>
                  <a:pt x="403" y="283"/>
                </a:cubicBezTo>
                <a:lnTo>
                  <a:pt x="403" y="290"/>
                </a:lnTo>
                <a:cubicBezTo>
                  <a:pt x="403" y="283"/>
                  <a:pt x="403" y="283"/>
                  <a:pt x="403" y="283"/>
                </a:cubicBezTo>
                <a:lnTo>
                  <a:pt x="403" y="290"/>
                </a:lnTo>
                <a:cubicBezTo>
                  <a:pt x="410" y="290"/>
                  <a:pt x="410" y="290"/>
                  <a:pt x="410" y="290"/>
                </a:cubicBezTo>
                <a:cubicBezTo>
                  <a:pt x="417" y="283"/>
                  <a:pt x="417" y="283"/>
                  <a:pt x="417" y="283"/>
                </a:cubicBezTo>
                <a:lnTo>
                  <a:pt x="417" y="290"/>
                </a:lnTo>
                <a:lnTo>
                  <a:pt x="424" y="290"/>
                </a:lnTo>
                <a:cubicBezTo>
                  <a:pt x="424" y="290"/>
                  <a:pt x="424" y="290"/>
                  <a:pt x="424" y="297"/>
                </a:cubicBezTo>
                <a:cubicBezTo>
                  <a:pt x="424" y="304"/>
                  <a:pt x="424" y="304"/>
                  <a:pt x="424" y="304"/>
                </a:cubicBezTo>
                <a:cubicBezTo>
                  <a:pt x="417" y="304"/>
                  <a:pt x="417" y="304"/>
                  <a:pt x="417" y="304"/>
                </a:cubicBezTo>
                <a:lnTo>
                  <a:pt x="417" y="311"/>
                </a:lnTo>
                <a:cubicBezTo>
                  <a:pt x="410" y="311"/>
                  <a:pt x="410" y="311"/>
                  <a:pt x="410" y="311"/>
                </a:cubicBezTo>
                <a:lnTo>
                  <a:pt x="403" y="311"/>
                </a:lnTo>
                <a:cubicBezTo>
                  <a:pt x="403" y="318"/>
                  <a:pt x="403" y="318"/>
                  <a:pt x="396" y="318"/>
                </a:cubicBezTo>
                <a:lnTo>
                  <a:pt x="389" y="318"/>
                </a:lnTo>
                <a:cubicBezTo>
                  <a:pt x="382" y="325"/>
                  <a:pt x="382" y="325"/>
                  <a:pt x="382" y="318"/>
                </a:cubicBezTo>
                <a:cubicBezTo>
                  <a:pt x="382" y="318"/>
                  <a:pt x="382" y="318"/>
                  <a:pt x="382" y="311"/>
                </a:cubicBezTo>
                <a:cubicBezTo>
                  <a:pt x="382" y="311"/>
                  <a:pt x="375" y="311"/>
                  <a:pt x="375" y="304"/>
                </a:cubicBezTo>
                <a:cubicBezTo>
                  <a:pt x="375" y="304"/>
                  <a:pt x="375" y="304"/>
                  <a:pt x="368" y="297"/>
                </a:cubicBezTo>
                <a:cubicBezTo>
                  <a:pt x="368" y="297"/>
                  <a:pt x="368" y="297"/>
                  <a:pt x="368" y="290"/>
                </a:cubicBezTo>
                <a:cubicBezTo>
                  <a:pt x="368" y="283"/>
                  <a:pt x="361" y="283"/>
                  <a:pt x="361" y="283"/>
                </a:cubicBezTo>
                <a:cubicBezTo>
                  <a:pt x="361" y="276"/>
                  <a:pt x="361" y="276"/>
                  <a:pt x="361" y="276"/>
                </a:cubicBezTo>
                <a:cubicBezTo>
                  <a:pt x="361" y="269"/>
                  <a:pt x="353" y="269"/>
                  <a:pt x="353" y="269"/>
                </a:cubicBezTo>
                <a:cubicBezTo>
                  <a:pt x="353" y="269"/>
                  <a:pt x="353" y="269"/>
                  <a:pt x="361" y="262"/>
                </a:cubicBezTo>
                <a:cubicBezTo>
                  <a:pt x="361" y="254"/>
                  <a:pt x="361" y="254"/>
                  <a:pt x="361" y="254"/>
                </a:cubicBezTo>
                <a:cubicBezTo>
                  <a:pt x="361" y="254"/>
                  <a:pt x="361" y="254"/>
                  <a:pt x="353" y="254"/>
                </a:cubicBezTo>
                <a:cubicBezTo>
                  <a:pt x="353" y="254"/>
                  <a:pt x="353" y="254"/>
                  <a:pt x="346" y="254"/>
                </a:cubicBezTo>
                <a:cubicBezTo>
                  <a:pt x="346" y="254"/>
                  <a:pt x="346" y="247"/>
                  <a:pt x="346" y="254"/>
                </a:cubicBezTo>
                <a:cubicBezTo>
                  <a:pt x="346" y="254"/>
                  <a:pt x="346" y="254"/>
                  <a:pt x="339" y="254"/>
                </a:cubicBezTo>
                <a:cubicBezTo>
                  <a:pt x="339" y="247"/>
                  <a:pt x="339" y="247"/>
                  <a:pt x="339" y="247"/>
                </a:cubicBezTo>
                <a:cubicBezTo>
                  <a:pt x="332" y="247"/>
                  <a:pt x="332" y="247"/>
                  <a:pt x="332" y="247"/>
                </a:cubicBezTo>
                <a:cubicBezTo>
                  <a:pt x="339" y="247"/>
                  <a:pt x="339" y="247"/>
                  <a:pt x="332" y="247"/>
                </a:cubicBezTo>
                <a:lnTo>
                  <a:pt x="339" y="247"/>
                </a:lnTo>
                <a:lnTo>
                  <a:pt x="332" y="247"/>
                </a:lnTo>
                <a:cubicBezTo>
                  <a:pt x="332" y="240"/>
                  <a:pt x="332" y="240"/>
                  <a:pt x="332" y="240"/>
                </a:cubicBezTo>
                <a:cubicBezTo>
                  <a:pt x="332" y="240"/>
                  <a:pt x="332" y="240"/>
                  <a:pt x="339" y="240"/>
                </a:cubicBezTo>
                <a:cubicBezTo>
                  <a:pt x="332" y="240"/>
                  <a:pt x="332" y="240"/>
                  <a:pt x="332" y="240"/>
                </a:cubicBezTo>
                <a:lnTo>
                  <a:pt x="339" y="240"/>
                </a:lnTo>
                <a:lnTo>
                  <a:pt x="346" y="240"/>
                </a:lnTo>
                <a:cubicBezTo>
                  <a:pt x="346" y="240"/>
                  <a:pt x="346" y="240"/>
                  <a:pt x="339" y="240"/>
                </a:cubicBezTo>
                <a:cubicBezTo>
                  <a:pt x="339" y="240"/>
                  <a:pt x="339" y="240"/>
                  <a:pt x="339" y="233"/>
                </a:cubicBezTo>
                <a:lnTo>
                  <a:pt x="346" y="240"/>
                </a:lnTo>
                <a:lnTo>
                  <a:pt x="346" y="233"/>
                </a:lnTo>
                <a:cubicBezTo>
                  <a:pt x="346" y="240"/>
                  <a:pt x="346" y="240"/>
                  <a:pt x="346" y="240"/>
                </a:cubicBezTo>
                <a:cubicBezTo>
                  <a:pt x="346" y="233"/>
                  <a:pt x="346" y="233"/>
                  <a:pt x="346" y="233"/>
                </a:cubicBezTo>
                <a:lnTo>
                  <a:pt x="353" y="233"/>
                </a:lnTo>
                <a:cubicBezTo>
                  <a:pt x="353" y="233"/>
                  <a:pt x="353" y="233"/>
                  <a:pt x="361" y="233"/>
                </a:cubicBezTo>
                <a:cubicBezTo>
                  <a:pt x="361" y="233"/>
                  <a:pt x="361" y="240"/>
                  <a:pt x="368" y="240"/>
                </a:cubicBezTo>
                <a:lnTo>
                  <a:pt x="375" y="240"/>
                </a:lnTo>
                <a:lnTo>
                  <a:pt x="375" y="233"/>
                </a:lnTo>
                <a:cubicBezTo>
                  <a:pt x="375" y="226"/>
                  <a:pt x="375" y="226"/>
                  <a:pt x="375" y="226"/>
                </a:cubicBezTo>
                <a:lnTo>
                  <a:pt x="368" y="226"/>
                </a:lnTo>
                <a:lnTo>
                  <a:pt x="361" y="226"/>
                </a:lnTo>
                <a:cubicBezTo>
                  <a:pt x="361" y="226"/>
                  <a:pt x="368" y="226"/>
                  <a:pt x="368" y="219"/>
                </a:cubicBezTo>
                <a:cubicBezTo>
                  <a:pt x="368" y="219"/>
                  <a:pt x="368" y="219"/>
                  <a:pt x="361" y="219"/>
                </a:cubicBezTo>
                <a:cubicBezTo>
                  <a:pt x="353" y="219"/>
                  <a:pt x="353" y="219"/>
                  <a:pt x="353" y="219"/>
                </a:cubicBezTo>
                <a:cubicBezTo>
                  <a:pt x="353" y="219"/>
                  <a:pt x="361" y="219"/>
                  <a:pt x="361" y="226"/>
                </a:cubicBezTo>
                <a:cubicBezTo>
                  <a:pt x="361" y="226"/>
                  <a:pt x="361" y="226"/>
                  <a:pt x="353" y="226"/>
                </a:cubicBezTo>
                <a:cubicBezTo>
                  <a:pt x="353" y="219"/>
                  <a:pt x="353" y="219"/>
                  <a:pt x="353" y="219"/>
                </a:cubicBezTo>
                <a:cubicBezTo>
                  <a:pt x="353" y="219"/>
                  <a:pt x="353" y="219"/>
                  <a:pt x="346" y="219"/>
                </a:cubicBezTo>
                <a:cubicBezTo>
                  <a:pt x="346" y="219"/>
                  <a:pt x="346" y="219"/>
                  <a:pt x="353" y="219"/>
                </a:cubicBezTo>
                <a:cubicBezTo>
                  <a:pt x="346" y="219"/>
                  <a:pt x="346" y="219"/>
                  <a:pt x="346" y="219"/>
                </a:cubicBezTo>
                <a:cubicBezTo>
                  <a:pt x="346" y="219"/>
                  <a:pt x="339" y="219"/>
                  <a:pt x="346" y="219"/>
                </a:cubicBezTo>
                <a:cubicBezTo>
                  <a:pt x="346" y="226"/>
                  <a:pt x="346" y="226"/>
                  <a:pt x="346" y="226"/>
                </a:cubicBezTo>
                <a:cubicBezTo>
                  <a:pt x="346" y="226"/>
                  <a:pt x="346" y="226"/>
                  <a:pt x="339" y="226"/>
                </a:cubicBezTo>
                <a:cubicBezTo>
                  <a:pt x="339" y="226"/>
                  <a:pt x="339" y="226"/>
                  <a:pt x="339" y="233"/>
                </a:cubicBezTo>
                <a:cubicBezTo>
                  <a:pt x="339" y="240"/>
                  <a:pt x="339" y="240"/>
                  <a:pt x="339" y="240"/>
                </a:cubicBezTo>
                <a:lnTo>
                  <a:pt x="332" y="240"/>
                </a:lnTo>
                <a:cubicBezTo>
                  <a:pt x="332" y="240"/>
                  <a:pt x="332" y="240"/>
                  <a:pt x="325" y="240"/>
                </a:cubicBezTo>
                <a:cubicBezTo>
                  <a:pt x="325" y="240"/>
                  <a:pt x="325" y="240"/>
                  <a:pt x="325" y="247"/>
                </a:cubicBezTo>
                <a:cubicBezTo>
                  <a:pt x="325" y="247"/>
                  <a:pt x="325" y="247"/>
                  <a:pt x="325" y="254"/>
                </a:cubicBezTo>
                <a:lnTo>
                  <a:pt x="325" y="247"/>
                </a:lnTo>
                <a:cubicBezTo>
                  <a:pt x="325" y="247"/>
                  <a:pt x="325" y="247"/>
                  <a:pt x="318" y="254"/>
                </a:cubicBezTo>
                <a:cubicBezTo>
                  <a:pt x="318" y="247"/>
                  <a:pt x="318" y="247"/>
                  <a:pt x="318" y="247"/>
                </a:cubicBezTo>
                <a:lnTo>
                  <a:pt x="325" y="247"/>
                </a:lnTo>
                <a:lnTo>
                  <a:pt x="318" y="247"/>
                </a:lnTo>
                <a:cubicBezTo>
                  <a:pt x="318" y="247"/>
                  <a:pt x="318" y="247"/>
                  <a:pt x="318" y="240"/>
                </a:cubicBezTo>
                <a:cubicBezTo>
                  <a:pt x="318" y="247"/>
                  <a:pt x="318" y="240"/>
                  <a:pt x="318" y="240"/>
                </a:cubicBezTo>
                <a:lnTo>
                  <a:pt x="318" y="233"/>
                </a:lnTo>
                <a:cubicBezTo>
                  <a:pt x="318" y="233"/>
                  <a:pt x="318" y="233"/>
                  <a:pt x="311" y="233"/>
                </a:cubicBezTo>
                <a:lnTo>
                  <a:pt x="304" y="226"/>
                </a:lnTo>
                <a:cubicBezTo>
                  <a:pt x="297" y="226"/>
                  <a:pt x="297" y="226"/>
                  <a:pt x="297" y="226"/>
                </a:cubicBezTo>
                <a:lnTo>
                  <a:pt x="297" y="219"/>
                </a:lnTo>
                <a:lnTo>
                  <a:pt x="297" y="226"/>
                </a:lnTo>
                <a:cubicBezTo>
                  <a:pt x="297" y="233"/>
                  <a:pt x="297" y="233"/>
                  <a:pt x="297" y="233"/>
                </a:cubicBezTo>
                <a:lnTo>
                  <a:pt x="304" y="233"/>
                </a:lnTo>
                <a:cubicBezTo>
                  <a:pt x="311" y="240"/>
                  <a:pt x="311" y="240"/>
                  <a:pt x="311" y="240"/>
                </a:cubicBezTo>
                <a:lnTo>
                  <a:pt x="304" y="240"/>
                </a:lnTo>
                <a:cubicBezTo>
                  <a:pt x="311" y="240"/>
                  <a:pt x="311" y="240"/>
                  <a:pt x="311" y="240"/>
                </a:cubicBezTo>
                <a:cubicBezTo>
                  <a:pt x="311" y="240"/>
                  <a:pt x="311" y="240"/>
                  <a:pt x="311" y="247"/>
                </a:cubicBezTo>
                <a:cubicBezTo>
                  <a:pt x="311" y="247"/>
                  <a:pt x="311" y="247"/>
                  <a:pt x="304" y="247"/>
                </a:cubicBezTo>
                <a:lnTo>
                  <a:pt x="304" y="240"/>
                </a:lnTo>
                <a:cubicBezTo>
                  <a:pt x="304" y="240"/>
                  <a:pt x="304" y="240"/>
                  <a:pt x="297" y="240"/>
                </a:cubicBezTo>
                <a:cubicBezTo>
                  <a:pt x="297" y="233"/>
                  <a:pt x="297" y="240"/>
                  <a:pt x="297" y="233"/>
                </a:cubicBezTo>
                <a:cubicBezTo>
                  <a:pt x="297" y="233"/>
                  <a:pt x="297" y="233"/>
                  <a:pt x="290" y="233"/>
                </a:cubicBezTo>
                <a:lnTo>
                  <a:pt x="290" y="226"/>
                </a:lnTo>
                <a:lnTo>
                  <a:pt x="283" y="226"/>
                </a:lnTo>
                <a:cubicBezTo>
                  <a:pt x="283" y="226"/>
                  <a:pt x="283" y="233"/>
                  <a:pt x="276" y="233"/>
                </a:cubicBezTo>
                <a:cubicBezTo>
                  <a:pt x="276" y="226"/>
                  <a:pt x="276" y="233"/>
                  <a:pt x="276" y="233"/>
                </a:cubicBezTo>
                <a:cubicBezTo>
                  <a:pt x="276" y="233"/>
                  <a:pt x="276" y="226"/>
                  <a:pt x="269" y="233"/>
                </a:cubicBezTo>
                <a:cubicBezTo>
                  <a:pt x="269" y="240"/>
                  <a:pt x="262" y="233"/>
                  <a:pt x="262" y="240"/>
                </a:cubicBezTo>
                <a:cubicBezTo>
                  <a:pt x="262" y="240"/>
                  <a:pt x="262" y="240"/>
                  <a:pt x="262" y="247"/>
                </a:cubicBezTo>
                <a:lnTo>
                  <a:pt x="255" y="247"/>
                </a:lnTo>
                <a:cubicBezTo>
                  <a:pt x="255" y="247"/>
                  <a:pt x="255" y="247"/>
                  <a:pt x="255" y="254"/>
                </a:cubicBezTo>
                <a:lnTo>
                  <a:pt x="248" y="254"/>
                </a:lnTo>
                <a:cubicBezTo>
                  <a:pt x="248" y="254"/>
                  <a:pt x="248" y="254"/>
                  <a:pt x="240" y="254"/>
                </a:cubicBezTo>
                <a:cubicBezTo>
                  <a:pt x="240" y="247"/>
                  <a:pt x="240" y="247"/>
                  <a:pt x="240" y="247"/>
                </a:cubicBezTo>
                <a:cubicBezTo>
                  <a:pt x="233" y="247"/>
                  <a:pt x="240" y="247"/>
                  <a:pt x="240" y="247"/>
                </a:cubicBezTo>
                <a:lnTo>
                  <a:pt x="233" y="247"/>
                </a:lnTo>
                <a:cubicBezTo>
                  <a:pt x="233" y="247"/>
                  <a:pt x="233" y="247"/>
                  <a:pt x="240" y="247"/>
                </a:cubicBezTo>
                <a:cubicBezTo>
                  <a:pt x="240" y="247"/>
                  <a:pt x="240" y="247"/>
                  <a:pt x="233" y="247"/>
                </a:cubicBezTo>
                <a:lnTo>
                  <a:pt x="233" y="240"/>
                </a:lnTo>
                <a:cubicBezTo>
                  <a:pt x="240" y="240"/>
                  <a:pt x="240" y="240"/>
                  <a:pt x="240" y="233"/>
                </a:cubicBezTo>
                <a:cubicBezTo>
                  <a:pt x="240" y="233"/>
                  <a:pt x="240" y="233"/>
                  <a:pt x="233" y="233"/>
                </a:cubicBezTo>
                <a:lnTo>
                  <a:pt x="240" y="233"/>
                </a:lnTo>
                <a:cubicBezTo>
                  <a:pt x="240" y="226"/>
                  <a:pt x="240" y="226"/>
                  <a:pt x="240" y="226"/>
                </a:cubicBezTo>
                <a:lnTo>
                  <a:pt x="248" y="226"/>
                </a:lnTo>
                <a:cubicBezTo>
                  <a:pt x="248" y="226"/>
                  <a:pt x="255" y="233"/>
                  <a:pt x="255" y="226"/>
                </a:cubicBezTo>
                <a:lnTo>
                  <a:pt x="255" y="233"/>
                </a:lnTo>
                <a:cubicBezTo>
                  <a:pt x="255" y="226"/>
                  <a:pt x="255" y="226"/>
                  <a:pt x="255" y="226"/>
                </a:cubicBezTo>
                <a:cubicBezTo>
                  <a:pt x="262" y="226"/>
                  <a:pt x="262" y="226"/>
                  <a:pt x="262" y="226"/>
                </a:cubicBezTo>
                <a:lnTo>
                  <a:pt x="255" y="226"/>
                </a:lnTo>
                <a:cubicBezTo>
                  <a:pt x="255" y="226"/>
                  <a:pt x="255" y="226"/>
                  <a:pt x="262" y="219"/>
                </a:cubicBezTo>
                <a:cubicBezTo>
                  <a:pt x="262" y="226"/>
                  <a:pt x="262" y="226"/>
                  <a:pt x="262" y="226"/>
                </a:cubicBezTo>
                <a:lnTo>
                  <a:pt x="262" y="219"/>
                </a:lnTo>
                <a:cubicBezTo>
                  <a:pt x="255" y="219"/>
                  <a:pt x="262" y="219"/>
                  <a:pt x="255" y="219"/>
                </a:cubicBezTo>
                <a:cubicBezTo>
                  <a:pt x="255" y="212"/>
                  <a:pt x="255" y="212"/>
                  <a:pt x="255" y="212"/>
                </a:cubicBezTo>
                <a:lnTo>
                  <a:pt x="255" y="219"/>
                </a:lnTo>
                <a:cubicBezTo>
                  <a:pt x="255" y="212"/>
                  <a:pt x="255" y="212"/>
                  <a:pt x="248" y="212"/>
                </a:cubicBezTo>
                <a:lnTo>
                  <a:pt x="255" y="212"/>
                </a:lnTo>
                <a:cubicBezTo>
                  <a:pt x="255" y="212"/>
                  <a:pt x="255" y="212"/>
                  <a:pt x="255" y="205"/>
                </a:cubicBezTo>
                <a:cubicBezTo>
                  <a:pt x="255" y="205"/>
                  <a:pt x="255" y="205"/>
                  <a:pt x="262" y="205"/>
                </a:cubicBezTo>
                <a:lnTo>
                  <a:pt x="262" y="212"/>
                </a:lnTo>
                <a:cubicBezTo>
                  <a:pt x="262" y="205"/>
                  <a:pt x="262" y="212"/>
                  <a:pt x="262" y="212"/>
                </a:cubicBezTo>
                <a:cubicBezTo>
                  <a:pt x="262" y="205"/>
                  <a:pt x="262" y="205"/>
                  <a:pt x="262" y="205"/>
                </a:cubicBezTo>
                <a:cubicBezTo>
                  <a:pt x="262" y="205"/>
                  <a:pt x="262" y="205"/>
                  <a:pt x="269" y="205"/>
                </a:cubicBezTo>
                <a:cubicBezTo>
                  <a:pt x="269" y="198"/>
                  <a:pt x="269" y="198"/>
                  <a:pt x="269" y="198"/>
                </a:cubicBezTo>
                <a:lnTo>
                  <a:pt x="276" y="198"/>
                </a:lnTo>
                <a:cubicBezTo>
                  <a:pt x="276" y="198"/>
                  <a:pt x="276" y="191"/>
                  <a:pt x="283" y="198"/>
                </a:cubicBezTo>
                <a:cubicBezTo>
                  <a:pt x="283" y="198"/>
                  <a:pt x="283" y="198"/>
                  <a:pt x="283" y="191"/>
                </a:cubicBezTo>
                <a:cubicBezTo>
                  <a:pt x="283" y="191"/>
                  <a:pt x="283" y="191"/>
                  <a:pt x="283" y="198"/>
                </a:cubicBezTo>
                <a:cubicBezTo>
                  <a:pt x="283" y="198"/>
                  <a:pt x="283" y="198"/>
                  <a:pt x="283" y="191"/>
                </a:cubicBezTo>
                <a:cubicBezTo>
                  <a:pt x="283" y="191"/>
                  <a:pt x="283" y="191"/>
                  <a:pt x="290" y="191"/>
                </a:cubicBezTo>
                <a:lnTo>
                  <a:pt x="283" y="191"/>
                </a:lnTo>
                <a:cubicBezTo>
                  <a:pt x="283" y="191"/>
                  <a:pt x="283" y="191"/>
                  <a:pt x="283" y="184"/>
                </a:cubicBezTo>
                <a:cubicBezTo>
                  <a:pt x="283" y="184"/>
                  <a:pt x="283" y="184"/>
                  <a:pt x="290" y="184"/>
                </a:cubicBezTo>
                <a:lnTo>
                  <a:pt x="290" y="191"/>
                </a:lnTo>
                <a:lnTo>
                  <a:pt x="297" y="191"/>
                </a:lnTo>
                <a:lnTo>
                  <a:pt x="304" y="191"/>
                </a:lnTo>
                <a:cubicBezTo>
                  <a:pt x="304" y="191"/>
                  <a:pt x="304" y="191"/>
                  <a:pt x="311" y="191"/>
                </a:cubicBezTo>
                <a:lnTo>
                  <a:pt x="318" y="191"/>
                </a:lnTo>
                <a:cubicBezTo>
                  <a:pt x="318" y="184"/>
                  <a:pt x="318" y="191"/>
                  <a:pt x="318" y="184"/>
                </a:cubicBezTo>
                <a:lnTo>
                  <a:pt x="318" y="177"/>
                </a:lnTo>
                <a:cubicBezTo>
                  <a:pt x="325" y="177"/>
                  <a:pt x="325" y="177"/>
                  <a:pt x="325" y="177"/>
                </a:cubicBezTo>
                <a:cubicBezTo>
                  <a:pt x="325" y="177"/>
                  <a:pt x="325" y="177"/>
                  <a:pt x="325" y="184"/>
                </a:cubicBezTo>
                <a:cubicBezTo>
                  <a:pt x="325" y="184"/>
                  <a:pt x="325" y="184"/>
                  <a:pt x="325" y="177"/>
                </a:cubicBezTo>
                <a:cubicBezTo>
                  <a:pt x="325" y="177"/>
                  <a:pt x="325" y="177"/>
                  <a:pt x="332" y="177"/>
                </a:cubicBezTo>
                <a:lnTo>
                  <a:pt x="325" y="177"/>
                </a:lnTo>
                <a:cubicBezTo>
                  <a:pt x="325" y="177"/>
                  <a:pt x="325" y="177"/>
                  <a:pt x="325" y="170"/>
                </a:cubicBezTo>
                <a:cubicBezTo>
                  <a:pt x="332" y="170"/>
                  <a:pt x="332" y="170"/>
                  <a:pt x="332" y="170"/>
                </a:cubicBezTo>
                <a:lnTo>
                  <a:pt x="339" y="170"/>
                </a:lnTo>
                <a:lnTo>
                  <a:pt x="346" y="170"/>
                </a:lnTo>
                <a:lnTo>
                  <a:pt x="339" y="170"/>
                </a:lnTo>
                <a:lnTo>
                  <a:pt x="339" y="163"/>
                </a:lnTo>
                <a:lnTo>
                  <a:pt x="339" y="170"/>
                </a:lnTo>
                <a:cubicBezTo>
                  <a:pt x="339" y="170"/>
                  <a:pt x="339" y="170"/>
                  <a:pt x="332" y="170"/>
                </a:cubicBezTo>
                <a:cubicBezTo>
                  <a:pt x="325" y="170"/>
                  <a:pt x="325" y="170"/>
                  <a:pt x="325" y="170"/>
                </a:cubicBezTo>
                <a:cubicBezTo>
                  <a:pt x="318" y="170"/>
                  <a:pt x="318" y="163"/>
                  <a:pt x="318" y="163"/>
                </a:cubicBezTo>
                <a:cubicBezTo>
                  <a:pt x="318" y="163"/>
                  <a:pt x="318" y="163"/>
                  <a:pt x="318" y="156"/>
                </a:cubicBezTo>
                <a:lnTo>
                  <a:pt x="325" y="156"/>
                </a:lnTo>
                <a:lnTo>
                  <a:pt x="332" y="149"/>
                </a:lnTo>
                <a:cubicBezTo>
                  <a:pt x="332" y="141"/>
                  <a:pt x="332" y="141"/>
                  <a:pt x="332" y="141"/>
                </a:cubicBezTo>
                <a:cubicBezTo>
                  <a:pt x="332" y="141"/>
                  <a:pt x="332" y="141"/>
                  <a:pt x="325" y="141"/>
                </a:cubicBezTo>
                <a:cubicBezTo>
                  <a:pt x="325" y="141"/>
                  <a:pt x="325" y="141"/>
                  <a:pt x="325" y="149"/>
                </a:cubicBezTo>
                <a:cubicBezTo>
                  <a:pt x="318" y="149"/>
                  <a:pt x="318" y="149"/>
                  <a:pt x="318" y="149"/>
                </a:cubicBezTo>
                <a:cubicBezTo>
                  <a:pt x="318" y="149"/>
                  <a:pt x="318" y="149"/>
                  <a:pt x="318" y="156"/>
                </a:cubicBezTo>
                <a:cubicBezTo>
                  <a:pt x="311" y="156"/>
                  <a:pt x="311" y="156"/>
                  <a:pt x="311" y="156"/>
                </a:cubicBezTo>
                <a:cubicBezTo>
                  <a:pt x="311" y="163"/>
                  <a:pt x="311" y="163"/>
                  <a:pt x="311" y="163"/>
                </a:cubicBezTo>
                <a:cubicBezTo>
                  <a:pt x="311" y="170"/>
                  <a:pt x="311" y="170"/>
                  <a:pt x="311" y="170"/>
                </a:cubicBezTo>
                <a:lnTo>
                  <a:pt x="304" y="170"/>
                </a:lnTo>
                <a:cubicBezTo>
                  <a:pt x="311" y="170"/>
                  <a:pt x="311" y="170"/>
                  <a:pt x="311" y="170"/>
                </a:cubicBezTo>
                <a:lnTo>
                  <a:pt x="311" y="177"/>
                </a:lnTo>
                <a:lnTo>
                  <a:pt x="304" y="177"/>
                </a:lnTo>
                <a:lnTo>
                  <a:pt x="311" y="177"/>
                </a:lnTo>
                <a:cubicBezTo>
                  <a:pt x="304" y="177"/>
                  <a:pt x="304" y="177"/>
                  <a:pt x="304" y="177"/>
                </a:cubicBezTo>
                <a:cubicBezTo>
                  <a:pt x="304" y="184"/>
                  <a:pt x="304" y="184"/>
                  <a:pt x="304" y="184"/>
                </a:cubicBezTo>
                <a:cubicBezTo>
                  <a:pt x="304" y="184"/>
                  <a:pt x="304" y="184"/>
                  <a:pt x="297" y="184"/>
                </a:cubicBezTo>
                <a:cubicBezTo>
                  <a:pt x="297" y="184"/>
                  <a:pt x="297" y="184"/>
                  <a:pt x="297" y="177"/>
                </a:cubicBezTo>
                <a:cubicBezTo>
                  <a:pt x="297" y="177"/>
                  <a:pt x="297" y="177"/>
                  <a:pt x="290" y="177"/>
                </a:cubicBezTo>
                <a:cubicBezTo>
                  <a:pt x="290" y="177"/>
                  <a:pt x="290" y="177"/>
                  <a:pt x="290" y="170"/>
                </a:cubicBezTo>
                <a:lnTo>
                  <a:pt x="290" y="177"/>
                </a:lnTo>
                <a:cubicBezTo>
                  <a:pt x="283" y="177"/>
                  <a:pt x="283" y="177"/>
                  <a:pt x="283" y="177"/>
                </a:cubicBezTo>
                <a:cubicBezTo>
                  <a:pt x="276" y="177"/>
                  <a:pt x="276" y="177"/>
                  <a:pt x="276" y="177"/>
                </a:cubicBezTo>
                <a:lnTo>
                  <a:pt x="276" y="170"/>
                </a:lnTo>
                <a:cubicBezTo>
                  <a:pt x="276" y="170"/>
                  <a:pt x="276" y="170"/>
                  <a:pt x="276" y="177"/>
                </a:cubicBezTo>
                <a:cubicBezTo>
                  <a:pt x="276" y="170"/>
                  <a:pt x="276" y="170"/>
                  <a:pt x="276" y="170"/>
                </a:cubicBezTo>
                <a:lnTo>
                  <a:pt x="276" y="163"/>
                </a:lnTo>
                <a:cubicBezTo>
                  <a:pt x="276" y="170"/>
                  <a:pt x="276" y="163"/>
                  <a:pt x="276" y="163"/>
                </a:cubicBezTo>
                <a:lnTo>
                  <a:pt x="276" y="156"/>
                </a:lnTo>
                <a:cubicBezTo>
                  <a:pt x="283" y="156"/>
                  <a:pt x="283" y="156"/>
                  <a:pt x="283" y="156"/>
                </a:cubicBezTo>
                <a:cubicBezTo>
                  <a:pt x="283" y="156"/>
                  <a:pt x="283" y="156"/>
                  <a:pt x="290" y="156"/>
                </a:cubicBezTo>
                <a:cubicBezTo>
                  <a:pt x="290" y="156"/>
                  <a:pt x="290" y="156"/>
                  <a:pt x="290" y="149"/>
                </a:cubicBezTo>
                <a:cubicBezTo>
                  <a:pt x="297" y="149"/>
                  <a:pt x="297" y="149"/>
                  <a:pt x="297" y="149"/>
                </a:cubicBezTo>
                <a:cubicBezTo>
                  <a:pt x="297" y="141"/>
                  <a:pt x="297" y="141"/>
                  <a:pt x="297" y="141"/>
                </a:cubicBezTo>
                <a:cubicBezTo>
                  <a:pt x="297" y="134"/>
                  <a:pt x="304" y="134"/>
                  <a:pt x="304" y="134"/>
                </a:cubicBezTo>
                <a:cubicBezTo>
                  <a:pt x="311" y="134"/>
                  <a:pt x="311" y="134"/>
                  <a:pt x="311" y="134"/>
                </a:cubicBezTo>
                <a:cubicBezTo>
                  <a:pt x="311" y="134"/>
                  <a:pt x="311" y="134"/>
                  <a:pt x="311" y="127"/>
                </a:cubicBezTo>
                <a:cubicBezTo>
                  <a:pt x="311" y="127"/>
                  <a:pt x="311" y="127"/>
                  <a:pt x="318" y="127"/>
                </a:cubicBezTo>
                <a:cubicBezTo>
                  <a:pt x="318" y="127"/>
                  <a:pt x="318" y="127"/>
                  <a:pt x="318" y="120"/>
                </a:cubicBezTo>
                <a:cubicBezTo>
                  <a:pt x="318" y="127"/>
                  <a:pt x="318" y="127"/>
                  <a:pt x="325" y="127"/>
                </a:cubicBezTo>
                <a:cubicBezTo>
                  <a:pt x="325" y="120"/>
                  <a:pt x="325" y="120"/>
                  <a:pt x="325" y="120"/>
                </a:cubicBezTo>
                <a:cubicBezTo>
                  <a:pt x="332" y="120"/>
                  <a:pt x="332" y="120"/>
                  <a:pt x="332" y="120"/>
                </a:cubicBezTo>
                <a:cubicBezTo>
                  <a:pt x="339" y="120"/>
                  <a:pt x="339" y="120"/>
                  <a:pt x="339" y="120"/>
                </a:cubicBezTo>
                <a:cubicBezTo>
                  <a:pt x="339" y="120"/>
                  <a:pt x="339" y="120"/>
                  <a:pt x="346" y="120"/>
                </a:cubicBezTo>
                <a:cubicBezTo>
                  <a:pt x="346" y="120"/>
                  <a:pt x="346" y="120"/>
                  <a:pt x="339" y="120"/>
                </a:cubicBezTo>
                <a:cubicBezTo>
                  <a:pt x="339" y="127"/>
                  <a:pt x="339" y="127"/>
                  <a:pt x="346" y="127"/>
                </a:cubicBezTo>
                <a:cubicBezTo>
                  <a:pt x="346" y="127"/>
                  <a:pt x="346" y="127"/>
                  <a:pt x="353" y="127"/>
                </a:cubicBezTo>
                <a:lnTo>
                  <a:pt x="361" y="127"/>
                </a:lnTo>
                <a:cubicBezTo>
                  <a:pt x="361" y="127"/>
                  <a:pt x="361" y="127"/>
                  <a:pt x="368" y="127"/>
                </a:cubicBezTo>
                <a:lnTo>
                  <a:pt x="368" y="134"/>
                </a:lnTo>
                <a:cubicBezTo>
                  <a:pt x="368" y="134"/>
                  <a:pt x="368" y="134"/>
                  <a:pt x="375" y="134"/>
                </a:cubicBezTo>
                <a:cubicBezTo>
                  <a:pt x="375" y="141"/>
                  <a:pt x="375" y="141"/>
                  <a:pt x="375" y="141"/>
                </a:cubicBezTo>
                <a:cubicBezTo>
                  <a:pt x="368" y="141"/>
                  <a:pt x="361" y="141"/>
                  <a:pt x="353" y="141"/>
                </a:cubicBezTo>
                <a:lnTo>
                  <a:pt x="353" y="134"/>
                </a:lnTo>
                <a:cubicBezTo>
                  <a:pt x="353" y="141"/>
                  <a:pt x="353" y="141"/>
                  <a:pt x="353" y="141"/>
                </a:cubicBezTo>
                <a:cubicBezTo>
                  <a:pt x="361" y="141"/>
                  <a:pt x="361" y="141"/>
                  <a:pt x="353" y="141"/>
                </a:cubicBezTo>
                <a:cubicBezTo>
                  <a:pt x="353" y="149"/>
                  <a:pt x="361" y="149"/>
                  <a:pt x="361" y="149"/>
                </a:cubicBezTo>
                <a:cubicBezTo>
                  <a:pt x="368" y="156"/>
                  <a:pt x="368" y="156"/>
                  <a:pt x="368" y="149"/>
                </a:cubicBezTo>
                <a:cubicBezTo>
                  <a:pt x="361" y="149"/>
                  <a:pt x="361" y="149"/>
                  <a:pt x="361" y="149"/>
                </a:cubicBezTo>
                <a:cubicBezTo>
                  <a:pt x="368" y="149"/>
                  <a:pt x="368" y="149"/>
                  <a:pt x="368" y="149"/>
                </a:cubicBezTo>
                <a:cubicBezTo>
                  <a:pt x="368" y="149"/>
                  <a:pt x="368" y="149"/>
                  <a:pt x="375" y="149"/>
                </a:cubicBezTo>
                <a:cubicBezTo>
                  <a:pt x="375" y="149"/>
                  <a:pt x="375" y="149"/>
                  <a:pt x="375" y="141"/>
                </a:cubicBezTo>
                <a:cubicBezTo>
                  <a:pt x="382" y="141"/>
                  <a:pt x="382" y="141"/>
                  <a:pt x="382" y="141"/>
                </a:cubicBezTo>
                <a:cubicBezTo>
                  <a:pt x="382" y="141"/>
                  <a:pt x="382" y="141"/>
                  <a:pt x="382" y="134"/>
                </a:cubicBezTo>
                <a:cubicBezTo>
                  <a:pt x="382" y="134"/>
                  <a:pt x="382" y="134"/>
                  <a:pt x="382" y="127"/>
                </a:cubicBezTo>
                <a:lnTo>
                  <a:pt x="382" y="134"/>
                </a:lnTo>
                <a:cubicBezTo>
                  <a:pt x="382" y="134"/>
                  <a:pt x="389" y="134"/>
                  <a:pt x="389" y="127"/>
                </a:cubicBezTo>
                <a:cubicBezTo>
                  <a:pt x="389" y="134"/>
                  <a:pt x="389" y="134"/>
                  <a:pt x="389" y="134"/>
                </a:cubicBezTo>
                <a:cubicBezTo>
                  <a:pt x="389" y="134"/>
                  <a:pt x="389" y="134"/>
                  <a:pt x="382" y="134"/>
                </a:cubicBezTo>
                <a:cubicBezTo>
                  <a:pt x="389" y="134"/>
                  <a:pt x="389" y="141"/>
                  <a:pt x="389" y="141"/>
                </a:cubicBezTo>
                <a:cubicBezTo>
                  <a:pt x="389" y="141"/>
                  <a:pt x="389" y="141"/>
                  <a:pt x="396" y="141"/>
                </a:cubicBezTo>
                <a:cubicBezTo>
                  <a:pt x="396" y="134"/>
                  <a:pt x="396" y="134"/>
                  <a:pt x="396" y="134"/>
                </a:cubicBezTo>
                <a:lnTo>
                  <a:pt x="403" y="134"/>
                </a:lnTo>
                <a:cubicBezTo>
                  <a:pt x="403" y="134"/>
                  <a:pt x="403" y="134"/>
                  <a:pt x="403" y="127"/>
                </a:cubicBezTo>
                <a:lnTo>
                  <a:pt x="403" y="134"/>
                </a:lnTo>
                <a:cubicBezTo>
                  <a:pt x="410" y="134"/>
                  <a:pt x="403" y="127"/>
                  <a:pt x="410" y="127"/>
                </a:cubicBezTo>
                <a:cubicBezTo>
                  <a:pt x="410" y="127"/>
                  <a:pt x="410" y="127"/>
                  <a:pt x="410" y="134"/>
                </a:cubicBezTo>
                <a:cubicBezTo>
                  <a:pt x="410" y="134"/>
                  <a:pt x="410" y="134"/>
                  <a:pt x="417" y="127"/>
                </a:cubicBezTo>
                <a:cubicBezTo>
                  <a:pt x="417" y="127"/>
                  <a:pt x="417" y="134"/>
                  <a:pt x="417" y="127"/>
                </a:cubicBezTo>
                <a:cubicBezTo>
                  <a:pt x="417" y="127"/>
                  <a:pt x="417" y="127"/>
                  <a:pt x="424" y="127"/>
                </a:cubicBezTo>
                <a:cubicBezTo>
                  <a:pt x="424" y="134"/>
                  <a:pt x="424" y="134"/>
                  <a:pt x="424" y="134"/>
                </a:cubicBezTo>
                <a:lnTo>
                  <a:pt x="424" y="127"/>
                </a:lnTo>
                <a:cubicBezTo>
                  <a:pt x="431" y="127"/>
                  <a:pt x="431" y="127"/>
                  <a:pt x="431" y="127"/>
                </a:cubicBezTo>
                <a:cubicBezTo>
                  <a:pt x="431" y="127"/>
                  <a:pt x="431" y="127"/>
                  <a:pt x="438" y="127"/>
                </a:cubicBezTo>
                <a:cubicBezTo>
                  <a:pt x="438" y="127"/>
                  <a:pt x="445" y="127"/>
                  <a:pt x="452" y="134"/>
                </a:cubicBezTo>
                <a:lnTo>
                  <a:pt x="452" y="127"/>
                </a:lnTo>
                <a:cubicBezTo>
                  <a:pt x="445" y="127"/>
                  <a:pt x="452" y="127"/>
                  <a:pt x="445" y="127"/>
                </a:cubicBezTo>
                <a:cubicBezTo>
                  <a:pt x="445" y="120"/>
                  <a:pt x="445" y="120"/>
                  <a:pt x="445" y="120"/>
                </a:cubicBezTo>
                <a:cubicBezTo>
                  <a:pt x="445" y="120"/>
                  <a:pt x="445" y="113"/>
                  <a:pt x="452" y="113"/>
                </a:cubicBezTo>
                <a:cubicBezTo>
                  <a:pt x="445" y="106"/>
                  <a:pt x="438" y="99"/>
                  <a:pt x="431" y="99"/>
                </a:cubicBezTo>
                <a:cubicBezTo>
                  <a:pt x="424" y="99"/>
                  <a:pt x="424" y="99"/>
                  <a:pt x="424" y="99"/>
                </a:cubicBezTo>
                <a:cubicBezTo>
                  <a:pt x="424" y="99"/>
                  <a:pt x="424" y="99"/>
                  <a:pt x="417" y="99"/>
                </a:cubicBezTo>
                <a:cubicBezTo>
                  <a:pt x="417" y="99"/>
                  <a:pt x="417" y="99"/>
                  <a:pt x="417" y="106"/>
                </a:cubicBezTo>
                <a:cubicBezTo>
                  <a:pt x="417" y="106"/>
                  <a:pt x="417" y="106"/>
                  <a:pt x="424" y="106"/>
                </a:cubicBezTo>
                <a:cubicBezTo>
                  <a:pt x="417" y="106"/>
                  <a:pt x="417" y="106"/>
                  <a:pt x="417" y="106"/>
                </a:cubicBezTo>
                <a:cubicBezTo>
                  <a:pt x="410" y="106"/>
                  <a:pt x="410" y="106"/>
                  <a:pt x="410" y="106"/>
                </a:cubicBezTo>
                <a:cubicBezTo>
                  <a:pt x="410" y="106"/>
                  <a:pt x="410" y="99"/>
                  <a:pt x="417" y="99"/>
                </a:cubicBezTo>
                <a:cubicBezTo>
                  <a:pt x="417" y="99"/>
                  <a:pt x="417" y="99"/>
                  <a:pt x="417" y="92"/>
                </a:cubicBezTo>
                <a:lnTo>
                  <a:pt x="417" y="99"/>
                </a:lnTo>
                <a:cubicBezTo>
                  <a:pt x="424" y="92"/>
                  <a:pt x="424" y="92"/>
                  <a:pt x="424" y="92"/>
                </a:cubicBezTo>
                <a:cubicBezTo>
                  <a:pt x="389" y="71"/>
                  <a:pt x="346" y="57"/>
                  <a:pt x="297" y="57"/>
                </a:cubicBezTo>
                <a:cubicBezTo>
                  <a:pt x="262" y="57"/>
                  <a:pt x="226" y="71"/>
                  <a:pt x="191" y="85"/>
                </a:cubicBezTo>
                <a:close/>
                <a:moveTo>
                  <a:pt x="198" y="92"/>
                </a:moveTo>
                <a:lnTo>
                  <a:pt x="198" y="92"/>
                </a:lnTo>
                <a:close/>
                <a:moveTo>
                  <a:pt x="410" y="233"/>
                </a:moveTo>
                <a:lnTo>
                  <a:pt x="410" y="233"/>
                </a:lnTo>
                <a:cubicBezTo>
                  <a:pt x="410" y="233"/>
                  <a:pt x="410" y="233"/>
                  <a:pt x="403" y="233"/>
                </a:cubicBezTo>
                <a:cubicBezTo>
                  <a:pt x="410" y="233"/>
                  <a:pt x="410" y="233"/>
                  <a:pt x="410" y="233"/>
                </a:cubicBezTo>
                <a:lnTo>
                  <a:pt x="403" y="233"/>
                </a:lnTo>
                <a:cubicBezTo>
                  <a:pt x="403" y="226"/>
                  <a:pt x="403" y="226"/>
                  <a:pt x="403" y="226"/>
                </a:cubicBezTo>
                <a:lnTo>
                  <a:pt x="403" y="219"/>
                </a:lnTo>
                <a:lnTo>
                  <a:pt x="410" y="226"/>
                </a:lnTo>
                <a:cubicBezTo>
                  <a:pt x="410" y="219"/>
                  <a:pt x="410" y="219"/>
                  <a:pt x="410" y="219"/>
                </a:cubicBezTo>
                <a:cubicBezTo>
                  <a:pt x="410" y="219"/>
                  <a:pt x="410" y="219"/>
                  <a:pt x="403" y="219"/>
                </a:cubicBezTo>
                <a:cubicBezTo>
                  <a:pt x="403" y="219"/>
                  <a:pt x="403" y="219"/>
                  <a:pt x="396" y="219"/>
                </a:cubicBezTo>
                <a:lnTo>
                  <a:pt x="389" y="226"/>
                </a:lnTo>
                <a:lnTo>
                  <a:pt x="396" y="226"/>
                </a:lnTo>
                <a:cubicBezTo>
                  <a:pt x="396" y="226"/>
                  <a:pt x="389" y="233"/>
                  <a:pt x="396" y="233"/>
                </a:cubicBezTo>
                <a:cubicBezTo>
                  <a:pt x="396" y="233"/>
                  <a:pt x="396" y="233"/>
                  <a:pt x="396" y="240"/>
                </a:cubicBezTo>
                <a:lnTo>
                  <a:pt x="403" y="240"/>
                </a:lnTo>
                <a:cubicBezTo>
                  <a:pt x="396" y="240"/>
                  <a:pt x="396" y="240"/>
                  <a:pt x="396" y="240"/>
                </a:cubicBezTo>
                <a:cubicBezTo>
                  <a:pt x="396" y="247"/>
                  <a:pt x="396" y="247"/>
                  <a:pt x="396" y="247"/>
                </a:cubicBezTo>
                <a:cubicBezTo>
                  <a:pt x="396" y="247"/>
                  <a:pt x="396" y="247"/>
                  <a:pt x="403" y="247"/>
                </a:cubicBezTo>
                <a:cubicBezTo>
                  <a:pt x="403" y="254"/>
                  <a:pt x="403" y="254"/>
                  <a:pt x="410" y="254"/>
                </a:cubicBezTo>
                <a:cubicBezTo>
                  <a:pt x="410" y="247"/>
                  <a:pt x="410" y="247"/>
                  <a:pt x="410" y="247"/>
                </a:cubicBezTo>
                <a:cubicBezTo>
                  <a:pt x="410" y="240"/>
                  <a:pt x="410" y="240"/>
                  <a:pt x="410" y="240"/>
                </a:cubicBezTo>
                <a:cubicBezTo>
                  <a:pt x="410" y="233"/>
                  <a:pt x="410" y="233"/>
                  <a:pt x="410" y="233"/>
                </a:cubicBezTo>
                <a:cubicBezTo>
                  <a:pt x="410" y="233"/>
                  <a:pt x="410" y="233"/>
                  <a:pt x="410" y="240"/>
                </a:cubicBezTo>
                <a:cubicBezTo>
                  <a:pt x="410" y="233"/>
                  <a:pt x="410" y="233"/>
                  <a:pt x="410" y="233"/>
                </a:cubicBezTo>
                <a:close/>
                <a:moveTo>
                  <a:pt x="332" y="233"/>
                </a:moveTo>
                <a:lnTo>
                  <a:pt x="332" y="233"/>
                </a:lnTo>
                <a:close/>
                <a:moveTo>
                  <a:pt x="417" y="106"/>
                </a:moveTo>
                <a:lnTo>
                  <a:pt x="417" y="106"/>
                </a:lnTo>
                <a:cubicBezTo>
                  <a:pt x="417" y="113"/>
                  <a:pt x="417" y="106"/>
                  <a:pt x="417" y="113"/>
                </a:cubicBezTo>
                <a:lnTo>
                  <a:pt x="417" y="120"/>
                </a:lnTo>
                <a:cubicBezTo>
                  <a:pt x="417" y="120"/>
                  <a:pt x="417" y="120"/>
                  <a:pt x="410" y="120"/>
                </a:cubicBezTo>
                <a:lnTo>
                  <a:pt x="410" y="113"/>
                </a:lnTo>
                <a:cubicBezTo>
                  <a:pt x="403" y="113"/>
                  <a:pt x="403" y="113"/>
                  <a:pt x="403" y="113"/>
                </a:cubicBezTo>
                <a:cubicBezTo>
                  <a:pt x="410" y="113"/>
                  <a:pt x="410" y="113"/>
                  <a:pt x="410" y="113"/>
                </a:cubicBezTo>
                <a:cubicBezTo>
                  <a:pt x="410" y="113"/>
                  <a:pt x="410" y="113"/>
                  <a:pt x="403" y="106"/>
                </a:cubicBezTo>
                <a:lnTo>
                  <a:pt x="410" y="106"/>
                </a:lnTo>
                <a:lnTo>
                  <a:pt x="417" y="106"/>
                </a:lnTo>
                <a:close/>
                <a:moveTo>
                  <a:pt x="332" y="71"/>
                </a:moveTo>
                <a:lnTo>
                  <a:pt x="332" y="71"/>
                </a:lnTo>
                <a:cubicBezTo>
                  <a:pt x="325" y="71"/>
                  <a:pt x="325" y="71"/>
                  <a:pt x="325" y="71"/>
                </a:cubicBezTo>
                <a:cubicBezTo>
                  <a:pt x="325" y="71"/>
                  <a:pt x="325" y="71"/>
                  <a:pt x="318" y="71"/>
                </a:cubicBezTo>
                <a:cubicBezTo>
                  <a:pt x="318" y="71"/>
                  <a:pt x="318" y="71"/>
                  <a:pt x="325" y="71"/>
                </a:cubicBezTo>
                <a:cubicBezTo>
                  <a:pt x="318" y="71"/>
                  <a:pt x="311" y="71"/>
                  <a:pt x="311" y="71"/>
                </a:cubicBezTo>
                <a:cubicBezTo>
                  <a:pt x="311" y="71"/>
                  <a:pt x="311" y="71"/>
                  <a:pt x="311" y="64"/>
                </a:cubicBezTo>
                <a:cubicBezTo>
                  <a:pt x="318" y="64"/>
                  <a:pt x="318" y="64"/>
                  <a:pt x="318" y="64"/>
                </a:cubicBezTo>
                <a:cubicBezTo>
                  <a:pt x="318" y="71"/>
                  <a:pt x="318" y="64"/>
                  <a:pt x="325" y="71"/>
                </a:cubicBezTo>
                <a:lnTo>
                  <a:pt x="325" y="64"/>
                </a:lnTo>
                <a:cubicBezTo>
                  <a:pt x="325" y="64"/>
                  <a:pt x="325" y="64"/>
                  <a:pt x="325" y="71"/>
                </a:cubicBezTo>
                <a:cubicBezTo>
                  <a:pt x="325" y="64"/>
                  <a:pt x="325" y="64"/>
                  <a:pt x="332" y="64"/>
                </a:cubicBezTo>
                <a:cubicBezTo>
                  <a:pt x="332" y="64"/>
                  <a:pt x="332" y="71"/>
                  <a:pt x="339" y="71"/>
                </a:cubicBezTo>
                <a:cubicBezTo>
                  <a:pt x="332" y="71"/>
                  <a:pt x="332" y="71"/>
                  <a:pt x="332" y="71"/>
                </a:cubicBezTo>
                <a:close/>
                <a:moveTo>
                  <a:pt x="311" y="71"/>
                </a:moveTo>
                <a:lnTo>
                  <a:pt x="311" y="71"/>
                </a:lnTo>
                <a:cubicBezTo>
                  <a:pt x="318" y="71"/>
                  <a:pt x="318" y="71"/>
                  <a:pt x="318" y="71"/>
                </a:cubicBezTo>
                <a:lnTo>
                  <a:pt x="318" y="78"/>
                </a:lnTo>
                <a:cubicBezTo>
                  <a:pt x="311" y="78"/>
                  <a:pt x="311" y="78"/>
                  <a:pt x="311" y="78"/>
                </a:cubicBezTo>
                <a:cubicBezTo>
                  <a:pt x="311" y="85"/>
                  <a:pt x="311" y="85"/>
                  <a:pt x="311" y="85"/>
                </a:cubicBezTo>
                <a:cubicBezTo>
                  <a:pt x="304" y="85"/>
                  <a:pt x="304" y="85"/>
                  <a:pt x="304" y="85"/>
                </a:cubicBezTo>
                <a:cubicBezTo>
                  <a:pt x="304" y="85"/>
                  <a:pt x="304" y="85"/>
                  <a:pt x="311" y="85"/>
                </a:cubicBezTo>
                <a:cubicBezTo>
                  <a:pt x="304" y="85"/>
                  <a:pt x="304" y="78"/>
                  <a:pt x="304" y="78"/>
                </a:cubicBezTo>
                <a:lnTo>
                  <a:pt x="304" y="85"/>
                </a:lnTo>
                <a:cubicBezTo>
                  <a:pt x="297" y="85"/>
                  <a:pt x="297" y="78"/>
                  <a:pt x="297" y="78"/>
                </a:cubicBezTo>
                <a:cubicBezTo>
                  <a:pt x="304" y="78"/>
                  <a:pt x="304" y="78"/>
                  <a:pt x="304" y="78"/>
                </a:cubicBezTo>
                <a:cubicBezTo>
                  <a:pt x="304" y="78"/>
                  <a:pt x="304" y="78"/>
                  <a:pt x="297" y="78"/>
                </a:cubicBezTo>
                <a:cubicBezTo>
                  <a:pt x="297" y="78"/>
                  <a:pt x="297" y="78"/>
                  <a:pt x="297" y="71"/>
                </a:cubicBezTo>
                <a:cubicBezTo>
                  <a:pt x="297" y="71"/>
                  <a:pt x="297" y="71"/>
                  <a:pt x="290" y="71"/>
                </a:cubicBezTo>
                <a:cubicBezTo>
                  <a:pt x="290" y="71"/>
                  <a:pt x="290" y="71"/>
                  <a:pt x="297" y="71"/>
                </a:cubicBezTo>
                <a:cubicBezTo>
                  <a:pt x="297" y="71"/>
                  <a:pt x="297" y="71"/>
                  <a:pt x="304" y="71"/>
                </a:cubicBezTo>
                <a:lnTo>
                  <a:pt x="311" y="71"/>
                </a:lnTo>
                <a:close/>
                <a:moveTo>
                  <a:pt x="262" y="205"/>
                </a:moveTo>
                <a:lnTo>
                  <a:pt x="262" y="205"/>
                </a:lnTo>
                <a:lnTo>
                  <a:pt x="269" y="205"/>
                </a:lnTo>
                <a:cubicBezTo>
                  <a:pt x="262" y="205"/>
                  <a:pt x="262" y="205"/>
                  <a:pt x="262" y="205"/>
                </a:cubicBezTo>
                <a:cubicBezTo>
                  <a:pt x="255" y="205"/>
                  <a:pt x="255" y="205"/>
                  <a:pt x="255" y="205"/>
                </a:cubicBezTo>
                <a:cubicBezTo>
                  <a:pt x="255" y="205"/>
                  <a:pt x="255" y="205"/>
                  <a:pt x="248" y="205"/>
                </a:cubicBezTo>
                <a:cubicBezTo>
                  <a:pt x="255" y="205"/>
                  <a:pt x="255" y="205"/>
                  <a:pt x="255" y="205"/>
                </a:cubicBezTo>
                <a:lnTo>
                  <a:pt x="255" y="198"/>
                </a:lnTo>
                <a:lnTo>
                  <a:pt x="255" y="205"/>
                </a:lnTo>
                <a:cubicBezTo>
                  <a:pt x="255" y="198"/>
                  <a:pt x="248" y="198"/>
                  <a:pt x="248" y="198"/>
                </a:cubicBezTo>
                <a:lnTo>
                  <a:pt x="255" y="198"/>
                </a:lnTo>
                <a:cubicBezTo>
                  <a:pt x="255" y="191"/>
                  <a:pt x="255" y="191"/>
                  <a:pt x="255" y="191"/>
                </a:cubicBezTo>
                <a:cubicBezTo>
                  <a:pt x="255" y="191"/>
                  <a:pt x="255" y="191"/>
                  <a:pt x="248" y="191"/>
                </a:cubicBezTo>
                <a:lnTo>
                  <a:pt x="248" y="184"/>
                </a:lnTo>
                <a:cubicBezTo>
                  <a:pt x="248" y="177"/>
                  <a:pt x="248" y="177"/>
                  <a:pt x="248" y="177"/>
                </a:cubicBezTo>
                <a:lnTo>
                  <a:pt x="255" y="177"/>
                </a:lnTo>
                <a:lnTo>
                  <a:pt x="248" y="177"/>
                </a:lnTo>
                <a:cubicBezTo>
                  <a:pt x="255" y="177"/>
                  <a:pt x="255" y="177"/>
                  <a:pt x="255" y="177"/>
                </a:cubicBezTo>
                <a:cubicBezTo>
                  <a:pt x="255" y="184"/>
                  <a:pt x="255" y="184"/>
                  <a:pt x="255" y="184"/>
                </a:cubicBezTo>
                <a:cubicBezTo>
                  <a:pt x="255" y="191"/>
                  <a:pt x="255" y="191"/>
                  <a:pt x="255" y="191"/>
                </a:cubicBezTo>
                <a:cubicBezTo>
                  <a:pt x="262" y="191"/>
                  <a:pt x="262" y="191"/>
                  <a:pt x="262" y="191"/>
                </a:cubicBezTo>
                <a:cubicBezTo>
                  <a:pt x="262" y="198"/>
                  <a:pt x="262" y="198"/>
                  <a:pt x="262" y="198"/>
                </a:cubicBezTo>
                <a:lnTo>
                  <a:pt x="269" y="198"/>
                </a:lnTo>
                <a:cubicBezTo>
                  <a:pt x="269" y="198"/>
                  <a:pt x="262" y="198"/>
                  <a:pt x="262" y="205"/>
                </a:cubicBezTo>
                <a:close/>
                <a:moveTo>
                  <a:pt x="248" y="184"/>
                </a:moveTo>
                <a:lnTo>
                  <a:pt x="248" y="184"/>
                </a:lnTo>
                <a:close/>
                <a:moveTo>
                  <a:pt x="248" y="191"/>
                </a:moveTo>
                <a:lnTo>
                  <a:pt x="248" y="191"/>
                </a:lnTo>
                <a:cubicBezTo>
                  <a:pt x="248" y="191"/>
                  <a:pt x="248" y="191"/>
                  <a:pt x="240" y="191"/>
                </a:cubicBezTo>
                <a:cubicBezTo>
                  <a:pt x="248" y="191"/>
                  <a:pt x="248" y="198"/>
                  <a:pt x="248" y="198"/>
                </a:cubicBezTo>
                <a:cubicBezTo>
                  <a:pt x="240" y="198"/>
                  <a:pt x="240" y="198"/>
                  <a:pt x="240" y="198"/>
                </a:cubicBezTo>
                <a:cubicBezTo>
                  <a:pt x="233" y="198"/>
                  <a:pt x="233" y="205"/>
                  <a:pt x="233" y="205"/>
                </a:cubicBezTo>
                <a:cubicBezTo>
                  <a:pt x="233" y="198"/>
                  <a:pt x="233" y="198"/>
                  <a:pt x="233" y="198"/>
                </a:cubicBezTo>
                <a:cubicBezTo>
                  <a:pt x="233" y="198"/>
                  <a:pt x="233" y="198"/>
                  <a:pt x="240" y="198"/>
                </a:cubicBezTo>
                <a:cubicBezTo>
                  <a:pt x="233" y="198"/>
                  <a:pt x="233" y="198"/>
                  <a:pt x="233" y="191"/>
                </a:cubicBezTo>
                <a:cubicBezTo>
                  <a:pt x="233" y="191"/>
                  <a:pt x="233" y="191"/>
                  <a:pt x="240" y="191"/>
                </a:cubicBezTo>
                <a:cubicBezTo>
                  <a:pt x="240" y="191"/>
                  <a:pt x="240" y="191"/>
                  <a:pt x="240" y="184"/>
                </a:cubicBezTo>
                <a:cubicBezTo>
                  <a:pt x="240" y="191"/>
                  <a:pt x="240" y="191"/>
                  <a:pt x="240" y="191"/>
                </a:cubicBezTo>
                <a:cubicBezTo>
                  <a:pt x="240" y="191"/>
                  <a:pt x="248" y="184"/>
                  <a:pt x="248" y="191"/>
                </a:cubicBezTo>
                <a:close/>
                <a:moveTo>
                  <a:pt x="233" y="269"/>
                </a:moveTo>
                <a:lnTo>
                  <a:pt x="233" y="269"/>
                </a:lnTo>
                <a:lnTo>
                  <a:pt x="233" y="262"/>
                </a:lnTo>
                <a:lnTo>
                  <a:pt x="240" y="262"/>
                </a:lnTo>
                <a:lnTo>
                  <a:pt x="248" y="254"/>
                </a:lnTo>
                <a:lnTo>
                  <a:pt x="255" y="254"/>
                </a:lnTo>
                <a:cubicBezTo>
                  <a:pt x="255" y="254"/>
                  <a:pt x="255" y="254"/>
                  <a:pt x="262" y="254"/>
                </a:cubicBezTo>
                <a:lnTo>
                  <a:pt x="269" y="254"/>
                </a:lnTo>
                <a:cubicBezTo>
                  <a:pt x="269" y="254"/>
                  <a:pt x="269" y="254"/>
                  <a:pt x="269" y="247"/>
                </a:cubicBezTo>
                <a:cubicBezTo>
                  <a:pt x="276" y="247"/>
                  <a:pt x="276" y="254"/>
                  <a:pt x="276" y="254"/>
                </a:cubicBezTo>
                <a:lnTo>
                  <a:pt x="276" y="247"/>
                </a:lnTo>
                <a:cubicBezTo>
                  <a:pt x="283" y="247"/>
                  <a:pt x="283" y="247"/>
                  <a:pt x="283" y="247"/>
                </a:cubicBezTo>
                <a:lnTo>
                  <a:pt x="283" y="254"/>
                </a:lnTo>
                <a:lnTo>
                  <a:pt x="290" y="247"/>
                </a:lnTo>
                <a:cubicBezTo>
                  <a:pt x="290" y="247"/>
                  <a:pt x="290" y="247"/>
                  <a:pt x="290" y="254"/>
                </a:cubicBezTo>
                <a:cubicBezTo>
                  <a:pt x="290" y="247"/>
                  <a:pt x="290" y="247"/>
                  <a:pt x="290" y="247"/>
                </a:cubicBezTo>
                <a:cubicBezTo>
                  <a:pt x="290" y="254"/>
                  <a:pt x="290" y="254"/>
                  <a:pt x="290" y="254"/>
                </a:cubicBezTo>
                <a:lnTo>
                  <a:pt x="290" y="262"/>
                </a:lnTo>
                <a:cubicBezTo>
                  <a:pt x="297" y="262"/>
                  <a:pt x="297" y="262"/>
                  <a:pt x="297" y="262"/>
                </a:cubicBezTo>
                <a:cubicBezTo>
                  <a:pt x="297" y="262"/>
                  <a:pt x="297" y="262"/>
                  <a:pt x="304" y="262"/>
                </a:cubicBezTo>
                <a:cubicBezTo>
                  <a:pt x="304" y="269"/>
                  <a:pt x="304" y="269"/>
                  <a:pt x="304" y="269"/>
                </a:cubicBezTo>
                <a:lnTo>
                  <a:pt x="311" y="269"/>
                </a:lnTo>
                <a:lnTo>
                  <a:pt x="318" y="269"/>
                </a:lnTo>
                <a:cubicBezTo>
                  <a:pt x="318" y="262"/>
                  <a:pt x="318" y="262"/>
                  <a:pt x="325" y="262"/>
                </a:cubicBezTo>
                <a:lnTo>
                  <a:pt x="325" y="269"/>
                </a:lnTo>
                <a:cubicBezTo>
                  <a:pt x="332" y="269"/>
                  <a:pt x="332" y="269"/>
                  <a:pt x="332" y="269"/>
                </a:cubicBezTo>
                <a:lnTo>
                  <a:pt x="339" y="269"/>
                </a:lnTo>
                <a:cubicBezTo>
                  <a:pt x="339" y="269"/>
                  <a:pt x="339" y="269"/>
                  <a:pt x="346" y="269"/>
                </a:cubicBezTo>
                <a:cubicBezTo>
                  <a:pt x="353" y="269"/>
                  <a:pt x="353" y="269"/>
                  <a:pt x="353" y="269"/>
                </a:cubicBezTo>
                <a:cubicBezTo>
                  <a:pt x="353" y="269"/>
                  <a:pt x="353" y="269"/>
                  <a:pt x="361" y="276"/>
                </a:cubicBezTo>
                <a:cubicBezTo>
                  <a:pt x="353" y="276"/>
                  <a:pt x="353" y="276"/>
                  <a:pt x="353" y="276"/>
                </a:cubicBezTo>
                <a:cubicBezTo>
                  <a:pt x="353" y="283"/>
                  <a:pt x="353" y="283"/>
                  <a:pt x="353" y="283"/>
                </a:cubicBezTo>
                <a:lnTo>
                  <a:pt x="361" y="290"/>
                </a:lnTo>
                <a:lnTo>
                  <a:pt x="361" y="297"/>
                </a:lnTo>
                <a:cubicBezTo>
                  <a:pt x="368" y="297"/>
                  <a:pt x="361" y="304"/>
                  <a:pt x="368" y="304"/>
                </a:cubicBezTo>
                <a:cubicBezTo>
                  <a:pt x="368" y="311"/>
                  <a:pt x="368" y="311"/>
                  <a:pt x="375" y="318"/>
                </a:cubicBezTo>
                <a:lnTo>
                  <a:pt x="375" y="311"/>
                </a:lnTo>
                <a:lnTo>
                  <a:pt x="375" y="318"/>
                </a:lnTo>
                <a:cubicBezTo>
                  <a:pt x="375" y="318"/>
                  <a:pt x="375" y="318"/>
                  <a:pt x="382" y="318"/>
                </a:cubicBezTo>
                <a:lnTo>
                  <a:pt x="382" y="325"/>
                </a:lnTo>
                <a:cubicBezTo>
                  <a:pt x="389" y="325"/>
                  <a:pt x="389" y="325"/>
                  <a:pt x="389" y="325"/>
                </a:cubicBezTo>
                <a:cubicBezTo>
                  <a:pt x="396" y="325"/>
                  <a:pt x="396" y="325"/>
                  <a:pt x="396" y="325"/>
                </a:cubicBezTo>
                <a:lnTo>
                  <a:pt x="403" y="325"/>
                </a:lnTo>
                <a:cubicBezTo>
                  <a:pt x="403" y="325"/>
                  <a:pt x="403" y="325"/>
                  <a:pt x="403" y="332"/>
                </a:cubicBezTo>
                <a:lnTo>
                  <a:pt x="396" y="332"/>
                </a:lnTo>
                <a:cubicBezTo>
                  <a:pt x="396" y="332"/>
                  <a:pt x="396" y="332"/>
                  <a:pt x="396" y="339"/>
                </a:cubicBezTo>
                <a:cubicBezTo>
                  <a:pt x="396" y="347"/>
                  <a:pt x="396" y="347"/>
                  <a:pt x="389" y="347"/>
                </a:cubicBezTo>
                <a:cubicBezTo>
                  <a:pt x="389" y="347"/>
                  <a:pt x="389" y="347"/>
                  <a:pt x="389" y="354"/>
                </a:cubicBezTo>
                <a:lnTo>
                  <a:pt x="382" y="354"/>
                </a:lnTo>
                <a:cubicBezTo>
                  <a:pt x="382" y="361"/>
                  <a:pt x="375" y="361"/>
                  <a:pt x="375" y="361"/>
                </a:cubicBezTo>
                <a:cubicBezTo>
                  <a:pt x="375" y="368"/>
                  <a:pt x="375" y="368"/>
                  <a:pt x="375" y="368"/>
                </a:cubicBezTo>
                <a:lnTo>
                  <a:pt x="368" y="368"/>
                </a:lnTo>
                <a:lnTo>
                  <a:pt x="368" y="375"/>
                </a:lnTo>
                <a:cubicBezTo>
                  <a:pt x="368" y="375"/>
                  <a:pt x="368" y="375"/>
                  <a:pt x="368" y="382"/>
                </a:cubicBezTo>
                <a:cubicBezTo>
                  <a:pt x="375" y="389"/>
                  <a:pt x="375" y="389"/>
                  <a:pt x="375" y="389"/>
                </a:cubicBezTo>
                <a:cubicBezTo>
                  <a:pt x="375" y="396"/>
                  <a:pt x="375" y="396"/>
                  <a:pt x="375" y="396"/>
                </a:cubicBezTo>
                <a:lnTo>
                  <a:pt x="375" y="403"/>
                </a:lnTo>
                <a:cubicBezTo>
                  <a:pt x="375" y="403"/>
                  <a:pt x="375" y="403"/>
                  <a:pt x="368" y="403"/>
                </a:cubicBezTo>
                <a:cubicBezTo>
                  <a:pt x="361" y="410"/>
                  <a:pt x="361" y="410"/>
                  <a:pt x="361" y="410"/>
                </a:cubicBezTo>
                <a:lnTo>
                  <a:pt x="361" y="417"/>
                </a:lnTo>
                <a:lnTo>
                  <a:pt x="361" y="424"/>
                </a:lnTo>
                <a:cubicBezTo>
                  <a:pt x="361" y="424"/>
                  <a:pt x="353" y="424"/>
                  <a:pt x="353" y="431"/>
                </a:cubicBezTo>
                <a:lnTo>
                  <a:pt x="353" y="438"/>
                </a:lnTo>
                <a:lnTo>
                  <a:pt x="346" y="438"/>
                </a:lnTo>
                <a:cubicBezTo>
                  <a:pt x="346" y="445"/>
                  <a:pt x="339" y="445"/>
                  <a:pt x="339" y="452"/>
                </a:cubicBezTo>
                <a:cubicBezTo>
                  <a:pt x="332" y="452"/>
                  <a:pt x="332" y="452"/>
                  <a:pt x="332" y="452"/>
                </a:cubicBezTo>
                <a:cubicBezTo>
                  <a:pt x="325" y="452"/>
                  <a:pt x="325" y="452"/>
                  <a:pt x="325" y="452"/>
                </a:cubicBezTo>
                <a:lnTo>
                  <a:pt x="318" y="452"/>
                </a:lnTo>
                <a:cubicBezTo>
                  <a:pt x="318" y="460"/>
                  <a:pt x="318" y="452"/>
                  <a:pt x="318" y="452"/>
                </a:cubicBezTo>
                <a:cubicBezTo>
                  <a:pt x="318" y="460"/>
                  <a:pt x="318" y="460"/>
                  <a:pt x="318" y="460"/>
                </a:cubicBezTo>
                <a:cubicBezTo>
                  <a:pt x="311" y="460"/>
                  <a:pt x="311" y="452"/>
                  <a:pt x="311" y="452"/>
                </a:cubicBezTo>
                <a:cubicBezTo>
                  <a:pt x="311" y="445"/>
                  <a:pt x="311" y="445"/>
                  <a:pt x="311" y="445"/>
                </a:cubicBezTo>
                <a:cubicBezTo>
                  <a:pt x="311" y="445"/>
                  <a:pt x="311" y="438"/>
                  <a:pt x="304" y="438"/>
                </a:cubicBezTo>
                <a:cubicBezTo>
                  <a:pt x="304" y="431"/>
                  <a:pt x="304" y="431"/>
                  <a:pt x="304" y="431"/>
                </a:cubicBezTo>
                <a:cubicBezTo>
                  <a:pt x="304" y="431"/>
                  <a:pt x="304" y="431"/>
                  <a:pt x="304" y="424"/>
                </a:cubicBezTo>
                <a:cubicBezTo>
                  <a:pt x="304" y="417"/>
                  <a:pt x="297" y="417"/>
                  <a:pt x="297" y="417"/>
                </a:cubicBezTo>
                <a:lnTo>
                  <a:pt x="297" y="410"/>
                </a:lnTo>
                <a:cubicBezTo>
                  <a:pt x="297" y="403"/>
                  <a:pt x="297" y="403"/>
                  <a:pt x="297" y="403"/>
                </a:cubicBezTo>
                <a:lnTo>
                  <a:pt x="297" y="396"/>
                </a:lnTo>
                <a:cubicBezTo>
                  <a:pt x="297" y="389"/>
                  <a:pt x="297" y="389"/>
                  <a:pt x="297" y="389"/>
                </a:cubicBezTo>
                <a:cubicBezTo>
                  <a:pt x="297" y="382"/>
                  <a:pt x="297" y="382"/>
                  <a:pt x="297" y="382"/>
                </a:cubicBezTo>
                <a:cubicBezTo>
                  <a:pt x="297" y="382"/>
                  <a:pt x="297" y="382"/>
                  <a:pt x="297" y="375"/>
                </a:cubicBezTo>
                <a:lnTo>
                  <a:pt x="297" y="368"/>
                </a:lnTo>
                <a:cubicBezTo>
                  <a:pt x="290" y="368"/>
                  <a:pt x="290" y="368"/>
                  <a:pt x="290" y="368"/>
                </a:cubicBezTo>
                <a:cubicBezTo>
                  <a:pt x="290" y="361"/>
                  <a:pt x="290" y="361"/>
                  <a:pt x="290" y="361"/>
                </a:cubicBezTo>
                <a:cubicBezTo>
                  <a:pt x="283" y="361"/>
                  <a:pt x="283" y="361"/>
                  <a:pt x="283" y="361"/>
                </a:cubicBezTo>
                <a:cubicBezTo>
                  <a:pt x="290" y="361"/>
                  <a:pt x="290" y="361"/>
                  <a:pt x="290" y="354"/>
                </a:cubicBezTo>
                <a:lnTo>
                  <a:pt x="290" y="347"/>
                </a:lnTo>
                <a:cubicBezTo>
                  <a:pt x="283" y="347"/>
                  <a:pt x="290" y="347"/>
                  <a:pt x="283" y="347"/>
                </a:cubicBezTo>
                <a:cubicBezTo>
                  <a:pt x="283" y="347"/>
                  <a:pt x="276" y="347"/>
                  <a:pt x="276" y="339"/>
                </a:cubicBezTo>
                <a:cubicBezTo>
                  <a:pt x="276" y="339"/>
                  <a:pt x="276" y="339"/>
                  <a:pt x="269" y="339"/>
                </a:cubicBezTo>
                <a:cubicBezTo>
                  <a:pt x="262" y="339"/>
                  <a:pt x="262" y="339"/>
                  <a:pt x="262" y="339"/>
                </a:cubicBezTo>
                <a:lnTo>
                  <a:pt x="255" y="347"/>
                </a:lnTo>
                <a:lnTo>
                  <a:pt x="255" y="339"/>
                </a:lnTo>
                <a:cubicBezTo>
                  <a:pt x="255" y="339"/>
                  <a:pt x="255" y="339"/>
                  <a:pt x="255" y="347"/>
                </a:cubicBezTo>
                <a:cubicBezTo>
                  <a:pt x="255" y="347"/>
                  <a:pt x="255" y="339"/>
                  <a:pt x="248" y="339"/>
                </a:cubicBezTo>
                <a:cubicBezTo>
                  <a:pt x="248" y="347"/>
                  <a:pt x="248" y="347"/>
                  <a:pt x="248" y="347"/>
                </a:cubicBezTo>
                <a:cubicBezTo>
                  <a:pt x="240" y="347"/>
                  <a:pt x="240" y="347"/>
                  <a:pt x="240" y="347"/>
                </a:cubicBezTo>
                <a:cubicBezTo>
                  <a:pt x="233" y="339"/>
                  <a:pt x="233" y="339"/>
                  <a:pt x="233" y="339"/>
                </a:cubicBezTo>
                <a:cubicBezTo>
                  <a:pt x="226" y="339"/>
                  <a:pt x="226" y="339"/>
                  <a:pt x="226" y="339"/>
                </a:cubicBezTo>
                <a:cubicBezTo>
                  <a:pt x="226" y="332"/>
                  <a:pt x="226" y="332"/>
                  <a:pt x="226" y="332"/>
                </a:cubicBezTo>
                <a:cubicBezTo>
                  <a:pt x="226" y="332"/>
                  <a:pt x="219" y="332"/>
                  <a:pt x="219" y="325"/>
                </a:cubicBezTo>
                <a:cubicBezTo>
                  <a:pt x="219" y="325"/>
                  <a:pt x="219" y="325"/>
                  <a:pt x="212" y="325"/>
                </a:cubicBezTo>
                <a:cubicBezTo>
                  <a:pt x="212" y="318"/>
                  <a:pt x="212" y="318"/>
                  <a:pt x="212" y="318"/>
                </a:cubicBezTo>
                <a:cubicBezTo>
                  <a:pt x="219" y="318"/>
                  <a:pt x="219" y="318"/>
                  <a:pt x="219" y="318"/>
                </a:cubicBezTo>
                <a:cubicBezTo>
                  <a:pt x="212" y="318"/>
                  <a:pt x="212" y="318"/>
                  <a:pt x="212" y="318"/>
                </a:cubicBezTo>
                <a:lnTo>
                  <a:pt x="219" y="311"/>
                </a:lnTo>
                <a:lnTo>
                  <a:pt x="219" y="304"/>
                </a:lnTo>
                <a:cubicBezTo>
                  <a:pt x="219" y="304"/>
                  <a:pt x="219" y="297"/>
                  <a:pt x="212" y="297"/>
                </a:cubicBezTo>
                <a:cubicBezTo>
                  <a:pt x="219" y="297"/>
                  <a:pt x="219" y="297"/>
                  <a:pt x="219" y="297"/>
                </a:cubicBezTo>
                <a:cubicBezTo>
                  <a:pt x="219" y="290"/>
                  <a:pt x="219" y="290"/>
                  <a:pt x="219" y="290"/>
                </a:cubicBezTo>
                <a:cubicBezTo>
                  <a:pt x="219" y="283"/>
                  <a:pt x="219" y="283"/>
                  <a:pt x="219" y="283"/>
                </a:cubicBezTo>
                <a:lnTo>
                  <a:pt x="226" y="283"/>
                </a:lnTo>
                <a:lnTo>
                  <a:pt x="226" y="276"/>
                </a:lnTo>
                <a:cubicBezTo>
                  <a:pt x="233" y="276"/>
                  <a:pt x="233" y="276"/>
                  <a:pt x="233" y="276"/>
                </a:cubicBezTo>
                <a:cubicBezTo>
                  <a:pt x="233" y="269"/>
                  <a:pt x="233" y="269"/>
                  <a:pt x="233" y="269"/>
                </a:cubicBezTo>
                <a:close/>
                <a:moveTo>
                  <a:pt x="219" y="149"/>
                </a:moveTo>
                <a:lnTo>
                  <a:pt x="219" y="149"/>
                </a:lnTo>
                <a:cubicBezTo>
                  <a:pt x="219" y="149"/>
                  <a:pt x="219" y="149"/>
                  <a:pt x="219" y="156"/>
                </a:cubicBezTo>
                <a:cubicBezTo>
                  <a:pt x="212" y="156"/>
                  <a:pt x="212" y="156"/>
                  <a:pt x="212" y="156"/>
                </a:cubicBezTo>
                <a:lnTo>
                  <a:pt x="205" y="156"/>
                </a:lnTo>
                <a:lnTo>
                  <a:pt x="198" y="156"/>
                </a:lnTo>
                <a:cubicBezTo>
                  <a:pt x="198" y="149"/>
                  <a:pt x="205" y="149"/>
                  <a:pt x="205" y="149"/>
                </a:cubicBezTo>
                <a:cubicBezTo>
                  <a:pt x="198" y="149"/>
                  <a:pt x="198" y="149"/>
                  <a:pt x="198" y="149"/>
                </a:cubicBezTo>
                <a:cubicBezTo>
                  <a:pt x="198" y="149"/>
                  <a:pt x="198" y="149"/>
                  <a:pt x="205" y="149"/>
                </a:cubicBezTo>
                <a:cubicBezTo>
                  <a:pt x="198" y="149"/>
                  <a:pt x="198" y="149"/>
                  <a:pt x="198" y="141"/>
                </a:cubicBezTo>
                <a:cubicBezTo>
                  <a:pt x="198" y="141"/>
                  <a:pt x="198" y="149"/>
                  <a:pt x="198" y="141"/>
                </a:cubicBezTo>
                <a:lnTo>
                  <a:pt x="205" y="141"/>
                </a:lnTo>
                <a:cubicBezTo>
                  <a:pt x="205" y="149"/>
                  <a:pt x="205" y="149"/>
                  <a:pt x="205" y="149"/>
                </a:cubicBezTo>
                <a:cubicBezTo>
                  <a:pt x="205" y="141"/>
                  <a:pt x="205" y="141"/>
                  <a:pt x="205" y="141"/>
                </a:cubicBezTo>
                <a:lnTo>
                  <a:pt x="212" y="141"/>
                </a:lnTo>
                <a:cubicBezTo>
                  <a:pt x="212" y="141"/>
                  <a:pt x="212" y="141"/>
                  <a:pt x="219" y="141"/>
                </a:cubicBezTo>
                <a:lnTo>
                  <a:pt x="226" y="141"/>
                </a:lnTo>
                <a:cubicBezTo>
                  <a:pt x="226" y="149"/>
                  <a:pt x="226" y="149"/>
                  <a:pt x="226" y="149"/>
                </a:cubicBezTo>
                <a:cubicBezTo>
                  <a:pt x="226" y="149"/>
                  <a:pt x="226" y="149"/>
                  <a:pt x="219" y="149"/>
                </a:cubicBezTo>
                <a:close/>
                <a:moveTo>
                  <a:pt x="283" y="347"/>
                </a:moveTo>
                <a:lnTo>
                  <a:pt x="283" y="347"/>
                </a:lnTo>
                <a:close/>
                <a:moveTo>
                  <a:pt x="382" y="417"/>
                </a:moveTo>
                <a:lnTo>
                  <a:pt x="382" y="417"/>
                </a:lnTo>
                <a:lnTo>
                  <a:pt x="382" y="410"/>
                </a:lnTo>
                <a:cubicBezTo>
                  <a:pt x="382" y="410"/>
                  <a:pt x="382" y="410"/>
                  <a:pt x="382" y="403"/>
                </a:cubicBezTo>
                <a:cubicBezTo>
                  <a:pt x="389" y="403"/>
                  <a:pt x="389" y="403"/>
                  <a:pt x="389" y="403"/>
                </a:cubicBezTo>
                <a:cubicBezTo>
                  <a:pt x="389" y="396"/>
                  <a:pt x="389" y="396"/>
                  <a:pt x="389" y="396"/>
                </a:cubicBezTo>
                <a:cubicBezTo>
                  <a:pt x="389" y="396"/>
                  <a:pt x="389" y="396"/>
                  <a:pt x="396" y="396"/>
                </a:cubicBezTo>
                <a:cubicBezTo>
                  <a:pt x="396" y="396"/>
                  <a:pt x="396" y="396"/>
                  <a:pt x="396" y="389"/>
                </a:cubicBezTo>
                <a:cubicBezTo>
                  <a:pt x="396" y="389"/>
                  <a:pt x="396" y="389"/>
                  <a:pt x="396" y="396"/>
                </a:cubicBezTo>
                <a:cubicBezTo>
                  <a:pt x="403" y="396"/>
                  <a:pt x="396" y="396"/>
                  <a:pt x="403" y="396"/>
                </a:cubicBezTo>
                <a:cubicBezTo>
                  <a:pt x="403" y="396"/>
                  <a:pt x="403" y="396"/>
                  <a:pt x="403" y="403"/>
                </a:cubicBezTo>
                <a:cubicBezTo>
                  <a:pt x="396" y="403"/>
                  <a:pt x="396" y="403"/>
                  <a:pt x="396" y="403"/>
                </a:cubicBezTo>
                <a:lnTo>
                  <a:pt x="396" y="410"/>
                </a:lnTo>
                <a:cubicBezTo>
                  <a:pt x="396" y="410"/>
                  <a:pt x="396" y="417"/>
                  <a:pt x="396" y="424"/>
                </a:cubicBezTo>
                <a:cubicBezTo>
                  <a:pt x="396" y="424"/>
                  <a:pt x="389" y="424"/>
                  <a:pt x="389" y="431"/>
                </a:cubicBezTo>
                <a:cubicBezTo>
                  <a:pt x="382" y="431"/>
                  <a:pt x="382" y="431"/>
                  <a:pt x="382" y="424"/>
                </a:cubicBezTo>
                <a:cubicBezTo>
                  <a:pt x="382" y="424"/>
                  <a:pt x="382" y="424"/>
                  <a:pt x="382" y="417"/>
                </a:cubicBezTo>
                <a:close/>
                <a:moveTo>
                  <a:pt x="353" y="254"/>
                </a:moveTo>
                <a:lnTo>
                  <a:pt x="353" y="254"/>
                </a:lnTo>
                <a:close/>
                <a:moveTo>
                  <a:pt x="332" y="254"/>
                </a:moveTo>
                <a:lnTo>
                  <a:pt x="332" y="254"/>
                </a:lnTo>
                <a:cubicBezTo>
                  <a:pt x="325" y="254"/>
                  <a:pt x="325" y="254"/>
                  <a:pt x="325" y="254"/>
                </a:cubicBezTo>
                <a:cubicBezTo>
                  <a:pt x="332" y="254"/>
                  <a:pt x="332" y="254"/>
                  <a:pt x="332" y="254"/>
                </a:cubicBezTo>
                <a:close/>
                <a:moveTo>
                  <a:pt x="304" y="247"/>
                </a:moveTo>
                <a:lnTo>
                  <a:pt x="304" y="247"/>
                </a:lnTo>
                <a:lnTo>
                  <a:pt x="304" y="254"/>
                </a:lnTo>
                <a:cubicBezTo>
                  <a:pt x="304" y="247"/>
                  <a:pt x="297" y="247"/>
                  <a:pt x="297" y="247"/>
                </a:cubicBezTo>
                <a:lnTo>
                  <a:pt x="304" y="247"/>
                </a:lnTo>
                <a:close/>
                <a:moveTo>
                  <a:pt x="290" y="240"/>
                </a:moveTo>
                <a:lnTo>
                  <a:pt x="290" y="240"/>
                </a:lnTo>
                <a:cubicBezTo>
                  <a:pt x="283" y="240"/>
                  <a:pt x="283" y="247"/>
                  <a:pt x="283" y="247"/>
                </a:cubicBezTo>
                <a:cubicBezTo>
                  <a:pt x="283" y="240"/>
                  <a:pt x="283" y="240"/>
                  <a:pt x="283" y="240"/>
                </a:cubicBezTo>
                <a:cubicBezTo>
                  <a:pt x="283" y="240"/>
                  <a:pt x="283" y="240"/>
                  <a:pt x="290" y="240"/>
                </a:cubicBezTo>
                <a:close/>
                <a:moveTo>
                  <a:pt x="290" y="233"/>
                </a:moveTo>
                <a:lnTo>
                  <a:pt x="290" y="233"/>
                </a:lnTo>
                <a:cubicBezTo>
                  <a:pt x="283" y="233"/>
                  <a:pt x="283" y="233"/>
                  <a:pt x="283" y="233"/>
                </a:cubicBezTo>
                <a:lnTo>
                  <a:pt x="290" y="233"/>
                </a:lnTo>
                <a:close/>
                <a:moveTo>
                  <a:pt x="205" y="106"/>
                </a:moveTo>
                <a:lnTo>
                  <a:pt x="205" y="106"/>
                </a:lnTo>
                <a:lnTo>
                  <a:pt x="198" y="106"/>
                </a:lnTo>
                <a:cubicBezTo>
                  <a:pt x="198" y="106"/>
                  <a:pt x="198" y="106"/>
                  <a:pt x="198" y="99"/>
                </a:cubicBezTo>
                <a:cubicBezTo>
                  <a:pt x="198" y="99"/>
                  <a:pt x="198" y="99"/>
                  <a:pt x="205" y="99"/>
                </a:cubicBezTo>
                <a:cubicBezTo>
                  <a:pt x="205" y="99"/>
                  <a:pt x="198" y="99"/>
                  <a:pt x="198" y="106"/>
                </a:cubicBezTo>
                <a:cubicBezTo>
                  <a:pt x="205" y="106"/>
                  <a:pt x="205" y="106"/>
                  <a:pt x="205" y="106"/>
                </a:cubicBezTo>
                <a:close/>
                <a:moveTo>
                  <a:pt x="198" y="99"/>
                </a:moveTo>
                <a:lnTo>
                  <a:pt x="198" y="99"/>
                </a:lnTo>
                <a:close/>
                <a:moveTo>
                  <a:pt x="191" y="99"/>
                </a:moveTo>
                <a:lnTo>
                  <a:pt x="191" y="99"/>
                </a:lnTo>
                <a:lnTo>
                  <a:pt x="198" y="99"/>
                </a:lnTo>
                <a:lnTo>
                  <a:pt x="191" y="99"/>
                </a:lnTo>
                <a:close/>
                <a:moveTo>
                  <a:pt x="198" y="92"/>
                </a:moveTo>
                <a:lnTo>
                  <a:pt x="198" y="92"/>
                </a:lnTo>
                <a:lnTo>
                  <a:pt x="198" y="85"/>
                </a:lnTo>
                <a:lnTo>
                  <a:pt x="198" y="92"/>
                </a:lnTo>
                <a:close/>
                <a:moveTo>
                  <a:pt x="198" y="92"/>
                </a:moveTo>
                <a:lnTo>
                  <a:pt x="198" y="92"/>
                </a:lnTo>
                <a:close/>
                <a:moveTo>
                  <a:pt x="198" y="92"/>
                </a:moveTo>
                <a:lnTo>
                  <a:pt x="198" y="92"/>
                </a:lnTo>
                <a:close/>
                <a:moveTo>
                  <a:pt x="198" y="92"/>
                </a:moveTo>
                <a:lnTo>
                  <a:pt x="198" y="92"/>
                </a:lnTo>
                <a:close/>
                <a:moveTo>
                  <a:pt x="198" y="113"/>
                </a:moveTo>
                <a:lnTo>
                  <a:pt x="198" y="113"/>
                </a:lnTo>
                <a:close/>
                <a:moveTo>
                  <a:pt x="155" y="177"/>
                </a:moveTo>
                <a:lnTo>
                  <a:pt x="155" y="177"/>
                </a:lnTo>
                <a:close/>
                <a:moveTo>
                  <a:pt x="134" y="240"/>
                </a:moveTo>
                <a:lnTo>
                  <a:pt x="134" y="240"/>
                </a:lnTo>
                <a:cubicBezTo>
                  <a:pt x="134" y="233"/>
                  <a:pt x="134" y="233"/>
                  <a:pt x="134" y="233"/>
                </a:cubicBezTo>
                <a:lnTo>
                  <a:pt x="134" y="240"/>
                </a:lnTo>
                <a:lnTo>
                  <a:pt x="134" y="233"/>
                </a:lnTo>
                <a:cubicBezTo>
                  <a:pt x="127" y="233"/>
                  <a:pt x="127" y="233"/>
                  <a:pt x="127" y="233"/>
                </a:cubicBezTo>
                <a:lnTo>
                  <a:pt x="120" y="233"/>
                </a:lnTo>
                <a:lnTo>
                  <a:pt x="127" y="233"/>
                </a:lnTo>
                <a:cubicBezTo>
                  <a:pt x="127" y="226"/>
                  <a:pt x="127" y="226"/>
                  <a:pt x="127" y="226"/>
                </a:cubicBezTo>
                <a:cubicBezTo>
                  <a:pt x="127" y="226"/>
                  <a:pt x="127" y="226"/>
                  <a:pt x="127" y="219"/>
                </a:cubicBezTo>
                <a:lnTo>
                  <a:pt x="134" y="219"/>
                </a:lnTo>
                <a:cubicBezTo>
                  <a:pt x="134" y="226"/>
                  <a:pt x="127" y="226"/>
                  <a:pt x="127" y="226"/>
                </a:cubicBezTo>
                <a:cubicBezTo>
                  <a:pt x="127" y="226"/>
                  <a:pt x="127" y="226"/>
                  <a:pt x="134" y="226"/>
                </a:cubicBezTo>
                <a:cubicBezTo>
                  <a:pt x="134" y="226"/>
                  <a:pt x="134" y="233"/>
                  <a:pt x="134" y="226"/>
                </a:cubicBezTo>
                <a:cubicBezTo>
                  <a:pt x="134" y="226"/>
                  <a:pt x="134" y="226"/>
                  <a:pt x="141" y="226"/>
                </a:cubicBezTo>
                <a:cubicBezTo>
                  <a:pt x="134" y="233"/>
                  <a:pt x="134" y="233"/>
                  <a:pt x="134" y="233"/>
                </a:cubicBezTo>
                <a:lnTo>
                  <a:pt x="141" y="233"/>
                </a:lnTo>
                <a:cubicBezTo>
                  <a:pt x="141" y="233"/>
                  <a:pt x="141" y="233"/>
                  <a:pt x="134" y="233"/>
                </a:cubicBezTo>
                <a:cubicBezTo>
                  <a:pt x="141" y="233"/>
                  <a:pt x="141" y="233"/>
                  <a:pt x="141" y="233"/>
                </a:cubicBezTo>
                <a:lnTo>
                  <a:pt x="141" y="240"/>
                </a:lnTo>
                <a:cubicBezTo>
                  <a:pt x="141" y="240"/>
                  <a:pt x="141" y="240"/>
                  <a:pt x="134" y="240"/>
                </a:cubicBezTo>
                <a:close/>
                <a:moveTo>
                  <a:pt x="134" y="396"/>
                </a:moveTo>
                <a:lnTo>
                  <a:pt x="134" y="396"/>
                </a:lnTo>
                <a:lnTo>
                  <a:pt x="134" y="389"/>
                </a:lnTo>
                <a:lnTo>
                  <a:pt x="134" y="396"/>
                </a:lnTo>
                <a:close/>
                <a:moveTo>
                  <a:pt x="134" y="127"/>
                </a:moveTo>
                <a:lnTo>
                  <a:pt x="134" y="127"/>
                </a:lnTo>
                <a:cubicBezTo>
                  <a:pt x="134" y="134"/>
                  <a:pt x="134" y="134"/>
                  <a:pt x="134" y="134"/>
                </a:cubicBezTo>
                <a:cubicBezTo>
                  <a:pt x="134" y="134"/>
                  <a:pt x="134" y="134"/>
                  <a:pt x="134" y="127"/>
                </a:cubicBezTo>
                <a:close/>
                <a:moveTo>
                  <a:pt x="113" y="240"/>
                </a:moveTo>
                <a:lnTo>
                  <a:pt x="113" y="240"/>
                </a:lnTo>
                <a:lnTo>
                  <a:pt x="120" y="240"/>
                </a:lnTo>
                <a:cubicBezTo>
                  <a:pt x="120" y="240"/>
                  <a:pt x="120" y="240"/>
                  <a:pt x="113" y="240"/>
                </a:cubicBezTo>
                <a:close/>
                <a:moveTo>
                  <a:pt x="99" y="325"/>
                </a:moveTo>
                <a:lnTo>
                  <a:pt x="99" y="325"/>
                </a:lnTo>
                <a:lnTo>
                  <a:pt x="106" y="325"/>
                </a:lnTo>
                <a:cubicBezTo>
                  <a:pt x="106" y="325"/>
                  <a:pt x="106" y="325"/>
                  <a:pt x="99" y="325"/>
                </a:cubicBezTo>
                <a:close/>
                <a:moveTo>
                  <a:pt x="99" y="361"/>
                </a:moveTo>
                <a:lnTo>
                  <a:pt x="99" y="361"/>
                </a:lnTo>
                <a:lnTo>
                  <a:pt x="106" y="361"/>
                </a:lnTo>
                <a:cubicBezTo>
                  <a:pt x="99" y="361"/>
                  <a:pt x="106" y="361"/>
                  <a:pt x="99" y="361"/>
                </a:cubicBezTo>
                <a:close/>
                <a:moveTo>
                  <a:pt x="92" y="325"/>
                </a:moveTo>
                <a:lnTo>
                  <a:pt x="92" y="325"/>
                </a:lnTo>
                <a:cubicBezTo>
                  <a:pt x="92" y="325"/>
                  <a:pt x="92" y="325"/>
                  <a:pt x="85" y="325"/>
                </a:cubicBezTo>
                <a:cubicBezTo>
                  <a:pt x="85" y="325"/>
                  <a:pt x="85" y="325"/>
                  <a:pt x="78" y="325"/>
                </a:cubicBezTo>
                <a:cubicBezTo>
                  <a:pt x="85" y="325"/>
                  <a:pt x="85" y="325"/>
                  <a:pt x="85" y="325"/>
                </a:cubicBezTo>
                <a:lnTo>
                  <a:pt x="92" y="325"/>
                </a:lnTo>
                <a:lnTo>
                  <a:pt x="99" y="325"/>
                </a:lnTo>
                <a:cubicBezTo>
                  <a:pt x="92" y="325"/>
                  <a:pt x="92" y="325"/>
                  <a:pt x="92" y="325"/>
                </a:cubicBezTo>
                <a:close/>
                <a:moveTo>
                  <a:pt x="78" y="276"/>
                </a:moveTo>
                <a:lnTo>
                  <a:pt x="78" y="276"/>
                </a:lnTo>
                <a:close/>
                <a:moveTo>
                  <a:pt x="78" y="276"/>
                </a:moveTo>
                <a:lnTo>
                  <a:pt x="78" y="276"/>
                </a:lnTo>
                <a:close/>
                <a:moveTo>
                  <a:pt x="78" y="276"/>
                </a:moveTo>
                <a:lnTo>
                  <a:pt x="78" y="276"/>
                </a:lnTo>
                <a:close/>
                <a:moveTo>
                  <a:pt x="71" y="325"/>
                </a:moveTo>
                <a:lnTo>
                  <a:pt x="71" y="325"/>
                </a:lnTo>
                <a:cubicBezTo>
                  <a:pt x="71" y="325"/>
                  <a:pt x="71" y="325"/>
                  <a:pt x="78" y="325"/>
                </a:cubicBezTo>
                <a:cubicBezTo>
                  <a:pt x="71" y="325"/>
                  <a:pt x="71" y="325"/>
                  <a:pt x="71" y="325"/>
                </a:cubicBezTo>
                <a:close/>
                <a:moveTo>
                  <a:pt x="481" y="332"/>
                </a:moveTo>
                <a:lnTo>
                  <a:pt x="481" y="332"/>
                </a:lnTo>
                <a:lnTo>
                  <a:pt x="488" y="332"/>
                </a:lnTo>
                <a:lnTo>
                  <a:pt x="488" y="339"/>
                </a:lnTo>
                <a:cubicBezTo>
                  <a:pt x="488" y="339"/>
                  <a:pt x="488" y="339"/>
                  <a:pt x="481" y="339"/>
                </a:cubicBezTo>
                <a:lnTo>
                  <a:pt x="481" y="332"/>
                </a:lnTo>
                <a:close/>
                <a:moveTo>
                  <a:pt x="290" y="177"/>
                </a:moveTo>
                <a:lnTo>
                  <a:pt x="290" y="177"/>
                </a:lnTo>
                <a:cubicBezTo>
                  <a:pt x="290" y="177"/>
                  <a:pt x="290" y="177"/>
                  <a:pt x="290" y="184"/>
                </a:cubicBezTo>
                <a:cubicBezTo>
                  <a:pt x="290" y="184"/>
                  <a:pt x="290" y="184"/>
                  <a:pt x="283" y="184"/>
                </a:cubicBezTo>
                <a:cubicBezTo>
                  <a:pt x="283" y="184"/>
                  <a:pt x="283" y="184"/>
                  <a:pt x="283" y="177"/>
                </a:cubicBezTo>
                <a:lnTo>
                  <a:pt x="290" y="177"/>
                </a:lnTo>
                <a:close/>
                <a:moveTo>
                  <a:pt x="297" y="184"/>
                </a:moveTo>
                <a:lnTo>
                  <a:pt x="297" y="184"/>
                </a:lnTo>
                <a:cubicBezTo>
                  <a:pt x="297" y="191"/>
                  <a:pt x="297" y="184"/>
                  <a:pt x="297" y="191"/>
                </a:cubicBezTo>
                <a:lnTo>
                  <a:pt x="290" y="191"/>
                </a:lnTo>
                <a:cubicBezTo>
                  <a:pt x="290" y="184"/>
                  <a:pt x="290" y="184"/>
                  <a:pt x="297" y="184"/>
                </a:cubicBezTo>
                <a:close/>
                <a:moveTo>
                  <a:pt x="92" y="254"/>
                </a:moveTo>
                <a:lnTo>
                  <a:pt x="92" y="254"/>
                </a:lnTo>
                <a:close/>
                <a:moveTo>
                  <a:pt x="92" y="254"/>
                </a:moveTo>
                <a:lnTo>
                  <a:pt x="92" y="254"/>
                </a:lnTo>
                <a:close/>
                <a:moveTo>
                  <a:pt x="78" y="269"/>
                </a:moveTo>
                <a:lnTo>
                  <a:pt x="78" y="269"/>
                </a:lnTo>
                <a:close/>
                <a:moveTo>
                  <a:pt x="78" y="276"/>
                </a:moveTo>
                <a:lnTo>
                  <a:pt x="78" y="276"/>
                </a:lnTo>
                <a:cubicBezTo>
                  <a:pt x="78" y="269"/>
                  <a:pt x="78" y="269"/>
                  <a:pt x="78" y="269"/>
                </a:cubicBezTo>
                <a:cubicBezTo>
                  <a:pt x="78" y="269"/>
                  <a:pt x="78" y="269"/>
                  <a:pt x="78" y="276"/>
                </a:cubicBezTo>
                <a:close/>
                <a:moveTo>
                  <a:pt x="78" y="269"/>
                </a:moveTo>
                <a:lnTo>
                  <a:pt x="78" y="269"/>
                </a:lnTo>
                <a:close/>
                <a:moveTo>
                  <a:pt x="78" y="269"/>
                </a:moveTo>
                <a:lnTo>
                  <a:pt x="78" y="26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1" name="Freeform 122">
            <a:extLst>
              <a:ext uri="{FF2B5EF4-FFF2-40B4-BE49-F238E27FC236}">
                <a16:creationId xmlns:a16="http://schemas.microsoft.com/office/drawing/2014/main" id="{18274371-7D87-64E4-D4CE-824F82AC100F}"/>
              </a:ext>
            </a:extLst>
          </p:cNvPr>
          <p:cNvSpPr>
            <a:spLocks noChangeArrowheads="1"/>
          </p:cNvSpPr>
          <p:nvPr/>
        </p:nvSpPr>
        <p:spPr bwMode="auto">
          <a:xfrm>
            <a:off x="10133540" y="728584"/>
            <a:ext cx="553668" cy="553668"/>
          </a:xfrm>
          <a:custGeom>
            <a:avLst/>
            <a:gdLst>
              <a:gd name="T0" fmla="*/ 2147483646 w 609"/>
              <a:gd name="T1" fmla="*/ 2147483646 h 609"/>
              <a:gd name="T2" fmla="*/ 2147483646 w 609"/>
              <a:gd name="T3" fmla="*/ 2147483646 h 609"/>
              <a:gd name="T4" fmla="*/ 0 w 609"/>
              <a:gd name="T5" fmla="*/ 2147483646 h 609"/>
              <a:gd name="T6" fmla="*/ 2147483646 w 609"/>
              <a:gd name="T7" fmla="*/ 0 h 609"/>
              <a:gd name="T8" fmla="*/ 2147483646 w 609"/>
              <a:gd name="T9" fmla="*/ 2147483646 h 609"/>
              <a:gd name="T10" fmla="*/ 2147483646 w 609"/>
              <a:gd name="T11" fmla="*/ 2147483646 h 609"/>
              <a:gd name="T12" fmla="*/ 2147483646 w 609"/>
              <a:gd name="T13" fmla="*/ 2147483646 h 609"/>
              <a:gd name="T14" fmla="*/ 2147483646 w 609"/>
              <a:gd name="T15" fmla="*/ 2147483646 h 609"/>
              <a:gd name="T16" fmla="*/ 2147483646 w 609"/>
              <a:gd name="T17" fmla="*/ 2147483646 h 609"/>
              <a:gd name="T18" fmla="*/ 2147483646 w 609"/>
              <a:gd name="T19" fmla="*/ 2147483646 h 609"/>
              <a:gd name="T20" fmla="*/ 2147483646 w 609"/>
              <a:gd name="T21" fmla="*/ 2147483646 h 609"/>
              <a:gd name="T22" fmla="*/ 2147483646 w 609"/>
              <a:gd name="T23" fmla="*/ 2147483646 h 609"/>
              <a:gd name="T24" fmla="*/ 2147483646 w 609"/>
              <a:gd name="T25" fmla="*/ 2147483646 h 609"/>
              <a:gd name="T26" fmla="*/ 2147483646 w 609"/>
              <a:gd name="T27" fmla="*/ 2147483646 h 609"/>
              <a:gd name="T28" fmla="*/ 2147483646 w 609"/>
              <a:gd name="T29" fmla="*/ 2147483646 h 609"/>
              <a:gd name="T30" fmla="*/ 2147483646 w 609"/>
              <a:gd name="T31" fmla="*/ 2147483646 h 609"/>
              <a:gd name="T32" fmla="*/ 2147483646 w 609"/>
              <a:gd name="T33" fmla="*/ 2147483646 h 609"/>
              <a:gd name="T34" fmla="*/ 2147483646 w 609"/>
              <a:gd name="T35" fmla="*/ 2147483646 h 609"/>
              <a:gd name="T36" fmla="*/ 2147483646 w 609"/>
              <a:gd name="T37" fmla="*/ 2147483646 h 609"/>
              <a:gd name="T38" fmla="*/ 2147483646 w 609"/>
              <a:gd name="T39" fmla="*/ 2147483646 h 609"/>
              <a:gd name="T40" fmla="*/ 2147483646 w 609"/>
              <a:gd name="T41" fmla="*/ 2147483646 h 609"/>
              <a:gd name="T42" fmla="*/ 2147483646 w 609"/>
              <a:gd name="T43" fmla="*/ 2147483646 h 609"/>
              <a:gd name="T44" fmla="*/ 2147483646 w 609"/>
              <a:gd name="T45" fmla="*/ 2147483646 h 609"/>
              <a:gd name="T46" fmla="*/ 2147483646 w 609"/>
              <a:gd name="T47" fmla="*/ 2147483646 h 609"/>
              <a:gd name="T48" fmla="*/ 2147483646 w 609"/>
              <a:gd name="T49" fmla="*/ 2147483646 h 60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09" h="609">
                <a:moveTo>
                  <a:pt x="304" y="608"/>
                </a:moveTo>
                <a:lnTo>
                  <a:pt x="304" y="608"/>
                </a:lnTo>
                <a:cubicBezTo>
                  <a:pt x="134" y="608"/>
                  <a:pt x="0" y="474"/>
                  <a:pt x="0" y="304"/>
                </a:cubicBezTo>
                <a:cubicBezTo>
                  <a:pt x="0" y="134"/>
                  <a:pt x="134" y="0"/>
                  <a:pt x="304" y="0"/>
                </a:cubicBezTo>
                <a:cubicBezTo>
                  <a:pt x="473" y="0"/>
                  <a:pt x="608" y="134"/>
                  <a:pt x="608" y="304"/>
                </a:cubicBezTo>
                <a:cubicBezTo>
                  <a:pt x="608" y="474"/>
                  <a:pt x="473" y="608"/>
                  <a:pt x="304" y="608"/>
                </a:cubicBezTo>
                <a:close/>
                <a:moveTo>
                  <a:pt x="304" y="57"/>
                </a:moveTo>
                <a:lnTo>
                  <a:pt x="304" y="57"/>
                </a:lnTo>
                <a:cubicBezTo>
                  <a:pt x="169" y="57"/>
                  <a:pt x="56" y="170"/>
                  <a:pt x="56" y="304"/>
                </a:cubicBezTo>
                <a:cubicBezTo>
                  <a:pt x="56" y="438"/>
                  <a:pt x="169" y="551"/>
                  <a:pt x="304" y="551"/>
                </a:cubicBezTo>
                <a:cubicBezTo>
                  <a:pt x="438" y="551"/>
                  <a:pt x="551" y="438"/>
                  <a:pt x="551" y="304"/>
                </a:cubicBezTo>
                <a:cubicBezTo>
                  <a:pt x="551" y="170"/>
                  <a:pt x="438" y="57"/>
                  <a:pt x="304" y="57"/>
                </a:cubicBezTo>
                <a:close/>
                <a:moveTo>
                  <a:pt x="240" y="361"/>
                </a:moveTo>
                <a:lnTo>
                  <a:pt x="240" y="361"/>
                </a:lnTo>
                <a:cubicBezTo>
                  <a:pt x="155" y="156"/>
                  <a:pt x="155" y="156"/>
                  <a:pt x="155" y="156"/>
                </a:cubicBezTo>
                <a:cubicBezTo>
                  <a:pt x="367" y="240"/>
                  <a:pt x="367" y="240"/>
                  <a:pt x="367" y="240"/>
                </a:cubicBezTo>
                <a:cubicBezTo>
                  <a:pt x="452" y="452"/>
                  <a:pt x="452" y="452"/>
                  <a:pt x="452" y="452"/>
                </a:cubicBezTo>
                <a:lnTo>
                  <a:pt x="240" y="361"/>
                </a:lnTo>
                <a:close/>
                <a:moveTo>
                  <a:pt x="304" y="276"/>
                </a:moveTo>
                <a:lnTo>
                  <a:pt x="304" y="276"/>
                </a:lnTo>
                <a:cubicBezTo>
                  <a:pt x="290" y="276"/>
                  <a:pt x="276" y="290"/>
                  <a:pt x="276" y="304"/>
                </a:cubicBezTo>
                <a:cubicBezTo>
                  <a:pt x="276" y="318"/>
                  <a:pt x="290" y="332"/>
                  <a:pt x="304" y="332"/>
                </a:cubicBezTo>
                <a:cubicBezTo>
                  <a:pt x="318" y="332"/>
                  <a:pt x="332" y="318"/>
                  <a:pt x="332" y="304"/>
                </a:cubicBezTo>
                <a:cubicBezTo>
                  <a:pt x="332" y="290"/>
                  <a:pt x="318" y="276"/>
                  <a:pt x="304" y="27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2" name="Freeform 123">
            <a:extLst>
              <a:ext uri="{FF2B5EF4-FFF2-40B4-BE49-F238E27FC236}">
                <a16:creationId xmlns:a16="http://schemas.microsoft.com/office/drawing/2014/main" id="{081EF760-1A6F-D4E8-594A-24BB18EA6320}"/>
              </a:ext>
            </a:extLst>
          </p:cNvPr>
          <p:cNvSpPr>
            <a:spLocks noChangeArrowheads="1"/>
          </p:cNvSpPr>
          <p:nvPr/>
        </p:nvSpPr>
        <p:spPr bwMode="auto">
          <a:xfrm>
            <a:off x="9178663" y="728584"/>
            <a:ext cx="549655" cy="553668"/>
          </a:xfrm>
          <a:custGeom>
            <a:avLst/>
            <a:gdLst>
              <a:gd name="T0" fmla="*/ 2147483646 w 602"/>
              <a:gd name="T1" fmla="*/ 2147483646 h 609"/>
              <a:gd name="T2" fmla="*/ 2147483646 w 602"/>
              <a:gd name="T3" fmla="*/ 2147483646 h 609"/>
              <a:gd name="T4" fmla="*/ 2147483646 w 602"/>
              <a:gd name="T5" fmla="*/ 2147483646 h 609"/>
              <a:gd name="T6" fmla="*/ 2147483646 w 602"/>
              <a:gd name="T7" fmla="*/ 2147483646 h 609"/>
              <a:gd name="T8" fmla="*/ 2147483646 w 602"/>
              <a:gd name="T9" fmla="*/ 2147483646 h 609"/>
              <a:gd name="T10" fmla="*/ 2147483646 w 602"/>
              <a:gd name="T11" fmla="*/ 2147483646 h 609"/>
              <a:gd name="T12" fmla="*/ 2147483646 w 602"/>
              <a:gd name="T13" fmla="*/ 2147483646 h 609"/>
              <a:gd name="T14" fmla="*/ 2147483646 w 602"/>
              <a:gd name="T15" fmla="*/ 2147483646 h 609"/>
              <a:gd name="T16" fmla="*/ 2147483646 w 602"/>
              <a:gd name="T17" fmla="*/ 2147483646 h 609"/>
              <a:gd name="T18" fmla="*/ 2147483646 w 602"/>
              <a:gd name="T19" fmla="*/ 2147483646 h 609"/>
              <a:gd name="T20" fmla="*/ 0 w 602"/>
              <a:gd name="T21" fmla="*/ 2147483646 h 609"/>
              <a:gd name="T22" fmla="*/ 2147483646 w 602"/>
              <a:gd name="T23" fmla="*/ 2147483646 h 609"/>
              <a:gd name="T24" fmla="*/ 2147483646 w 602"/>
              <a:gd name="T25" fmla="*/ 2147483646 h 609"/>
              <a:gd name="T26" fmla="*/ 2147483646 w 602"/>
              <a:gd name="T27" fmla="*/ 2147483646 h 609"/>
              <a:gd name="T28" fmla="*/ 2147483646 w 602"/>
              <a:gd name="T29" fmla="*/ 2147483646 h 609"/>
              <a:gd name="T30" fmla="*/ 2147483646 w 602"/>
              <a:gd name="T31" fmla="*/ 0 h 609"/>
              <a:gd name="T32" fmla="*/ 2147483646 w 602"/>
              <a:gd name="T33" fmla="*/ 2147483646 h 609"/>
              <a:gd name="T34" fmla="*/ 2147483646 w 602"/>
              <a:gd name="T35" fmla="*/ 2147483646 h 609"/>
              <a:gd name="T36" fmla="*/ 2147483646 w 602"/>
              <a:gd name="T37" fmla="*/ 2147483646 h 609"/>
              <a:gd name="T38" fmla="*/ 2147483646 w 602"/>
              <a:gd name="T39" fmla="*/ 2147483646 h 609"/>
              <a:gd name="T40" fmla="*/ 2147483646 w 602"/>
              <a:gd name="T41" fmla="*/ 2147483646 h 609"/>
              <a:gd name="T42" fmla="*/ 2147483646 w 602"/>
              <a:gd name="T43" fmla="*/ 2147483646 h 609"/>
              <a:gd name="T44" fmla="*/ 2147483646 w 602"/>
              <a:gd name="T45" fmla="*/ 2147483646 h 609"/>
              <a:gd name="T46" fmla="*/ 2147483646 w 602"/>
              <a:gd name="T47" fmla="*/ 2147483646 h 609"/>
              <a:gd name="T48" fmla="*/ 2147483646 w 602"/>
              <a:gd name="T49" fmla="*/ 2147483646 h 609"/>
              <a:gd name="T50" fmla="*/ 2147483646 w 602"/>
              <a:gd name="T51" fmla="*/ 2147483646 h 609"/>
              <a:gd name="T52" fmla="*/ 2147483646 w 602"/>
              <a:gd name="T53" fmla="*/ 2147483646 h 609"/>
              <a:gd name="T54" fmla="*/ 2147483646 w 602"/>
              <a:gd name="T55" fmla="*/ 2147483646 h 609"/>
              <a:gd name="T56" fmla="*/ 2147483646 w 602"/>
              <a:gd name="T57" fmla="*/ 2147483646 h 609"/>
              <a:gd name="T58" fmla="*/ 2147483646 w 602"/>
              <a:gd name="T59" fmla="*/ 2147483646 h 609"/>
              <a:gd name="T60" fmla="*/ 2147483646 w 602"/>
              <a:gd name="T61" fmla="*/ 2147483646 h 609"/>
              <a:gd name="T62" fmla="*/ 2147483646 w 602"/>
              <a:gd name="T63" fmla="*/ 2147483646 h 609"/>
              <a:gd name="T64" fmla="*/ 2147483646 w 602"/>
              <a:gd name="T65" fmla="*/ 2147483646 h 609"/>
              <a:gd name="T66" fmla="*/ 2147483646 w 602"/>
              <a:gd name="T67" fmla="*/ 2147483646 h 609"/>
              <a:gd name="T68" fmla="*/ 2147483646 w 602"/>
              <a:gd name="T69" fmla="*/ 2147483646 h 609"/>
              <a:gd name="T70" fmla="*/ 2147483646 w 602"/>
              <a:gd name="T71" fmla="*/ 2147483646 h 609"/>
              <a:gd name="T72" fmla="*/ 2147483646 w 602"/>
              <a:gd name="T73" fmla="*/ 2147483646 h 609"/>
              <a:gd name="T74" fmla="*/ 2147483646 w 602"/>
              <a:gd name="T75" fmla="*/ 2147483646 h 609"/>
              <a:gd name="T76" fmla="*/ 2147483646 w 602"/>
              <a:gd name="T77" fmla="*/ 2147483646 h 609"/>
              <a:gd name="T78" fmla="*/ 2147483646 w 602"/>
              <a:gd name="T79" fmla="*/ 2147483646 h 609"/>
              <a:gd name="T80" fmla="*/ 2147483646 w 602"/>
              <a:gd name="T81" fmla="*/ 2147483646 h 609"/>
              <a:gd name="T82" fmla="*/ 2147483646 w 602"/>
              <a:gd name="T83" fmla="*/ 2147483646 h 609"/>
              <a:gd name="T84" fmla="*/ 2147483646 w 602"/>
              <a:gd name="T85" fmla="*/ 2147483646 h 609"/>
              <a:gd name="T86" fmla="*/ 2147483646 w 602"/>
              <a:gd name="T87" fmla="*/ 2147483646 h 609"/>
              <a:gd name="T88" fmla="*/ 2147483646 w 602"/>
              <a:gd name="T89" fmla="*/ 2147483646 h 609"/>
              <a:gd name="T90" fmla="*/ 2147483646 w 602"/>
              <a:gd name="T91" fmla="*/ 2147483646 h 609"/>
              <a:gd name="T92" fmla="*/ 2147483646 w 602"/>
              <a:gd name="T93" fmla="*/ 2147483646 h 609"/>
              <a:gd name="T94" fmla="*/ 2147483646 w 602"/>
              <a:gd name="T95" fmla="*/ 2147483646 h 609"/>
              <a:gd name="T96" fmla="*/ 2147483646 w 602"/>
              <a:gd name="T97" fmla="*/ 2147483646 h 609"/>
              <a:gd name="T98" fmla="*/ 2147483646 w 602"/>
              <a:gd name="T99" fmla="*/ 214748364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02" h="609">
                <a:moveTo>
                  <a:pt x="572" y="332"/>
                </a:moveTo>
                <a:lnTo>
                  <a:pt x="572" y="332"/>
                </a:lnTo>
                <a:cubicBezTo>
                  <a:pt x="544" y="332"/>
                  <a:pt x="544" y="332"/>
                  <a:pt x="544" y="332"/>
                </a:cubicBezTo>
                <a:cubicBezTo>
                  <a:pt x="530" y="445"/>
                  <a:pt x="445" y="537"/>
                  <a:pt x="332" y="544"/>
                </a:cubicBezTo>
                <a:cubicBezTo>
                  <a:pt x="332" y="580"/>
                  <a:pt x="332" y="580"/>
                  <a:pt x="332" y="580"/>
                </a:cubicBezTo>
                <a:cubicBezTo>
                  <a:pt x="332" y="594"/>
                  <a:pt x="318" y="608"/>
                  <a:pt x="304" y="608"/>
                </a:cubicBezTo>
                <a:cubicBezTo>
                  <a:pt x="283" y="608"/>
                  <a:pt x="276" y="594"/>
                  <a:pt x="276" y="580"/>
                </a:cubicBezTo>
                <a:cubicBezTo>
                  <a:pt x="276" y="544"/>
                  <a:pt x="276" y="544"/>
                  <a:pt x="276" y="544"/>
                </a:cubicBezTo>
                <a:cubicBezTo>
                  <a:pt x="162" y="537"/>
                  <a:pt x="71" y="445"/>
                  <a:pt x="56" y="332"/>
                </a:cubicBezTo>
                <a:cubicBezTo>
                  <a:pt x="28" y="332"/>
                  <a:pt x="28" y="332"/>
                  <a:pt x="28" y="332"/>
                </a:cubicBezTo>
                <a:cubicBezTo>
                  <a:pt x="14" y="332"/>
                  <a:pt x="0" y="318"/>
                  <a:pt x="0" y="304"/>
                </a:cubicBezTo>
                <a:cubicBezTo>
                  <a:pt x="0" y="290"/>
                  <a:pt x="14" y="276"/>
                  <a:pt x="28" y="276"/>
                </a:cubicBezTo>
                <a:cubicBezTo>
                  <a:pt x="56" y="276"/>
                  <a:pt x="56" y="276"/>
                  <a:pt x="56" y="276"/>
                </a:cubicBezTo>
                <a:cubicBezTo>
                  <a:pt x="71" y="163"/>
                  <a:pt x="162" y="71"/>
                  <a:pt x="276" y="64"/>
                </a:cubicBezTo>
                <a:cubicBezTo>
                  <a:pt x="276" y="28"/>
                  <a:pt x="276" y="28"/>
                  <a:pt x="276" y="28"/>
                </a:cubicBezTo>
                <a:cubicBezTo>
                  <a:pt x="276" y="14"/>
                  <a:pt x="283" y="0"/>
                  <a:pt x="304" y="0"/>
                </a:cubicBezTo>
                <a:cubicBezTo>
                  <a:pt x="318" y="0"/>
                  <a:pt x="332" y="14"/>
                  <a:pt x="332" y="28"/>
                </a:cubicBezTo>
                <a:cubicBezTo>
                  <a:pt x="332" y="64"/>
                  <a:pt x="332" y="64"/>
                  <a:pt x="332" y="64"/>
                </a:cubicBezTo>
                <a:cubicBezTo>
                  <a:pt x="445" y="71"/>
                  <a:pt x="530" y="163"/>
                  <a:pt x="544" y="276"/>
                </a:cubicBezTo>
                <a:cubicBezTo>
                  <a:pt x="572" y="276"/>
                  <a:pt x="572" y="276"/>
                  <a:pt x="572" y="276"/>
                </a:cubicBezTo>
                <a:cubicBezTo>
                  <a:pt x="594" y="276"/>
                  <a:pt x="601" y="290"/>
                  <a:pt x="601" y="304"/>
                </a:cubicBezTo>
                <a:cubicBezTo>
                  <a:pt x="601" y="318"/>
                  <a:pt x="594" y="332"/>
                  <a:pt x="572" y="332"/>
                </a:cubicBezTo>
                <a:close/>
                <a:moveTo>
                  <a:pt x="431" y="276"/>
                </a:moveTo>
                <a:lnTo>
                  <a:pt x="431" y="276"/>
                </a:lnTo>
                <a:cubicBezTo>
                  <a:pt x="487" y="276"/>
                  <a:pt x="487" y="276"/>
                  <a:pt x="487" y="276"/>
                </a:cubicBezTo>
                <a:cubicBezTo>
                  <a:pt x="473" y="191"/>
                  <a:pt x="410" y="127"/>
                  <a:pt x="332" y="120"/>
                </a:cubicBezTo>
                <a:cubicBezTo>
                  <a:pt x="332" y="170"/>
                  <a:pt x="332" y="170"/>
                  <a:pt x="332" y="170"/>
                </a:cubicBezTo>
                <a:cubicBezTo>
                  <a:pt x="332" y="191"/>
                  <a:pt x="318" y="198"/>
                  <a:pt x="304" y="198"/>
                </a:cubicBezTo>
                <a:cubicBezTo>
                  <a:pt x="283" y="198"/>
                  <a:pt x="276" y="191"/>
                  <a:pt x="276" y="170"/>
                </a:cubicBezTo>
                <a:cubicBezTo>
                  <a:pt x="276" y="120"/>
                  <a:pt x="276" y="120"/>
                  <a:pt x="276" y="120"/>
                </a:cubicBezTo>
                <a:cubicBezTo>
                  <a:pt x="191" y="127"/>
                  <a:pt x="127" y="191"/>
                  <a:pt x="113" y="276"/>
                </a:cubicBezTo>
                <a:cubicBezTo>
                  <a:pt x="169" y="276"/>
                  <a:pt x="169" y="276"/>
                  <a:pt x="169" y="276"/>
                </a:cubicBezTo>
                <a:cubicBezTo>
                  <a:pt x="184" y="276"/>
                  <a:pt x="198" y="290"/>
                  <a:pt x="198" y="304"/>
                </a:cubicBezTo>
                <a:cubicBezTo>
                  <a:pt x="198" y="318"/>
                  <a:pt x="184" y="332"/>
                  <a:pt x="169" y="332"/>
                </a:cubicBezTo>
                <a:cubicBezTo>
                  <a:pt x="113" y="332"/>
                  <a:pt x="113" y="332"/>
                  <a:pt x="113" y="332"/>
                </a:cubicBezTo>
                <a:cubicBezTo>
                  <a:pt x="127" y="417"/>
                  <a:pt x="191" y="481"/>
                  <a:pt x="276" y="488"/>
                </a:cubicBezTo>
                <a:cubicBezTo>
                  <a:pt x="276" y="438"/>
                  <a:pt x="276" y="438"/>
                  <a:pt x="276" y="438"/>
                </a:cubicBezTo>
                <a:cubicBezTo>
                  <a:pt x="276" y="417"/>
                  <a:pt x="283" y="410"/>
                  <a:pt x="304" y="410"/>
                </a:cubicBezTo>
                <a:cubicBezTo>
                  <a:pt x="318" y="410"/>
                  <a:pt x="332" y="417"/>
                  <a:pt x="332" y="438"/>
                </a:cubicBezTo>
                <a:cubicBezTo>
                  <a:pt x="332" y="488"/>
                  <a:pt x="332" y="488"/>
                  <a:pt x="332" y="488"/>
                </a:cubicBezTo>
                <a:cubicBezTo>
                  <a:pt x="410" y="481"/>
                  <a:pt x="473" y="417"/>
                  <a:pt x="487" y="332"/>
                </a:cubicBezTo>
                <a:cubicBezTo>
                  <a:pt x="431" y="332"/>
                  <a:pt x="431" y="332"/>
                  <a:pt x="431" y="332"/>
                </a:cubicBezTo>
                <a:cubicBezTo>
                  <a:pt x="417" y="332"/>
                  <a:pt x="403" y="318"/>
                  <a:pt x="403" y="304"/>
                </a:cubicBezTo>
                <a:cubicBezTo>
                  <a:pt x="403" y="290"/>
                  <a:pt x="417" y="276"/>
                  <a:pt x="431" y="276"/>
                </a:cubicBezTo>
                <a:close/>
                <a:moveTo>
                  <a:pt x="304" y="332"/>
                </a:moveTo>
                <a:lnTo>
                  <a:pt x="304" y="332"/>
                </a:lnTo>
                <a:cubicBezTo>
                  <a:pt x="283" y="332"/>
                  <a:pt x="276" y="318"/>
                  <a:pt x="276" y="304"/>
                </a:cubicBezTo>
                <a:cubicBezTo>
                  <a:pt x="276" y="290"/>
                  <a:pt x="283" y="276"/>
                  <a:pt x="304" y="276"/>
                </a:cubicBezTo>
                <a:cubicBezTo>
                  <a:pt x="318" y="276"/>
                  <a:pt x="332" y="290"/>
                  <a:pt x="332" y="304"/>
                </a:cubicBezTo>
                <a:cubicBezTo>
                  <a:pt x="332" y="318"/>
                  <a:pt x="318" y="332"/>
                  <a:pt x="304" y="33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3" name="Freeform 124">
            <a:extLst>
              <a:ext uri="{FF2B5EF4-FFF2-40B4-BE49-F238E27FC236}">
                <a16:creationId xmlns:a16="http://schemas.microsoft.com/office/drawing/2014/main" id="{2FA0B2A8-7181-34B2-8A70-21EE665D5EDC}"/>
              </a:ext>
            </a:extLst>
          </p:cNvPr>
          <p:cNvSpPr>
            <a:spLocks noChangeArrowheads="1"/>
          </p:cNvSpPr>
          <p:nvPr/>
        </p:nvSpPr>
        <p:spPr bwMode="auto">
          <a:xfrm>
            <a:off x="8283966" y="728584"/>
            <a:ext cx="413246" cy="553668"/>
          </a:xfrm>
          <a:custGeom>
            <a:avLst/>
            <a:gdLst>
              <a:gd name="T0" fmla="*/ 2147483646 w 454"/>
              <a:gd name="T1" fmla="*/ 2147483646 h 609"/>
              <a:gd name="T2" fmla="*/ 2147483646 w 454"/>
              <a:gd name="T3" fmla="*/ 2147483646 h 609"/>
              <a:gd name="T4" fmla="*/ 0 w 454"/>
              <a:gd name="T5" fmla="*/ 2147483646 h 609"/>
              <a:gd name="T6" fmla="*/ 2147483646 w 454"/>
              <a:gd name="T7" fmla="*/ 0 h 609"/>
              <a:gd name="T8" fmla="*/ 2147483646 w 454"/>
              <a:gd name="T9" fmla="*/ 2147483646 h 609"/>
              <a:gd name="T10" fmla="*/ 2147483646 w 454"/>
              <a:gd name="T11" fmla="*/ 2147483646 h 609"/>
              <a:gd name="T12" fmla="*/ 2147483646 w 454"/>
              <a:gd name="T13" fmla="*/ 2147483646 h 609"/>
              <a:gd name="T14" fmla="*/ 2147483646 w 454"/>
              <a:gd name="T15" fmla="*/ 2147483646 h 609"/>
              <a:gd name="T16" fmla="*/ 2147483646 w 454"/>
              <a:gd name="T17" fmla="*/ 2147483646 h 609"/>
              <a:gd name="T18" fmla="*/ 2147483646 w 454"/>
              <a:gd name="T19" fmla="*/ 2147483646 h 609"/>
              <a:gd name="T20" fmla="*/ 2147483646 w 454"/>
              <a:gd name="T21" fmla="*/ 2147483646 h 609"/>
              <a:gd name="T22" fmla="*/ 2147483646 w 454"/>
              <a:gd name="T23" fmla="*/ 2147483646 h 609"/>
              <a:gd name="T24" fmla="*/ 2147483646 w 454"/>
              <a:gd name="T25" fmla="*/ 2147483646 h 609"/>
              <a:gd name="T26" fmla="*/ 2147483646 w 454"/>
              <a:gd name="T27" fmla="*/ 2147483646 h 609"/>
              <a:gd name="T28" fmla="*/ 2147483646 w 454"/>
              <a:gd name="T29" fmla="*/ 2147483646 h 609"/>
              <a:gd name="T30" fmla="*/ 2147483646 w 454"/>
              <a:gd name="T31" fmla="*/ 2147483646 h 609"/>
              <a:gd name="T32" fmla="*/ 2147483646 w 454"/>
              <a:gd name="T33" fmla="*/ 2147483646 h 609"/>
              <a:gd name="T34" fmla="*/ 2147483646 w 454"/>
              <a:gd name="T35" fmla="*/ 2147483646 h 609"/>
              <a:gd name="T36" fmla="*/ 2147483646 w 454"/>
              <a:gd name="T37" fmla="*/ 2147483646 h 609"/>
              <a:gd name="T38" fmla="*/ 2147483646 w 454"/>
              <a:gd name="T39" fmla="*/ 2147483646 h 60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54" h="609">
                <a:moveTo>
                  <a:pt x="227" y="608"/>
                </a:moveTo>
                <a:lnTo>
                  <a:pt x="227" y="608"/>
                </a:lnTo>
                <a:cubicBezTo>
                  <a:pt x="227" y="608"/>
                  <a:pt x="0" y="354"/>
                  <a:pt x="0" y="226"/>
                </a:cubicBezTo>
                <a:cubicBezTo>
                  <a:pt x="0" y="106"/>
                  <a:pt x="106" y="0"/>
                  <a:pt x="227" y="0"/>
                </a:cubicBezTo>
                <a:cubicBezTo>
                  <a:pt x="354" y="0"/>
                  <a:pt x="453" y="106"/>
                  <a:pt x="453" y="226"/>
                </a:cubicBezTo>
                <a:cubicBezTo>
                  <a:pt x="453" y="354"/>
                  <a:pt x="227" y="608"/>
                  <a:pt x="227" y="608"/>
                </a:cubicBezTo>
                <a:close/>
                <a:moveTo>
                  <a:pt x="227" y="78"/>
                </a:moveTo>
                <a:lnTo>
                  <a:pt x="227" y="78"/>
                </a:lnTo>
                <a:cubicBezTo>
                  <a:pt x="149" y="78"/>
                  <a:pt x="78" y="149"/>
                  <a:pt x="78" y="226"/>
                </a:cubicBezTo>
                <a:cubicBezTo>
                  <a:pt x="78" y="311"/>
                  <a:pt x="149" y="382"/>
                  <a:pt x="227" y="382"/>
                </a:cubicBezTo>
                <a:cubicBezTo>
                  <a:pt x="311" y="382"/>
                  <a:pt x="382" y="311"/>
                  <a:pt x="382" y="226"/>
                </a:cubicBezTo>
                <a:cubicBezTo>
                  <a:pt x="382" y="149"/>
                  <a:pt x="311" y="78"/>
                  <a:pt x="227" y="78"/>
                </a:cubicBezTo>
                <a:close/>
                <a:moveTo>
                  <a:pt x="304" y="254"/>
                </a:moveTo>
                <a:lnTo>
                  <a:pt x="304" y="254"/>
                </a:lnTo>
                <a:cubicBezTo>
                  <a:pt x="156" y="254"/>
                  <a:pt x="156" y="254"/>
                  <a:pt x="156" y="254"/>
                </a:cubicBezTo>
                <a:cubicBezTo>
                  <a:pt x="135" y="254"/>
                  <a:pt x="128" y="247"/>
                  <a:pt x="128" y="226"/>
                </a:cubicBezTo>
                <a:cubicBezTo>
                  <a:pt x="128" y="212"/>
                  <a:pt x="135" y="198"/>
                  <a:pt x="156" y="198"/>
                </a:cubicBezTo>
                <a:cubicBezTo>
                  <a:pt x="304" y="198"/>
                  <a:pt x="304" y="198"/>
                  <a:pt x="304" y="198"/>
                </a:cubicBezTo>
                <a:cubicBezTo>
                  <a:pt x="319" y="198"/>
                  <a:pt x="333" y="212"/>
                  <a:pt x="333" y="226"/>
                </a:cubicBezTo>
                <a:cubicBezTo>
                  <a:pt x="333" y="247"/>
                  <a:pt x="319" y="254"/>
                  <a:pt x="304" y="25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4" name="Freeform 125">
            <a:extLst>
              <a:ext uri="{FF2B5EF4-FFF2-40B4-BE49-F238E27FC236}">
                <a16:creationId xmlns:a16="http://schemas.microsoft.com/office/drawing/2014/main" id="{26DEC425-A90D-7365-9E00-7513B6755FD2}"/>
              </a:ext>
            </a:extLst>
          </p:cNvPr>
          <p:cNvSpPr>
            <a:spLocks noChangeArrowheads="1"/>
          </p:cNvSpPr>
          <p:nvPr/>
        </p:nvSpPr>
        <p:spPr bwMode="auto">
          <a:xfrm>
            <a:off x="7325078" y="728584"/>
            <a:ext cx="413244" cy="553668"/>
          </a:xfrm>
          <a:custGeom>
            <a:avLst/>
            <a:gdLst>
              <a:gd name="T0" fmla="*/ 2147483646 w 454"/>
              <a:gd name="T1" fmla="*/ 2147483646 h 609"/>
              <a:gd name="T2" fmla="*/ 2147483646 w 454"/>
              <a:gd name="T3" fmla="*/ 2147483646 h 609"/>
              <a:gd name="T4" fmla="*/ 0 w 454"/>
              <a:gd name="T5" fmla="*/ 2147483646 h 609"/>
              <a:gd name="T6" fmla="*/ 2147483646 w 454"/>
              <a:gd name="T7" fmla="*/ 0 h 609"/>
              <a:gd name="T8" fmla="*/ 2147483646 w 454"/>
              <a:gd name="T9" fmla="*/ 2147483646 h 609"/>
              <a:gd name="T10" fmla="*/ 2147483646 w 454"/>
              <a:gd name="T11" fmla="*/ 2147483646 h 609"/>
              <a:gd name="T12" fmla="*/ 2147483646 w 454"/>
              <a:gd name="T13" fmla="*/ 2147483646 h 609"/>
              <a:gd name="T14" fmla="*/ 2147483646 w 454"/>
              <a:gd name="T15" fmla="*/ 2147483646 h 609"/>
              <a:gd name="T16" fmla="*/ 2147483646 w 454"/>
              <a:gd name="T17" fmla="*/ 2147483646 h 609"/>
              <a:gd name="T18" fmla="*/ 2147483646 w 454"/>
              <a:gd name="T19" fmla="*/ 2147483646 h 609"/>
              <a:gd name="T20" fmla="*/ 2147483646 w 454"/>
              <a:gd name="T21" fmla="*/ 2147483646 h 609"/>
              <a:gd name="T22" fmla="*/ 2147483646 w 454"/>
              <a:gd name="T23" fmla="*/ 2147483646 h 609"/>
              <a:gd name="T24" fmla="*/ 2147483646 w 454"/>
              <a:gd name="T25" fmla="*/ 2147483646 h 609"/>
              <a:gd name="T26" fmla="*/ 2147483646 w 454"/>
              <a:gd name="T27" fmla="*/ 2147483646 h 609"/>
              <a:gd name="T28" fmla="*/ 2147483646 w 454"/>
              <a:gd name="T29" fmla="*/ 2147483646 h 609"/>
              <a:gd name="T30" fmla="*/ 2147483646 w 454"/>
              <a:gd name="T31" fmla="*/ 2147483646 h 609"/>
              <a:gd name="T32" fmla="*/ 2147483646 w 454"/>
              <a:gd name="T33" fmla="*/ 2147483646 h 609"/>
              <a:gd name="T34" fmla="*/ 2147483646 w 454"/>
              <a:gd name="T35" fmla="*/ 2147483646 h 609"/>
              <a:gd name="T36" fmla="*/ 2147483646 w 454"/>
              <a:gd name="T37" fmla="*/ 2147483646 h 609"/>
              <a:gd name="T38" fmla="*/ 2147483646 w 454"/>
              <a:gd name="T39" fmla="*/ 2147483646 h 609"/>
              <a:gd name="T40" fmla="*/ 2147483646 w 454"/>
              <a:gd name="T41" fmla="*/ 2147483646 h 609"/>
              <a:gd name="T42" fmla="*/ 2147483646 w 454"/>
              <a:gd name="T43" fmla="*/ 2147483646 h 609"/>
              <a:gd name="T44" fmla="*/ 2147483646 w 454"/>
              <a:gd name="T45" fmla="*/ 2147483646 h 609"/>
              <a:gd name="T46" fmla="*/ 2147483646 w 454"/>
              <a:gd name="T47" fmla="*/ 2147483646 h 609"/>
              <a:gd name="T48" fmla="*/ 2147483646 w 454"/>
              <a:gd name="T49" fmla="*/ 2147483646 h 609"/>
              <a:gd name="T50" fmla="*/ 2147483646 w 454"/>
              <a:gd name="T51" fmla="*/ 2147483646 h 609"/>
              <a:gd name="T52" fmla="*/ 2147483646 w 454"/>
              <a:gd name="T53" fmla="*/ 2147483646 h 609"/>
              <a:gd name="T54" fmla="*/ 2147483646 w 454"/>
              <a:gd name="T55" fmla="*/ 2147483646 h 609"/>
              <a:gd name="T56" fmla="*/ 2147483646 w 454"/>
              <a:gd name="T57" fmla="*/ 2147483646 h 609"/>
              <a:gd name="T58" fmla="*/ 2147483646 w 454"/>
              <a:gd name="T59" fmla="*/ 2147483646 h 60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454" h="609">
                <a:moveTo>
                  <a:pt x="227" y="608"/>
                </a:moveTo>
                <a:lnTo>
                  <a:pt x="227" y="608"/>
                </a:lnTo>
                <a:cubicBezTo>
                  <a:pt x="227" y="608"/>
                  <a:pt x="0" y="354"/>
                  <a:pt x="0" y="226"/>
                </a:cubicBezTo>
                <a:cubicBezTo>
                  <a:pt x="0" y="106"/>
                  <a:pt x="99" y="0"/>
                  <a:pt x="227" y="0"/>
                </a:cubicBezTo>
                <a:cubicBezTo>
                  <a:pt x="354" y="0"/>
                  <a:pt x="453" y="106"/>
                  <a:pt x="453" y="226"/>
                </a:cubicBezTo>
                <a:cubicBezTo>
                  <a:pt x="453" y="354"/>
                  <a:pt x="227" y="608"/>
                  <a:pt x="227" y="608"/>
                </a:cubicBezTo>
                <a:close/>
                <a:moveTo>
                  <a:pt x="227" y="78"/>
                </a:moveTo>
                <a:lnTo>
                  <a:pt x="227" y="78"/>
                </a:lnTo>
                <a:cubicBezTo>
                  <a:pt x="142" y="78"/>
                  <a:pt x="78" y="149"/>
                  <a:pt x="78" y="226"/>
                </a:cubicBezTo>
                <a:cubicBezTo>
                  <a:pt x="78" y="311"/>
                  <a:pt x="142" y="382"/>
                  <a:pt x="227" y="382"/>
                </a:cubicBezTo>
                <a:cubicBezTo>
                  <a:pt x="311" y="382"/>
                  <a:pt x="375" y="311"/>
                  <a:pt x="375" y="226"/>
                </a:cubicBezTo>
                <a:cubicBezTo>
                  <a:pt x="375" y="149"/>
                  <a:pt x="311" y="78"/>
                  <a:pt x="227" y="78"/>
                </a:cubicBezTo>
                <a:close/>
                <a:moveTo>
                  <a:pt x="304" y="254"/>
                </a:moveTo>
                <a:lnTo>
                  <a:pt x="304" y="254"/>
                </a:lnTo>
                <a:cubicBezTo>
                  <a:pt x="255" y="254"/>
                  <a:pt x="255" y="254"/>
                  <a:pt x="255" y="254"/>
                </a:cubicBezTo>
                <a:cubicBezTo>
                  <a:pt x="255" y="304"/>
                  <a:pt x="255" y="304"/>
                  <a:pt x="255" y="304"/>
                </a:cubicBezTo>
                <a:cubicBezTo>
                  <a:pt x="255" y="318"/>
                  <a:pt x="241" y="332"/>
                  <a:pt x="227" y="332"/>
                </a:cubicBezTo>
                <a:cubicBezTo>
                  <a:pt x="213" y="332"/>
                  <a:pt x="198" y="318"/>
                  <a:pt x="198" y="304"/>
                </a:cubicBezTo>
                <a:cubicBezTo>
                  <a:pt x="198" y="254"/>
                  <a:pt x="198" y="254"/>
                  <a:pt x="198" y="254"/>
                </a:cubicBezTo>
                <a:cubicBezTo>
                  <a:pt x="149" y="254"/>
                  <a:pt x="149" y="254"/>
                  <a:pt x="149" y="254"/>
                </a:cubicBezTo>
                <a:cubicBezTo>
                  <a:pt x="135" y="254"/>
                  <a:pt x="120" y="247"/>
                  <a:pt x="120" y="226"/>
                </a:cubicBezTo>
                <a:cubicBezTo>
                  <a:pt x="120" y="212"/>
                  <a:pt x="135" y="198"/>
                  <a:pt x="149" y="198"/>
                </a:cubicBezTo>
                <a:cubicBezTo>
                  <a:pt x="198" y="198"/>
                  <a:pt x="198" y="198"/>
                  <a:pt x="198" y="198"/>
                </a:cubicBezTo>
                <a:cubicBezTo>
                  <a:pt x="198" y="156"/>
                  <a:pt x="198" y="156"/>
                  <a:pt x="198" y="156"/>
                </a:cubicBezTo>
                <a:cubicBezTo>
                  <a:pt x="198" y="134"/>
                  <a:pt x="213" y="127"/>
                  <a:pt x="227" y="127"/>
                </a:cubicBezTo>
                <a:cubicBezTo>
                  <a:pt x="241" y="127"/>
                  <a:pt x="255" y="134"/>
                  <a:pt x="255" y="156"/>
                </a:cubicBezTo>
                <a:cubicBezTo>
                  <a:pt x="255" y="198"/>
                  <a:pt x="255" y="198"/>
                  <a:pt x="255" y="198"/>
                </a:cubicBezTo>
                <a:cubicBezTo>
                  <a:pt x="304" y="198"/>
                  <a:pt x="304" y="198"/>
                  <a:pt x="304" y="198"/>
                </a:cubicBezTo>
                <a:cubicBezTo>
                  <a:pt x="318" y="198"/>
                  <a:pt x="333" y="212"/>
                  <a:pt x="333" y="226"/>
                </a:cubicBezTo>
                <a:cubicBezTo>
                  <a:pt x="333" y="247"/>
                  <a:pt x="318" y="254"/>
                  <a:pt x="304" y="25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5" name="Freeform 126">
            <a:extLst>
              <a:ext uri="{FF2B5EF4-FFF2-40B4-BE49-F238E27FC236}">
                <a16:creationId xmlns:a16="http://schemas.microsoft.com/office/drawing/2014/main" id="{810CD874-2E1A-566E-365E-A571E7484A33}"/>
              </a:ext>
            </a:extLst>
          </p:cNvPr>
          <p:cNvSpPr>
            <a:spLocks noChangeArrowheads="1"/>
          </p:cNvSpPr>
          <p:nvPr/>
        </p:nvSpPr>
        <p:spPr bwMode="auto">
          <a:xfrm>
            <a:off x="6366187" y="728584"/>
            <a:ext cx="413246" cy="553668"/>
          </a:xfrm>
          <a:custGeom>
            <a:avLst/>
            <a:gdLst>
              <a:gd name="T0" fmla="*/ 2147483646 w 454"/>
              <a:gd name="T1" fmla="*/ 2147483646 h 609"/>
              <a:gd name="T2" fmla="*/ 2147483646 w 454"/>
              <a:gd name="T3" fmla="*/ 2147483646 h 609"/>
              <a:gd name="T4" fmla="*/ 0 w 454"/>
              <a:gd name="T5" fmla="*/ 2147483646 h 609"/>
              <a:gd name="T6" fmla="*/ 2147483646 w 454"/>
              <a:gd name="T7" fmla="*/ 0 h 609"/>
              <a:gd name="T8" fmla="*/ 2147483646 w 454"/>
              <a:gd name="T9" fmla="*/ 2147483646 h 609"/>
              <a:gd name="T10" fmla="*/ 2147483646 w 454"/>
              <a:gd name="T11" fmla="*/ 2147483646 h 609"/>
              <a:gd name="T12" fmla="*/ 2147483646 w 454"/>
              <a:gd name="T13" fmla="*/ 2147483646 h 609"/>
              <a:gd name="T14" fmla="*/ 2147483646 w 454"/>
              <a:gd name="T15" fmla="*/ 2147483646 h 609"/>
              <a:gd name="T16" fmla="*/ 2147483646 w 454"/>
              <a:gd name="T17" fmla="*/ 2147483646 h 609"/>
              <a:gd name="T18" fmla="*/ 2147483646 w 454"/>
              <a:gd name="T19" fmla="*/ 2147483646 h 609"/>
              <a:gd name="T20" fmla="*/ 2147483646 w 454"/>
              <a:gd name="T21" fmla="*/ 2147483646 h 609"/>
              <a:gd name="T22" fmla="*/ 2147483646 w 454"/>
              <a:gd name="T23" fmla="*/ 2147483646 h 609"/>
              <a:gd name="T24" fmla="*/ 2147483646 w 454"/>
              <a:gd name="T25" fmla="*/ 2147483646 h 609"/>
              <a:gd name="T26" fmla="*/ 2147483646 w 454"/>
              <a:gd name="T27" fmla="*/ 2147483646 h 609"/>
              <a:gd name="T28" fmla="*/ 2147483646 w 454"/>
              <a:gd name="T29" fmla="*/ 2147483646 h 609"/>
              <a:gd name="T30" fmla="*/ 2147483646 w 454"/>
              <a:gd name="T31" fmla="*/ 2147483646 h 609"/>
              <a:gd name="T32" fmla="*/ 2147483646 w 454"/>
              <a:gd name="T33" fmla="*/ 2147483646 h 609"/>
              <a:gd name="T34" fmla="*/ 2147483646 w 454"/>
              <a:gd name="T35" fmla="*/ 2147483646 h 60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54" h="609">
                <a:moveTo>
                  <a:pt x="227" y="608"/>
                </a:moveTo>
                <a:lnTo>
                  <a:pt x="227" y="608"/>
                </a:lnTo>
                <a:cubicBezTo>
                  <a:pt x="227" y="608"/>
                  <a:pt x="0" y="354"/>
                  <a:pt x="0" y="226"/>
                </a:cubicBezTo>
                <a:cubicBezTo>
                  <a:pt x="0" y="106"/>
                  <a:pt x="99" y="0"/>
                  <a:pt x="227" y="0"/>
                </a:cubicBezTo>
                <a:cubicBezTo>
                  <a:pt x="347" y="0"/>
                  <a:pt x="453" y="106"/>
                  <a:pt x="453" y="226"/>
                </a:cubicBezTo>
                <a:cubicBezTo>
                  <a:pt x="453" y="354"/>
                  <a:pt x="227" y="608"/>
                  <a:pt x="227" y="608"/>
                </a:cubicBezTo>
                <a:close/>
                <a:moveTo>
                  <a:pt x="227" y="78"/>
                </a:moveTo>
                <a:lnTo>
                  <a:pt x="227" y="78"/>
                </a:lnTo>
                <a:cubicBezTo>
                  <a:pt x="142" y="78"/>
                  <a:pt x="71" y="149"/>
                  <a:pt x="71" y="226"/>
                </a:cubicBezTo>
                <a:cubicBezTo>
                  <a:pt x="71" y="311"/>
                  <a:pt x="142" y="382"/>
                  <a:pt x="227" y="382"/>
                </a:cubicBezTo>
                <a:cubicBezTo>
                  <a:pt x="304" y="382"/>
                  <a:pt x="375" y="311"/>
                  <a:pt x="375" y="226"/>
                </a:cubicBezTo>
                <a:cubicBezTo>
                  <a:pt x="375" y="149"/>
                  <a:pt x="304" y="78"/>
                  <a:pt x="227" y="78"/>
                </a:cubicBezTo>
                <a:close/>
                <a:moveTo>
                  <a:pt x="227" y="304"/>
                </a:moveTo>
                <a:lnTo>
                  <a:pt x="227" y="304"/>
                </a:lnTo>
                <a:cubicBezTo>
                  <a:pt x="184" y="304"/>
                  <a:pt x="149" y="269"/>
                  <a:pt x="149" y="226"/>
                </a:cubicBezTo>
                <a:cubicBezTo>
                  <a:pt x="149" y="184"/>
                  <a:pt x="184" y="156"/>
                  <a:pt x="227" y="156"/>
                </a:cubicBezTo>
                <a:cubicBezTo>
                  <a:pt x="269" y="156"/>
                  <a:pt x="297" y="184"/>
                  <a:pt x="297" y="226"/>
                </a:cubicBezTo>
                <a:cubicBezTo>
                  <a:pt x="297" y="269"/>
                  <a:pt x="269" y="304"/>
                  <a:pt x="227" y="30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6" name="Freeform 127">
            <a:extLst>
              <a:ext uri="{FF2B5EF4-FFF2-40B4-BE49-F238E27FC236}">
                <a16:creationId xmlns:a16="http://schemas.microsoft.com/office/drawing/2014/main" id="{90929860-458D-059A-9655-1B42882127C5}"/>
              </a:ext>
            </a:extLst>
          </p:cNvPr>
          <p:cNvSpPr>
            <a:spLocks noChangeArrowheads="1"/>
          </p:cNvSpPr>
          <p:nvPr/>
        </p:nvSpPr>
        <p:spPr bwMode="auto">
          <a:xfrm>
            <a:off x="5403286" y="728584"/>
            <a:ext cx="413246" cy="553668"/>
          </a:xfrm>
          <a:custGeom>
            <a:avLst/>
            <a:gdLst>
              <a:gd name="T0" fmla="*/ 2147483646 w 453"/>
              <a:gd name="T1" fmla="*/ 2147483646 h 609"/>
              <a:gd name="T2" fmla="*/ 2147483646 w 453"/>
              <a:gd name="T3" fmla="*/ 2147483646 h 609"/>
              <a:gd name="T4" fmla="*/ 0 w 453"/>
              <a:gd name="T5" fmla="*/ 2147483646 h 609"/>
              <a:gd name="T6" fmla="*/ 2147483646 w 453"/>
              <a:gd name="T7" fmla="*/ 0 h 609"/>
              <a:gd name="T8" fmla="*/ 2147483646 w 453"/>
              <a:gd name="T9" fmla="*/ 2147483646 h 609"/>
              <a:gd name="T10" fmla="*/ 2147483646 w 453"/>
              <a:gd name="T11" fmla="*/ 2147483646 h 609"/>
              <a:gd name="T12" fmla="*/ 2147483646 w 453"/>
              <a:gd name="T13" fmla="*/ 2147483646 h 609"/>
              <a:gd name="T14" fmla="*/ 2147483646 w 453"/>
              <a:gd name="T15" fmla="*/ 2147483646 h 609"/>
              <a:gd name="T16" fmla="*/ 2147483646 w 453"/>
              <a:gd name="T17" fmla="*/ 2147483646 h 609"/>
              <a:gd name="T18" fmla="*/ 2147483646 w 453"/>
              <a:gd name="T19" fmla="*/ 2147483646 h 609"/>
              <a:gd name="T20" fmla="*/ 2147483646 w 453"/>
              <a:gd name="T21" fmla="*/ 2147483646 h 609"/>
              <a:gd name="T22" fmla="*/ 2147483646 w 453"/>
              <a:gd name="T23" fmla="*/ 2147483646 h 60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53" h="609">
                <a:moveTo>
                  <a:pt x="226" y="608"/>
                </a:moveTo>
                <a:lnTo>
                  <a:pt x="226" y="608"/>
                </a:lnTo>
                <a:cubicBezTo>
                  <a:pt x="226" y="608"/>
                  <a:pt x="0" y="354"/>
                  <a:pt x="0" y="226"/>
                </a:cubicBezTo>
                <a:cubicBezTo>
                  <a:pt x="0" y="106"/>
                  <a:pt x="106" y="0"/>
                  <a:pt x="226" y="0"/>
                </a:cubicBezTo>
                <a:cubicBezTo>
                  <a:pt x="354" y="0"/>
                  <a:pt x="452" y="106"/>
                  <a:pt x="452" y="226"/>
                </a:cubicBezTo>
                <a:cubicBezTo>
                  <a:pt x="452" y="354"/>
                  <a:pt x="226" y="608"/>
                  <a:pt x="226" y="608"/>
                </a:cubicBezTo>
                <a:close/>
                <a:moveTo>
                  <a:pt x="226" y="78"/>
                </a:moveTo>
                <a:lnTo>
                  <a:pt x="226" y="78"/>
                </a:lnTo>
                <a:cubicBezTo>
                  <a:pt x="149" y="78"/>
                  <a:pt x="78" y="149"/>
                  <a:pt x="78" y="226"/>
                </a:cubicBezTo>
                <a:cubicBezTo>
                  <a:pt x="78" y="311"/>
                  <a:pt x="149" y="382"/>
                  <a:pt x="226" y="382"/>
                </a:cubicBezTo>
                <a:cubicBezTo>
                  <a:pt x="311" y="382"/>
                  <a:pt x="382" y="311"/>
                  <a:pt x="382" y="226"/>
                </a:cubicBezTo>
                <a:cubicBezTo>
                  <a:pt x="382" y="149"/>
                  <a:pt x="311" y="78"/>
                  <a:pt x="226" y="7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7" name="Freeform 128">
            <a:extLst>
              <a:ext uri="{FF2B5EF4-FFF2-40B4-BE49-F238E27FC236}">
                <a16:creationId xmlns:a16="http://schemas.microsoft.com/office/drawing/2014/main" id="{099937E2-F213-F067-D19F-D1629E159127}"/>
              </a:ext>
            </a:extLst>
          </p:cNvPr>
          <p:cNvSpPr>
            <a:spLocks noChangeArrowheads="1"/>
          </p:cNvSpPr>
          <p:nvPr/>
        </p:nvSpPr>
        <p:spPr bwMode="auto">
          <a:xfrm>
            <a:off x="4376191" y="804815"/>
            <a:ext cx="553668" cy="477437"/>
          </a:xfrm>
          <a:custGeom>
            <a:avLst/>
            <a:gdLst>
              <a:gd name="T0" fmla="*/ 2147483646 w 609"/>
              <a:gd name="T1" fmla="*/ 2147483646 h 524"/>
              <a:gd name="T2" fmla="*/ 2147483646 w 609"/>
              <a:gd name="T3" fmla="*/ 2147483646 h 524"/>
              <a:gd name="T4" fmla="*/ 2147483646 w 609"/>
              <a:gd name="T5" fmla="*/ 2147483646 h 524"/>
              <a:gd name="T6" fmla="*/ 2147483646 w 609"/>
              <a:gd name="T7" fmla="*/ 2147483646 h 524"/>
              <a:gd name="T8" fmla="*/ 2147483646 w 609"/>
              <a:gd name="T9" fmla="*/ 2147483646 h 524"/>
              <a:gd name="T10" fmla="*/ 2147483646 w 609"/>
              <a:gd name="T11" fmla="*/ 2147483646 h 524"/>
              <a:gd name="T12" fmla="*/ 2147483646 w 609"/>
              <a:gd name="T13" fmla="*/ 2147483646 h 524"/>
              <a:gd name="T14" fmla="*/ 2147483646 w 609"/>
              <a:gd name="T15" fmla="*/ 2147483646 h 524"/>
              <a:gd name="T16" fmla="*/ 2147483646 w 609"/>
              <a:gd name="T17" fmla="*/ 2147483646 h 524"/>
              <a:gd name="T18" fmla="*/ 2147483646 w 609"/>
              <a:gd name="T19" fmla="*/ 2147483646 h 524"/>
              <a:gd name="T20" fmla="*/ 2147483646 w 609"/>
              <a:gd name="T21" fmla="*/ 2147483646 h 524"/>
              <a:gd name="T22" fmla="*/ 2147483646 w 609"/>
              <a:gd name="T23" fmla="*/ 2147483646 h 524"/>
              <a:gd name="T24" fmla="*/ 2147483646 w 609"/>
              <a:gd name="T25" fmla="*/ 2147483646 h 524"/>
              <a:gd name="T26" fmla="*/ 2147483646 w 609"/>
              <a:gd name="T27" fmla="*/ 2147483646 h 524"/>
              <a:gd name="T28" fmla="*/ 2147483646 w 609"/>
              <a:gd name="T29" fmla="*/ 2147483646 h 524"/>
              <a:gd name="T30" fmla="*/ 2147483646 w 609"/>
              <a:gd name="T31" fmla="*/ 2147483646 h 524"/>
              <a:gd name="T32" fmla="*/ 2147483646 w 609"/>
              <a:gd name="T33" fmla="*/ 2147483646 h 524"/>
              <a:gd name="T34" fmla="*/ 2147483646 w 609"/>
              <a:gd name="T35" fmla="*/ 2147483646 h 524"/>
              <a:gd name="T36" fmla="*/ 2147483646 w 609"/>
              <a:gd name="T37" fmla="*/ 2147483646 h 524"/>
              <a:gd name="T38" fmla="*/ 2147483646 w 609"/>
              <a:gd name="T39" fmla="*/ 2147483646 h 524"/>
              <a:gd name="T40" fmla="*/ 2147483646 w 609"/>
              <a:gd name="T41" fmla="*/ 2147483646 h 524"/>
              <a:gd name="T42" fmla="*/ 2147483646 w 609"/>
              <a:gd name="T43" fmla="*/ 2147483646 h 524"/>
              <a:gd name="T44" fmla="*/ 2147483646 w 609"/>
              <a:gd name="T45" fmla="*/ 2147483646 h 524"/>
              <a:gd name="T46" fmla="*/ 2147483646 w 609"/>
              <a:gd name="T47" fmla="*/ 2147483646 h 524"/>
              <a:gd name="T48" fmla="*/ 2147483646 w 609"/>
              <a:gd name="T49" fmla="*/ 2147483646 h 524"/>
              <a:gd name="T50" fmla="*/ 2147483646 w 609"/>
              <a:gd name="T51" fmla="*/ 2147483646 h 524"/>
              <a:gd name="T52" fmla="*/ 2147483646 w 609"/>
              <a:gd name="T53" fmla="*/ 2147483646 h 524"/>
              <a:gd name="T54" fmla="*/ 2147483646 w 609"/>
              <a:gd name="T55" fmla="*/ 2147483646 h 524"/>
              <a:gd name="T56" fmla="*/ 2147483646 w 609"/>
              <a:gd name="T57" fmla="*/ 2147483646 h 524"/>
              <a:gd name="T58" fmla="*/ 2147483646 w 609"/>
              <a:gd name="T59" fmla="*/ 2147483646 h 524"/>
              <a:gd name="T60" fmla="*/ 2147483646 w 609"/>
              <a:gd name="T61" fmla="*/ 2147483646 h 524"/>
              <a:gd name="T62" fmla="*/ 2147483646 w 609"/>
              <a:gd name="T63" fmla="*/ 2147483646 h 524"/>
              <a:gd name="T64" fmla="*/ 2147483646 w 609"/>
              <a:gd name="T65" fmla="*/ 2147483646 h 524"/>
              <a:gd name="T66" fmla="*/ 2147483646 w 609"/>
              <a:gd name="T67" fmla="*/ 2147483646 h 524"/>
              <a:gd name="T68" fmla="*/ 2147483646 w 609"/>
              <a:gd name="T69" fmla="*/ 2147483646 h 524"/>
              <a:gd name="T70" fmla="*/ 2147483646 w 609"/>
              <a:gd name="T71" fmla="*/ 2147483646 h 524"/>
              <a:gd name="T72" fmla="*/ 2147483646 w 609"/>
              <a:gd name="T73" fmla="*/ 2147483646 h 524"/>
              <a:gd name="T74" fmla="*/ 2147483646 w 609"/>
              <a:gd name="T75" fmla="*/ 2147483646 h 524"/>
              <a:gd name="T76" fmla="*/ 2147483646 w 609"/>
              <a:gd name="T77" fmla="*/ 2147483646 h 524"/>
              <a:gd name="T78" fmla="*/ 2147483646 w 609"/>
              <a:gd name="T79" fmla="*/ 2147483646 h 524"/>
              <a:gd name="T80" fmla="*/ 2147483646 w 609"/>
              <a:gd name="T81" fmla="*/ 2147483646 h 524"/>
              <a:gd name="T82" fmla="*/ 2147483646 w 609"/>
              <a:gd name="T83" fmla="*/ 2147483646 h 52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09" h="524">
                <a:moveTo>
                  <a:pt x="467" y="417"/>
                </a:moveTo>
                <a:lnTo>
                  <a:pt x="467" y="417"/>
                </a:lnTo>
                <a:cubicBezTo>
                  <a:pt x="446" y="417"/>
                  <a:pt x="439" y="403"/>
                  <a:pt x="439" y="389"/>
                </a:cubicBezTo>
                <a:cubicBezTo>
                  <a:pt x="439" y="375"/>
                  <a:pt x="446" y="360"/>
                  <a:pt x="467" y="360"/>
                </a:cubicBezTo>
                <a:cubicBezTo>
                  <a:pt x="509" y="360"/>
                  <a:pt x="552" y="325"/>
                  <a:pt x="552" y="276"/>
                </a:cubicBezTo>
                <a:cubicBezTo>
                  <a:pt x="552" y="247"/>
                  <a:pt x="537" y="226"/>
                  <a:pt x="523" y="212"/>
                </a:cubicBezTo>
                <a:cubicBezTo>
                  <a:pt x="516" y="212"/>
                  <a:pt x="516" y="212"/>
                  <a:pt x="516" y="205"/>
                </a:cubicBezTo>
                <a:lnTo>
                  <a:pt x="509" y="205"/>
                </a:lnTo>
                <a:lnTo>
                  <a:pt x="502" y="198"/>
                </a:lnTo>
                <a:lnTo>
                  <a:pt x="495" y="198"/>
                </a:lnTo>
                <a:cubicBezTo>
                  <a:pt x="495" y="198"/>
                  <a:pt x="488" y="198"/>
                  <a:pt x="488" y="191"/>
                </a:cubicBezTo>
                <a:cubicBezTo>
                  <a:pt x="481" y="191"/>
                  <a:pt x="481" y="191"/>
                  <a:pt x="481" y="191"/>
                </a:cubicBezTo>
                <a:cubicBezTo>
                  <a:pt x="481" y="191"/>
                  <a:pt x="481" y="191"/>
                  <a:pt x="474" y="191"/>
                </a:cubicBezTo>
                <a:cubicBezTo>
                  <a:pt x="467" y="191"/>
                  <a:pt x="467" y="191"/>
                  <a:pt x="467" y="191"/>
                </a:cubicBezTo>
                <a:lnTo>
                  <a:pt x="460" y="191"/>
                </a:lnTo>
                <a:cubicBezTo>
                  <a:pt x="460" y="184"/>
                  <a:pt x="460" y="184"/>
                  <a:pt x="460" y="177"/>
                </a:cubicBezTo>
                <a:cubicBezTo>
                  <a:pt x="460" y="169"/>
                  <a:pt x="453" y="169"/>
                  <a:pt x="453" y="162"/>
                </a:cubicBezTo>
                <a:cubicBezTo>
                  <a:pt x="453" y="155"/>
                  <a:pt x="453" y="155"/>
                  <a:pt x="446" y="148"/>
                </a:cubicBezTo>
                <a:cubicBezTo>
                  <a:pt x="446" y="141"/>
                  <a:pt x="446" y="141"/>
                  <a:pt x="439" y="134"/>
                </a:cubicBezTo>
                <a:cubicBezTo>
                  <a:pt x="410" y="92"/>
                  <a:pt x="361" y="56"/>
                  <a:pt x="304" y="56"/>
                </a:cubicBezTo>
                <a:cubicBezTo>
                  <a:pt x="248" y="56"/>
                  <a:pt x="198" y="92"/>
                  <a:pt x="170" y="134"/>
                </a:cubicBezTo>
                <a:cubicBezTo>
                  <a:pt x="163" y="141"/>
                  <a:pt x="163" y="141"/>
                  <a:pt x="163" y="148"/>
                </a:cubicBezTo>
                <a:cubicBezTo>
                  <a:pt x="156" y="155"/>
                  <a:pt x="156" y="155"/>
                  <a:pt x="156" y="162"/>
                </a:cubicBezTo>
                <a:cubicBezTo>
                  <a:pt x="156" y="169"/>
                  <a:pt x="149" y="169"/>
                  <a:pt x="149" y="177"/>
                </a:cubicBezTo>
                <a:cubicBezTo>
                  <a:pt x="149" y="184"/>
                  <a:pt x="149" y="184"/>
                  <a:pt x="149" y="191"/>
                </a:cubicBezTo>
                <a:lnTo>
                  <a:pt x="142" y="191"/>
                </a:lnTo>
                <a:cubicBezTo>
                  <a:pt x="142" y="191"/>
                  <a:pt x="142" y="191"/>
                  <a:pt x="135" y="191"/>
                </a:cubicBezTo>
                <a:cubicBezTo>
                  <a:pt x="128" y="191"/>
                  <a:pt x="128" y="191"/>
                  <a:pt x="128" y="191"/>
                </a:cubicBezTo>
                <a:cubicBezTo>
                  <a:pt x="128" y="191"/>
                  <a:pt x="128" y="191"/>
                  <a:pt x="121" y="191"/>
                </a:cubicBezTo>
                <a:cubicBezTo>
                  <a:pt x="121" y="198"/>
                  <a:pt x="113" y="198"/>
                  <a:pt x="113" y="198"/>
                </a:cubicBezTo>
                <a:lnTo>
                  <a:pt x="106" y="198"/>
                </a:lnTo>
                <a:lnTo>
                  <a:pt x="99" y="205"/>
                </a:lnTo>
                <a:lnTo>
                  <a:pt x="92" y="205"/>
                </a:lnTo>
                <a:cubicBezTo>
                  <a:pt x="92" y="212"/>
                  <a:pt x="92" y="212"/>
                  <a:pt x="85" y="212"/>
                </a:cubicBezTo>
                <a:cubicBezTo>
                  <a:pt x="71" y="226"/>
                  <a:pt x="57" y="247"/>
                  <a:pt x="57" y="276"/>
                </a:cubicBezTo>
                <a:cubicBezTo>
                  <a:pt x="57" y="325"/>
                  <a:pt x="99" y="360"/>
                  <a:pt x="142" y="360"/>
                </a:cubicBezTo>
                <a:cubicBezTo>
                  <a:pt x="163" y="360"/>
                  <a:pt x="170" y="375"/>
                  <a:pt x="170" y="389"/>
                </a:cubicBezTo>
                <a:cubicBezTo>
                  <a:pt x="170" y="403"/>
                  <a:pt x="163" y="417"/>
                  <a:pt x="142" y="417"/>
                </a:cubicBezTo>
                <a:cubicBezTo>
                  <a:pt x="64" y="417"/>
                  <a:pt x="0" y="353"/>
                  <a:pt x="0" y="276"/>
                </a:cubicBezTo>
                <a:cubicBezTo>
                  <a:pt x="0" y="212"/>
                  <a:pt x="43" y="155"/>
                  <a:pt x="99" y="141"/>
                </a:cubicBezTo>
                <a:cubicBezTo>
                  <a:pt x="135" y="56"/>
                  <a:pt x="212" y="0"/>
                  <a:pt x="304" y="0"/>
                </a:cubicBezTo>
                <a:cubicBezTo>
                  <a:pt x="396" y="0"/>
                  <a:pt x="474" y="56"/>
                  <a:pt x="509" y="141"/>
                </a:cubicBezTo>
                <a:cubicBezTo>
                  <a:pt x="566" y="155"/>
                  <a:pt x="608" y="212"/>
                  <a:pt x="608" y="276"/>
                </a:cubicBezTo>
                <a:cubicBezTo>
                  <a:pt x="608" y="353"/>
                  <a:pt x="545" y="417"/>
                  <a:pt x="467" y="417"/>
                </a:cubicBezTo>
                <a:close/>
                <a:moveTo>
                  <a:pt x="198" y="353"/>
                </a:moveTo>
                <a:lnTo>
                  <a:pt x="198" y="353"/>
                </a:lnTo>
                <a:cubicBezTo>
                  <a:pt x="283" y="254"/>
                  <a:pt x="283" y="254"/>
                  <a:pt x="283" y="254"/>
                </a:cubicBezTo>
                <a:cubicBezTo>
                  <a:pt x="290" y="254"/>
                  <a:pt x="297" y="247"/>
                  <a:pt x="304" y="247"/>
                </a:cubicBezTo>
                <a:cubicBezTo>
                  <a:pt x="311" y="247"/>
                  <a:pt x="318" y="254"/>
                  <a:pt x="326" y="254"/>
                </a:cubicBezTo>
                <a:cubicBezTo>
                  <a:pt x="410" y="353"/>
                  <a:pt x="410" y="353"/>
                  <a:pt x="410" y="353"/>
                </a:cubicBezTo>
                <a:cubicBezTo>
                  <a:pt x="417" y="353"/>
                  <a:pt x="417" y="360"/>
                  <a:pt x="417" y="367"/>
                </a:cubicBezTo>
                <a:cubicBezTo>
                  <a:pt x="417" y="389"/>
                  <a:pt x="403" y="396"/>
                  <a:pt x="389" y="396"/>
                </a:cubicBezTo>
                <a:cubicBezTo>
                  <a:pt x="382" y="396"/>
                  <a:pt x="375" y="396"/>
                  <a:pt x="368" y="389"/>
                </a:cubicBezTo>
                <a:cubicBezTo>
                  <a:pt x="333" y="346"/>
                  <a:pt x="333" y="346"/>
                  <a:pt x="333" y="346"/>
                </a:cubicBezTo>
                <a:cubicBezTo>
                  <a:pt x="333" y="495"/>
                  <a:pt x="333" y="495"/>
                  <a:pt x="333" y="495"/>
                </a:cubicBezTo>
                <a:cubicBezTo>
                  <a:pt x="333" y="509"/>
                  <a:pt x="318" y="523"/>
                  <a:pt x="304" y="523"/>
                </a:cubicBezTo>
                <a:cubicBezTo>
                  <a:pt x="290" y="523"/>
                  <a:pt x="276" y="509"/>
                  <a:pt x="276" y="495"/>
                </a:cubicBezTo>
                <a:cubicBezTo>
                  <a:pt x="276" y="346"/>
                  <a:pt x="276" y="346"/>
                  <a:pt x="276" y="346"/>
                </a:cubicBezTo>
                <a:cubicBezTo>
                  <a:pt x="241" y="389"/>
                  <a:pt x="241" y="389"/>
                  <a:pt x="241" y="389"/>
                </a:cubicBezTo>
                <a:cubicBezTo>
                  <a:pt x="234" y="396"/>
                  <a:pt x="226" y="396"/>
                  <a:pt x="219" y="396"/>
                </a:cubicBezTo>
                <a:cubicBezTo>
                  <a:pt x="205" y="396"/>
                  <a:pt x="191" y="389"/>
                  <a:pt x="191" y="367"/>
                </a:cubicBezTo>
                <a:cubicBezTo>
                  <a:pt x="191" y="360"/>
                  <a:pt x="191" y="353"/>
                  <a:pt x="198" y="35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8" name="Freeform 129">
            <a:extLst>
              <a:ext uri="{FF2B5EF4-FFF2-40B4-BE49-F238E27FC236}">
                <a16:creationId xmlns:a16="http://schemas.microsoft.com/office/drawing/2014/main" id="{A127CF15-3BFB-69A5-1480-94E6DE21F330}"/>
              </a:ext>
            </a:extLst>
          </p:cNvPr>
          <p:cNvSpPr>
            <a:spLocks noChangeArrowheads="1"/>
          </p:cNvSpPr>
          <p:nvPr/>
        </p:nvSpPr>
        <p:spPr bwMode="auto">
          <a:xfrm>
            <a:off x="3417304" y="804815"/>
            <a:ext cx="549655" cy="477437"/>
          </a:xfrm>
          <a:custGeom>
            <a:avLst/>
            <a:gdLst>
              <a:gd name="T0" fmla="*/ 2147483646 w 602"/>
              <a:gd name="T1" fmla="*/ 2147483646 h 524"/>
              <a:gd name="T2" fmla="*/ 2147483646 w 602"/>
              <a:gd name="T3" fmla="*/ 2147483646 h 524"/>
              <a:gd name="T4" fmla="*/ 2147483646 w 602"/>
              <a:gd name="T5" fmla="*/ 2147483646 h 524"/>
              <a:gd name="T6" fmla="*/ 2147483646 w 602"/>
              <a:gd name="T7" fmla="*/ 2147483646 h 524"/>
              <a:gd name="T8" fmla="*/ 2147483646 w 602"/>
              <a:gd name="T9" fmla="*/ 2147483646 h 524"/>
              <a:gd name="T10" fmla="*/ 2147483646 w 602"/>
              <a:gd name="T11" fmla="*/ 2147483646 h 524"/>
              <a:gd name="T12" fmla="*/ 2147483646 w 602"/>
              <a:gd name="T13" fmla="*/ 2147483646 h 524"/>
              <a:gd name="T14" fmla="*/ 2147483646 w 602"/>
              <a:gd name="T15" fmla="*/ 2147483646 h 524"/>
              <a:gd name="T16" fmla="*/ 2147483646 w 602"/>
              <a:gd name="T17" fmla="*/ 2147483646 h 524"/>
              <a:gd name="T18" fmla="*/ 2147483646 w 602"/>
              <a:gd name="T19" fmla="*/ 2147483646 h 524"/>
              <a:gd name="T20" fmla="*/ 2147483646 w 602"/>
              <a:gd name="T21" fmla="*/ 2147483646 h 524"/>
              <a:gd name="T22" fmla="*/ 2147483646 w 602"/>
              <a:gd name="T23" fmla="*/ 2147483646 h 524"/>
              <a:gd name="T24" fmla="*/ 2147483646 w 602"/>
              <a:gd name="T25" fmla="*/ 2147483646 h 524"/>
              <a:gd name="T26" fmla="*/ 2147483646 w 602"/>
              <a:gd name="T27" fmla="*/ 2147483646 h 524"/>
              <a:gd name="T28" fmla="*/ 2147483646 w 602"/>
              <a:gd name="T29" fmla="*/ 2147483646 h 524"/>
              <a:gd name="T30" fmla="*/ 2147483646 w 602"/>
              <a:gd name="T31" fmla="*/ 2147483646 h 524"/>
              <a:gd name="T32" fmla="*/ 2147483646 w 602"/>
              <a:gd name="T33" fmla="*/ 2147483646 h 524"/>
              <a:gd name="T34" fmla="*/ 2147483646 w 602"/>
              <a:gd name="T35" fmla="*/ 2147483646 h 524"/>
              <a:gd name="T36" fmla="*/ 2147483646 w 602"/>
              <a:gd name="T37" fmla="*/ 2147483646 h 524"/>
              <a:gd name="T38" fmla="*/ 2147483646 w 602"/>
              <a:gd name="T39" fmla="*/ 2147483646 h 524"/>
              <a:gd name="T40" fmla="*/ 2147483646 w 602"/>
              <a:gd name="T41" fmla="*/ 2147483646 h 524"/>
              <a:gd name="T42" fmla="*/ 2147483646 w 602"/>
              <a:gd name="T43" fmla="*/ 2147483646 h 524"/>
              <a:gd name="T44" fmla="*/ 2147483646 w 602"/>
              <a:gd name="T45" fmla="*/ 2147483646 h 524"/>
              <a:gd name="T46" fmla="*/ 2147483646 w 602"/>
              <a:gd name="T47" fmla="*/ 2147483646 h 524"/>
              <a:gd name="T48" fmla="*/ 2147483646 w 602"/>
              <a:gd name="T49" fmla="*/ 2147483646 h 524"/>
              <a:gd name="T50" fmla="*/ 2147483646 w 602"/>
              <a:gd name="T51" fmla="*/ 2147483646 h 524"/>
              <a:gd name="T52" fmla="*/ 2147483646 w 602"/>
              <a:gd name="T53" fmla="*/ 2147483646 h 524"/>
              <a:gd name="T54" fmla="*/ 2147483646 w 602"/>
              <a:gd name="T55" fmla="*/ 2147483646 h 524"/>
              <a:gd name="T56" fmla="*/ 2147483646 w 602"/>
              <a:gd name="T57" fmla="*/ 2147483646 h 524"/>
              <a:gd name="T58" fmla="*/ 2147483646 w 602"/>
              <a:gd name="T59" fmla="*/ 2147483646 h 524"/>
              <a:gd name="T60" fmla="*/ 2147483646 w 602"/>
              <a:gd name="T61" fmla="*/ 2147483646 h 524"/>
              <a:gd name="T62" fmla="*/ 2147483646 w 602"/>
              <a:gd name="T63" fmla="*/ 2147483646 h 524"/>
              <a:gd name="T64" fmla="*/ 2147483646 w 602"/>
              <a:gd name="T65" fmla="*/ 2147483646 h 524"/>
              <a:gd name="T66" fmla="*/ 2147483646 w 602"/>
              <a:gd name="T67" fmla="*/ 2147483646 h 524"/>
              <a:gd name="T68" fmla="*/ 2147483646 w 602"/>
              <a:gd name="T69" fmla="*/ 2147483646 h 524"/>
              <a:gd name="T70" fmla="*/ 2147483646 w 602"/>
              <a:gd name="T71" fmla="*/ 2147483646 h 524"/>
              <a:gd name="T72" fmla="*/ 2147483646 w 602"/>
              <a:gd name="T73" fmla="*/ 2147483646 h 524"/>
              <a:gd name="T74" fmla="*/ 2147483646 w 602"/>
              <a:gd name="T75" fmla="*/ 2147483646 h 524"/>
              <a:gd name="T76" fmla="*/ 2147483646 w 602"/>
              <a:gd name="T77" fmla="*/ 2147483646 h 524"/>
              <a:gd name="T78" fmla="*/ 2147483646 w 602"/>
              <a:gd name="T79" fmla="*/ 2147483646 h 524"/>
              <a:gd name="T80" fmla="*/ 2147483646 w 602"/>
              <a:gd name="T81" fmla="*/ 2147483646 h 524"/>
              <a:gd name="T82" fmla="*/ 2147483646 w 602"/>
              <a:gd name="T83" fmla="*/ 2147483646 h 524"/>
              <a:gd name="T84" fmla="*/ 2147483646 w 602"/>
              <a:gd name="T85" fmla="*/ 2147483646 h 52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24">
                <a:moveTo>
                  <a:pt x="460" y="417"/>
                </a:moveTo>
                <a:lnTo>
                  <a:pt x="460" y="417"/>
                </a:lnTo>
                <a:cubicBezTo>
                  <a:pt x="446" y="417"/>
                  <a:pt x="431" y="403"/>
                  <a:pt x="431" y="389"/>
                </a:cubicBezTo>
                <a:cubicBezTo>
                  <a:pt x="431" y="375"/>
                  <a:pt x="446" y="360"/>
                  <a:pt x="460" y="360"/>
                </a:cubicBezTo>
                <a:cubicBezTo>
                  <a:pt x="509" y="360"/>
                  <a:pt x="544" y="325"/>
                  <a:pt x="544" y="276"/>
                </a:cubicBezTo>
                <a:cubicBezTo>
                  <a:pt x="544" y="247"/>
                  <a:pt x="537" y="226"/>
                  <a:pt x="516" y="212"/>
                </a:cubicBezTo>
                <a:cubicBezTo>
                  <a:pt x="516" y="212"/>
                  <a:pt x="516" y="212"/>
                  <a:pt x="509" y="205"/>
                </a:cubicBezTo>
                <a:cubicBezTo>
                  <a:pt x="502" y="205"/>
                  <a:pt x="502" y="198"/>
                  <a:pt x="502" y="198"/>
                </a:cubicBezTo>
                <a:cubicBezTo>
                  <a:pt x="502" y="198"/>
                  <a:pt x="502" y="198"/>
                  <a:pt x="495" y="198"/>
                </a:cubicBezTo>
                <a:cubicBezTo>
                  <a:pt x="495" y="198"/>
                  <a:pt x="495" y="198"/>
                  <a:pt x="488" y="198"/>
                </a:cubicBezTo>
                <a:cubicBezTo>
                  <a:pt x="488" y="198"/>
                  <a:pt x="488" y="198"/>
                  <a:pt x="488" y="191"/>
                </a:cubicBezTo>
                <a:lnTo>
                  <a:pt x="481" y="191"/>
                </a:lnTo>
                <a:cubicBezTo>
                  <a:pt x="474" y="191"/>
                  <a:pt x="474" y="191"/>
                  <a:pt x="474" y="191"/>
                </a:cubicBezTo>
                <a:cubicBezTo>
                  <a:pt x="467" y="191"/>
                  <a:pt x="467" y="191"/>
                  <a:pt x="460" y="191"/>
                </a:cubicBezTo>
                <a:cubicBezTo>
                  <a:pt x="460" y="184"/>
                  <a:pt x="460" y="184"/>
                  <a:pt x="460" y="177"/>
                </a:cubicBezTo>
                <a:cubicBezTo>
                  <a:pt x="453" y="177"/>
                  <a:pt x="453" y="177"/>
                  <a:pt x="453" y="177"/>
                </a:cubicBezTo>
                <a:cubicBezTo>
                  <a:pt x="453" y="169"/>
                  <a:pt x="453" y="169"/>
                  <a:pt x="453" y="162"/>
                </a:cubicBezTo>
                <a:cubicBezTo>
                  <a:pt x="446" y="155"/>
                  <a:pt x="446" y="155"/>
                  <a:pt x="446" y="148"/>
                </a:cubicBezTo>
                <a:cubicBezTo>
                  <a:pt x="446" y="141"/>
                  <a:pt x="439" y="141"/>
                  <a:pt x="439" y="134"/>
                </a:cubicBezTo>
                <a:cubicBezTo>
                  <a:pt x="410" y="92"/>
                  <a:pt x="361" y="56"/>
                  <a:pt x="304" y="56"/>
                </a:cubicBezTo>
                <a:cubicBezTo>
                  <a:pt x="241" y="56"/>
                  <a:pt x="191" y="92"/>
                  <a:pt x="163" y="134"/>
                </a:cubicBezTo>
                <a:cubicBezTo>
                  <a:pt x="163" y="141"/>
                  <a:pt x="163" y="141"/>
                  <a:pt x="156" y="148"/>
                </a:cubicBezTo>
                <a:cubicBezTo>
                  <a:pt x="156" y="155"/>
                  <a:pt x="156" y="155"/>
                  <a:pt x="156" y="162"/>
                </a:cubicBezTo>
                <a:cubicBezTo>
                  <a:pt x="156" y="162"/>
                  <a:pt x="156" y="162"/>
                  <a:pt x="149" y="162"/>
                </a:cubicBezTo>
                <a:cubicBezTo>
                  <a:pt x="149" y="169"/>
                  <a:pt x="149" y="169"/>
                  <a:pt x="149" y="177"/>
                </a:cubicBezTo>
                <a:cubicBezTo>
                  <a:pt x="149" y="184"/>
                  <a:pt x="142" y="184"/>
                  <a:pt x="142" y="191"/>
                </a:cubicBezTo>
                <a:lnTo>
                  <a:pt x="135" y="191"/>
                </a:lnTo>
                <a:cubicBezTo>
                  <a:pt x="135" y="191"/>
                  <a:pt x="135" y="191"/>
                  <a:pt x="128" y="191"/>
                </a:cubicBezTo>
                <a:cubicBezTo>
                  <a:pt x="120" y="191"/>
                  <a:pt x="120" y="191"/>
                  <a:pt x="120" y="191"/>
                </a:cubicBezTo>
                <a:cubicBezTo>
                  <a:pt x="113" y="198"/>
                  <a:pt x="113" y="198"/>
                  <a:pt x="113" y="198"/>
                </a:cubicBezTo>
                <a:cubicBezTo>
                  <a:pt x="106" y="198"/>
                  <a:pt x="106" y="198"/>
                  <a:pt x="106" y="198"/>
                </a:cubicBezTo>
                <a:cubicBezTo>
                  <a:pt x="99" y="198"/>
                  <a:pt x="99" y="205"/>
                  <a:pt x="99" y="205"/>
                </a:cubicBezTo>
                <a:cubicBezTo>
                  <a:pt x="92" y="205"/>
                  <a:pt x="92" y="205"/>
                  <a:pt x="92" y="205"/>
                </a:cubicBezTo>
                <a:cubicBezTo>
                  <a:pt x="92" y="212"/>
                  <a:pt x="85" y="212"/>
                  <a:pt x="85" y="212"/>
                </a:cubicBezTo>
                <a:cubicBezTo>
                  <a:pt x="71" y="226"/>
                  <a:pt x="57" y="247"/>
                  <a:pt x="57" y="276"/>
                </a:cubicBezTo>
                <a:cubicBezTo>
                  <a:pt x="57" y="325"/>
                  <a:pt x="92" y="360"/>
                  <a:pt x="142" y="360"/>
                </a:cubicBezTo>
                <a:cubicBezTo>
                  <a:pt x="156" y="360"/>
                  <a:pt x="170" y="375"/>
                  <a:pt x="170" y="389"/>
                </a:cubicBezTo>
                <a:cubicBezTo>
                  <a:pt x="170" y="403"/>
                  <a:pt x="156" y="417"/>
                  <a:pt x="142" y="417"/>
                </a:cubicBezTo>
                <a:cubicBezTo>
                  <a:pt x="64" y="417"/>
                  <a:pt x="0" y="353"/>
                  <a:pt x="0" y="276"/>
                </a:cubicBezTo>
                <a:cubicBezTo>
                  <a:pt x="0" y="212"/>
                  <a:pt x="43" y="155"/>
                  <a:pt x="99" y="141"/>
                </a:cubicBezTo>
                <a:cubicBezTo>
                  <a:pt x="135" y="56"/>
                  <a:pt x="212" y="0"/>
                  <a:pt x="304" y="0"/>
                </a:cubicBezTo>
                <a:cubicBezTo>
                  <a:pt x="396" y="0"/>
                  <a:pt x="474" y="56"/>
                  <a:pt x="502" y="141"/>
                </a:cubicBezTo>
                <a:cubicBezTo>
                  <a:pt x="559" y="155"/>
                  <a:pt x="601" y="212"/>
                  <a:pt x="601" y="276"/>
                </a:cubicBezTo>
                <a:cubicBezTo>
                  <a:pt x="601" y="353"/>
                  <a:pt x="537" y="417"/>
                  <a:pt x="460" y="417"/>
                </a:cubicBezTo>
                <a:close/>
                <a:moveTo>
                  <a:pt x="219" y="367"/>
                </a:moveTo>
                <a:lnTo>
                  <a:pt x="219" y="367"/>
                </a:lnTo>
                <a:cubicBezTo>
                  <a:pt x="226" y="367"/>
                  <a:pt x="233" y="375"/>
                  <a:pt x="241" y="382"/>
                </a:cubicBezTo>
                <a:cubicBezTo>
                  <a:pt x="276" y="417"/>
                  <a:pt x="276" y="417"/>
                  <a:pt x="276" y="417"/>
                </a:cubicBezTo>
                <a:cubicBezTo>
                  <a:pt x="276" y="276"/>
                  <a:pt x="276" y="276"/>
                  <a:pt x="276" y="276"/>
                </a:cubicBezTo>
                <a:cubicBezTo>
                  <a:pt x="276" y="262"/>
                  <a:pt x="283" y="247"/>
                  <a:pt x="304" y="247"/>
                </a:cubicBezTo>
                <a:cubicBezTo>
                  <a:pt x="318" y="247"/>
                  <a:pt x="333" y="262"/>
                  <a:pt x="333" y="276"/>
                </a:cubicBezTo>
                <a:cubicBezTo>
                  <a:pt x="333" y="417"/>
                  <a:pt x="333" y="417"/>
                  <a:pt x="333" y="417"/>
                </a:cubicBezTo>
                <a:cubicBezTo>
                  <a:pt x="368" y="382"/>
                  <a:pt x="368" y="382"/>
                  <a:pt x="368" y="382"/>
                </a:cubicBezTo>
                <a:cubicBezTo>
                  <a:pt x="368" y="375"/>
                  <a:pt x="375" y="367"/>
                  <a:pt x="389" y="367"/>
                </a:cubicBezTo>
                <a:cubicBezTo>
                  <a:pt x="403" y="367"/>
                  <a:pt x="417" y="382"/>
                  <a:pt x="417" y="396"/>
                </a:cubicBezTo>
                <a:cubicBezTo>
                  <a:pt x="417" y="403"/>
                  <a:pt x="410" y="410"/>
                  <a:pt x="410" y="417"/>
                </a:cubicBezTo>
                <a:cubicBezTo>
                  <a:pt x="325" y="509"/>
                  <a:pt x="325" y="509"/>
                  <a:pt x="325" y="509"/>
                </a:cubicBezTo>
                <a:cubicBezTo>
                  <a:pt x="318" y="516"/>
                  <a:pt x="311" y="523"/>
                  <a:pt x="304" y="523"/>
                </a:cubicBezTo>
                <a:cubicBezTo>
                  <a:pt x="290" y="523"/>
                  <a:pt x="283" y="516"/>
                  <a:pt x="283" y="509"/>
                </a:cubicBezTo>
                <a:cubicBezTo>
                  <a:pt x="198" y="417"/>
                  <a:pt x="198" y="417"/>
                  <a:pt x="198" y="417"/>
                </a:cubicBezTo>
                <a:cubicBezTo>
                  <a:pt x="191" y="410"/>
                  <a:pt x="191" y="403"/>
                  <a:pt x="191" y="396"/>
                </a:cubicBezTo>
                <a:cubicBezTo>
                  <a:pt x="191" y="382"/>
                  <a:pt x="198" y="367"/>
                  <a:pt x="219" y="36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69" name="Freeform 130">
            <a:extLst>
              <a:ext uri="{FF2B5EF4-FFF2-40B4-BE49-F238E27FC236}">
                <a16:creationId xmlns:a16="http://schemas.microsoft.com/office/drawing/2014/main" id="{34827E70-84FA-E695-14C6-47F6BA1E03DE}"/>
              </a:ext>
            </a:extLst>
          </p:cNvPr>
          <p:cNvSpPr>
            <a:spLocks noChangeArrowheads="1"/>
          </p:cNvSpPr>
          <p:nvPr/>
        </p:nvSpPr>
        <p:spPr bwMode="auto">
          <a:xfrm>
            <a:off x="2458413" y="804815"/>
            <a:ext cx="549657" cy="449354"/>
          </a:xfrm>
          <a:custGeom>
            <a:avLst/>
            <a:gdLst>
              <a:gd name="T0" fmla="*/ 2147483646 w 602"/>
              <a:gd name="T1" fmla="*/ 2147483646 h 496"/>
              <a:gd name="T2" fmla="*/ 2147483646 w 602"/>
              <a:gd name="T3" fmla="*/ 2147483646 h 496"/>
              <a:gd name="T4" fmla="*/ 2147483646 w 602"/>
              <a:gd name="T5" fmla="*/ 2147483646 h 496"/>
              <a:gd name="T6" fmla="*/ 2147483646 w 602"/>
              <a:gd name="T7" fmla="*/ 2147483646 h 496"/>
              <a:gd name="T8" fmla="*/ 2147483646 w 602"/>
              <a:gd name="T9" fmla="*/ 2147483646 h 496"/>
              <a:gd name="T10" fmla="*/ 2147483646 w 602"/>
              <a:gd name="T11" fmla="*/ 2147483646 h 496"/>
              <a:gd name="T12" fmla="*/ 2147483646 w 602"/>
              <a:gd name="T13" fmla="*/ 2147483646 h 496"/>
              <a:gd name="T14" fmla="*/ 2147483646 w 602"/>
              <a:gd name="T15" fmla="*/ 2147483646 h 496"/>
              <a:gd name="T16" fmla="*/ 2147483646 w 602"/>
              <a:gd name="T17" fmla="*/ 2147483646 h 496"/>
              <a:gd name="T18" fmla="*/ 2147483646 w 602"/>
              <a:gd name="T19" fmla="*/ 2147483646 h 496"/>
              <a:gd name="T20" fmla="*/ 2147483646 w 602"/>
              <a:gd name="T21" fmla="*/ 2147483646 h 496"/>
              <a:gd name="T22" fmla="*/ 2147483646 w 602"/>
              <a:gd name="T23" fmla="*/ 2147483646 h 496"/>
              <a:gd name="T24" fmla="*/ 2147483646 w 602"/>
              <a:gd name="T25" fmla="*/ 2147483646 h 496"/>
              <a:gd name="T26" fmla="*/ 2147483646 w 602"/>
              <a:gd name="T27" fmla="*/ 2147483646 h 496"/>
              <a:gd name="T28" fmla="*/ 2147483646 w 602"/>
              <a:gd name="T29" fmla="*/ 2147483646 h 496"/>
              <a:gd name="T30" fmla="*/ 2147483646 w 602"/>
              <a:gd name="T31" fmla="*/ 2147483646 h 496"/>
              <a:gd name="T32" fmla="*/ 2147483646 w 602"/>
              <a:gd name="T33" fmla="*/ 2147483646 h 496"/>
              <a:gd name="T34" fmla="*/ 2147483646 w 602"/>
              <a:gd name="T35" fmla="*/ 2147483646 h 496"/>
              <a:gd name="T36" fmla="*/ 2147483646 w 602"/>
              <a:gd name="T37" fmla="*/ 2147483646 h 496"/>
              <a:gd name="T38" fmla="*/ 2147483646 w 602"/>
              <a:gd name="T39" fmla="*/ 2147483646 h 496"/>
              <a:gd name="T40" fmla="*/ 2147483646 w 602"/>
              <a:gd name="T41" fmla="*/ 2147483646 h 496"/>
              <a:gd name="T42" fmla="*/ 2147483646 w 602"/>
              <a:gd name="T43" fmla="*/ 2147483646 h 496"/>
              <a:gd name="T44" fmla="*/ 2147483646 w 602"/>
              <a:gd name="T45" fmla="*/ 2147483646 h 496"/>
              <a:gd name="T46" fmla="*/ 2147483646 w 602"/>
              <a:gd name="T47" fmla="*/ 2147483646 h 496"/>
              <a:gd name="T48" fmla="*/ 2147483646 w 602"/>
              <a:gd name="T49" fmla="*/ 2147483646 h 496"/>
              <a:gd name="T50" fmla="*/ 2147483646 w 602"/>
              <a:gd name="T51" fmla="*/ 2147483646 h 496"/>
              <a:gd name="T52" fmla="*/ 2147483646 w 602"/>
              <a:gd name="T53" fmla="*/ 2147483646 h 496"/>
              <a:gd name="T54" fmla="*/ 2147483646 w 602"/>
              <a:gd name="T55" fmla="*/ 2147483646 h 496"/>
              <a:gd name="T56" fmla="*/ 2147483646 w 602"/>
              <a:gd name="T57" fmla="*/ 2147483646 h 496"/>
              <a:gd name="T58" fmla="*/ 2147483646 w 602"/>
              <a:gd name="T59" fmla="*/ 2147483646 h 496"/>
              <a:gd name="T60" fmla="*/ 2147483646 w 602"/>
              <a:gd name="T61" fmla="*/ 2147483646 h 496"/>
              <a:gd name="T62" fmla="*/ 2147483646 w 602"/>
              <a:gd name="T63" fmla="*/ 2147483646 h 496"/>
              <a:gd name="T64" fmla="*/ 2147483646 w 602"/>
              <a:gd name="T65" fmla="*/ 2147483646 h 496"/>
              <a:gd name="T66" fmla="*/ 2147483646 w 602"/>
              <a:gd name="T67" fmla="*/ 2147483646 h 496"/>
              <a:gd name="T68" fmla="*/ 2147483646 w 602"/>
              <a:gd name="T69" fmla="*/ 2147483646 h 496"/>
              <a:gd name="T70" fmla="*/ 2147483646 w 602"/>
              <a:gd name="T71" fmla="*/ 2147483646 h 496"/>
              <a:gd name="T72" fmla="*/ 2147483646 w 602"/>
              <a:gd name="T73" fmla="*/ 2147483646 h 496"/>
              <a:gd name="T74" fmla="*/ 2147483646 w 602"/>
              <a:gd name="T75" fmla="*/ 2147483646 h 496"/>
              <a:gd name="T76" fmla="*/ 2147483646 w 602"/>
              <a:gd name="T77" fmla="*/ 2147483646 h 496"/>
              <a:gd name="T78" fmla="*/ 2147483646 w 602"/>
              <a:gd name="T79" fmla="*/ 2147483646 h 496"/>
              <a:gd name="T80" fmla="*/ 2147483646 w 602"/>
              <a:gd name="T81" fmla="*/ 2147483646 h 496"/>
              <a:gd name="T82" fmla="*/ 2147483646 w 602"/>
              <a:gd name="T83" fmla="*/ 2147483646 h 496"/>
              <a:gd name="T84" fmla="*/ 2147483646 w 602"/>
              <a:gd name="T85" fmla="*/ 2147483646 h 496"/>
              <a:gd name="T86" fmla="*/ 2147483646 w 602"/>
              <a:gd name="T87" fmla="*/ 2147483646 h 496"/>
              <a:gd name="T88" fmla="*/ 2147483646 w 602"/>
              <a:gd name="T89" fmla="*/ 2147483646 h 496"/>
              <a:gd name="T90" fmla="*/ 2147483646 w 602"/>
              <a:gd name="T91" fmla="*/ 2147483646 h 49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02" h="496">
                <a:moveTo>
                  <a:pt x="460" y="417"/>
                </a:moveTo>
                <a:lnTo>
                  <a:pt x="460" y="417"/>
                </a:lnTo>
                <a:cubicBezTo>
                  <a:pt x="446" y="417"/>
                  <a:pt x="431" y="403"/>
                  <a:pt x="431" y="389"/>
                </a:cubicBezTo>
                <a:cubicBezTo>
                  <a:pt x="431" y="375"/>
                  <a:pt x="446" y="360"/>
                  <a:pt x="460" y="360"/>
                </a:cubicBezTo>
                <a:cubicBezTo>
                  <a:pt x="509" y="360"/>
                  <a:pt x="544" y="325"/>
                  <a:pt x="544" y="276"/>
                </a:cubicBezTo>
                <a:cubicBezTo>
                  <a:pt x="544" y="247"/>
                  <a:pt x="530" y="226"/>
                  <a:pt x="516" y="212"/>
                </a:cubicBezTo>
                <a:cubicBezTo>
                  <a:pt x="516" y="212"/>
                  <a:pt x="509" y="212"/>
                  <a:pt x="509" y="205"/>
                </a:cubicBezTo>
                <a:cubicBezTo>
                  <a:pt x="509" y="205"/>
                  <a:pt x="509" y="205"/>
                  <a:pt x="502" y="205"/>
                </a:cubicBezTo>
                <a:cubicBezTo>
                  <a:pt x="502" y="205"/>
                  <a:pt x="502" y="198"/>
                  <a:pt x="495" y="198"/>
                </a:cubicBezTo>
                <a:cubicBezTo>
                  <a:pt x="495" y="198"/>
                  <a:pt x="495" y="198"/>
                  <a:pt x="488" y="198"/>
                </a:cubicBezTo>
                <a:cubicBezTo>
                  <a:pt x="488" y="198"/>
                  <a:pt x="488" y="198"/>
                  <a:pt x="481" y="191"/>
                </a:cubicBezTo>
                <a:cubicBezTo>
                  <a:pt x="481" y="191"/>
                  <a:pt x="481" y="191"/>
                  <a:pt x="474" y="191"/>
                </a:cubicBezTo>
                <a:cubicBezTo>
                  <a:pt x="467" y="191"/>
                  <a:pt x="467" y="191"/>
                  <a:pt x="467" y="191"/>
                </a:cubicBezTo>
                <a:lnTo>
                  <a:pt x="460" y="191"/>
                </a:lnTo>
                <a:cubicBezTo>
                  <a:pt x="460" y="184"/>
                  <a:pt x="453" y="184"/>
                  <a:pt x="453" y="177"/>
                </a:cubicBezTo>
                <a:cubicBezTo>
                  <a:pt x="453" y="169"/>
                  <a:pt x="453" y="169"/>
                  <a:pt x="453" y="162"/>
                </a:cubicBezTo>
                <a:cubicBezTo>
                  <a:pt x="446" y="162"/>
                  <a:pt x="446" y="162"/>
                  <a:pt x="446" y="162"/>
                </a:cubicBezTo>
                <a:cubicBezTo>
                  <a:pt x="446" y="155"/>
                  <a:pt x="446" y="155"/>
                  <a:pt x="446" y="148"/>
                </a:cubicBezTo>
                <a:cubicBezTo>
                  <a:pt x="438" y="141"/>
                  <a:pt x="438" y="141"/>
                  <a:pt x="438" y="134"/>
                </a:cubicBezTo>
                <a:cubicBezTo>
                  <a:pt x="410" y="92"/>
                  <a:pt x="361" y="56"/>
                  <a:pt x="297" y="56"/>
                </a:cubicBezTo>
                <a:cubicBezTo>
                  <a:pt x="240" y="56"/>
                  <a:pt x="191" y="92"/>
                  <a:pt x="163" y="134"/>
                </a:cubicBezTo>
                <a:cubicBezTo>
                  <a:pt x="163" y="141"/>
                  <a:pt x="156" y="141"/>
                  <a:pt x="156" y="148"/>
                </a:cubicBezTo>
                <a:cubicBezTo>
                  <a:pt x="156" y="155"/>
                  <a:pt x="156" y="155"/>
                  <a:pt x="149" y="162"/>
                </a:cubicBezTo>
                <a:cubicBezTo>
                  <a:pt x="149" y="169"/>
                  <a:pt x="149" y="169"/>
                  <a:pt x="149" y="177"/>
                </a:cubicBezTo>
                <a:cubicBezTo>
                  <a:pt x="149" y="177"/>
                  <a:pt x="149" y="177"/>
                  <a:pt x="142" y="177"/>
                </a:cubicBezTo>
                <a:cubicBezTo>
                  <a:pt x="142" y="184"/>
                  <a:pt x="142" y="184"/>
                  <a:pt x="142" y="191"/>
                </a:cubicBezTo>
                <a:cubicBezTo>
                  <a:pt x="135" y="191"/>
                  <a:pt x="135" y="191"/>
                  <a:pt x="127" y="191"/>
                </a:cubicBezTo>
                <a:cubicBezTo>
                  <a:pt x="127" y="191"/>
                  <a:pt x="127" y="191"/>
                  <a:pt x="120" y="191"/>
                </a:cubicBezTo>
                <a:lnTo>
                  <a:pt x="113" y="191"/>
                </a:lnTo>
                <a:cubicBezTo>
                  <a:pt x="113" y="198"/>
                  <a:pt x="113" y="198"/>
                  <a:pt x="113" y="198"/>
                </a:cubicBezTo>
                <a:cubicBezTo>
                  <a:pt x="106" y="198"/>
                  <a:pt x="106" y="198"/>
                  <a:pt x="106" y="198"/>
                </a:cubicBezTo>
                <a:cubicBezTo>
                  <a:pt x="99" y="198"/>
                  <a:pt x="99" y="198"/>
                  <a:pt x="99" y="198"/>
                </a:cubicBezTo>
                <a:cubicBezTo>
                  <a:pt x="99" y="198"/>
                  <a:pt x="99" y="205"/>
                  <a:pt x="92" y="205"/>
                </a:cubicBezTo>
                <a:cubicBezTo>
                  <a:pt x="85" y="212"/>
                  <a:pt x="85" y="212"/>
                  <a:pt x="85" y="212"/>
                </a:cubicBezTo>
                <a:cubicBezTo>
                  <a:pt x="64" y="226"/>
                  <a:pt x="57" y="247"/>
                  <a:pt x="57" y="276"/>
                </a:cubicBezTo>
                <a:cubicBezTo>
                  <a:pt x="57" y="325"/>
                  <a:pt x="92" y="360"/>
                  <a:pt x="142" y="360"/>
                </a:cubicBezTo>
                <a:cubicBezTo>
                  <a:pt x="156" y="360"/>
                  <a:pt x="170" y="375"/>
                  <a:pt x="170" y="389"/>
                </a:cubicBezTo>
                <a:cubicBezTo>
                  <a:pt x="170" y="403"/>
                  <a:pt x="156" y="417"/>
                  <a:pt x="142" y="417"/>
                </a:cubicBezTo>
                <a:cubicBezTo>
                  <a:pt x="64" y="417"/>
                  <a:pt x="0" y="353"/>
                  <a:pt x="0" y="276"/>
                </a:cubicBezTo>
                <a:cubicBezTo>
                  <a:pt x="0" y="212"/>
                  <a:pt x="43" y="155"/>
                  <a:pt x="99" y="141"/>
                </a:cubicBezTo>
                <a:cubicBezTo>
                  <a:pt x="127" y="56"/>
                  <a:pt x="205" y="0"/>
                  <a:pt x="297" y="0"/>
                </a:cubicBezTo>
                <a:cubicBezTo>
                  <a:pt x="389" y="0"/>
                  <a:pt x="467" y="56"/>
                  <a:pt x="502" y="141"/>
                </a:cubicBezTo>
                <a:cubicBezTo>
                  <a:pt x="559" y="155"/>
                  <a:pt x="601" y="212"/>
                  <a:pt x="601" y="276"/>
                </a:cubicBezTo>
                <a:cubicBezTo>
                  <a:pt x="601" y="353"/>
                  <a:pt x="537" y="417"/>
                  <a:pt x="460" y="417"/>
                </a:cubicBezTo>
                <a:close/>
                <a:moveTo>
                  <a:pt x="226" y="283"/>
                </a:moveTo>
                <a:lnTo>
                  <a:pt x="226" y="283"/>
                </a:lnTo>
                <a:cubicBezTo>
                  <a:pt x="233" y="283"/>
                  <a:pt x="240" y="290"/>
                  <a:pt x="240" y="297"/>
                </a:cubicBezTo>
                <a:cubicBezTo>
                  <a:pt x="297" y="346"/>
                  <a:pt x="297" y="346"/>
                  <a:pt x="297" y="346"/>
                </a:cubicBezTo>
                <a:cubicBezTo>
                  <a:pt x="354" y="297"/>
                  <a:pt x="354" y="297"/>
                  <a:pt x="354" y="297"/>
                </a:cubicBezTo>
                <a:cubicBezTo>
                  <a:pt x="361" y="290"/>
                  <a:pt x="368" y="283"/>
                  <a:pt x="375" y="283"/>
                </a:cubicBezTo>
                <a:cubicBezTo>
                  <a:pt x="389" y="283"/>
                  <a:pt x="403" y="297"/>
                  <a:pt x="403" y="311"/>
                </a:cubicBezTo>
                <a:cubicBezTo>
                  <a:pt x="403" y="318"/>
                  <a:pt x="403" y="325"/>
                  <a:pt x="396" y="332"/>
                </a:cubicBezTo>
                <a:cubicBezTo>
                  <a:pt x="340" y="389"/>
                  <a:pt x="340" y="389"/>
                  <a:pt x="340" y="389"/>
                </a:cubicBezTo>
                <a:cubicBezTo>
                  <a:pt x="396" y="445"/>
                  <a:pt x="396" y="445"/>
                  <a:pt x="396" y="445"/>
                </a:cubicBezTo>
                <a:cubicBezTo>
                  <a:pt x="403" y="452"/>
                  <a:pt x="403" y="459"/>
                  <a:pt x="403" y="466"/>
                </a:cubicBezTo>
                <a:cubicBezTo>
                  <a:pt x="403" y="480"/>
                  <a:pt x="389" y="495"/>
                  <a:pt x="375" y="495"/>
                </a:cubicBezTo>
                <a:cubicBezTo>
                  <a:pt x="368" y="495"/>
                  <a:pt x="361" y="488"/>
                  <a:pt x="354" y="480"/>
                </a:cubicBezTo>
                <a:cubicBezTo>
                  <a:pt x="297" y="431"/>
                  <a:pt x="297" y="431"/>
                  <a:pt x="297" y="431"/>
                </a:cubicBezTo>
                <a:cubicBezTo>
                  <a:pt x="240" y="480"/>
                  <a:pt x="240" y="480"/>
                  <a:pt x="240" y="480"/>
                </a:cubicBezTo>
                <a:cubicBezTo>
                  <a:pt x="240" y="488"/>
                  <a:pt x="233" y="495"/>
                  <a:pt x="226" y="495"/>
                </a:cubicBezTo>
                <a:cubicBezTo>
                  <a:pt x="205" y="495"/>
                  <a:pt x="198" y="480"/>
                  <a:pt x="198" y="466"/>
                </a:cubicBezTo>
                <a:cubicBezTo>
                  <a:pt x="198" y="459"/>
                  <a:pt x="198" y="452"/>
                  <a:pt x="205" y="445"/>
                </a:cubicBezTo>
                <a:cubicBezTo>
                  <a:pt x="262" y="389"/>
                  <a:pt x="262" y="389"/>
                  <a:pt x="262" y="389"/>
                </a:cubicBezTo>
                <a:cubicBezTo>
                  <a:pt x="205" y="332"/>
                  <a:pt x="205" y="332"/>
                  <a:pt x="205" y="332"/>
                </a:cubicBezTo>
                <a:cubicBezTo>
                  <a:pt x="198" y="325"/>
                  <a:pt x="198" y="318"/>
                  <a:pt x="198" y="311"/>
                </a:cubicBezTo>
                <a:cubicBezTo>
                  <a:pt x="198" y="297"/>
                  <a:pt x="205" y="283"/>
                  <a:pt x="226" y="28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70" name="Freeform 131">
            <a:extLst>
              <a:ext uri="{FF2B5EF4-FFF2-40B4-BE49-F238E27FC236}">
                <a16:creationId xmlns:a16="http://schemas.microsoft.com/office/drawing/2014/main" id="{CE45B899-0653-7D20-3F56-8F4032D7D926}"/>
              </a:ext>
            </a:extLst>
          </p:cNvPr>
          <p:cNvSpPr>
            <a:spLocks noChangeArrowheads="1"/>
          </p:cNvSpPr>
          <p:nvPr/>
        </p:nvSpPr>
        <p:spPr bwMode="auto">
          <a:xfrm>
            <a:off x="1495512" y="804815"/>
            <a:ext cx="553668" cy="449354"/>
          </a:xfrm>
          <a:custGeom>
            <a:avLst/>
            <a:gdLst>
              <a:gd name="T0" fmla="*/ 2147483646 w 609"/>
              <a:gd name="T1" fmla="*/ 2147483646 h 496"/>
              <a:gd name="T2" fmla="*/ 2147483646 w 609"/>
              <a:gd name="T3" fmla="*/ 2147483646 h 496"/>
              <a:gd name="T4" fmla="*/ 2147483646 w 609"/>
              <a:gd name="T5" fmla="*/ 2147483646 h 496"/>
              <a:gd name="T6" fmla="*/ 2147483646 w 609"/>
              <a:gd name="T7" fmla="*/ 2147483646 h 496"/>
              <a:gd name="T8" fmla="*/ 2147483646 w 609"/>
              <a:gd name="T9" fmla="*/ 2147483646 h 496"/>
              <a:gd name="T10" fmla="*/ 2147483646 w 609"/>
              <a:gd name="T11" fmla="*/ 2147483646 h 496"/>
              <a:gd name="T12" fmla="*/ 2147483646 w 609"/>
              <a:gd name="T13" fmla="*/ 2147483646 h 496"/>
              <a:gd name="T14" fmla="*/ 2147483646 w 609"/>
              <a:gd name="T15" fmla="*/ 2147483646 h 496"/>
              <a:gd name="T16" fmla="*/ 2147483646 w 609"/>
              <a:gd name="T17" fmla="*/ 2147483646 h 496"/>
              <a:gd name="T18" fmla="*/ 2147483646 w 609"/>
              <a:gd name="T19" fmla="*/ 2147483646 h 496"/>
              <a:gd name="T20" fmla="*/ 2147483646 w 609"/>
              <a:gd name="T21" fmla="*/ 2147483646 h 496"/>
              <a:gd name="T22" fmla="*/ 2147483646 w 609"/>
              <a:gd name="T23" fmla="*/ 2147483646 h 496"/>
              <a:gd name="T24" fmla="*/ 2147483646 w 609"/>
              <a:gd name="T25" fmla="*/ 2147483646 h 496"/>
              <a:gd name="T26" fmla="*/ 2147483646 w 609"/>
              <a:gd name="T27" fmla="*/ 2147483646 h 496"/>
              <a:gd name="T28" fmla="*/ 2147483646 w 609"/>
              <a:gd name="T29" fmla="*/ 2147483646 h 496"/>
              <a:gd name="T30" fmla="*/ 2147483646 w 609"/>
              <a:gd name="T31" fmla="*/ 2147483646 h 496"/>
              <a:gd name="T32" fmla="*/ 2147483646 w 609"/>
              <a:gd name="T33" fmla="*/ 2147483646 h 496"/>
              <a:gd name="T34" fmla="*/ 2147483646 w 609"/>
              <a:gd name="T35" fmla="*/ 2147483646 h 496"/>
              <a:gd name="T36" fmla="*/ 2147483646 w 609"/>
              <a:gd name="T37" fmla="*/ 2147483646 h 496"/>
              <a:gd name="T38" fmla="*/ 2147483646 w 609"/>
              <a:gd name="T39" fmla="*/ 2147483646 h 496"/>
              <a:gd name="T40" fmla="*/ 2147483646 w 609"/>
              <a:gd name="T41" fmla="*/ 2147483646 h 496"/>
              <a:gd name="T42" fmla="*/ 2147483646 w 609"/>
              <a:gd name="T43" fmla="*/ 2147483646 h 496"/>
              <a:gd name="T44" fmla="*/ 2147483646 w 609"/>
              <a:gd name="T45" fmla="*/ 2147483646 h 496"/>
              <a:gd name="T46" fmla="*/ 2147483646 w 609"/>
              <a:gd name="T47" fmla="*/ 2147483646 h 496"/>
              <a:gd name="T48" fmla="*/ 2147483646 w 609"/>
              <a:gd name="T49" fmla="*/ 2147483646 h 496"/>
              <a:gd name="T50" fmla="*/ 2147483646 w 609"/>
              <a:gd name="T51" fmla="*/ 2147483646 h 496"/>
              <a:gd name="T52" fmla="*/ 2147483646 w 609"/>
              <a:gd name="T53" fmla="*/ 2147483646 h 496"/>
              <a:gd name="T54" fmla="*/ 2147483646 w 609"/>
              <a:gd name="T55" fmla="*/ 2147483646 h 496"/>
              <a:gd name="T56" fmla="*/ 2147483646 w 609"/>
              <a:gd name="T57" fmla="*/ 2147483646 h 496"/>
              <a:gd name="T58" fmla="*/ 2147483646 w 609"/>
              <a:gd name="T59" fmla="*/ 2147483646 h 496"/>
              <a:gd name="T60" fmla="*/ 2147483646 w 609"/>
              <a:gd name="T61" fmla="*/ 2147483646 h 496"/>
              <a:gd name="T62" fmla="*/ 2147483646 w 609"/>
              <a:gd name="T63" fmla="*/ 2147483646 h 496"/>
              <a:gd name="T64" fmla="*/ 2147483646 w 609"/>
              <a:gd name="T65" fmla="*/ 2147483646 h 496"/>
              <a:gd name="T66" fmla="*/ 2147483646 w 609"/>
              <a:gd name="T67" fmla="*/ 2147483646 h 496"/>
              <a:gd name="T68" fmla="*/ 2147483646 w 609"/>
              <a:gd name="T69" fmla="*/ 2147483646 h 496"/>
              <a:gd name="T70" fmla="*/ 2147483646 w 609"/>
              <a:gd name="T71" fmla="*/ 2147483646 h 496"/>
              <a:gd name="T72" fmla="*/ 2147483646 w 609"/>
              <a:gd name="T73" fmla="*/ 2147483646 h 496"/>
              <a:gd name="T74" fmla="*/ 2147483646 w 609"/>
              <a:gd name="T75" fmla="*/ 2147483646 h 496"/>
              <a:gd name="T76" fmla="*/ 2147483646 w 609"/>
              <a:gd name="T77" fmla="*/ 2147483646 h 49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09" h="496">
                <a:moveTo>
                  <a:pt x="467" y="417"/>
                </a:moveTo>
                <a:lnTo>
                  <a:pt x="467" y="417"/>
                </a:lnTo>
                <a:cubicBezTo>
                  <a:pt x="445" y="417"/>
                  <a:pt x="438" y="403"/>
                  <a:pt x="438" y="389"/>
                </a:cubicBezTo>
                <a:cubicBezTo>
                  <a:pt x="438" y="375"/>
                  <a:pt x="445" y="360"/>
                  <a:pt x="467" y="360"/>
                </a:cubicBezTo>
                <a:cubicBezTo>
                  <a:pt x="509" y="360"/>
                  <a:pt x="551" y="325"/>
                  <a:pt x="551" y="276"/>
                </a:cubicBezTo>
                <a:cubicBezTo>
                  <a:pt x="551" y="247"/>
                  <a:pt x="537" y="226"/>
                  <a:pt x="523" y="212"/>
                </a:cubicBezTo>
                <a:cubicBezTo>
                  <a:pt x="516" y="212"/>
                  <a:pt x="516" y="212"/>
                  <a:pt x="516" y="205"/>
                </a:cubicBezTo>
                <a:lnTo>
                  <a:pt x="509" y="205"/>
                </a:lnTo>
                <a:lnTo>
                  <a:pt x="502" y="198"/>
                </a:lnTo>
                <a:lnTo>
                  <a:pt x="495" y="198"/>
                </a:lnTo>
                <a:cubicBezTo>
                  <a:pt x="495" y="198"/>
                  <a:pt x="488" y="198"/>
                  <a:pt x="488" y="191"/>
                </a:cubicBezTo>
                <a:cubicBezTo>
                  <a:pt x="481" y="191"/>
                  <a:pt x="481" y="191"/>
                  <a:pt x="481" y="191"/>
                </a:cubicBezTo>
                <a:cubicBezTo>
                  <a:pt x="481" y="191"/>
                  <a:pt x="481" y="191"/>
                  <a:pt x="474" y="191"/>
                </a:cubicBezTo>
                <a:cubicBezTo>
                  <a:pt x="467" y="191"/>
                  <a:pt x="467" y="191"/>
                  <a:pt x="467" y="191"/>
                </a:cubicBezTo>
                <a:lnTo>
                  <a:pt x="459" y="191"/>
                </a:lnTo>
                <a:cubicBezTo>
                  <a:pt x="459" y="184"/>
                  <a:pt x="459" y="184"/>
                  <a:pt x="459" y="177"/>
                </a:cubicBezTo>
                <a:cubicBezTo>
                  <a:pt x="459" y="169"/>
                  <a:pt x="452" y="169"/>
                  <a:pt x="452" y="162"/>
                </a:cubicBezTo>
                <a:cubicBezTo>
                  <a:pt x="452" y="155"/>
                  <a:pt x="452" y="155"/>
                  <a:pt x="445" y="148"/>
                </a:cubicBezTo>
                <a:cubicBezTo>
                  <a:pt x="445" y="141"/>
                  <a:pt x="445" y="141"/>
                  <a:pt x="438" y="134"/>
                </a:cubicBezTo>
                <a:cubicBezTo>
                  <a:pt x="410" y="92"/>
                  <a:pt x="361" y="56"/>
                  <a:pt x="304" y="56"/>
                </a:cubicBezTo>
                <a:cubicBezTo>
                  <a:pt x="247" y="56"/>
                  <a:pt x="198" y="92"/>
                  <a:pt x="170" y="134"/>
                </a:cubicBezTo>
                <a:cubicBezTo>
                  <a:pt x="163" y="141"/>
                  <a:pt x="163" y="141"/>
                  <a:pt x="163" y="148"/>
                </a:cubicBezTo>
                <a:cubicBezTo>
                  <a:pt x="156" y="155"/>
                  <a:pt x="156" y="155"/>
                  <a:pt x="156" y="162"/>
                </a:cubicBezTo>
                <a:cubicBezTo>
                  <a:pt x="156" y="169"/>
                  <a:pt x="149" y="169"/>
                  <a:pt x="149" y="177"/>
                </a:cubicBezTo>
                <a:cubicBezTo>
                  <a:pt x="149" y="184"/>
                  <a:pt x="149" y="184"/>
                  <a:pt x="149" y="191"/>
                </a:cubicBezTo>
                <a:lnTo>
                  <a:pt x="141" y="191"/>
                </a:lnTo>
                <a:cubicBezTo>
                  <a:pt x="141" y="191"/>
                  <a:pt x="141" y="191"/>
                  <a:pt x="134" y="191"/>
                </a:cubicBezTo>
                <a:cubicBezTo>
                  <a:pt x="127" y="191"/>
                  <a:pt x="127" y="191"/>
                  <a:pt x="127" y="191"/>
                </a:cubicBezTo>
                <a:cubicBezTo>
                  <a:pt x="127" y="191"/>
                  <a:pt x="127" y="191"/>
                  <a:pt x="120" y="191"/>
                </a:cubicBezTo>
                <a:cubicBezTo>
                  <a:pt x="120" y="198"/>
                  <a:pt x="113" y="198"/>
                  <a:pt x="113" y="198"/>
                </a:cubicBezTo>
                <a:lnTo>
                  <a:pt x="106" y="198"/>
                </a:lnTo>
                <a:lnTo>
                  <a:pt x="99" y="205"/>
                </a:lnTo>
                <a:lnTo>
                  <a:pt x="92" y="205"/>
                </a:lnTo>
                <a:cubicBezTo>
                  <a:pt x="92" y="212"/>
                  <a:pt x="92" y="212"/>
                  <a:pt x="85" y="212"/>
                </a:cubicBezTo>
                <a:cubicBezTo>
                  <a:pt x="71" y="226"/>
                  <a:pt x="57" y="247"/>
                  <a:pt x="57" y="276"/>
                </a:cubicBezTo>
                <a:cubicBezTo>
                  <a:pt x="57" y="325"/>
                  <a:pt x="99" y="360"/>
                  <a:pt x="141" y="360"/>
                </a:cubicBezTo>
                <a:cubicBezTo>
                  <a:pt x="163" y="360"/>
                  <a:pt x="170" y="375"/>
                  <a:pt x="170" y="389"/>
                </a:cubicBezTo>
                <a:cubicBezTo>
                  <a:pt x="170" y="403"/>
                  <a:pt x="163" y="417"/>
                  <a:pt x="141" y="417"/>
                </a:cubicBezTo>
                <a:cubicBezTo>
                  <a:pt x="64" y="417"/>
                  <a:pt x="0" y="353"/>
                  <a:pt x="0" y="276"/>
                </a:cubicBezTo>
                <a:cubicBezTo>
                  <a:pt x="0" y="212"/>
                  <a:pt x="43" y="155"/>
                  <a:pt x="99" y="141"/>
                </a:cubicBezTo>
                <a:cubicBezTo>
                  <a:pt x="134" y="56"/>
                  <a:pt x="212" y="0"/>
                  <a:pt x="304" y="0"/>
                </a:cubicBezTo>
                <a:cubicBezTo>
                  <a:pt x="396" y="0"/>
                  <a:pt x="474" y="56"/>
                  <a:pt x="509" y="141"/>
                </a:cubicBezTo>
                <a:cubicBezTo>
                  <a:pt x="565" y="155"/>
                  <a:pt x="608" y="212"/>
                  <a:pt x="608" y="276"/>
                </a:cubicBezTo>
                <a:cubicBezTo>
                  <a:pt x="608" y="353"/>
                  <a:pt x="544" y="417"/>
                  <a:pt x="467" y="417"/>
                </a:cubicBezTo>
                <a:close/>
                <a:moveTo>
                  <a:pt x="226" y="360"/>
                </a:moveTo>
                <a:lnTo>
                  <a:pt x="226" y="360"/>
                </a:lnTo>
                <a:cubicBezTo>
                  <a:pt x="233" y="360"/>
                  <a:pt x="240" y="360"/>
                  <a:pt x="247" y="367"/>
                </a:cubicBezTo>
                <a:cubicBezTo>
                  <a:pt x="297" y="417"/>
                  <a:pt x="297" y="417"/>
                  <a:pt x="297" y="417"/>
                </a:cubicBezTo>
                <a:cubicBezTo>
                  <a:pt x="382" y="297"/>
                  <a:pt x="382" y="297"/>
                  <a:pt x="382" y="297"/>
                </a:cubicBezTo>
                <a:cubicBezTo>
                  <a:pt x="389" y="290"/>
                  <a:pt x="396" y="283"/>
                  <a:pt x="410" y="283"/>
                </a:cubicBezTo>
                <a:cubicBezTo>
                  <a:pt x="424" y="283"/>
                  <a:pt x="438" y="297"/>
                  <a:pt x="438" y="311"/>
                </a:cubicBezTo>
                <a:cubicBezTo>
                  <a:pt x="438" y="318"/>
                  <a:pt x="431" y="325"/>
                  <a:pt x="431" y="332"/>
                </a:cubicBezTo>
                <a:cubicBezTo>
                  <a:pt x="325" y="480"/>
                  <a:pt x="325" y="480"/>
                  <a:pt x="325" y="480"/>
                </a:cubicBezTo>
                <a:cubicBezTo>
                  <a:pt x="325" y="488"/>
                  <a:pt x="311" y="495"/>
                  <a:pt x="304" y="495"/>
                </a:cubicBezTo>
                <a:cubicBezTo>
                  <a:pt x="297" y="495"/>
                  <a:pt x="290" y="488"/>
                  <a:pt x="283" y="480"/>
                </a:cubicBezTo>
                <a:cubicBezTo>
                  <a:pt x="212" y="410"/>
                  <a:pt x="212" y="410"/>
                  <a:pt x="212" y="410"/>
                </a:cubicBezTo>
                <a:cubicBezTo>
                  <a:pt x="205" y="403"/>
                  <a:pt x="198" y="396"/>
                  <a:pt x="198" y="389"/>
                </a:cubicBezTo>
                <a:cubicBezTo>
                  <a:pt x="198" y="375"/>
                  <a:pt x="212" y="360"/>
                  <a:pt x="226" y="36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571" name="Freeform 132">
            <a:extLst>
              <a:ext uri="{FF2B5EF4-FFF2-40B4-BE49-F238E27FC236}">
                <a16:creationId xmlns:a16="http://schemas.microsoft.com/office/drawing/2014/main" id="{2BC93AAB-2A69-AFC4-A197-4BDABAE01635}"/>
              </a:ext>
            </a:extLst>
          </p:cNvPr>
          <p:cNvSpPr>
            <a:spLocks noChangeArrowheads="1"/>
          </p:cNvSpPr>
          <p:nvPr/>
        </p:nvSpPr>
        <p:spPr bwMode="auto">
          <a:xfrm>
            <a:off x="536624" y="804815"/>
            <a:ext cx="549655" cy="381147"/>
          </a:xfrm>
          <a:custGeom>
            <a:avLst/>
            <a:gdLst>
              <a:gd name="T0" fmla="*/ 2147483646 w 602"/>
              <a:gd name="T1" fmla="*/ 2147483646 h 418"/>
              <a:gd name="T2" fmla="*/ 2147483646 w 602"/>
              <a:gd name="T3" fmla="*/ 2147483646 h 418"/>
              <a:gd name="T4" fmla="*/ 2147483646 w 602"/>
              <a:gd name="T5" fmla="*/ 2147483646 h 418"/>
              <a:gd name="T6" fmla="*/ 0 w 602"/>
              <a:gd name="T7" fmla="*/ 2147483646 h 418"/>
              <a:gd name="T8" fmla="*/ 2147483646 w 602"/>
              <a:gd name="T9" fmla="*/ 2147483646 h 418"/>
              <a:gd name="T10" fmla="*/ 2147483646 w 602"/>
              <a:gd name="T11" fmla="*/ 0 h 418"/>
              <a:gd name="T12" fmla="*/ 2147483646 w 602"/>
              <a:gd name="T13" fmla="*/ 2147483646 h 418"/>
              <a:gd name="T14" fmla="*/ 2147483646 w 602"/>
              <a:gd name="T15" fmla="*/ 2147483646 h 418"/>
              <a:gd name="T16" fmla="*/ 2147483646 w 602"/>
              <a:gd name="T17" fmla="*/ 2147483646 h 418"/>
              <a:gd name="T18" fmla="*/ 2147483646 w 602"/>
              <a:gd name="T19" fmla="*/ 2147483646 h 418"/>
              <a:gd name="T20" fmla="*/ 2147483646 w 602"/>
              <a:gd name="T21" fmla="*/ 2147483646 h 418"/>
              <a:gd name="T22" fmla="*/ 2147483646 w 602"/>
              <a:gd name="T23" fmla="*/ 2147483646 h 418"/>
              <a:gd name="T24" fmla="*/ 2147483646 w 602"/>
              <a:gd name="T25" fmla="*/ 2147483646 h 418"/>
              <a:gd name="T26" fmla="*/ 2147483646 w 602"/>
              <a:gd name="T27" fmla="*/ 2147483646 h 418"/>
              <a:gd name="T28" fmla="*/ 2147483646 w 602"/>
              <a:gd name="T29" fmla="*/ 2147483646 h 418"/>
              <a:gd name="T30" fmla="*/ 2147483646 w 602"/>
              <a:gd name="T31" fmla="*/ 2147483646 h 418"/>
              <a:gd name="T32" fmla="*/ 2147483646 w 602"/>
              <a:gd name="T33" fmla="*/ 2147483646 h 418"/>
              <a:gd name="T34" fmla="*/ 2147483646 w 602"/>
              <a:gd name="T35" fmla="*/ 2147483646 h 418"/>
              <a:gd name="T36" fmla="*/ 2147483646 w 602"/>
              <a:gd name="T37" fmla="*/ 2147483646 h 418"/>
              <a:gd name="T38" fmla="*/ 2147483646 w 602"/>
              <a:gd name="T39" fmla="*/ 2147483646 h 418"/>
              <a:gd name="T40" fmla="*/ 2147483646 w 602"/>
              <a:gd name="T41" fmla="*/ 2147483646 h 418"/>
              <a:gd name="T42" fmla="*/ 2147483646 w 602"/>
              <a:gd name="T43" fmla="*/ 2147483646 h 418"/>
              <a:gd name="T44" fmla="*/ 2147483646 w 602"/>
              <a:gd name="T45" fmla="*/ 2147483646 h 418"/>
              <a:gd name="T46" fmla="*/ 2147483646 w 602"/>
              <a:gd name="T47" fmla="*/ 2147483646 h 418"/>
              <a:gd name="T48" fmla="*/ 2147483646 w 602"/>
              <a:gd name="T49" fmla="*/ 2147483646 h 418"/>
              <a:gd name="T50" fmla="*/ 2147483646 w 602"/>
              <a:gd name="T51" fmla="*/ 2147483646 h 418"/>
              <a:gd name="T52" fmla="*/ 2147483646 w 602"/>
              <a:gd name="T53" fmla="*/ 2147483646 h 418"/>
              <a:gd name="T54" fmla="*/ 2147483646 w 602"/>
              <a:gd name="T55" fmla="*/ 2147483646 h 418"/>
              <a:gd name="T56" fmla="*/ 2147483646 w 602"/>
              <a:gd name="T57" fmla="*/ 2147483646 h 418"/>
              <a:gd name="T58" fmla="*/ 2147483646 w 602"/>
              <a:gd name="T59" fmla="*/ 2147483646 h 418"/>
              <a:gd name="T60" fmla="*/ 2147483646 w 602"/>
              <a:gd name="T61" fmla="*/ 2147483646 h 418"/>
              <a:gd name="T62" fmla="*/ 2147483646 w 602"/>
              <a:gd name="T63" fmla="*/ 2147483646 h 418"/>
              <a:gd name="T64" fmla="*/ 2147483646 w 602"/>
              <a:gd name="T65" fmla="*/ 2147483646 h 418"/>
              <a:gd name="T66" fmla="*/ 2147483646 w 602"/>
              <a:gd name="T67" fmla="*/ 2147483646 h 418"/>
              <a:gd name="T68" fmla="*/ 2147483646 w 602"/>
              <a:gd name="T69" fmla="*/ 2147483646 h 418"/>
              <a:gd name="T70" fmla="*/ 2147483646 w 602"/>
              <a:gd name="T71" fmla="*/ 2147483646 h 418"/>
              <a:gd name="T72" fmla="*/ 2147483646 w 602"/>
              <a:gd name="T73" fmla="*/ 2147483646 h 418"/>
              <a:gd name="T74" fmla="*/ 2147483646 w 602"/>
              <a:gd name="T75" fmla="*/ 2147483646 h 418"/>
              <a:gd name="T76" fmla="*/ 2147483646 w 602"/>
              <a:gd name="T77" fmla="*/ 2147483646 h 418"/>
              <a:gd name="T78" fmla="*/ 2147483646 w 602"/>
              <a:gd name="T79" fmla="*/ 2147483646 h 418"/>
              <a:gd name="T80" fmla="*/ 2147483646 w 602"/>
              <a:gd name="T81" fmla="*/ 2147483646 h 418"/>
              <a:gd name="T82" fmla="*/ 2147483646 w 602"/>
              <a:gd name="T83" fmla="*/ 2147483646 h 418"/>
              <a:gd name="T84" fmla="*/ 2147483646 w 602"/>
              <a:gd name="T85" fmla="*/ 2147483646 h 418"/>
              <a:gd name="T86" fmla="*/ 2147483646 w 602"/>
              <a:gd name="T87" fmla="*/ 2147483646 h 418"/>
              <a:gd name="T88" fmla="*/ 2147483646 w 602"/>
              <a:gd name="T89" fmla="*/ 2147483646 h 418"/>
              <a:gd name="T90" fmla="*/ 2147483646 w 602"/>
              <a:gd name="T91" fmla="*/ 2147483646 h 418"/>
              <a:gd name="T92" fmla="*/ 2147483646 w 602"/>
              <a:gd name="T93" fmla="*/ 2147483646 h 418"/>
              <a:gd name="T94" fmla="*/ 2147483646 w 602"/>
              <a:gd name="T95" fmla="*/ 2147483646 h 418"/>
              <a:gd name="T96" fmla="*/ 2147483646 w 602"/>
              <a:gd name="T97" fmla="*/ 2147483646 h 418"/>
              <a:gd name="T98" fmla="*/ 2147483646 w 602"/>
              <a:gd name="T99" fmla="*/ 2147483646 h 418"/>
              <a:gd name="T100" fmla="*/ 2147483646 w 602"/>
              <a:gd name="T101" fmla="*/ 2147483646 h 418"/>
              <a:gd name="T102" fmla="*/ 2147483646 w 602"/>
              <a:gd name="T103" fmla="*/ 2147483646 h 418"/>
              <a:gd name="T104" fmla="*/ 2147483646 w 602"/>
              <a:gd name="T105" fmla="*/ 2147483646 h 418"/>
              <a:gd name="T106" fmla="*/ 2147483646 w 602"/>
              <a:gd name="T107" fmla="*/ 2147483646 h 418"/>
              <a:gd name="T108" fmla="*/ 2147483646 w 602"/>
              <a:gd name="T109" fmla="*/ 2147483646 h 418"/>
              <a:gd name="T110" fmla="*/ 2147483646 w 602"/>
              <a:gd name="T111" fmla="*/ 2147483646 h 418"/>
              <a:gd name="T112" fmla="*/ 2147483646 w 602"/>
              <a:gd name="T113" fmla="*/ 2147483646 h 418"/>
              <a:gd name="T114" fmla="*/ 2147483646 w 602"/>
              <a:gd name="T115" fmla="*/ 2147483646 h 418"/>
              <a:gd name="T116" fmla="*/ 2147483646 w 602"/>
              <a:gd name="T117" fmla="*/ 2147483646 h 418"/>
              <a:gd name="T118" fmla="*/ 2147483646 w 602"/>
              <a:gd name="T119" fmla="*/ 2147483646 h 418"/>
              <a:gd name="T120" fmla="*/ 2147483646 w 602"/>
              <a:gd name="T121" fmla="*/ 2147483646 h 418"/>
              <a:gd name="T122" fmla="*/ 2147483646 w 602"/>
              <a:gd name="T123" fmla="*/ 2147483646 h 41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602" h="418">
                <a:moveTo>
                  <a:pt x="459" y="417"/>
                </a:moveTo>
                <a:lnTo>
                  <a:pt x="459" y="417"/>
                </a:lnTo>
                <a:cubicBezTo>
                  <a:pt x="141" y="417"/>
                  <a:pt x="141" y="417"/>
                  <a:pt x="141" y="417"/>
                </a:cubicBezTo>
                <a:cubicBezTo>
                  <a:pt x="64" y="417"/>
                  <a:pt x="0" y="353"/>
                  <a:pt x="0" y="276"/>
                </a:cubicBezTo>
                <a:cubicBezTo>
                  <a:pt x="0" y="212"/>
                  <a:pt x="42" y="155"/>
                  <a:pt x="99" y="141"/>
                </a:cubicBezTo>
                <a:cubicBezTo>
                  <a:pt x="134" y="56"/>
                  <a:pt x="212" y="0"/>
                  <a:pt x="304" y="0"/>
                </a:cubicBezTo>
                <a:cubicBezTo>
                  <a:pt x="396" y="0"/>
                  <a:pt x="474" y="56"/>
                  <a:pt x="502" y="141"/>
                </a:cubicBezTo>
                <a:cubicBezTo>
                  <a:pt x="558" y="155"/>
                  <a:pt x="601" y="212"/>
                  <a:pt x="601" y="276"/>
                </a:cubicBezTo>
                <a:cubicBezTo>
                  <a:pt x="601" y="353"/>
                  <a:pt x="537" y="417"/>
                  <a:pt x="459" y="417"/>
                </a:cubicBezTo>
                <a:close/>
                <a:moveTo>
                  <a:pt x="516" y="212"/>
                </a:moveTo>
                <a:lnTo>
                  <a:pt x="516" y="212"/>
                </a:lnTo>
                <a:cubicBezTo>
                  <a:pt x="516" y="212"/>
                  <a:pt x="516" y="212"/>
                  <a:pt x="509" y="205"/>
                </a:cubicBezTo>
                <a:cubicBezTo>
                  <a:pt x="502" y="205"/>
                  <a:pt x="502" y="198"/>
                  <a:pt x="502" y="198"/>
                </a:cubicBezTo>
                <a:cubicBezTo>
                  <a:pt x="502" y="198"/>
                  <a:pt x="502" y="198"/>
                  <a:pt x="495" y="198"/>
                </a:cubicBezTo>
                <a:cubicBezTo>
                  <a:pt x="495" y="198"/>
                  <a:pt x="495" y="198"/>
                  <a:pt x="488" y="198"/>
                </a:cubicBezTo>
                <a:cubicBezTo>
                  <a:pt x="488" y="198"/>
                  <a:pt x="488" y="198"/>
                  <a:pt x="488" y="191"/>
                </a:cubicBezTo>
                <a:lnTo>
                  <a:pt x="481" y="191"/>
                </a:lnTo>
                <a:cubicBezTo>
                  <a:pt x="474" y="191"/>
                  <a:pt x="474" y="191"/>
                  <a:pt x="474" y="191"/>
                </a:cubicBezTo>
                <a:cubicBezTo>
                  <a:pt x="467" y="191"/>
                  <a:pt x="467" y="191"/>
                  <a:pt x="459" y="191"/>
                </a:cubicBezTo>
                <a:cubicBezTo>
                  <a:pt x="459" y="184"/>
                  <a:pt x="459" y="184"/>
                  <a:pt x="459" y="177"/>
                </a:cubicBezTo>
                <a:cubicBezTo>
                  <a:pt x="452" y="177"/>
                  <a:pt x="452" y="177"/>
                  <a:pt x="452" y="177"/>
                </a:cubicBezTo>
                <a:cubicBezTo>
                  <a:pt x="452" y="169"/>
                  <a:pt x="452" y="169"/>
                  <a:pt x="452" y="162"/>
                </a:cubicBezTo>
                <a:cubicBezTo>
                  <a:pt x="445" y="155"/>
                  <a:pt x="445" y="155"/>
                  <a:pt x="445" y="148"/>
                </a:cubicBezTo>
                <a:cubicBezTo>
                  <a:pt x="445" y="141"/>
                  <a:pt x="438" y="141"/>
                  <a:pt x="438" y="134"/>
                </a:cubicBezTo>
                <a:cubicBezTo>
                  <a:pt x="410" y="92"/>
                  <a:pt x="361" y="56"/>
                  <a:pt x="304" y="56"/>
                </a:cubicBezTo>
                <a:cubicBezTo>
                  <a:pt x="240" y="56"/>
                  <a:pt x="191" y="92"/>
                  <a:pt x="163" y="134"/>
                </a:cubicBezTo>
                <a:cubicBezTo>
                  <a:pt x="163" y="141"/>
                  <a:pt x="163" y="141"/>
                  <a:pt x="156" y="148"/>
                </a:cubicBezTo>
                <a:cubicBezTo>
                  <a:pt x="156" y="155"/>
                  <a:pt x="156" y="155"/>
                  <a:pt x="156" y="162"/>
                </a:cubicBezTo>
                <a:cubicBezTo>
                  <a:pt x="156" y="162"/>
                  <a:pt x="156" y="162"/>
                  <a:pt x="148" y="162"/>
                </a:cubicBezTo>
                <a:cubicBezTo>
                  <a:pt x="148" y="169"/>
                  <a:pt x="148" y="169"/>
                  <a:pt x="148" y="177"/>
                </a:cubicBezTo>
                <a:cubicBezTo>
                  <a:pt x="148" y="184"/>
                  <a:pt x="141" y="184"/>
                  <a:pt x="141" y="191"/>
                </a:cubicBezTo>
                <a:lnTo>
                  <a:pt x="134" y="191"/>
                </a:lnTo>
                <a:cubicBezTo>
                  <a:pt x="134" y="191"/>
                  <a:pt x="134" y="191"/>
                  <a:pt x="127" y="191"/>
                </a:cubicBezTo>
                <a:cubicBezTo>
                  <a:pt x="120" y="191"/>
                  <a:pt x="120" y="191"/>
                  <a:pt x="120" y="191"/>
                </a:cubicBezTo>
                <a:cubicBezTo>
                  <a:pt x="113" y="198"/>
                  <a:pt x="113" y="198"/>
                  <a:pt x="113" y="198"/>
                </a:cubicBezTo>
                <a:cubicBezTo>
                  <a:pt x="106" y="198"/>
                  <a:pt x="106" y="198"/>
                  <a:pt x="106" y="198"/>
                </a:cubicBezTo>
                <a:cubicBezTo>
                  <a:pt x="99" y="198"/>
                  <a:pt x="99" y="205"/>
                  <a:pt x="99" y="205"/>
                </a:cubicBezTo>
                <a:cubicBezTo>
                  <a:pt x="92" y="205"/>
                  <a:pt x="92" y="205"/>
                  <a:pt x="92" y="205"/>
                </a:cubicBezTo>
                <a:cubicBezTo>
                  <a:pt x="92" y="212"/>
                  <a:pt x="85" y="212"/>
                  <a:pt x="85" y="212"/>
                </a:cubicBezTo>
                <a:cubicBezTo>
                  <a:pt x="71" y="226"/>
                  <a:pt x="57" y="247"/>
                  <a:pt x="57" y="276"/>
                </a:cubicBezTo>
                <a:cubicBezTo>
                  <a:pt x="57" y="325"/>
                  <a:pt x="92" y="360"/>
                  <a:pt x="141" y="360"/>
                </a:cubicBezTo>
                <a:cubicBezTo>
                  <a:pt x="459" y="360"/>
                  <a:pt x="459" y="360"/>
                  <a:pt x="459" y="360"/>
                </a:cubicBezTo>
                <a:cubicBezTo>
                  <a:pt x="509" y="360"/>
                  <a:pt x="544" y="325"/>
                  <a:pt x="544" y="276"/>
                </a:cubicBezTo>
                <a:cubicBezTo>
                  <a:pt x="544" y="247"/>
                  <a:pt x="537" y="226"/>
                  <a:pt x="516" y="212"/>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 name="Slide Number Placeholder 1">
            <a:extLst>
              <a:ext uri="{FF2B5EF4-FFF2-40B4-BE49-F238E27FC236}">
                <a16:creationId xmlns:a16="http://schemas.microsoft.com/office/drawing/2014/main" id="{267F6232-20F7-5C77-0109-35AB0DA6B08D}"/>
              </a:ext>
            </a:extLst>
          </p:cNvPr>
          <p:cNvSpPr>
            <a:spLocks noGrp="1"/>
          </p:cNvSpPr>
          <p:nvPr>
            <p:ph type="sldNum" sz="quarter" idx="11"/>
          </p:nvPr>
        </p:nvSpPr>
        <p:spPr/>
        <p:txBody>
          <a:bodyPr/>
          <a:lstStyle/>
          <a:p>
            <a:fld id="{7737D3DD-0AB3-4F16-99FA-6262B2B4036D}" type="slidenum">
              <a:rPr lang="en-MY" smtClean="0"/>
              <a:t>53</a:t>
            </a:fld>
            <a:endParaRPr lang="en-MY"/>
          </a:p>
        </p:txBody>
      </p:sp>
    </p:spTree>
    <p:extLst>
      <p:ext uri="{BB962C8B-B14F-4D97-AF65-F5344CB8AC3E}">
        <p14:creationId xmlns:p14="http://schemas.microsoft.com/office/powerpoint/2010/main" val="11406708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Freeform 1">
            <a:extLst>
              <a:ext uri="{FF2B5EF4-FFF2-40B4-BE49-F238E27FC236}">
                <a16:creationId xmlns:a16="http://schemas.microsoft.com/office/drawing/2014/main" id="{AA138B7D-09E2-C49F-9E22-82D1943E6F59}"/>
              </a:ext>
            </a:extLst>
          </p:cNvPr>
          <p:cNvSpPr>
            <a:spLocks noChangeArrowheads="1"/>
          </p:cNvSpPr>
          <p:nvPr/>
        </p:nvSpPr>
        <p:spPr bwMode="auto">
          <a:xfrm>
            <a:off x="11169097" y="5001738"/>
            <a:ext cx="565703" cy="176532"/>
          </a:xfrm>
          <a:custGeom>
            <a:avLst/>
            <a:gdLst>
              <a:gd name="T0" fmla="*/ 2147483646 w 623"/>
              <a:gd name="T1" fmla="*/ 2147483646 h 192"/>
              <a:gd name="T2" fmla="*/ 2147483646 w 623"/>
              <a:gd name="T3" fmla="*/ 2147483646 h 192"/>
              <a:gd name="T4" fmla="*/ 2147483646 w 623"/>
              <a:gd name="T5" fmla="*/ 2147483646 h 192"/>
              <a:gd name="T6" fmla="*/ 2147483646 w 623"/>
              <a:gd name="T7" fmla="*/ 0 h 192"/>
              <a:gd name="T8" fmla="*/ 2147483646 w 623"/>
              <a:gd name="T9" fmla="*/ 2147483646 h 192"/>
              <a:gd name="T10" fmla="*/ 2147483646 w 623"/>
              <a:gd name="T11" fmla="*/ 0 h 192"/>
              <a:gd name="T12" fmla="*/ 2147483646 w 623"/>
              <a:gd name="T13" fmla="*/ 2147483646 h 192"/>
              <a:gd name="T14" fmla="*/ 2147483646 w 623"/>
              <a:gd name="T15" fmla="*/ 2147483646 h 192"/>
              <a:gd name="T16" fmla="*/ 2147483646 w 623"/>
              <a:gd name="T17" fmla="*/ 2147483646 h 192"/>
              <a:gd name="T18" fmla="*/ 2147483646 w 623"/>
              <a:gd name="T19" fmla="*/ 2147483646 h 192"/>
              <a:gd name="T20" fmla="*/ 2147483646 w 623"/>
              <a:gd name="T21" fmla="*/ 2147483646 h 192"/>
              <a:gd name="T22" fmla="*/ 2147483646 w 623"/>
              <a:gd name="T23" fmla="*/ 2147483646 h 19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23" h="192">
                <a:moveTo>
                  <a:pt x="615" y="42"/>
                </a:moveTo>
                <a:lnTo>
                  <a:pt x="615" y="42"/>
                </a:lnTo>
                <a:cubicBezTo>
                  <a:pt x="601" y="42"/>
                  <a:pt x="587" y="84"/>
                  <a:pt x="544" y="84"/>
                </a:cubicBezTo>
                <a:cubicBezTo>
                  <a:pt x="495" y="84"/>
                  <a:pt x="473" y="0"/>
                  <a:pt x="396" y="0"/>
                </a:cubicBezTo>
                <a:cubicBezTo>
                  <a:pt x="339" y="0"/>
                  <a:pt x="318" y="49"/>
                  <a:pt x="311" y="49"/>
                </a:cubicBezTo>
                <a:cubicBezTo>
                  <a:pt x="311" y="49"/>
                  <a:pt x="290" y="0"/>
                  <a:pt x="226" y="0"/>
                </a:cubicBezTo>
                <a:cubicBezTo>
                  <a:pt x="148" y="0"/>
                  <a:pt x="127" y="84"/>
                  <a:pt x="78" y="84"/>
                </a:cubicBezTo>
                <a:cubicBezTo>
                  <a:pt x="42" y="84"/>
                  <a:pt x="21" y="42"/>
                  <a:pt x="14" y="42"/>
                </a:cubicBezTo>
                <a:cubicBezTo>
                  <a:pt x="0" y="49"/>
                  <a:pt x="35" y="191"/>
                  <a:pt x="169" y="191"/>
                </a:cubicBezTo>
                <a:cubicBezTo>
                  <a:pt x="254" y="191"/>
                  <a:pt x="304" y="120"/>
                  <a:pt x="311" y="120"/>
                </a:cubicBezTo>
                <a:cubicBezTo>
                  <a:pt x="318" y="120"/>
                  <a:pt x="375" y="191"/>
                  <a:pt x="459" y="191"/>
                </a:cubicBezTo>
                <a:cubicBezTo>
                  <a:pt x="594" y="191"/>
                  <a:pt x="622" y="49"/>
                  <a:pt x="615" y="42"/>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88" name="Freeform 2">
            <a:extLst>
              <a:ext uri="{FF2B5EF4-FFF2-40B4-BE49-F238E27FC236}">
                <a16:creationId xmlns:a16="http://schemas.microsoft.com/office/drawing/2014/main" id="{52297507-F3D6-96D8-F61C-5452065F42C1}"/>
              </a:ext>
            </a:extLst>
          </p:cNvPr>
          <p:cNvSpPr>
            <a:spLocks noChangeArrowheads="1"/>
          </p:cNvSpPr>
          <p:nvPr/>
        </p:nvSpPr>
        <p:spPr bwMode="auto">
          <a:xfrm>
            <a:off x="10214220" y="4925507"/>
            <a:ext cx="553668" cy="328991"/>
          </a:xfrm>
          <a:custGeom>
            <a:avLst/>
            <a:gdLst>
              <a:gd name="T0" fmla="*/ 2147483646 w 609"/>
              <a:gd name="T1" fmla="*/ 2147483646 h 361"/>
              <a:gd name="T2" fmla="*/ 2147483646 w 609"/>
              <a:gd name="T3" fmla="*/ 2147483646 h 361"/>
              <a:gd name="T4" fmla="*/ 2147483646 w 609"/>
              <a:gd name="T5" fmla="*/ 2147483646 h 361"/>
              <a:gd name="T6" fmla="*/ 2147483646 w 609"/>
              <a:gd name="T7" fmla="*/ 2147483646 h 361"/>
              <a:gd name="T8" fmla="*/ 2147483646 w 609"/>
              <a:gd name="T9" fmla="*/ 2147483646 h 361"/>
              <a:gd name="T10" fmla="*/ 2147483646 w 609"/>
              <a:gd name="T11" fmla="*/ 2147483646 h 361"/>
              <a:gd name="T12" fmla="*/ 2147483646 w 609"/>
              <a:gd name="T13" fmla="*/ 2147483646 h 361"/>
              <a:gd name="T14" fmla="*/ 2147483646 w 609"/>
              <a:gd name="T15" fmla="*/ 2147483646 h 361"/>
              <a:gd name="T16" fmla="*/ 2147483646 w 609"/>
              <a:gd name="T17" fmla="*/ 2147483646 h 361"/>
              <a:gd name="T18" fmla="*/ 2147483646 w 609"/>
              <a:gd name="T19" fmla="*/ 2147483646 h 361"/>
              <a:gd name="T20" fmla="*/ 2147483646 w 609"/>
              <a:gd name="T21" fmla="*/ 2147483646 h 361"/>
              <a:gd name="T22" fmla="*/ 2147483646 w 609"/>
              <a:gd name="T23" fmla="*/ 2147483646 h 361"/>
              <a:gd name="T24" fmla="*/ 2147483646 w 609"/>
              <a:gd name="T25" fmla="*/ 2147483646 h 361"/>
              <a:gd name="T26" fmla="*/ 2147483646 w 609"/>
              <a:gd name="T27" fmla="*/ 2147483646 h 361"/>
              <a:gd name="T28" fmla="*/ 2147483646 w 609"/>
              <a:gd name="T29" fmla="*/ 2147483646 h 361"/>
              <a:gd name="T30" fmla="*/ 2147483646 w 609"/>
              <a:gd name="T31" fmla="*/ 0 h 361"/>
              <a:gd name="T32" fmla="*/ 2147483646 w 609"/>
              <a:gd name="T33" fmla="*/ 0 h 361"/>
              <a:gd name="T34" fmla="*/ 2147483646 w 609"/>
              <a:gd name="T35" fmla="*/ 0 h 361"/>
              <a:gd name="T36" fmla="*/ 2147483646 w 609"/>
              <a:gd name="T37" fmla="*/ 2147483646 h 361"/>
              <a:gd name="T38" fmla="*/ 2147483646 w 609"/>
              <a:gd name="T39" fmla="*/ 2147483646 h 361"/>
              <a:gd name="T40" fmla="*/ 2147483646 w 609"/>
              <a:gd name="T41" fmla="*/ 2147483646 h 361"/>
              <a:gd name="T42" fmla="*/ 2147483646 w 609"/>
              <a:gd name="T43" fmla="*/ 2147483646 h 361"/>
              <a:gd name="T44" fmla="*/ 2147483646 w 609"/>
              <a:gd name="T45" fmla="*/ 2147483646 h 361"/>
              <a:gd name="T46" fmla="*/ 2147483646 w 609"/>
              <a:gd name="T47" fmla="*/ 2147483646 h 361"/>
              <a:gd name="T48" fmla="*/ 0 w 609"/>
              <a:gd name="T49" fmla="*/ 2147483646 h 361"/>
              <a:gd name="T50" fmla="*/ 2147483646 w 609"/>
              <a:gd name="T51" fmla="*/ 2147483646 h 361"/>
              <a:gd name="T52" fmla="*/ 2147483646 w 609"/>
              <a:gd name="T53" fmla="*/ 2147483646 h 361"/>
              <a:gd name="T54" fmla="*/ 2147483646 w 609"/>
              <a:gd name="T55" fmla="*/ 2147483646 h 361"/>
              <a:gd name="T56" fmla="*/ 2147483646 w 609"/>
              <a:gd name="T57" fmla="*/ 2147483646 h 361"/>
              <a:gd name="T58" fmla="*/ 2147483646 w 609"/>
              <a:gd name="T59" fmla="*/ 2147483646 h 361"/>
              <a:gd name="T60" fmla="*/ 2147483646 w 609"/>
              <a:gd name="T61" fmla="*/ 2147483646 h 361"/>
              <a:gd name="T62" fmla="*/ 2147483646 w 609"/>
              <a:gd name="T63" fmla="*/ 2147483646 h 361"/>
              <a:gd name="T64" fmla="*/ 2147483646 w 609"/>
              <a:gd name="T65" fmla="*/ 2147483646 h 361"/>
              <a:gd name="T66" fmla="*/ 2147483646 w 609"/>
              <a:gd name="T67" fmla="*/ 2147483646 h 361"/>
              <a:gd name="T68" fmla="*/ 0 w 609"/>
              <a:gd name="T69" fmla="*/ 2147483646 h 361"/>
              <a:gd name="T70" fmla="*/ 2147483646 w 609"/>
              <a:gd name="T71" fmla="*/ 2147483646 h 361"/>
              <a:gd name="T72" fmla="*/ 2147483646 w 609"/>
              <a:gd name="T73" fmla="*/ 2147483646 h 361"/>
              <a:gd name="T74" fmla="*/ 2147483646 w 609"/>
              <a:gd name="T75" fmla="*/ 2147483646 h 361"/>
              <a:gd name="T76" fmla="*/ 2147483646 w 609"/>
              <a:gd name="T77" fmla="*/ 2147483646 h 361"/>
              <a:gd name="T78" fmla="*/ 2147483646 w 609"/>
              <a:gd name="T79" fmla="*/ 2147483646 h 361"/>
              <a:gd name="T80" fmla="*/ 2147483646 w 609"/>
              <a:gd name="T81" fmla="*/ 2147483646 h 361"/>
              <a:gd name="T82" fmla="*/ 2147483646 w 609"/>
              <a:gd name="T83" fmla="*/ 2147483646 h 361"/>
              <a:gd name="T84" fmla="*/ 2147483646 w 609"/>
              <a:gd name="T85" fmla="*/ 2147483646 h 361"/>
              <a:gd name="T86" fmla="*/ 2147483646 w 609"/>
              <a:gd name="T87" fmla="*/ 2147483646 h 361"/>
              <a:gd name="T88" fmla="*/ 0 w 609"/>
              <a:gd name="T89" fmla="*/ 2147483646 h 361"/>
              <a:gd name="T90" fmla="*/ 2147483646 w 609"/>
              <a:gd name="T91" fmla="*/ 0 h 361"/>
              <a:gd name="T92" fmla="*/ 2147483646 w 609"/>
              <a:gd name="T93" fmla="*/ 0 h 361"/>
              <a:gd name="T94" fmla="*/ 2147483646 w 609"/>
              <a:gd name="T95" fmla="*/ 0 h 361"/>
              <a:gd name="T96" fmla="*/ 2147483646 w 609"/>
              <a:gd name="T97" fmla="*/ 2147483646 h 361"/>
              <a:gd name="T98" fmla="*/ 2147483646 w 609"/>
              <a:gd name="T99" fmla="*/ 2147483646 h 361"/>
              <a:gd name="T100" fmla="*/ 2147483646 w 609"/>
              <a:gd name="T101" fmla="*/ 2147483646 h 361"/>
              <a:gd name="T102" fmla="*/ 2147483646 w 609"/>
              <a:gd name="T103" fmla="*/ 2147483646 h 361"/>
              <a:gd name="T104" fmla="*/ 2147483646 w 609"/>
              <a:gd name="T105" fmla="*/ 2147483646 h 361"/>
              <a:gd name="T106" fmla="*/ 2147483646 w 609"/>
              <a:gd name="T107" fmla="*/ 2147483646 h 361"/>
              <a:gd name="T108" fmla="*/ 2147483646 w 609"/>
              <a:gd name="T109" fmla="*/ 2147483646 h 361"/>
              <a:gd name="T110" fmla="*/ 2147483646 w 609"/>
              <a:gd name="T111" fmla="*/ 2147483646 h 361"/>
              <a:gd name="T112" fmla="*/ 2147483646 w 609"/>
              <a:gd name="T113" fmla="*/ 2147483646 h 361"/>
              <a:gd name="T114" fmla="*/ 2147483646 w 609"/>
              <a:gd name="T115" fmla="*/ 2147483646 h 361"/>
              <a:gd name="T116" fmla="*/ 2147483646 w 609"/>
              <a:gd name="T117" fmla="*/ 2147483646 h 36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609" h="361">
                <a:moveTo>
                  <a:pt x="579" y="205"/>
                </a:moveTo>
                <a:lnTo>
                  <a:pt x="579" y="205"/>
                </a:lnTo>
                <a:cubicBezTo>
                  <a:pt x="198" y="205"/>
                  <a:pt x="198" y="205"/>
                  <a:pt x="198" y="205"/>
                </a:cubicBezTo>
                <a:cubicBezTo>
                  <a:pt x="184" y="205"/>
                  <a:pt x="169" y="198"/>
                  <a:pt x="169" y="176"/>
                </a:cubicBezTo>
                <a:cubicBezTo>
                  <a:pt x="169" y="162"/>
                  <a:pt x="184" y="148"/>
                  <a:pt x="198" y="148"/>
                </a:cubicBezTo>
                <a:cubicBezTo>
                  <a:pt x="579" y="148"/>
                  <a:pt x="579" y="148"/>
                  <a:pt x="579" y="148"/>
                </a:cubicBezTo>
                <a:cubicBezTo>
                  <a:pt x="594" y="148"/>
                  <a:pt x="608" y="162"/>
                  <a:pt x="608" y="176"/>
                </a:cubicBezTo>
                <a:cubicBezTo>
                  <a:pt x="608" y="198"/>
                  <a:pt x="594" y="205"/>
                  <a:pt x="579" y="205"/>
                </a:cubicBezTo>
                <a:close/>
                <a:moveTo>
                  <a:pt x="579" y="56"/>
                </a:moveTo>
                <a:lnTo>
                  <a:pt x="579" y="56"/>
                </a:lnTo>
                <a:cubicBezTo>
                  <a:pt x="198" y="56"/>
                  <a:pt x="198" y="56"/>
                  <a:pt x="198" y="56"/>
                </a:cubicBezTo>
                <a:cubicBezTo>
                  <a:pt x="184" y="56"/>
                  <a:pt x="169" y="42"/>
                  <a:pt x="169" y="28"/>
                </a:cubicBezTo>
                <a:cubicBezTo>
                  <a:pt x="169" y="14"/>
                  <a:pt x="184" y="0"/>
                  <a:pt x="198" y="0"/>
                </a:cubicBezTo>
                <a:cubicBezTo>
                  <a:pt x="579" y="0"/>
                  <a:pt x="579" y="0"/>
                  <a:pt x="579" y="0"/>
                </a:cubicBezTo>
                <a:cubicBezTo>
                  <a:pt x="594" y="0"/>
                  <a:pt x="608" y="14"/>
                  <a:pt x="608" y="28"/>
                </a:cubicBezTo>
                <a:cubicBezTo>
                  <a:pt x="608" y="42"/>
                  <a:pt x="594" y="56"/>
                  <a:pt x="579" y="56"/>
                </a:cubicBezTo>
                <a:close/>
                <a:moveTo>
                  <a:pt x="85" y="360"/>
                </a:moveTo>
                <a:lnTo>
                  <a:pt x="85" y="360"/>
                </a:lnTo>
                <a:cubicBezTo>
                  <a:pt x="28" y="360"/>
                  <a:pt x="28" y="360"/>
                  <a:pt x="28" y="360"/>
                </a:cubicBezTo>
                <a:cubicBezTo>
                  <a:pt x="14" y="360"/>
                  <a:pt x="0" y="346"/>
                  <a:pt x="0" y="332"/>
                </a:cubicBezTo>
                <a:cubicBezTo>
                  <a:pt x="0" y="311"/>
                  <a:pt x="14" y="304"/>
                  <a:pt x="28" y="304"/>
                </a:cubicBezTo>
                <a:cubicBezTo>
                  <a:pt x="85" y="304"/>
                  <a:pt x="85" y="304"/>
                  <a:pt x="85" y="304"/>
                </a:cubicBezTo>
                <a:cubicBezTo>
                  <a:pt x="106" y="304"/>
                  <a:pt x="113" y="311"/>
                  <a:pt x="113" y="332"/>
                </a:cubicBezTo>
                <a:cubicBezTo>
                  <a:pt x="113" y="346"/>
                  <a:pt x="106" y="360"/>
                  <a:pt x="85" y="360"/>
                </a:cubicBezTo>
                <a:close/>
                <a:moveTo>
                  <a:pt x="85" y="205"/>
                </a:moveTo>
                <a:lnTo>
                  <a:pt x="85" y="205"/>
                </a:lnTo>
                <a:cubicBezTo>
                  <a:pt x="28" y="205"/>
                  <a:pt x="28" y="205"/>
                  <a:pt x="28" y="205"/>
                </a:cubicBezTo>
                <a:cubicBezTo>
                  <a:pt x="14" y="205"/>
                  <a:pt x="0" y="198"/>
                  <a:pt x="0" y="176"/>
                </a:cubicBezTo>
                <a:cubicBezTo>
                  <a:pt x="0" y="162"/>
                  <a:pt x="14" y="148"/>
                  <a:pt x="28" y="148"/>
                </a:cubicBezTo>
                <a:cubicBezTo>
                  <a:pt x="85" y="148"/>
                  <a:pt x="85" y="148"/>
                  <a:pt x="85" y="148"/>
                </a:cubicBezTo>
                <a:cubicBezTo>
                  <a:pt x="106" y="148"/>
                  <a:pt x="113" y="162"/>
                  <a:pt x="113" y="176"/>
                </a:cubicBezTo>
                <a:cubicBezTo>
                  <a:pt x="113" y="198"/>
                  <a:pt x="106" y="205"/>
                  <a:pt x="85" y="205"/>
                </a:cubicBezTo>
                <a:close/>
                <a:moveTo>
                  <a:pt x="85" y="56"/>
                </a:moveTo>
                <a:lnTo>
                  <a:pt x="85" y="56"/>
                </a:lnTo>
                <a:cubicBezTo>
                  <a:pt x="28" y="56"/>
                  <a:pt x="28" y="56"/>
                  <a:pt x="28" y="56"/>
                </a:cubicBezTo>
                <a:cubicBezTo>
                  <a:pt x="14" y="56"/>
                  <a:pt x="0" y="42"/>
                  <a:pt x="0" y="28"/>
                </a:cubicBezTo>
                <a:cubicBezTo>
                  <a:pt x="0" y="14"/>
                  <a:pt x="14" y="0"/>
                  <a:pt x="28" y="0"/>
                </a:cubicBezTo>
                <a:cubicBezTo>
                  <a:pt x="85" y="0"/>
                  <a:pt x="85" y="0"/>
                  <a:pt x="85" y="0"/>
                </a:cubicBezTo>
                <a:cubicBezTo>
                  <a:pt x="106" y="0"/>
                  <a:pt x="113" y="14"/>
                  <a:pt x="113" y="28"/>
                </a:cubicBezTo>
                <a:cubicBezTo>
                  <a:pt x="113" y="42"/>
                  <a:pt x="106" y="56"/>
                  <a:pt x="85" y="56"/>
                </a:cubicBezTo>
                <a:close/>
                <a:moveTo>
                  <a:pt x="198" y="360"/>
                </a:moveTo>
                <a:lnTo>
                  <a:pt x="198" y="360"/>
                </a:lnTo>
                <a:cubicBezTo>
                  <a:pt x="184" y="360"/>
                  <a:pt x="169" y="346"/>
                  <a:pt x="169" y="332"/>
                </a:cubicBezTo>
                <a:cubicBezTo>
                  <a:pt x="169" y="311"/>
                  <a:pt x="184" y="304"/>
                  <a:pt x="198" y="304"/>
                </a:cubicBezTo>
                <a:cubicBezTo>
                  <a:pt x="579" y="304"/>
                  <a:pt x="579" y="304"/>
                  <a:pt x="579" y="304"/>
                </a:cubicBezTo>
                <a:cubicBezTo>
                  <a:pt x="594" y="304"/>
                  <a:pt x="608" y="311"/>
                  <a:pt x="608" y="332"/>
                </a:cubicBezTo>
                <a:cubicBezTo>
                  <a:pt x="608" y="346"/>
                  <a:pt x="594" y="360"/>
                  <a:pt x="579" y="360"/>
                </a:cubicBezTo>
                <a:cubicBezTo>
                  <a:pt x="198" y="360"/>
                  <a:pt x="198" y="360"/>
                  <a:pt x="198" y="36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89" name="Freeform 3">
            <a:extLst>
              <a:ext uri="{FF2B5EF4-FFF2-40B4-BE49-F238E27FC236}">
                <a16:creationId xmlns:a16="http://schemas.microsoft.com/office/drawing/2014/main" id="{0A2ED479-B0A5-2087-26EA-3BB842BE05FF}"/>
              </a:ext>
            </a:extLst>
          </p:cNvPr>
          <p:cNvSpPr>
            <a:spLocks noChangeArrowheads="1"/>
          </p:cNvSpPr>
          <p:nvPr/>
        </p:nvSpPr>
        <p:spPr bwMode="auto">
          <a:xfrm>
            <a:off x="9259343" y="4925507"/>
            <a:ext cx="549655" cy="328991"/>
          </a:xfrm>
          <a:custGeom>
            <a:avLst/>
            <a:gdLst>
              <a:gd name="T0" fmla="*/ 2147483646 w 602"/>
              <a:gd name="T1" fmla="*/ 2147483646 h 361"/>
              <a:gd name="T2" fmla="*/ 2147483646 w 602"/>
              <a:gd name="T3" fmla="*/ 2147483646 h 361"/>
              <a:gd name="T4" fmla="*/ 2147483646 w 602"/>
              <a:gd name="T5" fmla="*/ 2147483646 h 361"/>
              <a:gd name="T6" fmla="*/ 0 w 602"/>
              <a:gd name="T7" fmla="*/ 2147483646 h 361"/>
              <a:gd name="T8" fmla="*/ 2147483646 w 602"/>
              <a:gd name="T9" fmla="*/ 2147483646 h 361"/>
              <a:gd name="T10" fmla="*/ 2147483646 w 602"/>
              <a:gd name="T11" fmla="*/ 2147483646 h 361"/>
              <a:gd name="T12" fmla="*/ 2147483646 w 602"/>
              <a:gd name="T13" fmla="*/ 2147483646 h 361"/>
              <a:gd name="T14" fmla="*/ 2147483646 w 602"/>
              <a:gd name="T15" fmla="*/ 2147483646 h 361"/>
              <a:gd name="T16" fmla="*/ 2147483646 w 602"/>
              <a:gd name="T17" fmla="*/ 2147483646 h 361"/>
              <a:gd name="T18" fmla="*/ 2147483646 w 602"/>
              <a:gd name="T19" fmla="*/ 2147483646 h 361"/>
              <a:gd name="T20" fmla="*/ 2147483646 w 602"/>
              <a:gd name="T21" fmla="*/ 2147483646 h 361"/>
              <a:gd name="T22" fmla="*/ 0 w 602"/>
              <a:gd name="T23" fmla="*/ 2147483646 h 361"/>
              <a:gd name="T24" fmla="*/ 2147483646 w 602"/>
              <a:gd name="T25" fmla="*/ 0 h 361"/>
              <a:gd name="T26" fmla="*/ 2147483646 w 602"/>
              <a:gd name="T27" fmla="*/ 0 h 361"/>
              <a:gd name="T28" fmla="*/ 2147483646 w 602"/>
              <a:gd name="T29" fmla="*/ 2147483646 h 361"/>
              <a:gd name="T30" fmla="*/ 2147483646 w 602"/>
              <a:gd name="T31" fmla="*/ 2147483646 h 361"/>
              <a:gd name="T32" fmla="*/ 2147483646 w 602"/>
              <a:gd name="T33" fmla="*/ 2147483646 h 361"/>
              <a:gd name="T34" fmla="*/ 2147483646 w 602"/>
              <a:gd name="T35" fmla="*/ 2147483646 h 361"/>
              <a:gd name="T36" fmla="*/ 2147483646 w 602"/>
              <a:gd name="T37" fmla="*/ 2147483646 h 361"/>
              <a:gd name="T38" fmla="*/ 2147483646 w 602"/>
              <a:gd name="T39" fmla="*/ 2147483646 h 361"/>
              <a:gd name="T40" fmla="*/ 2147483646 w 602"/>
              <a:gd name="T41" fmla="*/ 2147483646 h 361"/>
              <a:gd name="T42" fmla="*/ 2147483646 w 602"/>
              <a:gd name="T43" fmla="*/ 2147483646 h 361"/>
              <a:gd name="T44" fmla="*/ 0 w 602"/>
              <a:gd name="T45" fmla="*/ 2147483646 h 361"/>
              <a:gd name="T46" fmla="*/ 2147483646 w 602"/>
              <a:gd name="T47" fmla="*/ 2147483646 h 36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602" h="361">
                <a:moveTo>
                  <a:pt x="572" y="205"/>
                </a:moveTo>
                <a:lnTo>
                  <a:pt x="572" y="205"/>
                </a:lnTo>
                <a:cubicBezTo>
                  <a:pt x="28" y="205"/>
                  <a:pt x="28" y="205"/>
                  <a:pt x="28" y="205"/>
                </a:cubicBezTo>
                <a:cubicBezTo>
                  <a:pt x="14" y="205"/>
                  <a:pt x="0" y="198"/>
                  <a:pt x="0" y="176"/>
                </a:cubicBezTo>
                <a:cubicBezTo>
                  <a:pt x="0" y="162"/>
                  <a:pt x="14" y="148"/>
                  <a:pt x="28" y="148"/>
                </a:cubicBezTo>
                <a:cubicBezTo>
                  <a:pt x="572" y="148"/>
                  <a:pt x="572" y="148"/>
                  <a:pt x="572" y="148"/>
                </a:cubicBezTo>
                <a:cubicBezTo>
                  <a:pt x="594" y="148"/>
                  <a:pt x="601" y="162"/>
                  <a:pt x="601" y="176"/>
                </a:cubicBezTo>
                <a:cubicBezTo>
                  <a:pt x="601" y="198"/>
                  <a:pt x="594" y="205"/>
                  <a:pt x="572" y="205"/>
                </a:cubicBezTo>
                <a:close/>
                <a:moveTo>
                  <a:pt x="572" y="56"/>
                </a:moveTo>
                <a:lnTo>
                  <a:pt x="572" y="56"/>
                </a:lnTo>
                <a:cubicBezTo>
                  <a:pt x="28" y="56"/>
                  <a:pt x="28" y="56"/>
                  <a:pt x="28" y="56"/>
                </a:cubicBezTo>
                <a:cubicBezTo>
                  <a:pt x="14" y="56"/>
                  <a:pt x="0" y="42"/>
                  <a:pt x="0" y="28"/>
                </a:cubicBezTo>
                <a:cubicBezTo>
                  <a:pt x="0" y="14"/>
                  <a:pt x="14" y="0"/>
                  <a:pt x="28" y="0"/>
                </a:cubicBezTo>
                <a:cubicBezTo>
                  <a:pt x="572" y="0"/>
                  <a:pt x="572" y="0"/>
                  <a:pt x="572" y="0"/>
                </a:cubicBezTo>
                <a:cubicBezTo>
                  <a:pt x="594" y="0"/>
                  <a:pt x="601" y="14"/>
                  <a:pt x="601" y="28"/>
                </a:cubicBezTo>
                <a:cubicBezTo>
                  <a:pt x="601" y="42"/>
                  <a:pt x="594" y="56"/>
                  <a:pt x="572" y="56"/>
                </a:cubicBezTo>
                <a:close/>
                <a:moveTo>
                  <a:pt x="28" y="304"/>
                </a:moveTo>
                <a:lnTo>
                  <a:pt x="28" y="304"/>
                </a:lnTo>
                <a:cubicBezTo>
                  <a:pt x="572" y="304"/>
                  <a:pt x="572" y="304"/>
                  <a:pt x="572" y="304"/>
                </a:cubicBezTo>
                <a:cubicBezTo>
                  <a:pt x="594" y="304"/>
                  <a:pt x="601" y="311"/>
                  <a:pt x="601" y="332"/>
                </a:cubicBezTo>
                <a:cubicBezTo>
                  <a:pt x="601" y="346"/>
                  <a:pt x="594" y="360"/>
                  <a:pt x="572" y="360"/>
                </a:cubicBezTo>
                <a:cubicBezTo>
                  <a:pt x="28" y="360"/>
                  <a:pt x="28" y="360"/>
                  <a:pt x="28" y="360"/>
                </a:cubicBezTo>
                <a:cubicBezTo>
                  <a:pt x="14" y="360"/>
                  <a:pt x="0" y="346"/>
                  <a:pt x="0" y="332"/>
                </a:cubicBezTo>
                <a:cubicBezTo>
                  <a:pt x="0" y="311"/>
                  <a:pt x="14" y="304"/>
                  <a:pt x="28" y="30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0" name="Freeform 4">
            <a:extLst>
              <a:ext uri="{FF2B5EF4-FFF2-40B4-BE49-F238E27FC236}">
                <a16:creationId xmlns:a16="http://schemas.microsoft.com/office/drawing/2014/main" id="{6F43B23C-C4C6-0AF4-6AA3-182633E505BC}"/>
              </a:ext>
            </a:extLst>
          </p:cNvPr>
          <p:cNvSpPr>
            <a:spLocks noChangeArrowheads="1"/>
          </p:cNvSpPr>
          <p:nvPr/>
        </p:nvSpPr>
        <p:spPr bwMode="auto">
          <a:xfrm>
            <a:off x="8356621" y="5033835"/>
            <a:ext cx="433306" cy="104314"/>
          </a:xfrm>
          <a:custGeom>
            <a:avLst/>
            <a:gdLst>
              <a:gd name="T0" fmla="*/ 2147483646 w 475"/>
              <a:gd name="T1" fmla="*/ 2147483646 h 114"/>
              <a:gd name="T2" fmla="*/ 2147483646 w 475"/>
              <a:gd name="T3" fmla="*/ 2147483646 h 114"/>
              <a:gd name="T4" fmla="*/ 2147483646 w 475"/>
              <a:gd name="T5" fmla="*/ 2147483646 h 114"/>
              <a:gd name="T6" fmla="*/ 2147483646 w 475"/>
              <a:gd name="T7" fmla="*/ 0 h 114"/>
              <a:gd name="T8" fmla="*/ 2147483646 w 475"/>
              <a:gd name="T9" fmla="*/ 2147483646 h 114"/>
              <a:gd name="T10" fmla="*/ 2147483646 w 475"/>
              <a:gd name="T11" fmla="*/ 2147483646 h 114"/>
              <a:gd name="T12" fmla="*/ 2147483646 w 475"/>
              <a:gd name="T13" fmla="*/ 2147483646 h 114"/>
              <a:gd name="T14" fmla="*/ 2147483646 w 475"/>
              <a:gd name="T15" fmla="*/ 2147483646 h 114"/>
              <a:gd name="T16" fmla="*/ 2147483646 w 475"/>
              <a:gd name="T17" fmla="*/ 2147483646 h 114"/>
              <a:gd name="T18" fmla="*/ 2147483646 w 475"/>
              <a:gd name="T19" fmla="*/ 0 h 114"/>
              <a:gd name="T20" fmla="*/ 2147483646 w 475"/>
              <a:gd name="T21" fmla="*/ 2147483646 h 114"/>
              <a:gd name="T22" fmla="*/ 2147483646 w 475"/>
              <a:gd name="T23" fmla="*/ 2147483646 h 114"/>
              <a:gd name="T24" fmla="*/ 2147483646 w 475"/>
              <a:gd name="T25" fmla="*/ 2147483646 h 114"/>
              <a:gd name="T26" fmla="*/ 2147483646 w 475"/>
              <a:gd name="T27" fmla="*/ 2147483646 h 114"/>
              <a:gd name="T28" fmla="*/ 0 w 475"/>
              <a:gd name="T29" fmla="*/ 2147483646 h 114"/>
              <a:gd name="T30" fmla="*/ 2147483646 w 475"/>
              <a:gd name="T31" fmla="*/ 0 h 114"/>
              <a:gd name="T32" fmla="*/ 2147483646 w 475"/>
              <a:gd name="T33" fmla="*/ 2147483646 h 114"/>
              <a:gd name="T34" fmla="*/ 2147483646 w 475"/>
              <a:gd name="T35" fmla="*/ 2147483646 h 1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75" h="114">
                <a:moveTo>
                  <a:pt x="417" y="113"/>
                </a:moveTo>
                <a:lnTo>
                  <a:pt x="417" y="113"/>
                </a:lnTo>
                <a:cubicBezTo>
                  <a:pt x="382" y="113"/>
                  <a:pt x="361" y="92"/>
                  <a:pt x="361" y="56"/>
                </a:cubicBezTo>
                <a:cubicBezTo>
                  <a:pt x="361" y="28"/>
                  <a:pt x="382" y="0"/>
                  <a:pt x="417" y="0"/>
                </a:cubicBezTo>
                <a:cubicBezTo>
                  <a:pt x="446" y="0"/>
                  <a:pt x="474" y="28"/>
                  <a:pt x="474" y="56"/>
                </a:cubicBezTo>
                <a:cubicBezTo>
                  <a:pt x="474" y="92"/>
                  <a:pt x="446" y="113"/>
                  <a:pt x="417" y="113"/>
                </a:cubicBezTo>
                <a:close/>
                <a:moveTo>
                  <a:pt x="234" y="113"/>
                </a:moveTo>
                <a:lnTo>
                  <a:pt x="234" y="113"/>
                </a:lnTo>
                <a:cubicBezTo>
                  <a:pt x="205" y="113"/>
                  <a:pt x="177" y="92"/>
                  <a:pt x="177" y="56"/>
                </a:cubicBezTo>
                <a:cubicBezTo>
                  <a:pt x="177" y="28"/>
                  <a:pt x="205" y="0"/>
                  <a:pt x="234" y="0"/>
                </a:cubicBezTo>
                <a:cubicBezTo>
                  <a:pt x="269" y="0"/>
                  <a:pt x="290" y="28"/>
                  <a:pt x="290" y="56"/>
                </a:cubicBezTo>
                <a:cubicBezTo>
                  <a:pt x="290" y="92"/>
                  <a:pt x="269" y="113"/>
                  <a:pt x="234" y="113"/>
                </a:cubicBezTo>
                <a:close/>
                <a:moveTo>
                  <a:pt x="57" y="113"/>
                </a:moveTo>
                <a:lnTo>
                  <a:pt x="57" y="113"/>
                </a:lnTo>
                <a:cubicBezTo>
                  <a:pt x="29" y="113"/>
                  <a:pt x="0" y="92"/>
                  <a:pt x="0" y="56"/>
                </a:cubicBezTo>
                <a:cubicBezTo>
                  <a:pt x="0" y="28"/>
                  <a:pt x="29" y="0"/>
                  <a:pt x="57" y="0"/>
                </a:cubicBezTo>
                <a:cubicBezTo>
                  <a:pt x="85" y="0"/>
                  <a:pt x="113" y="28"/>
                  <a:pt x="113" y="56"/>
                </a:cubicBezTo>
                <a:cubicBezTo>
                  <a:pt x="113" y="92"/>
                  <a:pt x="85" y="113"/>
                  <a:pt x="57" y="11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1" name="Freeform 5">
            <a:extLst>
              <a:ext uri="{FF2B5EF4-FFF2-40B4-BE49-F238E27FC236}">
                <a16:creationId xmlns:a16="http://schemas.microsoft.com/office/drawing/2014/main" id="{077AEC15-A045-8DB5-E665-C28BCB0881F5}"/>
              </a:ext>
            </a:extLst>
          </p:cNvPr>
          <p:cNvSpPr>
            <a:spLocks noChangeArrowheads="1"/>
          </p:cNvSpPr>
          <p:nvPr/>
        </p:nvSpPr>
        <p:spPr bwMode="auto">
          <a:xfrm>
            <a:off x="7510072" y="4905448"/>
            <a:ext cx="208629" cy="361088"/>
          </a:xfrm>
          <a:custGeom>
            <a:avLst/>
            <a:gdLst>
              <a:gd name="T0" fmla="*/ 2147483646 w 228"/>
              <a:gd name="T1" fmla="*/ 2147483646 h 396"/>
              <a:gd name="T2" fmla="*/ 2147483646 w 228"/>
              <a:gd name="T3" fmla="*/ 2147483646 h 396"/>
              <a:gd name="T4" fmla="*/ 2147483646 w 228"/>
              <a:gd name="T5" fmla="*/ 2147483646 h 396"/>
              <a:gd name="T6" fmla="*/ 2147483646 w 228"/>
              <a:gd name="T7" fmla="*/ 2147483646 h 396"/>
              <a:gd name="T8" fmla="*/ 2147483646 w 228"/>
              <a:gd name="T9" fmla="*/ 2147483646 h 396"/>
              <a:gd name="T10" fmla="*/ 0 w 228"/>
              <a:gd name="T11" fmla="*/ 2147483646 h 396"/>
              <a:gd name="T12" fmla="*/ 2147483646 w 228"/>
              <a:gd name="T13" fmla="*/ 2147483646 h 396"/>
              <a:gd name="T14" fmla="*/ 2147483646 w 228"/>
              <a:gd name="T15" fmla="*/ 2147483646 h 396"/>
              <a:gd name="T16" fmla="*/ 2147483646 w 228"/>
              <a:gd name="T17" fmla="*/ 2147483646 h 396"/>
              <a:gd name="T18" fmla="*/ 2147483646 w 228"/>
              <a:gd name="T19" fmla="*/ 2147483646 h 396"/>
              <a:gd name="T20" fmla="*/ 2147483646 w 228"/>
              <a:gd name="T21" fmla="*/ 2147483646 h 396"/>
              <a:gd name="T22" fmla="*/ 2147483646 w 228"/>
              <a:gd name="T23" fmla="*/ 2147483646 h 396"/>
              <a:gd name="T24" fmla="*/ 2147483646 w 228"/>
              <a:gd name="T25" fmla="*/ 2147483646 h 396"/>
              <a:gd name="T26" fmla="*/ 2147483646 w 228"/>
              <a:gd name="T27" fmla="*/ 2147483646 h 396"/>
              <a:gd name="T28" fmla="*/ 2147483646 w 228"/>
              <a:gd name="T29" fmla="*/ 2147483646 h 396"/>
              <a:gd name="T30" fmla="*/ 2147483646 w 228"/>
              <a:gd name="T31" fmla="*/ 2147483646 h 396"/>
              <a:gd name="T32" fmla="*/ 2147483646 w 228"/>
              <a:gd name="T33" fmla="*/ 2147483646 h 396"/>
              <a:gd name="T34" fmla="*/ 2147483646 w 228"/>
              <a:gd name="T35" fmla="*/ 2147483646 h 396"/>
              <a:gd name="T36" fmla="*/ 2147483646 w 228"/>
              <a:gd name="T37" fmla="*/ 0 h 396"/>
              <a:gd name="T38" fmla="*/ 0 w 228"/>
              <a:gd name="T39" fmla="*/ 2147483646 h 396"/>
              <a:gd name="T40" fmla="*/ 2147483646 w 228"/>
              <a:gd name="T41" fmla="*/ 2147483646 h 3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8" h="396">
                <a:moveTo>
                  <a:pt x="7" y="49"/>
                </a:moveTo>
                <a:lnTo>
                  <a:pt x="7" y="49"/>
                </a:lnTo>
                <a:cubicBezTo>
                  <a:pt x="156" y="197"/>
                  <a:pt x="156" y="197"/>
                  <a:pt x="156" y="197"/>
                </a:cubicBezTo>
                <a:cubicBezTo>
                  <a:pt x="7" y="353"/>
                  <a:pt x="7" y="353"/>
                  <a:pt x="7" y="353"/>
                </a:cubicBezTo>
                <a:cubicBezTo>
                  <a:pt x="0" y="353"/>
                  <a:pt x="0" y="360"/>
                  <a:pt x="0" y="367"/>
                </a:cubicBezTo>
                <a:cubicBezTo>
                  <a:pt x="0" y="388"/>
                  <a:pt x="15" y="395"/>
                  <a:pt x="29" y="395"/>
                </a:cubicBezTo>
                <a:cubicBezTo>
                  <a:pt x="36" y="395"/>
                  <a:pt x="43" y="395"/>
                  <a:pt x="50" y="388"/>
                </a:cubicBezTo>
                <a:cubicBezTo>
                  <a:pt x="220" y="219"/>
                  <a:pt x="220" y="219"/>
                  <a:pt x="220" y="219"/>
                </a:cubicBezTo>
                <a:cubicBezTo>
                  <a:pt x="227" y="212"/>
                  <a:pt x="227" y="205"/>
                  <a:pt x="227" y="197"/>
                </a:cubicBezTo>
                <a:cubicBezTo>
                  <a:pt x="227" y="190"/>
                  <a:pt x="227" y="183"/>
                  <a:pt x="220" y="176"/>
                </a:cubicBezTo>
                <a:cubicBezTo>
                  <a:pt x="50" y="7"/>
                  <a:pt x="50" y="7"/>
                  <a:pt x="50" y="7"/>
                </a:cubicBezTo>
                <a:cubicBezTo>
                  <a:pt x="43" y="7"/>
                  <a:pt x="36" y="0"/>
                  <a:pt x="29" y="0"/>
                </a:cubicBezTo>
                <a:cubicBezTo>
                  <a:pt x="15" y="0"/>
                  <a:pt x="0" y="14"/>
                  <a:pt x="0" y="28"/>
                </a:cubicBezTo>
                <a:cubicBezTo>
                  <a:pt x="0" y="42"/>
                  <a:pt x="7" y="49"/>
                  <a:pt x="7" y="49"/>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2" name="Freeform 6">
            <a:extLst>
              <a:ext uri="{FF2B5EF4-FFF2-40B4-BE49-F238E27FC236}">
                <a16:creationId xmlns:a16="http://schemas.microsoft.com/office/drawing/2014/main" id="{ECAD9ECD-41D8-080B-18F6-17E9E583CDD5}"/>
              </a:ext>
            </a:extLst>
          </p:cNvPr>
          <p:cNvSpPr>
            <a:spLocks noChangeArrowheads="1"/>
          </p:cNvSpPr>
          <p:nvPr/>
        </p:nvSpPr>
        <p:spPr bwMode="auto">
          <a:xfrm>
            <a:off x="6551182" y="4905448"/>
            <a:ext cx="208629" cy="361088"/>
          </a:xfrm>
          <a:custGeom>
            <a:avLst/>
            <a:gdLst>
              <a:gd name="T0" fmla="*/ 2147483646 w 228"/>
              <a:gd name="T1" fmla="*/ 2147483646 h 396"/>
              <a:gd name="T2" fmla="*/ 2147483646 w 228"/>
              <a:gd name="T3" fmla="*/ 2147483646 h 396"/>
              <a:gd name="T4" fmla="*/ 2147483646 w 228"/>
              <a:gd name="T5" fmla="*/ 2147483646 h 396"/>
              <a:gd name="T6" fmla="*/ 2147483646 w 228"/>
              <a:gd name="T7" fmla="*/ 2147483646 h 396"/>
              <a:gd name="T8" fmla="*/ 2147483646 w 228"/>
              <a:gd name="T9" fmla="*/ 2147483646 h 396"/>
              <a:gd name="T10" fmla="*/ 2147483646 w 228"/>
              <a:gd name="T11" fmla="*/ 2147483646 h 396"/>
              <a:gd name="T12" fmla="*/ 2147483646 w 228"/>
              <a:gd name="T13" fmla="*/ 2147483646 h 396"/>
              <a:gd name="T14" fmla="*/ 2147483646 w 228"/>
              <a:gd name="T15" fmla="*/ 2147483646 h 396"/>
              <a:gd name="T16" fmla="*/ 2147483646 w 228"/>
              <a:gd name="T17" fmla="*/ 2147483646 h 396"/>
              <a:gd name="T18" fmla="*/ 2147483646 w 228"/>
              <a:gd name="T19" fmla="*/ 2147483646 h 396"/>
              <a:gd name="T20" fmla="*/ 2147483646 w 228"/>
              <a:gd name="T21" fmla="*/ 2147483646 h 396"/>
              <a:gd name="T22" fmla="*/ 0 w 228"/>
              <a:gd name="T23" fmla="*/ 2147483646 h 396"/>
              <a:gd name="T24" fmla="*/ 0 w 228"/>
              <a:gd name="T25" fmla="*/ 2147483646 h 396"/>
              <a:gd name="T26" fmla="*/ 0 w 228"/>
              <a:gd name="T27" fmla="*/ 2147483646 h 396"/>
              <a:gd name="T28" fmla="*/ 2147483646 w 228"/>
              <a:gd name="T29" fmla="*/ 2147483646 h 396"/>
              <a:gd name="T30" fmla="*/ 2147483646 w 228"/>
              <a:gd name="T31" fmla="*/ 2147483646 h 396"/>
              <a:gd name="T32" fmla="*/ 2147483646 w 228"/>
              <a:gd name="T33" fmla="*/ 2147483646 h 396"/>
              <a:gd name="T34" fmla="*/ 2147483646 w 228"/>
              <a:gd name="T35" fmla="*/ 2147483646 h 396"/>
              <a:gd name="T36" fmla="*/ 2147483646 w 228"/>
              <a:gd name="T37" fmla="*/ 0 h 396"/>
              <a:gd name="T38" fmla="*/ 2147483646 w 228"/>
              <a:gd name="T39" fmla="*/ 2147483646 h 396"/>
              <a:gd name="T40" fmla="*/ 2147483646 w 228"/>
              <a:gd name="T41" fmla="*/ 2147483646 h 3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28" h="396">
                <a:moveTo>
                  <a:pt x="212" y="49"/>
                </a:moveTo>
                <a:lnTo>
                  <a:pt x="212" y="49"/>
                </a:lnTo>
                <a:cubicBezTo>
                  <a:pt x="64" y="197"/>
                  <a:pt x="64" y="197"/>
                  <a:pt x="64" y="197"/>
                </a:cubicBezTo>
                <a:cubicBezTo>
                  <a:pt x="220" y="353"/>
                  <a:pt x="220" y="353"/>
                  <a:pt x="220" y="353"/>
                </a:cubicBezTo>
                <a:cubicBezTo>
                  <a:pt x="220" y="353"/>
                  <a:pt x="227" y="360"/>
                  <a:pt x="227" y="367"/>
                </a:cubicBezTo>
                <a:cubicBezTo>
                  <a:pt x="227" y="388"/>
                  <a:pt x="212" y="395"/>
                  <a:pt x="198" y="395"/>
                </a:cubicBezTo>
                <a:cubicBezTo>
                  <a:pt x="191" y="395"/>
                  <a:pt x="184" y="395"/>
                  <a:pt x="177" y="388"/>
                </a:cubicBezTo>
                <a:cubicBezTo>
                  <a:pt x="7" y="219"/>
                  <a:pt x="7" y="219"/>
                  <a:pt x="7" y="219"/>
                </a:cubicBezTo>
                <a:cubicBezTo>
                  <a:pt x="0" y="212"/>
                  <a:pt x="0" y="205"/>
                  <a:pt x="0" y="197"/>
                </a:cubicBezTo>
                <a:cubicBezTo>
                  <a:pt x="0" y="190"/>
                  <a:pt x="0" y="183"/>
                  <a:pt x="7" y="176"/>
                </a:cubicBezTo>
                <a:cubicBezTo>
                  <a:pt x="177" y="7"/>
                  <a:pt x="177" y="7"/>
                  <a:pt x="177" y="7"/>
                </a:cubicBezTo>
                <a:cubicBezTo>
                  <a:pt x="184" y="7"/>
                  <a:pt x="191" y="0"/>
                  <a:pt x="198" y="0"/>
                </a:cubicBezTo>
                <a:cubicBezTo>
                  <a:pt x="212" y="0"/>
                  <a:pt x="227" y="14"/>
                  <a:pt x="227" y="28"/>
                </a:cubicBezTo>
                <a:cubicBezTo>
                  <a:pt x="227" y="42"/>
                  <a:pt x="220" y="49"/>
                  <a:pt x="212" y="49"/>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3" name="Freeform 7">
            <a:extLst>
              <a:ext uri="{FF2B5EF4-FFF2-40B4-BE49-F238E27FC236}">
                <a16:creationId xmlns:a16="http://schemas.microsoft.com/office/drawing/2014/main" id="{D22BAE5D-912B-CE1C-5B3E-E3627D4A6D70}"/>
              </a:ext>
            </a:extLst>
          </p:cNvPr>
          <p:cNvSpPr>
            <a:spLocks noChangeArrowheads="1"/>
          </p:cNvSpPr>
          <p:nvPr/>
        </p:nvSpPr>
        <p:spPr bwMode="auto">
          <a:xfrm>
            <a:off x="5508039" y="4981676"/>
            <a:ext cx="361088" cy="208629"/>
          </a:xfrm>
          <a:custGeom>
            <a:avLst/>
            <a:gdLst>
              <a:gd name="T0" fmla="*/ 2147483646 w 397"/>
              <a:gd name="T1" fmla="*/ 2147483646 h 228"/>
              <a:gd name="T2" fmla="*/ 2147483646 w 397"/>
              <a:gd name="T3" fmla="*/ 2147483646 h 228"/>
              <a:gd name="T4" fmla="*/ 2147483646 w 397"/>
              <a:gd name="T5" fmla="*/ 2147483646 h 228"/>
              <a:gd name="T6" fmla="*/ 2147483646 w 397"/>
              <a:gd name="T7" fmla="*/ 2147483646 h 228"/>
              <a:gd name="T8" fmla="*/ 2147483646 w 397"/>
              <a:gd name="T9" fmla="*/ 2147483646 h 228"/>
              <a:gd name="T10" fmla="*/ 2147483646 w 397"/>
              <a:gd name="T11" fmla="*/ 2147483646 h 228"/>
              <a:gd name="T12" fmla="*/ 2147483646 w 397"/>
              <a:gd name="T13" fmla="*/ 2147483646 h 228"/>
              <a:gd name="T14" fmla="*/ 2147483646 w 397"/>
              <a:gd name="T15" fmla="*/ 2147483646 h 228"/>
              <a:gd name="T16" fmla="*/ 2147483646 w 397"/>
              <a:gd name="T17" fmla="*/ 2147483646 h 228"/>
              <a:gd name="T18" fmla="*/ 2147483646 w 397"/>
              <a:gd name="T19" fmla="*/ 2147483646 h 228"/>
              <a:gd name="T20" fmla="*/ 2147483646 w 397"/>
              <a:gd name="T21" fmla="*/ 2147483646 h 228"/>
              <a:gd name="T22" fmla="*/ 2147483646 w 397"/>
              <a:gd name="T23" fmla="*/ 0 h 228"/>
              <a:gd name="T24" fmla="*/ 2147483646 w 397"/>
              <a:gd name="T25" fmla="*/ 0 h 228"/>
              <a:gd name="T26" fmla="*/ 2147483646 w 397"/>
              <a:gd name="T27" fmla="*/ 0 h 228"/>
              <a:gd name="T28" fmla="*/ 2147483646 w 397"/>
              <a:gd name="T29" fmla="*/ 2147483646 h 228"/>
              <a:gd name="T30" fmla="*/ 2147483646 w 397"/>
              <a:gd name="T31" fmla="*/ 2147483646 h 228"/>
              <a:gd name="T32" fmla="*/ 2147483646 w 397"/>
              <a:gd name="T33" fmla="*/ 2147483646 h 228"/>
              <a:gd name="T34" fmla="*/ 2147483646 w 397"/>
              <a:gd name="T35" fmla="*/ 2147483646 h 228"/>
              <a:gd name="T36" fmla="*/ 0 w 397"/>
              <a:gd name="T37" fmla="*/ 2147483646 h 228"/>
              <a:gd name="T38" fmla="*/ 2147483646 w 397"/>
              <a:gd name="T39" fmla="*/ 2147483646 h 228"/>
              <a:gd name="T40" fmla="*/ 2147483646 w 397"/>
              <a:gd name="T41" fmla="*/ 2147483646 h 2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97" h="228">
                <a:moveTo>
                  <a:pt x="50" y="220"/>
                </a:moveTo>
                <a:lnTo>
                  <a:pt x="50" y="220"/>
                </a:lnTo>
                <a:cubicBezTo>
                  <a:pt x="198" y="71"/>
                  <a:pt x="198" y="71"/>
                  <a:pt x="198" y="71"/>
                </a:cubicBezTo>
                <a:cubicBezTo>
                  <a:pt x="354" y="220"/>
                  <a:pt x="354" y="220"/>
                  <a:pt x="354" y="220"/>
                </a:cubicBezTo>
                <a:cubicBezTo>
                  <a:pt x="354" y="227"/>
                  <a:pt x="361" y="227"/>
                  <a:pt x="368" y="227"/>
                </a:cubicBezTo>
                <a:cubicBezTo>
                  <a:pt x="389" y="227"/>
                  <a:pt x="396" y="220"/>
                  <a:pt x="396" y="198"/>
                </a:cubicBezTo>
                <a:cubicBezTo>
                  <a:pt x="396" y="191"/>
                  <a:pt x="396" y="184"/>
                  <a:pt x="389" y="184"/>
                </a:cubicBezTo>
                <a:cubicBezTo>
                  <a:pt x="220" y="15"/>
                  <a:pt x="220" y="15"/>
                  <a:pt x="220" y="15"/>
                </a:cubicBezTo>
                <a:cubicBezTo>
                  <a:pt x="213" y="8"/>
                  <a:pt x="205" y="0"/>
                  <a:pt x="198" y="0"/>
                </a:cubicBezTo>
                <a:cubicBezTo>
                  <a:pt x="191" y="0"/>
                  <a:pt x="184" y="8"/>
                  <a:pt x="177" y="15"/>
                </a:cubicBezTo>
                <a:cubicBezTo>
                  <a:pt x="8" y="184"/>
                  <a:pt x="8" y="184"/>
                  <a:pt x="8" y="184"/>
                </a:cubicBezTo>
                <a:cubicBezTo>
                  <a:pt x="8" y="184"/>
                  <a:pt x="0" y="191"/>
                  <a:pt x="0" y="198"/>
                </a:cubicBezTo>
                <a:cubicBezTo>
                  <a:pt x="0" y="220"/>
                  <a:pt x="15" y="227"/>
                  <a:pt x="29" y="227"/>
                </a:cubicBezTo>
                <a:cubicBezTo>
                  <a:pt x="43" y="227"/>
                  <a:pt x="50" y="227"/>
                  <a:pt x="50" y="22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4" name="Freeform 8">
            <a:extLst>
              <a:ext uri="{FF2B5EF4-FFF2-40B4-BE49-F238E27FC236}">
                <a16:creationId xmlns:a16="http://schemas.microsoft.com/office/drawing/2014/main" id="{C5FCBD56-69C4-79D0-D01A-D10A8CA841F1}"/>
              </a:ext>
            </a:extLst>
          </p:cNvPr>
          <p:cNvSpPr>
            <a:spLocks noChangeArrowheads="1"/>
          </p:cNvSpPr>
          <p:nvPr/>
        </p:nvSpPr>
        <p:spPr bwMode="auto">
          <a:xfrm>
            <a:off x="4553162" y="4981676"/>
            <a:ext cx="361088" cy="208629"/>
          </a:xfrm>
          <a:custGeom>
            <a:avLst/>
            <a:gdLst>
              <a:gd name="T0" fmla="*/ 2147483646 w 397"/>
              <a:gd name="T1" fmla="*/ 2147483646 h 228"/>
              <a:gd name="T2" fmla="*/ 2147483646 w 397"/>
              <a:gd name="T3" fmla="*/ 2147483646 h 228"/>
              <a:gd name="T4" fmla="*/ 2147483646 w 397"/>
              <a:gd name="T5" fmla="*/ 2147483646 h 228"/>
              <a:gd name="T6" fmla="*/ 2147483646 w 397"/>
              <a:gd name="T7" fmla="*/ 2147483646 h 228"/>
              <a:gd name="T8" fmla="*/ 2147483646 w 397"/>
              <a:gd name="T9" fmla="*/ 2147483646 h 228"/>
              <a:gd name="T10" fmla="*/ 2147483646 w 397"/>
              <a:gd name="T11" fmla="*/ 0 h 228"/>
              <a:gd name="T12" fmla="*/ 2147483646 w 397"/>
              <a:gd name="T13" fmla="*/ 2147483646 h 228"/>
              <a:gd name="T14" fmla="*/ 2147483646 w 397"/>
              <a:gd name="T15" fmla="*/ 2147483646 h 228"/>
              <a:gd name="T16" fmla="*/ 2147483646 w 397"/>
              <a:gd name="T17" fmla="*/ 2147483646 h 228"/>
              <a:gd name="T18" fmla="*/ 2147483646 w 397"/>
              <a:gd name="T19" fmla="*/ 2147483646 h 228"/>
              <a:gd name="T20" fmla="*/ 2147483646 w 397"/>
              <a:gd name="T21" fmla="*/ 2147483646 h 228"/>
              <a:gd name="T22" fmla="*/ 2147483646 w 397"/>
              <a:gd name="T23" fmla="*/ 2147483646 h 228"/>
              <a:gd name="T24" fmla="*/ 2147483646 w 397"/>
              <a:gd name="T25" fmla="*/ 2147483646 h 228"/>
              <a:gd name="T26" fmla="*/ 2147483646 w 397"/>
              <a:gd name="T27" fmla="*/ 2147483646 h 228"/>
              <a:gd name="T28" fmla="*/ 2147483646 w 397"/>
              <a:gd name="T29" fmla="*/ 2147483646 h 228"/>
              <a:gd name="T30" fmla="*/ 2147483646 w 397"/>
              <a:gd name="T31" fmla="*/ 2147483646 h 228"/>
              <a:gd name="T32" fmla="*/ 2147483646 w 397"/>
              <a:gd name="T33" fmla="*/ 2147483646 h 228"/>
              <a:gd name="T34" fmla="*/ 2147483646 w 397"/>
              <a:gd name="T35" fmla="*/ 2147483646 h 228"/>
              <a:gd name="T36" fmla="*/ 0 w 397"/>
              <a:gd name="T37" fmla="*/ 2147483646 h 228"/>
              <a:gd name="T38" fmla="*/ 2147483646 w 397"/>
              <a:gd name="T39" fmla="*/ 0 h 228"/>
              <a:gd name="T40" fmla="*/ 2147483646 w 397"/>
              <a:gd name="T41" fmla="*/ 2147483646 h 2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97" h="228">
                <a:moveTo>
                  <a:pt x="50" y="15"/>
                </a:moveTo>
                <a:lnTo>
                  <a:pt x="50" y="15"/>
                </a:lnTo>
                <a:cubicBezTo>
                  <a:pt x="198" y="163"/>
                  <a:pt x="198" y="163"/>
                  <a:pt x="198" y="163"/>
                </a:cubicBezTo>
                <a:cubicBezTo>
                  <a:pt x="347" y="8"/>
                  <a:pt x="347" y="8"/>
                  <a:pt x="347" y="8"/>
                </a:cubicBezTo>
                <a:cubicBezTo>
                  <a:pt x="354" y="8"/>
                  <a:pt x="361" y="0"/>
                  <a:pt x="368" y="0"/>
                </a:cubicBezTo>
                <a:cubicBezTo>
                  <a:pt x="382" y="0"/>
                  <a:pt x="396" y="15"/>
                  <a:pt x="396" y="29"/>
                </a:cubicBezTo>
                <a:cubicBezTo>
                  <a:pt x="396" y="36"/>
                  <a:pt x="396" y="43"/>
                  <a:pt x="389" y="50"/>
                </a:cubicBezTo>
                <a:cubicBezTo>
                  <a:pt x="220" y="220"/>
                  <a:pt x="220" y="220"/>
                  <a:pt x="220" y="220"/>
                </a:cubicBezTo>
                <a:cubicBezTo>
                  <a:pt x="212" y="227"/>
                  <a:pt x="205" y="227"/>
                  <a:pt x="198" y="227"/>
                </a:cubicBezTo>
                <a:cubicBezTo>
                  <a:pt x="191" y="227"/>
                  <a:pt x="184" y="227"/>
                  <a:pt x="177" y="220"/>
                </a:cubicBezTo>
                <a:cubicBezTo>
                  <a:pt x="7" y="50"/>
                  <a:pt x="7" y="50"/>
                  <a:pt x="7" y="50"/>
                </a:cubicBezTo>
                <a:cubicBezTo>
                  <a:pt x="0" y="43"/>
                  <a:pt x="0" y="36"/>
                  <a:pt x="0" y="29"/>
                </a:cubicBezTo>
                <a:cubicBezTo>
                  <a:pt x="0" y="15"/>
                  <a:pt x="15" y="0"/>
                  <a:pt x="29" y="0"/>
                </a:cubicBezTo>
                <a:cubicBezTo>
                  <a:pt x="36" y="0"/>
                  <a:pt x="43" y="8"/>
                  <a:pt x="50" y="15"/>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5" name="Freeform 9">
            <a:extLst>
              <a:ext uri="{FF2B5EF4-FFF2-40B4-BE49-F238E27FC236}">
                <a16:creationId xmlns:a16="http://schemas.microsoft.com/office/drawing/2014/main" id="{89463F5C-E57C-F49A-416F-D2C58B012226}"/>
              </a:ext>
            </a:extLst>
          </p:cNvPr>
          <p:cNvSpPr>
            <a:spLocks noChangeArrowheads="1"/>
          </p:cNvSpPr>
          <p:nvPr/>
        </p:nvSpPr>
        <p:spPr bwMode="auto">
          <a:xfrm>
            <a:off x="3626370" y="4945569"/>
            <a:ext cx="288870" cy="288870"/>
          </a:xfrm>
          <a:custGeom>
            <a:avLst/>
            <a:gdLst>
              <a:gd name="T0" fmla="*/ 2147483646 w 319"/>
              <a:gd name="T1" fmla="*/ 2147483646 h 319"/>
              <a:gd name="T2" fmla="*/ 2147483646 w 319"/>
              <a:gd name="T3" fmla="*/ 2147483646 h 319"/>
              <a:gd name="T4" fmla="*/ 2147483646 w 319"/>
              <a:gd name="T5" fmla="*/ 2147483646 h 319"/>
              <a:gd name="T6" fmla="*/ 2147483646 w 319"/>
              <a:gd name="T7" fmla="*/ 2147483646 h 319"/>
              <a:gd name="T8" fmla="*/ 2147483646 w 319"/>
              <a:gd name="T9" fmla="*/ 2147483646 h 319"/>
              <a:gd name="T10" fmla="*/ 2147483646 w 319"/>
              <a:gd name="T11" fmla="*/ 2147483646 h 319"/>
              <a:gd name="T12" fmla="*/ 2147483646 w 319"/>
              <a:gd name="T13" fmla="*/ 2147483646 h 319"/>
              <a:gd name="T14" fmla="*/ 2147483646 w 319"/>
              <a:gd name="T15" fmla="*/ 2147483646 h 319"/>
              <a:gd name="T16" fmla="*/ 2147483646 w 319"/>
              <a:gd name="T17" fmla="*/ 2147483646 h 319"/>
              <a:gd name="T18" fmla="*/ 2147483646 w 319"/>
              <a:gd name="T19" fmla="*/ 2147483646 h 319"/>
              <a:gd name="T20" fmla="*/ 2147483646 w 319"/>
              <a:gd name="T21" fmla="*/ 2147483646 h 319"/>
              <a:gd name="T22" fmla="*/ 2147483646 w 319"/>
              <a:gd name="T23" fmla="*/ 2147483646 h 319"/>
              <a:gd name="T24" fmla="*/ 2147483646 w 319"/>
              <a:gd name="T25" fmla="*/ 2147483646 h 319"/>
              <a:gd name="T26" fmla="*/ 0 w 319"/>
              <a:gd name="T27" fmla="*/ 2147483646 h 319"/>
              <a:gd name="T28" fmla="*/ 2147483646 w 319"/>
              <a:gd name="T29" fmla="*/ 2147483646 h 319"/>
              <a:gd name="T30" fmla="*/ 2147483646 w 319"/>
              <a:gd name="T31" fmla="*/ 2147483646 h 319"/>
              <a:gd name="T32" fmla="*/ 2147483646 w 319"/>
              <a:gd name="T33" fmla="*/ 2147483646 h 319"/>
              <a:gd name="T34" fmla="*/ 2147483646 w 319"/>
              <a:gd name="T35" fmla="*/ 2147483646 h 319"/>
              <a:gd name="T36" fmla="*/ 2147483646 w 319"/>
              <a:gd name="T37" fmla="*/ 2147483646 h 319"/>
              <a:gd name="T38" fmla="*/ 0 w 319"/>
              <a:gd name="T39" fmla="*/ 2147483646 h 319"/>
              <a:gd name="T40" fmla="*/ 2147483646 w 319"/>
              <a:gd name="T41" fmla="*/ 0 h 319"/>
              <a:gd name="T42" fmla="*/ 2147483646 w 319"/>
              <a:gd name="T43" fmla="*/ 2147483646 h 319"/>
              <a:gd name="T44" fmla="*/ 2147483646 w 319"/>
              <a:gd name="T45" fmla="*/ 2147483646 h 319"/>
              <a:gd name="T46" fmla="*/ 2147483646 w 319"/>
              <a:gd name="T47" fmla="*/ 2147483646 h 319"/>
              <a:gd name="T48" fmla="*/ 2147483646 w 319"/>
              <a:gd name="T49" fmla="*/ 2147483646 h 319"/>
              <a:gd name="T50" fmla="*/ 2147483646 w 319"/>
              <a:gd name="T51" fmla="*/ 2147483646 h 319"/>
              <a:gd name="T52" fmla="*/ 2147483646 w 319"/>
              <a:gd name="T53" fmla="*/ 0 h 319"/>
              <a:gd name="T54" fmla="*/ 2147483646 w 319"/>
              <a:gd name="T55" fmla="*/ 2147483646 h 319"/>
              <a:gd name="T56" fmla="*/ 2147483646 w 319"/>
              <a:gd name="T57" fmla="*/ 2147483646 h 31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19" h="319">
                <a:moveTo>
                  <a:pt x="311" y="42"/>
                </a:moveTo>
                <a:lnTo>
                  <a:pt x="311" y="42"/>
                </a:lnTo>
                <a:cubicBezTo>
                  <a:pt x="198" y="155"/>
                  <a:pt x="198" y="155"/>
                  <a:pt x="198" y="155"/>
                </a:cubicBezTo>
                <a:cubicBezTo>
                  <a:pt x="311" y="269"/>
                  <a:pt x="311" y="269"/>
                  <a:pt x="311" y="269"/>
                </a:cubicBezTo>
                <a:cubicBezTo>
                  <a:pt x="318" y="276"/>
                  <a:pt x="318" y="283"/>
                  <a:pt x="318" y="290"/>
                </a:cubicBezTo>
                <a:cubicBezTo>
                  <a:pt x="318" y="304"/>
                  <a:pt x="311" y="318"/>
                  <a:pt x="289" y="318"/>
                </a:cubicBezTo>
                <a:cubicBezTo>
                  <a:pt x="282" y="318"/>
                  <a:pt x="275" y="318"/>
                  <a:pt x="275" y="311"/>
                </a:cubicBezTo>
                <a:cubicBezTo>
                  <a:pt x="162" y="198"/>
                  <a:pt x="162" y="198"/>
                  <a:pt x="162" y="198"/>
                </a:cubicBezTo>
                <a:cubicBezTo>
                  <a:pt x="49" y="311"/>
                  <a:pt x="49" y="311"/>
                  <a:pt x="49" y="311"/>
                </a:cubicBezTo>
                <a:cubicBezTo>
                  <a:pt x="42" y="318"/>
                  <a:pt x="35" y="318"/>
                  <a:pt x="28" y="318"/>
                </a:cubicBezTo>
                <a:cubicBezTo>
                  <a:pt x="14" y="318"/>
                  <a:pt x="0" y="304"/>
                  <a:pt x="0" y="290"/>
                </a:cubicBezTo>
                <a:cubicBezTo>
                  <a:pt x="0" y="283"/>
                  <a:pt x="0" y="276"/>
                  <a:pt x="7" y="269"/>
                </a:cubicBezTo>
                <a:cubicBezTo>
                  <a:pt x="120" y="155"/>
                  <a:pt x="120" y="155"/>
                  <a:pt x="120" y="155"/>
                </a:cubicBezTo>
                <a:cubicBezTo>
                  <a:pt x="7" y="42"/>
                  <a:pt x="7" y="42"/>
                  <a:pt x="7" y="42"/>
                </a:cubicBezTo>
                <a:cubicBezTo>
                  <a:pt x="0" y="42"/>
                  <a:pt x="0" y="35"/>
                  <a:pt x="0" y="28"/>
                </a:cubicBezTo>
                <a:cubicBezTo>
                  <a:pt x="0" y="7"/>
                  <a:pt x="14" y="0"/>
                  <a:pt x="28" y="0"/>
                </a:cubicBezTo>
                <a:cubicBezTo>
                  <a:pt x="35" y="0"/>
                  <a:pt x="42" y="0"/>
                  <a:pt x="49" y="7"/>
                </a:cubicBezTo>
                <a:cubicBezTo>
                  <a:pt x="162" y="120"/>
                  <a:pt x="162" y="120"/>
                  <a:pt x="162" y="120"/>
                </a:cubicBezTo>
                <a:cubicBezTo>
                  <a:pt x="275" y="7"/>
                  <a:pt x="275" y="7"/>
                  <a:pt x="275" y="7"/>
                </a:cubicBezTo>
                <a:cubicBezTo>
                  <a:pt x="275" y="0"/>
                  <a:pt x="282" y="0"/>
                  <a:pt x="289" y="0"/>
                </a:cubicBezTo>
                <a:cubicBezTo>
                  <a:pt x="311" y="0"/>
                  <a:pt x="318" y="7"/>
                  <a:pt x="318" y="28"/>
                </a:cubicBezTo>
                <a:cubicBezTo>
                  <a:pt x="318" y="35"/>
                  <a:pt x="318" y="42"/>
                  <a:pt x="311" y="42"/>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6" name="Freeform 10">
            <a:extLst>
              <a:ext uri="{FF2B5EF4-FFF2-40B4-BE49-F238E27FC236}">
                <a16:creationId xmlns:a16="http://schemas.microsoft.com/office/drawing/2014/main" id="{0D4D8367-3FF3-547F-ACCF-A6C91EEAAAAC}"/>
              </a:ext>
            </a:extLst>
          </p:cNvPr>
          <p:cNvSpPr>
            <a:spLocks noChangeArrowheads="1"/>
          </p:cNvSpPr>
          <p:nvPr/>
        </p:nvSpPr>
        <p:spPr bwMode="auto">
          <a:xfrm>
            <a:off x="2627359" y="4969641"/>
            <a:ext cx="361088" cy="244736"/>
          </a:xfrm>
          <a:custGeom>
            <a:avLst/>
            <a:gdLst>
              <a:gd name="T0" fmla="*/ 2147483646 w 397"/>
              <a:gd name="T1" fmla="*/ 2147483646 h 270"/>
              <a:gd name="T2" fmla="*/ 2147483646 w 397"/>
              <a:gd name="T3" fmla="*/ 2147483646 h 270"/>
              <a:gd name="T4" fmla="*/ 2147483646 w 397"/>
              <a:gd name="T5" fmla="*/ 2147483646 h 270"/>
              <a:gd name="T6" fmla="*/ 2147483646 w 397"/>
              <a:gd name="T7" fmla="*/ 2147483646 h 270"/>
              <a:gd name="T8" fmla="*/ 2147483646 w 397"/>
              <a:gd name="T9" fmla="*/ 2147483646 h 270"/>
              <a:gd name="T10" fmla="*/ 2147483646 w 397"/>
              <a:gd name="T11" fmla="*/ 2147483646 h 270"/>
              <a:gd name="T12" fmla="*/ 2147483646 w 397"/>
              <a:gd name="T13" fmla="*/ 2147483646 h 270"/>
              <a:gd name="T14" fmla="*/ 2147483646 w 397"/>
              <a:gd name="T15" fmla="*/ 2147483646 h 270"/>
              <a:gd name="T16" fmla="*/ 2147483646 w 397"/>
              <a:gd name="T17" fmla="*/ 2147483646 h 270"/>
              <a:gd name="T18" fmla="*/ 2147483646 w 397"/>
              <a:gd name="T19" fmla="*/ 2147483646 h 270"/>
              <a:gd name="T20" fmla="*/ 0 w 397"/>
              <a:gd name="T21" fmla="*/ 2147483646 h 270"/>
              <a:gd name="T22" fmla="*/ 2147483646 w 397"/>
              <a:gd name="T23" fmla="*/ 2147483646 h 270"/>
              <a:gd name="T24" fmla="*/ 2147483646 w 397"/>
              <a:gd name="T25" fmla="*/ 2147483646 h 270"/>
              <a:gd name="T26" fmla="*/ 2147483646 w 397"/>
              <a:gd name="T27" fmla="*/ 2147483646 h 270"/>
              <a:gd name="T28" fmla="*/ 2147483646 w 397"/>
              <a:gd name="T29" fmla="*/ 2147483646 h 270"/>
              <a:gd name="T30" fmla="*/ 2147483646 w 397"/>
              <a:gd name="T31" fmla="*/ 2147483646 h 270"/>
              <a:gd name="T32" fmla="*/ 2147483646 w 397"/>
              <a:gd name="T33" fmla="*/ 2147483646 h 270"/>
              <a:gd name="T34" fmla="*/ 2147483646 w 397"/>
              <a:gd name="T35" fmla="*/ 0 h 270"/>
              <a:gd name="T36" fmla="*/ 2147483646 w 397"/>
              <a:gd name="T37" fmla="*/ 2147483646 h 270"/>
              <a:gd name="T38" fmla="*/ 2147483646 w 397"/>
              <a:gd name="T39" fmla="*/ 2147483646 h 2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97" h="270">
                <a:moveTo>
                  <a:pt x="389" y="43"/>
                </a:moveTo>
                <a:lnTo>
                  <a:pt x="389" y="43"/>
                </a:lnTo>
                <a:cubicBezTo>
                  <a:pt x="170" y="262"/>
                  <a:pt x="170" y="262"/>
                  <a:pt x="170" y="262"/>
                </a:cubicBezTo>
                <a:cubicBezTo>
                  <a:pt x="170" y="269"/>
                  <a:pt x="163" y="269"/>
                  <a:pt x="156" y="269"/>
                </a:cubicBezTo>
                <a:cubicBezTo>
                  <a:pt x="149" y="269"/>
                  <a:pt x="141" y="269"/>
                  <a:pt x="134" y="262"/>
                </a:cubicBezTo>
                <a:cubicBezTo>
                  <a:pt x="14" y="142"/>
                  <a:pt x="14" y="142"/>
                  <a:pt x="14" y="142"/>
                </a:cubicBezTo>
                <a:cubicBezTo>
                  <a:pt x="7" y="135"/>
                  <a:pt x="0" y="127"/>
                  <a:pt x="0" y="120"/>
                </a:cubicBezTo>
                <a:cubicBezTo>
                  <a:pt x="0" y="106"/>
                  <a:pt x="14" y="92"/>
                  <a:pt x="28" y="92"/>
                </a:cubicBezTo>
                <a:cubicBezTo>
                  <a:pt x="36" y="92"/>
                  <a:pt x="43" y="92"/>
                  <a:pt x="50" y="99"/>
                </a:cubicBezTo>
                <a:cubicBezTo>
                  <a:pt x="156" y="205"/>
                  <a:pt x="156" y="205"/>
                  <a:pt x="156" y="205"/>
                </a:cubicBezTo>
                <a:cubicBezTo>
                  <a:pt x="354" y="7"/>
                  <a:pt x="354" y="7"/>
                  <a:pt x="354" y="7"/>
                </a:cubicBezTo>
                <a:cubicBezTo>
                  <a:pt x="354" y="0"/>
                  <a:pt x="361" y="0"/>
                  <a:pt x="368" y="0"/>
                </a:cubicBezTo>
                <a:cubicBezTo>
                  <a:pt x="389" y="0"/>
                  <a:pt x="396" y="7"/>
                  <a:pt x="396" y="29"/>
                </a:cubicBezTo>
                <a:cubicBezTo>
                  <a:pt x="396" y="36"/>
                  <a:pt x="396" y="43"/>
                  <a:pt x="389" y="4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7" name="Freeform 11">
            <a:extLst>
              <a:ext uri="{FF2B5EF4-FFF2-40B4-BE49-F238E27FC236}">
                <a16:creationId xmlns:a16="http://schemas.microsoft.com/office/drawing/2014/main" id="{068AF20F-1437-6CAF-6945-14F947BF677B}"/>
              </a:ext>
            </a:extLst>
          </p:cNvPr>
          <p:cNvSpPr>
            <a:spLocks noChangeArrowheads="1"/>
          </p:cNvSpPr>
          <p:nvPr/>
        </p:nvSpPr>
        <p:spPr bwMode="auto">
          <a:xfrm>
            <a:off x="1652423" y="5057907"/>
            <a:ext cx="401209" cy="52156"/>
          </a:xfrm>
          <a:custGeom>
            <a:avLst/>
            <a:gdLst>
              <a:gd name="T0" fmla="*/ 2147483646 w 439"/>
              <a:gd name="T1" fmla="*/ 2147483646 h 58"/>
              <a:gd name="T2" fmla="*/ 2147483646 w 439"/>
              <a:gd name="T3" fmla="*/ 2147483646 h 58"/>
              <a:gd name="T4" fmla="*/ 2147483646 w 439"/>
              <a:gd name="T5" fmla="*/ 2147483646 h 58"/>
              <a:gd name="T6" fmla="*/ 2147483646 w 439"/>
              <a:gd name="T7" fmla="*/ 2147483646 h 58"/>
              <a:gd name="T8" fmla="*/ 2147483646 w 439"/>
              <a:gd name="T9" fmla="*/ 2147483646 h 58"/>
              <a:gd name="T10" fmla="*/ 0 w 439"/>
              <a:gd name="T11" fmla="*/ 2147483646 h 58"/>
              <a:gd name="T12" fmla="*/ 2147483646 w 439"/>
              <a:gd name="T13" fmla="*/ 0 h 58"/>
              <a:gd name="T14" fmla="*/ 2147483646 w 439"/>
              <a:gd name="T15" fmla="*/ 0 h 58"/>
              <a:gd name="T16" fmla="*/ 2147483646 w 439"/>
              <a:gd name="T17" fmla="*/ 0 h 58"/>
              <a:gd name="T18" fmla="*/ 2147483646 w 439"/>
              <a:gd name="T19" fmla="*/ 0 h 58"/>
              <a:gd name="T20" fmla="*/ 2147483646 w 439"/>
              <a:gd name="T21" fmla="*/ 2147483646 h 58"/>
              <a:gd name="T22" fmla="*/ 2147483646 w 439"/>
              <a:gd name="T23" fmla="*/ 2147483646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39" h="58">
                <a:moveTo>
                  <a:pt x="410" y="57"/>
                </a:moveTo>
                <a:lnTo>
                  <a:pt x="410" y="57"/>
                </a:lnTo>
                <a:cubicBezTo>
                  <a:pt x="247" y="57"/>
                  <a:pt x="247" y="57"/>
                  <a:pt x="247" y="57"/>
                </a:cubicBezTo>
                <a:cubicBezTo>
                  <a:pt x="191" y="57"/>
                  <a:pt x="191" y="57"/>
                  <a:pt x="191" y="57"/>
                </a:cubicBezTo>
                <a:cubicBezTo>
                  <a:pt x="28" y="57"/>
                  <a:pt x="28" y="57"/>
                  <a:pt x="28" y="57"/>
                </a:cubicBezTo>
                <a:cubicBezTo>
                  <a:pt x="14" y="57"/>
                  <a:pt x="0" y="50"/>
                  <a:pt x="0" y="28"/>
                </a:cubicBezTo>
                <a:cubicBezTo>
                  <a:pt x="0" y="14"/>
                  <a:pt x="14" y="0"/>
                  <a:pt x="28" y="0"/>
                </a:cubicBezTo>
                <a:cubicBezTo>
                  <a:pt x="191" y="0"/>
                  <a:pt x="191" y="0"/>
                  <a:pt x="191" y="0"/>
                </a:cubicBezTo>
                <a:cubicBezTo>
                  <a:pt x="247" y="0"/>
                  <a:pt x="247" y="0"/>
                  <a:pt x="247" y="0"/>
                </a:cubicBezTo>
                <a:cubicBezTo>
                  <a:pt x="410" y="0"/>
                  <a:pt x="410" y="0"/>
                  <a:pt x="410" y="0"/>
                </a:cubicBezTo>
                <a:cubicBezTo>
                  <a:pt x="424" y="0"/>
                  <a:pt x="438" y="14"/>
                  <a:pt x="438" y="28"/>
                </a:cubicBezTo>
                <a:cubicBezTo>
                  <a:pt x="438" y="50"/>
                  <a:pt x="424" y="57"/>
                  <a:pt x="410" y="57"/>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8" name="Freeform 12">
            <a:extLst>
              <a:ext uri="{FF2B5EF4-FFF2-40B4-BE49-F238E27FC236}">
                <a16:creationId xmlns:a16="http://schemas.microsoft.com/office/drawing/2014/main" id="{4C88F7D8-F60B-C218-E59E-10EBAD482E6C}"/>
              </a:ext>
            </a:extLst>
          </p:cNvPr>
          <p:cNvSpPr>
            <a:spLocks noChangeArrowheads="1"/>
          </p:cNvSpPr>
          <p:nvPr/>
        </p:nvSpPr>
        <p:spPr bwMode="auto">
          <a:xfrm>
            <a:off x="693532" y="4893410"/>
            <a:ext cx="393185" cy="393185"/>
          </a:xfrm>
          <a:custGeom>
            <a:avLst/>
            <a:gdLst>
              <a:gd name="T0" fmla="*/ 2147483646 w 432"/>
              <a:gd name="T1" fmla="*/ 2147483646 h 432"/>
              <a:gd name="T2" fmla="*/ 2147483646 w 432"/>
              <a:gd name="T3" fmla="*/ 2147483646 h 432"/>
              <a:gd name="T4" fmla="*/ 2147483646 w 432"/>
              <a:gd name="T5" fmla="*/ 2147483646 h 432"/>
              <a:gd name="T6" fmla="*/ 2147483646 w 432"/>
              <a:gd name="T7" fmla="*/ 2147483646 h 432"/>
              <a:gd name="T8" fmla="*/ 2147483646 w 432"/>
              <a:gd name="T9" fmla="*/ 2147483646 h 432"/>
              <a:gd name="T10" fmla="*/ 2147483646 w 432"/>
              <a:gd name="T11" fmla="*/ 2147483646 h 432"/>
              <a:gd name="T12" fmla="*/ 2147483646 w 432"/>
              <a:gd name="T13" fmla="*/ 2147483646 h 432"/>
              <a:gd name="T14" fmla="*/ 2147483646 w 432"/>
              <a:gd name="T15" fmla="*/ 2147483646 h 432"/>
              <a:gd name="T16" fmla="*/ 0 w 432"/>
              <a:gd name="T17" fmla="*/ 2147483646 h 432"/>
              <a:gd name="T18" fmla="*/ 2147483646 w 432"/>
              <a:gd name="T19" fmla="*/ 2147483646 h 432"/>
              <a:gd name="T20" fmla="*/ 2147483646 w 432"/>
              <a:gd name="T21" fmla="*/ 2147483646 h 432"/>
              <a:gd name="T22" fmla="*/ 2147483646 w 432"/>
              <a:gd name="T23" fmla="*/ 2147483646 h 432"/>
              <a:gd name="T24" fmla="*/ 2147483646 w 432"/>
              <a:gd name="T25" fmla="*/ 0 h 432"/>
              <a:gd name="T26" fmla="*/ 2147483646 w 432"/>
              <a:gd name="T27" fmla="*/ 2147483646 h 432"/>
              <a:gd name="T28" fmla="*/ 2147483646 w 432"/>
              <a:gd name="T29" fmla="*/ 2147483646 h 432"/>
              <a:gd name="T30" fmla="*/ 2147483646 w 432"/>
              <a:gd name="T31" fmla="*/ 2147483646 h 432"/>
              <a:gd name="T32" fmla="*/ 2147483646 w 432"/>
              <a:gd name="T33" fmla="*/ 2147483646 h 432"/>
              <a:gd name="T34" fmla="*/ 2147483646 w 432"/>
              <a:gd name="T35" fmla="*/ 2147483646 h 43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32" h="432">
                <a:moveTo>
                  <a:pt x="403" y="240"/>
                </a:moveTo>
                <a:lnTo>
                  <a:pt x="403" y="240"/>
                </a:lnTo>
                <a:cubicBezTo>
                  <a:pt x="247" y="240"/>
                  <a:pt x="247" y="240"/>
                  <a:pt x="247" y="240"/>
                </a:cubicBezTo>
                <a:cubicBezTo>
                  <a:pt x="247" y="402"/>
                  <a:pt x="247" y="402"/>
                  <a:pt x="247" y="402"/>
                </a:cubicBezTo>
                <a:cubicBezTo>
                  <a:pt x="247" y="417"/>
                  <a:pt x="233" y="431"/>
                  <a:pt x="219" y="431"/>
                </a:cubicBezTo>
                <a:cubicBezTo>
                  <a:pt x="198" y="431"/>
                  <a:pt x="191" y="417"/>
                  <a:pt x="191" y="402"/>
                </a:cubicBezTo>
                <a:cubicBezTo>
                  <a:pt x="191" y="240"/>
                  <a:pt x="191" y="240"/>
                  <a:pt x="191" y="240"/>
                </a:cubicBezTo>
                <a:cubicBezTo>
                  <a:pt x="28" y="240"/>
                  <a:pt x="28" y="240"/>
                  <a:pt x="28" y="240"/>
                </a:cubicBezTo>
                <a:cubicBezTo>
                  <a:pt x="14" y="240"/>
                  <a:pt x="0" y="233"/>
                  <a:pt x="0" y="211"/>
                </a:cubicBezTo>
                <a:cubicBezTo>
                  <a:pt x="0" y="197"/>
                  <a:pt x="14" y="183"/>
                  <a:pt x="28" y="183"/>
                </a:cubicBezTo>
                <a:cubicBezTo>
                  <a:pt x="191" y="183"/>
                  <a:pt x="191" y="183"/>
                  <a:pt x="191" y="183"/>
                </a:cubicBezTo>
                <a:cubicBezTo>
                  <a:pt x="191" y="28"/>
                  <a:pt x="191" y="28"/>
                  <a:pt x="191" y="28"/>
                </a:cubicBezTo>
                <a:cubicBezTo>
                  <a:pt x="191" y="7"/>
                  <a:pt x="198" y="0"/>
                  <a:pt x="219" y="0"/>
                </a:cubicBezTo>
                <a:cubicBezTo>
                  <a:pt x="233" y="0"/>
                  <a:pt x="247" y="7"/>
                  <a:pt x="247" y="28"/>
                </a:cubicBezTo>
                <a:cubicBezTo>
                  <a:pt x="247" y="183"/>
                  <a:pt x="247" y="183"/>
                  <a:pt x="247" y="183"/>
                </a:cubicBezTo>
                <a:cubicBezTo>
                  <a:pt x="403" y="183"/>
                  <a:pt x="403" y="183"/>
                  <a:pt x="403" y="183"/>
                </a:cubicBezTo>
                <a:cubicBezTo>
                  <a:pt x="424" y="183"/>
                  <a:pt x="431" y="197"/>
                  <a:pt x="431" y="211"/>
                </a:cubicBezTo>
                <a:cubicBezTo>
                  <a:pt x="431" y="233"/>
                  <a:pt x="424" y="240"/>
                  <a:pt x="403" y="24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199" name="Freeform 13">
            <a:extLst>
              <a:ext uri="{FF2B5EF4-FFF2-40B4-BE49-F238E27FC236}">
                <a16:creationId xmlns:a16="http://schemas.microsoft.com/office/drawing/2014/main" id="{D05361AA-9F7B-B929-8F22-2F65BEDAEC1F}"/>
              </a:ext>
            </a:extLst>
          </p:cNvPr>
          <p:cNvSpPr>
            <a:spLocks noChangeArrowheads="1"/>
          </p:cNvSpPr>
          <p:nvPr/>
        </p:nvSpPr>
        <p:spPr bwMode="auto">
          <a:xfrm>
            <a:off x="11349640" y="3850267"/>
            <a:ext cx="204618" cy="465402"/>
          </a:xfrm>
          <a:custGeom>
            <a:avLst/>
            <a:gdLst>
              <a:gd name="T0" fmla="*/ 2147483646 w 227"/>
              <a:gd name="T1" fmla="*/ 2147483646 h 510"/>
              <a:gd name="T2" fmla="*/ 2147483646 w 227"/>
              <a:gd name="T3" fmla="*/ 2147483646 h 510"/>
              <a:gd name="T4" fmla="*/ 0 w 227"/>
              <a:gd name="T5" fmla="*/ 2147483646 h 510"/>
              <a:gd name="T6" fmla="*/ 0 w 227"/>
              <a:gd name="T7" fmla="*/ 2147483646 h 510"/>
              <a:gd name="T8" fmla="*/ 0 w 227"/>
              <a:gd name="T9" fmla="*/ 2147483646 h 510"/>
              <a:gd name="T10" fmla="*/ 0 w 227"/>
              <a:gd name="T11" fmla="*/ 2147483646 h 510"/>
              <a:gd name="T12" fmla="*/ 0 w 227"/>
              <a:gd name="T13" fmla="*/ 2147483646 h 510"/>
              <a:gd name="T14" fmla="*/ 0 w 227"/>
              <a:gd name="T15" fmla="*/ 2147483646 h 510"/>
              <a:gd name="T16" fmla="*/ 2147483646 w 227"/>
              <a:gd name="T17" fmla="*/ 0 h 510"/>
              <a:gd name="T18" fmla="*/ 2147483646 w 227"/>
              <a:gd name="T19" fmla="*/ 0 h 510"/>
              <a:gd name="T20" fmla="*/ 2147483646 w 227"/>
              <a:gd name="T21" fmla="*/ 2147483646 h 510"/>
              <a:gd name="T22" fmla="*/ 2147483646 w 227"/>
              <a:gd name="T23" fmla="*/ 2147483646 h 510"/>
              <a:gd name="T24" fmla="*/ 2147483646 w 227"/>
              <a:gd name="T25" fmla="*/ 2147483646 h 510"/>
              <a:gd name="T26" fmla="*/ 2147483646 w 227"/>
              <a:gd name="T27" fmla="*/ 2147483646 h 510"/>
              <a:gd name="T28" fmla="*/ 2147483646 w 227"/>
              <a:gd name="T29" fmla="*/ 2147483646 h 510"/>
              <a:gd name="T30" fmla="*/ 2147483646 w 227"/>
              <a:gd name="T31" fmla="*/ 2147483646 h 510"/>
              <a:gd name="T32" fmla="*/ 2147483646 w 227"/>
              <a:gd name="T33" fmla="*/ 2147483646 h 5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27" h="510">
                <a:moveTo>
                  <a:pt x="113" y="396"/>
                </a:moveTo>
                <a:lnTo>
                  <a:pt x="113" y="396"/>
                </a:lnTo>
                <a:cubicBezTo>
                  <a:pt x="0" y="509"/>
                  <a:pt x="0" y="509"/>
                  <a:pt x="0" y="509"/>
                </a:cubicBezTo>
                <a:cubicBezTo>
                  <a:pt x="0" y="368"/>
                  <a:pt x="0" y="368"/>
                  <a:pt x="0" y="368"/>
                </a:cubicBezTo>
                <a:cubicBezTo>
                  <a:pt x="0" y="276"/>
                  <a:pt x="0" y="276"/>
                  <a:pt x="0" y="276"/>
                </a:cubicBezTo>
                <a:cubicBezTo>
                  <a:pt x="0" y="170"/>
                  <a:pt x="0" y="170"/>
                  <a:pt x="0" y="170"/>
                </a:cubicBezTo>
                <a:cubicBezTo>
                  <a:pt x="0" y="128"/>
                  <a:pt x="0" y="128"/>
                  <a:pt x="0" y="128"/>
                </a:cubicBezTo>
                <a:cubicBezTo>
                  <a:pt x="0" y="29"/>
                  <a:pt x="0" y="29"/>
                  <a:pt x="0" y="29"/>
                </a:cubicBezTo>
                <a:cubicBezTo>
                  <a:pt x="0" y="15"/>
                  <a:pt x="14" y="0"/>
                  <a:pt x="28" y="0"/>
                </a:cubicBezTo>
                <a:cubicBezTo>
                  <a:pt x="198" y="0"/>
                  <a:pt x="198" y="0"/>
                  <a:pt x="198" y="0"/>
                </a:cubicBezTo>
                <a:cubicBezTo>
                  <a:pt x="219" y="0"/>
                  <a:pt x="226" y="15"/>
                  <a:pt x="226" y="29"/>
                </a:cubicBezTo>
                <a:cubicBezTo>
                  <a:pt x="226" y="128"/>
                  <a:pt x="226" y="128"/>
                  <a:pt x="226" y="128"/>
                </a:cubicBezTo>
                <a:cubicBezTo>
                  <a:pt x="226" y="170"/>
                  <a:pt x="226" y="170"/>
                  <a:pt x="226" y="170"/>
                </a:cubicBezTo>
                <a:cubicBezTo>
                  <a:pt x="226" y="276"/>
                  <a:pt x="226" y="276"/>
                  <a:pt x="226" y="276"/>
                </a:cubicBezTo>
                <a:cubicBezTo>
                  <a:pt x="226" y="368"/>
                  <a:pt x="226" y="368"/>
                  <a:pt x="226" y="368"/>
                </a:cubicBezTo>
                <a:cubicBezTo>
                  <a:pt x="226" y="509"/>
                  <a:pt x="226" y="509"/>
                  <a:pt x="226" y="509"/>
                </a:cubicBezTo>
                <a:lnTo>
                  <a:pt x="113" y="396"/>
                </a:ln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0" name="Freeform 14">
            <a:extLst>
              <a:ext uri="{FF2B5EF4-FFF2-40B4-BE49-F238E27FC236}">
                <a16:creationId xmlns:a16="http://schemas.microsoft.com/office/drawing/2014/main" id="{5FA0E056-17AD-D28B-41B3-85D6A4E80143}"/>
              </a:ext>
            </a:extLst>
          </p:cNvPr>
          <p:cNvSpPr>
            <a:spLocks noChangeArrowheads="1"/>
          </p:cNvSpPr>
          <p:nvPr/>
        </p:nvSpPr>
        <p:spPr bwMode="auto">
          <a:xfrm>
            <a:off x="10214220" y="3850267"/>
            <a:ext cx="553668" cy="553668"/>
          </a:xfrm>
          <a:custGeom>
            <a:avLst/>
            <a:gdLst>
              <a:gd name="T0" fmla="*/ 2147483646 w 609"/>
              <a:gd name="T1" fmla="*/ 2147483646 h 609"/>
              <a:gd name="T2" fmla="*/ 2147483646 w 609"/>
              <a:gd name="T3" fmla="*/ 2147483646 h 609"/>
              <a:gd name="T4" fmla="*/ 2147483646 w 609"/>
              <a:gd name="T5" fmla="*/ 2147483646 h 609"/>
              <a:gd name="T6" fmla="*/ 0 w 609"/>
              <a:gd name="T7" fmla="*/ 2147483646 h 609"/>
              <a:gd name="T8" fmla="*/ 2147483646 w 609"/>
              <a:gd name="T9" fmla="*/ 2147483646 h 609"/>
              <a:gd name="T10" fmla="*/ 2147483646 w 609"/>
              <a:gd name="T11" fmla="*/ 2147483646 h 609"/>
              <a:gd name="T12" fmla="*/ 2147483646 w 609"/>
              <a:gd name="T13" fmla="*/ 2147483646 h 609"/>
              <a:gd name="T14" fmla="*/ 2147483646 w 609"/>
              <a:gd name="T15" fmla="*/ 2147483646 h 609"/>
              <a:gd name="T16" fmla="*/ 2147483646 w 609"/>
              <a:gd name="T17" fmla="*/ 2147483646 h 609"/>
              <a:gd name="T18" fmla="*/ 2147483646 w 609"/>
              <a:gd name="T19" fmla="*/ 2147483646 h 609"/>
              <a:gd name="T20" fmla="*/ 2147483646 w 609"/>
              <a:gd name="T21" fmla="*/ 2147483646 h 609"/>
              <a:gd name="T22" fmla="*/ 2147483646 w 609"/>
              <a:gd name="T23" fmla="*/ 2147483646 h 609"/>
              <a:gd name="T24" fmla="*/ 2147483646 w 609"/>
              <a:gd name="T25" fmla="*/ 2147483646 h 609"/>
              <a:gd name="T26" fmla="*/ 2147483646 w 609"/>
              <a:gd name="T27" fmla="*/ 2147483646 h 609"/>
              <a:gd name="T28" fmla="*/ 2147483646 w 609"/>
              <a:gd name="T29" fmla="*/ 2147483646 h 609"/>
              <a:gd name="T30" fmla="*/ 2147483646 w 609"/>
              <a:gd name="T31" fmla="*/ 2147483646 h 609"/>
              <a:gd name="T32" fmla="*/ 2147483646 w 609"/>
              <a:gd name="T33" fmla="*/ 2147483646 h 609"/>
              <a:gd name="T34" fmla="*/ 2147483646 w 609"/>
              <a:gd name="T35" fmla="*/ 2147483646 h 609"/>
              <a:gd name="T36" fmla="*/ 2147483646 w 609"/>
              <a:gd name="T37" fmla="*/ 2147483646 h 609"/>
              <a:gd name="T38" fmla="*/ 2147483646 w 609"/>
              <a:gd name="T39" fmla="*/ 2147483646 h 609"/>
              <a:gd name="T40" fmla="*/ 2147483646 w 609"/>
              <a:gd name="T41" fmla="*/ 2147483646 h 609"/>
              <a:gd name="T42" fmla="*/ 2147483646 w 609"/>
              <a:gd name="T43" fmla="*/ 2147483646 h 609"/>
              <a:gd name="T44" fmla="*/ 2147483646 w 609"/>
              <a:gd name="T45" fmla="*/ 2147483646 h 609"/>
              <a:gd name="T46" fmla="*/ 2147483646 w 609"/>
              <a:gd name="T47" fmla="*/ 2147483646 h 609"/>
              <a:gd name="T48" fmla="*/ 2147483646 w 609"/>
              <a:gd name="T49" fmla="*/ 2147483646 h 609"/>
              <a:gd name="T50" fmla="*/ 2147483646 w 609"/>
              <a:gd name="T51" fmla="*/ 2147483646 h 609"/>
              <a:gd name="T52" fmla="*/ 2147483646 w 609"/>
              <a:gd name="T53" fmla="*/ 2147483646 h 609"/>
              <a:gd name="T54" fmla="*/ 2147483646 w 609"/>
              <a:gd name="T55" fmla="*/ 2147483646 h 609"/>
              <a:gd name="T56" fmla="*/ 2147483646 w 609"/>
              <a:gd name="T57" fmla="*/ 2147483646 h 609"/>
              <a:gd name="T58" fmla="*/ 2147483646 w 609"/>
              <a:gd name="T59" fmla="*/ 2147483646 h 609"/>
              <a:gd name="T60" fmla="*/ 2147483646 w 609"/>
              <a:gd name="T61" fmla="*/ 2147483646 h 609"/>
              <a:gd name="T62" fmla="*/ 2147483646 w 609"/>
              <a:gd name="T63" fmla="*/ 2147483646 h 609"/>
              <a:gd name="T64" fmla="*/ 2147483646 w 609"/>
              <a:gd name="T65" fmla="*/ 2147483646 h 609"/>
              <a:gd name="T66" fmla="*/ 2147483646 w 609"/>
              <a:gd name="T67" fmla="*/ 2147483646 h 609"/>
              <a:gd name="T68" fmla="*/ 2147483646 w 609"/>
              <a:gd name="T69" fmla="*/ 2147483646 h 609"/>
              <a:gd name="T70" fmla="*/ 2147483646 w 609"/>
              <a:gd name="T71" fmla="*/ 2147483646 h 609"/>
              <a:gd name="T72" fmla="*/ 2147483646 w 609"/>
              <a:gd name="T73" fmla="*/ 2147483646 h 609"/>
              <a:gd name="T74" fmla="*/ 2147483646 w 609"/>
              <a:gd name="T75" fmla="*/ 2147483646 h 609"/>
              <a:gd name="T76" fmla="*/ 2147483646 w 609"/>
              <a:gd name="T77" fmla="*/ 2147483646 h 609"/>
              <a:gd name="T78" fmla="*/ 2147483646 w 609"/>
              <a:gd name="T79" fmla="*/ 2147483646 h 609"/>
              <a:gd name="T80" fmla="*/ 2147483646 w 609"/>
              <a:gd name="T81" fmla="*/ 2147483646 h 609"/>
              <a:gd name="T82" fmla="*/ 2147483646 w 609"/>
              <a:gd name="T83" fmla="*/ 2147483646 h 609"/>
              <a:gd name="T84" fmla="*/ 2147483646 w 609"/>
              <a:gd name="T85" fmla="*/ 2147483646 h 609"/>
              <a:gd name="T86" fmla="*/ 2147483646 w 609"/>
              <a:gd name="T87" fmla="*/ 2147483646 h 609"/>
              <a:gd name="T88" fmla="*/ 2147483646 w 609"/>
              <a:gd name="T89" fmla="*/ 2147483646 h 609"/>
              <a:gd name="T90" fmla="*/ 2147483646 w 609"/>
              <a:gd name="T91" fmla="*/ 2147483646 h 609"/>
              <a:gd name="T92" fmla="*/ 2147483646 w 609"/>
              <a:gd name="T93" fmla="*/ 2147483646 h 609"/>
              <a:gd name="T94" fmla="*/ 2147483646 w 609"/>
              <a:gd name="T95" fmla="*/ 2147483646 h 609"/>
              <a:gd name="T96" fmla="*/ 2147483646 w 609"/>
              <a:gd name="T97" fmla="*/ 2147483646 h 609"/>
              <a:gd name="T98" fmla="*/ 2147483646 w 609"/>
              <a:gd name="T99" fmla="*/ 2147483646 h 609"/>
              <a:gd name="T100" fmla="*/ 2147483646 w 609"/>
              <a:gd name="T101" fmla="*/ 2147483646 h 609"/>
              <a:gd name="T102" fmla="*/ 2147483646 w 609"/>
              <a:gd name="T103" fmla="*/ 2147483646 h 609"/>
              <a:gd name="T104" fmla="*/ 2147483646 w 609"/>
              <a:gd name="T105" fmla="*/ 2147483646 h 609"/>
              <a:gd name="T106" fmla="*/ 2147483646 w 609"/>
              <a:gd name="T107" fmla="*/ 2147483646 h 609"/>
              <a:gd name="T108" fmla="*/ 2147483646 w 609"/>
              <a:gd name="T109" fmla="*/ 2147483646 h 609"/>
              <a:gd name="T110" fmla="*/ 2147483646 w 609"/>
              <a:gd name="T111" fmla="*/ 2147483646 h 609"/>
              <a:gd name="T112" fmla="*/ 2147483646 w 609"/>
              <a:gd name="T113" fmla="*/ 2147483646 h 609"/>
              <a:gd name="T114" fmla="*/ 2147483646 w 609"/>
              <a:gd name="T115" fmla="*/ 2147483646 h 60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609" h="609">
                <a:moveTo>
                  <a:pt x="587" y="488"/>
                </a:moveTo>
                <a:lnTo>
                  <a:pt x="587" y="488"/>
                </a:lnTo>
                <a:cubicBezTo>
                  <a:pt x="318" y="601"/>
                  <a:pt x="318" y="601"/>
                  <a:pt x="318" y="601"/>
                </a:cubicBezTo>
                <a:cubicBezTo>
                  <a:pt x="311" y="608"/>
                  <a:pt x="311" y="608"/>
                  <a:pt x="304" y="608"/>
                </a:cubicBezTo>
                <a:cubicBezTo>
                  <a:pt x="297" y="608"/>
                  <a:pt x="297" y="608"/>
                  <a:pt x="290" y="601"/>
                </a:cubicBezTo>
                <a:cubicBezTo>
                  <a:pt x="21" y="488"/>
                  <a:pt x="21" y="488"/>
                  <a:pt x="21" y="488"/>
                </a:cubicBezTo>
                <a:cubicBezTo>
                  <a:pt x="7" y="488"/>
                  <a:pt x="0" y="474"/>
                  <a:pt x="0" y="467"/>
                </a:cubicBezTo>
                <a:cubicBezTo>
                  <a:pt x="0" y="29"/>
                  <a:pt x="0" y="29"/>
                  <a:pt x="0" y="29"/>
                </a:cubicBezTo>
                <a:cubicBezTo>
                  <a:pt x="0" y="15"/>
                  <a:pt x="14" y="0"/>
                  <a:pt x="28" y="0"/>
                </a:cubicBezTo>
                <a:cubicBezTo>
                  <a:pt x="35" y="0"/>
                  <a:pt x="35" y="0"/>
                  <a:pt x="42" y="8"/>
                </a:cubicBezTo>
                <a:cubicBezTo>
                  <a:pt x="304" y="114"/>
                  <a:pt x="304" y="114"/>
                  <a:pt x="304" y="114"/>
                </a:cubicBezTo>
                <a:cubicBezTo>
                  <a:pt x="565" y="8"/>
                  <a:pt x="565" y="8"/>
                  <a:pt x="565" y="8"/>
                </a:cubicBezTo>
                <a:cubicBezTo>
                  <a:pt x="572" y="0"/>
                  <a:pt x="572" y="0"/>
                  <a:pt x="579" y="0"/>
                </a:cubicBezTo>
                <a:cubicBezTo>
                  <a:pt x="594" y="0"/>
                  <a:pt x="608" y="15"/>
                  <a:pt x="608" y="29"/>
                </a:cubicBezTo>
                <a:cubicBezTo>
                  <a:pt x="608" y="467"/>
                  <a:pt x="608" y="467"/>
                  <a:pt x="608" y="467"/>
                </a:cubicBezTo>
                <a:cubicBezTo>
                  <a:pt x="608" y="474"/>
                  <a:pt x="601" y="488"/>
                  <a:pt x="587" y="488"/>
                </a:cubicBezTo>
                <a:close/>
                <a:moveTo>
                  <a:pt x="276" y="163"/>
                </a:moveTo>
                <a:lnTo>
                  <a:pt x="276" y="163"/>
                </a:lnTo>
                <a:cubicBezTo>
                  <a:pt x="56" y="71"/>
                  <a:pt x="56" y="71"/>
                  <a:pt x="56" y="71"/>
                </a:cubicBezTo>
                <a:cubicBezTo>
                  <a:pt x="56" y="446"/>
                  <a:pt x="56" y="446"/>
                  <a:pt x="56" y="446"/>
                </a:cubicBezTo>
                <a:cubicBezTo>
                  <a:pt x="276" y="538"/>
                  <a:pt x="276" y="538"/>
                  <a:pt x="276" y="538"/>
                </a:cubicBezTo>
                <a:lnTo>
                  <a:pt x="276" y="163"/>
                </a:lnTo>
                <a:close/>
                <a:moveTo>
                  <a:pt x="551" y="71"/>
                </a:moveTo>
                <a:lnTo>
                  <a:pt x="551" y="71"/>
                </a:lnTo>
                <a:cubicBezTo>
                  <a:pt x="332" y="163"/>
                  <a:pt x="332" y="163"/>
                  <a:pt x="332" y="163"/>
                </a:cubicBezTo>
                <a:cubicBezTo>
                  <a:pt x="332" y="538"/>
                  <a:pt x="332" y="538"/>
                  <a:pt x="332" y="538"/>
                </a:cubicBezTo>
                <a:cubicBezTo>
                  <a:pt x="551" y="446"/>
                  <a:pt x="551" y="446"/>
                  <a:pt x="551" y="446"/>
                </a:cubicBezTo>
                <a:lnTo>
                  <a:pt x="551" y="71"/>
                </a:lnTo>
                <a:close/>
                <a:moveTo>
                  <a:pt x="375" y="206"/>
                </a:moveTo>
                <a:lnTo>
                  <a:pt x="375" y="206"/>
                </a:lnTo>
                <a:cubicBezTo>
                  <a:pt x="480" y="156"/>
                  <a:pt x="480" y="156"/>
                  <a:pt x="480" y="156"/>
                </a:cubicBezTo>
                <a:cubicBezTo>
                  <a:pt x="488" y="156"/>
                  <a:pt x="488" y="156"/>
                  <a:pt x="495" y="156"/>
                </a:cubicBezTo>
                <a:cubicBezTo>
                  <a:pt x="509" y="156"/>
                  <a:pt x="523" y="163"/>
                  <a:pt x="523" y="184"/>
                </a:cubicBezTo>
                <a:cubicBezTo>
                  <a:pt x="523" y="191"/>
                  <a:pt x="516" y="206"/>
                  <a:pt x="502" y="206"/>
                </a:cubicBezTo>
                <a:cubicBezTo>
                  <a:pt x="403" y="255"/>
                  <a:pt x="403" y="255"/>
                  <a:pt x="403" y="255"/>
                </a:cubicBezTo>
                <a:cubicBezTo>
                  <a:pt x="396" y="255"/>
                  <a:pt x="396" y="255"/>
                  <a:pt x="389" y="255"/>
                </a:cubicBezTo>
                <a:cubicBezTo>
                  <a:pt x="375" y="255"/>
                  <a:pt x="360" y="248"/>
                  <a:pt x="360" y="227"/>
                </a:cubicBezTo>
                <a:cubicBezTo>
                  <a:pt x="360" y="220"/>
                  <a:pt x="367" y="206"/>
                  <a:pt x="375" y="206"/>
                </a:cubicBezTo>
                <a:close/>
                <a:moveTo>
                  <a:pt x="375" y="304"/>
                </a:moveTo>
                <a:lnTo>
                  <a:pt x="375" y="304"/>
                </a:lnTo>
                <a:cubicBezTo>
                  <a:pt x="480" y="262"/>
                  <a:pt x="480" y="262"/>
                  <a:pt x="480" y="262"/>
                </a:cubicBezTo>
                <a:cubicBezTo>
                  <a:pt x="488" y="255"/>
                  <a:pt x="488" y="255"/>
                  <a:pt x="495" y="255"/>
                </a:cubicBezTo>
                <a:cubicBezTo>
                  <a:pt x="509" y="255"/>
                  <a:pt x="523" y="269"/>
                  <a:pt x="523" y="283"/>
                </a:cubicBezTo>
                <a:cubicBezTo>
                  <a:pt x="523" y="297"/>
                  <a:pt x="516" y="304"/>
                  <a:pt x="502" y="311"/>
                </a:cubicBezTo>
                <a:cubicBezTo>
                  <a:pt x="403" y="361"/>
                  <a:pt x="403" y="361"/>
                  <a:pt x="403" y="361"/>
                </a:cubicBezTo>
                <a:cubicBezTo>
                  <a:pt x="396" y="361"/>
                  <a:pt x="396" y="361"/>
                  <a:pt x="389" y="361"/>
                </a:cubicBezTo>
                <a:cubicBezTo>
                  <a:pt x="375" y="361"/>
                  <a:pt x="360" y="347"/>
                  <a:pt x="360" y="333"/>
                </a:cubicBezTo>
                <a:cubicBezTo>
                  <a:pt x="360" y="319"/>
                  <a:pt x="367" y="311"/>
                  <a:pt x="375" y="304"/>
                </a:cubicBezTo>
                <a:close/>
                <a:moveTo>
                  <a:pt x="375" y="410"/>
                </a:moveTo>
                <a:lnTo>
                  <a:pt x="375" y="410"/>
                </a:lnTo>
                <a:cubicBezTo>
                  <a:pt x="480" y="361"/>
                  <a:pt x="480" y="361"/>
                  <a:pt x="480" y="361"/>
                </a:cubicBezTo>
                <a:cubicBezTo>
                  <a:pt x="488" y="361"/>
                  <a:pt x="488" y="361"/>
                  <a:pt x="495" y="361"/>
                </a:cubicBezTo>
                <a:cubicBezTo>
                  <a:pt x="509" y="361"/>
                  <a:pt x="523" y="375"/>
                  <a:pt x="523" y="389"/>
                </a:cubicBezTo>
                <a:cubicBezTo>
                  <a:pt x="523" y="403"/>
                  <a:pt x="516" y="410"/>
                  <a:pt x="502" y="417"/>
                </a:cubicBezTo>
                <a:cubicBezTo>
                  <a:pt x="403" y="460"/>
                  <a:pt x="403" y="460"/>
                  <a:pt x="403" y="460"/>
                </a:cubicBezTo>
                <a:cubicBezTo>
                  <a:pt x="396" y="467"/>
                  <a:pt x="396" y="467"/>
                  <a:pt x="389" y="467"/>
                </a:cubicBezTo>
                <a:cubicBezTo>
                  <a:pt x="375" y="467"/>
                  <a:pt x="360" y="453"/>
                  <a:pt x="360" y="439"/>
                </a:cubicBezTo>
                <a:cubicBezTo>
                  <a:pt x="360" y="425"/>
                  <a:pt x="367" y="417"/>
                  <a:pt x="375" y="410"/>
                </a:cubicBezTo>
                <a:close/>
                <a:moveTo>
                  <a:pt x="113" y="156"/>
                </a:moveTo>
                <a:lnTo>
                  <a:pt x="113" y="156"/>
                </a:lnTo>
                <a:cubicBezTo>
                  <a:pt x="120" y="156"/>
                  <a:pt x="120" y="156"/>
                  <a:pt x="127" y="156"/>
                </a:cubicBezTo>
                <a:cubicBezTo>
                  <a:pt x="233" y="206"/>
                  <a:pt x="233" y="206"/>
                  <a:pt x="233" y="206"/>
                </a:cubicBezTo>
                <a:cubicBezTo>
                  <a:pt x="240" y="206"/>
                  <a:pt x="247" y="220"/>
                  <a:pt x="247" y="227"/>
                </a:cubicBezTo>
                <a:cubicBezTo>
                  <a:pt x="247" y="248"/>
                  <a:pt x="233" y="255"/>
                  <a:pt x="219" y="255"/>
                </a:cubicBezTo>
                <a:cubicBezTo>
                  <a:pt x="212" y="255"/>
                  <a:pt x="212" y="255"/>
                  <a:pt x="205" y="255"/>
                </a:cubicBezTo>
                <a:cubicBezTo>
                  <a:pt x="106" y="206"/>
                  <a:pt x="106" y="206"/>
                  <a:pt x="106" y="206"/>
                </a:cubicBezTo>
                <a:cubicBezTo>
                  <a:pt x="92" y="206"/>
                  <a:pt x="85" y="191"/>
                  <a:pt x="85" y="184"/>
                </a:cubicBezTo>
                <a:cubicBezTo>
                  <a:pt x="85" y="163"/>
                  <a:pt x="99" y="156"/>
                  <a:pt x="113" y="156"/>
                </a:cubicBezTo>
                <a:close/>
                <a:moveTo>
                  <a:pt x="113" y="255"/>
                </a:moveTo>
                <a:lnTo>
                  <a:pt x="113" y="255"/>
                </a:lnTo>
                <a:cubicBezTo>
                  <a:pt x="120" y="255"/>
                  <a:pt x="120" y="255"/>
                  <a:pt x="127" y="262"/>
                </a:cubicBezTo>
                <a:cubicBezTo>
                  <a:pt x="233" y="304"/>
                  <a:pt x="233" y="304"/>
                  <a:pt x="233" y="304"/>
                </a:cubicBezTo>
                <a:cubicBezTo>
                  <a:pt x="240" y="311"/>
                  <a:pt x="247" y="319"/>
                  <a:pt x="247" y="333"/>
                </a:cubicBezTo>
                <a:cubicBezTo>
                  <a:pt x="247" y="347"/>
                  <a:pt x="233" y="361"/>
                  <a:pt x="219" y="361"/>
                </a:cubicBezTo>
                <a:cubicBezTo>
                  <a:pt x="212" y="361"/>
                  <a:pt x="212" y="361"/>
                  <a:pt x="205" y="361"/>
                </a:cubicBezTo>
                <a:cubicBezTo>
                  <a:pt x="106" y="311"/>
                  <a:pt x="106" y="311"/>
                  <a:pt x="106" y="311"/>
                </a:cubicBezTo>
                <a:cubicBezTo>
                  <a:pt x="92" y="304"/>
                  <a:pt x="85" y="297"/>
                  <a:pt x="85" y="283"/>
                </a:cubicBezTo>
                <a:cubicBezTo>
                  <a:pt x="85" y="269"/>
                  <a:pt x="99" y="255"/>
                  <a:pt x="113" y="255"/>
                </a:cubicBezTo>
                <a:close/>
                <a:moveTo>
                  <a:pt x="113" y="361"/>
                </a:moveTo>
                <a:lnTo>
                  <a:pt x="113" y="361"/>
                </a:lnTo>
                <a:cubicBezTo>
                  <a:pt x="120" y="361"/>
                  <a:pt x="120" y="361"/>
                  <a:pt x="127" y="361"/>
                </a:cubicBezTo>
                <a:cubicBezTo>
                  <a:pt x="233" y="410"/>
                  <a:pt x="233" y="410"/>
                  <a:pt x="233" y="410"/>
                </a:cubicBezTo>
                <a:cubicBezTo>
                  <a:pt x="240" y="417"/>
                  <a:pt x="247" y="425"/>
                  <a:pt x="247" y="439"/>
                </a:cubicBezTo>
                <a:cubicBezTo>
                  <a:pt x="247" y="453"/>
                  <a:pt x="233" y="467"/>
                  <a:pt x="219" y="467"/>
                </a:cubicBezTo>
                <a:cubicBezTo>
                  <a:pt x="212" y="467"/>
                  <a:pt x="212" y="467"/>
                  <a:pt x="205" y="460"/>
                </a:cubicBezTo>
                <a:cubicBezTo>
                  <a:pt x="106" y="417"/>
                  <a:pt x="106" y="417"/>
                  <a:pt x="106" y="417"/>
                </a:cubicBezTo>
                <a:cubicBezTo>
                  <a:pt x="92" y="410"/>
                  <a:pt x="85" y="403"/>
                  <a:pt x="85" y="389"/>
                </a:cubicBezTo>
                <a:cubicBezTo>
                  <a:pt x="85" y="375"/>
                  <a:pt x="99" y="361"/>
                  <a:pt x="113" y="361"/>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1" name="Freeform 15">
            <a:extLst>
              <a:ext uri="{FF2B5EF4-FFF2-40B4-BE49-F238E27FC236}">
                <a16:creationId xmlns:a16="http://schemas.microsoft.com/office/drawing/2014/main" id="{4E4D07C3-0E98-F9A8-DC78-410F93E1585D}"/>
              </a:ext>
            </a:extLst>
          </p:cNvPr>
          <p:cNvSpPr>
            <a:spLocks noChangeArrowheads="1"/>
          </p:cNvSpPr>
          <p:nvPr/>
        </p:nvSpPr>
        <p:spPr bwMode="auto">
          <a:xfrm>
            <a:off x="9259343" y="3850267"/>
            <a:ext cx="549655" cy="553668"/>
          </a:xfrm>
          <a:custGeom>
            <a:avLst/>
            <a:gdLst>
              <a:gd name="T0" fmla="*/ 2147483646 w 602"/>
              <a:gd name="T1" fmla="*/ 2147483646 h 609"/>
              <a:gd name="T2" fmla="*/ 2147483646 w 602"/>
              <a:gd name="T3" fmla="*/ 2147483646 h 609"/>
              <a:gd name="T4" fmla="*/ 2147483646 w 602"/>
              <a:gd name="T5" fmla="*/ 2147483646 h 609"/>
              <a:gd name="T6" fmla="*/ 2147483646 w 602"/>
              <a:gd name="T7" fmla="*/ 2147483646 h 609"/>
              <a:gd name="T8" fmla="*/ 2147483646 w 602"/>
              <a:gd name="T9" fmla="*/ 2147483646 h 609"/>
              <a:gd name="T10" fmla="*/ 2147483646 w 602"/>
              <a:gd name="T11" fmla="*/ 2147483646 h 609"/>
              <a:gd name="T12" fmla="*/ 0 w 602"/>
              <a:gd name="T13" fmla="*/ 2147483646 h 609"/>
              <a:gd name="T14" fmla="*/ 0 w 602"/>
              <a:gd name="T15" fmla="*/ 2147483646 h 609"/>
              <a:gd name="T16" fmla="*/ 2147483646 w 602"/>
              <a:gd name="T17" fmla="*/ 0 h 609"/>
              <a:gd name="T18" fmla="*/ 2147483646 w 602"/>
              <a:gd name="T19" fmla="*/ 2147483646 h 609"/>
              <a:gd name="T20" fmla="*/ 2147483646 w 602"/>
              <a:gd name="T21" fmla="*/ 2147483646 h 609"/>
              <a:gd name="T22" fmla="*/ 2147483646 w 602"/>
              <a:gd name="T23" fmla="*/ 2147483646 h 609"/>
              <a:gd name="T24" fmla="*/ 2147483646 w 602"/>
              <a:gd name="T25" fmla="*/ 2147483646 h 609"/>
              <a:gd name="T26" fmla="*/ 2147483646 w 602"/>
              <a:gd name="T27" fmla="*/ 2147483646 h 609"/>
              <a:gd name="T28" fmla="*/ 2147483646 w 602"/>
              <a:gd name="T29" fmla="*/ 2147483646 h 609"/>
              <a:gd name="T30" fmla="*/ 2147483646 w 602"/>
              <a:gd name="T31" fmla="*/ 2147483646 h 609"/>
              <a:gd name="T32" fmla="*/ 2147483646 w 602"/>
              <a:gd name="T33" fmla="*/ 2147483646 h 609"/>
              <a:gd name="T34" fmla="*/ 2147483646 w 602"/>
              <a:gd name="T35" fmla="*/ 2147483646 h 609"/>
              <a:gd name="T36" fmla="*/ 2147483646 w 602"/>
              <a:gd name="T37" fmla="*/ 0 h 609"/>
              <a:gd name="T38" fmla="*/ 2147483646 w 602"/>
              <a:gd name="T39" fmla="*/ 2147483646 h 609"/>
              <a:gd name="T40" fmla="*/ 2147483646 w 602"/>
              <a:gd name="T41" fmla="*/ 2147483646 h 609"/>
              <a:gd name="T42" fmla="*/ 2147483646 w 602"/>
              <a:gd name="T43" fmla="*/ 2147483646 h 609"/>
              <a:gd name="T44" fmla="*/ 2147483646 w 602"/>
              <a:gd name="T45" fmla="*/ 2147483646 h 609"/>
              <a:gd name="T46" fmla="*/ 2147483646 w 602"/>
              <a:gd name="T47" fmla="*/ 2147483646 h 609"/>
              <a:gd name="T48" fmla="*/ 2147483646 w 602"/>
              <a:gd name="T49" fmla="*/ 2147483646 h 609"/>
              <a:gd name="T50" fmla="*/ 2147483646 w 602"/>
              <a:gd name="T51" fmla="*/ 2147483646 h 609"/>
              <a:gd name="T52" fmla="*/ 2147483646 w 602"/>
              <a:gd name="T53" fmla="*/ 2147483646 h 609"/>
              <a:gd name="T54" fmla="*/ 2147483646 w 602"/>
              <a:gd name="T55" fmla="*/ 2147483646 h 609"/>
              <a:gd name="T56" fmla="*/ 2147483646 w 602"/>
              <a:gd name="T57" fmla="*/ 2147483646 h 609"/>
              <a:gd name="T58" fmla="*/ 2147483646 w 602"/>
              <a:gd name="T59" fmla="*/ 2147483646 h 609"/>
              <a:gd name="T60" fmla="*/ 2147483646 w 602"/>
              <a:gd name="T61" fmla="*/ 2147483646 h 609"/>
              <a:gd name="T62" fmla="*/ 2147483646 w 602"/>
              <a:gd name="T63" fmla="*/ 2147483646 h 609"/>
              <a:gd name="T64" fmla="*/ 2147483646 w 602"/>
              <a:gd name="T65" fmla="*/ 2147483646 h 609"/>
              <a:gd name="T66" fmla="*/ 2147483646 w 602"/>
              <a:gd name="T67" fmla="*/ 2147483646 h 60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02" h="609">
                <a:moveTo>
                  <a:pt x="586" y="488"/>
                </a:moveTo>
                <a:lnTo>
                  <a:pt x="586" y="488"/>
                </a:lnTo>
                <a:cubicBezTo>
                  <a:pt x="311" y="601"/>
                  <a:pt x="311" y="601"/>
                  <a:pt x="311" y="601"/>
                </a:cubicBezTo>
                <a:cubicBezTo>
                  <a:pt x="311" y="608"/>
                  <a:pt x="304" y="608"/>
                  <a:pt x="304" y="608"/>
                </a:cubicBezTo>
                <a:cubicBezTo>
                  <a:pt x="297" y="608"/>
                  <a:pt x="297" y="608"/>
                  <a:pt x="290" y="601"/>
                </a:cubicBezTo>
                <a:cubicBezTo>
                  <a:pt x="14" y="488"/>
                  <a:pt x="14" y="488"/>
                  <a:pt x="14" y="488"/>
                </a:cubicBezTo>
                <a:cubicBezTo>
                  <a:pt x="7" y="488"/>
                  <a:pt x="0" y="474"/>
                  <a:pt x="0" y="467"/>
                </a:cubicBezTo>
                <a:cubicBezTo>
                  <a:pt x="0" y="29"/>
                  <a:pt x="0" y="29"/>
                  <a:pt x="0" y="29"/>
                </a:cubicBezTo>
                <a:cubicBezTo>
                  <a:pt x="0" y="15"/>
                  <a:pt x="14" y="0"/>
                  <a:pt x="28" y="0"/>
                </a:cubicBezTo>
                <a:cubicBezTo>
                  <a:pt x="35" y="0"/>
                  <a:pt x="35" y="0"/>
                  <a:pt x="42" y="8"/>
                </a:cubicBezTo>
                <a:cubicBezTo>
                  <a:pt x="304" y="114"/>
                  <a:pt x="304" y="114"/>
                  <a:pt x="304" y="114"/>
                </a:cubicBezTo>
                <a:cubicBezTo>
                  <a:pt x="565" y="8"/>
                  <a:pt x="565" y="8"/>
                  <a:pt x="565" y="8"/>
                </a:cubicBezTo>
                <a:cubicBezTo>
                  <a:pt x="565" y="0"/>
                  <a:pt x="572" y="0"/>
                  <a:pt x="572" y="0"/>
                </a:cubicBezTo>
                <a:cubicBezTo>
                  <a:pt x="594" y="0"/>
                  <a:pt x="601" y="15"/>
                  <a:pt x="601" y="29"/>
                </a:cubicBezTo>
                <a:cubicBezTo>
                  <a:pt x="601" y="467"/>
                  <a:pt x="601" y="467"/>
                  <a:pt x="601" y="467"/>
                </a:cubicBezTo>
                <a:cubicBezTo>
                  <a:pt x="601" y="474"/>
                  <a:pt x="594" y="488"/>
                  <a:pt x="586" y="488"/>
                </a:cubicBezTo>
                <a:close/>
                <a:moveTo>
                  <a:pt x="276" y="538"/>
                </a:moveTo>
                <a:lnTo>
                  <a:pt x="276" y="538"/>
                </a:lnTo>
                <a:cubicBezTo>
                  <a:pt x="276" y="163"/>
                  <a:pt x="276" y="163"/>
                  <a:pt x="276" y="163"/>
                </a:cubicBezTo>
                <a:cubicBezTo>
                  <a:pt x="56" y="71"/>
                  <a:pt x="56" y="71"/>
                  <a:pt x="56" y="71"/>
                </a:cubicBezTo>
                <a:cubicBezTo>
                  <a:pt x="56" y="446"/>
                  <a:pt x="56" y="446"/>
                  <a:pt x="56" y="446"/>
                </a:cubicBezTo>
                <a:lnTo>
                  <a:pt x="276" y="538"/>
                </a:lnTo>
                <a:close/>
                <a:moveTo>
                  <a:pt x="544" y="71"/>
                </a:moveTo>
                <a:lnTo>
                  <a:pt x="544" y="71"/>
                </a:lnTo>
                <a:cubicBezTo>
                  <a:pt x="332" y="163"/>
                  <a:pt x="332" y="163"/>
                  <a:pt x="332" y="163"/>
                </a:cubicBezTo>
                <a:cubicBezTo>
                  <a:pt x="332" y="538"/>
                  <a:pt x="332" y="538"/>
                  <a:pt x="332" y="538"/>
                </a:cubicBezTo>
                <a:cubicBezTo>
                  <a:pt x="544" y="446"/>
                  <a:pt x="544" y="446"/>
                  <a:pt x="544" y="446"/>
                </a:cubicBezTo>
                <a:lnTo>
                  <a:pt x="544" y="7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2" name="Freeform 16">
            <a:extLst>
              <a:ext uri="{FF2B5EF4-FFF2-40B4-BE49-F238E27FC236}">
                <a16:creationId xmlns:a16="http://schemas.microsoft.com/office/drawing/2014/main" id="{9EA9AF8C-BD82-0F89-056B-2A1561B6EAF1}"/>
              </a:ext>
            </a:extLst>
          </p:cNvPr>
          <p:cNvSpPr>
            <a:spLocks noChangeArrowheads="1"/>
          </p:cNvSpPr>
          <p:nvPr/>
        </p:nvSpPr>
        <p:spPr bwMode="auto">
          <a:xfrm>
            <a:off x="8356621" y="3878353"/>
            <a:ext cx="433306" cy="501510"/>
          </a:xfrm>
          <a:custGeom>
            <a:avLst/>
            <a:gdLst>
              <a:gd name="T0" fmla="*/ 2147483646 w 475"/>
              <a:gd name="T1" fmla="*/ 2147483646 h 552"/>
              <a:gd name="T2" fmla="*/ 2147483646 w 475"/>
              <a:gd name="T3" fmla="*/ 2147483646 h 552"/>
              <a:gd name="T4" fmla="*/ 2147483646 w 475"/>
              <a:gd name="T5" fmla="*/ 2147483646 h 552"/>
              <a:gd name="T6" fmla="*/ 2147483646 w 475"/>
              <a:gd name="T7" fmla="*/ 0 h 552"/>
              <a:gd name="T8" fmla="*/ 2147483646 w 475"/>
              <a:gd name="T9" fmla="*/ 0 h 552"/>
              <a:gd name="T10" fmla="*/ 2147483646 w 475"/>
              <a:gd name="T11" fmla="*/ 2147483646 h 552"/>
              <a:gd name="T12" fmla="*/ 2147483646 w 475"/>
              <a:gd name="T13" fmla="*/ 2147483646 h 552"/>
              <a:gd name="T14" fmla="*/ 2147483646 w 475"/>
              <a:gd name="T15" fmla="*/ 2147483646 h 552"/>
              <a:gd name="T16" fmla="*/ 2147483646 w 475"/>
              <a:gd name="T17" fmla="*/ 2147483646 h 552"/>
              <a:gd name="T18" fmla="*/ 2147483646 w 475"/>
              <a:gd name="T19" fmla="*/ 2147483646 h 552"/>
              <a:gd name="T20" fmla="*/ 2147483646 w 475"/>
              <a:gd name="T21" fmla="*/ 2147483646 h 552"/>
              <a:gd name="T22" fmla="*/ 2147483646 w 475"/>
              <a:gd name="T23" fmla="*/ 2147483646 h 552"/>
              <a:gd name="T24" fmla="*/ 2147483646 w 475"/>
              <a:gd name="T25" fmla="*/ 2147483646 h 552"/>
              <a:gd name="T26" fmla="*/ 2147483646 w 475"/>
              <a:gd name="T27" fmla="*/ 2147483646 h 552"/>
              <a:gd name="T28" fmla="*/ 2147483646 w 475"/>
              <a:gd name="T29" fmla="*/ 2147483646 h 552"/>
              <a:gd name="T30" fmla="*/ 2147483646 w 475"/>
              <a:gd name="T31" fmla="*/ 2147483646 h 552"/>
              <a:gd name="T32" fmla="*/ 2147483646 w 475"/>
              <a:gd name="T33" fmla="*/ 2147483646 h 552"/>
              <a:gd name="T34" fmla="*/ 2147483646 w 475"/>
              <a:gd name="T35" fmla="*/ 2147483646 h 552"/>
              <a:gd name="T36" fmla="*/ 2147483646 w 475"/>
              <a:gd name="T37" fmla="*/ 2147483646 h 552"/>
              <a:gd name="T38" fmla="*/ 2147483646 w 475"/>
              <a:gd name="T39" fmla="*/ 2147483646 h 552"/>
              <a:gd name="T40" fmla="*/ 2147483646 w 475"/>
              <a:gd name="T41" fmla="*/ 2147483646 h 552"/>
              <a:gd name="T42" fmla="*/ 2147483646 w 475"/>
              <a:gd name="T43" fmla="*/ 2147483646 h 552"/>
              <a:gd name="T44" fmla="*/ 2147483646 w 475"/>
              <a:gd name="T45" fmla="*/ 2147483646 h 552"/>
              <a:gd name="T46" fmla="*/ 2147483646 w 475"/>
              <a:gd name="T47" fmla="*/ 2147483646 h 552"/>
              <a:gd name="T48" fmla="*/ 2147483646 w 475"/>
              <a:gd name="T49" fmla="*/ 2147483646 h 552"/>
              <a:gd name="T50" fmla="*/ 2147483646 w 475"/>
              <a:gd name="T51" fmla="*/ 2147483646 h 552"/>
              <a:gd name="T52" fmla="*/ 2147483646 w 475"/>
              <a:gd name="T53" fmla="*/ 0 h 552"/>
              <a:gd name="T54" fmla="*/ 2147483646 w 475"/>
              <a:gd name="T55" fmla="*/ 0 h 552"/>
              <a:gd name="T56" fmla="*/ 2147483646 w 475"/>
              <a:gd name="T57" fmla="*/ 2147483646 h 552"/>
              <a:gd name="T58" fmla="*/ 2147483646 w 475"/>
              <a:gd name="T59" fmla="*/ 2147483646 h 552"/>
              <a:gd name="T60" fmla="*/ 2147483646 w 475"/>
              <a:gd name="T61" fmla="*/ 2147483646 h 552"/>
              <a:gd name="T62" fmla="*/ 2147483646 w 475"/>
              <a:gd name="T63" fmla="*/ 2147483646 h 552"/>
              <a:gd name="T64" fmla="*/ 2147483646 w 475"/>
              <a:gd name="T65" fmla="*/ 2147483646 h 552"/>
              <a:gd name="T66" fmla="*/ 2147483646 w 475"/>
              <a:gd name="T67" fmla="*/ 2147483646 h 552"/>
              <a:gd name="T68" fmla="*/ 2147483646 w 475"/>
              <a:gd name="T69" fmla="*/ 2147483646 h 552"/>
              <a:gd name="T70" fmla="*/ 0 w 475"/>
              <a:gd name="T71" fmla="*/ 2147483646 h 552"/>
              <a:gd name="T72" fmla="*/ 2147483646 w 475"/>
              <a:gd name="T73" fmla="*/ 2147483646 h 552"/>
              <a:gd name="T74" fmla="*/ 2147483646 w 475"/>
              <a:gd name="T75" fmla="*/ 2147483646 h 552"/>
              <a:gd name="T76" fmla="*/ 2147483646 w 475"/>
              <a:gd name="T77" fmla="*/ 2147483646 h 552"/>
              <a:gd name="T78" fmla="*/ 2147483646 w 475"/>
              <a:gd name="T79" fmla="*/ 2147483646 h 552"/>
              <a:gd name="T80" fmla="*/ 2147483646 w 475"/>
              <a:gd name="T81" fmla="*/ 2147483646 h 552"/>
              <a:gd name="T82" fmla="*/ 2147483646 w 475"/>
              <a:gd name="T83" fmla="*/ 2147483646 h 552"/>
              <a:gd name="T84" fmla="*/ 2147483646 w 475"/>
              <a:gd name="T85" fmla="*/ 2147483646 h 552"/>
              <a:gd name="T86" fmla="*/ 2147483646 w 475"/>
              <a:gd name="T87" fmla="*/ 2147483646 h 552"/>
              <a:gd name="T88" fmla="*/ 2147483646 w 475"/>
              <a:gd name="T89" fmla="*/ 2147483646 h 552"/>
              <a:gd name="T90" fmla="*/ 0 w 475"/>
              <a:gd name="T91" fmla="*/ 2147483646 h 552"/>
              <a:gd name="T92" fmla="*/ 2147483646 w 475"/>
              <a:gd name="T93" fmla="*/ 2147483646 h 552"/>
              <a:gd name="T94" fmla="*/ 2147483646 w 475"/>
              <a:gd name="T95" fmla="*/ 2147483646 h 552"/>
              <a:gd name="T96" fmla="*/ 2147483646 w 475"/>
              <a:gd name="T97" fmla="*/ 2147483646 h 552"/>
              <a:gd name="T98" fmla="*/ 2147483646 w 475"/>
              <a:gd name="T99" fmla="*/ 2147483646 h 552"/>
              <a:gd name="T100" fmla="*/ 2147483646 w 475"/>
              <a:gd name="T101" fmla="*/ 2147483646 h 552"/>
              <a:gd name="T102" fmla="*/ 2147483646 w 475"/>
              <a:gd name="T103" fmla="*/ 2147483646 h 552"/>
              <a:gd name="T104" fmla="*/ 2147483646 w 475"/>
              <a:gd name="T105" fmla="*/ 2147483646 h 552"/>
              <a:gd name="T106" fmla="*/ 0 w 475"/>
              <a:gd name="T107" fmla="*/ 2147483646 h 552"/>
              <a:gd name="T108" fmla="*/ 2147483646 w 475"/>
              <a:gd name="T109" fmla="*/ 2147483646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3" name="Freeform 17">
            <a:extLst>
              <a:ext uri="{FF2B5EF4-FFF2-40B4-BE49-F238E27FC236}">
                <a16:creationId xmlns:a16="http://schemas.microsoft.com/office/drawing/2014/main" id="{01B1EDA0-306A-0AED-CD72-9C650F8B5955}"/>
              </a:ext>
            </a:extLst>
          </p:cNvPr>
          <p:cNvSpPr>
            <a:spLocks noChangeArrowheads="1"/>
          </p:cNvSpPr>
          <p:nvPr/>
        </p:nvSpPr>
        <p:spPr bwMode="auto">
          <a:xfrm>
            <a:off x="7425817" y="3870329"/>
            <a:ext cx="461391" cy="533606"/>
          </a:xfrm>
          <a:custGeom>
            <a:avLst/>
            <a:gdLst>
              <a:gd name="T0" fmla="*/ 2147483646 w 509"/>
              <a:gd name="T1" fmla="*/ 2147483646 h 587"/>
              <a:gd name="T2" fmla="*/ 2147483646 w 509"/>
              <a:gd name="T3" fmla="*/ 2147483646 h 587"/>
              <a:gd name="T4" fmla="*/ 2147483646 w 509"/>
              <a:gd name="T5" fmla="*/ 2147483646 h 587"/>
              <a:gd name="T6" fmla="*/ 2147483646 w 509"/>
              <a:gd name="T7" fmla="*/ 2147483646 h 587"/>
              <a:gd name="T8" fmla="*/ 2147483646 w 509"/>
              <a:gd name="T9" fmla="*/ 2147483646 h 587"/>
              <a:gd name="T10" fmla="*/ 2147483646 w 509"/>
              <a:gd name="T11" fmla="*/ 2147483646 h 587"/>
              <a:gd name="T12" fmla="*/ 2147483646 w 509"/>
              <a:gd name="T13" fmla="*/ 2147483646 h 587"/>
              <a:gd name="T14" fmla="*/ 2147483646 w 509"/>
              <a:gd name="T15" fmla="*/ 2147483646 h 587"/>
              <a:gd name="T16" fmla="*/ 2147483646 w 509"/>
              <a:gd name="T17" fmla="*/ 2147483646 h 587"/>
              <a:gd name="T18" fmla="*/ 2147483646 w 509"/>
              <a:gd name="T19" fmla="*/ 2147483646 h 587"/>
              <a:gd name="T20" fmla="*/ 2147483646 w 509"/>
              <a:gd name="T21" fmla="*/ 2147483646 h 587"/>
              <a:gd name="T22" fmla="*/ 2147483646 w 509"/>
              <a:gd name="T23" fmla="*/ 2147483646 h 587"/>
              <a:gd name="T24" fmla="*/ 2147483646 w 509"/>
              <a:gd name="T25" fmla="*/ 2147483646 h 587"/>
              <a:gd name="T26" fmla="*/ 2147483646 w 509"/>
              <a:gd name="T27" fmla="*/ 2147483646 h 587"/>
              <a:gd name="T28" fmla="*/ 2147483646 w 509"/>
              <a:gd name="T29" fmla="*/ 2147483646 h 587"/>
              <a:gd name="T30" fmla="*/ 2147483646 w 509"/>
              <a:gd name="T31" fmla="*/ 2147483646 h 587"/>
              <a:gd name="T32" fmla="*/ 2147483646 w 509"/>
              <a:gd name="T33" fmla="*/ 2147483646 h 587"/>
              <a:gd name="T34" fmla="*/ 2147483646 w 509"/>
              <a:gd name="T35" fmla="*/ 2147483646 h 587"/>
              <a:gd name="T36" fmla="*/ 2147483646 w 509"/>
              <a:gd name="T37" fmla="*/ 2147483646 h 587"/>
              <a:gd name="T38" fmla="*/ 2147483646 w 509"/>
              <a:gd name="T39" fmla="*/ 2147483646 h 587"/>
              <a:gd name="T40" fmla="*/ 2147483646 w 509"/>
              <a:gd name="T41" fmla="*/ 2147483646 h 587"/>
              <a:gd name="T42" fmla="*/ 2147483646 w 509"/>
              <a:gd name="T43" fmla="*/ 2147483646 h 587"/>
              <a:gd name="T44" fmla="*/ 2147483646 w 509"/>
              <a:gd name="T45" fmla="*/ 2147483646 h 587"/>
              <a:gd name="T46" fmla="*/ 2147483646 w 509"/>
              <a:gd name="T47" fmla="*/ 2147483646 h 587"/>
              <a:gd name="T48" fmla="*/ 2147483646 w 509"/>
              <a:gd name="T49" fmla="*/ 2147483646 h 587"/>
              <a:gd name="T50" fmla="*/ 0 w 509"/>
              <a:gd name="T51" fmla="*/ 2147483646 h 587"/>
              <a:gd name="T52" fmla="*/ 0 w 509"/>
              <a:gd name="T53" fmla="*/ 2147483646 h 587"/>
              <a:gd name="T54" fmla="*/ 2147483646 w 509"/>
              <a:gd name="T55" fmla="*/ 0 h 587"/>
              <a:gd name="T56" fmla="*/ 2147483646 w 509"/>
              <a:gd name="T57" fmla="*/ 0 h 587"/>
              <a:gd name="T58" fmla="*/ 2147483646 w 509"/>
              <a:gd name="T59" fmla="*/ 0 h 587"/>
              <a:gd name="T60" fmla="*/ 2147483646 w 509"/>
              <a:gd name="T61" fmla="*/ 0 h 587"/>
              <a:gd name="T62" fmla="*/ 2147483646 w 509"/>
              <a:gd name="T63" fmla="*/ 2147483646 h 587"/>
              <a:gd name="T64" fmla="*/ 2147483646 w 509"/>
              <a:gd name="T65" fmla="*/ 2147483646 h 587"/>
              <a:gd name="T66" fmla="*/ 2147483646 w 509"/>
              <a:gd name="T67" fmla="*/ 2147483646 h 587"/>
              <a:gd name="T68" fmla="*/ 2147483646 w 509"/>
              <a:gd name="T69" fmla="*/ 2147483646 h 587"/>
              <a:gd name="T70" fmla="*/ 2147483646 w 509"/>
              <a:gd name="T71" fmla="*/ 2147483646 h 587"/>
              <a:gd name="T72" fmla="*/ 2147483646 w 509"/>
              <a:gd name="T73" fmla="*/ 2147483646 h 587"/>
              <a:gd name="T74" fmla="*/ 2147483646 w 509"/>
              <a:gd name="T75" fmla="*/ 2147483646 h 587"/>
              <a:gd name="T76" fmla="*/ 2147483646 w 509"/>
              <a:gd name="T77" fmla="*/ 2147483646 h 587"/>
              <a:gd name="T78" fmla="*/ 2147483646 w 509"/>
              <a:gd name="T79" fmla="*/ 2147483646 h 587"/>
              <a:gd name="T80" fmla="*/ 2147483646 w 509"/>
              <a:gd name="T81" fmla="*/ 2147483646 h 587"/>
              <a:gd name="T82" fmla="*/ 2147483646 w 509"/>
              <a:gd name="T83" fmla="*/ 2147483646 h 587"/>
              <a:gd name="T84" fmla="*/ 2147483646 w 509"/>
              <a:gd name="T85" fmla="*/ 2147483646 h 587"/>
              <a:gd name="T86" fmla="*/ 2147483646 w 509"/>
              <a:gd name="T87" fmla="*/ 0 h 587"/>
              <a:gd name="T88" fmla="*/ 2147483646 w 509"/>
              <a:gd name="T89" fmla="*/ 0 h 587"/>
              <a:gd name="T90" fmla="*/ 2147483646 w 509"/>
              <a:gd name="T91" fmla="*/ 2147483646 h 587"/>
              <a:gd name="T92" fmla="*/ 2147483646 w 509"/>
              <a:gd name="T93" fmla="*/ 2147483646 h 587"/>
              <a:gd name="T94" fmla="*/ 2147483646 w 509"/>
              <a:gd name="T95" fmla="*/ 2147483646 h 58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09" h="587">
                <a:moveTo>
                  <a:pt x="480" y="452"/>
                </a:moveTo>
                <a:lnTo>
                  <a:pt x="480" y="452"/>
                </a:lnTo>
                <a:cubicBezTo>
                  <a:pt x="473" y="452"/>
                  <a:pt x="466" y="452"/>
                  <a:pt x="459" y="445"/>
                </a:cubicBezTo>
                <a:cubicBezTo>
                  <a:pt x="438" y="424"/>
                  <a:pt x="438" y="424"/>
                  <a:pt x="438" y="424"/>
                </a:cubicBezTo>
                <a:cubicBezTo>
                  <a:pt x="438" y="558"/>
                  <a:pt x="438" y="558"/>
                  <a:pt x="438" y="558"/>
                </a:cubicBezTo>
                <a:cubicBezTo>
                  <a:pt x="438" y="572"/>
                  <a:pt x="431" y="586"/>
                  <a:pt x="409" y="586"/>
                </a:cubicBezTo>
                <a:cubicBezTo>
                  <a:pt x="395" y="586"/>
                  <a:pt x="381" y="572"/>
                  <a:pt x="381" y="558"/>
                </a:cubicBezTo>
                <a:cubicBezTo>
                  <a:pt x="381" y="424"/>
                  <a:pt x="381" y="424"/>
                  <a:pt x="381" y="424"/>
                </a:cubicBezTo>
                <a:cubicBezTo>
                  <a:pt x="367" y="445"/>
                  <a:pt x="367" y="445"/>
                  <a:pt x="367" y="445"/>
                </a:cubicBezTo>
                <a:cubicBezTo>
                  <a:pt x="360" y="452"/>
                  <a:pt x="353" y="452"/>
                  <a:pt x="346" y="452"/>
                </a:cubicBezTo>
                <a:cubicBezTo>
                  <a:pt x="332" y="452"/>
                  <a:pt x="318" y="438"/>
                  <a:pt x="318" y="424"/>
                </a:cubicBezTo>
                <a:cubicBezTo>
                  <a:pt x="318" y="417"/>
                  <a:pt x="318" y="410"/>
                  <a:pt x="325" y="403"/>
                </a:cubicBezTo>
                <a:cubicBezTo>
                  <a:pt x="395" y="339"/>
                  <a:pt x="395" y="339"/>
                  <a:pt x="395" y="339"/>
                </a:cubicBezTo>
                <a:cubicBezTo>
                  <a:pt x="395" y="332"/>
                  <a:pt x="402" y="332"/>
                  <a:pt x="409" y="332"/>
                </a:cubicBezTo>
                <a:cubicBezTo>
                  <a:pt x="417" y="332"/>
                  <a:pt x="424" y="332"/>
                  <a:pt x="431" y="339"/>
                </a:cubicBezTo>
                <a:cubicBezTo>
                  <a:pt x="494" y="403"/>
                  <a:pt x="494" y="403"/>
                  <a:pt x="494" y="403"/>
                </a:cubicBezTo>
                <a:cubicBezTo>
                  <a:pt x="501" y="410"/>
                  <a:pt x="508" y="417"/>
                  <a:pt x="508" y="424"/>
                </a:cubicBezTo>
                <a:cubicBezTo>
                  <a:pt x="508" y="438"/>
                  <a:pt x="494" y="452"/>
                  <a:pt x="480" y="452"/>
                </a:cubicBezTo>
                <a:close/>
                <a:moveTo>
                  <a:pt x="304" y="381"/>
                </a:moveTo>
                <a:lnTo>
                  <a:pt x="304" y="381"/>
                </a:lnTo>
                <a:cubicBezTo>
                  <a:pt x="296" y="395"/>
                  <a:pt x="289" y="410"/>
                  <a:pt x="289" y="424"/>
                </a:cubicBezTo>
                <a:cubicBezTo>
                  <a:pt x="289" y="452"/>
                  <a:pt x="318" y="480"/>
                  <a:pt x="346" y="480"/>
                </a:cubicBezTo>
                <a:lnTo>
                  <a:pt x="353" y="480"/>
                </a:lnTo>
                <a:cubicBezTo>
                  <a:pt x="353" y="544"/>
                  <a:pt x="353" y="544"/>
                  <a:pt x="353" y="544"/>
                </a:cubicBezTo>
                <a:cubicBezTo>
                  <a:pt x="28" y="544"/>
                  <a:pt x="28" y="544"/>
                  <a:pt x="28" y="544"/>
                </a:cubicBezTo>
                <a:cubicBezTo>
                  <a:pt x="7" y="544"/>
                  <a:pt x="0" y="537"/>
                  <a:pt x="0" y="516"/>
                </a:cubicBezTo>
                <a:cubicBezTo>
                  <a:pt x="0" y="28"/>
                  <a:pt x="0" y="28"/>
                  <a:pt x="0" y="28"/>
                </a:cubicBezTo>
                <a:cubicBezTo>
                  <a:pt x="0" y="14"/>
                  <a:pt x="7" y="0"/>
                  <a:pt x="28" y="0"/>
                </a:cubicBezTo>
                <a:cubicBezTo>
                  <a:pt x="91" y="0"/>
                  <a:pt x="91" y="0"/>
                  <a:pt x="91" y="0"/>
                </a:cubicBezTo>
                <a:cubicBezTo>
                  <a:pt x="176" y="0"/>
                  <a:pt x="176" y="0"/>
                  <a:pt x="176" y="0"/>
                </a:cubicBezTo>
                <a:cubicBezTo>
                  <a:pt x="176" y="106"/>
                  <a:pt x="176" y="106"/>
                  <a:pt x="176" y="106"/>
                </a:cubicBezTo>
                <a:cubicBezTo>
                  <a:pt x="176" y="162"/>
                  <a:pt x="176" y="162"/>
                  <a:pt x="176" y="162"/>
                </a:cubicBezTo>
                <a:cubicBezTo>
                  <a:pt x="176" y="191"/>
                  <a:pt x="205" y="219"/>
                  <a:pt x="233" y="219"/>
                </a:cubicBezTo>
                <a:cubicBezTo>
                  <a:pt x="289" y="219"/>
                  <a:pt x="289" y="219"/>
                  <a:pt x="289" y="219"/>
                </a:cubicBezTo>
                <a:cubicBezTo>
                  <a:pt x="409" y="219"/>
                  <a:pt x="409" y="219"/>
                  <a:pt x="409" y="219"/>
                </a:cubicBezTo>
                <a:cubicBezTo>
                  <a:pt x="409" y="304"/>
                  <a:pt x="409" y="304"/>
                  <a:pt x="409" y="304"/>
                </a:cubicBezTo>
                <a:cubicBezTo>
                  <a:pt x="395" y="304"/>
                  <a:pt x="381" y="311"/>
                  <a:pt x="374" y="318"/>
                </a:cubicBezTo>
                <a:lnTo>
                  <a:pt x="304" y="381"/>
                </a:lnTo>
                <a:close/>
                <a:moveTo>
                  <a:pt x="233" y="191"/>
                </a:moveTo>
                <a:lnTo>
                  <a:pt x="233" y="191"/>
                </a:lnTo>
                <a:cubicBezTo>
                  <a:pt x="219" y="191"/>
                  <a:pt x="205" y="176"/>
                  <a:pt x="205" y="162"/>
                </a:cubicBezTo>
                <a:cubicBezTo>
                  <a:pt x="205" y="106"/>
                  <a:pt x="205" y="106"/>
                  <a:pt x="205" y="106"/>
                </a:cubicBezTo>
                <a:cubicBezTo>
                  <a:pt x="205" y="0"/>
                  <a:pt x="205" y="0"/>
                  <a:pt x="205" y="0"/>
                </a:cubicBezTo>
                <a:cubicBezTo>
                  <a:pt x="409" y="191"/>
                  <a:pt x="409" y="191"/>
                  <a:pt x="409" y="191"/>
                </a:cubicBezTo>
                <a:cubicBezTo>
                  <a:pt x="289" y="191"/>
                  <a:pt x="289" y="191"/>
                  <a:pt x="289" y="191"/>
                </a:cubicBezTo>
                <a:lnTo>
                  <a:pt x="233" y="19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4" name="Freeform 18">
            <a:extLst>
              <a:ext uri="{FF2B5EF4-FFF2-40B4-BE49-F238E27FC236}">
                <a16:creationId xmlns:a16="http://schemas.microsoft.com/office/drawing/2014/main" id="{29A894D9-DAFC-A2C7-795F-7F9906B30CC6}"/>
              </a:ext>
            </a:extLst>
          </p:cNvPr>
          <p:cNvSpPr>
            <a:spLocks noChangeArrowheads="1"/>
          </p:cNvSpPr>
          <p:nvPr/>
        </p:nvSpPr>
        <p:spPr bwMode="auto">
          <a:xfrm>
            <a:off x="6458905" y="3870329"/>
            <a:ext cx="465402" cy="533606"/>
          </a:xfrm>
          <a:custGeom>
            <a:avLst/>
            <a:gdLst>
              <a:gd name="T0" fmla="*/ 2147483646 w 510"/>
              <a:gd name="T1" fmla="*/ 2147483646 h 587"/>
              <a:gd name="T2" fmla="*/ 2147483646 w 510"/>
              <a:gd name="T3" fmla="*/ 2147483646 h 587"/>
              <a:gd name="T4" fmla="*/ 2147483646 w 510"/>
              <a:gd name="T5" fmla="*/ 2147483646 h 587"/>
              <a:gd name="T6" fmla="*/ 2147483646 w 510"/>
              <a:gd name="T7" fmla="*/ 2147483646 h 587"/>
              <a:gd name="T8" fmla="*/ 2147483646 w 510"/>
              <a:gd name="T9" fmla="*/ 2147483646 h 587"/>
              <a:gd name="T10" fmla="*/ 2147483646 w 510"/>
              <a:gd name="T11" fmla="*/ 2147483646 h 587"/>
              <a:gd name="T12" fmla="*/ 2147483646 w 510"/>
              <a:gd name="T13" fmla="*/ 2147483646 h 587"/>
              <a:gd name="T14" fmla="*/ 2147483646 w 510"/>
              <a:gd name="T15" fmla="*/ 2147483646 h 587"/>
              <a:gd name="T16" fmla="*/ 2147483646 w 510"/>
              <a:gd name="T17" fmla="*/ 2147483646 h 587"/>
              <a:gd name="T18" fmla="*/ 2147483646 w 510"/>
              <a:gd name="T19" fmla="*/ 2147483646 h 587"/>
              <a:gd name="T20" fmla="*/ 2147483646 w 510"/>
              <a:gd name="T21" fmla="*/ 2147483646 h 587"/>
              <a:gd name="T22" fmla="*/ 2147483646 w 510"/>
              <a:gd name="T23" fmla="*/ 2147483646 h 587"/>
              <a:gd name="T24" fmla="*/ 2147483646 w 510"/>
              <a:gd name="T25" fmla="*/ 2147483646 h 587"/>
              <a:gd name="T26" fmla="*/ 2147483646 w 510"/>
              <a:gd name="T27" fmla="*/ 2147483646 h 587"/>
              <a:gd name="T28" fmla="*/ 2147483646 w 510"/>
              <a:gd name="T29" fmla="*/ 2147483646 h 587"/>
              <a:gd name="T30" fmla="*/ 2147483646 w 510"/>
              <a:gd name="T31" fmla="*/ 2147483646 h 587"/>
              <a:gd name="T32" fmla="*/ 2147483646 w 510"/>
              <a:gd name="T33" fmla="*/ 2147483646 h 587"/>
              <a:gd name="T34" fmla="*/ 2147483646 w 510"/>
              <a:gd name="T35" fmla="*/ 2147483646 h 587"/>
              <a:gd name="T36" fmla="*/ 2147483646 w 510"/>
              <a:gd name="T37" fmla="*/ 2147483646 h 587"/>
              <a:gd name="T38" fmla="*/ 2147483646 w 510"/>
              <a:gd name="T39" fmla="*/ 2147483646 h 587"/>
              <a:gd name="T40" fmla="*/ 2147483646 w 510"/>
              <a:gd name="T41" fmla="*/ 2147483646 h 587"/>
              <a:gd name="T42" fmla="*/ 2147483646 w 510"/>
              <a:gd name="T43" fmla="*/ 2147483646 h 587"/>
              <a:gd name="T44" fmla="*/ 2147483646 w 510"/>
              <a:gd name="T45" fmla="*/ 2147483646 h 587"/>
              <a:gd name="T46" fmla="*/ 2147483646 w 510"/>
              <a:gd name="T47" fmla="*/ 2147483646 h 587"/>
              <a:gd name="T48" fmla="*/ 2147483646 w 510"/>
              <a:gd name="T49" fmla="*/ 2147483646 h 587"/>
              <a:gd name="T50" fmla="*/ 2147483646 w 510"/>
              <a:gd name="T51" fmla="*/ 2147483646 h 587"/>
              <a:gd name="T52" fmla="*/ 0 w 510"/>
              <a:gd name="T53" fmla="*/ 2147483646 h 587"/>
              <a:gd name="T54" fmla="*/ 0 w 510"/>
              <a:gd name="T55" fmla="*/ 2147483646 h 587"/>
              <a:gd name="T56" fmla="*/ 2147483646 w 510"/>
              <a:gd name="T57" fmla="*/ 0 h 587"/>
              <a:gd name="T58" fmla="*/ 2147483646 w 510"/>
              <a:gd name="T59" fmla="*/ 0 h 587"/>
              <a:gd name="T60" fmla="*/ 2147483646 w 510"/>
              <a:gd name="T61" fmla="*/ 0 h 587"/>
              <a:gd name="T62" fmla="*/ 2147483646 w 510"/>
              <a:gd name="T63" fmla="*/ 0 h 587"/>
              <a:gd name="T64" fmla="*/ 2147483646 w 510"/>
              <a:gd name="T65" fmla="*/ 2147483646 h 587"/>
              <a:gd name="T66" fmla="*/ 2147483646 w 510"/>
              <a:gd name="T67" fmla="*/ 2147483646 h 587"/>
              <a:gd name="T68" fmla="*/ 2147483646 w 510"/>
              <a:gd name="T69" fmla="*/ 2147483646 h 587"/>
              <a:gd name="T70" fmla="*/ 2147483646 w 510"/>
              <a:gd name="T71" fmla="*/ 2147483646 h 587"/>
              <a:gd name="T72" fmla="*/ 2147483646 w 510"/>
              <a:gd name="T73" fmla="*/ 2147483646 h 587"/>
              <a:gd name="T74" fmla="*/ 2147483646 w 510"/>
              <a:gd name="T75" fmla="*/ 2147483646 h 587"/>
              <a:gd name="T76" fmla="*/ 2147483646 w 510"/>
              <a:gd name="T77" fmla="*/ 2147483646 h 587"/>
              <a:gd name="T78" fmla="*/ 2147483646 w 510"/>
              <a:gd name="T79" fmla="*/ 2147483646 h 587"/>
              <a:gd name="T80" fmla="*/ 2147483646 w 510"/>
              <a:gd name="T81" fmla="*/ 2147483646 h 587"/>
              <a:gd name="T82" fmla="*/ 2147483646 w 510"/>
              <a:gd name="T83" fmla="*/ 2147483646 h 587"/>
              <a:gd name="T84" fmla="*/ 2147483646 w 510"/>
              <a:gd name="T85" fmla="*/ 2147483646 h 587"/>
              <a:gd name="T86" fmla="*/ 2147483646 w 510"/>
              <a:gd name="T87" fmla="*/ 2147483646 h 587"/>
              <a:gd name="T88" fmla="*/ 2147483646 w 510"/>
              <a:gd name="T89" fmla="*/ 0 h 587"/>
              <a:gd name="T90" fmla="*/ 2147483646 w 510"/>
              <a:gd name="T91" fmla="*/ 0 h 587"/>
              <a:gd name="T92" fmla="*/ 2147483646 w 510"/>
              <a:gd name="T93" fmla="*/ 2147483646 h 587"/>
              <a:gd name="T94" fmla="*/ 2147483646 w 510"/>
              <a:gd name="T95" fmla="*/ 2147483646 h 587"/>
              <a:gd name="T96" fmla="*/ 2147483646 w 510"/>
              <a:gd name="T97" fmla="*/ 2147483646 h 58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10" h="587">
                <a:moveTo>
                  <a:pt x="502" y="509"/>
                </a:moveTo>
                <a:lnTo>
                  <a:pt x="502" y="509"/>
                </a:lnTo>
                <a:cubicBezTo>
                  <a:pt x="439" y="572"/>
                  <a:pt x="439" y="572"/>
                  <a:pt x="439" y="572"/>
                </a:cubicBezTo>
                <a:cubicBezTo>
                  <a:pt x="432" y="579"/>
                  <a:pt x="424" y="586"/>
                  <a:pt x="417" y="586"/>
                </a:cubicBezTo>
                <a:cubicBezTo>
                  <a:pt x="410" y="586"/>
                  <a:pt x="403" y="579"/>
                  <a:pt x="396" y="572"/>
                </a:cubicBezTo>
                <a:cubicBezTo>
                  <a:pt x="333" y="509"/>
                  <a:pt x="333" y="509"/>
                  <a:pt x="333" y="509"/>
                </a:cubicBezTo>
                <a:cubicBezTo>
                  <a:pt x="326" y="502"/>
                  <a:pt x="326" y="495"/>
                  <a:pt x="326" y="487"/>
                </a:cubicBezTo>
                <a:cubicBezTo>
                  <a:pt x="326" y="473"/>
                  <a:pt x="333" y="459"/>
                  <a:pt x="354" y="459"/>
                </a:cubicBezTo>
                <a:cubicBezTo>
                  <a:pt x="361" y="459"/>
                  <a:pt x="368" y="466"/>
                  <a:pt x="368" y="473"/>
                </a:cubicBezTo>
                <a:cubicBezTo>
                  <a:pt x="389" y="487"/>
                  <a:pt x="389" y="487"/>
                  <a:pt x="389" y="487"/>
                </a:cubicBezTo>
                <a:cubicBezTo>
                  <a:pt x="389" y="360"/>
                  <a:pt x="389" y="360"/>
                  <a:pt x="389" y="360"/>
                </a:cubicBezTo>
                <a:cubicBezTo>
                  <a:pt x="389" y="339"/>
                  <a:pt x="403" y="332"/>
                  <a:pt x="417" y="332"/>
                </a:cubicBezTo>
                <a:cubicBezTo>
                  <a:pt x="432" y="332"/>
                  <a:pt x="446" y="339"/>
                  <a:pt x="446" y="360"/>
                </a:cubicBezTo>
                <a:cubicBezTo>
                  <a:pt x="446" y="487"/>
                  <a:pt x="446" y="487"/>
                  <a:pt x="446" y="487"/>
                </a:cubicBezTo>
                <a:cubicBezTo>
                  <a:pt x="467" y="473"/>
                  <a:pt x="467" y="473"/>
                  <a:pt x="467" y="473"/>
                </a:cubicBezTo>
                <a:cubicBezTo>
                  <a:pt x="467" y="466"/>
                  <a:pt x="474" y="459"/>
                  <a:pt x="481" y="459"/>
                </a:cubicBezTo>
                <a:cubicBezTo>
                  <a:pt x="502" y="459"/>
                  <a:pt x="509" y="473"/>
                  <a:pt x="509" y="487"/>
                </a:cubicBezTo>
                <a:cubicBezTo>
                  <a:pt x="509" y="495"/>
                  <a:pt x="509" y="502"/>
                  <a:pt x="502" y="509"/>
                </a:cubicBezTo>
                <a:close/>
                <a:moveTo>
                  <a:pt x="361" y="360"/>
                </a:moveTo>
                <a:lnTo>
                  <a:pt x="361" y="360"/>
                </a:lnTo>
                <a:cubicBezTo>
                  <a:pt x="361" y="431"/>
                  <a:pt x="361" y="431"/>
                  <a:pt x="361" y="431"/>
                </a:cubicBezTo>
                <a:lnTo>
                  <a:pt x="354" y="431"/>
                </a:lnTo>
                <a:cubicBezTo>
                  <a:pt x="319" y="431"/>
                  <a:pt x="297" y="459"/>
                  <a:pt x="297" y="487"/>
                </a:cubicBezTo>
                <a:cubicBezTo>
                  <a:pt x="297" y="509"/>
                  <a:pt x="304" y="523"/>
                  <a:pt x="311" y="530"/>
                </a:cubicBezTo>
                <a:cubicBezTo>
                  <a:pt x="326" y="544"/>
                  <a:pt x="326" y="544"/>
                  <a:pt x="326" y="544"/>
                </a:cubicBezTo>
                <a:cubicBezTo>
                  <a:pt x="29" y="544"/>
                  <a:pt x="29" y="544"/>
                  <a:pt x="29" y="544"/>
                </a:cubicBezTo>
                <a:cubicBezTo>
                  <a:pt x="15" y="544"/>
                  <a:pt x="0" y="537"/>
                  <a:pt x="0" y="516"/>
                </a:cubicBezTo>
                <a:cubicBezTo>
                  <a:pt x="0" y="28"/>
                  <a:pt x="0" y="28"/>
                  <a:pt x="0" y="28"/>
                </a:cubicBezTo>
                <a:cubicBezTo>
                  <a:pt x="0" y="14"/>
                  <a:pt x="15" y="0"/>
                  <a:pt x="29" y="0"/>
                </a:cubicBezTo>
                <a:cubicBezTo>
                  <a:pt x="99" y="0"/>
                  <a:pt x="99" y="0"/>
                  <a:pt x="99" y="0"/>
                </a:cubicBezTo>
                <a:cubicBezTo>
                  <a:pt x="184" y="0"/>
                  <a:pt x="184" y="0"/>
                  <a:pt x="184" y="0"/>
                </a:cubicBezTo>
                <a:cubicBezTo>
                  <a:pt x="184" y="106"/>
                  <a:pt x="184" y="106"/>
                  <a:pt x="184" y="106"/>
                </a:cubicBezTo>
                <a:cubicBezTo>
                  <a:pt x="184" y="162"/>
                  <a:pt x="184" y="162"/>
                  <a:pt x="184" y="162"/>
                </a:cubicBezTo>
                <a:cubicBezTo>
                  <a:pt x="184" y="191"/>
                  <a:pt x="206" y="219"/>
                  <a:pt x="241" y="219"/>
                </a:cubicBezTo>
                <a:cubicBezTo>
                  <a:pt x="297" y="219"/>
                  <a:pt x="297" y="219"/>
                  <a:pt x="297" y="219"/>
                </a:cubicBezTo>
                <a:cubicBezTo>
                  <a:pt x="417" y="219"/>
                  <a:pt x="417" y="219"/>
                  <a:pt x="417" y="219"/>
                </a:cubicBezTo>
                <a:cubicBezTo>
                  <a:pt x="417" y="304"/>
                  <a:pt x="417" y="304"/>
                  <a:pt x="417" y="304"/>
                </a:cubicBezTo>
                <a:cubicBezTo>
                  <a:pt x="389" y="304"/>
                  <a:pt x="361" y="325"/>
                  <a:pt x="361" y="360"/>
                </a:cubicBezTo>
                <a:close/>
                <a:moveTo>
                  <a:pt x="241" y="191"/>
                </a:moveTo>
                <a:lnTo>
                  <a:pt x="241" y="191"/>
                </a:lnTo>
                <a:cubicBezTo>
                  <a:pt x="220" y="191"/>
                  <a:pt x="213" y="176"/>
                  <a:pt x="213" y="162"/>
                </a:cubicBezTo>
                <a:cubicBezTo>
                  <a:pt x="213" y="106"/>
                  <a:pt x="213" y="106"/>
                  <a:pt x="213" y="106"/>
                </a:cubicBezTo>
                <a:cubicBezTo>
                  <a:pt x="213" y="0"/>
                  <a:pt x="213" y="0"/>
                  <a:pt x="213" y="0"/>
                </a:cubicBezTo>
                <a:cubicBezTo>
                  <a:pt x="417" y="191"/>
                  <a:pt x="417" y="191"/>
                  <a:pt x="417" y="191"/>
                </a:cubicBezTo>
                <a:cubicBezTo>
                  <a:pt x="297" y="191"/>
                  <a:pt x="297" y="191"/>
                  <a:pt x="297" y="191"/>
                </a:cubicBezTo>
                <a:lnTo>
                  <a:pt x="241" y="19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5" name="Freeform 19">
            <a:extLst>
              <a:ext uri="{FF2B5EF4-FFF2-40B4-BE49-F238E27FC236}">
                <a16:creationId xmlns:a16="http://schemas.microsoft.com/office/drawing/2014/main" id="{836AC24E-0E15-1831-5EC0-07A44E147055}"/>
              </a:ext>
            </a:extLst>
          </p:cNvPr>
          <p:cNvSpPr>
            <a:spLocks noChangeArrowheads="1"/>
          </p:cNvSpPr>
          <p:nvPr/>
        </p:nvSpPr>
        <p:spPr bwMode="auto">
          <a:xfrm>
            <a:off x="5504028" y="3870329"/>
            <a:ext cx="465402" cy="521571"/>
          </a:xfrm>
          <a:custGeom>
            <a:avLst/>
            <a:gdLst>
              <a:gd name="T0" fmla="*/ 2147483646 w 510"/>
              <a:gd name="T1" fmla="*/ 2147483646 h 573"/>
              <a:gd name="T2" fmla="*/ 2147483646 w 510"/>
              <a:gd name="T3" fmla="*/ 2147483646 h 573"/>
              <a:gd name="T4" fmla="*/ 2147483646 w 510"/>
              <a:gd name="T5" fmla="*/ 2147483646 h 573"/>
              <a:gd name="T6" fmla="*/ 2147483646 w 510"/>
              <a:gd name="T7" fmla="*/ 2147483646 h 573"/>
              <a:gd name="T8" fmla="*/ 2147483646 w 510"/>
              <a:gd name="T9" fmla="*/ 2147483646 h 573"/>
              <a:gd name="T10" fmla="*/ 2147483646 w 510"/>
              <a:gd name="T11" fmla="*/ 2147483646 h 573"/>
              <a:gd name="T12" fmla="*/ 2147483646 w 510"/>
              <a:gd name="T13" fmla="*/ 2147483646 h 573"/>
              <a:gd name="T14" fmla="*/ 2147483646 w 510"/>
              <a:gd name="T15" fmla="*/ 2147483646 h 573"/>
              <a:gd name="T16" fmla="*/ 2147483646 w 510"/>
              <a:gd name="T17" fmla="*/ 2147483646 h 573"/>
              <a:gd name="T18" fmla="*/ 2147483646 w 510"/>
              <a:gd name="T19" fmla="*/ 2147483646 h 573"/>
              <a:gd name="T20" fmla="*/ 2147483646 w 510"/>
              <a:gd name="T21" fmla="*/ 2147483646 h 573"/>
              <a:gd name="T22" fmla="*/ 2147483646 w 510"/>
              <a:gd name="T23" fmla="*/ 2147483646 h 573"/>
              <a:gd name="T24" fmla="*/ 2147483646 w 510"/>
              <a:gd name="T25" fmla="*/ 2147483646 h 573"/>
              <a:gd name="T26" fmla="*/ 2147483646 w 510"/>
              <a:gd name="T27" fmla="*/ 2147483646 h 573"/>
              <a:gd name="T28" fmla="*/ 2147483646 w 510"/>
              <a:gd name="T29" fmla="*/ 2147483646 h 573"/>
              <a:gd name="T30" fmla="*/ 2147483646 w 510"/>
              <a:gd name="T31" fmla="*/ 2147483646 h 573"/>
              <a:gd name="T32" fmla="*/ 2147483646 w 510"/>
              <a:gd name="T33" fmla="*/ 2147483646 h 573"/>
              <a:gd name="T34" fmla="*/ 2147483646 w 510"/>
              <a:gd name="T35" fmla="*/ 2147483646 h 573"/>
              <a:gd name="T36" fmla="*/ 2147483646 w 510"/>
              <a:gd name="T37" fmla="*/ 2147483646 h 573"/>
              <a:gd name="T38" fmla="*/ 2147483646 w 510"/>
              <a:gd name="T39" fmla="*/ 2147483646 h 573"/>
              <a:gd name="T40" fmla="*/ 2147483646 w 510"/>
              <a:gd name="T41" fmla="*/ 2147483646 h 573"/>
              <a:gd name="T42" fmla="*/ 2147483646 w 510"/>
              <a:gd name="T43" fmla="*/ 2147483646 h 573"/>
              <a:gd name="T44" fmla="*/ 2147483646 w 510"/>
              <a:gd name="T45" fmla="*/ 2147483646 h 573"/>
              <a:gd name="T46" fmla="*/ 2147483646 w 510"/>
              <a:gd name="T47" fmla="*/ 2147483646 h 573"/>
              <a:gd name="T48" fmla="*/ 2147483646 w 510"/>
              <a:gd name="T49" fmla="*/ 2147483646 h 573"/>
              <a:gd name="T50" fmla="*/ 2147483646 w 510"/>
              <a:gd name="T51" fmla="*/ 2147483646 h 573"/>
              <a:gd name="T52" fmla="*/ 2147483646 w 510"/>
              <a:gd name="T53" fmla="*/ 2147483646 h 573"/>
              <a:gd name="T54" fmla="*/ 2147483646 w 510"/>
              <a:gd name="T55" fmla="*/ 2147483646 h 573"/>
              <a:gd name="T56" fmla="*/ 2147483646 w 510"/>
              <a:gd name="T57" fmla="*/ 2147483646 h 573"/>
              <a:gd name="T58" fmla="*/ 2147483646 w 510"/>
              <a:gd name="T59" fmla="*/ 2147483646 h 573"/>
              <a:gd name="T60" fmla="*/ 2147483646 w 510"/>
              <a:gd name="T61" fmla="*/ 2147483646 h 573"/>
              <a:gd name="T62" fmla="*/ 2147483646 w 510"/>
              <a:gd name="T63" fmla="*/ 2147483646 h 573"/>
              <a:gd name="T64" fmla="*/ 2147483646 w 510"/>
              <a:gd name="T65" fmla="*/ 2147483646 h 573"/>
              <a:gd name="T66" fmla="*/ 2147483646 w 510"/>
              <a:gd name="T67" fmla="*/ 2147483646 h 573"/>
              <a:gd name="T68" fmla="*/ 2147483646 w 510"/>
              <a:gd name="T69" fmla="*/ 2147483646 h 573"/>
              <a:gd name="T70" fmla="*/ 2147483646 w 510"/>
              <a:gd name="T71" fmla="*/ 2147483646 h 573"/>
              <a:gd name="T72" fmla="*/ 2147483646 w 510"/>
              <a:gd name="T73" fmla="*/ 2147483646 h 573"/>
              <a:gd name="T74" fmla="*/ 2147483646 w 510"/>
              <a:gd name="T75" fmla="*/ 2147483646 h 573"/>
              <a:gd name="T76" fmla="*/ 2147483646 w 510"/>
              <a:gd name="T77" fmla="*/ 2147483646 h 573"/>
              <a:gd name="T78" fmla="*/ 2147483646 w 510"/>
              <a:gd name="T79" fmla="*/ 2147483646 h 573"/>
              <a:gd name="T80" fmla="*/ 0 w 510"/>
              <a:gd name="T81" fmla="*/ 2147483646 h 573"/>
              <a:gd name="T82" fmla="*/ 0 w 510"/>
              <a:gd name="T83" fmla="*/ 2147483646 h 573"/>
              <a:gd name="T84" fmla="*/ 2147483646 w 510"/>
              <a:gd name="T85" fmla="*/ 0 h 573"/>
              <a:gd name="T86" fmla="*/ 2147483646 w 510"/>
              <a:gd name="T87" fmla="*/ 0 h 573"/>
              <a:gd name="T88" fmla="*/ 2147483646 w 510"/>
              <a:gd name="T89" fmla="*/ 0 h 573"/>
              <a:gd name="T90" fmla="*/ 2147483646 w 510"/>
              <a:gd name="T91" fmla="*/ 2147483646 h 573"/>
              <a:gd name="T92" fmla="*/ 2147483646 w 510"/>
              <a:gd name="T93" fmla="*/ 2147483646 h 573"/>
              <a:gd name="T94" fmla="*/ 2147483646 w 510"/>
              <a:gd name="T95" fmla="*/ 2147483646 h 573"/>
              <a:gd name="T96" fmla="*/ 2147483646 w 510"/>
              <a:gd name="T97" fmla="*/ 2147483646 h 573"/>
              <a:gd name="T98" fmla="*/ 2147483646 w 510"/>
              <a:gd name="T99" fmla="*/ 2147483646 h 573"/>
              <a:gd name="T100" fmla="*/ 2147483646 w 510"/>
              <a:gd name="T101" fmla="*/ 2147483646 h 573"/>
              <a:gd name="T102" fmla="*/ 2147483646 w 510"/>
              <a:gd name="T103" fmla="*/ 2147483646 h 573"/>
              <a:gd name="T104" fmla="*/ 2147483646 w 510"/>
              <a:gd name="T105" fmla="*/ 2147483646 h 573"/>
              <a:gd name="T106" fmla="*/ 2147483646 w 510"/>
              <a:gd name="T107" fmla="*/ 2147483646 h 573"/>
              <a:gd name="T108" fmla="*/ 2147483646 w 510"/>
              <a:gd name="T109" fmla="*/ 2147483646 h 573"/>
              <a:gd name="T110" fmla="*/ 2147483646 w 510"/>
              <a:gd name="T111" fmla="*/ 2147483646 h 573"/>
              <a:gd name="T112" fmla="*/ 2147483646 w 510"/>
              <a:gd name="T113" fmla="*/ 2147483646 h 573"/>
              <a:gd name="T114" fmla="*/ 2147483646 w 510"/>
              <a:gd name="T115" fmla="*/ 0 h 573"/>
              <a:gd name="T116" fmla="*/ 2147483646 w 510"/>
              <a:gd name="T117" fmla="*/ 2147483646 h 573"/>
              <a:gd name="T118" fmla="*/ 2147483646 w 510"/>
              <a:gd name="T119" fmla="*/ 2147483646 h 573"/>
              <a:gd name="T120" fmla="*/ 2147483646 w 510"/>
              <a:gd name="T121" fmla="*/ 2147483646 h 57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10" h="573">
                <a:moveTo>
                  <a:pt x="502" y="452"/>
                </a:moveTo>
                <a:lnTo>
                  <a:pt x="502" y="452"/>
                </a:lnTo>
                <a:cubicBezTo>
                  <a:pt x="467" y="487"/>
                  <a:pt x="467" y="487"/>
                  <a:pt x="467" y="487"/>
                </a:cubicBezTo>
                <a:cubicBezTo>
                  <a:pt x="502" y="530"/>
                  <a:pt x="502" y="530"/>
                  <a:pt x="502" y="530"/>
                </a:cubicBezTo>
                <a:cubicBezTo>
                  <a:pt x="509" y="530"/>
                  <a:pt x="509" y="537"/>
                  <a:pt x="509" y="544"/>
                </a:cubicBezTo>
                <a:cubicBezTo>
                  <a:pt x="509" y="565"/>
                  <a:pt x="495" y="572"/>
                  <a:pt x="481" y="572"/>
                </a:cubicBezTo>
                <a:cubicBezTo>
                  <a:pt x="474" y="572"/>
                  <a:pt x="467" y="572"/>
                  <a:pt x="460" y="565"/>
                </a:cubicBezTo>
                <a:cubicBezTo>
                  <a:pt x="424" y="530"/>
                  <a:pt x="424" y="530"/>
                  <a:pt x="424" y="530"/>
                </a:cubicBezTo>
                <a:cubicBezTo>
                  <a:pt x="389" y="565"/>
                  <a:pt x="389" y="565"/>
                  <a:pt x="389" y="565"/>
                </a:cubicBezTo>
                <a:cubicBezTo>
                  <a:pt x="382" y="572"/>
                  <a:pt x="375" y="572"/>
                  <a:pt x="368" y="572"/>
                </a:cubicBezTo>
                <a:cubicBezTo>
                  <a:pt x="354" y="572"/>
                  <a:pt x="340" y="565"/>
                  <a:pt x="340" y="544"/>
                </a:cubicBezTo>
                <a:cubicBezTo>
                  <a:pt x="340" y="537"/>
                  <a:pt x="340" y="530"/>
                  <a:pt x="347" y="530"/>
                </a:cubicBezTo>
                <a:cubicBezTo>
                  <a:pt x="382" y="487"/>
                  <a:pt x="382" y="487"/>
                  <a:pt x="382" y="487"/>
                </a:cubicBezTo>
                <a:cubicBezTo>
                  <a:pt x="347" y="452"/>
                  <a:pt x="347" y="452"/>
                  <a:pt x="347" y="452"/>
                </a:cubicBezTo>
                <a:cubicBezTo>
                  <a:pt x="340" y="445"/>
                  <a:pt x="340" y="438"/>
                  <a:pt x="340" y="431"/>
                </a:cubicBezTo>
                <a:cubicBezTo>
                  <a:pt x="340" y="417"/>
                  <a:pt x="354" y="403"/>
                  <a:pt x="368" y="403"/>
                </a:cubicBezTo>
                <a:cubicBezTo>
                  <a:pt x="375" y="403"/>
                  <a:pt x="382" y="410"/>
                  <a:pt x="389" y="417"/>
                </a:cubicBezTo>
                <a:cubicBezTo>
                  <a:pt x="424" y="452"/>
                  <a:pt x="424" y="452"/>
                  <a:pt x="424" y="452"/>
                </a:cubicBezTo>
                <a:cubicBezTo>
                  <a:pt x="460" y="417"/>
                  <a:pt x="460" y="417"/>
                  <a:pt x="460" y="417"/>
                </a:cubicBezTo>
                <a:cubicBezTo>
                  <a:pt x="467" y="410"/>
                  <a:pt x="474" y="403"/>
                  <a:pt x="481" y="403"/>
                </a:cubicBezTo>
                <a:cubicBezTo>
                  <a:pt x="495" y="403"/>
                  <a:pt x="509" y="417"/>
                  <a:pt x="509" y="431"/>
                </a:cubicBezTo>
                <a:cubicBezTo>
                  <a:pt x="509" y="438"/>
                  <a:pt x="509" y="445"/>
                  <a:pt x="502" y="452"/>
                </a:cubicBezTo>
                <a:close/>
                <a:moveTo>
                  <a:pt x="417" y="403"/>
                </a:moveTo>
                <a:lnTo>
                  <a:pt x="417" y="403"/>
                </a:lnTo>
                <a:cubicBezTo>
                  <a:pt x="410" y="395"/>
                  <a:pt x="410" y="395"/>
                  <a:pt x="410" y="395"/>
                </a:cubicBezTo>
                <a:cubicBezTo>
                  <a:pt x="396" y="381"/>
                  <a:pt x="382" y="374"/>
                  <a:pt x="368" y="374"/>
                </a:cubicBezTo>
                <a:cubicBezTo>
                  <a:pt x="340" y="374"/>
                  <a:pt x="311" y="403"/>
                  <a:pt x="311" y="431"/>
                </a:cubicBezTo>
                <a:cubicBezTo>
                  <a:pt x="311" y="452"/>
                  <a:pt x="318" y="466"/>
                  <a:pt x="326" y="473"/>
                </a:cubicBezTo>
                <a:cubicBezTo>
                  <a:pt x="347" y="487"/>
                  <a:pt x="347" y="487"/>
                  <a:pt x="347" y="487"/>
                </a:cubicBezTo>
                <a:cubicBezTo>
                  <a:pt x="326" y="509"/>
                  <a:pt x="326" y="509"/>
                  <a:pt x="326" y="509"/>
                </a:cubicBezTo>
                <a:cubicBezTo>
                  <a:pt x="318" y="516"/>
                  <a:pt x="311" y="530"/>
                  <a:pt x="311" y="544"/>
                </a:cubicBezTo>
                <a:cubicBezTo>
                  <a:pt x="290" y="544"/>
                  <a:pt x="290" y="544"/>
                  <a:pt x="290" y="544"/>
                </a:cubicBezTo>
                <a:cubicBezTo>
                  <a:pt x="29" y="544"/>
                  <a:pt x="29" y="544"/>
                  <a:pt x="29" y="544"/>
                </a:cubicBezTo>
                <a:cubicBezTo>
                  <a:pt x="15" y="544"/>
                  <a:pt x="0" y="537"/>
                  <a:pt x="0" y="516"/>
                </a:cubicBezTo>
                <a:cubicBezTo>
                  <a:pt x="0" y="28"/>
                  <a:pt x="0" y="28"/>
                  <a:pt x="0" y="28"/>
                </a:cubicBezTo>
                <a:cubicBezTo>
                  <a:pt x="0" y="14"/>
                  <a:pt x="15" y="0"/>
                  <a:pt x="29" y="0"/>
                </a:cubicBezTo>
                <a:cubicBezTo>
                  <a:pt x="92" y="0"/>
                  <a:pt x="92" y="0"/>
                  <a:pt x="92" y="0"/>
                </a:cubicBezTo>
                <a:cubicBezTo>
                  <a:pt x="177" y="0"/>
                  <a:pt x="177" y="0"/>
                  <a:pt x="177" y="0"/>
                </a:cubicBezTo>
                <a:cubicBezTo>
                  <a:pt x="177" y="106"/>
                  <a:pt x="177" y="106"/>
                  <a:pt x="177" y="106"/>
                </a:cubicBezTo>
                <a:cubicBezTo>
                  <a:pt x="177" y="162"/>
                  <a:pt x="177" y="162"/>
                  <a:pt x="177" y="162"/>
                </a:cubicBezTo>
                <a:cubicBezTo>
                  <a:pt x="177" y="191"/>
                  <a:pt x="205" y="219"/>
                  <a:pt x="234" y="219"/>
                </a:cubicBezTo>
                <a:cubicBezTo>
                  <a:pt x="290" y="219"/>
                  <a:pt x="290" y="219"/>
                  <a:pt x="290" y="219"/>
                </a:cubicBezTo>
                <a:cubicBezTo>
                  <a:pt x="417" y="219"/>
                  <a:pt x="417" y="219"/>
                  <a:pt x="417" y="219"/>
                </a:cubicBezTo>
                <a:cubicBezTo>
                  <a:pt x="417" y="374"/>
                  <a:pt x="417" y="374"/>
                  <a:pt x="417" y="374"/>
                </a:cubicBezTo>
                <a:lnTo>
                  <a:pt x="417" y="403"/>
                </a:lnTo>
                <a:close/>
                <a:moveTo>
                  <a:pt x="234" y="191"/>
                </a:moveTo>
                <a:lnTo>
                  <a:pt x="234" y="191"/>
                </a:lnTo>
                <a:cubicBezTo>
                  <a:pt x="220" y="191"/>
                  <a:pt x="205" y="176"/>
                  <a:pt x="205" y="162"/>
                </a:cubicBezTo>
                <a:cubicBezTo>
                  <a:pt x="205" y="106"/>
                  <a:pt x="205" y="106"/>
                  <a:pt x="205" y="106"/>
                </a:cubicBezTo>
                <a:cubicBezTo>
                  <a:pt x="205" y="0"/>
                  <a:pt x="205" y="0"/>
                  <a:pt x="205" y="0"/>
                </a:cubicBezTo>
                <a:cubicBezTo>
                  <a:pt x="417" y="191"/>
                  <a:pt x="417" y="191"/>
                  <a:pt x="417" y="191"/>
                </a:cubicBezTo>
                <a:cubicBezTo>
                  <a:pt x="290" y="191"/>
                  <a:pt x="290" y="191"/>
                  <a:pt x="290" y="191"/>
                </a:cubicBezTo>
                <a:lnTo>
                  <a:pt x="234" y="19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6" name="Freeform 20">
            <a:extLst>
              <a:ext uri="{FF2B5EF4-FFF2-40B4-BE49-F238E27FC236}">
                <a16:creationId xmlns:a16="http://schemas.microsoft.com/office/drawing/2014/main" id="{B21DC344-BF6C-5809-5829-3AF5F625C4E3}"/>
              </a:ext>
            </a:extLst>
          </p:cNvPr>
          <p:cNvSpPr>
            <a:spLocks noChangeArrowheads="1"/>
          </p:cNvSpPr>
          <p:nvPr/>
        </p:nvSpPr>
        <p:spPr bwMode="auto">
          <a:xfrm>
            <a:off x="4545137" y="3870329"/>
            <a:ext cx="465402" cy="509534"/>
          </a:xfrm>
          <a:custGeom>
            <a:avLst/>
            <a:gdLst>
              <a:gd name="T0" fmla="*/ 2147483646 w 510"/>
              <a:gd name="T1" fmla="*/ 2147483646 h 559"/>
              <a:gd name="T2" fmla="*/ 2147483646 w 510"/>
              <a:gd name="T3" fmla="*/ 2147483646 h 559"/>
              <a:gd name="T4" fmla="*/ 2147483646 w 510"/>
              <a:gd name="T5" fmla="*/ 2147483646 h 559"/>
              <a:gd name="T6" fmla="*/ 2147483646 w 510"/>
              <a:gd name="T7" fmla="*/ 2147483646 h 559"/>
              <a:gd name="T8" fmla="*/ 2147483646 w 510"/>
              <a:gd name="T9" fmla="*/ 2147483646 h 559"/>
              <a:gd name="T10" fmla="*/ 2147483646 w 510"/>
              <a:gd name="T11" fmla="*/ 2147483646 h 559"/>
              <a:gd name="T12" fmla="*/ 2147483646 w 510"/>
              <a:gd name="T13" fmla="*/ 2147483646 h 559"/>
              <a:gd name="T14" fmla="*/ 2147483646 w 510"/>
              <a:gd name="T15" fmla="*/ 2147483646 h 559"/>
              <a:gd name="T16" fmla="*/ 2147483646 w 510"/>
              <a:gd name="T17" fmla="*/ 2147483646 h 559"/>
              <a:gd name="T18" fmla="*/ 2147483646 w 510"/>
              <a:gd name="T19" fmla="*/ 2147483646 h 559"/>
              <a:gd name="T20" fmla="*/ 2147483646 w 510"/>
              <a:gd name="T21" fmla="*/ 2147483646 h 559"/>
              <a:gd name="T22" fmla="*/ 2147483646 w 510"/>
              <a:gd name="T23" fmla="*/ 2147483646 h 559"/>
              <a:gd name="T24" fmla="*/ 2147483646 w 510"/>
              <a:gd name="T25" fmla="*/ 2147483646 h 559"/>
              <a:gd name="T26" fmla="*/ 2147483646 w 510"/>
              <a:gd name="T27" fmla="*/ 2147483646 h 559"/>
              <a:gd name="T28" fmla="*/ 2147483646 w 510"/>
              <a:gd name="T29" fmla="*/ 2147483646 h 559"/>
              <a:gd name="T30" fmla="*/ 2147483646 w 510"/>
              <a:gd name="T31" fmla="*/ 2147483646 h 559"/>
              <a:gd name="T32" fmla="*/ 2147483646 w 510"/>
              <a:gd name="T33" fmla="*/ 2147483646 h 559"/>
              <a:gd name="T34" fmla="*/ 2147483646 w 510"/>
              <a:gd name="T35" fmla="*/ 2147483646 h 559"/>
              <a:gd name="T36" fmla="*/ 2147483646 w 510"/>
              <a:gd name="T37" fmla="*/ 2147483646 h 559"/>
              <a:gd name="T38" fmla="*/ 2147483646 w 510"/>
              <a:gd name="T39" fmla="*/ 2147483646 h 559"/>
              <a:gd name="T40" fmla="*/ 2147483646 w 510"/>
              <a:gd name="T41" fmla="*/ 2147483646 h 559"/>
              <a:gd name="T42" fmla="*/ 2147483646 w 510"/>
              <a:gd name="T43" fmla="*/ 2147483646 h 559"/>
              <a:gd name="T44" fmla="*/ 2147483646 w 510"/>
              <a:gd name="T45" fmla="*/ 2147483646 h 559"/>
              <a:gd name="T46" fmla="*/ 2147483646 w 510"/>
              <a:gd name="T47" fmla="*/ 2147483646 h 559"/>
              <a:gd name="T48" fmla="*/ 2147483646 w 510"/>
              <a:gd name="T49" fmla="*/ 2147483646 h 559"/>
              <a:gd name="T50" fmla="*/ 2147483646 w 510"/>
              <a:gd name="T51" fmla="*/ 2147483646 h 559"/>
              <a:gd name="T52" fmla="*/ 2147483646 w 510"/>
              <a:gd name="T53" fmla="*/ 2147483646 h 559"/>
              <a:gd name="T54" fmla="*/ 0 w 510"/>
              <a:gd name="T55" fmla="*/ 2147483646 h 559"/>
              <a:gd name="T56" fmla="*/ 0 w 510"/>
              <a:gd name="T57" fmla="*/ 2147483646 h 559"/>
              <a:gd name="T58" fmla="*/ 2147483646 w 510"/>
              <a:gd name="T59" fmla="*/ 0 h 559"/>
              <a:gd name="T60" fmla="*/ 2147483646 w 510"/>
              <a:gd name="T61" fmla="*/ 0 h 559"/>
              <a:gd name="T62" fmla="*/ 2147483646 w 510"/>
              <a:gd name="T63" fmla="*/ 0 h 559"/>
              <a:gd name="T64" fmla="*/ 2147483646 w 510"/>
              <a:gd name="T65" fmla="*/ 2147483646 h 559"/>
              <a:gd name="T66" fmla="*/ 2147483646 w 510"/>
              <a:gd name="T67" fmla="*/ 2147483646 h 559"/>
              <a:gd name="T68" fmla="*/ 2147483646 w 510"/>
              <a:gd name="T69" fmla="*/ 2147483646 h 559"/>
              <a:gd name="T70" fmla="*/ 2147483646 w 510"/>
              <a:gd name="T71" fmla="*/ 2147483646 h 559"/>
              <a:gd name="T72" fmla="*/ 2147483646 w 510"/>
              <a:gd name="T73" fmla="*/ 2147483646 h 559"/>
              <a:gd name="T74" fmla="*/ 2147483646 w 510"/>
              <a:gd name="T75" fmla="*/ 2147483646 h 559"/>
              <a:gd name="T76" fmla="*/ 2147483646 w 510"/>
              <a:gd name="T77" fmla="*/ 2147483646 h 559"/>
              <a:gd name="T78" fmla="*/ 2147483646 w 510"/>
              <a:gd name="T79" fmla="*/ 2147483646 h 559"/>
              <a:gd name="T80" fmla="*/ 2147483646 w 510"/>
              <a:gd name="T81" fmla="*/ 2147483646 h 559"/>
              <a:gd name="T82" fmla="*/ 2147483646 w 510"/>
              <a:gd name="T83" fmla="*/ 2147483646 h 559"/>
              <a:gd name="T84" fmla="*/ 2147483646 w 510"/>
              <a:gd name="T85" fmla="*/ 2147483646 h 559"/>
              <a:gd name="T86" fmla="*/ 2147483646 w 510"/>
              <a:gd name="T87" fmla="*/ 2147483646 h 559"/>
              <a:gd name="T88" fmla="*/ 2147483646 w 510"/>
              <a:gd name="T89" fmla="*/ 0 h 559"/>
              <a:gd name="T90" fmla="*/ 2147483646 w 510"/>
              <a:gd name="T91" fmla="*/ 2147483646 h 559"/>
              <a:gd name="T92" fmla="*/ 2147483646 w 510"/>
              <a:gd name="T93" fmla="*/ 2147483646 h 559"/>
              <a:gd name="T94" fmla="*/ 2147483646 w 510"/>
              <a:gd name="T95" fmla="*/ 2147483646 h 55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10" h="559">
                <a:moveTo>
                  <a:pt x="495" y="473"/>
                </a:moveTo>
                <a:lnTo>
                  <a:pt x="495" y="473"/>
                </a:lnTo>
                <a:cubicBezTo>
                  <a:pt x="424" y="544"/>
                  <a:pt x="424" y="544"/>
                  <a:pt x="424" y="544"/>
                </a:cubicBezTo>
                <a:cubicBezTo>
                  <a:pt x="417" y="551"/>
                  <a:pt x="410" y="558"/>
                  <a:pt x="403" y="558"/>
                </a:cubicBezTo>
                <a:cubicBezTo>
                  <a:pt x="396" y="558"/>
                  <a:pt x="389" y="551"/>
                  <a:pt x="382" y="544"/>
                </a:cubicBezTo>
                <a:cubicBezTo>
                  <a:pt x="347" y="509"/>
                  <a:pt x="347" y="509"/>
                  <a:pt x="347" y="509"/>
                </a:cubicBezTo>
                <a:cubicBezTo>
                  <a:pt x="340" y="502"/>
                  <a:pt x="340" y="495"/>
                  <a:pt x="340" y="487"/>
                </a:cubicBezTo>
                <a:cubicBezTo>
                  <a:pt x="340" y="473"/>
                  <a:pt x="347" y="459"/>
                  <a:pt x="368" y="459"/>
                </a:cubicBezTo>
                <a:cubicBezTo>
                  <a:pt x="375" y="459"/>
                  <a:pt x="382" y="466"/>
                  <a:pt x="382" y="473"/>
                </a:cubicBezTo>
                <a:cubicBezTo>
                  <a:pt x="403" y="487"/>
                  <a:pt x="403" y="487"/>
                  <a:pt x="403" y="487"/>
                </a:cubicBezTo>
                <a:cubicBezTo>
                  <a:pt x="460" y="431"/>
                  <a:pt x="460" y="431"/>
                  <a:pt x="460" y="431"/>
                </a:cubicBezTo>
                <a:cubicBezTo>
                  <a:pt x="467" y="424"/>
                  <a:pt x="474" y="424"/>
                  <a:pt x="481" y="424"/>
                </a:cubicBezTo>
                <a:cubicBezTo>
                  <a:pt x="495" y="424"/>
                  <a:pt x="509" y="438"/>
                  <a:pt x="509" y="452"/>
                </a:cubicBezTo>
                <a:cubicBezTo>
                  <a:pt x="509" y="459"/>
                  <a:pt x="502" y="466"/>
                  <a:pt x="495" y="473"/>
                </a:cubicBezTo>
                <a:close/>
                <a:moveTo>
                  <a:pt x="410" y="438"/>
                </a:moveTo>
                <a:lnTo>
                  <a:pt x="410" y="438"/>
                </a:lnTo>
                <a:cubicBezTo>
                  <a:pt x="403" y="445"/>
                  <a:pt x="403" y="445"/>
                  <a:pt x="403" y="445"/>
                </a:cubicBezTo>
                <a:cubicBezTo>
                  <a:pt x="396" y="438"/>
                  <a:pt x="382" y="431"/>
                  <a:pt x="368" y="431"/>
                </a:cubicBezTo>
                <a:cubicBezTo>
                  <a:pt x="333" y="431"/>
                  <a:pt x="311" y="459"/>
                  <a:pt x="311" y="487"/>
                </a:cubicBezTo>
                <a:cubicBezTo>
                  <a:pt x="311" y="509"/>
                  <a:pt x="318" y="523"/>
                  <a:pt x="325" y="530"/>
                </a:cubicBezTo>
                <a:cubicBezTo>
                  <a:pt x="340" y="544"/>
                  <a:pt x="340" y="544"/>
                  <a:pt x="340" y="544"/>
                </a:cubicBezTo>
                <a:cubicBezTo>
                  <a:pt x="241" y="544"/>
                  <a:pt x="241" y="544"/>
                  <a:pt x="241" y="544"/>
                </a:cubicBezTo>
                <a:cubicBezTo>
                  <a:pt x="29" y="544"/>
                  <a:pt x="29" y="544"/>
                  <a:pt x="29" y="544"/>
                </a:cubicBezTo>
                <a:cubicBezTo>
                  <a:pt x="7" y="544"/>
                  <a:pt x="0" y="537"/>
                  <a:pt x="0" y="516"/>
                </a:cubicBezTo>
                <a:cubicBezTo>
                  <a:pt x="0" y="28"/>
                  <a:pt x="0" y="28"/>
                  <a:pt x="0" y="28"/>
                </a:cubicBezTo>
                <a:cubicBezTo>
                  <a:pt x="0" y="14"/>
                  <a:pt x="7" y="0"/>
                  <a:pt x="29" y="0"/>
                </a:cubicBezTo>
                <a:cubicBezTo>
                  <a:pt x="92" y="0"/>
                  <a:pt x="92" y="0"/>
                  <a:pt x="92" y="0"/>
                </a:cubicBezTo>
                <a:cubicBezTo>
                  <a:pt x="177" y="0"/>
                  <a:pt x="177" y="0"/>
                  <a:pt x="177" y="0"/>
                </a:cubicBezTo>
                <a:cubicBezTo>
                  <a:pt x="177" y="106"/>
                  <a:pt x="177" y="106"/>
                  <a:pt x="177" y="106"/>
                </a:cubicBezTo>
                <a:cubicBezTo>
                  <a:pt x="177" y="162"/>
                  <a:pt x="177" y="162"/>
                  <a:pt x="177" y="162"/>
                </a:cubicBezTo>
                <a:cubicBezTo>
                  <a:pt x="177" y="191"/>
                  <a:pt x="205" y="219"/>
                  <a:pt x="234" y="219"/>
                </a:cubicBezTo>
                <a:cubicBezTo>
                  <a:pt x="290" y="219"/>
                  <a:pt x="290" y="219"/>
                  <a:pt x="290" y="219"/>
                </a:cubicBezTo>
                <a:cubicBezTo>
                  <a:pt x="410" y="219"/>
                  <a:pt x="410" y="219"/>
                  <a:pt x="410" y="219"/>
                </a:cubicBezTo>
                <a:cubicBezTo>
                  <a:pt x="410" y="388"/>
                  <a:pt x="410" y="388"/>
                  <a:pt x="410" y="388"/>
                </a:cubicBezTo>
                <a:lnTo>
                  <a:pt x="410" y="438"/>
                </a:lnTo>
                <a:close/>
                <a:moveTo>
                  <a:pt x="234" y="191"/>
                </a:moveTo>
                <a:lnTo>
                  <a:pt x="234" y="191"/>
                </a:lnTo>
                <a:cubicBezTo>
                  <a:pt x="219" y="191"/>
                  <a:pt x="205" y="176"/>
                  <a:pt x="205" y="162"/>
                </a:cubicBezTo>
                <a:cubicBezTo>
                  <a:pt x="205" y="106"/>
                  <a:pt x="205" y="106"/>
                  <a:pt x="205" y="106"/>
                </a:cubicBezTo>
                <a:cubicBezTo>
                  <a:pt x="205" y="0"/>
                  <a:pt x="205" y="0"/>
                  <a:pt x="205" y="0"/>
                </a:cubicBezTo>
                <a:cubicBezTo>
                  <a:pt x="410" y="191"/>
                  <a:pt x="410" y="191"/>
                  <a:pt x="410" y="191"/>
                </a:cubicBezTo>
                <a:cubicBezTo>
                  <a:pt x="290" y="191"/>
                  <a:pt x="290" y="191"/>
                  <a:pt x="290" y="191"/>
                </a:cubicBezTo>
                <a:lnTo>
                  <a:pt x="234" y="19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7" name="Freeform 21">
            <a:extLst>
              <a:ext uri="{FF2B5EF4-FFF2-40B4-BE49-F238E27FC236}">
                <a16:creationId xmlns:a16="http://schemas.microsoft.com/office/drawing/2014/main" id="{30C40AA7-561B-A726-1FA8-2C5F5AAC5505}"/>
              </a:ext>
            </a:extLst>
          </p:cNvPr>
          <p:cNvSpPr>
            <a:spLocks noChangeArrowheads="1"/>
          </p:cNvSpPr>
          <p:nvPr/>
        </p:nvSpPr>
        <p:spPr bwMode="auto">
          <a:xfrm>
            <a:off x="3582236" y="3870329"/>
            <a:ext cx="457378" cy="497499"/>
          </a:xfrm>
          <a:custGeom>
            <a:avLst/>
            <a:gdLst>
              <a:gd name="T0" fmla="*/ 2147483646 w 503"/>
              <a:gd name="T1" fmla="*/ 2147483646 h 545"/>
              <a:gd name="T2" fmla="*/ 2147483646 w 503"/>
              <a:gd name="T3" fmla="*/ 2147483646 h 545"/>
              <a:gd name="T4" fmla="*/ 2147483646 w 503"/>
              <a:gd name="T5" fmla="*/ 2147483646 h 545"/>
              <a:gd name="T6" fmla="*/ 2147483646 w 503"/>
              <a:gd name="T7" fmla="*/ 2147483646 h 545"/>
              <a:gd name="T8" fmla="*/ 2147483646 w 503"/>
              <a:gd name="T9" fmla="*/ 2147483646 h 545"/>
              <a:gd name="T10" fmla="*/ 2147483646 w 503"/>
              <a:gd name="T11" fmla="*/ 2147483646 h 545"/>
              <a:gd name="T12" fmla="*/ 2147483646 w 503"/>
              <a:gd name="T13" fmla="*/ 2147483646 h 545"/>
              <a:gd name="T14" fmla="*/ 2147483646 w 503"/>
              <a:gd name="T15" fmla="*/ 2147483646 h 545"/>
              <a:gd name="T16" fmla="*/ 2147483646 w 503"/>
              <a:gd name="T17" fmla="*/ 2147483646 h 545"/>
              <a:gd name="T18" fmla="*/ 2147483646 w 503"/>
              <a:gd name="T19" fmla="*/ 2147483646 h 545"/>
              <a:gd name="T20" fmla="*/ 2147483646 w 503"/>
              <a:gd name="T21" fmla="*/ 2147483646 h 545"/>
              <a:gd name="T22" fmla="*/ 2147483646 w 503"/>
              <a:gd name="T23" fmla="*/ 2147483646 h 545"/>
              <a:gd name="T24" fmla="*/ 2147483646 w 503"/>
              <a:gd name="T25" fmla="*/ 2147483646 h 545"/>
              <a:gd name="T26" fmla="*/ 2147483646 w 503"/>
              <a:gd name="T27" fmla="*/ 2147483646 h 545"/>
              <a:gd name="T28" fmla="*/ 2147483646 w 503"/>
              <a:gd name="T29" fmla="*/ 2147483646 h 545"/>
              <a:gd name="T30" fmla="*/ 2147483646 w 503"/>
              <a:gd name="T31" fmla="*/ 2147483646 h 545"/>
              <a:gd name="T32" fmla="*/ 2147483646 w 503"/>
              <a:gd name="T33" fmla="*/ 2147483646 h 545"/>
              <a:gd name="T34" fmla="*/ 2147483646 w 503"/>
              <a:gd name="T35" fmla="*/ 2147483646 h 545"/>
              <a:gd name="T36" fmla="*/ 2147483646 w 503"/>
              <a:gd name="T37" fmla="*/ 2147483646 h 545"/>
              <a:gd name="T38" fmla="*/ 2147483646 w 503"/>
              <a:gd name="T39" fmla="*/ 2147483646 h 545"/>
              <a:gd name="T40" fmla="*/ 2147483646 w 503"/>
              <a:gd name="T41" fmla="*/ 2147483646 h 545"/>
              <a:gd name="T42" fmla="*/ 2147483646 w 503"/>
              <a:gd name="T43" fmla="*/ 2147483646 h 545"/>
              <a:gd name="T44" fmla="*/ 2147483646 w 503"/>
              <a:gd name="T45" fmla="*/ 2147483646 h 545"/>
              <a:gd name="T46" fmla="*/ 0 w 503"/>
              <a:gd name="T47" fmla="*/ 2147483646 h 545"/>
              <a:gd name="T48" fmla="*/ 0 w 503"/>
              <a:gd name="T49" fmla="*/ 2147483646 h 545"/>
              <a:gd name="T50" fmla="*/ 2147483646 w 503"/>
              <a:gd name="T51" fmla="*/ 0 h 545"/>
              <a:gd name="T52" fmla="*/ 2147483646 w 503"/>
              <a:gd name="T53" fmla="*/ 0 h 545"/>
              <a:gd name="T54" fmla="*/ 2147483646 w 503"/>
              <a:gd name="T55" fmla="*/ 0 h 545"/>
              <a:gd name="T56" fmla="*/ 2147483646 w 503"/>
              <a:gd name="T57" fmla="*/ 0 h 545"/>
              <a:gd name="T58" fmla="*/ 2147483646 w 503"/>
              <a:gd name="T59" fmla="*/ 2147483646 h 545"/>
              <a:gd name="T60" fmla="*/ 2147483646 w 503"/>
              <a:gd name="T61" fmla="*/ 2147483646 h 545"/>
              <a:gd name="T62" fmla="*/ 2147483646 w 503"/>
              <a:gd name="T63" fmla="*/ 2147483646 h 545"/>
              <a:gd name="T64" fmla="*/ 2147483646 w 503"/>
              <a:gd name="T65" fmla="*/ 2147483646 h 545"/>
              <a:gd name="T66" fmla="*/ 2147483646 w 503"/>
              <a:gd name="T67" fmla="*/ 2147483646 h 545"/>
              <a:gd name="T68" fmla="*/ 2147483646 w 503"/>
              <a:gd name="T69" fmla="*/ 2147483646 h 545"/>
              <a:gd name="T70" fmla="*/ 2147483646 w 503"/>
              <a:gd name="T71" fmla="*/ 2147483646 h 545"/>
              <a:gd name="T72" fmla="*/ 2147483646 w 503"/>
              <a:gd name="T73" fmla="*/ 2147483646 h 545"/>
              <a:gd name="T74" fmla="*/ 2147483646 w 503"/>
              <a:gd name="T75" fmla="*/ 2147483646 h 545"/>
              <a:gd name="T76" fmla="*/ 2147483646 w 503"/>
              <a:gd name="T77" fmla="*/ 2147483646 h 545"/>
              <a:gd name="T78" fmla="*/ 2147483646 w 503"/>
              <a:gd name="T79" fmla="*/ 0 h 545"/>
              <a:gd name="T80" fmla="*/ 2147483646 w 503"/>
              <a:gd name="T81" fmla="*/ 2147483646 h 545"/>
              <a:gd name="T82" fmla="*/ 2147483646 w 503"/>
              <a:gd name="T83" fmla="*/ 2147483646 h 545"/>
              <a:gd name="T84" fmla="*/ 2147483646 w 503"/>
              <a:gd name="T85" fmla="*/ 2147483646 h 54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503" h="545">
                <a:moveTo>
                  <a:pt x="474" y="516"/>
                </a:moveTo>
                <a:lnTo>
                  <a:pt x="474" y="516"/>
                </a:lnTo>
                <a:cubicBezTo>
                  <a:pt x="445" y="516"/>
                  <a:pt x="445" y="516"/>
                  <a:pt x="445" y="516"/>
                </a:cubicBezTo>
                <a:cubicBezTo>
                  <a:pt x="389" y="516"/>
                  <a:pt x="389" y="516"/>
                  <a:pt x="389" y="516"/>
                </a:cubicBezTo>
                <a:cubicBezTo>
                  <a:pt x="361" y="516"/>
                  <a:pt x="361" y="516"/>
                  <a:pt x="361" y="516"/>
                </a:cubicBezTo>
                <a:cubicBezTo>
                  <a:pt x="347" y="516"/>
                  <a:pt x="332" y="509"/>
                  <a:pt x="332" y="487"/>
                </a:cubicBezTo>
                <a:cubicBezTo>
                  <a:pt x="332" y="473"/>
                  <a:pt x="347" y="459"/>
                  <a:pt x="361" y="459"/>
                </a:cubicBezTo>
                <a:cubicBezTo>
                  <a:pt x="382" y="459"/>
                  <a:pt x="382" y="459"/>
                  <a:pt x="382" y="459"/>
                </a:cubicBezTo>
                <a:cubicBezTo>
                  <a:pt x="389" y="459"/>
                  <a:pt x="389" y="459"/>
                  <a:pt x="389" y="459"/>
                </a:cubicBezTo>
                <a:cubicBezTo>
                  <a:pt x="445" y="459"/>
                  <a:pt x="445" y="459"/>
                  <a:pt x="445" y="459"/>
                </a:cubicBezTo>
                <a:cubicBezTo>
                  <a:pt x="474" y="459"/>
                  <a:pt x="474" y="459"/>
                  <a:pt x="474" y="459"/>
                </a:cubicBezTo>
                <a:cubicBezTo>
                  <a:pt x="488" y="459"/>
                  <a:pt x="502" y="473"/>
                  <a:pt x="502" y="487"/>
                </a:cubicBezTo>
                <a:cubicBezTo>
                  <a:pt x="502" y="509"/>
                  <a:pt x="488" y="516"/>
                  <a:pt x="474" y="516"/>
                </a:cubicBezTo>
                <a:close/>
                <a:moveTo>
                  <a:pt x="417" y="374"/>
                </a:moveTo>
                <a:lnTo>
                  <a:pt x="417" y="374"/>
                </a:lnTo>
                <a:cubicBezTo>
                  <a:pt x="417" y="431"/>
                  <a:pt x="417" y="431"/>
                  <a:pt x="417" y="431"/>
                </a:cubicBezTo>
                <a:cubicBezTo>
                  <a:pt x="361" y="431"/>
                  <a:pt x="361" y="431"/>
                  <a:pt x="361" y="431"/>
                </a:cubicBezTo>
                <a:cubicBezTo>
                  <a:pt x="332" y="431"/>
                  <a:pt x="304" y="459"/>
                  <a:pt x="304" y="487"/>
                </a:cubicBezTo>
                <a:cubicBezTo>
                  <a:pt x="304" y="523"/>
                  <a:pt x="332" y="544"/>
                  <a:pt x="361" y="544"/>
                </a:cubicBezTo>
                <a:cubicBezTo>
                  <a:pt x="28" y="544"/>
                  <a:pt x="28" y="544"/>
                  <a:pt x="28" y="544"/>
                </a:cubicBezTo>
                <a:cubicBezTo>
                  <a:pt x="14" y="544"/>
                  <a:pt x="0" y="537"/>
                  <a:pt x="0" y="516"/>
                </a:cubicBezTo>
                <a:cubicBezTo>
                  <a:pt x="0" y="28"/>
                  <a:pt x="0" y="28"/>
                  <a:pt x="0" y="28"/>
                </a:cubicBezTo>
                <a:cubicBezTo>
                  <a:pt x="0" y="14"/>
                  <a:pt x="14" y="0"/>
                  <a:pt x="28" y="0"/>
                </a:cubicBezTo>
                <a:cubicBezTo>
                  <a:pt x="99" y="0"/>
                  <a:pt x="99" y="0"/>
                  <a:pt x="99" y="0"/>
                </a:cubicBezTo>
                <a:cubicBezTo>
                  <a:pt x="184" y="0"/>
                  <a:pt x="184" y="0"/>
                  <a:pt x="184" y="0"/>
                </a:cubicBezTo>
                <a:cubicBezTo>
                  <a:pt x="184" y="106"/>
                  <a:pt x="184" y="106"/>
                  <a:pt x="184" y="106"/>
                </a:cubicBezTo>
                <a:cubicBezTo>
                  <a:pt x="184" y="162"/>
                  <a:pt x="184" y="162"/>
                  <a:pt x="184" y="162"/>
                </a:cubicBezTo>
                <a:cubicBezTo>
                  <a:pt x="184" y="191"/>
                  <a:pt x="205" y="219"/>
                  <a:pt x="241" y="219"/>
                </a:cubicBezTo>
                <a:cubicBezTo>
                  <a:pt x="297" y="219"/>
                  <a:pt x="297" y="219"/>
                  <a:pt x="297" y="219"/>
                </a:cubicBezTo>
                <a:cubicBezTo>
                  <a:pt x="417" y="219"/>
                  <a:pt x="417" y="219"/>
                  <a:pt x="417" y="219"/>
                </a:cubicBezTo>
                <a:cubicBezTo>
                  <a:pt x="417" y="374"/>
                  <a:pt x="417" y="374"/>
                  <a:pt x="417" y="374"/>
                </a:cubicBezTo>
                <a:close/>
                <a:moveTo>
                  <a:pt x="241" y="191"/>
                </a:moveTo>
                <a:lnTo>
                  <a:pt x="241" y="191"/>
                </a:lnTo>
                <a:cubicBezTo>
                  <a:pt x="219" y="191"/>
                  <a:pt x="212" y="176"/>
                  <a:pt x="212" y="162"/>
                </a:cubicBezTo>
                <a:cubicBezTo>
                  <a:pt x="212" y="106"/>
                  <a:pt x="212" y="106"/>
                  <a:pt x="212" y="106"/>
                </a:cubicBezTo>
                <a:cubicBezTo>
                  <a:pt x="212" y="0"/>
                  <a:pt x="212" y="0"/>
                  <a:pt x="212" y="0"/>
                </a:cubicBezTo>
                <a:cubicBezTo>
                  <a:pt x="417" y="191"/>
                  <a:pt x="417" y="191"/>
                  <a:pt x="417" y="191"/>
                </a:cubicBezTo>
                <a:cubicBezTo>
                  <a:pt x="297" y="191"/>
                  <a:pt x="297" y="191"/>
                  <a:pt x="297" y="191"/>
                </a:cubicBezTo>
                <a:lnTo>
                  <a:pt x="241" y="19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8" name="Freeform 22">
            <a:extLst>
              <a:ext uri="{FF2B5EF4-FFF2-40B4-BE49-F238E27FC236}">
                <a16:creationId xmlns:a16="http://schemas.microsoft.com/office/drawing/2014/main" id="{98CCE6ED-F2F7-8B1C-67BD-A7C062E501BE}"/>
              </a:ext>
            </a:extLst>
          </p:cNvPr>
          <p:cNvSpPr>
            <a:spLocks noChangeArrowheads="1"/>
          </p:cNvSpPr>
          <p:nvPr/>
        </p:nvSpPr>
        <p:spPr bwMode="auto">
          <a:xfrm>
            <a:off x="2623348" y="3870329"/>
            <a:ext cx="457378" cy="521571"/>
          </a:xfrm>
          <a:custGeom>
            <a:avLst/>
            <a:gdLst>
              <a:gd name="T0" fmla="*/ 2147483646 w 503"/>
              <a:gd name="T1" fmla="*/ 2147483646 h 573"/>
              <a:gd name="T2" fmla="*/ 2147483646 w 503"/>
              <a:gd name="T3" fmla="*/ 2147483646 h 573"/>
              <a:gd name="T4" fmla="*/ 2147483646 w 503"/>
              <a:gd name="T5" fmla="*/ 2147483646 h 573"/>
              <a:gd name="T6" fmla="*/ 2147483646 w 503"/>
              <a:gd name="T7" fmla="*/ 2147483646 h 573"/>
              <a:gd name="T8" fmla="*/ 2147483646 w 503"/>
              <a:gd name="T9" fmla="*/ 2147483646 h 573"/>
              <a:gd name="T10" fmla="*/ 2147483646 w 503"/>
              <a:gd name="T11" fmla="*/ 2147483646 h 573"/>
              <a:gd name="T12" fmla="*/ 2147483646 w 503"/>
              <a:gd name="T13" fmla="*/ 2147483646 h 573"/>
              <a:gd name="T14" fmla="*/ 2147483646 w 503"/>
              <a:gd name="T15" fmla="*/ 2147483646 h 573"/>
              <a:gd name="T16" fmla="*/ 2147483646 w 503"/>
              <a:gd name="T17" fmla="*/ 2147483646 h 573"/>
              <a:gd name="T18" fmla="*/ 2147483646 w 503"/>
              <a:gd name="T19" fmla="*/ 2147483646 h 573"/>
              <a:gd name="T20" fmla="*/ 2147483646 w 503"/>
              <a:gd name="T21" fmla="*/ 2147483646 h 573"/>
              <a:gd name="T22" fmla="*/ 2147483646 w 503"/>
              <a:gd name="T23" fmla="*/ 2147483646 h 573"/>
              <a:gd name="T24" fmla="*/ 2147483646 w 503"/>
              <a:gd name="T25" fmla="*/ 2147483646 h 573"/>
              <a:gd name="T26" fmla="*/ 2147483646 w 503"/>
              <a:gd name="T27" fmla="*/ 2147483646 h 573"/>
              <a:gd name="T28" fmla="*/ 2147483646 w 503"/>
              <a:gd name="T29" fmla="*/ 2147483646 h 573"/>
              <a:gd name="T30" fmla="*/ 2147483646 w 503"/>
              <a:gd name="T31" fmla="*/ 2147483646 h 573"/>
              <a:gd name="T32" fmla="*/ 2147483646 w 503"/>
              <a:gd name="T33" fmla="*/ 2147483646 h 573"/>
              <a:gd name="T34" fmla="*/ 2147483646 w 503"/>
              <a:gd name="T35" fmla="*/ 2147483646 h 573"/>
              <a:gd name="T36" fmla="*/ 2147483646 w 503"/>
              <a:gd name="T37" fmla="*/ 2147483646 h 573"/>
              <a:gd name="T38" fmla="*/ 2147483646 w 503"/>
              <a:gd name="T39" fmla="*/ 2147483646 h 573"/>
              <a:gd name="T40" fmla="*/ 2147483646 w 503"/>
              <a:gd name="T41" fmla="*/ 2147483646 h 573"/>
              <a:gd name="T42" fmla="*/ 2147483646 w 503"/>
              <a:gd name="T43" fmla="*/ 2147483646 h 573"/>
              <a:gd name="T44" fmla="*/ 2147483646 w 503"/>
              <a:gd name="T45" fmla="*/ 2147483646 h 573"/>
              <a:gd name="T46" fmla="*/ 2147483646 w 503"/>
              <a:gd name="T47" fmla="*/ 2147483646 h 573"/>
              <a:gd name="T48" fmla="*/ 0 w 503"/>
              <a:gd name="T49" fmla="*/ 2147483646 h 573"/>
              <a:gd name="T50" fmla="*/ 0 w 503"/>
              <a:gd name="T51" fmla="*/ 2147483646 h 573"/>
              <a:gd name="T52" fmla="*/ 2147483646 w 503"/>
              <a:gd name="T53" fmla="*/ 0 h 573"/>
              <a:gd name="T54" fmla="*/ 2147483646 w 503"/>
              <a:gd name="T55" fmla="*/ 0 h 573"/>
              <a:gd name="T56" fmla="*/ 2147483646 w 503"/>
              <a:gd name="T57" fmla="*/ 0 h 573"/>
              <a:gd name="T58" fmla="*/ 2147483646 w 503"/>
              <a:gd name="T59" fmla="*/ 0 h 573"/>
              <a:gd name="T60" fmla="*/ 2147483646 w 503"/>
              <a:gd name="T61" fmla="*/ 2147483646 h 573"/>
              <a:gd name="T62" fmla="*/ 2147483646 w 503"/>
              <a:gd name="T63" fmla="*/ 2147483646 h 573"/>
              <a:gd name="T64" fmla="*/ 2147483646 w 503"/>
              <a:gd name="T65" fmla="*/ 2147483646 h 573"/>
              <a:gd name="T66" fmla="*/ 2147483646 w 503"/>
              <a:gd name="T67" fmla="*/ 2147483646 h 573"/>
              <a:gd name="T68" fmla="*/ 2147483646 w 503"/>
              <a:gd name="T69" fmla="*/ 2147483646 h 573"/>
              <a:gd name="T70" fmla="*/ 2147483646 w 503"/>
              <a:gd name="T71" fmla="*/ 2147483646 h 573"/>
              <a:gd name="T72" fmla="*/ 2147483646 w 503"/>
              <a:gd name="T73" fmla="*/ 2147483646 h 573"/>
              <a:gd name="T74" fmla="*/ 2147483646 w 503"/>
              <a:gd name="T75" fmla="*/ 2147483646 h 573"/>
              <a:gd name="T76" fmla="*/ 2147483646 w 503"/>
              <a:gd name="T77" fmla="*/ 2147483646 h 573"/>
              <a:gd name="T78" fmla="*/ 2147483646 w 503"/>
              <a:gd name="T79" fmla="*/ 2147483646 h 573"/>
              <a:gd name="T80" fmla="*/ 2147483646 w 503"/>
              <a:gd name="T81" fmla="*/ 2147483646 h 573"/>
              <a:gd name="T82" fmla="*/ 2147483646 w 503"/>
              <a:gd name="T83" fmla="*/ 2147483646 h 573"/>
              <a:gd name="T84" fmla="*/ 2147483646 w 503"/>
              <a:gd name="T85" fmla="*/ 0 h 573"/>
              <a:gd name="T86" fmla="*/ 2147483646 w 503"/>
              <a:gd name="T87" fmla="*/ 2147483646 h 573"/>
              <a:gd name="T88" fmla="*/ 2147483646 w 503"/>
              <a:gd name="T89" fmla="*/ 2147483646 h 573"/>
              <a:gd name="T90" fmla="*/ 2147483646 w 503"/>
              <a:gd name="T91" fmla="*/ 2147483646 h 57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03" h="573">
                <a:moveTo>
                  <a:pt x="474" y="516"/>
                </a:moveTo>
                <a:lnTo>
                  <a:pt x="474" y="516"/>
                </a:lnTo>
                <a:cubicBezTo>
                  <a:pt x="445" y="516"/>
                  <a:pt x="445" y="516"/>
                  <a:pt x="445" y="516"/>
                </a:cubicBezTo>
                <a:cubicBezTo>
                  <a:pt x="445" y="544"/>
                  <a:pt x="445" y="544"/>
                  <a:pt x="445" y="544"/>
                </a:cubicBezTo>
                <a:cubicBezTo>
                  <a:pt x="445" y="565"/>
                  <a:pt x="431" y="572"/>
                  <a:pt x="417" y="572"/>
                </a:cubicBezTo>
                <a:cubicBezTo>
                  <a:pt x="396" y="572"/>
                  <a:pt x="389" y="565"/>
                  <a:pt x="389" y="544"/>
                </a:cubicBezTo>
                <a:cubicBezTo>
                  <a:pt x="389" y="516"/>
                  <a:pt x="389" y="516"/>
                  <a:pt x="389" y="516"/>
                </a:cubicBezTo>
                <a:cubicBezTo>
                  <a:pt x="361" y="516"/>
                  <a:pt x="361" y="516"/>
                  <a:pt x="361" y="516"/>
                </a:cubicBezTo>
                <a:cubicBezTo>
                  <a:pt x="339" y="516"/>
                  <a:pt x="332" y="509"/>
                  <a:pt x="332" y="487"/>
                </a:cubicBezTo>
                <a:cubicBezTo>
                  <a:pt x="332" y="473"/>
                  <a:pt x="339" y="459"/>
                  <a:pt x="361" y="459"/>
                </a:cubicBezTo>
                <a:cubicBezTo>
                  <a:pt x="389" y="459"/>
                  <a:pt x="389" y="459"/>
                  <a:pt x="389" y="459"/>
                </a:cubicBezTo>
                <a:cubicBezTo>
                  <a:pt x="389" y="431"/>
                  <a:pt x="389" y="431"/>
                  <a:pt x="389" y="431"/>
                </a:cubicBezTo>
                <a:cubicBezTo>
                  <a:pt x="389" y="417"/>
                  <a:pt x="396" y="403"/>
                  <a:pt x="417" y="403"/>
                </a:cubicBezTo>
                <a:cubicBezTo>
                  <a:pt x="431" y="403"/>
                  <a:pt x="445" y="417"/>
                  <a:pt x="445" y="431"/>
                </a:cubicBezTo>
                <a:cubicBezTo>
                  <a:pt x="445" y="459"/>
                  <a:pt x="445" y="459"/>
                  <a:pt x="445" y="459"/>
                </a:cubicBezTo>
                <a:cubicBezTo>
                  <a:pt x="474" y="459"/>
                  <a:pt x="474" y="459"/>
                  <a:pt x="474" y="459"/>
                </a:cubicBezTo>
                <a:cubicBezTo>
                  <a:pt x="488" y="459"/>
                  <a:pt x="502" y="473"/>
                  <a:pt x="502" y="487"/>
                </a:cubicBezTo>
                <a:cubicBezTo>
                  <a:pt x="502" y="509"/>
                  <a:pt x="488" y="516"/>
                  <a:pt x="474" y="516"/>
                </a:cubicBezTo>
                <a:close/>
                <a:moveTo>
                  <a:pt x="361" y="431"/>
                </a:moveTo>
                <a:lnTo>
                  <a:pt x="361" y="431"/>
                </a:lnTo>
                <a:cubicBezTo>
                  <a:pt x="325" y="431"/>
                  <a:pt x="304" y="459"/>
                  <a:pt x="304" y="487"/>
                </a:cubicBezTo>
                <a:cubicBezTo>
                  <a:pt x="304" y="523"/>
                  <a:pt x="325" y="544"/>
                  <a:pt x="361" y="544"/>
                </a:cubicBezTo>
                <a:cubicBezTo>
                  <a:pt x="28" y="544"/>
                  <a:pt x="28" y="544"/>
                  <a:pt x="28" y="544"/>
                </a:cubicBezTo>
                <a:cubicBezTo>
                  <a:pt x="14" y="544"/>
                  <a:pt x="0" y="537"/>
                  <a:pt x="0" y="516"/>
                </a:cubicBezTo>
                <a:cubicBezTo>
                  <a:pt x="0" y="28"/>
                  <a:pt x="0" y="28"/>
                  <a:pt x="0" y="28"/>
                </a:cubicBezTo>
                <a:cubicBezTo>
                  <a:pt x="0" y="14"/>
                  <a:pt x="14" y="0"/>
                  <a:pt x="28" y="0"/>
                </a:cubicBezTo>
                <a:cubicBezTo>
                  <a:pt x="92" y="0"/>
                  <a:pt x="92" y="0"/>
                  <a:pt x="92" y="0"/>
                </a:cubicBezTo>
                <a:cubicBezTo>
                  <a:pt x="177" y="0"/>
                  <a:pt x="177" y="0"/>
                  <a:pt x="177" y="0"/>
                </a:cubicBezTo>
                <a:cubicBezTo>
                  <a:pt x="177" y="106"/>
                  <a:pt x="177" y="106"/>
                  <a:pt x="177" y="106"/>
                </a:cubicBezTo>
                <a:cubicBezTo>
                  <a:pt x="177" y="162"/>
                  <a:pt x="177" y="162"/>
                  <a:pt x="177" y="162"/>
                </a:cubicBezTo>
                <a:cubicBezTo>
                  <a:pt x="177" y="191"/>
                  <a:pt x="205" y="219"/>
                  <a:pt x="233" y="219"/>
                </a:cubicBezTo>
                <a:cubicBezTo>
                  <a:pt x="290" y="219"/>
                  <a:pt x="290" y="219"/>
                  <a:pt x="290" y="219"/>
                </a:cubicBezTo>
                <a:cubicBezTo>
                  <a:pt x="417" y="219"/>
                  <a:pt x="417" y="219"/>
                  <a:pt x="417" y="219"/>
                </a:cubicBezTo>
                <a:cubicBezTo>
                  <a:pt x="417" y="374"/>
                  <a:pt x="417" y="374"/>
                  <a:pt x="417" y="374"/>
                </a:cubicBezTo>
                <a:cubicBezTo>
                  <a:pt x="382" y="374"/>
                  <a:pt x="361" y="403"/>
                  <a:pt x="361" y="431"/>
                </a:cubicBezTo>
                <a:close/>
                <a:moveTo>
                  <a:pt x="233" y="191"/>
                </a:moveTo>
                <a:lnTo>
                  <a:pt x="233" y="191"/>
                </a:lnTo>
                <a:cubicBezTo>
                  <a:pt x="219" y="191"/>
                  <a:pt x="205" y="176"/>
                  <a:pt x="205" y="162"/>
                </a:cubicBezTo>
                <a:cubicBezTo>
                  <a:pt x="205" y="106"/>
                  <a:pt x="205" y="106"/>
                  <a:pt x="205" y="106"/>
                </a:cubicBezTo>
                <a:cubicBezTo>
                  <a:pt x="205" y="0"/>
                  <a:pt x="205" y="0"/>
                  <a:pt x="205" y="0"/>
                </a:cubicBezTo>
                <a:cubicBezTo>
                  <a:pt x="417" y="191"/>
                  <a:pt x="417" y="191"/>
                  <a:pt x="417" y="191"/>
                </a:cubicBezTo>
                <a:cubicBezTo>
                  <a:pt x="290" y="191"/>
                  <a:pt x="290" y="191"/>
                  <a:pt x="290" y="191"/>
                </a:cubicBezTo>
                <a:lnTo>
                  <a:pt x="233" y="19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09" name="Freeform 23">
            <a:extLst>
              <a:ext uri="{FF2B5EF4-FFF2-40B4-BE49-F238E27FC236}">
                <a16:creationId xmlns:a16="http://schemas.microsoft.com/office/drawing/2014/main" id="{EDAEBC7E-F4A7-9D9F-9DB3-DFCEE4AB25BA}"/>
              </a:ext>
            </a:extLst>
          </p:cNvPr>
          <p:cNvSpPr>
            <a:spLocks noChangeArrowheads="1"/>
          </p:cNvSpPr>
          <p:nvPr/>
        </p:nvSpPr>
        <p:spPr bwMode="auto">
          <a:xfrm>
            <a:off x="1640385" y="3850267"/>
            <a:ext cx="425281" cy="553668"/>
          </a:xfrm>
          <a:custGeom>
            <a:avLst/>
            <a:gdLst>
              <a:gd name="T0" fmla="*/ 2147483646 w 467"/>
              <a:gd name="T1" fmla="*/ 2147483646 h 609"/>
              <a:gd name="T2" fmla="*/ 2147483646 w 467"/>
              <a:gd name="T3" fmla="*/ 2147483646 h 609"/>
              <a:gd name="T4" fmla="*/ 2147483646 w 467"/>
              <a:gd name="T5" fmla="*/ 2147483646 h 609"/>
              <a:gd name="T6" fmla="*/ 2147483646 w 467"/>
              <a:gd name="T7" fmla="*/ 2147483646 h 609"/>
              <a:gd name="T8" fmla="*/ 2147483646 w 467"/>
              <a:gd name="T9" fmla="*/ 2147483646 h 609"/>
              <a:gd name="T10" fmla="*/ 2147483646 w 467"/>
              <a:gd name="T11" fmla="*/ 0 h 609"/>
              <a:gd name="T12" fmla="*/ 2147483646 w 467"/>
              <a:gd name="T13" fmla="*/ 0 h 609"/>
              <a:gd name="T14" fmla="*/ 2147483646 w 467"/>
              <a:gd name="T15" fmla="*/ 2147483646 h 609"/>
              <a:gd name="T16" fmla="*/ 2147483646 w 467"/>
              <a:gd name="T17" fmla="*/ 2147483646 h 609"/>
              <a:gd name="T18" fmla="*/ 2147483646 w 467"/>
              <a:gd name="T19" fmla="*/ 2147483646 h 609"/>
              <a:gd name="T20" fmla="*/ 2147483646 w 467"/>
              <a:gd name="T21" fmla="*/ 2147483646 h 609"/>
              <a:gd name="T22" fmla="*/ 2147483646 w 467"/>
              <a:gd name="T23" fmla="*/ 2147483646 h 609"/>
              <a:gd name="T24" fmla="*/ 2147483646 w 467"/>
              <a:gd name="T25" fmla="*/ 2147483646 h 609"/>
              <a:gd name="T26" fmla="*/ 2147483646 w 467"/>
              <a:gd name="T27" fmla="*/ 2147483646 h 609"/>
              <a:gd name="T28" fmla="*/ 2147483646 w 467"/>
              <a:gd name="T29" fmla="*/ 2147483646 h 609"/>
              <a:gd name="T30" fmla="*/ 2147483646 w 467"/>
              <a:gd name="T31" fmla="*/ 2147483646 h 609"/>
              <a:gd name="T32" fmla="*/ 2147483646 w 467"/>
              <a:gd name="T33" fmla="*/ 2147483646 h 609"/>
              <a:gd name="T34" fmla="*/ 2147483646 w 467"/>
              <a:gd name="T35" fmla="*/ 2147483646 h 609"/>
              <a:gd name="T36" fmla="*/ 2147483646 w 467"/>
              <a:gd name="T37" fmla="*/ 2147483646 h 609"/>
              <a:gd name="T38" fmla="*/ 2147483646 w 467"/>
              <a:gd name="T39" fmla="*/ 0 h 609"/>
              <a:gd name="T40" fmla="*/ 2147483646 w 467"/>
              <a:gd name="T41" fmla="*/ 2147483646 h 609"/>
              <a:gd name="T42" fmla="*/ 2147483646 w 467"/>
              <a:gd name="T43" fmla="*/ 2147483646 h 609"/>
              <a:gd name="T44" fmla="*/ 2147483646 w 467"/>
              <a:gd name="T45" fmla="*/ 2147483646 h 609"/>
              <a:gd name="T46" fmla="*/ 2147483646 w 467"/>
              <a:gd name="T47" fmla="*/ 2147483646 h 609"/>
              <a:gd name="T48" fmla="*/ 2147483646 w 467"/>
              <a:gd name="T49" fmla="*/ 2147483646 h 609"/>
              <a:gd name="T50" fmla="*/ 2147483646 w 467"/>
              <a:gd name="T51" fmla="*/ 2147483646 h 609"/>
              <a:gd name="T52" fmla="*/ 2147483646 w 467"/>
              <a:gd name="T53" fmla="*/ 2147483646 h 609"/>
              <a:gd name="T54" fmla="*/ 2147483646 w 467"/>
              <a:gd name="T55" fmla="*/ 2147483646 h 609"/>
              <a:gd name="T56" fmla="*/ 2147483646 w 467"/>
              <a:gd name="T57" fmla="*/ 2147483646 h 609"/>
              <a:gd name="T58" fmla="*/ 2147483646 w 467"/>
              <a:gd name="T59" fmla="*/ 2147483646 h 609"/>
              <a:gd name="T60" fmla="*/ 2147483646 w 467"/>
              <a:gd name="T61" fmla="*/ 2147483646 h 609"/>
              <a:gd name="T62" fmla="*/ 0 w 467"/>
              <a:gd name="T63" fmla="*/ 2147483646 h 609"/>
              <a:gd name="T64" fmla="*/ 0 w 467"/>
              <a:gd name="T65" fmla="*/ 2147483646 h 609"/>
              <a:gd name="T66" fmla="*/ 2147483646 w 467"/>
              <a:gd name="T67" fmla="*/ 2147483646 h 609"/>
              <a:gd name="T68" fmla="*/ 2147483646 w 467"/>
              <a:gd name="T69" fmla="*/ 2147483646 h 609"/>
              <a:gd name="T70" fmla="*/ 2147483646 w 467"/>
              <a:gd name="T71" fmla="*/ 2147483646 h 609"/>
              <a:gd name="T72" fmla="*/ 2147483646 w 467"/>
              <a:gd name="T73" fmla="*/ 2147483646 h 609"/>
              <a:gd name="T74" fmla="*/ 2147483646 w 467"/>
              <a:gd name="T75" fmla="*/ 2147483646 h 609"/>
              <a:gd name="T76" fmla="*/ 2147483646 w 467"/>
              <a:gd name="T77" fmla="*/ 2147483646 h 60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67" h="609">
                <a:moveTo>
                  <a:pt x="438" y="552"/>
                </a:moveTo>
                <a:lnTo>
                  <a:pt x="438" y="552"/>
                </a:lnTo>
                <a:cubicBezTo>
                  <a:pt x="85" y="552"/>
                  <a:pt x="85" y="552"/>
                  <a:pt x="85" y="552"/>
                </a:cubicBezTo>
                <a:cubicBezTo>
                  <a:pt x="63" y="552"/>
                  <a:pt x="56" y="538"/>
                  <a:pt x="56" y="524"/>
                </a:cubicBezTo>
                <a:cubicBezTo>
                  <a:pt x="56" y="29"/>
                  <a:pt x="56" y="29"/>
                  <a:pt x="56" y="29"/>
                </a:cubicBezTo>
                <a:cubicBezTo>
                  <a:pt x="56" y="15"/>
                  <a:pt x="63" y="0"/>
                  <a:pt x="85" y="0"/>
                </a:cubicBezTo>
                <a:cubicBezTo>
                  <a:pt x="233" y="0"/>
                  <a:pt x="233" y="0"/>
                  <a:pt x="233" y="0"/>
                </a:cubicBezTo>
                <a:cubicBezTo>
                  <a:pt x="233" y="107"/>
                  <a:pt x="233" y="107"/>
                  <a:pt x="233" y="107"/>
                </a:cubicBezTo>
                <a:cubicBezTo>
                  <a:pt x="233" y="163"/>
                  <a:pt x="233" y="163"/>
                  <a:pt x="233" y="163"/>
                </a:cubicBezTo>
                <a:cubicBezTo>
                  <a:pt x="233" y="191"/>
                  <a:pt x="261" y="220"/>
                  <a:pt x="290" y="220"/>
                </a:cubicBezTo>
                <a:cubicBezTo>
                  <a:pt x="346" y="220"/>
                  <a:pt x="346" y="220"/>
                  <a:pt x="346" y="220"/>
                </a:cubicBezTo>
                <a:cubicBezTo>
                  <a:pt x="466" y="220"/>
                  <a:pt x="466" y="220"/>
                  <a:pt x="466" y="220"/>
                </a:cubicBezTo>
                <a:cubicBezTo>
                  <a:pt x="466" y="446"/>
                  <a:pt x="466" y="446"/>
                  <a:pt x="466" y="446"/>
                </a:cubicBezTo>
                <a:cubicBezTo>
                  <a:pt x="466" y="524"/>
                  <a:pt x="466" y="524"/>
                  <a:pt x="466" y="524"/>
                </a:cubicBezTo>
                <a:cubicBezTo>
                  <a:pt x="466" y="538"/>
                  <a:pt x="459" y="552"/>
                  <a:pt x="438" y="552"/>
                </a:cubicBezTo>
                <a:close/>
                <a:moveTo>
                  <a:pt x="290" y="191"/>
                </a:moveTo>
                <a:lnTo>
                  <a:pt x="290" y="191"/>
                </a:lnTo>
                <a:cubicBezTo>
                  <a:pt x="275" y="191"/>
                  <a:pt x="261" y="177"/>
                  <a:pt x="261" y="163"/>
                </a:cubicBezTo>
                <a:cubicBezTo>
                  <a:pt x="261" y="107"/>
                  <a:pt x="261" y="107"/>
                  <a:pt x="261" y="107"/>
                </a:cubicBezTo>
                <a:cubicBezTo>
                  <a:pt x="261" y="0"/>
                  <a:pt x="261" y="0"/>
                  <a:pt x="261" y="0"/>
                </a:cubicBezTo>
                <a:cubicBezTo>
                  <a:pt x="466" y="191"/>
                  <a:pt x="466" y="191"/>
                  <a:pt x="466" y="191"/>
                </a:cubicBezTo>
                <a:cubicBezTo>
                  <a:pt x="346" y="191"/>
                  <a:pt x="346" y="191"/>
                  <a:pt x="346" y="191"/>
                </a:cubicBezTo>
                <a:lnTo>
                  <a:pt x="290" y="191"/>
                </a:lnTo>
                <a:close/>
                <a:moveTo>
                  <a:pt x="106" y="580"/>
                </a:moveTo>
                <a:lnTo>
                  <a:pt x="106" y="580"/>
                </a:lnTo>
                <a:cubicBezTo>
                  <a:pt x="127" y="580"/>
                  <a:pt x="127" y="580"/>
                  <a:pt x="127" y="580"/>
                </a:cubicBezTo>
                <a:cubicBezTo>
                  <a:pt x="311" y="580"/>
                  <a:pt x="311" y="580"/>
                  <a:pt x="311" y="580"/>
                </a:cubicBezTo>
                <a:cubicBezTo>
                  <a:pt x="353" y="580"/>
                  <a:pt x="353" y="580"/>
                  <a:pt x="353" y="580"/>
                </a:cubicBezTo>
                <a:cubicBezTo>
                  <a:pt x="410" y="580"/>
                  <a:pt x="410" y="580"/>
                  <a:pt x="410" y="580"/>
                </a:cubicBezTo>
                <a:cubicBezTo>
                  <a:pt x="410" y="594"/>
                  <a:pt x="403" y="608"/>
                  <a:pt x="381" y="608"/>
                </a:cubicBezTo>
                <a:cubicBezTo>
                  <a:pt x="56" y="608"/>
                  <a:pt x="56" y="608"/>
                  <a:pt x="56" y="608"/>
                </a:cubicBezTo>
                <a:cubicBezTo>
                  <a:pt x="21" y="608"/>
                  <a:pt x="0" y="580"/>
                  <a:pt x="0" y="552"/>
                </a:cubicBezTo>
                <a:cubicBezTo>
                  <a:pt x="0" y="85"/>
                  <a:pt x="0" y="85"/>
                  <a:pt x="0" y="85"/>
                </a:cubicBezTo>
                <a:cubicBezTo>
                  <a:pt x="0" y="71"/>
                  <a:pt x="7" y="57"/>
                  <a:pt x="28" y="57"/>
                </a:cubicBezTo>
                <a:cubicBezTo>
                  <a:pt x="28" y="142"/>
                  <a:pt x="28" y="142"/>
                  <a:pt x="28" y="142"/>
                </a:cubicBezTo>
                <a:cubicBezTo>
                  <a:pt x="28" y="474"/>
                  <a:pt x="28" y="474"/>
                  <a:pt x="28" y="474"/>
                </a:cubicBezTo>
                <a:cubicBezTo>
                  <a:pt x="28" y="524"/>
                  <a:pt x="28" y="524"/>
                  <a:pt x="28" y="524"/>
                </a:cubicBezTo>
                <a:cubicBezTo>
                  <a:pt x="28" y="552"/>
                  <a:pt x="49" y="580"/>
                  <a:pt x="85" y="580"/>
                </a:cubicBezTo>
                <a:lnTo>
                  <a:pt x="106" y="58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0" name="Freeform 24">
            <a:extLst>
              <a:ext uri="{FF2B5EF4-FFF2-40B4-BE49-F238E27FC236}">
                <a16:creationId xmlns:a16="http://schemas.microsoft.com/office/drawing/2014/main" id="{931997BA-D989-2272-E64C-07A82755508D}"/>
              </a:ext>
            </a:extLst>
          </p:cNvPr>
          <p:cNvSpPr>
            <a:spLocks noChangeArrowheads="1"/>
          </p:cNvSpPr>
          <p:nvPr/>
        </p:nvSpPr>
        <p:spPr bwMode="auto">
          <a:xfrm>
            <a:off x="701557" y="3870329"/>
            <a:ext cx="381150" cy="497499"/>
          </a:xfrm>
          <a:custGeom>
            <a:avLst/>
            <a:gdLst>
              <a:gd name="T0" fmla="*/ 2147483646 w 418"/>
              <a:gd name="T1" fmla="*/ 2147483646 h 545"/>
              <a:gd name="T2" fmla="*/ 2147483646 w 418"/>
              <a:gd name="T3" fmla="*/ 2147483646 h 545"/>
              <a:gd name="T4" fmla="*/ 2147483646 w 418"/>
              <a:gd name="T5" fmla="*/ 2147483646 h 545"/>
              <a:gd name="T6" fmla="*/ 0 w 418"/>
              <a:gd name="T7" fmla="*/ 2147483646 h 545"/>
              <a:gd name="T8" fmla="*/ 0 w 418"/>
              <a:gd name="T9" fmla="*/ 2147483646 h 545"/>
              <a:gd name="T10" fmla="*/ 2147483646 w 418"/>
              <a:gd name="T11" fmla="*/ 0 h 545"/>
              <a:gd name="T12" fmla="*/ 2147483646 w 418"/>
              <a:gd name="T13" fmla="*/ 0 h 545"/>
              <a:gd name="T14" fmla="*/ 2147483646 w 418"/>
              <a:gd name="T15" fmla="*/ 2147483646 h 545"/>
              <a:gd name="T16" fmla="*/ 2147483646 w 418"/>
              <a:gd name="T17" fmla="*/ 2147483646 h 545"/>
              <a:gd name="T18" fmla="*/ 2147483646 w 418"/>
              <a:gd name="T19" fmla="*/ 2147483646 h 545"/>
              <a:gd name="T20" fmla="*/ 2147483646 w 418"/>
              <a:gd name="T21" fmla="*/ 2147483646 h 545"/>
              <a:gd name="T22" fmla="*/ 2147483646 w 418"/>
              <a:gd name="T23" fmla="*/ 2147483646 h 545"/>
              <a:gd name="T24" fmla="*/ 2147483646 w 418"/>
              <a:gd name="T25" fmla="*/ 2147483646 h 545"/>
              <a:gd name="T26" fmla="*/ 2147483646 w 418"/>
              <a:gd name="T27" fmla="*/ 2147483646 h 545"/>
              <a:gd name="T28" fmla="*/ 2147483646 w 418"/>
              <a:gd name="T29" fmla="*/ 2147483646 h 545"/>
              <a:gd name="T30" fmla="*/ 2147483646 w 418"/>
              <a:gd name="T31" fmla="*/ 2147483646 h 545"/>
              <a:gd name="T32" fmla="*/ 2147483646 w 418"/>
              <a:gd name="T33" fmla="*/ 2147483646 h 545"/>
              <a:gd name="T34" fmla="*/ 2147483646 w 418"/>
              <a:gd name="T35" fmla="*/ 2147483646 h 545"/>
              <a:gd name="T36" fmla="*/ 2147483646 w 418"/>
              <a:gd name="T37" fmla="*/ 2147483646 h 545"/>
              <a:gd name="T38" fmla="*/ 2147483646 w 418"/>
              <a:gd name="T39" fmla="*/ 0 h 545"/>
              <a:gd name="T40" fmla="*/ 2147483646 w 418"/>
              <a:gd name="T41" fmla="*/ 2147483646 h 545"/>
              <a:gd name="T42" fmla="*/ 2147483646 w 418"/>
              <a:gd name="T43" fmla="*/ 2147483646 h 545"/>
              <a:gd name="T44" fmla="*/ 2147483646 w 418"/>
              <a:gd name="T45" fmla="*/ 2147483646 h 54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418" h="545">
                <a:moveTo>
                  <a:pt x="389" y="544"/>
                </a:moveTo>
                <a:lnTo>
                  <a:pt x="389" y="544"/>
                </a:lnTo>
                <a:cubicBezTo>
                  <a:pt x="28" y="544"/>
                  <a:pt x="28" y="544"/>
                  <a:pt x="28" y="544"/>
                </a:cubicBezTo>
                <a:cubicBezTo>
                  <a:pt x="14" y="544"/>
                  <a:pt x="0" y="537"/>
                  <a:pt x="0" y="516"/>
                </a:cubicBezTo>
                <a:cubicBezTo>
                  <a:pt x="0" y="28"/>
                  <a:pt x="0" y="28"/>
                  <a:pt x="0" y="28"/>
                </a:cubicBezTo>
                <a:cubicBezTo>
                  <a:pt x="0" y="14"/>
                  <a:pt x="14" y="0"/>
                  <a:pt x="28" y="0"/>
                </a:cubicBezTo>
                <a:cubicBezTo>
                  <a:pt x="184" y="0"/>
                  <a:pt x="184" y="0"/>
                  <a:pt x="184" y="0"/>
                </a:cubicBezTo>
                <a:cubicBezTo>
                  <a:pt x="184" y="106"/>
                  <a:pt x="184" y="106"/>
                  <a:pt x="184" y="106"/>
                </a:cubicBezTo>
                <a:cubicBezTo>
                  <a:pt x="184" y="162"/>
                  <a:pt x="184" y="162"/>
                  <a:pt x="184" y="162"/>
                </a:cubicBezTo>
                <a:cubicBezTo>
                  <a:pt x="184" y="191"/>
                  <a:pt x="205" y="219"/>
                  <a:pt x="240" y="219"/>
                </a:cubicBezTo>
                <a:cubicBezTo>
                  <a:pt x="297" y="219"/>
                  <a:pt x="297" y="219"/>
                  <a:pt x="297" y="219"/>
                </a:cubicBezTo>
                <a:cubicBezTo>
                  <a:pt x="417" y="219"/>
                  <a:pt x="417" y="219"/>
                  <a:pt x="417" y="219"/>
                </a:cubicBezTo>
                <a:cubicBezTo>
                  <a:pt x="417" y="445"/>
                  <a:pt x="417" y="445"/>
                  <a:pt x="417" y="445"/>
                </a:cubicBezTo>
                <a:cubicBezTo>
                  <a:pt x="417" y="516"/>
                  <a:pt x="417" y="516"/>
                  <a:pt x="417" y="516"/>
                </a:cubicBezTo>
                <a:cubicBezTo>
                  <a:pt x="417" y="537"/>
                  <a:pt x="403" y="544"/>
                  <a:pt x="389" y="544"/>
                </a:cubicBezTo>
                <a:close/>
                <a:moveTo>
                  <a:pt x="240" y="191"/>
                </a:moveTo>
                <a:lnTo>
                  <a:pt x="240" y="191"/>
                </a:lnTo>
                <a:cubicBezTo>
                  <a:pt x="219" y="191"/>
                  <a:pt x="212" y="176"/>
                  <a:pt x="212" y="162"/>
                </a:cubicBezTo>
                <a:cubicBezTo>
                  <a:pt x="212" y="106"/>
                  <a:pt x="212" y="106"/>
                  <a:pt x="212" y="106"/>
                </a:cubicBezTo>
                <a:cubicBezTo>
                  <a:pt x="212" y="0"/>
                  <a:pt x="212" y="0"/>
                  <a:pt x="212" y="0"/>
                </a:cubicBezTo>
                <a:cubicBezTo>
                  <a:pt x="417" y="191"/>
                  <a:pt x="417" y="191"/>
                  <a:pt x="417" y="191"/>
                </a:cubicBezTo>
                <a:cubicBezTo>
                  <a:pt x="297" y="191"/>
                  <a:pt x="297" y="191"/>
                  <a:pt x="297" y="191"/>
                </a:cubicBezTo>
                <a:lnTo>
                  <a:pt x="240" y="19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1" name="Freeform 25">
            <a:extLst>
              <a:ext uri="{FF2B5EF4-FFF2-40B4-BE49-F238E27FC236}">
                <a16:creationId xmlns:a16="http://schemas.microsoft.com/office/drawing/2014/main" id="{FABFA102-C112-AB11-3065-A61FD8E19AF7}"/>
              </a:ext>
            </a:extLst>
          </p:cNvPr>
          <p:cNvSpPr>
            <a:spLocks noChangeArrowheads="1"/>
          </p:cNvSpPr>
          <p:nvPr/>
        </p:nvSpPr>
        <p:spPr bwMode="auto">
          <a:xfrm>
            <a:off x="11181132" y="2951560"/>
            <a:ext cx="549657" cy="489475"/>
          </a:xfrm>
          <a:custGeom>
            <a:avLst/>
            <a:gdLst>
              <a:gd name="T0" fmla="*/ 2147483646 w 602"/>
              <a:gd name="T1" fmla="*/ 2147483646 h 538"/>
              <a:gd name="T2" fmla="*/ 2147483646 w 602"/>
              <a:gd name="T3" fmla="*/ 2147483646 h 538"/>
              <a:gd name="T4" fmla="*/ 2147483646 w 602"/>
              <a:gd name="T5" fmla="*/ 2147483646 h 538"/>
              <a:gd name="T6" fmla="*/ 2147483646 w 602"/>
              <a:gd name="T7" fmla="*/ 2147483646 h 538"/>
              <a:gd name="T8" fmla="*/ 2147483646 w 602"/>
              <a:gd name="T9" fmla="*/ 2147483646 h 538"/>
              <a:gd name="T10" fmla="*/ 2147483646 w 602"/>
              <a:gd name="T11" fmla="*/ 2147483646 h 538"/>
              <a:gd name="T12" fmla="*/ 2147483646 w 602"/>
              <a:gd name="T13" fmla="*/ 2147483646 h 538"/>
              <a:gd name="T14" fmla="*/ 2147483646 w 602"/>
              <a:gd name="T15" fmla="*/ 2147483646 h 538"/>
              <a:gd name="T16" fmla="*/ 2147483646 w 602"/>
              <a:gd name="T17" fmla="*/ 2147483646 h 538"/>
              <a:gd name="T18" fmla="*/ 0 w 602"/>
              <a:gd name="T19" fmla="*/ 2147483646 h 538"/>
              <a:gd name="T20" fmla="*/ 0 w 602"/>
              <a:gd name="T21" fmla="*/ 2147483646 h 538"/>
              <a:gd name="T22" fmla="*/ 0 w 602"/>
              <a:gd name="T23" fmla="*/ 2147483646 h 538"/>
              <a:gd name="T24" fmla="*/ 2147483646 w 602"/>
              <a:gd name="T25" fmla="*/ 2147483646 h 538"/>
              <a:gd name="T26" fmla="*/ 2147483646 w 602"/>
              <a:gd name="T27" fmla="*/ 2147483646 h 538"/>
              <a:gd name="T28" fmla="*/ 2147483646 w 602"/>
              <a:gd name="T29" fmla="*/ 2147483646 h 538"/>
              <a:gd name="T30" fmla="*/ 0 w 602"/>
              <a:gd name="T31" fmla="*/ 2147483646 h 538"/>
              <a:gd name="T32" fmla="*/ 0 w 602"/>
              <a:gd name="T33" fmla="*/ 2147483646 h 538"/>
              <a:gd name="T34" fmla="*/ 2147483646 w 602"/>
              <a:gd name="T35" fmla="*/ 0 h 538"/>
              <a:gd name="T36" fmla="*/ 2147483646 w 602"/>
              <a:gd name="T37" fmla="*/ 0 h 538"/>
              <a:gd name="T38" fmla="*/ 2147483646 w 602"/>
              <a:gd name="T39" fmla="*/ 0 h 538"/>
              <a:gd name="T40" fmla="*/ 2147483646 w 602"/>
              <a:gd name="T41" fmla="*/ 2147483646 h 538"/>
              <a:gd name="T42" fmla="*/ 2147483646 w 602"/>
              <a:gd name="T43" fmla="*/ 2147483646 h 538"/>
              <a:gd name="T44" fmla="*/ 0 w 602"/>
              <a:gd name="T45" fmla="*/ 2147483646 h 538"/>
              <a:gd name="T46" fmla="*/ 2147483646 w 602"/>
              <a:gd name="T47" fmla="*/ 2147483646 h 538"/>
              <a:gd name="T48" fmla="*/ 2147483646 w 602"/>
              <a:gd name="T49" fmla="*/ 2147483646 h 538"/>
              <a:gd name="T50" fmla="*/ 2147483646 w 602"/>
              <a:gd name="T51" fmla="*/ 2147483646 h 538"/>
              <a:gd name="T52" fmla="*/ 2147483646 w 602"/>
              <a:gd name="T53" fmla="*/ 2147483646 h 538"/>
              <a:gd name="T54" fmla="*/ 2147483646 w 602"/>
              <a:gd name="T55" fmla="*/ 2147483646 h 538"/>
              <a:gd name="T56" fmla="*/ 2147483646 w 602"/>
              <a:gd name="T57" fmla="*/ 2147483646 h 538"/>
              <a:gd name="T58" fmla="*/ 2147483646 w 602"/>
              <a:gd name="T59" fmla="*/ 2147483646 h 538"/>
              <a:gd name="T60" fmla="*/ 2147483646 w 602"/>
              <a:gd name="T61" fmla="*/ 2147483646 h 538"/>
              <a:gd name="T62" fmla="*/ 2147483646 w 602"/>
              <a:gd name="T63" fmla="*/ 2147483646 h 538"/>
              <a:gd name="T64" fmla="*/ 2147483646 w 602"/>
              <a:gd name="T65" fmla="*/ 2147483646 h 538"/>
              <a:gd name="T66" fmla="*/ 2147483646 w 602"/>
              <a:gd name="T67" fmla="*/ 2147483646 h 53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02" h="538">
                <a:moveTo>
                  <a:pt x="573" y="339"/>
                </a:moveTo>
                <a:lnTo>
                  <a:pt x="573" y="339"/>
                </a:lnTo>
                <a:cubicBezTo>
                  <a:pt x="558" y="339"/>
                  <a:pt x="544" y="346"/>
                  <a:pt x="530" y="360"/>
                </a:cubicBezTo>
                <a:cubicBezTo>
                  <a:pt x="516" y="375"/>
                  <a:pt x="516" y="375"/>
                  <a:pt x="516" y="375"/>
                </a:cubicBezTo>
                <a:cubicBezTo>
                  <a:pt x="502" y="360"/>
                  <a:pt x="502" y="360"/>
                  <a:pt x="502" y="360"/>
                </a:cubicBezTo>
                <a:cubicBezTo>
                  <a:pt x="488" y="346"/>
                  <a:pt x="474" y="339"/>
                  <a:pt x="459" y="339"/>
                </a:cubicBezTo>
                <a:cubicBezTo>
                  <a:pt x="431" y="339"/>
                  <a:pt x="403" y="367"/>
                  <a:pt x="403" y="396"/>
                </a:cubicBezTo>
                <a:cubicBezTo>
                  <a:pt x="403" y="417"/>
                  <a:pt x="410" y="431"/>
                  <a:pt x="417" y="438"/>
                </a:cubicBezTo>
                <a:cubicBezTo>
                  <a:pt x="438" y="452"/>
                  <a:pt x="438" y="452"/>
                  <a:pt x="438" y="452"/>
                </a:cubicBezTo>
                <a:cubicBezTo>
                  <a:pt x="417" y="474"/>
                  <a:pt x="417" y="474"/>
                  <a:pt x="417" y="474"/>
                </a:cubicBezTo>
                <a:cubicBezTo>
                  <a:pt x="410" y="474"/>
                  <a:pt x="410" y="474"/>
                  <a:pt x="410" y="474"/>
                </a:cubicBezTo>
                <a:cubicBezTo>
                  <a:pt x="28" y="474"/>
                  <a:pt x="28" y="474"/>
                  <a:pt x="28" y="474"/>
                </a:cubicBezTo>
                <a:cubicBezTo>
                  <a:pt x="7" y="474"/>
                  <a:pt x="0" y="459"/>
                  <a:pt x="0" y="445"/>
                </a:cubicBezTo>
                <a:cubicBezTo>
                  <a:pt x="0" y="410"/>
                  <a:pt x="0" y="410"/>
                  <a:pt x="0" y="410"/>
                </a:cubicBezTo>
                <a:cubicBezTo>
                  <a:pt x="0" y="360"/>
                  <a:pt x="0" y="360"/>
                  <a:pt x="0" y="360"/>
                </a:cubicBezTo>
                <a:cubicBezTo>
                  <a:pt x="0" y="325"/>
                  <a:pt x="0" y="325"/>
                  <a:pt x="0" y="325"/>
                </a:cubicBezTo>
                <a:cubicBezTo>
                  <a:pt x="0" y="276"/>
                  <a:pt x="0" y="276"/>
                  <a:pt x="0" y="276"/>
                </a:cubicBezTo>
                <a:cubicBezTo>
                  <a:pt x="0" y="240"/>
                  <a:pt x="0" y="240"/>
                  <a:pt x="0" y="240"/>
                </a:cubicBezTo>
                <a:cubicBezTo>
                  <a:pt x="0" y="141"/>
                  <a:pt x="0" y="141"/>
                  <a:pt x="0" y="141"/>
                </a:cubicBezTo>
                <a:cubicBezTo>
                  <a:pt x="601" y="141"/>
                  <a:pt x="601" y="141"/>
                  <a:pt x="601" y="141"/>
                </a:cubicBezTo>
                <a:cubicBezTo>
                  <a:pt x="601" y="240"/>
                  <a:pt x="601" y="240"/>
                  <a:pt x="601" y="240"/>
                </a:cubicBezTo>
                <a:cubicBezTo>
                  <a:pt x="601" y="276"/>
                  <a:pt x="601" y="276"/>
                  <a:pt x="601" y="276"/>
                </a:cubicBezTo>
                <a:cubicBezTo>
                  <a:pt x="601" y="325"/>
                  <a:pt x="601" y="325"/>
                  <a:pt x="601" y="325"/>
                </a:cubicBezTo>
                <a:cubicBezTo>
                  <a:pt x="601" y="346"/>
                  <a:pt x="601" y="346"/>
                  <a:pt x="601" y="346"/>
                </a:cubicBezTo>
                <a:cubicBezTo>
                  <a:pt x="594" y="346"/>
                  <a:pt x="580" y="339"/>
                  <a:pt x="573" y="339"/>
                </a:cubicBezTo>
                <a:close/>
                <a:moveTo>
                  <a:pt x="0" y="85"/>
                </a:moveTo>
                <a:lnTo>
                  <a:pt x="0" y="85"/>
                </a:lnTo>
                <a:cubicBezTo>
                  <a:pt x="0" y="71"/>
                  <a:pt x="0" y="71"/>
                  <a:pt x="0" y="71"/>
                </a:cubicBezTo>
                <a:cubicBezTo>
                  <a:pt x="0" y="28"/>
                  <a:pt x="0" y="28"/>
                  <a:pt x="0" y="28"/>
                </a:cubicBezTo>
                <a:cubicBezTo>
                  <a:pt x="0" y="14"/>
                  <a:pt x="7" y="0"/>
                  <a:pt x="28" y="0"/>
                </a:cubicBezTo>
                <a:cubicBezTo>
                  <a:pt x="64" y="0"/>
                  <a:pt x="64" y="0"/>
                  <a:pt x="64" y="0"/>
                </a:cubicBezTo>
                <a:cubicBezTo>
                  <a:pt x="85" y="0"/>
                  <a:pt x="85" y="0"/>
                  <a:pt x="85" y="0"/>
                </a:cubicBezTo>
                <a:cubicBezTo>
                  <a:pt x="113" y="0"/>
                  <a:pt x="113" y="0"/>
                  <a:pt x="113" y="0"/>
                </a:cubicBezTo>
                <a:cubicBezTo>
                  <a:pt x="170" y="0"/>
                  <a:pt x="170" y="0"/>
                  <a:pt x="170" y="0"/>
                </a:cubicBezTo>
                <a:cubicBezTo>
                  <a:pt x="226" y="56"/>
                  <a:pt x="226" y="56"/>
                  <a:pt x="226" y="56"/>
                </a:cubicBezTo>
                <a:cubicBezTo>
                  <a:pt x="573" y="56"/>
                  <a:pt x="573" y="56"/>
                  <a:pt x="573" y="56"/>
                </a:cubicBezTo>
                <a:cubicBezTo>
                  <a:pt x="587" y="56"/>
                  <a:pt x="601" y="71"/>
                  <a:pt x="601" y="85"/>
                </a:cubicBezTo>
                <a:cubicBezTo>
                  <a:pt x="601" y="113"/>
                  <a:pt x="601" y="113"/>
                  <a:pt x="601" y="113"/>
                </a:cubicBezTo>
                <a:cubicBezTo>
                  <a:pt x="0" y="113"/>
                  <a:pt x="0" y="113"/>
                  <a:pt x="0" y="113"/>
                </a:cubicBezTo>
                <a:lnTo>
                  <a:pt x="0" y="85"/>
                </a:lnTo>
                <a:close/>
                <a:moveTo>
                  <a:pt x="438" y="495"/>
                </a:moveTo>
                <a:lnTo>
                  <a:pt x="438" y="495"/>
                </a:lnTo>
                <a:cubicBezTo>
                  <a:pt x="474" y="452"/>
                  <a:pt x="474" y="452"/>
                  <a:pt x="474" y="452"/>
                </a:cubicBezTo>
                <a:cubicBezTo>
                  <a:pt x="438" y="417"/>
                  <a:pt x="438" y="417"/>
                  <a:pt x="438" y="417"/>
                </a:cubicBezTo>
                <a:cubicBezTo>
                  <a:pt x="431" y="410"/>
                  <a:pt x="431" y="403"/>
                  <a:pt x="431" y="396"/>
                </a:cubicBezTo>
                <a:cubicBezTo>
                  <a:pt x="431" y="382"/>
                  <a:pt x="445" y="367"/>
                  <a:pt x="459" y="367"/>
                </a:cubicBezTo>
                <a:cubicBezTo>
                  <a:pt x="466" y="367"/>
                  <a:pt x="474" y="375"/>
                  <a:pt x="481" y="382"/>
                </a:cubicBezTo>
                <a:cubicBezTo>
                  <a:pt x="516" y="417"/>
                  <a:pt x="516" y="417"/>
                  <a:pt x="516" y="417"/>
                </a:cubicBezTo>
                <a:cubicBezTo>
                  <a:pt x="551" y="382"/>
                  <a:pt x="551" y="382"/>
                  <a:pt x="551" y="382"/>
                </a:cubicBezTo>
                <a:cubicBezTo>
                  <a:pt x="558" y="375"/>
                  <a:pt x="565" y="367"/>
                  <a:pt x="573" y="367"/>
                </a:cubicBezTo>
                <a:cubicBezTo>
                  <a:pt x="587" y="367"/>
                  <a:pt x="601" y="382"/>
                  <a:pt x="601" y="396"/>
                </a:cubicBezTo>
                <a:cubicBezTo>
                  <a:pt x="601" y="403"/>
                  <a:pt x="601" y="410"/>
                  <a:pt x="594" y="417"/>
                </a:cubicBezTo>
                <a:cubicBezTo>
                  <a:pt x="558" y="452"/>
                  <a:pt x="558" y="452"/>
                  <a:pt x="558" y="452"/>
                </a:cubicBezTo>
                <a:cubicBezTo>
                  <a:pt x="594" y="495"/>
                  <a:pt x="594" y="495"/>
                  <a:pt x="594" y="495"/>
                </a:cubicBezTo>
                <a:cubicBezTo>
                  <a:pt x="601" y="495"/>
                  <a:pt x="601" y="502"/>
                  <a:pt x="601" y="509"/>
                </a:cubicBezTo>
                <a:cubicBezTo>
                  <a:pt x="601" y="530"/>
                  <a:pt x="587" y="537"/>
                  <a:pt x="573" y="537"/>
                </a:cubicBezTo>
                <a:cubicBezTo>
                  <a:pt x="565" y="537"/>
                  <a:pt x="558" y="537"/>
                  <a:pt x="551" y="530"/>
                </a:cubicBezTo>
                <a:cubicBezTo>
                  <a:pt x="516" y="495"/>
                  <a:pt x="516" y="495"/>
                  <a:pt x="516" y="495"/>
                </a:cubicBezTo>
                <a:cubicBezTo>
                  <a:pt x="481" y="530"/>
                  <a:pt x="481" y="530"/>
                  <a:pt x="481" y="530"/>
                </a:cubicBezTo>
                <a:cubicBezTo>
                  <a:pt x="474" y="537"/>
                  <a:pt x="466" y="537"/>
                  <a:pt x="459" y="537"/>
                </a:cubicBezTo>
                <a:cubicBezTo>
                  <a:pt x="445" y="537"/>
                  <a:pt x="431" y="530"/>
                  <a:pt x="431" y="509"/>
                </a:cubicBezTo>
                <a:cubicBezTo>
                  <a:pt x="431" y="502"/>
                  <a:pt x="431" y="495"/>
                  <a:pt x="438" y="49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2" name="Freeform 26">
            <a:extLst>
              <a:ext uri="{FF2B5EF4-FFF2-40B4-BE49-F238E27FC236}">
                <a16:creationId xmlns:a16="http://schemas.microsoft.com/office/drawing/2014/main" id="{C950A85B-ABDA-67F5-D522-44A1481C42F5}"/>
              </a:ext>
            </a:extLst>
          </p:cNvPr>
          <p:cNvSpPr>
            <a:spLocks noChangeArrowheads="1"/>
          </p:cNvSpPr>
          <p:nvPr/>
        </p:nvSpPr>
        <p:spPr bwMode="auto">
          <a:xfrm>
            <a:off x="10214220" y="2951560"/>
            <a:ext cx="553668" cy="477440"/>
          </a:xfrm>
          <a:custGeom>
            <a:avLst/>
            <a:gdLst>
              <a:gd name="T0" fmla="*/ 2147483646 w 609"/>
              <a:gd name="T1" fmla="*/ 2147483646 h 524"/>
              <a:gd name="T2" fmla="*/ 2147483646 w 609"/>
              <a:gd name="T3" fmla="*/ 2147483646 h 524"/>
              <a:gd name="T4" fmla="*/ 2147483646 w 609"/>
              <a:gd name="T5" fmla="*/ 2147483646 h 524"/>
              <a:gd name="T6" fmla="*/ 2147483646 w 609"/>
              <a:gd name="T7" fmla="*/ 2147483646 h 524"/>
              <a:gd name="T8" fmla="*/ 2147483646 w 609"/>
              <a:gd name="T9" fmla="*/ 2147483646 h 524"/>
              <a:gd name="T10" fmla="*/ 2147483646 w 609"/>
              <a:gd name="T11" fmla="*/ 2147483646 h 524"/>
              <a:gd name="T12" fmla="*/ 2147483646 w 609"/>
              <a:gd name="T13" fmla="*/ 2147483646 h 524"/>
              <a:gd name="T14" fmla="*/ 2147483646 w 609"/>
              <a:gd name="T15" fmla="*/ 2147483646 h 524"/>
              <a:gd name="T16" fmla="*/ 0 w 609"/>
              <a:gd name="T17" fmla="*/ 2147483646 h 524"/>
              <a:gd name="T18" fmla="*/ 0 w 609"/>
              <a:gd name="T19" fmla="*/ 2147483646 h 524"/>
              <a:gd name="T20" fmla="*/ 0 w 609"/>
              <a:gd name="T21" fmla="*/ 2147483646 h 524"/>
              <a:gd name="T22" fmla="*/ 0 w 609"/>
              <a:gd name="T23" fmla="*/ 2147483646 h 524"/>
              <a:gd name="T24" fmla="*/ 0 w 609"/>
              <a:gd name="T25" fmla="*/ 2147483646 h 524"/>
              <a:gd name="T26" fmla="*/ 0 w 609"/>
              <a:gd name="T27" fmla="*/ 2147483646 h 524"/>
              <a:gd name="T28" fmla="*/ 0 w 609"/>
              <a:gd name="T29" fmla="*/ 2147483646 h 524"/>
              <a:gd name="T30" fmla="*/ 2147483646 w 609"/>
              <a:gd name="T31" fmla="*/ 2147483646 h 524"/>
              <a:gd name="T32" fmla="*/ 2147483646 w 609"/>
              <a:gd name="T33" fmla="*/ 2147483646 h 524"/>
              <a:gd name="T34" fmla="*/ 2147483646 w 609"/>
              <a:gd name="T35" fmla="*/ 2147483646 h 524"/>
              <a:gd name="T36" fmla="*/ 2147483646 w 609"/>
              <a:gd name="T37" fmla="*/ 2147483646 h 524"/>
              <a:gd name="T38" fmla="*/ 2147483646 w 609"/>
              <a:gd name="T39" fmla="*/ 2147483646 h 524"/>
              <a:gd name="T40" fmla="*/ 2147483646 w 609"/>
              <a:gd name="T41" fmla="*/ 2147483646 h 524"/>
              <a:gd name="T42" fmla="*/ 2147483646 w 609"/>
              <a:gd name="T43" fmla="*/ 2147483646 h 524"/>
              <a:gd name="T44" fmla="*/ 0 w 609"/>
              <a:gd name="T45" fmla="*/ 2147483646 h 524"/>
              <a:gd name="T46" fmla="*/ 0 w 609"/>
              <a:gd name="T47" fmla="*/ 2147483646 h 524"/>
              <a:gd name="T48" fmla="*/ 0 w 609"/>
              <a:gd name="T49" fmla="*/ 2147483646 h 524"/>
              <a:gd name="T50" fmla="*/ 0 w 609"/>
              <a:gd name="T51" fmla="*/ 2147483646 h 524"/>
              <a:gd name="T52" fmla="*/ 2147483646 w 609"/>
              <a:gd name="T53" fmla="*/ 0 h 524"/>
              <a:gd name="T54" fmla="*/ 2147483646 w 609"/>
              <a:gd name="T55" fmla="*/ 0 h 524"/>
              <a:gd name="T56" fmla="*/ 2147483646 w 609"/>
              <a:gd name="T57" fmla="*/ 0 h 524"/>
              <a:gd name="T58" fmla="*/ 2147483646 w 609"/>
              <a:gd name="T59" fmla="*/ 0 h 524"/>
              <a:gd name="T60" fmla="*/ 2147483646 w 609"/>
              <a:gd name="T61" fmla="*/ 0 h 524"/>
              <a:gd name="T62" fmla="*/ 2147483646 w 609"/>
              <a:gd name="T63" fmla="*/ 2147483646 h 524"/>
              <a:gd name="T64" fmla="*/ 2147483646 w 609"/>
              <a:gd name="T65" fmla="*/ 2147483646 h 524"/>
              <a:gd name="T66" fmla="*/ 2147483646 w 609"/>
              <a:gd name="T67" fmla="*/ 2147483646 h 524"/>
              <a:gd name="T68" fmla="*/ 2147483646 w 609"/>
              <a:gd name="T69" fmla="*/ 2147483646 h 524"/>
              <a:gd name="T70" fmla="*/ 0 w 609"/>
              <a:gd name="T71" fmla="*/ 2147483646 h 524"/>
              <a:gd name="T72" fmla="*/ 0 w 609"/>
              <a:gd name="T73" fmla="*/ 2147483646 h 524"/>
              <a:gd name="T74" fmla="*/ 2147483646 w 609"/>
              <a:gd name="T75" fmla="*/ 2147483646 h 524"/>
              <a:gd name="T76" fmla="*/ 2147483646 w 609"/>
              <a:gd name="T77" fmla="*/ 2147483646 h 524"/>
              <a:gd name="T78" fmla="*/ 2147483646 w 609"/>
              <a:gd name="T79" fmla="*/ 2147483646 h 524"/>
              <a:gd name="T80" fmla="*/ 2147483646 w 609"/>
              <a:gd name="T81" fmla="*/ 2147483646 h 524"/>
              <a:gd name="T82" fmla="*/ 2147483646 w 609"/>
              <a:gd name="T83" fmla="*/ 2147483646 h 524"/>
              <a:gd name="T84" fmla="*/ 2147483646 w 609"/>
              <a:gd name="T85" fmla="*/ 2147483646 h 524"/>
              <a:gd name="T86" fmla="*/ 2147483646 w 609"/>
              <a:gd name="T87" fmla="*/ 2147483646 h 524"/>
              <a:gd name="T88" fmla="*/ 2147483646 w 609"/>
              <a:gd name="T89" fmla="*/ 2147483646 h 524"/>
              <a:gd name="T90" fmla="*/ 2147483646 w 609"/>
              <a:gd name="T91" fmla="*/ 2147483646 h 524"/>
              <a:gd name="T92" fmla="*/ 2147483646 w 609"/>
              <a:gd name="T93" fmla="*/ 2147483646 h 524"/>
              <a:gd name="T94" fmla="*/ 2147483646 w 609"/>
              <a:gd name="T95" fmla="*/ 2147483646 h 524"/>
              <a:gd name="T96" fmla="*/ 2147483646 w 609"/>
              <a:gd name="T97" fmla="*/ 2147483646 h 524"/>
              <a:gd name="T98" fmla="*/ 2147483646 w 609"/>
              <a:gd name="T99" fmla="*/ 2147483646 h 524"/>
              <a:gd name="T100" fmla="*/ 2147483646 w 609"/>
              <a:gd name="T101" fmla="*/ 2147483646 h 52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609" h="524">
                <a:moveTo>
                  <a:pt x="579" y="360"/>
                </a:moveTo>
                <a:lnTo>
                  <a:pt x="579" y="360"/>
                </a:lnTo>
                <a:cubicBezTo>
                  <a:pt x="558" y="360"/>
                  <a:pt x="544" y="367"/>
                  <a:pt x="537" y="375"/>
                </a:cubicBezTo>
                <a:cubicBezTo>
                  <a:pt x="502" y="410"/>
                  <a:pt x="502" y="410"/>
                  <a:pt x="502" y="410"/>
                </a:cubicBezTo>
                <a:cubicBezTo>
                  <a:pt x="495" y="403"/>
                  <a:pt x="480" y="396"/>
                  <a:pt x="466" y="396"/>
                </a:cubicBezTo>
                <a:cubicBezTo>
                  <a:pt x="431" y="396"/>
                  <a:pt x="410" y="424"/>
                  <a:pt x="410" y="452"/>
                </a:cubicBezTo>
                <a:cubicBezTo>
                  <a:pt x="410" y="459"/>
                  <a:pt x="410" y="467"/>
                  <a:pt x="410" y="474"/>
                </a:cubicBezTo>
                <a:cubicBezTo>
                  <a:pt x="28" y="474"/>
                  <a:pt x="28" y="474"/>
                  <a:pt x="28" y="474"/>
                </a:cubicBezTo>
                <a:cubicBezTo>
                  <a:pt x="14" y="474"/>
                  <a:pt x="0" y="459"/>
                  <a:pt x="0" y="445"/>
                </a:cubicBezTo>
                <a:cubicBezTo>
                  <a:pt x="0" y="410"/>
                  <a:pt x="0" y="410"/>
                  <a:pt x="0" y="410"/>
                </a:cubicBezTo>
                <a:cubicBezTo>
                  <a:pt x="0" y="360"/>
                  <a:pt x="0" y="360"/>
                  <a:pt x="0" y="360"/>
                </a:cubicBezTo>
                <a:cubicBezTo>
                  <a:pt x="0" y="325"/>
                  <a:pt x="0" y="325"/>
                  <a:pt x="0" y="325"/>
                </a:cubicBezTo>
                <a:cubicBezTo>
                  <a:pt x="0" y="276"/>
                  <a:pt x="0" y="276"/>
                  <a:pt x="0" y="276"/>
                </a:cubicBezTo>
                <a:cubicBezTo>
                  <a:pt x="0" y="240"/>
                  <a:pt x="0" y="240"/>
                  <a:pt x="0" y="240"/>
                </a:cubicBezTo>
                <a:cubicBezTo>
                  <a:pt x="0" y="141"/>
                  <a:pt x="0" y="141"/>
                  <a:pt x="0" y="141"/>
                </a:cubicBezTo>
                <a:cubicBezTo>
                  <a:pt x="608" y="141"/>
                  <a:pt x="608" y="141"/>
                  <a:pt x="608" y="141"/>
                </a:cubicBezTo>
                <a:cubicBezTo>
                  <a:pt x="608" y="240"/>
                  <a:pt x="608" y="240"/>
                  <a:pt x="608" y="240"/>
                </a:cubicBezTo>
                <a:cubicBezTo>
                  <a:pt x="608" y="276"/>
                  <a:pt x="608" y="276"/>
                  <a:pt x="608" y="276"/>
                </a:cubicBezTo>
                <a:cubicBezTo>
                  <a:pt x="608" y="325"/>
                  <a:pt x="608" y="325"/>
                  <a:pt x="608" y="325"/>
                </a:cubicBezTo>
                <a:cubicBezTo>
                  <a:pt x="608" y="360"/>
                  <a:pt x="608" y="360"/>
                  <a:pt x="608" y="360"/>
                </a:cubicBezTo>
                <a:cubicBezTo>
                  <a:pt x="608" y="367"/>
                  <a:pt x="608" y="367"/>
                  <a:pt x="608" y="367"/>
                </a:cubicBezTo>
                <a:cubicBezTo>
                  <a:pt x="594" y="360"/>
                  <a:pt x="587" y="360"/>
                  <a:pt x="579" y="360"/>
                </a:cubicBezTo>
                <a:close/>
                <a:moveTo>
                  <a:pt x="0" y="85"/>
                </a:moveTo>
                <a:lnTo>
                  <a:pt x="0" y="85"/>
                </a:lnTo>
                <a:cubicBezTo>
                  <a:pt x="0" y="71"/>
                  <a:pt x="0" y="71"/>
                  <a:pt x="0" y="71"/>
                </a:cubicBezTo>
                <a:cubicBezTo>
                  <a:pt x="0" y="28"/>
                  <a:pt x="0" y="28"/>
                  <a:pt x="0" y="28"/>
                </a:cubicBezTo>
                <a:cubicBezTo>
                  <a:pt x="0" y="14"/>
                  <a:pt x="14" y="0"/>
                  <a:pt x="28" y="0"/>
                </a:cubicBezTo>
                <a:cubicBezTo>
                  <a:pt x="71" y="0"/>
                  <a:pt x="71" y="0"/>
                  <a:pt x="71" y="0"/>
                </a:cubicBezTo>
                <a:cubicBezTo>
                  <a:pt x="85" y="0"/>
                  <a:pt x="85" y="0"/>
                  <a:pt x="85" y="0"/>
                </a:cubicBezTo>
                <a:cubicBezTo>
                  <a:pt x="113" y="0"/>
                  <a:pt x="113" y="0"/>
                  <a:pt x="113" y="0"/>
                </a:cubicBezTo>
                <a:cubicBezTo>
                  <a:pt x="169" y="0"/>
                  <a:pt x="169" y="0"/>
                  <a:pt x="169" y="0"/>
                </a:cubicBezTo>
                <a:cubicBezTo>
                  <a:pt x="226" y="56"/>
                  <a:pt x="226" y="56"/>
                  <a:pt x="226" y="56"/>
                </a:cubicBezTo>
                <a:cubicBezTo>
                  <a:pt x="579" y="56"/>
                  <a:pt x="579" y="56"/>
                  <a:pt x="579" y="56"/>
                </a:cubicBezTo>
                <a:cubicBezTo>
                  <a:pt x="594" y="56"/>
                  <a:pt x="608" y="71"/>
                  <a:pt x="608" y="85"/>
                </a:cubicBezTo>
                <a:cubicBezTo>
                  <a:pt x="608" y="113"/>
                  <a:pt x="608" y="113"/>
                  <a:pt x="608" y="113"/>
                </a:cubicBezTo>
                <a:cubicBezTo>
                  <a:pt x="0" y="113"/>
                  <a:pt x="0" y="113"/>
                  <a:pt x="0" y="113"/>
                </a:cubicBezTo>
                <a:lnTo>
                  <a:pt x="0" y="85"/>
                </a:lnTo>
                <a:close/>
                <a:moveTo>
                  <a:pt x="466" y="424"/>
                </a:moveTo>
                <a:lnTo>
                  <a:pt x="466" y="424"/>
                </a:lnTo>
                <a:cubicBezTo>
                  <a:pt x="473" y="424"/>
                  <a:pt x="480" y="431"/>
                  <a:pt x="480" y="438"/>
                </a:cubicBezTo>
                <a:cubicBezTo>
                  <a:pt x="502" y="452"/>
                  <a:pt x="502" y="452"/>
                  <a:pt x="502" y="452"/>
                </a:cubicBezTo>
                <a:cubicBezTo>
                  <a:pt x="558" y="396"/>
                  <a:pt x="558" y="396"/>
                  <a:pt x="558" y="396"/>
                </a:cubicBezTo>
                <a:cubicBezTo>
                  <a:pt x="565" y="389"/>
                  <a:pt x="572" y="389"/>
                  <a:pt x="579" y="389"/>
                </a:cubicBezTo>
                <a:cubicBezTo>
                  <a:pt x="594" y="389"/>
                  <a:pt x="608" y="403"/>
                  <a:pt x="608" y="417"/>
                </a:cubicBezTo>
                <a:cubicBezTo>
                  <a:pt x="608" y="424"/>
                  <a:pt x="601" y="431"/>
                  <a:pt x="594" y="438"/>
                </a:cubicBezTo>
                <a:cubicBezTo>
                  <a:pt x="523" y="509"/>
                  <a:pt x="523" y="509"/>
                  <a:pt x="523" y="509"/>
                </a:cubicBezTo>
                <a:cubicBezTo>
                  <a:pt x="516" y="516"/>
                  <a:pt x="509" y="523"/>
                  <a:pt x="502" y="523"/>
                </a:cubicBezTo>
                <a:cubicBezTo>
                  <a:pt x="495" y="523"/>
                  <a:pt x="488" y="516"/>
                  <a:pt x="480" y="509"/>
                </a:cubicBezTo>
                <a:cubicBezTo>
                  <a:pt x="445" y="474"/>
                  <a:pt x="445" y="474"/>
                  <a:pt x="445" y="474"/>
                </a:cubicBezTo>
                <a:cubicBezTo>
                  <a:pt x="438" y="467"/>
                  <a:pt x="438" y="459"/>
                  <a:pt x="438" y="452"/>
                </a:cubicBezTo>
                <a:cubicBezTo>
                  <a:pt x="438" y="438"/>
                  <a:pt x="445" y="424"/>
                  <a:pt x="466" y="4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3" name="Freeform 27">
            <a:extLst>
              <a:ext uri="{FF2B5EF4-FFF2-40B4-BE49-F238E27FC236}">
                <a16:creationId xmlns:a16="http://schemas.microsoft.com/office/drawing/2014/main" id="{0659B20D-6992-3FED-C695-C84953BC42D5}"/>
              </a:ext>
            </a:extLst>
          </p:cNvPr>
          <p:cNvSpPr>
            <a:spLocks noChangeArrowheads="1"/>
          </p:cNvSpPr>
          <p:nvPr/>
        </p:nvSpPr>
        <p:spPr bwMode="auto">
          <a:xfrm>
            <a:off x="9259343" y="2951560"/>
            <a:ext cx="549655" cy="437319"/>
          </a:xfrm>
          <a:custGeom>
            <a:avLst/>
            <a:gdLst>
              <a:gd name="T0" fmla="*/ 2147483646 w 602"/>
              <a:gd name="T1" fmla="*/ 2147483646 h 482"/>
              <a:gd name="T2" fmla="*/ 2147483646 w 602"/>
              <a:gd name="T3" fmla="*/ 2147483646 h 482"/>
              <a:gd name="T4" fmla="*/ 2147483646 w 602"/>
              <a:gd name="T5" fmla="*/ 2147483646 h 482"/>
              <a:gd name="T6" fmla="*/ 2147483646 w 602"/>
              <a:gd name="T7" fmla="*/ 2147483646 h 482"/>
              <a:gd name="T8" fmla="*/ 2147483646 w 602"/>
              <a:gd name="T9" fmla="*/ 2147483646 h 482"/>
              <a:gd name="T10" fmla="*/ 2147483646 w 602"/>
              <a:gd name="T11" fmla="*/ 2147483646 h 482"/>
              <a:gd name="T12" fmla="*/ 0 w 602"/>
              <a:gd name="T13" fmla="*/ 2147483646 h 482"/>
              <a:gd name="T14" fmla="*/ 0 w 602"/>
              <a:gd name="T15" fmla="*/ 2147483646 h 482"/>
              <a:gd name="T16" fmla="*/ 0 w 602"/>
              <a:gd name="T17" fmla="*/ 2147483646 h 482"/>
              <a:gd name="T18" fmla="*/ 0 w 602"/>
              <a:gd name="T19" fmla="*/ 2147483646 h 482"/>
              <a:gd name="T20" fmla="*/ 0 w 602"/>
              <a:gd name="T21" fmla="*/ 2147483646 h 482"/>
              <a:gd name="T22" fmla="*/ 0 w 602"/>
              <a:gd name="T23" fmla="*/ 2147483646 h 482"/>
              <a:gd name="T24" fmla="*/ 0 w 602"/>
              <a:gd name="T25" fmla="*/ 2147483646 h 482"/>
              <a:gd name="T26" fmla="*/ 2147483646 w 602"/>
              <a:gd name="T27" fmla="*/ 2147483646 h 482"/>
              <a:gd name="T28" fmla="*/ 2147483646 w 602"/>
              <a:gd name="T29" fmla="*/ 2147483646 h 482"/>
              <a:gd name="T30" fmla="*/ 2147483646 w 602"/>
              <a:gd name="T31" fmla="*/ 2147483646 h 482"/>
              <a:gd name="T32" fmla="*/ 2147483646 w 602"/>
              <a:gd name="T33" fmla="*/ 2147483646 h 482"/>
              <a:gd name="T34" fmla="*/ 2147483646 w 602"/>
              <a:gd name="T35" fmla="*/ 2147483646 h 482"/>
              <a:gd name="T36" fmla="*/ 2147483646 w 602"/>
              <a:gd name="T37" fmla="*/ 2147483646 h 482"/>
              <a:gd name="T38" fmla="*/ 2147483646 w 602"/>
              <a:gd name="T39" fmla="*/ 2147483646 h 482"/>
              <a:gd name="T40" fmla="*/ 2147483646 w 602"/>
              <a:gd name="T41" fmla="*/ 2147483646 h 482"/>
              <a:gd name="T42" fmla="*/ 0 w 602"/>
              <a:gd name="T43" fmla="*/ 2147483646 h 482"/>
              <a:gd name="T44" fmla="*/ 0 w 602"/>
              <a:gd name="T45" fmla="*/ 2147483646 h 482"/>
              <a:gd name="T46" fmla="*/ 0 w 602"/>
              <a:gd name="T47" fmla="*/ 2147483646 h 482"/>
              <a:gd name="T48" fmla="*/ 0 w 602"/>
              <a:gd name="T49" fmla="*/ 2147483646 h 482"/>
              <a:gd name="T50" fmla="*/ 2147483646 w 602"/>
              <a:gd name="T51" fmla="*/ 0 h 482"/>
              <a:gd name="T52" fmla="*/ 2147483646 w 602"/>
              <a:gd name="T53" fmla="*/ 0 h 482"/>
              <a:gd name="T54" fmla="*/ 2147483646 w 602"/>
              <a:gd name="T55" fmla="*/ 0 h 482"/>
              <a:gd name="T56" fmla="*/ 2147483646 w 602"/>
              <a:gd name="T57" fmla="*/ 0 h 482"/>
              <a:gd name="T58" fmla="*/ 2147483646 w 602"/>
              <a:gd name="T59" fmla="*/ 0 h 482"/>
              <a:gd name="T60" fmla="*/ 2147483646 w 602"/>
              <a:gd name="T61" fmla="*/ 2147483646 h 482"/>
              <a:gd name="T62" fmla="*/ 2147483646 w 602"/>
              <a:gd name="T63" fmla="*/ 2147483646 h 482"/>
              <a:gd name="T64" fmla="*/ 2147483646 w 602"/>
              <a:gd name="T65" fmla="*/ 2147483646 h 482"/>
              <a:gd name="T66" fmla="*/ 2147483646 w 602"/>
              <a:gd name="T67" fmla="*/ 2147483646 h 482"/>
              <a:gd name="T68" fmla="*/ 0 w 602"/>
              <a:gd name="T69" fmla="*/ 2147483646 h 482"/>
              <a:gd name="T70" fmla="*/ 0 w 602"/>
              <a:gd name="T71" fmla="*/ 2147483646 h 482"/>
              <a:gd name="T72" fmla="*/ 2147483646 w 602"/>
              <a:gd name="T73" fmla="*/ 2147483646 h 482"/>
              <a:gd name="T74" fmla="*/ 2147483646 w 602"/>
              <a:gd name="T75" fmla="*/ 2147483646 h 482"/>
              <a:gd name="T76" fmla="*/ 2147483646 w 602"/>
              <a:gd name="T77" fmla="*/ 2147483646 h 482"/>
              <a:gd name="T78" fmla="*/ 2147483646 w 602"/>
              <a:gd name="T79" fmla="*/ 2147483646 h 482"/>
              <a:gd name="T80" fmla="*/ 2147483646 w 602"/>
              <a:gd name="T81" fmla="*/ 2147483646 h 482"/>
              <a:gd name="T82" fmla="*/ 2147483646 w 602"/>
              <a:gd name="T83" fmla="*/ 2147483646 h 482"/>
              <a:gd name="T84" fmla="*/ 2147483646 w 602"/>
              <a:gd name="T85" fmla="*/ 2147483646 h 482"/>
              <a:gd name="T86" fmla="*/ 2147483646 w 602"/>
              <a:gd name="T87" fmla="*/ 2147483646 h 48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02" h="482">
                <a:moveTo>
                  <a:pt x="565" y="396"/>
                </a:moveTo>
                <a:lnTo>
                  <a:pt x="565" y="396"/>
                </a:lnTo>
                <a:cubicBezTo>
                  <a:pt x="452" y="396"/>
                  <a:pt x="452" y="396"/>
                  <a:pt x="452" y="396"/>
                </a:cubicBezTo>
                <a:cubicBezTo>
                  <a:pt x="424" y="396"/>
                  <a:pt x="396" y="424"/>
                  <a:pt x="396" y="452"/>
                </a:cubicBezTo>
                <a:cubicBezTo>
                  <a:pt x="396" y="459"/>
                  <a:pt x="396" y="467"/>
                  <a:pt x="396" y="474"/>
                </a:cubicBezTo>
                <a:cubicBezTo>
                  <a:pt x="28" y="474"/>
                  <a:pt x="28" y="474"/>
                  <a:pt x="28" y="474"/>
                </a:cubicBezTo>
                <a:cubicBezTo>
                  <a:pt x="14" y="474"/>
                  <a:pt x="0" y="459"/>
                  <a:pt x="0" y="445"/>
                </a:cubicBezTo>
                <a:cubicBezTo>
                  <a:pt x="0" y="410"/>
                  <a:pt x="0" y="410"/>
                  <a:pt x="0" y="410"/>
                </a:cubicBezTo>
                <a:cubicBezTo>
                  <a:pt x="0" y="360"/>
                  <a:pt x="0" y="360"/>
                  <a:pt x="0" y="360"/>
                </a:cubicBezTo>
                <a:cubicBezTo>
                  <a:pt x="0" y="325"/>
                  <a:pt x="0" y="325"/>
                  <a:pt x="0" y="325"/>
                </a:cubicBezTo>
                <a:cubicBezTo>
                  <a:pt x="0" y="276"/>
                  <a:pt x="0" y="276"/>
                  <a:pt x="0" y="276"/>
                </a:cubicBezTo>
                <a:cubicBezTo>
                  <a:pt x="0" y="240"/>
                  <a:pt x="0" y="240"/>
                  <a:pt x="0" y="240"/>
                </a:cubicBezTo>
                <a:cubicBezTo>
                  <a:pt x="0" y="141"/>
                  <a:pt x="0" y="141"/>
                  <a:pt x="0" y="141"/>
                </a:cubicBezTo>
                <a:cubicBezTo>
                  <a:pt x="601" y="141"/>
                  <a:pt x="601" y="141"/>
                  <a:pt x="601" y="141"/>
                </a:cubicBezTo>
                <a:cubicBezTo>
                  <a:pt x="601" y="240"/>
                  <a:pt x="601" y="240"/>
                  <a:pt x="601" y="240"/>
                </a:cubicBezTo>
                <a:cubicBezTo>
                  <a:pt x="601" y="276"/>
                  <a:pt x="601" y="276"/>
                  <a:pt x="601" y="276"/>
                </a:cubicBezTo>
                <a:cubicBezTo>
                  <a:pt x="601" y="325"/>
                  <a:pt x="601" y="325"/>
                  <a:pt x="601" y="325"/>
                </a:cubicBezTo>
                <a:cubicBezTo>
                  <a:pt x="601" y="360"/>
                  <a:pt x="601" y="360"/>
                  <a:pt x="601" y="360"/>
                </a:cubicBezTo>
                <a:cubicBezTo>
                  <a:pt x="601" y="410"/>
                  <a:pt x="601" y="410"/>
                  <a:pt x="601" y="410"/>
                </a:cubicBezTo>
                <a:cubicBezTo>
                  <a:pt x="594" y="403"/>
                  <a:pt x="579" y="396"/>
                  <a:pt x="565" y="396"/>
                </a:cubicBezTo>
                <a:close/>
                <a:moveTo>
                  <a:pt x="0" y="85"/>
                </a:moveTo>
                <a:lnTo>
                  <a:pt x="0" y="85"/>
                </a:lnTo>
                <a:cubicBezTo>
                  <a:pt x="0" y="71"/>
                  <a:pt x="0" y="71"/>
                  <a:pt x="0" y="71"/>
                </a:cubicBezTo>
                <a:cubicBezTo>
                  <a:pt x="0" y="28"/>
                  <a:pt x="0" y="28"/>
                  <a:pt x="0" y="28"/>
                </a:cubicBezTo>
                <a:cubicBezTo>
                  <a:pt x="0" y="14"/>
                  <a:pt x="14" y="0"/>
                  <a:pt x="28" y="0"/>
                </a:cubicBezTo>
                <a:cubicBezTo>
                  <a:pt x="63" y="0"/>
                  <a:pt x="63" y="0"/>
                  <a:pt x="63" y="0"/>
                </a:cubicBezTo>
                <a:cubicBezTo>
                  <a:pt x="85" y="0"/>
                  <a:pt x="85" y="0"/>
                  <a:pt x="85" y="0"/>
                </a:cubicBezTo>
                <a:cubicBezTo>
                  <a:pt x="113" y="0"/>
                  <a:pt x="113" y="0"/>
                  <a:pt x="113" y="0"/>
                </a:cubicBezTo>
                <a:cubicBezTo>
                  <a:pt x="169" y="0"/>
                  <a:pt x="169" y="0"/>
                  <a:pt x="169" y="0"/>
                </a:cubicBezTo>
                <a:cubicBezTo>
                  <a:pt x="226" y="56"/>
                  <a:pt x="226" y="56"/>
                  <a:pt x="226" y="56"/>
                </a:cubicBezTo>
                <a:cubicBezTo>
                  <a:pt x="572" y="56"/>
                  <a:pt x="572" y="56"/>
                  <a:pt x="572" y="56"/>
                </a:cubicBezTo>
                <a:cubicBezTo>
                  <a:pt x="594" y="56"/>
                  <a:pt x="601" y="71"/>
                  <a:pt x="601" y="85"/>
                </a:cubicBezTo>
                <a:cubicBezTo>
                  <a:pt x="601" y="113"/>
                  <a:pt x="601" y="113"/>
                  <a:pt x="601" y="113"/>
                </a:cubicBezTo>
                <a:cubicBezTo>
                  <a:pt x="0" y="113"/>
                  <a:pt x="0" y="113"/>
                  <a:pt x="0" y="113"/>
                </a:cubicBezTo>
                <a:lnTo>
                  <a:pt x="0" y="85"/>
                </a:lnTo>
                <a:close/>
                <a:moveTo>
                  <a:pt x="452" y="424"/>
                </a:moveTo>
                <a:lnTo>
                  <a:pt x="452" y="424"/>
                </a:lnTo>
                <a:cubicBezTo>
                  <a:pt x="565" y="424"/>
                  <a:pt x="565" y="424"/>
                  <a:pt x="565" y="424"/>
                </a:cubicBezTo>
                <a:cubicBezTo>
                  <a:pt x="579" y="424"/>
                  <a:pt x="594" y="438"/>
                  <a:pt x="594" y="452"/>
                </a:cubicBezTo>
                <a:cubicBezTo>
                  <a:pt x="594" y="474"/>
                  <a:pt x="579" y="481"/>
                  <a:pt x="565" y="481"/>
                </a:cubicBezTo>
                <a:cubicBezTo>
                  <a:pt x="452" y="481"/>
                  <a:pt x="452" y="481"/>
                  <a:pt x="452" y="481"/>
                </a:cubicBezTo>
                <a:cubicBezTo>
                  <a:pt x="438" y="481"/>
                  <a:pt x="424" y="474"/>
                  <a:pt x="424" y="452"/>
                </a:cubicBezTo>
                <a:cubicBezTo>
                  <a:pt x="424" y="438"/>
                  <a:pt x="438" y="424"/>
                  <a:pt x="452" y="4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4" name="Freeform 28">
            <a:extLst>
              <a:ext uri="{FF2B5EF4-FFF2-40B4-BE49-F238E27FC236}">
                <a16:creationId xmlns:a16="http://schemas.microsoft.com/office/drawing/2014/main" id="{2914B8C3-ED29-64D6-01EA-2ED25A3B7FD8}"/>
              </a:ext>
            </a:extLst>
          </p:cNvPr>
          <p:cNvSpPr>
            <a:spLocks noChangeArrowheads="1"/>
          </p:cNvSpPr>
          <p:nvPr/>
        </p:nvSpPr>
        <p:spPr bwMode="auto">
          <a:xfrm>
            <a:off x="8300452" y="2951560"/>
            <a:ext cx="545644" cy="489475"/>
          </a:xfrm>
          <a:custGeom>
            <a:avLst/>
            <a:gdLst>
              <a:gd name="T0" fmla="*/ 2147483646 w 601"/>
              <a:gd name="T1" fmla="*/ 2147483646 h 538"/>
              <a:gd name="T2" fmla="*/ 2147483646 w 601"/>
              <a:gd name="T3" fmla="*/ 2147483646 h 538"/>
              <a:gd name="T4" fmla="*/ 2147483646 w 601"/>
              <a:gd name="T5" fmla="*/ 2147483646 h 538"/>
              <a:gd name="T6" fmla="*/ 2147483646 w 601"/>
              <a:gd name="T7" fmla="*/ 2147483646 h 538"/>
              <a:gd name="T8" fmla="*/ 2147483646 w 601"/>
              <a:gd name="T9" fmla="*/ 2147483646 h 538"/>
              <a:gd name="T10" fmla="*/ 2147483646 w 601"/>
              <a:gd name="T11" fmla="*/ 2147483646 h 538"/>
              <a:gd name="T12" fmla="*/ 2147483646 w 601"/>
              <a:gd name="T13" fmla="*/ 2147483646 h 538"/>
              <a:gd name="T14" fmla="*/ 0 w 601"/>
              <a:gd name="T15" fmla="*/ 2147483646 h 538"/>
              <a:gd name="T16" fmla="*/ 0 w 601"/>
              <a:gd name="T17" fmla="*/ 2147483646 h 538"/>
              <a:gd name="T18" fmla="*/ 0 w 601"/>
              <a:gd name="T19" fmla="*/ 2147483646 h 538"/>
              <a:gd name="T20" fmla="*/ 0 w 601"/>
              <a:gd name="T21" fmla="*/ 2147483646 h 538"/>
              <a:gd name="T22" fmla="*/ 0 w 601"/>
              <a:gd name="T23" fmla="*/ 2147483646 h 538"/>
              <a:gd name="T24" fmla="*/ 0 w 601"/>
              <a:gd name="T25" fmla="*/ 2147483646 h 538"/>
              <a:gd name="T26" fmla="*/ 0 w 601"/>
              <a:gd name="T27" fmla="*/ 2147483646 h 538"/>
              <a:gd name="T28" fmla="*/ 2147483646 w 601"/>
              <a:gd name="T29" fmla="*/ 2147483646 h 538"/>
              <a:gd name="T30" fmla="*/ 2147483646 w 601"/>
              <a:gd name="T31" fmla="*/ 2147483646 h 538"/>
              <a:gd name="T32" fmla="*/ 2147483646 w 601"/>
              <a:gd name="T33" fmla="*/ 2147483646 h 538"/>
              <a:gd name="T34" fmla="*/ 2147483646 w 601"/>
              <a:gd name="T35" fmla="*/ 2147483646 h 538"/>
              <a:gd name="T36" fmla="*/ 2147483646 w 601"/>
              <a:gd name="T37" fmla="*/ 2147483646 h 538"/>
              <a:gd name="T38" fmla="*/ 2147483646 w 601"/>
              <a:gd name="T39" fmla="*/ 2147483646 h 538"/>
              <a:gd name="T40" fmla="*/ 2147483646 w 601"/>
              <a:gd name="T41" fmla="*/ 2147483646 h 538"/>
              <a:gd name="T42" fmla="*/ 2147483646 w 601"/>
              <a:gd name="T43" fmla="*/ 2147483646 h 538"/>
              <a:gd name="T44" fmla="*/ 0 w 601"/>
              <a:gd name="T45" fmla="*/ 2147483646 h 538"/>
              <a:gd name="T46" fmla="*/ 0 w 601"/>
              <a:gd name="T47" fmla="*/ 2147483646 h 538"/>
              <a:gd name="T48" fmla="*/ 0 w 601"/>
              <a:gd name="T49" fmla="*/ 2147483646 h 538"/>
              <a:gd name="T50" fmla="*/ 0 w 601"/>
              <a:gd name="T51" fmla="*/ 2147483646 h 538"/>
              <a:gd name="T52" fmla="*/ 2147483646 w 601"/>
              <a:gd name="T53" fmla="*/ 0 h 538"/>
              <a:gd name="T54" fmla="*/ 2147483646 w 601"/>
              <a:gd name="T55" fmla="*/ 0 h 538"/>
              <a:gd name="T56" fmla="*/ 2147483646 w 601"/>
              <a:gd name="T57" fmla="*/ 0 h 538"/>
              <a:gd name="T58" fmla="*/ 2147483646 w 601"/>
              <a:gd name="T59" fmla="*/ 0 h 538"/>
              <a:gd name="T60" fmla="*/ 2147483646 w 601"/>
              <a:gd name="T61" fmla="*/ 0 h 538"/>
              <a:gd name="T62" fmla="*/ 2147483646 w 601"/>
              <a:gd name="T63" fmla="*/ 2147483646 h 538"/>
              <a:gd name="T64" fmla="*/ 2147483646 w 601"/>
              <a:gd name="T65" fmla="*/ 2147483646 h 538"/>
              <a:gd name="T66" fmla="*/ 2147483646 w 601"/>
              <a:gd name="T67" fmla="*/ 2147483646 h 538"/>
              <a:gd name="T68" fmla="*/ 2147483646 w 601"/>
              <a:gd name="T69" fmla="*/ 2147483646 h 538"/>
              <a:gd name="T70" fmla="*/ 0 w 601"/>
              <a:gd name="T71" fmla="*/ 2147483646 h 538"/>
              <a:gd name="T72" fmla="*/ 0 w 601"/>
              <a:gd name="T73" fmla="*/ 2147483646 h 538"/>
              <a:gd name="T74" fmla="*/ 2147483646 w 601"/>
              <a:gd name="T75" fmla="*/ 2147483646 h 538"/>
              <a:gd name="T76" fmla="*/ 2147483646 w 601"/>
              <a:gd name="T77" fmla="*/ 2147483646 h 538"/>
              <a:gd name="T78" fmla="*/ 2147483646 w 601"/>
              <a:gd name="T79" fmla="*/ 2147483646 h 538"/>
              <a:gd name="T80" fmla="*/ 2147483646 w 601"/>
              <a:gd name="T81" fmla="*/ 2147483646 h 538"/>
              <a:gd name="T82" fmla="*/ 2147483646 w 601"/>
              <a:gd name="T83" fmla="*/ 2147483646 h 538"/>
              <a:gd name="T84" fmla="*/ 2147483646 w 601"/>
              <a:gd name="T85" fmla="*/ 2147483646 h 538"/>
              <a:gd name="T86" fmla="*/ 2147483646 w 601"/>
              <a:gd name="T87" fmla="*/ 2147483646 h 538"/>
              <a:gd name="T88" fmla="*/ 2147483646 w 601"/>
              <a:gd name="T89" fmla="*/ 2147483646 h 538"/>
              <a:gd name="T90" fmla="*/ 2147483646 w 601"/>
              <a:gd name="T91" fmla="*/ 2147483646 h 538"/>
              <a:gd name="T92" fmla="*/ 2147483646 w 601"/>
              <a:gd name="T93" fmla="*/ 2147483646 h 538"/>
              <a:gd name="T94" fmla="*/ 2147483646 w 601"/>
              <a:gd name="T95" fmla="*/ 2147483646 h 538"/>
              <a:gd name="T96" fmla="*/ 2147483646 w 601"/>
              <a:gd name="T97" fmla="*/ 2147483646 h 538"/>
              <a:gd name="T98" fmla="*/ 2147483646 w 601"/>
              <a:gd name="T99" fmla="*/ 2147483646 h 538"/>
              <a:gd name="T100" fmla="*/ 2147483646 w 601"/>
              <a:gd name="T101" fmla="*/ 2147483646 h 538"/>
              <a:gd name="T102" fmla="*/ 2147483646 w 601"/>
              <a:gd name="T103" fmla="*/ 2147483646 h 538"/>
              <a:gd name="T104" fmla="*/ 2147483646 w 601"/>
              <a:gd name="T105" fmla="*/ 2147483646 h 538"/>
              <a:gd name="T106" fmla="*/ 2147483646 w 601"/>
              <a:gd name="T107" fmla="*/ 2147483646 h 538"/>
              <a:gd name="T108" fmla="*/ 2147483646 w 601"/>
              <a:gd name="T109" fmla="*/ 2147483646 h 53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601" h="538">
                <a:moveTo>
                  <a:pt x="565" y="396"/>
                </a:moveTo>
                <a:lnTo>
                  <a:pt x="565" y="396"/>
                </a:lnTo>
                <a:cubicBezTo>
                  <a:pt x="565" y="367"/>
                  <a:pt x="537" y="339"/>
                  <a:pt x="509" y="339"/>
                </a:cubicBezTo>
                <a:cubicBezTo>
                  <a:pt x="473" y="339"/>
                  <a:pt x="452" y="367"/>
                  <a:pt x="452" y="396"/>
                </a:cubicBezTo>
                <a:cubicBezTo>
                  <a:pt x="417" y="396"/>
                  <a:pt x="396" y="424"/>
                  <a:pt x="396" y="452"/>
                </a:cubicBezTo>
                <a:cubicBezTo>
                  <a:pt x="396" y="459"/>
                  <a:pt x="396" y="467"/>
                  <a:pt x="396" y="474"/>
                </a:cubicBezTo>
                <a:cubicBezTo>
                  <a:pt x="28" y="474"/>
                  <a:pt x="28" y="474"/>
                  <a:pt x="28" y="474"/>
                </a:cubicBezTo>
                <a:cubicBezTo>
                  <a:pt x="7" y="474"/>
                  <a:pt x="0" y="459"/>
                  <a:pt x="0" y="445"/>
                </a:cubicBezTo>
                <a:cubicBezTo>
                  <a:pt x="0" y="410"/>
                  <a:pt x="0" y="410"/>
                  <a:pt x="0" y="410"/>
                </a:cubicBezTo>
                <a:cubicBezTo>
                  <a:pt x="0" y="360"/>
                  <a:pt x="0" y="360"/>
                  <a:pt x="0" y="360"/>
                </a:cubicBezTo>
                <a:cubicBezTo>
                  <a:pt x="0" y="325"/>
                  <a:pt x="0" y="325"/>
                  <a:pt x="0" y="325"/>
                </a:cubicBezTo>
                <a:cubicBezTo>
                  <a:pt x="0" y="276"/>
                  <a:pt x="0" y="276"/>
                  <a:pt x="0" y="276"/>
                </a:cubicBezTo>
                <a:cubicBezTo>
                  <a:pt x="0" y="240"/>
                  <a:pt x="0" y="240"/>
                  <a:pt x="0" y="240"/>
                </a:cubicBezTo>
                <a:cubicBezTo>
                  <a:pt x="0" y="141"/>
                  <a:pt x="0" y="141"/>
                  <a:pt x="0" y="141"/>
                </a:cubicBezTo>
                <a:cubicBezTo>
                  <a:pt x="600" y="141"/>
                  <a:pt x="600" y="141"/>
                  <a:pt x="600" y="141"/>
                </a:cubicBezTo>
                <a:cubicBezTo>
                  <a:pt x="600" y="240"/>
                  <a:pt x="600" y="240"/>
                  <a:pt x="600" y="240"/>
                </a:cubicBezTo>
                <a:cubicBezTo>
                  <a:pt x="600" y="276"/>
                  <a:pt x="600" y="276"/>
                  <a:pt x="600" y="276"/>
                </a:cubicBezTo>
                <a:cubicBezTo>
                  <a:pt x="600" y="325"/>
                  <a:pt x="600" y="325"/>
                  <a:pt x="600" y="325"/>
                </a:cubicBezTo>
                <a:cubicBezTo>
                  <a:pt x="600" y="360"/>
                  <a:pt x="600" y="360"/>
                  <a:pt x="600" y="360"/>
                </a:cubicBezTo>
                <a:cubicBezTo>
                  <a:pt x="600" y="410"/>
                  <a:pt x="600" y="410"/>
                  <a:pt x="600" y="410"/>
                </a:cubicBezTo>
                <a:cubicBezTo>
                  <a:pt x="593" y="403"/>
                  <a:pt x="579" y="396"/>
                  <a:pt x="565" y="396"/>
                </a:cubicBezTo>
                <a:close/>
                <a:moveTo>
                  <a:pt x="0" y="85"/>
                </a:moveTo>
                <a:lnTo>
                  <a:pt x="0" y="85"/>
                </a:lnTo>
                <a:cubicBezTo>
                  <a:pt x="0" y="71"/>
                  <a:pt x="0" y="71"/>
                  <a:pt x="0" y="71"/>
                </a:cubicBezTo>
                <a:cubicBezTo>
                  <a:pt x="0" y="28"/>
                  <a:pt x="0" y="28"/>
                  <a:pt x="0" y="28"/>
                </a:cubicBezTo>
                <a:cubicBezTo>
                  <a:pt x="0" y="14"/>
                  <a:pt x="7" y="0"/>
                  <a:pt x="28" y="0"/>
                </a:cubicBezTo>
                <a:cubicBezTo>
                  <a:pt x="63" y="0"/>
                  <a:pt x="63" y="0"/>
                  <a:pt x="63" y="0"/>
                </a:cubicBezTo>
                <a:cubicBezTo>
                  <a:pt x="85" y="0"/>
                  <a:pt x="85" y="0"/>
                  <a:pt x="85" y="0"/>
                </a:cubicBezTo>
                <a:cubicBezTo>
                  <a:pt x="113" y="0"/>
                  <a:pt x="113" y="0"/>
                  <a:pt x="113" y="0"/>
                </a:cubicBezTo>
                <a:cubicBezTo>
                  <a:pt x="169" y="0"/>
                  <a:pt x="169" y="0"/>
                  <a:pt x="169" y="0"/>
                </a:cubicBezTo>
                <a:cubicBezTo>
                  <a:pt x="226" y="56"/>
                  <a:pt x="226" y="56"/>
                  <a:pt x="226" y="56"/>
                </a:cubicBezTo>
                <a:cubicBezTo>
                  <a:pt x="572" y="56"/>
                  <a:pt x="572" y="56"/>
                  <a:pt x="572" y="56"/>
                </a:cubicBezTo>
                <a:cubicBezTo>
                  <a:pt x="586" y="56"/>
                  <a:pt x="600" y="71"/>
                  <a:pt x="600" y="85"/>
                </a:cubicBezTo>
                <a:cubicBezTo>
                  <a:pt x="600" y="113"/>
                  <a:pt x="600" y="113"/>
                  <a:pt x="600" y="113"/>
                </a:cubicBezTo>
                <a:cubicBezTo>
                  <a:pt x="0" y="113"/>
                  <a:pt x="0" y="113"/>
                  <a:pt x="0" y="113"/>
                </a:cubicBezTo>
                <a:lnTo>
                  <a:pt x="0" y="85"/>
                </a:lnTo>
                <a:close/>
                <a:moveTo>
                  <a:pt x="452" y="424"/>
                </a:moveTo>
                <a:lnTo>
                  <a:pt x="452" y="424"/>
                </a:lnTo>
                <a:cubicBezTo>
                  <a:pt x="480" y="424"/>
                  <a:pt x="480" y="424"/>
                  <a:pt x="480" y="424"/>
                </a:cubicBezTo>
                <a:cubicBezTo>
                  <a:pt x="480" y="396"/>
                  <a:pt x="480" y="396"/>
                  <a:pt x="480" y="396"/>
                </a:cubicBezTo>
                <a:cubicBezTo>
                  <a:pt x="480" y="382"/>
                  <a:pt x="487" y="367"/>
                  <a:pt x="509" y="367"/>
                </a:cubicBezTo>
                <a:cubicBezTo>
                  <a:pt x="523" y="367"/>
                  <a:pt x="537" y="382"/>
                  <a:pt x="537" y="396"/>
                </a:cubicBezTo>
                <a:cubicBezTo>
                  <a:pt x="537" y="424"/>
                  <a:pt x="537" y="424"/>
                  <a:pt x="537" y="424"/>
                </a:cubicBezTo>
                <a:cubicBezTo>
                  <a:pt x="565" y="424"/>
                  <a:pt x="565" y="424"/>
                  <a:pt x="565" y="424"/>
                </a:cubicBezTo>
                <a:cubicBezTo>
                  <a:pt x="579" y="424"/>
                  <a:pt x="593" y="438"/>
                  <a:pt x="593" y="452"/>
                </a:cubicBezTo>
                <a:cubicBezTo>
                  <a:pt x="593" y="474"/>
                  <a:pt x="579" y="481"/>
                  <a:pt x="565" y="481"/>
                </a:cubicBezTo>
                <a:cubicBezTo>
                  <a:pt x="537" y="481"/>
                  <a:pt x="537" y="481"/>
                  <a:pt x="537" y="481"/>
                </a:cubicBezTo>
                <a:cubicBezTo>
                  <a:pt x="537" y="509"/>
                  <a:pt x="537" y="509"/>
                  <a:pt x="537" y="509"/>
                </a:cubicBezTo>
                <a:cubicBezTo>
                  <a:pt x="537" y="530"/>
                  <a:pt x="523" y="537"/>
                  <a:pt x="509" y="537"/>
                </a:cubicBezTo>
                <a:cubicBezTo>
                  <a:pt x="487" y="537"/>
                  <a:pt x="480" y="530"/>
                  <a:pt x="480" y="509"/>
                </a:cubicBezTo>
                <a:cubicBezTo>
                  <a:pt x="480" y="481"/>
                  <a:pt x="480" y="481"/>
                  <a:pt x="480" y="481"/>
                </a:cubicBezTo>
                <a:cubicBezTo>
                  <a:pt x="452" y="481"/>
                  <a:pt x="452" y="481"/>
                  <a:pt x="452" y="481"/>
                </a:cubicBezTo>
                <a:cubicBezTo>
                  <a:pt x="431" y="481"/>
                  <a:pt x="424" y="474"/>
                  <a:pt x="424" y="452"/>
                </a:cubicBezTo>
                <a:cubicBezTo>
                  <a:pt x="424" y="438"/>
                  <a:pt x="431" y="424"/>
                  <a:pt x="452" y="42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5" name="Freeform 29">
            <a:extLst>
              <a:ext uri="{FF2B5EF4-FFF2-40B4-BE49-F238E27FC236}">
                <a16:creationId xmlns:a16="http://schemas.microsoft.com/office/drawing/2014/main" id="{866C9332-6B61-45D3-0A00-8858EE1A1165}"/>
              </a:ext>
            </a:extLst>
          </p:cNvPr>
          <p:cNvSpPr>
            <a:spLocks noChangeArrowheads="1"/>
          </p:cNvSpPr>
          <p:nvPr/>
        </p:nvSpPr>
        <p:spPr bwMode="auto">
          <a:xfrm>
            <a:off x="7337551" y="2951560"/>
            <a:ext cx="553668" cy="433306"/>
          </a:xfrm>
          <a:custGeom>
            <a:avLst/>
            <a:gdLst>
              <a:gd name="T0" fmla="*/ 2147483646 w 608"/>
              <a:gd name="T1" fmla="*/ 2147483646 h 475"/>
              <a:gd name="T2" fmla="*/ 2147483646 w 608"/>
              <a:gd name="T3" fmla="*/ 2147483646 h 475"/>
              <a:gd name="T4" fmla="*/ 2147483646 w 608"/>
              <a:gd name="T5" fmla="*/ 2147483646 h 475"/>
              <a:gd name="T6" fmla="*/ 0 w 608"/>
              <a:gd name="T7" fmla="*/ 2147483646 h 475"/>
              <a:gd name="T8" fmla="*/ 0 w 608"/>
              <a:gd name="T9" fmla="*/ 2147483646 h 475"/>
              <a:gd name="T10" fmla="*/ 0 w 608"/>
              <a:gd name="T11" fmla="*/ 2147483646 h 475"/>
              <a:gd name="T12" fmla="*/ 0 w 608"/>
              <a:gd name="T13" fmla="*/ 2147483646 h 475"/>
              <a:gd name="T14" fmla="*/ 0 w 608"/>
              <a:gd name="T15" fmla="*/ 2147483646 h 475"/>
              <a:gd name="T16" fmla="*/ 0 w 608"/>
              <a:gd name="T17" fmla="*/ 2147483646 h 475"/>
              <a:gd name="T18" fmla="*/ 0 w 608"/>
              <a:gd name="T19" fmla="*/ 2147483646 h 475"/>
              <a:gd name="T20" fmla="*/ 2147483646 w 608"/>
              <a:gd name="T21" fmla="*/ 2147483646 h 475"/>
              <a:gd name="T22" fmla="*/ 2147483646 w 608"/>
              <a:gd name="T23" fmla="*/ 2147483646 h 475"/>
              <a:gd name="T24" fmla="*/ 2147483646 w 608"/>
              <a:gd name="T25" fmla="*/ 2147483646 h 475"/>
              <a:gd name="T26" fmla="*/ 2147483646 w 608"/>
              <a:gd name="T27" fmla="*/ 2147483646 h 475"/>
              <a:gd name="T28" fmla="*/ 2147483646 w 608"/>
              <a:gd name="T29" fmla="*/ 2147483646 h 475"/>
              <a:gd name="T30" fmla="*/ 2147483646 w 608"/>
              <a:gd name="T31" fmla="*/ 2147483646 h 475"/>
              <a:gd name="T32" fmla="*/ 2147483646 w 608"/>
              <a:gd name="T33" fmla="*/ 2147483646 h 475"/>
              <a:gd name="T34" fmla="*/ 2147483646 w 608"/>
              <a:gd name="T35" fmla="*/ 2147483646 h 475"/>
              <a:gd name="T36" fmla="*/ 0 w 608"/>
              <a:gd name="T37" fmla="*/ 2147483646 h 475"/>
              <a:gd name="T38" fmla="*/ 0 w 608"/>
              <a:gd name="T39" fmla="*/ 2147483646 h 475"/>
              <a:gd name="T40" fmla="*/ 0 w 608"/>
              <a:gd name="T41" fmla="*/ 2147483646 h 475"/>
              <a:gd name="T42" fmla="*/ 0 w 608"/>
              <a:gd name="T43" fmla="*/ 2147483646 h 475"/>
              <a:gd name="T44" fmla="*/ 2147483646 w 608"/>
              <a:gd name="T45" fmla="*/ 0 h 475"/>
              <a:gd name="T46" fmla="*/ 2147483646 w 608"/>
              <a:gd name="T47" fmla="*/ 0 h 475"/>
              <a:gd name="T48" fmla="*/ 2147483646 w 608"/>
              <a:gd name="T49" fmla="*/ 0 h 475"/>
              <a:gd name="T50" fmla="*/ 2147483646 w 608"/>
              <a:gd name="T51" fmla="*/ 0 h 475"/>
              <a:gd name="T52" fmla="*/ 2147483646 w 608"/>
              <a:gd name="T53" fmla="*/ 0 h 475"/>
              <a:gd name="T54" fmla="*/ 2147483646 w 608"/>
              <a:gd name="T55" fmla="*/ 2147483646 h 475"/>
              <a:gd name="T56" fmla="*/ 2147483646 w 608"/>
              <a:gd name="T57" fmla="*/ 2147483646 h 475"/>
              <a:gd name="T58" fmla="*/ 2147483646 w 608"/>
              <a:gd name="T59" fmla="*/ 2147483646 h 475"/>
              <a:gd name="T60" fmla="*/ 2147483646 w 608"/>
              <a:gd name="T61" fmla="*/ 2147483646 h 475"/>
              <a:gd name="T62" fmla="*/ 0 w 608"/>
              <a:gd name="T63" fmla="*/ 2147483646 h 475"/>
              <a:gd name="T64" fmla="*/ 0 w 608"/>
              <a:gd name="T65" fmla="*/ 2147483646 h 47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608" h="475">
                <a:moveTo>
                  <a:pt x="579" y="474"/>
                </a:moveTo>
                <a:lnTo>
                  <a:pt x="579" y="474"/>
                </a:lnTo>
                <a:cubicBezTo>
                  <a:pt x="28" y="474"/>
                  <a:pt x="28" y="474"/>
                  <a:pt x="28" y="474"/>
                </a:cubicBezTo>
                <a:cubicBezTo>
                  <a:pt x="14" y="474"/>
                  <a:pt x="0" y="459"/>
                  <a:pt x="0" y="445"/>
                </a:cubicBezTo>
                <a:cubicBezTo>
                  <a:pt x="0" y="410"/>
                  <a:pt x="0" y="410"/>
                  <a:pt x="0" y="410"/>
                </a:cubicBezTo>
                <a:cubicBezTo>
                  <a:pt x="0" y="360"/>
                  <a:pt x="0" y="360"/>
                  <a:pt x="0" y="360"/>
                </a:cubicBezTo>
                <a:cubicBezTo>
                  <a:pt x="0" y="325"/>
                  <a:pt x="0" y="325"/>
                  <a:pt x="0" y="325"/>
                </a:cubicBezTo>
                <a:cubicBezTo>
                  <a:pt x="0" y="276"/>
                  <a:pt x="0" y="276"/>
                  <a:pt x="0" y="276"/>
                </a:cubicBezTo>
                <a:cubicBezTo>
                  <a:pt x="0" y="240"/>
                  <a:pt x="0" y="240"/>
                  <a:pt x="0" y="240"/>
                </a:cubicBezTo>
                <a:cubicBezTo>
                  <a:pt x="0" y="141"/>
                  <a:pt x="0" y="141"/>
                  <a:pt x="0" y="141"/>
                </a:cubicBezTo>
                <a:cubicBezTo>
                  <a:pt x="607" y="141"/>
                  <a:pt x="607" y="141"/>
                  <a:pt x="607" y="141"/>
                </a:cubicBezTo>
                <a:cubicBezTo>
                  <a:pt x="607" y="240"/>
                  <a:pt x="607" y="240"/>
                  <a:pt x="607" y="240"/>
                </a:cubicBezTo>
                <a:cubicBezTo>
                  <a:pt x="607" y="276"/>
                  <a:pt x="607" y="276"/>
                  <a:pt x="607" y="276"/>
                </a:cubicBezTo>
                <a:cubicBezTo>
                  <a:pt x="607" y="325"/>
                  <a:pt x="607" y="325"/>
                  <a:pt x="607" y="325"/>
                </a:cubicBezTo>
                <a:cubicBezTo>
                  <a:pt x="607" y="360"/>
                  <a:pt x="607" y="360"/>
                  <a:pt x="607" y="360"/>
                </a:cubicBezTo>
                <a:cubicBezTo>
                  <a:pt x="607" y="410"/>
                  <a:pt x="607" y="410"/>
                  <a:pt x="607" y="410"/>
                </a:cubicBezTo>
                <a:cubicBezTo>
                  <a:pt x="607" y="445"/>
                  <a:pt x="607" y="445"/>
                  <a:pt x="607" y="445"/>
                </a:cubicBezTo>
                <a:cubicBezTo>
                  <a:pt x="607" y="459"/>
                  <a:pt x="593" y="474"/>
                  <a:pt x="579" y="474"/>
                </a:cubicBezTo>
                <a:close/>
                <a:moveTo>
                  <a:pt x="0" y="85"/>
                </a:moveTo>
                <a:lnTo>
                  <a:pt x="0" y="85"/>
                </a:lnTo>
                <a:cubicBezTo>
                  <a:pt x="0" y="71"/>
                  <a:pt x="0" y="71"/>
                  <a:pt x="0" y="71"/>
                </a:cubicBezTo>
                <a:cubicBezTo>
                  <a:pt x="0" y="28"/>
                  <a:pt x="0" y="28"/>
                  <a:pt x="0" y="28"/>
                </a:cubicBezTo>
                <a:cubicBezTo>
                  <a:pt x="0" y="14"/>
                  <a:pt x="14" y="0"/>
                  <a:pt x="28" y="0"/>
                </a:cubicBezTo>
                <a:cubicBezTo>
                  <a:pt x="70" y="0"/>
                  <a:pt x="70" y="0"/>
                  <a:pt x="70" y="0"/>
                </a:cubicBezTo>
                <a:cubicBezTo>
                  <a:pt x="84" y="0"/>
                  <a:pt x="84" y="0"/>
                  <a:pt x="84" y="0"/>
                </a:cubicBezTo>
                <a:cubicBezTo>
                  <a:pt x="113" y="0"/>
                  <a:pt x="113" y="0"/>
                  <a:pt x="113" y="0"/>
                </a:cubicBezTo>
                <a:cubicBezTo>
                  <a:pt x="169" y="0"/>
                  <a:pt x="169" y="0"/>
                  <a:pt x="169" y="0"/>
                </a:cubicBezTo>
                <a:cubicBezTo>
                  <a:pt x="226" y="56"/>
                  <a:pt x="226" y="56"/>
                  <a:pt x="226" y="56"/>
                </a:cubicBezTo>
                <a:cubicBezTo>
                  <a:pt x="579" y="56"/>
                  <a:pt x="579" y="56"/>
                  <a:pt x="579" y="56"/>
                </a:cubicBezTo>
                <a:cubicBezTo>
                  <a:pt x="593" y="56"/>
                  <a:pt x="607" y="71"/>
                  <a:pt x="607" y="85"/>
                </a:cubicBezTo>
                <a:cubicBezTo>
                  <a:pt x="607" y="113"/>
                  <a:pt x="607" y="113"/>
                  <a:pt x="607" y="113"/>
                </a:cubicBezTo>
                <a:cubicBezTo>
                  <a:pt x="0" y="113"/>
                  <a:pt x="0" y="113"/>
                  <a:pt x="0" y="113"/>
                </a:cubicBezTo>
                <a:lnTo>
                  <a:pt x="0" y="8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6" name="Freeform 30">
            <a:extLst>
              <a:ext uri="{FF2B5EF4-FFF2-40B4-BE49-F238E27FC236}">
                <a16:creationId xmlns:a16="http://schemas.microsoft.com/office/drawing/2014/main" id="{9CCE5966-C090-A66C-D7BC-26BAFC26201B}"/>
              </a:ext>
            </a:extLst>
          </p:cNvPr>
          <p:cNvSpPr>
            <a:spLocks noChangeArrowheads="1"/>
          </p:cNvSpPr>
          <p:nvPr/>
        </p:nvSpPr>
        <p:spPr bwMode="auto">
          <a:xfrm>
            <a:off x="6378663" y="2891380"/>
            <a:ext cx="545644" cy="549655"/>
          </a:xfrm>
          <a:custGeom>
            <a:avLst/>
            <a:gdLst>
              <a:gd name="T0" fmla="*/ 2147483646 w 601"/>
              <a:gd name="T1" fmla="*/ 2147483646 h 602"/>
              <a:gd name="T2" fmla="*/ 2147483646 w 601"/>
              <a:gd name="T3" fmla="*/ 2147483646 h 602"/>
              <a:gd name="T4" fmla="*/ 0 w 601"/>
              <a:gd name="T5" fmla="*/ 2147483646 h 602"/>
              <a:gd name="T6" fmla="*/ 2147483646 w 601"/>
              <a:gd name="T7" fmla="*/ 0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2147483646 w 601"/>
              <a:gd name="T23" fmla="*/ 2147483646 h 602"/>
              <a:gd name="T24" fmla="*/ 2147483646 w 601"/>
              <a:gd name="T25" fmla="*/ 2147483646 h 602"/>
              <a:gd name="T26" fmla="*/ 2147483646 w 601"/>
              <a:gd name="T27" fmla="*/ 2147483646 h 602"/>
              <a:gd name="T28" fmla="*/ 2147483646 w 601"/>
              <a:gd name="T29" fmla="*/ 2147483646 h 602"/>
              <a:gd name="T30" fmla="*/ 2147483646 w 601"/>
              <a:gd name="T31" fmla="*/ 2147483646 h 602"/>
              <a:gd name="T32" fmla="*/ 2147483646 w 601"/>
              <a:gd name="T33" fmla="*/ 2147483646 h 602"/>
              <a:gd name="T34" fmla="*/ 2147483646 w 601"/>
              <a:gd name="T35" fmla="*/ 2147483646 h 602"/>
              <a:gd name="T36" fmla="*/ 2147483646 w 601"/>
              <a:gd name="T37" fmla="*/ 2147483646 h 602"/>
              <a:gd name="T38" fmla="*/ 2147483646 w 601"/>
              <a:gd name="T39" fmla="*/ 2147483646 h 602"/>
              <a:gd name="T40" fmla="*/ 2147483646 w 601"/>
              <a:gd name="T41" fmla="*/ 2147483646 h 602"/>
              <a:gd name="T42" fmla="*/ 2147483646 w 601"/>
              <a:gd name="T43" fmla="*/ 2147483646 h 602"/>
              <a:gd name="T44" fmla="*/ 2147483646 w 601"/>
              <a:gd name="T45" fmla="*/ 2147483646 h 602"/>
              <a:gd name="T46" fmla="*/ 2147483646 w 601"/>
              <a:gd name="T47" fmla="*/ 2147483646 h 602"/>
              <a:gd name="T48" fmla="*/ 2147483646 w 601"/>
              <a:gd name="T49" fmla="*/ 2147483646 h 602"/>
              <a:gd name="T50" fmla="*/ 2147483646 w 601"/>
              <a:gd name="T51" fmla="*/ 2147483646 h 602"/>
              <a:gd name="T52" fmla="*/ 2147483646 w 601"/>
              <a:gd name="T53" fmla="*/ 2147483646 h 602"/>
              <a:gd name="T54" fmla="*/ 2147483646 w 601"/>
              <a:gd name="T55" fmla="*/ 2147483646 h 602"/>
              <a:gd name="T56" fmla="*/ 2147483646 w 601"/>
              <a:gd name="T57" fmla="*/ 2147483646 h 602"/>
              <a:gd name="T58" fmla="*/ 2147483646 w 601"/>
              <a:gd name="T59" fmla="*/ 2147483646 h 602"/>
              <a:gd name="T60" fmla="*/ 2147483646 w 601"/>
              <a:gd name="T61" fmla="*/ 2147483646 h 602"/>
              <a:gd name="T62" fmla="*/ 2147483646 w 601"/>
              <a:gd name="T63" fmla="*/ 2147483646 h 602"/>
              <a:gd name="T64" fmla="*/ 2147483646 w 601"/>
              <a:gd name="T65" fmla="*/ 2147483646 h 602"/>
              <a:gd name="T66" fmla="*/ 2147483646 w 601"/>
              <a:gd name="T67" fmla="*/ 2147483646 h 602"/>
              <a:gd name="T68" fmla="*/ 2147483646 w 601"/>
              <a:gd name="T69" fmla="*/ 2147483646 h 60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01" h="602">
                <a:moveTo>
                  <a:pt x="304" y="601"/>
                </a:moveTo>
                <a:lnTo>
                  <a:pt x="304" y="601"/>
                </a:lnTo>
                <a:cubicBezTo>
                  <a:pt x="134" y="601"/>
                  <a:pt x="0" y="467"/>
                  <a:pt x="0" y="304"/>
                </a:cubicBezTo>
                <a:cubicBezTo>
                  <a:pt x="0" y="135"/>
                  <a:pt x="134" y="0"/>
                  <a:pt x="304" y="0"/>
                </a:cubicBezTo>
                <a:cubicBezTo>
                  <a:pt x="466" y="0"/>
                  <a:pt x="600" y="135"/>
                  <a:pt x="600" y="304"/>
                </a:cubicBezTo>
                <a:cubicBezTo>
                  <a:pt x="600" y="467"/>
                  <a:pt x="466" y="601"/>
                  <a:pt x="304" y="601"/>
                </a:cubicBezTo>
                <a:close/>
                <a:moveTo>
                  <a:pt x="304" y="57"/>
                </a:moveTo>
                <a:lnTo>
                  <a:pt x="304" y="57"/>
                </a:lnTo>
                <a:cubicBezTo>
                  <a:pt x="169" y="57"/>
                  <a:pt x="56" y="170"/>
                  <a:pt x="56" y="304"/>
                </a:cubicBezTo>
                <a:cubicBezTo>
                  <a:pt x="56" y="439"/>
                  <a:pt x="169" y="545"/>
                  <a:pt x="304" y="545"/>
                </a:cubicBezTo>
                <a:cubicBezTo>
                  <a:pt x="438" y="545"/>
                  <a:pt x="544" y="439"/>
                  <a:pt x="544" y="304"/>
                </a:cubicBezTo>
                <a:cubicBezTo>
                  <a:pt x="544" y="170"/>
                  <a:pt x="438" y="57"/>
                  <a:pt x="304" y="57"/>
                </a:cubicBezTo>
                <a:close/>
                <a:moveTo>
                  <a:pt x="395" y="368"/>
                </a:moveTo>
                <a:lnTo>
                  <a:pt x="395" y="368"/>
                </a:lnTo>
                <a:cubicBezTo>
                  <a:pt x="395" y="382"/>
                  <a:pt x="381" y="396"/>
                  <a:pt x="367" y="396"/>
                </a:cubicBezTo>
                <a:cubicBezTo>
                  <a:pt x="353" y="396"/>
                  <a:pt x="339" y="382"/>
                  <a:pt x="339" y="368"/>
                </a:cubicBezTo>
                <a:cubicBezTo>
                  <a:pt x="339" y="326"/>
                  <a:pt x="339" y="326"/>
                  <a:pt x="339" y="326"/>
                </a:cubicBezTo>
                <a:cubicBezTo>
                  <a:pt x="254" y="389"/>
                  <a:pt x="254" y="389"/>
                  <a:pt x="254" y="389"/>
                </a:cubicBezTo>
                <a:cubicBezTo>
                  <a:pt x="247" y="396"/>
                  <a:pt x="240" y="396"/>
                  <a:pt x="233" y="396"/>
                </a:cubicBezTo>
                <a:cubicBezTo>
                  <a:pt x="219" y="396"/>
                  <a:pt x="204" y="382"/>
                  <a:pt x="204" y="368"/>
                </a:cubicBezTo>
                <a:cubicBezTo>
                  <a:pt x="204" y="234"/>
                  <a:pt x="204" y="234"/>
                  <a:pt x="204" y="234"/>
                </a:cubicBezTo>
                <a:cubicBezTo>
                  <a:pt x="204" y="220"/>
                  <a:pt x="219" y="205"/>
                  <a:pt x="233" y="205"/>
                </a:cubicBezTo>
                <a:cubicBezTo>
                  <a:pt x="240" y="205"/>
                  <a:pt x="247" y="213"/>
                  <a:pt x="254" y="213"/>
                </a:cubicBezTo>
                <a:cubicBezTo>
                  <a:pt x="339" y="276"/>
                  <a:pt x="339" y="276"/>
                  <a:pt x="339" y="276"/>
                </a:cubicBezTo>
                <a:cubicBezTo>
                  <a:pt x="339" y="234"/>
                  <a:pt x="339" y="234"/>
                  <a:pt x="339" y="234"/>
                </a:cubicBezTo>
                <a:cubicBezTo>
                  <a:pt x="339" y="220"/>
                  <a:pt x="353" y="205"/>
                  <a:pt x="367" y="205"/>
                </a:cubicBezTo>
                <a:cubicBezTo>
                  <a:pt x="381" y="205"/>
                  <a:pt x="395" y="220"/>
                  <a:pt x="395" y="234"/>
                </a:cubicBezTo>
                <a:cubicBezTo>
                  <a:pt x="395" y="368"/>
                  <a:pt x="395" y="368"/>
                  <a:pt x="395" y="36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7" name="Freeform 31">
            <a:extLst>
              <a:ext uri="{FF2B5EF4-FFF2-40B4-BE49-F238E27FC236}">
                <a16:creationId xmlns:a16="http://schemas.microsoft.com/office/drawing/2014/main" id="{D9581495-E5B8-45AA-16E1-48D09D591753}"/>
              </a:ext>
            </a:extLst>
          </p:cNvPr>
          <p:cNvSpPr>
            <a:spLocks noChangeArrowheads="1"/>
          </p:cNvSpPr>
          <p:nvPr/>
        </p:nvSpPr>
        <p:spPr bwMode="auto">
          <a:xfrm>
            <a:off x="5419773" y="2891380"/>
            <a:ext cx="545644" cy="549655"/>
          </a:xfrm>
          <a:custGeom>
            <a:avLst/>
            <a:gdLst>
              <a:gd name="T0" fmla="*/ 2147483646 w 601"/>
              <a:gd name="T1" fmla="*/ 2147483646 h 602"/>
              <a:gd name="T2" fmla="*/ 2147483646 w 601"/>
              <a:gd name="T3" fmla="*/ 2147483646 h 602"/>
              <a:gd name="T4" fmla="*/ 0 w 601"/>
              <a:gd name="T5" fmla="*/ 2147483646 h 602"/>
              <a:gd name="T6" fmla="*/ 2147483646 w 601"/>
              <a:gd name="T7" fmla="*/ 0 h 602"/>
              <a:gd name="T8" fmla="*/ 2147483646 w 601"/>
              <a:gd name="T9" fmla="*/ 2147483646 h 602"/>
              <a:gd name="T10" fmla="*/ 2147483646 w 601"/>
              <a:gd name="T11" fmla="*/ 2147483646 h 602"/>
              <a:gd name="T12" fmla="*/ 2147483646 w 601"/>
              <a:gd name="T13" fmla="*/ 2147483646 h 602"/>
              <a:gd name="T14" fmla="*/ 2147483646 w 601"/>
              <a:gd name="T15" fmla="*/ 2147483646 h 602"/>
              <a:gd name="T16" fmla="*/ 2147483646 w 601"/>
              <a:gd name="T17" fmla="*/ 2147483646 h 602"/>
              <a:gd name="T18" fmla="*/ 2147483646 w 601"/>
              <a:gd name="T19" fmla="*/ 2147483646 h 602"/>
              <a:gd name="T20" fmla="*/ 2147483646 w 601"/>
              <a:gd name="T21" fmla="*/ 2147483646 h 602"/>
              <a:gd name="T22" fmla="*/ 2147483646 w 601"/>
              <a:gd name="T23" fmla="*/ 2147483646 h 602"/>
              <a:gd name="T24" fmla="*/ 2147483646 w 601"/>
              <a:gd name="T25" fmla="*/ 2147483646 h 602"/>
              <a:gd name="T26" fmla="*/ 2147483646 w 601"/>
              <a:gd name="T27" fmla="*/ 2147483646 h 602"/>
              <a:gd name="T28" fmla="*/ 2147483646 w 601"/>
              <a:gd name="T29" fmla="*/ 2147483646 h 602"/>
              <a:gd name="T30" fmla="*/ 2147483646 w 601"/>
              <a:gd name="T31" fmla="*/ 2147483646 h 602"/>
              <a:gd name="T32" fmla="*/ 2147483646 w 601"/>
              <a:gd name="T33" fmla="*/ 2147483646 h 602"/>
              <a:gd name="T34" fmla="*/ 2147483646 w 601"/>
              <a:gd name="T35" fmla="*/ 2147483646 h 602"/>
              <a:gd name="T36" fmla="*/ 2147483646 w 601"/>
              <a:gd name="T37" fmla="*/ 2147483646 h 602"/>
              <a:gd name="T38" fmla="*/ 2147483646 w 601"/>
              <a:gd name="T39" fmla="*/ 2147483646 h 602"/>
              <a:gd name="T40" fmla="*/ 2147483646 w 601"/>
              <a:gd name="T41" fmla="*/ 2147483646 h 602"/>
              <a:gd name="T42" fmla="*/ 2147483646 w 601"/>
              <a:gd name="T43" fmla="*/ 2147483646 h 602"/>
              <a:gd name="T44" fmla="*/ 2147483646 w 601"/>
              <a:gd name="T45" fmla="*/ 2147483646 h 602"/>
              <a:gd name="T46" fmla="*/ 2147483646 w 601"/>
              <a:gd name="T47" fmla="*/ 2147483646 h 602"/>
              <a:gd name="T48" fmla="*/ 2147483646 w 601"/>
              <a:gd name="T49" fmla="*/ 2147483646 h 602"/>
              <a:gd name="T50" fmla="*/ 2147483646 w 601"/>
              <a:gd name="T51" fmla="*/ 2147483646 h 602"/>
              <a:gd name="T52" fmla="*/ 2147483646 w 601"/>
              <a:gd name="T53" fmla="*/ 2147483646 h 602"/>
              <a:gd name="T54" fmla="*/ 2147483646 w 601"/>
              <a:gd name="T55" fmla="*/ 2147483646 h 602"/>
              <a:gd name="T56" fmla="*/ 2147483646 w 601"/>
              <a:gd name="T57" fmla="*/ 2147483646 h 602"/>
              <a:gd name="T58" fmla="*/ 2147483646 w 601"/>
              <a:gd name="T59" fmla="*/ 2147483646 h 602"/>
              <a:gd name="T60" fmla="*/ 2147483646 w 601"/>
              <a:gd name="T61" fmla="*/ 2147483646 h 602"/>
              <a:gd name="T62" fmla="*/ 2147483646 w 601"/>
              <a:gd name="T63" fmla="*/ 2147483646 h 602"/>
              <a:gd name="T64" fmla="*/ 2147483646 w 601"/>
              <a:gd name="T65" fmla="*/ 2147483646 h 602"/>
              <a:gd name="T66" fmla="*/ 2147483646 w 601"/>
              <a:gd name="T67" fmla="*/ 2147483646 h 602"/>
              <a:gd name="T68" fmla="*/ 2147483646 w 601"/>
              <a:gd name="T69" fmla="*/ 2147483646 h 60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01" h="602">
                <a:moveTo>
                  <a:pt x="296" y="601"/>
                </a:moveTo>
                <a:lnTo>
                  <a:pt x="296" y="601"/>
                </a:lnTo>
                <a:cubicBezTo>
                  <a:pt x="134" y="601"/>
                  <a:pt x="0" y="467"/>
                  <a:pt x="0" y="304"/>
                </a:cubicBezTo>
                <a:cubicBezTo>
                  <a:pt x="0" y="135"/>
                  <a:pt x="134" y="0"/>
                  <a:pt x="296" y="0"/>
                </a:cubicBezTo>
                <a:cubicBezTo>
                  <a:pt x="466" y="0"/>
                  <a:pt x="600" y="135"/>
                  <a:pt x="600" y="304"/>
                </a:cubicBezTo>
                <a:cubicBezTo>
                  <a:pt x="600" y="467"/>
                  <a:pt x="466" y="601"/>
                  <a:pt x="296" y="601"/>
                </a:cubicBezTo>
                <a:close/>
                <a:moveTo>
                  <a:pt x="296" y="57"/>
                </a:moveTo>
                <a:lnTo>
                  <a:pt x="296" y="57"/>
                </a:lnTo>
                <a:cubicBezTo>
                  <a:pt x="162" y="57"/>
                  <a:pt x="56" y="170"/>
                  <a:pt x="56" y="304"/>
                </a:cubicBezTo>
                <a:cubicBezTo>
                  <a:pt x="56" y="439"/>
                  <a:pt x="162" y="545"/>
                  <a:pt x="296" y="545"/>
                </a:cubicBezTo>
                <a:cubicBezTo>
                  <a:pt x="431" y="545"/>
                  <a:pt x="544" y="439"/>
                  <a:pt x="544" y="304"/>
                </a:cubicBezTo>
                <a:cubicBezTo>
                  <a:pt x="544" y="170"/>
                  <a:pt x="431" y="57"/>
                  <a:pt x="296" y="57"/>
                </a:cubicBezTo>
                <a:close/>
                <a:moveTo>
                  <a:pt x="395" y="368"/>
                </a:moveTo>
                <a:lnTo>
                  <a:pt x="395" y="368"/>
                </a:lnTo>
                <a:cubicBezTo>
                  <a:pt x="395" y="382"/>
                  <a:pt x="381" y="396"/>
                  <a:pt x="367" y="396"/>
                </a:cubicBezTo>
                <a:cubicBezTo>
                  <a:pt x="360" y="396"/>
                  <a:pt x="353" y="396"/>
                  <a:pt x="346" y="389"/>
                </a:cubicBezTo>
                <a:cubicBezTo>
                  <a:pt x="261" y="326"/>
                  <a:pt x="261" y="326"/>
                  <a:pt x="261" y="326"/>
                </a:cubicBezTo>
                <a:cubicBezTo>
                  <a:pt x="261" y="368"/>
                  <a:pt x="261" y="368"/>
                  <a:pt x="261" y="368"/>
                </a:cubicBezTo>
                <a:cubicBezTo>
                  <a:pt x="261" y="382"/>
                  <a:pt x="247" y="396"/>
                  <a:pt x="233" y="396"/>
                </a:cubicBezTo>
                <a:cubicBezTo>
                  <a:pt x="219" y="396"/>
                  <a:pt x="204" y="382"/>
                  <a:pt x="204" y="368"/>
                </a:cubicBezTo>
                <a:cubicBezTo>
                  <a:pt x="204" y="234"/>
                  <a:pt x="204" y="234"/>
                  <a:pt x="204" y="234"/>
                </a:cubicBezTo>
                <a:cubicBezTo>
                  <a:pt x="204" y="220"/>
                  <a:pt x="219" y="205"/>
                  <a:pt x="233" y="205"/>
                </a:cubicBezTo>
                <a:cubicBezTo>
                  <a:pt x="247" y="205"/>
                  <a:pt x="261" y="220"/>
                  <a:pt x="261" y="234"/>
                </a:cubicBezTo>
                <a:cubicBezTo>
                  <a:pt x="261" y="276"/>
                  <a:pt x="261" y="276"/>
                  <a:pt x="261" y="276"/>
                </a:cubicBezTo>
                <a:cubicBezTo>
                  <a:pt x="346" y="213"/>
                  <a:pt x="346" y="213"/>
                  <a:pt x="346" y="213"/>
                </a:cubicBezTo>
                <a:cubicBezTo>
                  <a:pt x="353" y="213"/>
                  <a:pt x="360" y="205"/>
                  <a:pt x="367" y="205"/>
                </a:cubicBezTo>
                <a:cubicBezTo>
                  <a:pt x="381" y="205"/>
                  <a:pt x="395" y="220"/>
                  <a:pt x="395" y="234"/>
                </a:cubicBezTo>
                <a:cubicBezTo>
                  <a:pt x="395" y="368"/>
                  <a:pt x="395" y="368"/>
                  <a:pt x="395" y="36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8" name="Freeform 32">
            <a:extLst>
              <a:ext uri="{FF2B5EF4-FFF2-40B4-BE49-F238E27FC236}">
                <a16:creationId xmlns:a16="http://schemas.microsoft.com/office/drawing/2014/main" id="{88151D75-8580-59F1-FBC9-DE5CDFE7F418}"/>
              </a:ext>
            </a:extLst>
          </p:cNvPr>
          <p:cNvSpPr>
            <a:spLocks noChangeArrowheads="1"/>
          </p:cNvSpPr>
          <p:nvPr/>
        </p:nvSpPr>
        <p:spPr bwMode="auto">
          <a:xfrm>
            <a:off x="4456871" y="2891380"/>
            <a:ext cx="553668" cy="549655"/>
          </a:xfrm>
          <a:custGeom>
            <a:avLst/>
            <a:gdLst>
              <a:gd name="T0" fmla="*/ 2147483646 w 609"/>
              <a:gd name="T1" fmla="*/ 2147483646 h 602"/>
              <a:gd name="T2" fmla="*/ 2147483646 w 609"/>
              <a:gd name="T3" fmla="*/ 2147483646 h 602"/>
              <a:gd name="T4" fmla="*/ 0 w 609"/>
              <a:gd name="T5" fmla="*/ 2147483646 h 602"/>
              <a:gd name="T6" fmla="*/ 2147483646 w 609"/>
              <a:gd name="T7" fmla="*/ 0 h 602"/>
              <a:gd name="T8" fmla="*/ 2147483646 w 609"/>
              <a:gd name="T9" fmla="*/ 2147483646 h 602"/>
              <a:gd name="T10" fmla="*/ 2147483646 w 609"/>
              <a:gd name="T11" fmla="*/ 2147483646 h 602"/>
              <a:gd name="T12" fmla="*/ 2147483646 w 609"/>
              <a:gd name="T13" fmla="*/ 2147483646 h 602"/>
              <a:gd name="T14" fmla="*/ 2147483646 w 609"/>
              <a:gd name="T15" fmla="*/ 2147483646 h 602"/>
              <a:gd name="T16" fmla="*/ 2147483646 w 609"/>
              <a:gd name="T17" fmla="*/ 2147483646 h 602"/>
              <a:gd name="T18" fmla="*/ 2147483646 w 609"/>
              <a:gd name="T19" fmla="*/ 2147483646 h 602"/>
              <a:gd name="T20" fmla="*/ 2147483646 w 609"/>
              <a:gd name="T21" fmla="*/ 2147483646 h 602"/>
              <a:gd name="T22" fmla="*/ 2147483646 w 609"/>
              <a:gd name="T23" fmla="*/ 2147483646 h 602"/>
              <a:gd name="T24" fmla="*/ 2147483646 w 609"/>
              <a:gd name="T25" fmla="*/ 2147483646 h 602"/>
              <a:gd name="T26" fmla="*/ 2147483646 w 609"/>
              <a:gd name="T27" fmla="*/ 2147483646 h 602"/>
              <a:gd name="T28" fmla="*/ 2147483646 w 609"/>
              <a:gd name="T29" fmla="*/ 2147483646 h 602"/>
              <a:gd name="T30" fmla="*/ 2147483646 w 609"/>
              <a:gd name="T31" fmla="*/ 2147483646 h 602"/>
              <a:gd name="T32" fmla="*/ 2147483646 w 609"/>
              <a:gd name="T33" fmla="*/ 2147483646 h 602"/>
              <a:gd name="T34" fmla="*/ 2147483646 w 609"/>
              <a:gd name="T35" fmla="*/ 2147483646 h 602"/>
              <a:gd name="T36" fmla="*/ 2147483646 w 609"/>
              <a:gd name="T37" fmla="*/ 2147483646 h 602"/>
              <a:gd name="T38" fmla="*/ 2147483646 w 609"/>
              <a:gd name="T39" fmla="*/ 2147483646 h 602"/>
              <a:gd name="T40" fmla="*/ 2147483646 w 609"/>
              <a:gd name="T41" fmla="*/ 2147483646 h 602"/>
              <a:gd name="T42" fmla="*/ 2147483646 w 609"/>
              <a:gd name="T43" fmla="*/ 2147483646 h 602"/>
              <a:gd name="T44" fmla="*/ 2147483646 w 609"/>
              <a:gd name="T45" fmla="*/ 2147483646 h 602"/>
              <a:gd name="T46" fmla="*/ 2147483646 w 609"/>
              <a:gd name="T47" fmla="*/ 2147483646 h 602"/>
              <a:gd name="T48" fmla="*/ 2147483646 w 609"/>
              <a:gd name="T49" fmla="*/ 2147483646 h 602"/>
              <a:gd name="T50" fmla="*/ 2147483646 w 609"/>
              <a:gd name="T51" fmla="*/ 2147483646 h 602"/>
              <a:gd name="T52" fmla="*/ 2147483646 w 609"/>
              <a:gd name="T53" fmla="*/ 2147483646 h 602"/>
              <a:gd name="T54" fmla="*/ 2147483646 w 609"/>
              <a:gd name="T55" fmla="*/ 2147483646 h 602"/>
              <a:gd name="T56" fmla="*/ 2147483646 w 609"/>
              <a:gd name="T57" fmla="*/ 2147483646 h 602"/>
              <a:gd name="T58" fmla="*/ 2147483646 w 609"/>
              <a:gd name="T59" fmla="*/ 2147483646 h 602"/>
              <a:gd name="T60" fmla="*/ 2147483646 w 609"/>
              <a:gd name="T61" fmla="*/ 2147483646 h 602"/>
              <a:gd name="T62" fmla="*/ 2147483646 w 609"/>
              <a:gd name="T63" fmla="*/ 2147483646 h 602"/>
              <a:gd name="T64" fmla="*/ 2147483646 w 609"/>
              <a:gd name="T65" fmla="*/ 2147483646 h 602"/>
              <a:gd name="T66" fmla="*/ 2147483646 w 609"/>
              <a:gd name="T67" fmla="*/ 2147483646 h 602"/>
              <a:gd name="T68" fmla="*/ 2147483646 w 609"/>
              <a:gd name="T69" fmla="*/ 2147483646 h 602"/>
              <a:gd name="T70" fmla="*/ 2147483646 w 609"/>
              <a:gd name="T71" fmla="*/ 2147483646 h 602"/>
              <a:gd name="T72" fmla="*/ 2147483646 w 609"/>
              <a:gd name="T73" fmla="*/ 2147483646 h 60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09" h="602">
                <a:moveTo>
                  <a:pt x="304" y="601"/>
                </a:moveTo>
                <a:lnTo>
                  <a:pt x="304" y="601"/>
                </a:lnTo>
                <a:cubicBezTo>
                  <a:pt x="135" y="601"/>
                  <a:pt x="0" y="467"/>
                  <a:pt x="0" y="304"/>
                </a:cubicBezTo>
                <a:cubicBezTo>
                  <a:pt x="0" y="135"/>
                  <a:pt x="135" y="0"/>
                  <a:pt x="304" y="0"/>
                </a:cubicBezTo>
                <a:cubicBezTo>
                  <a:pt x="474" y="0"/>
                  <a:pt x="608" y="135"/>
                  <a:pt x="608" y="304"/>
                </a:cubicBezTo>
                <a:cubicBezTo>
                  <a:pt x="608" y="467"/>
                  <a:pt x="474" y="601"/>
                  <a:pt x="304" y="601"/>
                </a:cubicBezTo>
                <a:close/>
                <a:moveTo>
                  <a:pt x="304" y="57"/>
                </a:moveTo>
                <a:lnTo>
                  <a:pt x="304" y="57"/>
                </a:lnTo>
                <a:cubicBezTo>
                  <a:pt x="170" y="57"/>
                  <a:pt x="57" y="170"/>
                  <a:pt x="57" y="304"/>
                </a:cubicBezTo>
                <a:cubicBezTo>
                  <a:pt x="57" y="439"/>
                  <a:pt x="170" y="545"/>
                  <a:pt x="304" y="545"/>
                </a:cubicBezTo>
                <a:cubicBezTo>
                  <a:pt x="439" y="545"/>
                  <a:pt x="552" y="439"/>
                  <a:pt x="552" y="304"/>
                </a:cubicBezTo>
                <a:cubicBezTo>
                  <a:pt x="552" y="170"/>
                  <a:pt x="439" y="57"/>
                  <a:pt x="304" y="57"/>
                </a:cubicBezTo>
                <a:close/>
                <a:moveTo>
                  <a:pt x="432" y="326"/>
                </a:moveTo>
                <a:lnTo>
                  <a:pt x="432" y="326"/>
                </a:lnTo>
                <a:cubicBezTo>
                  <a:pt x="340" y="389"/>
                  <a:pt x="340" y="389"/>
                  <a:pt x="340" y="389"/>
                </a:cubicBezTo>
                <a:cubicBezTo>
                  <a:pt x="333" y="396"/>
                  <a:pt x="333" y="396"/>
                  <a:pt x="326" y="396"/>
                </a:cubicBezTo>
                <a:cubicBezTo>
                  <a:pt x="304" y="396"/>
                  <a:pt x="297" y="382"/>
                  <a:pt x="297" y="368"/>
                </a:cubicBezTo>
                <a:cubicBezTo>
                  <a:pt x="297" y="333"/>
                  <a:pt x="297" y="333"/>
                  <a:pt x="297" y="333"/>
                </a:cubicBezTo>
                <a:cubicBezTo>
                  <a:pt x="205" y="389"/>
                  <a:pt x="205" y="389"/>
                  <a:pt x="205" y="389"/>
                </a:cubicBezTo>
                <a:cubicBezTo>
                  <a:pt x="205" y="396"/>
                  <a:pt x="198" y="396"/>
                  <a:pt x="191" y="396"/>
                </a:cubicBezTo>
                <a:cubicBezTo>
                  <a:pt x="177" y="396"/>
                  <a:pt x="163" y="382"/>
                  <a:pt x="163" y="368"/>
                </a:cubicBezTo>
                <a:cubicBezTo>
                  <a:pt x="163" y="234"/>
                  <a:pt x="163" y="234"/>
                  <a:pt x="163" y="234"/>
                </a:cubicBezTo>
                <a:cubicBezTo>
                  <a:pt x="163" y="220"/>
                  <a:pt x="177" y="205"/>
                  <a:pt x="191" y="205"/>
                </a:cubicBezTo>
                <a:cubicBezTo>
                  <a:pt x="198" y="205"/>
                  <a:pt x="205" y="213"/>
                  <a:pt x="205" y="213"/>
                </a:cubicBezTo>
                <a:cubicBezTo>
                  <a:pt x="297" y="276"/>
                  <a:pt x="297" y="276"/>
                  <a:pt x="297" y="276"/>
                </a:cubicBezTo>
                <a:cubicBezTo>
                  <a:pt x="297" y="234"/>
                  <a:pt x="297" y="234"/>
                  <a:pt x="297" y="234"/>
                </a:cubicBezTo>
                <a:cubicBezTo>
                  <a:pt x="297" y="220"/>
                  <a:pt x="304" y="205"/>
                  <a:pt x="326" y="205"/>
                </a:cubicBezTo>
                <a:cubicBezTo>
                  <a:pt x="333" y="205"/>
                  <a:pt x="333" y="213"/>
                  <a:pt x="340" y="213"/>
                </a:cubicBezTo>
                <a:cubicBezTo>
                  <a:pt x="432" y="276"/>
                  <a:pt x="432" y="276"/>
                  <a:pt x="432" y="276"/>
                </a:cubicBezTo>
                <a:cubicBezTo>
                  <a:pt x="439" y="283"/>
                  <a:pt x="446" y="290"/>
                  <a:pt x="446" y="304"/>
                </a:cubicBezTo>
                <a:cubicBezTo>
                  <a:pt x="446" y="311"/>
                  <a:pt x="439" y="318"/>
                  <a:pt x="432" y="32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19" name="Freeform 33">
            <a:extLst>
              <a:ext uri="{FF2B5EF4-FFF2-40B4-BE49-F238E27FC236}">
                <a16:creationId xmlns:a16="http://schemas.microsoft.com/office/drawing/2014/main" id="{52A57B43-68FD-79CA-871A-D929EFDD39F5}"/>
              </a:ext>
            </a:extLst>
          </p:cNvPr>
          <p:cNvSpPr>
            <a:spLocks noChangeArrowheads="1"/>
          </p:cNvSpPr>
          <p:nvPr/>
        </p:nvSpPr>
        <p:spPr bwMode="auto">
          <a:xfrm>
            <a:off x="3497984" y="2891380"/>
            <a:ext cx="549655" cy="549655"/>
          </a:xfrm>
          <a:custGeom>
            <a:avLst/>
            <a:gdLst>
              <a:gd name="T0" fmla="*/ 2147483646 w 602"/>
              <a:gd name="T1" fmla="*/ 2147483646 h 602"/>
              <a:gd name="T2" fmla="*/ 2147483646 w 602"/>
              <a:gd name="T3" fmla="*/ 2147483646 h 602"/>
              <a:gd name="T4" fmla="*/ 2147483646 w 602"/>
              <a:gd name="T5" fmla="*/ 2147483646 h 602"/>
              <a:gd name="T6" fmla="*/ 2147483646 w 602"/>
              <a:gd name="T7" fmla="*/ 0 h 602"/>
              <a:gd name="T8" fmla="*/ 0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2147483646 w 602"/>
              <a:gd name="T61" fmla="*/ 2147483646 h 602"/>
              <a:gd name="T62" fmla="*/ 2147483646 w 602"/>
              <a:gd name="T63" fmla="*/ 2147483646 h 602"/>
              <a:gd name="T64" fmla="*/ 2147483646 w 602"/>
              <a:gd name="T65" fmla="*/ 2147483646 h 602"/>
              <a:gd name="T66" fmla="*/ 2147483646 w 602"/>
              <a:gd name="T67" fmla="*/ 2147483646 h 602"/>
              <a:gd name="T68" fmla="*/ 2147483646 w 602"/>
              <a:gd name="T69" fmla="*/ 2147483646 h 602"/>
              <a:gd name="T70" fmla="*/ 2147483646 w 602"/>
              <a:gd name="T71" fmla="*/ 2147483646 h 602"/>
              <a:gd name="T72" fmla="*/ 2147483646 w 602"/>
              <a:gd name="T73" fmla="*/ 2147483646 h 60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02" h="602">
                <a:moveTo>
                  <a:pt x="304" y="601"/>
                </a:moveTo>
                <a:lnTo>
                  <a:pt x="304" y="601"/>
                </a:lnTo>
                <a:cubicBezTo>
                  <a:pt x="467" y="601"/>
                  <a:pt x="601" y="467"/>
                  <a:pt x="601" y="304"/>
                </a:cubicBezTo>
                <a:cubicBezTo>
                  <a:pt x="601" y="135"/>
                  <a:pt x="467" y="0"/>
                  <a:pt x="304" y="0"/>
                </a:cubicBezTo>
                <a:cubicBezTo>
                  <a:pt x="135" y="0"/>
                  <a:pt x="0" y="135"/>
                  <a:pt x="0" y="304"/>
                </a:cubicBezTo>
                <a:cubicBezTo>
                  <a:pt x="0" y="467"/>
                  <a:pt x="135" y="601"/>
                  <a:pt x="304" y="601"/>
                </a:cubicBezTo>
                <a:close/>
                <a:moveTo>
                  <a:pt x="304" y="57"/>
                </a:moveTo>
                <a:lnTo>
                  <a:pt x="304" y="57"/>
                </a:lnTo>
                <a:cubicBezTo>
                  <a:pt x="439" y="57"/>
                  <a:pt x="544" y="170"/>
                  <a:pt x="544" y="304"/>
                </a:cubicBezTo>
                <a:cubicBezTo>
                  <a:pt x="544" y="439"/>
                  <a:pt x="439" y="545"/>
                  <a:pt x="304" y="545"/>
                </a:cubicBezTo>
                <a:cubicBezTo>
                  <a:pt x="170" y="545"/>
                  <a:pt x="57" y="439"/>
                  <a:pt x="57" y="304"/>
                </a:cubicBezTo>
                <a:cubicBezTo>
                  <a:pt x="57" y="170"/>
                  <a:pt x="170" y="57"/>
                  <a:pt x="304" y="57"/>
                </a:cubicBezTo>
                <a:close/>
                <a:moveTo>
                  <a:pt x="177" y="326"/>
                </a:moveTo>
                <a:lnTo>
                  <a:pt x="177" y="326"/>
                </a:lnTo>
                <a:cubicBezTo>
                  <a:pt x="269" y="389"/>
                  <a:pt x="269" y="389"/>
                  <a:pt x="269" y="389"/>
                </a:cubicBezTo>
                <a:cubicBezTo>
                  <a:pt x="269" y="396"/>
                  <a:pt x="276" y="396"/>
                  <a:pt x="283" y="396"/>
                </a:cubicBezTo>
                <a:cubicBezTo>
                  <a:pt x="297" y="396"/>
                  <a:pt x="311" y="382"/>
                  <a:pt x="311" y="368"/>
                </a:cubicBezTo>
                <a:cubicBezTo>
                  <a:pt x="311" y="333"/>
                  <a:pt x="311" y="333"/>
                  <a:pt x="311" y="333"/>
                </a:cubicBezTo>
                <a:cubicBezTo>
                  <a:pt x="396" y="389"/>
                  <a:pt x="396" y="389"/>
                  <a:pt x="396" y="389"/>
                </a:cubicBezTo>
                <a:cubicBezTo>
                  <a:pt x="403" y="396"/>
                  <a:pt x="410" y="396"/>
                  <a:pt x="417" y="396"/>
                </a:cubicBezTo>
                <a:cubicBezTo>
                  <a:pt x="431" y="396"/>
                  <a:pt x="446" y="382"/>
                  <a:pt x="446" y="368"/>
                </a:cubicBezTo>
                <a:cubicBezTo>
                  <a:pt x="446" y="234"/>
                  <a:pt x="446" y="234"/>
                  <a:pt x="446" y="234"/>
                </a:cubicBezTo>
                <a:cubicBezTo>
                  <a:pt x="446" y="220"/>
                  <a:pt x="431" y="205"/>
                  <a:pt x="417" y="205"/>
                </a:cubicBezTo>
                <a:cubicBezTo>
                  <a:pt x="410" y="205"/>
                  <a:pt x="403" y="213"/>
                  <a:pt x="396" y="213"/>
                </a:cubicBezTo>
                <a:cubicBezTo>
                  <a:pt x="311" y="276"/>
                  <a:pt x="311" y="276"/>
                  <a:pt x="311" y="276"/>
                </a:cubicBezTo>
                <a:cubicBezTo>
                  <a:pt x="311" y="234"/>
                  <a:pt x="311" y="234"/>
                  <a:pt x="311" y="234"/>
                </a:cubicBezTo>
                <a:cubicBezTo>
                  <a:pt x="311" y="220"/>
                  <a:pt x="297" y="205"/>
                  <a:pt x="283" y="205"/>
                </a:cubicBezTo>
                <a:cubicBezTo>
                  <a:pt x="276" y="205"/>
                  <a:pt x="269" y="213"/>
                  <a:pt x="269" y="213"/>
                </a:cubicBezTo>
                <a:cubicBezTo>
                  <a:pt x="177" y="276"/>
                  <a:pt x="177" y="276"/>
                  <a:pt x="177" y="276"/>
                </a:cubicBezTo>
                <a:cubicBezTo>
                  <a:pt x="163" y="283"/>
                  <a:pt x="163" y="290"/>
                  <a:pt x="163" y="304"/>
                </a:cubicBezTo>
                <a:cubicBezTo>
                  <a:pt x="163" y="311"/>
                  <a:pt x="163" y="318"/>
                  <a:pt x="177" y="32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0" name="Freeform 34">
            <a:extLst>
              <a:ext uri="{FF2B5EF4-FFF2-40B4-BE49-F238E27FC236}">
                <a16:creationId xmlns:a16="http://schemas.microsoft.com/office/drawing/2014/main" id="{A62053B7-7EC7-668B-CDF5-6FFA92529605}"/>
              </a:ext>
            </a:extLst>
          </p:cNvPr>
          <p:cNvSpPr>
            <a:spLocks noChangeArrowheads="1"/>
          </p:cNvSpPr>
          <p:nvPr/>
        </p:nvSpPr>
        <p:spPr bwMode="auto">
          <a:xfrm>
            <a:off x="2539093" y="2891380"/>
            <a:ext cx="549657" cy="549655"/>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2147483646 w 602"/>
              <a:gd name="T61" fmla="*/ 2147483646 h 602"/>
              <a:gd name="T62" fmla="*/ 2147483646 w 602"/>
              <a:gd name="T63" fmla="*/ 2147483646 h 602"/>
              <a:gd name="T64" fmla="*/ 2147483646 w 602"/>
              <a:gd name="T65" fmla="*/ 2147483646 h 602"/>
              <a:gd name="T66" fmla="*/ 2147483646 w 602"/>
              <a:gd name="T67" fmla="*/ 2147483646 h 602"/>
              <a:gd name="T68" fmla="*/ 2147483646 w 602"/>
              <a:gd name="T69" fmla="*/ 2147483646 h 602"/>
              <a:gd name="T70" fmla="*/ 2147483646 w 602"/>
              <a:gd name="T71" fmla="*/ 2147483646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2" h="602">
                <a:moveTo>
                  <a:pt x="297" y="601"/>
                </a:moveTo>
                <a:lnTo>
                  <a:pt x="297" y="601"/>
                </a:lnTo>
                <a:cubicBezTo>
                  <a:pt x="135" y="601"/>
                  <a:pt x="0" y="467"/>
                  <a:pt x="0" y="304"/>
                </a:cubicBezTo>
                <a:cubicBezTo>
                  <a:pt x="0" y="135"/>
                  <a:pt x="135" y="0"/>
                  <a:pt x="297" y="0"/>
                </a:cubicBezTo>
                <a:cubicBezTo>
                  <a:pt x="467" y="0"/>
                  <a:pt x="601" y="135"/>
                  <a:pt x="601" y="304"/>
                </a:cubicBezTo>
                <a:cubicBezTo>
                  <a:pt x="601" y="467"/>
                  <a:pt x="467" y="601"/>
                  <a:pt x="297" y="601"/>
                </a:cubicBezTo>
                <a:close/>
                <a:moveTo>
                  <a:pt x="297" y="57"/>
                </a:moveTo>
                <a:lnTo>
                  <a:pt x="297" y="57"/>
                </a:lnTo>
                <a:cubicBezTo>
                  <a:pt x="163" y="57"/>
                  <a:pt x="57" y="170"/>
                  <a:pt x="57" y="304"/>
                </a:cubicBezTo>
                <a:cubicBezTo>
                  <a:pt x="57" y="439"/>
                  <a:pt x="163" y="545"/>
                  <a:pt x="297" y="545"/>
                </a:cubicBezTo>
                <a:cubicBezTo>
                  <a:pt x="431" y="545"/>
                  <a:pt x="544" y="439"/>
                  <a:pt x="544" y="304"/>
                </a:cubicBezTo>
                <a:cubicBezTo>
                  <a:pt x="544" y="170"/>
                  <a:pt x="431" y="57"/>
                  <a:pt x="297" y="57"/>
                </a:cubicBezTo>
                <a:close/>
                <a:moveTo>
                  <a:pt x="382" y="375"/>
                </a:moveTo>
                <a:lnTo>
                  <a:pt x="382" y="375"/>
                </a:lnTo>
                <a:cubicBezTo>
                  <a:pt x="382" y="396"/>
                  <a:pt x="375" y="403"/>
                  <a:pt x="354" y="403"/>
                </a:cubicBezTo>
                <a:cubicBezTo>
                  <a:pt x="340" y="403"/>
                  <a:pt x="325" y="396"/>
                  <a:pt x="325" y="375"/>
                </a:cubicBezTo>
                <a:cubicBezTo>
                  <a:pt x="325" y="227"/>
                  <a:pt x="325" y="227"/>
                  <a:pt x="325" y="227"/>
                </a:cubicBezTo>
                <a:cubicBezTo>
                  <a:pt x="325" y="213"/>
                  <a:pt x="340" y="198"/>
                  <a:pt x="354" y="198"/>
                </a:cubicBezTo>
                <a:cubicBezTo>
                  <a:pt x="375" y="198"/>
                  <a:pt x="382" y="213"/>
                  <a:pt x="382" y="227"/>
                </a:cubicBezTo>
                <a:cubicBezTo>
                  <a:pt x="382" y="375"/>
                  <a:pt x="382" y="375"/>
                  <a:pt x="382" y="375"/>
                </a:cubicBezTo>
                <a:close/>
                <a:moveTo>
                  <a:pt x="269" y="375"/>
                </a:moveTo>
                <a:lnTo>
                  <a:pt x="269" y="375"/>
                </a:lnTo>
                <a:cubicBezTo>
                  <a:pt x="269" y="396"/>
                  <a:pt x="262" y="403"/>
                  <a:pt x="240" y="403"/>
                </a:cubicBezTo>
                <a:cubicBezTo>
                  <a:pt x="226" y="403"/>
                  <a:pt x="212" y="396"/>
                  <a:pt x="212" y="375"/>
                </a:cubicBezTo>
                <a:cubicBezTo>
                  <a:pt x="212" y="227"/>
                  <a:pt x="212" y="227"/>
                  <a:pt x="212" y="227"/>
                </a:cubicBezTo>
                <a:cubicBezTo>
                  <a:pt x="212" y="213"/>
                  <a:pt x="226" y="198"/>
                  <a:pt x="240" y="198"/>
                </a:cubicBezTo>
                <a:cubicBezTo>
                  <a:pt x="262" y="198"/>
                  <a:pt x="269" y="213"/>
                  <a:pt x="269" y="227"/>
                </a:cubicBezTo>
                <a:cubicBezTo>
                  <a:pt x="269" y="375"/>
                  <a:pt x="269" y="375"/>
                  <a:pt x="269" y="375"/>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1" name="Freeform 35">
            <a:extLst>
              <a:ext uri="{FF2B5EF4-FFF2-40B4-BE49-F238E27FC236}">
                <a16:creationId xmlns:a16="http://schemas.microsoft.com/office/drawing/2014/main" id="{8504D30E-07D1-D519-9175-1DF3577CC680}"/>
              </a:ext>
            </a:extLst>
          </p:cNvPr>
          <p:cNvSpPr>
            <a:spLocks noChangeArrowheads="1"/>
          </p:cNvSpPr>
          <p:nvPr/>
        </p:nvSpPr>
        <p:spPr bwMode="auto">
          <a:xfrm>
            <a:off x="1576192" y="2891380"/>
            <a:ext cx="553668" cy="549655"/>
          </a:xfrm>
          <a:custGeom>
            <a:avLst/>
            <a:gdLst>
              <a:gd name="T0" fmla="*/ 2147483646 w 609"/>
              <a:gd name="T1" fmla="*/ 2147483646 h 602"/>
              <a:gd name="T2" fmla="*/ 2147483646 w 609"/>
              <a:gd name="T3" fmla="*/ 2147483646 h 602"/>
              <a:gd name="T4" fmla="*/ 0 w 609"/>
              <a:gd name="T5" fmla="*/ 2147483646 h 602"/>
              <a:gd name="T6" fmla="*/ 2147483646 w 609"/>
              <a:gd name="T7" fmla="*/ 0 h 602"/>
              <a:gd name="T8" fmla="*/ 2147483646 w 609"/>
              <a:gd name="T9" fmla="*/ 2147483646 h 602"/>
              <a:gd name="T10" fmla="*/ 2147483646 w 609"/>
              <a:gd name="T11" fmla="*/ 2147483646 h 602"/>
              <a:gd name="T12" fmla="*/ 2147483646 w 609"/>
              <a:gd name="T13" fmla="*/ 2147483646 h 602"/>
              <a:gd name="T14" fmla="*/ 2147483646 w 609"/>
              <a:gd name="T15" fmla="*/ 2147483646 h 602"/>
              <a:gd name="T16" fmla="*/ 2147483646 w 609"/>
              <a:gd name="T17" fmla="*/ 2147483646 h 602"/>
              <a:gd name="T18" fmla="*/ 2147483646 w 609"/>
              <a:gd name="T19" fmla="*/ 2147483646 h 602"/>
              <a:gd name="T20" fmla="*/ 2147483646 w 609"/>
              <a:gd name="T21" fmla="*/ 2147483646 h 602"/>
              <a:gd name="T22" fmla="*/ 2147483646 w 609"/>
              <a:gd name="T23" fmla="*/ 2147483646 h 602"/>
              <a:gd name="T24" fmla="*/ 2147483646 w 609"/>
              <a:gd name="T25" fmla="*/ 2147483646 h 602"/>
              <a:gd name="T26" fmla="*/ 2147483646 w 609"/>
              <a:gd name="T27" fmla="*/ 2147483646 h 602"/>
              <a:gd name="T28" fmla="*/ 2147483646 w 609"/>
              <a:gd name="T29" fmla="*/ 2147483646 h 602"/>
              <a:gd name="T30" fmla="*/ 2147483646 w 609"/>
              <a:gd name="T31" fmla="*/ 2147483646 h 602"/>
              <a:gd name="T32" fmla="*/ 2147483646 w 609"/>
              <a:gd name="T33" fmla="*/ 2147483646 h 602"/>
              <a:gd name="T34" fmla="*/ 2147483646 w 609"/>
              <a:gd name="T35" fmla="*/ 2147483646 h 602"/>
              <a:gd name="T36" fmla="*/ 2147483646 w 609"/>
              <a:gd name="T37" fmla="*/ 2147483646 h 602"/>
              <a:gd name="T38" fmla="*/ 2147483646 w 609"/>
              <a:gd name="T39" fmla="*/ 2147483646 h 602"/>
              <a:gd name="T40" fmla="*/ 2147483646 w 609"/>
              <a:gd name="T41" fmla="*/ 2147483646 h 602"/>
              <a:gd name="T42" fmla="*/ 2147483646 w 609"/>
              <a:gd name="T43" fmla="*/ 2147483646 h 60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609" h="602">
                <a:moveTo>
                  <a:pt x="304" y="601"/>
                </a:moveTo>
                <a:lnTo>
                  <a:pt x="304" y="601"/>
                </a:lnTo>
                <a:cubicBezTo>
                  <a:pt x="134" y="601"/>
                  <a:pt x="0" y="467"/>
                  <a:pt x="0" y="304"/>
                </a:cubicBezTo>
                <a:cubicBezTo>
                  <a:pt x="0" y="135"/>
                  <a:pt x="134" y="0"/>
                  <a:pt x="304" y="0"/>
                </a:cubicBezTo>
                <a:cubicBezTo>
                  <a:pt x="474" y="0"/>
                  <a:pt x="608" y="135"/>
                  <a:pt x="608" y="304"/>
                </a:cubicBezTo>
                <a:cubicBezTo>
                  <a:pt x="608" y="467"/>
                  <a:pt x="474" y="601"/>
                  <a:pt x="304" y="601"/>
                </a:cubicBezTo>
                <a:close/>
                <a:moveTo>
                  <a:pt x="304" y="57"/>
                </a:moveTo>
                <a:lnTo>
                  <a:pt x="304" y="57"/>
                </a:lnTo>
                <a:cubicBezTo>
                  <a:pt x="170" y="57"/>
                  <a:pt x="57" y="170"/>
                  <a:pt x="57" y="304"/>
                </a:cubicBezTo>
                <a:cubicBezTo>
                  <a:pt x="57" y="439"/>
                  <a:pt x="170" y="545"/>
                  <a:pt x="304" y="545"/>
                </a:cubicBezTo>
                <a:cubicBezTo>
                  <a:pt x="438" y="545"/>
                  <a:pt x="551" y="439"/>
                  <a:pt x="551" y="304"/>
                </a:cubicBezTo>
                <a:cubicBezTo>
                  <a:pt x="551" y="170"/>
                  <a:pt x="438" y="57"/>
                  <a:pt x="304" y="57"/>
                </a:cubicBezTo>
                <a:close/>
                <a:moveTo>
                  <a:pt x="382" y="403"/>
                </a:moveTo>
                <a:lnTo>
                  <a:pt x="382" y="403"/>
                </a:lnTo>
                <a:cubicBezTo>
                  <a:pt x="226" y="403"/>
                  <a:pt x="226" y="403"/>
                  <a:pt x="226" y="403"/>
                </a:cubicBezTo>
                <a:cubicBezTo>
                  <a:pt x="212" y="403"/>
                  <a:pt x="198" y="396"/>
                  <a:pt x="198" y="375"/>
                </a:cubicBezTo>
                <a:cubicBezTo>
                  <a:pt x="198" y="227"/>
                  <a:pt x="198" y="227"/>
                  <a:pt x="198" y="227"/>
                </a:cubicBezTo>
                <a:cubicBezTo>
                  <a:pt x="198" y="213"/>
                  <a:pt x="212" y="198"/>
                  <a:pt x="226" y="198"/>
                </a:cubicBezTo>
                <a:cubicBezTo>
                  <a:pt x="382" y="198"/>
                  <a:pt x="382" y="198"/>
                  <a:pt x="382" y="198"/>
                </a:cubicBezTo>
                <a:cubicBezTo>
                  <a:pt x="396" y="198"/>
                  <a:pt x="410" y="213"/>
                  <a:pt x="410" y="227"/>
                </a:cubicBezTo>
                <a:cubicBezTo>
                  <a:pt x="410" y="375"/>
                  <a:pt x="410" y="375"/>
                  <a:pt x="410" y="375"/>
                </a:cubicBezTo>
                <a:cubicBezTo>
                  <a:pt x="410" y="396"/>
                  <a:pt x="396" y="403"/>
                  <a:pt x="382" y="40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2" name="Freeform 36">
            <a:extLst>
              <a:ext uri="{FF2B5EF4-FFF2-40B4-BE49-F238E27FC236}">
                <a16:creationId xmlns:a16="http://schemas.microsoft.com/office/drawing/2014/main" id="{342633C3-4D70-F4E3-C742-39C5A7DA146D}"/>
              </a:ext>
            </a:extLst>
          </p:cNvPr>
          <p:cNvSpPr>
            <a:spLocks noChangeArrowheads="1"/>
          </p:cNvSpPr>
          <p:nvPr/>
        </p:nvSpPr>
        <p:spPr bwMode="auto">
          <a:xfrm>
            <a:off x="617304" y="2891380"/>
            <a:ext cx="549655" cy="549655"/>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2147483646 w 602"/>
              <a:gd name="T25" fmla="*/ 2147483646 h 602"/>
              <a:gd name="T26" fmla="*/ 2147483646 w 602"/>
              <a:gd name="T27" fmla="*/ 2147483646 h 602"/>
              <a:gd name="T28" fmla="*/ 2147483646 w 602"/>
              <a:gd name="T29" fmla="*/ 2147483646 h 602"/>
              <a:gd name="T30" fmla="*/ 2147483646 w 602"/>
              <a:gd name="T31" fmla="*/ 2147483646 h 602"/>
              <a:gd name="T32" fmla="*/ 2147483646 w 602"/>
              <a:gd name="T33" fmla="*/ 2147483646 h 602"/>
              <a:gd name="T34" fmla="*/ 2147483646 w 602"/>
              <a:gd name="T35" fmla="*/ 2147483646 h 602"/>
              <a:gd name="T36" fmla="*/ 2147483646 w 602"/>
              <a:gd name="T37" fmla="*/ 2147483646 h 602"/>
              <a:gd name="T38" fmla="*/ 2147483646 w 602"/>
              <a:gd name="T39" fmla="*/ 2147483646 h 602"/>
              <a:gd name="T40" fmla="*/ 2147483646 w 602"/>
              <a:gd name="T41" fmla="*/ 2147483646 h 602"/>
              <a:gd name="T42" fmla="*/ 2147483646 w 602"/>
              <a:gd name="T43" fmla="*/ 2147483646 h 602"/>
              <a:gd name="T44" fmla="*/ 2147483646 w 602"/>
              <a:gd name="T45" fmla="*/ 2147483646 h 602"/>
              <a:gd name="T46" fmla="*/ 2147483646 w 602"/>
              <a:gd name="T47" fmla="*/ 2147483646 h 602"/>
              <a:gd name="T48" fmla="*/ 2147483646 w 602"/>
              <a:gd name="T49" fmla="*/ 2147483646 h 602"/>
              <a:gd name="T50" fmla="*/ 2147483646 w 602"/>
              <a:gd name="T51" fmla="*/ 2147483646 h 602"/>
              <a:gd name="T52" fmla="*/ 2147483646 w 602"/>
              <a:gd name="T53" fmla="*/ 2147483646 h 602"/>
              <a:gd name="T54" fmla="*/ 2147483646 w 602"/>
              <a:gd name="T55" fmla="*/ 2147483646 h 602"/>
              <a:gd name="T56" fmla="*/ 2147483646 w 602"/>
              <a:gd name="T57" fmla="*/ 2147483646 h 602"/>
              <a:gd name="T58" fmla="*/ 2147483646 w 602"/>
              <a:gd name="T59" fmla="*/ 2147483646 h 602"/>
              <a:gd name="T60" fmla="*/ 2147483646 w 602"/>
              <a:gd name="T61" fmla="*/ 2147483646 h 602"/>
              <a:gd name="T62" fmla="*/ 2147483646 w 602"/>
              <a:gd name="T63" fmla="*/ 2147483646 h 602"/>
              <a:gd name="T64" fmla="*/ 2147483646 w 602"/>
              <a:gd name="T65" fmla="*/ 2147483646 h 602"/>
              <a:gd name="T66" fmla="*/ 2147483646 w 602"/>
              <a:gd name="T67" fmla="*/ 2147483646 h 602"/>
              <a:gd name="T68" fmla="*/ 2147483646 w 602"/>
              <a:gd name="T69" fmla="*/ 2147483646 h 602"/>
              <a:gd name="T70" fmla="*/ 2147483646 w 602"/>
              <a:gd name="T71" fmla="*/ 2147483646 h 602"/>
              <a:gd name="T72" fmla="*/ 2147483646 w 602"/>
              <a:gd name="T73" fmla="*/ 2147483646 h 60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02" h="602">
                <a:moveTo>
                  <a:pt x="304" y="601"/>
                </a:moveTo>
                <a:lnTo>
                  <a:pt x="304" y="601"/>
                </a:lnTo>
                <a:cubicBezTo>
                  <a:pt x="134" y="601"/>
                  <a:pt x="0" y="467"/>
                  <a:pt x="0" y="304"/>
                </a:cubicBezTo>
                <a:cubicBezTo>
                  <a:pt x="0" y="135"/>
                  <a:pt x="134" y="0"/>
                  <a:pt x="304" y="0"/>
                </a:cubicBezTo>
                <a:cubicBezTo>
                  <a:pt x="467" y="0"/>
                  <a:pt x="601" y="135"/>
                  <a:pt x="601" y="304"/>
                </a:cubicBezTo>
                <a:cubicBezTo>
                  <a:pt x="601" y="467"/>
                  <a:pt x="467" y="601"/>
                  <a:pt x="304" y="601"/>
                </a:cubicBezTo>
                <a:close/>
                <a:moveTo>
                  <a:pt x="304" y="57"/>
                </a:moveTo>
                <a:lnTo>
                  <a:pt x="304" y="57"/>
                </a:lnTo>
                <a:cubicBezTo>
                  <a:pt x="170" y="57"/>
                  <a:pt x="57" y="170"/>
                  <a:pt x="57" y="304"/>
                </a:cubicBezTo>
                <a:cubicBezTo>
                  <a:pt x="57" y="439"/>
                  <a:pt x="170" y="545"/>
                  <a:pt x="304" y="545"/>
                </a:cubicBezTo>
                <a:cubicBezTo>
                  <a:pt x="438" y="545"/>
                  <a:pt x="544" y="439"/>
                  <a:pt x="544" y="304"/>
                </a:cubicBezTo>
                <a:cubicBezTo>
                  <a:pt x="544" y="170"/>
                  <a:pt x="438" y="57"/>
                  <a:pt x="304" y="57"/>
                </a:cubicBezTo>
                <a:close/>
                <a:moveTo>
                  <a:pt x="389" y="326"/>
                </a:moveTo>
                <a:lnTo>
                  <a:pt x="389" y="326"/>
                </a:lnTo>
                <a:cubicBezTo>
                  <a:pt x="240" y="417"/>
                  <a:pt x="240" y="417"/>
                  <a:pt x="240" y="417"/>
                </a:cubicBezTo>
                <a:lnTo>
                  <a:pt x="240" y="424"/>
                </a:lnTo>
                <a:cubicBezTo>
                  <a:pt x="233" y="424"/>
                  <a:pt x="233" y="424"/>
                  <a:pt x="233" y="424"/>
                </a:cubicBezTo>
                <a:cubicBezTo>
                  <a:pt x="226" y="424"/>
                  <a:pt x="226" y="424"/>
                  <a:pt x="226" y="424"/>
                </a:cubicBezTo>
                <a:cubicBezTo>
                  <a:pt x="212" y="424"/>
                  <a:pt x="198" y="410"/>
                  <a:pt x="198" y="396"/>
                </a:cubicBezTo>
                <a:cubicBezTo>
                  <a:pt x="198" y="205"/>
                  <a:pt x="198" y="205"/>
                  <a:pt x="198" y="205"/>
                </a:cubicBezTo>
                <a:cubicBezTo>
                  <a:pt x="198" y="191"/>
                  <a:pt x="212" y="177"/>
                  <a:pt x="226" y="177"/>
                </a:cubicBezTo>
                <a:cubicBezTo>
                  <a:pt x="233" y="177"/>
                  <a:pt x="240" y="184"/>
                  <a:pt x="240" y="184"/>
                </a:cubicBezTo>
                <a:cubicBezTo>
                  <a:pt x="389" y="276"/>
                  <a:pt x="389" y="276"/>
                  <a:pt x="389" y="276"/>
                </a:cubicBezTo>
                <a:cubicBezTo>
                  <a:pt x="403" y="283"/>
                  <a:pt x="403" y="290"/>
                  <a:pt x="403" y="304"/>
                </a:cubicBezTo>
                <a:cubicBezTo>
                  <a:pt x="403" y="311"/>
                  <a:pt x="403" y="318"/>
                  <a:pt x="389" y="326"/>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3" name="Freeform 37">
            <a:extLst>
              <a:ext uri="{FF2B5EF4-FFF2-40B4-BE49-F238E27FC236}">
                <a16:creationId xmlns:a16="http://schemas.microsoft.com/office/drawing/2014/main" id="{DE55DEE0-7CD1-1AB1-A61C-7B8E70305C83}"/>
              </a:ext>
            </a:extLst>
          </p:cNvPr>
          <p:cNvSpPr>
            <a:spLocks noChangeArrowheads="1"/>
          </p:cNvSpPr>
          <p:nvPr/>
        </p:nvSpPr>
        <p:spPr bwMode="auto">
          <a:xfrm>
            <a:off x="11181132" y="1936502"/>
            <a:ext cx="549657" cy="549655"/>
          </a:xfrm>
          <a:custGeom>
            <a:avLst/>
            <a:gdLst>
              <a:gd name="T0" fmla="*/ 2147483646 w 602"/>
              <a:gd name="T1" fmla="*/ 2147483646 h 602"/>
              <a:gd name="T2" fmla="*/ 2147483646 w 602"/>
              <a:gd name="T3" fmla="*/ 2147483646 h 602"/>
              <a:gd name="T4" fmla="*/ 0 w 602"/>
              <a:gd name="T5" fmla="*/ 2147483646 h 602"/>
              <a:gd name="T6" fmla="*/ 2147483646 w 602"/>
              <a:gd name="T7" fmla="*/ 0 h 602"/>
              <a:gd name="T8" fmla="*/ 2147483646 w 602"/>
              <a:gd name="T9" fmla="*/ 2147483646 h 602"/>
              <a:gd name="T10" fmla="*/ 2147483646 w 602"/>
              <a:gd name="T11" fmla="*/ 2147483646 h 602"/>
              <a:gd name="T12" fmla="*/ 2147483646 w 602"/>
              <a:gd name="T13" fmla="*/ 2147483646 h 602"/>
              <a:gd name="T14" fmla="*/ 2147483646 w 602"/>
              <a:gd name="T15" fmla="*/ 2147483646 h 602"/>
              <a:gd name="T16" fmla="*/ 2147483646 w 602"/>
              <a:gd name="T17" fmla="*/ 2147483646 h 602"/>
              <a:gd name="T18" fmla="*/ 2147483646 w 602"/>
              <a:gd name="T19" fmla="*/ 2147483646 h 602"/>
              <a:gd name="T20" fmla="*/ 2147483646 w 602"/>
              <a:gd name="T21" fmla="*/ 2147483646 h 602"/>
              <a:gd name="T22" fmla="*/ 2147483646 w 602"/>
              <a:gd name="T23" fmla="*/ 2147483646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297" y="601"/>
                </a:moveTo>
                <a:lnTo>
                  <a:pt x="297" y="601"/>
                </a:lnTo>
                <a:cubicBezTo>
                  <a:pt x="134" y="601"/>
                  <a:pt x="0" y="467"/>
                  <a:pt x="0" y="297"/>
                </a:cubicBezTo>
                <a:cubicBezTo>
                  <a:pt x="0" y="135"/>
                  <a:pt x="134" y="0"/>
                  <a:pt x="297" y="0"/>
                </a:cubicBezTo>
                <a:cubicBezTo>
                  <a:pt x="466" y="0"/>
                  <a:pt x="601" y="135"/>
                  <a:pt x="601" y="297"/>
                </a:cubicBezTo>
                <a:cubicBezTo>
                  <a:pt x="601" y="467"/>
                  <a:pt x="466" y="601"/>
                  <a:pt x="297" y="601"/>
                </a:cubicBezTo>
                <a:close/>
                <a:moveTo>
                  <a:pt x="297" y="57"/>
                </a:moveTo>
                <a:lnTo>
                  <a:pt x="297" y="57"/>
                </a:lnTo>
                <a:cubicBezTo>
                  <a:pt x="163" y="57"/>
                  <a:pt x="57" y="163"/>
                  <a:pt x="57" y="297"/>
                </a:cubicBezTo>
                <a:cubicBezTo>
                  <a:pt x="57" y="431"/>
                  <a:pt x="163" y="544"/>
                  <a:pt x="297" y="544"/>
                </a:cubicBezTo>
                <a:cubicBezTo>
                  <a:pt x="431" y="544"/>
                  <a:pt x="544" y="431"/>
                  <a:pt x="544" y="297"/>
                </a:cubicBezTo>
                <a:cubicBezTo>
                  <a:pt x="544" y="163"/>
                  <a:pt x="431" y="57"/>
                  <a:pt x="297" y="5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4" name="Freeform 38">
            <a:extLst>
              <a:ext uri="{FF2B5EF4-FFF2-40B4-BE49-F238E27FC236}">
                <a16:creationId xmlns:a16="http://schemas.microsoft.com/office/drawing/2014/main" id="{60A20671-72A3-C257-F0C5-A0122F68482C}"/>
              </a:ext>
            </a:extLst>
          </p:cNvPr>
          <p:cNvSpPr>
            <a:spLocks noChangeArrowheads="1"/>
          </p:cNvSpPr>
          <p:nvPr/>
        </p:nvSpPr>
        <p:spPr bwMode="auto">
          <a:xfrm>
            <a:off x="10214220" y="1936502"/>
            <a:ext cx="553668" cy="549655"/>
          </a:xfrm>
          <a:custGeom>
            <a:avLst/>
            <a:gdLst>
              <a:gd name="T0" fmla="*/ 2147483646 w 609"/>
              <a:gd name="T1" fmla="*/ 2147483646 h 602"/>
              <a:gd name="T2" fmla="*/ 2147483646 w 609"/>
              <a:gd name="T3" fmla="*/ 2147483646 h 602"/>
              <a:gd name="T4" fmla="*/ 2147483646 w 609"/>
              <a:gd name="T5" fmla="*/ 2147483646 h 602"/>
              <a:gd name="T6" fmla="*/ 0 w 609"/>
              <a:gd name="T7" fmla="*/ 2147483646 h 602"/>
              <a:gd name="T8" fmla="*/ 0 w 609"/>
              <a:gd name="T9" fmla="*/ 2147483646 h 602"/>
              <a:gd name="T10" fmla="*/ 2147483646 w 609"/>
              <a:gd name="T11" fmla="*/ 0 h 602"/>
              <a:gd name="T12" fmla="*/ 2147483646 w 609"/>
              <a:gd name="T13" fmla="*/ 0 h 602"/>
              <a:gd name="T14" fmla="*/ 2147483646 w 609"/>
              <a:gd name="T15" fmla="*/ 2147483646 h 602"/>
              <a:gd name="T16" fmla="*/ 2147483646 w 609"/>
              <a:gd name="T17" fmla="*/ 2147483646 h 602"/>
              <a:gd name="T18" fmla="*/ 2147483646 w 609"/>
              <a:gd name="T19" fmla="*/ 2147483646 h 602"/>
              <a:gd name="T20" fmla="*/ 2147483646 w 609"/>
              <a:gd name="T21" fmla="*/ 2147483646 h 602"/>
              <a:gd name="T22" fmla="*/ 2147483646 w 609"/>
              <a:gd name="T23" fmla="*/ 2147483646 h 602"/>
              <a:gd name="T24" fmla="*/ 2147483646 w 609"/>
              <a:gd name="T25" fmla="*/ 2147483646 h 602"/>
              <a:gd name="T26" fmla="*/ 2147483646 w 609"/>
              <a:gd name="T27" fmla="*/ 2147483646 h 602"/>
              <a:gd name="T28" fmla="*/ 2147483646 w 609"/>
              <a:gd name="T29" fmla="*/ 2147483646 h 602"/>
              <a:gd name="T30" fmla="*/ 2147483646 w 609"/>
              <a:gd name="T31" fmla="*/ 2147483646 h 6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609" h="602">
                <a:moveTo>
                  <a:pt x="579" y="601"/>
                </a:moveTo>
                <a:lnTo>
                  <a:pt x="579" y="601"/>
                </a:lnTo>
                <a:cubicBezTo>
                  <a:pt x="28" y="601"/>
                  <a:pt x="28" y="601"/>
                  <a:pt x="28" y="601"/>
                </a:cubicBezTo>
                <a:cubicBezTo>
                  <a:pt x="14" y="601"/>
                  <a:pt x="0" y="587"/>
                  <a:pt x="0" y="573"/>
                </a:cubicBezTo>
                <a:cubicBezTo>
                  <a:pt x="0" y="29"/>
                  <a:pt x="0" y="29"/>
                  <a:pt x="0" y="29"/>
                </a:cubicBezTo>
                <a:cubicBezTo>
                  <a:pt x="0" y="7"/>
                  <a:pt x="14" y="0"/>
                  <a:pt x="28" y="0"/>
                </a:cubicBezTo>
                <a:cubicBezTo>
                  <a:pt x="579" y="0"/>
                  <a:pt x="579" y="0"/>
                  <a:pt x="579" y="0"/>
                </a:cubicBezTo>
                <a:cubicBezTo>
                  <a:pt x="594" y="0"/>
                  <a:pt x="608" y="7"/>
                  <a:pt x="608" y="29"/>
                </a:cubicBezTo>
                <a:cubicBezTo>
                  <a:pt x="608" y="573"/>
                  <a:pt x="608" y="573"/>
                  <a:pt x="608" y="573"/>
                </a:cubicBezTo>
                <a:cubicBezTo>
                  <a:pt x="608" y="587"/>
                  <a:pt x="594" y="601"/>
                  <a:pt x="579" y="601"/>
                </a:cubicBezTo>
                <a:close/>
                <a:moveTo>
                  <a:pt x="551" y="57"/>
                </a:moveTo>
                <a:lnTo>
                  <a:pt x="551" y="57"/>
                </a:lnTo>
                <a:cubicBezTo>
                  <a:pt x="56" y="57"/>
                  <a:pt x="56" y="57"/>
                  <a:pt x="56" y="57"/>
                </a:cubicBezTo>
                <a:cubicBezTo>
                  <a:pt x="56" y="544"/>
                  <a:pt x="56" y="544"/>
                  <a:pt x="56" y="544"/>
                </a:cubicBezTo>
                <a:cubicBezTo>
                  <a:pt x="551" y="544"/>
                  <a:pt x="551" y="544"/>
                  <a:pt x="551" y="544"/>
                </a:cubicBezTo>
                <a:lnTo>
                  <a:pt x="551" y="5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5" name="Freeform 39">
            <a:extLst>
              <a:ext uri="{FF2B5EF4-FFF2-40B4-BE49-F238E27FC236}">
                <a16:creationId xmlns:a16="http://schemas.microsoft.com/office/drawing/2014/main" id="{42D95944-836A-B281-A7F9-8E9305BDDE21}"/>
              </a:ext>
            </a:extLst>
          </p:cNvPr>
          <p:cNvSpPr>
            <a:spLocks noChangeArrowheads="1"/>
          </p:cNvSpPr>
          <p:nvPr/>
        </p:nvSpPr>
        <p:spPr bwMode="auto">
          <a:xfrm>
            <a:off x="9263353" y="1948537"/>
            <a:ext cx="533609" cy="517561"/>
          </a:xfrm>
          <a:custGeom>
            <a:avLst/>
            <a:gdLst>
              <a:gd name="T0" fmla="*/ 2147483646 w 588"/>
              <a:gd name="T1" fmla="*/ 2147483646 h 567"/>
              <a:gd name="T2" fmla="*/ 2147483646 w 588"/>
              <a:gd name="T3" fmla="*/ 2147483646 h 567"/>
              <a:gd name="T4" fmla="*/ 2147483646 w 588"/>
              <a:gd name="T5" fmla="*/ 2147483646 h 567"/>
              <a:gd name="T6" fmla="*/ 2147483646 w 588"/>
              <a:gd name="T7" fmla="*/ 2147483646 h 567"/>
              <a:gd name="T8" fmla="*/ 2147483646 w 588"/>
              <a:gd name="T9" fmla="*/ 2147483646 h 567"/>
              <a:gd name="T10" fmla="*/ 2147483646 w 588"/>
              <a:gd name="T11" fmla="*/ 2147483646 h 567"/>
              <a:gd name="T12" fmla="*/ 2147483646 w 588"/>
              <a:gd name="T13" fmla="*/ 2147483646 h 567"/>
              <a:gd name="T14" fmla="*/ 2147483646 w 588"/>
              <a:gd name="T15" fmla="*/ 2147483646 h 567"/>
              <a:gd name="T16" fmla="*/ 2147483646 w 588"/>
              <a:gd name="T17" fmla="*/ 2147483646 h 567"/>
              <a:gd name="T18" fmla="*/ 2147483646 w 588"/>
              <a:gd name="T19" fmla="*/ 2147483646 h 567"/>
              <a:gd name="T20" fmla="*/ 2147483646 w 588"/>
              <a:gd name="T21" fmla="*/ 2147483646 h 567"/>
              <a:gd name="T22" fmla="*/ 2147483646 w 588"/>
              <a:gd name="T23" fmla="*/ 2147483646 h 567"/>
              <a:gd name="T24" fmla="*/ 2147483646 w 588"/>
              <a:gd name="T25" fmla="*/ 2147483646 h 567"/>
              <a:gd name="T26" fmla="*/ 0 w 588"/>
              <a:gd name="T27" fmla="*/ 2147483646 h 567"/>
              <a:gd name="T28" fmla="*/ 0 w 588"/>
              <a:gd name="T29" fmla="*/ 2147483646 h 567"/>
              <a:gd name="T30" fmla="*/ 2147483646 w 588"/>
              <a:gd name="T31" fmla="*/ 2147483646 h 567"/>
              <a:gd name="T32" fmla="*/ 2147483646 w 588"/>
              <a:gd name="T33" fmla="*/ 2147483646 h 567"/>
              <a:gd name="T34" fmla="*/ 2147483646 w 588"/>
              <a:gd name="T35" fmla="*/ 2147483646 h 567"/>
              <a:gd name="T36" fmla="*/ 2147483646 w 588"/>
              <a:gd name="T37" fmla="*/ 2147483646 h 567"/>
              <a:gd name="T38" fmla="*/ 2147483646 w 588"/>
              <a:gd name="T39" fmla="*/ 2147483646 h 567"/>
              <a:gd name="T40" fmla="*/ 2147483646 w 588"/>
              <a:gd name="T41" fmla="*/ 2147483646 h 567"/>
              <a:gd name="T42" fmla="*/ 2147483646 w 588"/>
              <a:gd name="T43" fmla="*/ 2147483646 h 567"/>
              <a:gd name="T44" fmla="*/ 2147483646 w 588"/>
              <a:gd name="T45" fmla="*/ 2147483646 h 567"/>
              <a:gd name="T46" fmla="*/ 2147483646 w 588"/>
              <a:gd name="T47" fmla="*/ 2147483646 h 567"/>
              <a:gd name="T48" fmla="*/ 2147483646 w 588"/>
              <a:gd name="T49" fmla="*/ 2147483646 h 567"/>
              <a:gd name="T50" fmla="*/ 2147483646 w 588"/>
              <a:gd name="T51" fmla="*/ 2147483646 h 567"/>
              <a:gd name="T52" fmla="*/ 2147483646 w 588"/>
              <a:gd name="T53" fmla="*/ 2147483646 h 567"/>
              <a:gd name="T54" fmla="*/ 2147483646 w 588"/>
              <a:gd name="T55" fmla="*/ 2147483646 h 567"/>
              <a:gd name="T56" fmla="*/ 2147483646 w 588"/>
              <a:gd name="T57" fmla="*/ 2147483646 h 567"/>
              <a:gd name="T58" fmla="*/ 2147483646 w 588"/>
              <a:gd name="T59" fmla="*/ 2147483646 h 567"/>
              <a:gd name="T60" fmla="*/ 2147483646 w 588"/>
              <a:gd name="T61" fmla="*/ 2147483646 h 567"/>
              <a:gd name="T62" fmla="*/ 2147483646 w 588"/>
              <a:gd name="T63" fmla="*/ 2147483646 h 567"/>
              <a:gd name="T64" fmla="*/ 2147483646 w 588"/>
              <a:gd name="T65" fmla="*/ 2147483646 h 567"/>
              <a:gd name="T66" fmla="*/ 2147483646 w 588"/>
              <a:gd name="T67" fmla="*/ 2147483646 h 567"/>
              <a:gd name="T68" fmla="*/ 2147483646 w 588"/>
              <a:gd name="T69" fmla="*/ 2147483646 h 567"/>
              <a:gd name="T70" fmla="*/ 2147483646 w 588"/>
              <a:gd name="T71" fmla="*/ 2147483646 h 567"/>
              <a:gd name="T72" fmla="*/ 2147483646 w 588"/>
              <a:gd name="T73" fmla="*/ 2147483646 h 567"/>
              <a:gd name="T74" fmla="*/ 2147483646 w 588"/>
              <a:gd name="T75" fmla="*/ 2147483646 h 567"/>
              <a:gd name="T76" fmla="*/ 2147483646 w 588"/>
              <a:gd name="T77" fmla="*/ 2147483646 h 567"/>
              <a:gd name="T78" fmla="*/ 2147483646 w 588"/>
              <a:gd name="T79" fmla="*/ 2147483646 h 567"/>
              <a:gd name="T80" fmla="*/ 2147483646 w 588"/>
              <a:gd name="T81" fmla="*/ 2147483646 h 567"/>
              <a:gd name="T82" fmla="*/ 2147483646 w 588"/>
              <a:gd name="T83" fmla="*/ 0 h 567"/>
              <a:gd name="T84" fmla="*/ 2147483646 w 588"/>
              <a:gd name="T85" fmla="*/ 2147483646 h 567"/>
              <a:gd name="T86" fmla="*/ 2147483646 w 588"/>
              <a:gd name="T87" fmla="*/ 2147483646 h 567"/>
              <a:gd name="T88" fmla="*/ 2147483646 w 588"/>
              <a:gd name="T89" fmla="*/ 2147483646 h 567"/>
              <a:gd name="T90" fmla="*/ 2147483646 w 588"/>
              <a:gd name="T91" fmla="*/ 2147483646 h 56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88" h="567">
                <a:moveTo>
                  <a:pt x="558" y="474"/>
                </a:moveTo>
                <a:lnTo>
                  <a:pt x="558" y="474"/>
                </a:lnTo>
                <a:cubicBezTo>
                  <a:pt x="417" y="474"/>
                  <a:pt x="417" y="474"/>
                  <a:pt x="417" y="474"/>
                </a:cubicBezTo>
                <a:cubicBezTo>
                  <a:pt x="382" y="474"/>
                  <a:pt x="382" y="474"/>
                  <a:pt x="382" y="474"/>
                </a:cubicBezTo>
                <a:cubicBezTo>
                  <a:pt x="382" y="523"/>
                  <a:pt x="382" y="523"/>
                  <a:pt x="382" y="523"/>
                </a:cubicBezTo>
                <a:cubicBezTo>
                  <a:pt x="417" y="559"/>
                  <a:pt x="417" y="559"/>
                  <a:pt x="417" y="559"/>
                </a:cubicBezTo>
                <a:cubicBezTo>
                  <a:pt x="417" y="566"/>
                  <a:pt x="417" y="566"/>
                  <a:pt x="417" y="566"/>
                </a:cubicBezTo>
                <a:cubicBezTo>
                  <a:pt x="169" y="566"/>
                  <a:pt x="169" y="566"/>
                  <a:pt x="169" y="566"/>
                </a:cubicBezTo>
                <a:cubicBezTo>
                  <a:pt x="169" y="559"/>
                  <a:pt x="169" y="559"/>
                  <a:pt x="169" y="559"/>
                </a:cubicBezTo>
                <a:cubicBezTo>
                  <a:pt x="212" y="523"/>
                  <a:pt x="212" y="523"/>
                  <a:pt x="212" y="523"/>
                </a:cubicBezTo>
                <a:cubicBezTo>
                  <a:pt x="212" y="474"/>
                  <a:pt x="212" y="474"/>
                  <a:pt x="212" y="474"/>
                </a:cubicBezTo>
                <a:cubicBezTo>
                  <a:pt x="169" y="474"/>
                  <a:pt x="169" y="474"/>
                  <a:pt x="169" y="474"/>
                </a:cubicBezTo>
                <a:cubicBezTo>
                  <a:pt x="28" y="474"/>
                  <a:pt x="28" y="474"/>
                  <a:pt x="28" y="474"/>
                </a:cubicBezTo>
                <a:cubicBezTo>
                  <a:pt x="14" y="474"/>
                  <a:pt x="0" y="460"/>
                  <a:pt x="0" y="446"/>
                </a:cubicBezTo>
                <a:cubicBezTo>
                  <a:pt x="0" y="71"/>
                  <a:pt x="0" y="71"/>
                  <a:pt x="0" y="71"/>
                </a:cubicBezTo>
                <a:cubicBezTo>
                  <a:pt x="0" y="50"/>
                  <a:pt x="14" y="43"/>
                  <a:pt x="28" y="43"/>
                </a:cubicBezTo>
                <a:cubicBezTo>
                  <a:pt x="205" y="43"/>
                  <a:pt x="205" y="43"/>
                  <a:pt x="205" y="43"/>
                </a:cubicBezTo>
                <a:cubicBezTo>
                  <a:pt x="169" y="78"/>
                  <a:pt x="169" y="78"/>
                  <a:pt x="169" y="78"/>
                </a:cubicBezTo>
                <a:cubicBezTo>
                  <a:pt x="42" y="78"/>
                  <a:pt x="42" y="78"/>
                  <a:pt x="42" y="78"/>
                </a:cubicBezTo>
                <a:cubicBezTo>
                  <a:pt x="42" y="396"/>
                  <a:pt x="42" y="396"/>
                  <a:pt x="42" y="396"/>
                </a:cubicBezTo>
                <a:cubicBezTo>
                  <a:pt x="551" y="396"/>
                  <a:pt x="551" y="396"/>
                  <a:pt x="551" y="396"/>
                </a:cubicBezTo>
                <a:cubicBezTo>
                  <a:pt x="551" y="78"/>
                  <a:pt x="551" y="78"/>
                  <a:pt x="551" y="78"/>
                </a:cubicBezTo>
                <a:cubicBezTo>
                  <a:pt x="424" y="78"/>
                  <a:pt x="424" y="78"/>
                  <a:pt x="424" y="78"/>
                </a:cubicBezTo>
                <a:cubicBezTo>
                  <a:pt x="382" y="43"/>
                  <a:pt x="382" y="43"/>
                  <a:pt x="382" y="43"/>
                </a:cubicBezTo>
                <a:cubicBezTo>
                  <a:pt x="558" y="43"/>
                  <a:pt x="558" y="43"/>
                  <a:pt x="558" y="43"/>
                </a:cubicBezTo>
                <a:cubicBezTo>
                  <a:pt x="572" y="43"/>
                  <a:pt x="587" y="50"/>
                  <a:pt x="587" y="71"/>
                </a:cubicBezTo>
                <a:cubicBezTo>
                  <a:pt x="587" y="446"/>
                  <a:pt x="587" y="446"/>
                  <a:pt x="587" y="446"/>
                </a:cubicBezTo>
                <a:cubicBezTo>
                  <a:pt x="587" y="460"/>
                  <a:pt x="572" y="474"/>
                  <a:pt x="558" y="474"/>
                </a:cubicBezTo>
                <a:close/>
                <a:moveTo>
                  <a:pt x="360" y="128"/>
                </a:moveTo>
                <a:lnTo>
                  <a:pt x="360" y="128"/>
                </a:lnTo>
                <a:cubicBezTo>
                  <a:pt x="353" y="128"/>
                  <a:pt x="346" y="121"/>
                  <a:pt x="339" y="113"/>
                </a:cubicBezTo>
                <a:cubicBezTo>
                  <a:pt x="325" y="99"/>
                  <a:pt x="325" y="99"/>
                  <a:pt x="325" y="99"/>
                </a:cubicBezTo>
                <a:cubicBezTo>
                  <a:pt x="325" y="226"/>
                  <a:pt x="325" y="226"/>
                  <a:pt x="325" y="226"/>
                </a:cubicBezTo>
                <a:cubicBezTo>
                  <a:pt x="325" y="248"/>
                  <a:pt x="311" y="255"/>
                  <a:pt x="297" y="255"/>
                </a:cubicBezTo>
                <a:cubicBezTo>
                  <a:pt x="276" y="255"/>
                  <a:pt x="269" y="248"/>
                  <a:pt x="269" y="226"/>
                </a:cubicBezTo>
                <a:cubicBezTo>
                  <a:pt x="269" y="99"/>
                  <a:pt x="269" y="99"/>
                  <a:pt x="269" y="99"/>
                </a:cubicBezTo>
                <a:cubicBezTo>
                  <a:pt x="247" y="113"/>
                  <a:pt x="247" y="113"/>
                  <a:pt x="247" y="113"/>
                </a:cubicBezTo>
                <a:cubicBezTo>
                  <a:pt x="240" y="121"/>
                  <a:pt x="233" y="128"/>
                  <a:pt x="226" y="128"/>
                </a:cubicBezTo>
                <a:cubicBezTo>
                  <a:pt x="212" y="128"/>
                  <a:pt x="198" y="113"/>
                  <a:pt x="198" y="99"/>
                </a:cubicBezTo>
                <a:cubicBezTo>
                  <a:pt x="198" y="92"/>
                  <a:pt x="205" y="85"/>
                  <a:pt x="212" y="78"/>
                </a:cubicBezTo>
                <a:cubicBezTo>
                  <a:pt x="276" y="15"/>
                  <a:pt x="276" y="15"/>
                  <a:pt x="276" y="15"/>
                </a:cubicBezTo>
                <a:cubicBezTo>
                  <a:pt x="283" y="8"/>
                  <a:pt x="290" y="0"/>
                  <a:pt x="297" y="0"/>
                </a:cubicBezTo>
                <a:cubicBezTo>
                  <a:pt x="304" y="0"/>
                  <a:pt x="311" y="8"/>
                  <a:pt x="311" y="15"/>
                </a:cubicBezTo>
                <a:cubicBezTo>
                  <a:pt x="382" y="78"/>
                  <a:pt x="382" y="78"/>
                  <a:pt x="382" y="78"/>
                </a:cubicBezTo>
                <a:cubicBezTo>
                  <a:pt x="389" y="85"/>
                  <a:pt x="389" y="92"/>
                  <a:pt x="389" y="99"/>
                </a:cubicBezTo>
                <a:cubicBezTo>
                  <a:pt x="389" y="113"/>
                  <a:pt x="375" y="128"/>
                  <a:pt x="360" y="12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6" name="Freeform 40">
            <a:extLst>
              <a:ext uri="{FF2B5EF4-FFF2-40B4-BE49-F238E27FC236}">
                <a16:creationId xmlns:a16="http://schemas.microsoft.com/office/drawing/2014/main" id="{872FBB73-5A55-7DFF-39D1-CBA51E2D9A54}"/>
              </a:ext>
            </a:extLst>
          </p:cNvPr>
          <p:cNvSpPr>
            <a:spLocks noChangeArrowheads="1"/>
          </p:cNvSpPr>
          <p:nvPr/>
        </p:nvSpPr>
        <p:spPr bwMode="auto">
          <a:xfrm>
            <a:off x="8304466" y="1948537"/>
            <a:ext cx="533607" cy="517561"/>
          </a:xfrm>
          <a:custGeom>
            <a:avLst/>
            <a:gdLst>
              <a:gd name="T0" fmla="*/ 2147483646 w 587"/>
              <a:gd name="T1" fmla="*/ 2147483646 h 567"/>
              <a:gd name="T2" fmla="*/ 2147483646 w 587"/>
              <a:gd name="T3" fmla="*/ 2147483646 h 567"/>
              <a:gd name="T4" fmla="*/ 2147483646 w 587"/>
              <a:gd name="T5" fmla="*/ 2147483646 h 567"/>
              <a:gd name="T6" fmla="*/ 2147483646 w 587"/>
              <a:gd name="T7" fmla="*/ 2147483646 h 567"/>
              <a:gd name="T8" fmla="*/ 2147483646 w 587"/>
              <a:gd name="T9" fmla="*/ 2147483646 h 567"/>
              <a:gd name="T10" fmla="*/ 2147483646 w 587"/>
              <a:gd name="T11" fmla="*/ 2147483646 h 567"/>
              <a:gd name="T12" fmla="*/ 2147483646 w 587"/>
              <a:gd name="T13" fmla="*/ 2147483646 h 567"/>
              <a:gd name="T14" fmla="*/ 2147483646 w 587"/>
              <a:gd name="T15" fmla="*/ 2147483646 h 567"/>
              <a:gd name="T16" fmla="*/ 2147483646 w 587"/>
              <a:gd name="T17" fmla="*/ 2147483646 h 567"/>
              <a:gd name="T18" fmla="*/ 2147483646 w 587"/>
              <a:gd name="T19" fmla="*/ 2147483646 h 567"/>
              <a:gd name="T20" fmla="*/ 2147483646 w 587"/>
              <a:gd name="T21" fmla="*/ 2147483646 h 567"/>
              <a:gd name="T22" fmla="*/ 2147483646 w 587"/>
              <a:gd name="T23" fmla="*/ 2147483646 h 567"/>
              <a:gd name="T24" fmla="*/ 2147483646 w 587"/>
              <a:gd name="T25" fmla="*/ 2147483646 h 567"/>
              <a:gd name="T26" fmla="*/ 0 w 587"/>
              <a:gd name="T27" fmla="*/ 2147483646 h 567"/>
              <a:gd name="T28" fmla="*/ 0 w 587"/>
              <a:gd name="T29" fmla="*/ 2147483646 h 567"/>
              <a:gd name="T30" fmla="*/ 2147483646 w 587"/>
              <a:gd name="T31" fmla="*/ 2147483646 h 567"/>
              <a:gd name="T32" fmla="*/ 2147483646 w 587"/>
              <a:gd name="T33" fmla="*/ 2147483646 h 567"/>
              <a:gd name="T34" fmla="*/ 2147483646 w 587"/>
              <a:gd name="T35" fmla="*/ 2147483646 h 567"/>
              <a:gd name="T36" fmla="*/ 2147483646 w 587"/>
              <a:gd name="T37" fmla="*/ 2147483646 h 567"/>
              <a:gd name="T38" fmla="*/ 2147483646 w 587"/>
              <a:gd name="T39" fmla="*/ 2147483646 h 567"/>
              <a:gd name="T40" fmla="*/ 2147483646 w 587"/>
              <a:gd name="T41" fmla="*/ 2147483646 h 567"/>
              <a:gd name="T42" fmla="*/ 2147483646 w 587"/>
              <a:gd name="T43" fmla="*/ 2147483646 h 567"/>
              <a:gd name="T44" fmla="*/ 2147483646 w 587"/>
              <a:gd name="T45" fmla="*/ 2147483646 h 567"/>
              <a:gd name="T46" fmla="*/ 2147483646 w 587"/>
              <a:gd name="T47" fmla="*/ 2147483646 h 567"/>
              <a:gd name="T48" fmla="*/ 2147483646 w 587"/>
              <a:gd name="T49" fmla="*/ 2147483646 h 567"/>
              <a:gd name="T50" fmla="*/ 2147483646 w 587"/>
              <a:gd name="T51" fmla="*/ 2147483646 h 567"/>
              <a:gd name="T52" fmla="*/ 2147483646 w 587"/>
              <a:gd name="T53" fmla="*/ 2147483646 h 567"/>
              <a:gd name="T54" fmla="*/ 2147483646 w 587"/>
              <a:gd name="T55" fmla="*/ 2147483646 h 567"/>
              <a:gd name="T56" fmla="*/ 2147483646 w 587"/>
              <a:gd name="T57" fmla="*/ 2147483646 h 567"/>
              <a:gd name="T58" fmla="*/ 2147483646 w 587"/>
              <a:gd name="T59" fmla="*/ 2147483646 h 567"/>
              <a:gd name="T60" fmla="*/ 2147483646 w 587"/>
              <a:gd name="T61" fmla="*/ 2147483646 h 567"/>
              <a:gd name="T62" fmla="*/ 2147483646 w 587"/>
              <a:gd name="T63" fmla="*/ 2147483646 h 567"/>
              <a:gd name="T64" fmla="*/ 2147483646 w 587"/>
              <a:gd name="T65" fmla="*/ 2147483646 h 567"/>
              <a:gd name="T66" fmla="*/ 2147483646 w 587"/>
              <a:gd name="T67" fmla="*/ 2147483646 h 567"/>
              <a:gd name="T68" fmla="*/ 2147483646 w 587"/>
              <a:gd name="T69" fmla="*/ 2147483646 h 567"/>
              <a:gd name="T70" fmla="*/ 2147483646 w 587"/>
              <a:gd name="T71" fmla="*/ 2147483646 h 567"/>
              <a:gd name="T72" fmla="*/ 2147483646 w 587"/>
              <a:gd name="T73" fmla="*/ 2147483646 h 567"/>
              <a:gd name="T74" fmla="*/ 2147483646 w 587"/>
              <a:gd name="T75" fmla="*/ 2147483646 h 567"/>
              <a:gd name="T76" fmla="*/ 2147483646 w 587"/>
              <a:gd name="T77" fmla="*/ 2147483646 h 567"/>
              <a:gd name="T78" fmla="*/ 2147483646 w 587"/>
              <a:gd name="T79" fmla="*/ 2147483646 h 567"/>
              <a:gd name="T80" fmla="*/ 2147483646 w 587"/>
              <a:gd name="T81" fmla="*/ 0 h 567"/>
              <a:gd name="T82" fmla="*/ 2147483646 w 587"/>
              <a:gd name="T83" fmla="*/ 2147483646 h 567"/>
              <a:gd name="T84" fmla="*/ 2147483646 w 587"/>
              <a:gd name="T85" fmla="*/ 2147483646 h 567"/>
              <a:gd name="T86" fmla="*/ 2147483646 w 587"/>
              <a:gd name="T87" fmla="*/ 2147483646 h 567"/>
              <a:gd name="T88" fmla="*/ 2147483646 w 587"/>
              <a:gd name="T89" fmla="*/ 2147483646 h 567"/>
              <a:gd name="T90" fmla="*/ 2147483646 w 587"/>
              <a:gd name="T91" fmla="*/ 2147483646 h 56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87" h="567">
                <a:moveTo>
                  <a:pt x="558" y="474"/>
                </a:moveTo>
                <a:lnTo>
                  <a:pt x="558" y="474"/>
                </a:lnTo>
                <a:cubicBezTo>
                  <a:pt x="417" y="474"/>
                  <a:pt x="417" y="474"/>
                  <a:pt x="417" y="474"/>
                </a:cubicBezTo>
                <a:cubicBezTo>
                  <a:pt x="374" y="474"/>
                  <a:pt x="374" y="474"/>
                  <a:pt x="374" y="474"/>
                </a:cubicBezTo>
                <a:cubicBezTo>
                  <a:pt x="374" y="523"/>
                  <a:pt x="374" y="523"/>
                  <a:pt x="374" y="523"/>
                </a:cubicBezTo>
                <a:cubicBezTo>
                  <a:pt x="417" y="559"/>
                  <a:pt x="417" y="559"/>
                  <a:pt x="417" y="559"/>
                </a:cubicBezTo>
                <a:cubicBezTo>
                  <a:pt x="417" y="566"/>
                  <a:pt x="417" y="566"/>
                  <a:pt x="417" y="566"/>
                </a:cubicBezTo>
                <a:cubicBezTo>
                  <a:pt x="169" y="566"/>
                  <a:pt x="169" y="566"/>
                  <a:pt x="169" y="566"/>
                </a:cubicBezTo>
                <a:cubicBezTo>
                  <a:pt x="169" y="559"/>
                  <a:pt x="169" y="559"/>
                  <a:pt x="169" y="559"/>
                </a:cubicBezTo>
                <a:cubicBezTo>
                  <a:pt x="205" y="523"/>
                  <a:pt x="205" y="523"/>
                  <a:pt x="205" y="523"/>
                </a:cubicBezTo>
                <a:cubicBezTo>
                  <a:pt x="205" y="474"/>
                  <a:pt x="205" y="474"/>
                  <a:pt x="205" y="474"/>
                </a:cubicBezTo>
                <a:cubicBezTo>
                  <a:pt x="169" y="474"/>
                  <a:pt x="169" y="474"/>
                  <a:pt x="169" y="474"/>
                </a:cubicBezTo>
                <a:cubicBezTo>
                  <a:pt x="28" y="474"/>
                  <a:pt x="28" y="474"/>
                  <a:pt x="28" y="474"/>
                </a:cubicBezTo>
                <a:cubicBezTo>
                  <a:pt x="14" y="474"/>
                  <a:pt x="0" y="460"/>
                  <a:pt x="0" y="446"/>
                </a:cubicBezTo>
                <a:cubicBezTo>
                  <a:pt x="0" y="71"/>
                  <a:pt x="0" y="71"/>
                  <a:pt x="0" y="71"/>
                </a:cubicBezTo>
                <a:cubicBezTo>
                  <a:pt x="0" y="50"/>
                  <a:pt x="14" y="43"/>
                  <a:pt x="28" y="43"/>
                </a:cubicBezTo>
                <a:cubicBezTo>
                  <a:pt x="233" y="43"/>
                  <a:pt x="233" y="43"/>
                  <a:pt x="233" y="43"/>
                </a:cubicBezTo>
                <a:cubicBezTo>
                  <a:pt x="233" y="78"/>
                  <a:pt x="233" y="78"/>
                  <a:pt x="233" y="78"/>
                </a:cubicBezTo>
                <a:cubicBezTo>
                  <a:pt x="35" y="78"/>
                  <a:pt x="35" y="78"/>
                  <a:pt x="35" y="78"/>
                </a:cubicBezTo>
                <a:cubicBezTo>
                  <a:pt x="35" y="396"/>
                  <a:pt x="35" y="396"/>
                  <a:pt x="35" y="396"/>
                </a:cubicBezTo>
                <a:cubicBezTo>
                  <a:pt x="544" y="396"/>
                  <a:pt x="544" y="396"/>
                  <a:pt x="544" y="396"/>
                </a:cubicBezTo>
                <a:cubicBezTo>
                  <a:pt x="544" y="78"/>
                  <a:pt x="544" y="78"/>
                  <a:pt x="544" y="78"/>
                </a:cubicBezTo>
                <a:cubicBezTo>
                  <a:pt x="346" y="78"/>
                  <a:pt x="346" y="78"/>
                  <a:pt x="346" y="78"/>
                </a:cubicBezTo>
                <a:cubicBezTo>
                  <a:pt x="346" y="43"/>
                  <a:pt x="346" y="43"/>
                  <a:pt x="346" y="43"/>
                </a:cubicBezTo>
                <a:cubicBezTo>
                  <a:pt x="558" y="43"/>
                  <a:pt x="558" y="43"/>
                  <a:pt x="558" y="43"/>
                </a:cubicBezTo>
                <a:cubicBezTo>
                  <a:pt x="572" y="43"/>
                  <a:pt x="586" y="50"/>
                  <a:pt x="586" y="71"/>
                </a:cubicBezTo>
                <a:cubicBezTo>
                  <a:pt x="586" y="446"/>
                  <a:pt x="586" y="446"/>
                  <a:pt x="586" y="446"/>
                </a:cubicBezTo>
                <a:cubicBezTo>
                  <a:pt x="586" y="460"/>
                  <a:pt x="572" y="474"/>
                  <a:pt x="558" y="474"/>
                </a:cubicBezTo>
                <a:close/>
                <a:moveTo>
                  <a:pt x="389" y="163"/>
                </a:moveTo>
                <a:lnTo>
                  <a:pt x="389" y="163"/>
                </a:lnTo>
                <a:cubicBezTo>
                  <a:pt x="389" y="170"/>
                  <a:pt x="382" y="177"/>
                  <a:pt x="374" y="184"/>
                </a:cubicBezTo>
                <a:cubicBezTo>
                  <a:pt x="311" y="248"/>
                  <a:pt x="311" y="248"/>
                  <a:pt x="311" y="248"/>
                </a:cubicBezTo>
                <a:cubicBezTo>
                  <a:pt x="304" y="255"/>
                  <a:pt x="297" y="255"/>
                  <a:pt x="290" y="255"/>
                </a:cubicBezTo>
                <a:cubicBezTo>
                  <a:pt x="283" y="255"/>
                  <a:pt x="276" y="255"/>
                  <a:pt x="276" y="248"/>
                </a:cubicBezTo>
                <a:cubicBezTo>
                  <a:pt x="205" y="184"/>
                  <a:pt x="205" y="184"/>
                  <a:pt x="205" y="184"/>
                </a:cubicBezTo>
                <a:cubicBezTo>
                  <a:pt x="198" y="177"/>
                  <a:pt x="198" y="170"/>
                  <a:pt x="198" y="163"/>
                </a:cubicBezTo>
                <a:cubicBezTo>
                  <a:pt x="198" y="149"/>
                  <a:pt x="212" y="135"/>
                  <a:pt x="226" y="135"/>
                </a:cubicBezTo>
                <a:cubicBezTo>
                  <a:pt x="233" y="135"/>
                  <a:pt x="240" y="135"/>
                  <a:pt x="247" y="142"/>
                </a:cubicBezTo>
                <a:cubicBezTo>
                  <a:pt x="261" y="163"/>
                  <a:pt x="261" y="163"/>
                  <a:pt x="261" y="163"/>
                </a:cubicBezTo>
                <a:cubicBezTo>
                  <a:pt x="261" y="29"/>
                  <a:pt x="261" y="29"/>
                  <a:pt x="261" y="29"/>
                </a:cubicBezTo>
                <a:cubicBezTo>
                  <a:pt x="261" y="15"/>
                  <a:pt x="276" y="0"/>
                  <a:pt x="290" y="0"/>
                </a:cubicBezTo>
                <a:cubicBezTo>
                  <a:pt x="311" y="0"/>
                  <a:pt x="318" y="15"/>
                  <a:pt x="318" y="29"/>
                </a:cubicBezTo>
                <a:cubicBezTo>
                  <a:pt x="318" y="163"/>
                  <a:pt x="318" y="163"/>
                  <a:pt x="318" y="163"/>
                </a:cubicBezTo>
                <a:cubicBezTo>
                  <a:pt x="339" y="142"/>
                  <a:pt x="339" y="142"/>
                  <a:pt x="339" y="142"/>
                </a:cubicBezTo>
                <a:cubicBezTo>
                  <a:pt x="346" y="135"/>
                  <a:pt x="353" y="135"/>
                  <a:pt x="360" y="135"/>
                </a:cubicBezTo>
                <a:cubicBezTo>
                  <a:pt x="374" y="135"/>
                  <a:pt x="389" y="149"/>
                  <a:pt x="389" y="16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7" name="Freeform 41">
            <a:extLst>
              <a:ext uri="{FF2B5EF4-FFF2-40B4-BE49-F238E27FC236}">
                <a16:creationId xmlns:a16="http://schemas.microsoft.com/office/drawing/2014/main" id="{FC2E88A9-1AB3-672D-BF71-2678245DF09D}"/>
              </a:ext>
            </a:extLst>
          </p:cNvPr>
          <p:cNvSpPr>
            <a:spLocks noChangeArrowheads="1"/>
          </p:cNvSpPr>
          <p:nvPr/>
        </p:nvSpPr>
        <p:spPr bwMode="auto">
          <a:xfrm>
            <a:off x="7349589" y="1984648"/>
            <a:ext cx="529596" cy="477437"/>
          </a:xfrm>
          <a:custGeom>
            <a:avLst/>
            <a:gdLst>
              <a:gd name="T0" fmla="*/ 2147483646 w 580"/>
              <a:gd name="T1" fmla="*/ 2147483646 h 524"/>
              <a:gd name="T2" fmla="*/ 2147483646 w 580"/>
              <a:gd name="T3" fmla="*/ 2147483646 h 524"/>
              <a:gd name="T4" fmla="*/ 2147483646 w 580"/>
              <a:gd name="T5" fmla="*/ 2147483646 h 524"/>
              <a:gd name="T6" fmla="*/ 2147483646 w 580"/>
              <a:gd name="T7" fmla="*/ 2147483646 h 524"/>
              <a:gd name="T8" fmla="*/ 2147483646 w 580"/>
              <a:gd name="T9" fmla="*/ 2147483646 h 524"/>
              <a:gd name="T10" fmla="*/ 2147483646 w 580"/>
              <a:gd name="T11" fmla="*/ 2147483646 h 524"/>
              <a:gd name="T12" fmla="*/ 2147483646 w 580"/>
              <a:gd name="T13" fmla="*/ 2147483646 h 524"/>
              <a:gd name="T14" fmla="*/ 2147483646 w 580"/>
              <a:gd name="T15" fmla="*/ 2147483646 h 524"/>
              <a:gd name="T16" fmla="*/ 2147483646 w 580"/>
              <a:gd name="T17" fmla="*/ 2147483646 h 524"/>
              <a:gd name="T18" fmla="*/ 2147483646 w 580"/>
              <a:gd name="T19" fmla="*/ 2147483646 h 524"/>
              <a:gd name="T20" fmla="*/ 2147483646 w 580"/>
              <a:gd name="T21" fmla="*/ 2147483646 h 524"/>
              <a:gd name="T22" fmla="*/ 2147483646 w 580"/>
              <a:gd name="T23" fmla="*/ 2147483646 h 524"/>
              <a:gd name="T24" fmla="*/ 2147483646 w 580"/>
              <a:gd name="T25" fmla="*/ 2147483646 h 524"/>
              <a:gd name="T26" fmla="*/ 0 w 580"/>
              <a:gd name="T27" fmla="*/ 2147483646 h 524"/>
              <a:gd name="T28" fmla="*/ 0 w 580"/>
              <a:gd name="T29" fmla="*/ 2147483646 h 524"/>
              <a:gd name="T30" fmla="*/ 2147483646 w 580"/>
              <a:gd name="T31" fmla="*/ 0 h 524"/>
              <a:gd name="T32" fmla="*/ 2147483646 w 580"/>
              <a:gd name="T33" fmla="*/ 0 h 524"/>
              <a:gd name="T34" fmla="*/ 2147483646 w 580"/>
              <a:gd name="T35" fmla="*/ 2147483646 h 524"/>
              <a:gd name="T36" fmla="*/ 2147483646 w 580"/>
              <a:gd name="T37" fmla="*/ 2147483646 h 524"/>
              <a:gd name="T38" fmla="*/ 2147483646 w 580"/>
              <a:gd name="T39" fmla="*/ 2147483646 h 524"/>
              <a:gd name="T40" fmla="*/ 2147483646 w 580"/>
              <a:gd name="T41" fmla="*/ 2147483646 h 524"/>
              <a:gd name="T42" fmla="*/ 2147483646 w 580"/>
              <a:gd name="T43" fmla="*/ 2147483646 h 524"/>
              <a:gd name="T44" fmla="*/ 2147483646 w 580"/>
              <a:gd name="T45" fmla="*/ 2147483646 h 524"/>
              <a:gd name="T46" fmla="*/ 2147483646 w 580"/>
              <a:gd name="T47" fmla="*/ 2147483646 h 524"/>
              <a:gd name="T48" fmla="*/ 2147483646 w 580"/>
              <a:gd name="T49" fmla="*/ 2147483646 h 524"/>
              <a:gd name="T50" fmla="*/ 2147483646 w 580"/>
              <a:gd name="T51" fmla="*/ 2147483646 h 524"/>
              <a:gd name="T52" fmla="*/ 2147483646 w 580"/>
              <a:gd name="T53" fmla="*/ 2147483646 h 524"/>
              <a:gd name="T54" fmla="*/ 2147483646 w 580"/>
              <a:gd name="T55" fmla="*/ 2147483646 h 524"/>
              <a:gd name="T56" fmla="*/ 2147483646 w 580"/>
              <a:gd name="T57" fmla="*/ 2147483646 h 524"/>
              <a:gd name="T58" fmla="*/ 2147483646 w 580"/>
              <a:gd name="T59" fmla="*/ 2147483646 h 524"/>
              <a:gd name="T60" fmla="*/ 2147483646 w 580"/>
              <a:gd name="T61" fmla="*/ 2147483646 h 524"/>
              <a:gd name="T62" fmla="*/ 2147483646 w 580"/>
              <a:gd name="T63" fmla="*/ 2147483646 h 524"/>
              <a:gd name="T64" fmla="*/ 2147483646 w 580"/>
              <a:gd name="T65" fmla="*/ 2147483646 h 524"/>
              <a:gd name="T66" fmla="*/ 2147483646 w 580"/>
              <a:gd name="T67" fmla="*/ 2147483646 h 524"/>
              <a:gd name="T68" fmla="*/ 2147483646 w 580"/>
              <a:gd name="T69" fmla="*/ 2147483646 h 524"/>
              <a:gd name="T70" fmla="*/ 2147483646 w 580"/>
              <a:gd name="T71" fmla="*/ 2147483646 h 524"/>
              <a:gd name="T72" fmla="*/ 2147483646 w 580"/>
              <a:gd name="T73" fmla="*/ 2147483646 h 524"/>
              <a:gd name="T74" fmla="*/ 2147483646 w 580"/>
              <a:gd name="T75" fmla="*/ 2147483646 h 524"/>
              <a:gd name="T76" fmla="*/ 2147483646 w 580"/>
              <a:gd name="T77" fmla="*/ 2147483646 h 524"/>
              <a:gd name="T78" fmla="*/ 2147483646 w 580"/>
              <a:gd name="T79" fmla="*/ 2147483646 h 524"/>
              <a:gd name="T80" fmla="*/ 2147483646 w 580"/>
              <a:gd name="T81" fmla="*/ 2147483646 h 524"/>
              <a:gd name="T82" fmla="*/ 2147483646 w 580"/>
              <a:gd name="T83" fmla="*/ 2147483646 h 524"/>
              <a:gd name="T84" fmla="*/ 2147483646 w 580"/>
              <a:gd name="T85" fmla="*/ 2147483646 h 524"/>
              <a:gd name="T86" fmla="*/ 2147483646 w 580"/>
              <a:gd name="T87" fmla="*/ 2147483646 h 524"/>
              <a:gd name="T88" fmla="*/ 2147483646 w 580"/>
              <a:gd name="T89" fmla="*/ 2147483646 h 524"/>
              <a:gd name="T90" fmla="*/ 2147483646 w 580"/>
              <a:gd name="T91" fmla="*/ 2147483646 h 524"/>
              <a:gd name="T92" fmla="*/ 2147483646 w 580"/>
              <a:gd name="T93" fmla="*/ 2147483646 h 524"/>
              <a:gd name="T94" fmla="*/ 2147483646 w 580"/>
              <a:gd name="T95" fmla="*/ 2147483646 h 524"/>
              <a:gd name="T96" fmla="*/ 2147483646 w 580"/>
              <a:gd name="T97" fmla="*/ 2147483646 h 524"/>
              <a:gd name="T98" fmla="*/ 2147483646 w 580"/>
              <a:gd name="T99" fmla="*/ 2147483646 h 524"/>
              <a:gd name="T100" fmla="*/ 2147483646 w 580"/>
              <a:gd name="T101" fmla="*/ 2147483646 h 524"/>
              <a:gd name="T102" fmla="*/ 2147483646 w 580"/>
              <a:gd name="T103" fmla="*/ 2147483646 h 524"/>
              <a:gd name="T104" fmla="*/ 2147483646 w 580"/>
              <a:gd name="T105" fmla="*/ 2147483646 h 524"/>
              <a:gd name="T106" fmla="*/ 2147483646 w 580"/>
              <a:gd name="T107" fmla="*/ 2147483646 h 524"/>
              <a:gd name="T108" fmla="*/ 2147483646 w 580"/>
              <a:gd name="T109" fmla="*/ 2147483646 h 524"/>
              <a:gd name="T110" fmla="*/ 2147483646 w 580"/>
              <a:gd name="T111" fmla="*/ 2147483646 h 52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80" h="524">
                <a:moveTo>
                  <a:pt x="551" y="431"/>
                </a:moveTo>
                <a:lnTo>
                  <a:pt x="551" y="431"/>
                </a:lnTo>
                <a:cubicBezTo>
                  <a:pt x="410" y="431"/>
                  <a:pt x="410" y="431"/>
                  <a:pt x="410" y="431"/>
                </a:cubicBezTo>
                <a:cubicBezTo>
                  <a:pt x="374" y="431"/>
                  <a:pt x="374" y="431"/>
                  <a:pt x="374" y="431"/>
                </a:cubicBezTo>
                <a:cubicBezTo>
                  <a:pt x="374" y="480"/>
                  <a:pt x="374" y="480"/>
                  <a:pt x="374" y="480"/>
                </a:cubicBezTo>
                <a:cubicBezTo>
                  <a:pt x="410" y="516"/>
                  <a:pt x="410" y="516"/>
                  <a:pt x="410" y="516"/>
                </a:cubicBezTo>
                <a:cubicBezTo>
                  <a:pt x="410" y="523"/>
                  <a:pt x="410" y="523"/>
                  <a:pt x="410" y="523"/>
                </a:cubicBezTo>
                <a:cubicBezTo>
                  <a:pt x="169" y="523"/>
                  <a:pt x="169" y="523"/>
                  <a:pt x="169" y="523"/>
                </a:cubicBezTo>
                <a:cubicBezTo>
                  <a:pt x="169" y="516"/>
                  <a:pt x="169" y="516"/>
                  <a:pt x="169" y="516"/>
                </a:cubicBezTo>
                <a:cubicBezTo>
                  <a:pt x="205" y="480"/>
                  <a:pt x="205" y="480"/>
                  <a:pt x="205" y="480"/>
                </a:cubicBezTo>
                <a:cubicBezTo>
                  <a:pt x="205" y="431"/>
                  <a:pt x="205" y="431"/>
                  <a:pt x="205" y="431"/>
                </a:cubicBezTo>
                <a:cubicBezTo>
                  <a:pt x="169" y="431"/>
                  <a:pt x="169" y="431"/>
                  <a:pt x="169" y="431"/>
                </a:cubicBezTo>
                <a:cubicBezTo>
                  <a:pt x="28" y="431"/>
                  <a:pt x="28" y="431"/>
                  <a:pt x="28" y="431"/>
                </a:cubicBezTo>
                <a:cubicBezTo>
                  <a:pt x="7" y="431"/>
                  <a:pt x="0" y="417"/>
                  <a:pt x="0" y="403"/>
                </a:cubicBezTo>
                <a:cubicBezTo>
                  <a:pt x="0" y="28"/>
                  <a:pt x="0" y="28"/>
                  <a:pt x="0" y="28"/>
                </a:cubicBezTo>
                <a:cubicBezTo>
                  <a:pt x="0" y="7"/>
                  <a:pt x="7" y="0"/>
                  <a:pt x="28" y="0"/>
                </a:cubicBezTo>
                <a:cubicBezTo>
                  <a:pt x="551" y="0"/>
                  <a:pt x="551" y="0"/>
                  <a:pt x="551" y="0"/>
                </a:cubicBezTo>
                <a:cubicBezTo>
                  <a:pt x="572" y="0"/>
                  <a:pt x="579" y="7"/>
                  <a:pt x="579" y="28"/>
                </a:cubicBezTo>
                <a:cubicBezTo>
                  <a:pt x="579" y="403"/>
                  <a:pt x="579" y="403"/>
                  <a:pt x="579" y="403"/>
                </a:cubicBezTo>
                <a:cubicBezTo>
                  <a:pt x="579" y="417"/>
                  <a:pt x="572" y="431"/>
                  <a:pt x="551" y="431"/>
                </a:cubicBezTo>
                <a:close/>
                <a:moveTo>
                  <a:pt x="544" y="35"/>
                </a:moveTo>
                <a:lnTo>
                  <a:pt x="544" y="35"/>
                </a:lnTo>
                <a:cubicBezTo>
                  <a:pt x="35" y="35"/>
                  <a:pt x="35" y="35"/>
                  <a:pt x="35" y="35"/>
                </a:cubicBezTo>
                <a:cubicBezTo>
                  <a:pt x="35" y="353"/>
                  <a:pt x="35" y="353"/>
                  <a:pt x="35" y="353"/>
                </a:cubicBezTo>
                <a:cubicBezTo>
                  <a:pt x="544" y="353"/>
                  <a:pt x="544" y="353"/>
                  <a:pt x="544" y="353"/>
                </a:cubicBezTo>
                <a:lnTo>
                  <a:pt x="544" y="35"/>
                </a:lnTo>
                <a:close/>
                <a:moveTo>
                  <a:pt x="233" y="113"/>
                </a:moveTo>
                <a:lnTo>
                  <a:pt x="233" y="113"/>
                </a:lnTo>
                <a:cubicBezTo>
                  <a:pt x="240" y="113"/>
                  <a:pt x="247" y="113"/>
                  <a:pt x="254" y="120"/>
                </a:cubicBezTo>
                <a:cubicBezTo>
                  <a:pt x="290" y="155"/>
                  <a:pt x="290" y="155"/>
                  <a:pt x="290" y="155"/>
                </a:cubicBezTo>
                <a:cubicBezTo>
                  <a:pt x="325" y="120"/>
                  <a:pt x="325" y="120"/>
                  <a:pt x="325" y="120"/>
                </a:cubicBezTo>
                <a:cubicBezTo>
                  <a:pt x="332" y="113"/>
                  <a:pt x="339" y="113"/>
                  <a:pt x="346" y="113"/>
                </a:cubicBezTo>
                <a:cubicBezTo>
                  <a:pt x="360" y="113"/>
                  <a:pt x="374" y="120"/>
                  <a:pt x="374" y="141"/>
                </a:cubicBezTo>
                <a:cubicBezTo>
                  <a:pt x="374" y="148"/>
                  <a:pt x="374" y="155"/>
                  <a:pt x="367" y="155"/>
                </a:cubicBezTo>
                <a:cubicBezTo>
                  <a:pt x="332" y="198"/>
                  <a:pt x="332" y="198"/>
                  <a:pt x="332" y="198"/>
                </a:cubicBezTo>
                <a:cubicBezTo>
                  <a:pt x="367" y="233"/>
                  <a:pt x="367" y="233"/>
                  <a:pt x="367" y="233"/>
                </a:cubicBezTo>
                <a:cubicBezTo>
                  <a:pt x="374" y="240"/>
                  <a:pt x="374" y="247"/>
                  <a:pt x="374" y="254"/>
                </a:cubicBezTo>
                <a:cubicBezTo>
                  <a:pt x="374" y="268"/>
                  <a:pt x="360" y="283"/>
                  <a:pt x="346" y="283"/>
                </a:cubicBezTo>
                <a:cubicBezTo>
                  <a:pt x="339" y="283"/>
                  <a:pt x="332" y="276"/>
                  <a:pt x="325" y="268"/>
                </a:cubicBezTo>
                <a:cubicBezTo>
                  <a:pt x="290" y="233"/>
                  <a:pt x="290" y="233"/>
                  <a:pt x="290" y="233"/>
                </a:cubicBezTo>
                <a:cubicBezTo>
                  <a:pt x="254" y="268"/>
                  <a:pt x="254" y="268"/>
                  <a:pt x="254" y="268"/>
                </a:cubicBezTo>
                <a:cubicBezTo>
                  <a:pt x="247" y="276"/>
                  <a:pt x="240" y="283"/>
                  <a:pt x="233" y="283"/>
                </a:cubicBezTo>
                <a:cubicBezTo>
                  <a:pt x="219" y="283"/>
                  <a:pt x="205" y="268"/>
                  <a:pt x="205" y="254"/>
                </a:cubicBezTo>
                <a:cubicBezTo>
                  <a:pt x="205" y="247"/>
                  <a:pt x="205" y="240"/>
                  <a:pt x="212" y="233"/>
                </a:cubicBezTo>
                <a:cubicBezTo>
                  <a:pt x="247" y="198"/>
                  <a:pt x="247" y="198"/>
                  <a:pt x="247" y="198"/>
                </a:cubicBezTo>
                <a:cubicBezTo>
                  <a:pt x="212" y="155"/>
                  <a:pt x="212" y="155"/>
                  <a:pt x="212" y="155"/>
                </a:cubicBezTo>
                <a:cubicBezTo>
                  <a:pt x="205" y="155"/>
                  <a:pt x="205" y="148"/>
                  <a:pt x="205" y="141"/>
                </a:cubicBezTo>
                <a:cubicBezTo>
                  <a:pt x="205" y="120"/>
                  <a:pt x="219" y="113"/>
                  <a:pt x="233" y="11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8" name="Freeform 42">
            <a:extLst>
              <a:ext uri="{FF2B5EF4-FFF2-40B4-BE49-F238E27FC236}">
                <a16:creationId xmlns:a16="http://schemas.microsoft.com/office/drawing/2014/main" id="{73B78377-1A0B-FEA1-1613-D675F849BF54}"/>
              </a:ext>
            </a:extLst>
          </p:cNvPr>
          <p:cNvSpPr>
            <a:spLocks noChangeArrowheads="1"/>
          </p:cNvSpPr>
          <p:nvPr/>
        </p:nvSpPr>
        <p:spPr bwMode="auto">
          <a:xfrm>
            <a:off x="6382674" y="1984648"/>
            <a:ext cx="533609" cy="477437"/>
          </a:xfrm>
          <a:custGeom>
            <a:avLst/>
            <a:gdLst>
              <a:gd name="T0" fmla="*/ 2147483646 w 587"/>
              <a:gd name="T1" fmla="*/ 2147483646 h 524"/>
              <a:gd name="T2" fmla="*/ 2147483646 w 587"/>
              <a:gd name="T3" fmla="*/ 2147483646 h 524"/>
              <a:gd name="T4" fmla="*/ 2147483646 w 587"/>
              <a:gd name="T5" fmla="*/ 2147483646 h 524"/>
              <a:gd name="T6" fmla="*/ 2147483646 w 587"/>
              <a:gd name="T7" fmla="*/ 2147483646 h 524"/>
              <a:gd name="T8" fmla="*/ 2147483646 w 587"/>
              <a:gd name="T9" fmla="*/ 2147483646 h 524"/>
              <a:gd name="T10" fmla="*/ 2147483646 w 587"/>
              <a:gd name="T11" fmla="*/ 2147483646 h 524"/>
              <a:gd name="T12" fmla="*/ 2147483646 w 587"/>
              <a:gd name="T13" fmla="*/ 2147483646 h 524"/>
              <a:gd name="T14" fmla="*/ 2147483646 w 587"/>
              <a:gd name="T15" fmla="*/ 2147483646 h 524"/>
              <a:gd name="T16" fmla="*/ 2147483646 w 587"/>
              <a:gd name="T17" fmla="*/ 2147483646 h 524"/>
              <a:gd name="T18" fmla="*/ 2147483646 w 587"/>
              <a:gd name="T19" fmla="*/ 2147483646 h 524"/>
              <a:gd name="T20" fmla="*/ 2147483646 w 587"/>
              <a:gd name="T21" fmla="*/ 2147483646 h 524"/>
              <a:gd name="T22" fmla="*/ 2147483646 w 587"/>
              <a:gd name="T23" fmla="*/ 2147483646 h 524"/>
              <a:gd name="T24" fmla="*/ 2147483646 w 587"/>
              <a:gd name="T25" fmla="*/ 2147483646 h 524"/>
              <a:gd name="T26" fmla="*/ 0 w 587"/>
              <a:gd name="T27" fmla="*/ 2147483646 h 524"/>
              <a:gd name="T28" fmla="*/ 0 w 587"/>
              <a:gd name="T29" fmla="*/ 2147483646 h 524"/>
              <a:gd name="T30" fmla="*/ 2147483646 w 587"/>
              <a:gd name="T31" fmla="*/ 0 h 524"/>
              <a:gd name="T32" fmla="*/ 2147483646 w 587"/>
              <a:gd name="T33" fmla="*/ 0 h 524"/>
              <a:gd name="T34" fmla="*/ 2147483646 w 587"/>
              <a:gd name="T35" fmla="*/ 2147483646 h 524"/>
              <a:gd name="T36" fmla="*/ 2147483646 w 587"/>
              <a:gd name="T37" fmla="*/ 2147483646 h 524"/>
              <a:gd name="T38" fmla="*/ 2147483646 w 587"/>
              <a:gd name="T39" fmla="*/ 2147483646 h 524"/>
              <a:gd name="T40" fmla="*/ 2147483646 w 587"/>
              <a:gd name="T41" fmla="*/ 2147483646 h 524"/>
              <a:gd name="T42" fmla="*/ 2147483646 w 587"/>
              <a:gd name="T43" fmla="*/ 2147483646 h 524"/>
              <a:gd name="T44" fmla="*/ 2147483646 w 587"/>
              <a:gd name="T45" fmla="*/ 2147483646 h 524"/>
              <a:gd name="T46" fmla="*/ 2147483646 w 587"/>
              <a:gd name="T47" fmla="*/ 2147483646 h 524"/>
              <a:gd name="T48" fmla="*/ 2147483646 w 587"/>
              <a:gd name="T49" fmla="*/ 2147483646 h 524"/>
              <a:gd name="T50" fmla="*/ 2147483646 w 587"/>
              <a:gd name="T51" fmla="*/ 2147483646 h 524"/>
              <a:gd name="T52" fmla="*/ 2147483646 w 587"/>
              <a:gd name="T53" fmla="*/ 2147483646 h 524"/>
              <a:gd name="T54" fmla="*/ 2147483646 w 587"/>
              <a:gd name="T55" fmla="*/ 2147483646 h 524"/>
              <a:gd name="T56" fmla="*/ 2147483646 w 587"/>
              <a:gd name="T57" fmla="*/ 2147483646 h 524"/>
              <a:gd name="T58" fmla="*/ 2147483646 w 587"/>
              <a:gd name="T59" fmla="*/ 2147483646 h 524"/>
              <a:gd name="T60" fmla="*/ 2147483646 w 587"/>
              <a:gd name="T61" fmla="*/ 2147483646 h 524"/>
              <a:gd name="T62" fmla="*/ 2147483646 w 587"/>
              <a:gd name="T63" fmla="*/ 2147483646 h 524"/>
              <a:gd name="T64" fmla="*/ 2147483646 w 587"/>
              <a:gd name="T65" fmla="*/ 2147483646 h 524"/>
              <a:gd name="T66" fmla="*/ 2147483646 w 587"/>
              <a:gd name="T67" fmla="*/ 2147483646 h 524"/>
              <a:gd name="T68" fmla="*/ 2147483646 w 587"/>
              <a:gd name="T69" fmla="*/ 2147483646 h 524"/>
              <a:gd name="T70" fmla="*/ 2147483646 w 587"/>
              <a:gd name="T71" fmla="*/ 2147483646 h 524"/>
              <a:gd name="T72" fmla="*/ 2147483646 w 587"/>
              <a:gd name="T73" fmla="*/ 2147483646 h 524"/>
              <a:gd name="T74" fmla="*/ 2147483646 w 587"/>
              <a:gd name="T75" fmla="*/ 2147483646 h 524"/>
              <a:gd name="T76" fmla="*/ 2147483646 w 587"/>
              <a:gd name="T77" fmla="*/ 2147483646 h 524"/>
              <a:gd name="T78" fmla="*/ 2147483646 w 587"/>
              <a:gd name="T79" fmla="*/ 2147483646 h 524"/>
              <a:gd name="T80" fmla="*/ 2147483646 w 587"/>
              <a:gd name="T81" fmla="*/ 2147483646 h 524"/>
              <a:gd name="T82" fmla="*/ 2147483646 w 587"/>
              <a:gd name="T83" fmla="*/ 2147483646 h 524"/>
              <a:gd name="T84" fmla="*/ 2147483646 w 587"/>
              <a:gd name="T85" fmla="*/ 2147483646 h 524"/>
              <a:gd name="T86" fmla="*/ 2147483646 w 587"/>
              <a:gd name="T87" fmla="*/ 2147483646 h 524"/>
              <a:gd name="T88" fmla="*/ 2147483646 w 587"/>
              <a:gd name="T89" fmla="*/ 2147483646 h 524"/>
              <a:gd name="T90" fmla="*/ 2147483646 w 587"/>
              <a:gd name="T91" fmla="*/ 2147483646 h 5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587" h="524">
                <a:moveTo>
                  <a:pt x="558" y="431"/>
                </a:moveTo>
                <a:lnTo>
                  <a:pt x="558" y="431"/>
                </a:lnTo>
                <a:cubicBezTo>
                  <a:pt x="417" y="431"/>
                  <a:pt x="417" y="431"/>
                  <a:pt x="417" y="431"/>
                </a:cubicBezTo>
                <a:cubicBezTo>
                  <a:pt x="381" y="431"/>
                  <a:pt x="381" y="431"/>
                  <a:pt x="381" y="431"/>
                </a:cubicBezTo>
                <a:cubicBezTo>
                  <a:pt x="381" y="480"/>
                  <a:pt x="381" y="480"/>
                  <a:pt x="381" y="480"/>
                </a:cubicBezTo>
                <a:cubicBezTo>
                  <a:pt x="417" y="516"/>
                  <a:pt x="417" y="516"/>
                  <a:pt x="417" y="516"/>
                </a:cubicBezTo>
                <a:cubicBezTo>
                  <a:pt x="417" y="523"/>
                  <a:pt x="417" y="523"/>
                  <a:pt x="417" y="523"/>
                </a:cubicBezTo>
                <a:cubicBezTo>
                  <a:pt x="169" y="523"/>
                  <a:pt x="169" y="523"/>
                  <a:pt x="169" y="523"/>
                </a:cubicBezTo>
                <a:cubicBezTo>
                  <a:pt x="169" y="516"/>
                  <a:pt x="169" y="516"/>
                  <a:pt x="169" y="516"/>
                </a:cubicBezTo>
                <a:cubicBezTo>
                  <a:pt x="212" y="480"/>
                  <a:pt x="212" y="480"/>
                  <a:pt x="212" y="480"/>
                </a:cubicBezTo>
                <a:cubicBezTo>
                  <a:pt x="212" y="431"/>
                  <a:pt x="212" y="431"/>
                  <a:pt x="212" y="431"/>
                </a:cubicBezTo>
                <a:cubicBezTo>
                  <a:pt x="169" y="431"/>
                  <a:pt x="169" y="431"/>
                  <a:pt x="169" y="431"/>
                </a:cubicBezTo>
                <a:cubicBezTo>
                  <a:pt x="28" y="431"/>
                  <a:pt x="28" y="431"/>
                  <a:pt x="28" y="431"/>
                </a:cubicBezTo>
                <a:cubicBezTo>
                  <a:pt x="14" y="431"/>
                  <a:pt x="0" y="417"/>
                  <a:pt x="0" y="403"/>
                </a:cubicBezTo>
                <a:cubicBezTo>
                  <a:pt x="0" y="28"/>
                  <a:pt x="0" y="28"/>
                  <a:pt x="0" y="28"/>
                </a:cubicBezTo>
                <a:cubicBezTo>
                  <a:pt x="0" y="7"/>
                  <a:pt x="14" y="0"/>
                  <a:pt x="28" y="0"/>
                </a:cubicBezTo>
                <a:cubicBezTo>
                  <a:pt x="558" y="0"/>
                  <a:pt x="558" y="0"/>
                  <a:pt x="558" y="0"/>
                </a:cubicBezTo>
                <a:cubicBezTo>
                  <a:pt x="572" y="0"/>
                  <a:pt x="586" y="7"/>
                  <a:pt x="586" y="28"/>
                </a:cubicBezTo>
                <a:cubicBezTo>
                  <a:pt x="586" y="403"/>
                  <a:pt x="586" y="403"/>
                  <a:pt x="586" y="403"/>
                </a:cubicBezTo>
                <a:cubicBezTo>
                  <a:pt x="586" y="417"/>
                  <a:pt x="572" y="431"/>
                  <a:pt x="558" y="431"/>
                </a:cubicBezTo>
                <a:close/>
                <a:moveTo>
                  <a:pt x="551" y="35"/>
                </a:moveTo>
                <a:lnTo>
                  <a:pt x="551" y="35"/>
                </a:lnTo>
                <a:cubicBezTo>
                  <a:pt x="42" y="35"/>
                  <a:pt x="42" y="35"/>
                  <a:pt x="42" y="35"/>
                </a:cubicBezTo>
                <a:cubicBezTo>
                  <a:pt x="42" y="353"/>
                  <a:pt x="42" y="353"/>
                  <a:pt x="42" y="353"/>
                </a:cubicBezTo>
                <a:cubicBezTo>
                  <a:pt x="551" y="353"/>
                  <a:pt x="551" y="353"/>
                  <a:pt x="551" y="353"/>
                </a:cubicBezTo>
                <a:lnTo>
                  <a:pt x="551" y="35"/>
                </a:lnTo>
                <a:close/>
                <a:moveTo>
                  <a:pt x="240" y="169"/>
                </a:moveTo>
                <a:lnTo>
                  <a:pt x="240" y="169"/>
                </a:lnTo>
                <a:cubicBezTo>
                  <a:pt x="247" y="169"/>
                  <a:pt x="254" y="169"/>
                  <a:pt x="254" y="176"/>
                </a:cubicBezTo>
                <a:cubicBezTo>
                  <a:pt x="275" y="191"/>
                  <a:pt x="275" y="191"/>
                  <a:pt x="275" y="191"/>
                </a:cubicBezTo>
                <a:cubicBezTo>
                  <a:pt x="332" y="141"/>
                  <a:pt x="332" y="141"/>
                  <a:pt x="332" y="141"/>
                </a:cubicBezTo>
                <a:cubicBezTo>
                  <a:pt x="339" y="134"/>
                  <a:pt x="346" y="127"/>
                  <a:pt x="353" y="127"/>
                </a:cubicBezTo>
                <a:cubicBezTo>
                  <a:pt x="367" y="127"/>
                  <a:pt x="381" y="141"/>
                  <a:pt x="381" y="155"/>
                </a:cubicBezTo>
                <a:cubicBezTo>
                  <a:pt x="381" y="162"/>
                  <a:pt x="374" y="169"/>
                  <a:pt x="367" y="176"/>
                </a:cubicBezTo>
                <a:cubicBezTo>
                  <a:pt x="297" y="254"/>
                  <a:pt x="297" y="254"/>
                  <a:pt x="297" y="254"/>
                </a:cubicBezTo>
                <a:cubicBezTo>
                  <a:pt x="290" y="261"/>
                  <a:pt x="282" y="261"/>
                  <a:pt x="275" y="261"/>
                </a:cubicBezTo>
                <a:cubicBezTo>
                  <a:pt x="268" y="261"/>
                  <a:pt x="261" y="261"/>
                  <a:pt x="254" y="254"/>
                </a:cubicBezTo>
                <a:cubicBezTo>
                  <a:pt x="219" y="212"/>
                  <a:pt x="219" y="212"/>
                  <a:pt x="219" y="212"/>
                </a:cubicBezTo>
                <a:cubicBezTo>
                  <a:pt x="212" y="212"/>
                  <a:pt x="212" y="205"/>
                  <a:pt x="212" y="198"/>
                </a:cubicBezTo>
                <a:cubicBezTo>
                  <a:pt x="212" y="176"/>
                  <a:pt x="219" y="169"/>
                  <a:pt x="240" y="169"/>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29" name="Freeform 43">
            <a:extLst>
              <a:ext uri="{FF2B5EF4-FFF2-40B4-BE49-F238E27FC236}">
                <a16:creationId xmlns:a16="http://schemas.microsoft.com/office/drawing/2014/main" id="{A521F1E9-EE42-7173-6B9E-E3BF8D8450A2}"/>
              </a:ext>
            </a:extLst>
          </p:cNvPr>
          <p:cNvSpPr>
            <a:spLocks noChangeArrowheads="1"/>
          </p:cNvSpPr>
          <p:nvPr/>
        </p:nvSpPr>
        <p:spPr bwMode="auto">
          <a:xfrm>
            <a:off x="5427797" y="1984648"/>
            <a:ext cx="533609" cy="477437"/>
          </a:xfrm>
          <a:custGeom>
            <a:avLst/>
            <a:gdLst>
              <a:gd name="T0" fmla="*/ 2147483646 w 587"/>
              <a:gd name="T1" fmla="*/ 2147483646 h 524"/>
              <a:gd name="T2" fmla="*/ 2147483646 w 587"/>
              <a:gd name="T3" fmla="*/ 2147483646 h 524"/>
              <a:gd name="T4" fmla="*/ 2147483646 w 587"/>
              <a:gd name="T5" fmla="*/ 2147483646 h 524"/>
              <a:gd name="T6" fmla="*/ 2147483646 w 587"/>
              <a:gd name="T7" fmla="*/ 2147483646 h 524"/>
              <a:gd name="T8" fmla="*/ 2147483646 w 587"/>
              <a:gd name="T9" fmla="*/ 2147483646 h 524"/>
              <a:gd name="T10" fmla="*/ 2147483646 w 587"/>
              <a:gd name="T11" fmla="*/ 2147483646 h 524"/>
              <a:gd name="T12" fmla="*/ 2147483646 w 587"/>
              <a:gd name="T13" fmla="*/ 2147483646 h 524"/>
              <a:gd name="T14" fmla="*/ 2147483646 w 587"/>
              <a:gd name="T15" fmla="*/ 2147483646 h 524"/>
              <a:gd name="T16" fmla="*/ 2147483646 w 587"/>
              <a:gd name="T17" fmla="*/ 2147483646 h 524"/>
              <a:gd name="T18" fmla="*/ 2147483646 w 587"/>
              <a:gd name="T19" fmla="*/ 2147483646 h 524"/>
              <a:gd name="T20" fmla="*/ 2147483646 w 587"/>
              <a:gd name="T21" fmla="*/ 2147483646 h 524"/>
              <a:gd name="T22" fmla="*/ 2147483646 w 587"/>
              <a:gd name="T23" fmla="*/ 2147483646 h 524"/>
              <a:gd name="T24" fmla="*/ 2147483646 w 587"/>
              <a:gd name="T25" fmla="*/ 2147483646 h 524"/>
              <a:gd name="T26" fmla="*/ 0 w 587"/>
              <a:gd name="T27" fmla="*/ 2147483646 h 524"/>
              <a:gd name="T28" fmla="*/ 0 w 587"/>
              <a:gd name="T29" fmla="*/ 2147483646 h 524"/>
              <a:gd name="T30" fmla="*/ 2147483646 w 587"/>
              <a:gd name="T31" fmla="*/ 0 h 524"/>
              <a:gd name="T32" fmla="*/ 2147483646 w 587"/>
              <a:gd name="T33" fmla="*/ 0 h 524"/>
              <a:gd name="T34" fmla="*/ 2147483646 w 587"/>
              <a:gd name="T35" fmla="*/ 2147483646 h 524"/>
              <a:gd name="T36" fmla="*/ 2147483646 w 587"/>
              <a:gd name="T37" fmla="*/ 2147483646 h 524"/>
              <a:gd name="T38" fmla="*/ 2147483646 w 587"/>
              <a:gd name="T39" fmla="*/ 2147483646 h 524"/>
              <a:gd name="T40" fmla="*/ 2147483646 w 587"/>
              <a:gd name="T41" fmla="*/ 2147483646 h 524"/>
              <a:gd name="T42" fmla="*/ 2147483646 w 587"/>
              <a:gd name="T43" fmla="*/ 2147483646 h 524"/>
              <a:gd name="T44" fmla="*/ 2147483646 w 587"/>
              <a:gd name="T45" fmla="*/ 2147483646 h 524"/>
              <a:gd name="T46" fmla="*/ 2147483646 w 587"/>
              <a:gd name="T47" fmla="*/ 2147483646 h 524"/>
              <a:gd name="T48" fmla="*/ 2147483646 w 587"/>
              <a:gd name="T49" fmla="*/ 2147483646 h 524"/>
              <a:gd name="T50" fmla="*/ 2147483646 w 587"/>
              <a:gd name="T51" fmla="*/ 2147483646 h 524"/>
              <a:gd name="T52" fmla="*/ 2147483646 w 587"/>
              <a:gd name="T53" fmla="*/ 2147483646 h 524"/>
              <a:gd name="T54" fmla="*/ 2147483646 w 587"/>
              <a:gd name="T55" fmla="*/ 2147483646 h 524"/>
              <a:gd name="T56" fmla="*/ 2147483646 w 587"/>
              <a:gd name="T57" fmla="*/ 2147483646 h 524"/>
              <a:gd name="T58" fmla="*/ 2147483646 w 587"/>
              <a:gd name="T59" fmla="*/ 2147483646 h 524"/>
              <a:gd name="T60" fmla="*/ 2147483646 w 587"/>
              <a:gd name="T61" fmla="*/ 2147483646 h 524"/>
              <a:gd name="T62" fmla="*/ 2147483646 w 587"/>
              <a:gd name="T63" fmla="*/ 2147483646 h 524"/>
              <a:gd name="T64" fmla="*/ 2147483646 w 587"/>
              <a:gd name="T65" fmla="*/ 2147483646 h 524"/>
              <a:gd name="T66" fmla="*/ 2147483646 w 587"/>
              <a:gd name="T67" fmla="*/ 2147483646 h 5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87" h="524">
                <a:moveTo>
                  <a:pt x="558" y="431"/>
                </a:moveTo>
                <a:lnTo>
                  <a:pt x="558" y="431"/>
                </a:lnTo>
                <a:cubicBezTo>
                  <a:pt x="417" y="431"/>
                  <a:pt x="417" y="431"/>
                  <a:pt x="417" y="431"/>
                </a:cubicBezTo>
                <a:cubicBezTo>
                  <a:pt x="374" y="431"/>
                  <a:pt x="374" y="431"/>
                  <a:pt x="374" y="431"/>
                </a:cubicBezTo>
                <a:cubicBezTo>
                  <a:pt x="374" y="480"/>
                  <a:pt x="374" y="480"/>
                  <a:pt x="374" y="480"/>
                </a:cubicBezTo>
                <a:cubicBezTo>
                  <a:pt x="417" y="516"/>
                  <a:pt x="417" y="516"/>
                  <a:pt x="417" y="516"/>
                </a:cubicBezTo>
                <a:cubicBezTo>
                  <a:pt x="417" y="523"/>
                  <a:pt x="417" y="523"/>
                  <a:pt x="417" y="523"/>
                </a:cubicBezTo>
                <a:cubicBezTo>
                  <a:pt x="169" y="523"/>
                  <a:pt x="169" y="523"/>
                  <a:pt x="169" y="523"/>
                </a:cubicBezTo>
                <a:cubicBezTo>
                  <a:pt x="169" y="516"/>
                  <a:pt x="169" y="516"/>
                  <a:pt x="169" y="516"/>
                </a:cubicBezTo>
                <a:cubicBezTo>
                  <a:pt x="204" y="480"/>
                  <a:pt x="204" y="480"/>
                  <a:pt x="204" y="480"/>
                </a:cubicBezTo>
                <a:cubicBezTo>
                  <a:pt x="204" y="431"/>
                  <a:pt x="204" y="431"/>
                  <a:pt x="204" y="431"/>
                </a:cubicBezTo>
                <a:cubicBezTo>
                  <a:pt x="169" y="431"/>
                  <a:pt x="169" y="431"/>
                  <a:pt x="169" y="431"/>
                </a:cubicBezTo>
                <a:cubicBezTo>
                  <a:pt x="28" y="431"/>
                  <a:pt x="28" y="431"/>
                  <a:pt x="28" y="431"/>
                </a:cubicBezTo>
                <a:cubicBezTo>
                  <a:pt x="14" y="431"/>
                  <a:pt x="0" y="417"/>
                  <a:pt x="0" y="403"/>
                </a:cubicBezTo>
                <a:cubicBezTo>
                  <a:pt x="0" y="28"/>
                  <a:pt x="0" y="28"/>
                  <a:pt x="0" y="28"/>
                </a:cubicBezTo>
                <a:cubicBezTo>
                  <a:pt x="0" y="7"/>
                  <a:pt x="14" y="0"/>
                  <a:pt x="28" y="0"/>
                </a:cubicBezTo>
                <a:cubicBezTo>
                  <a:pt x="558" y="0"/>
                  <a:pt x="558" y="0"/>
                  <a:pt x="558" y="0"/>
                </a:cubicBezTo>
                <a:cubicBezTo>
                  <a:pt x="572" y="0"/>
                  <a:pt x="586" y="7"/>
                  <a:pt x="586" y="28"/>
                </a:cubicBezTo>
                <a:cubicBezTo>
                  <a:pt x="586" y="403"/>
                  <a:pt x="586" y="403"/>
                  <a:pt x="586" y="403"/>
                </a:cubicBezTo>
                <a:cubicBezTo>
                  <a:pt x="586" y="417"/>
                  <a:pt x="572" y="431"/>
                  <a:pt x="558" y="431"/>
                </a:cubicBezTo>
                <a:close/>
                <a:moveTo>
                  <a:pt x="544" y="35"/>
                </a:moveTo>
                <a:lnTo>
                  <a:pt x="544" y="35"/>
                </a:lnTo>
                <a:cubicBezTo>
                  <a:pt x="35" y="35"/>
                  <a:pt x="35" y="35"/>
                  <a:pt x="35" y="35"/>
                </a:cubicBezTo>
                <a:cubicBezTo>
                  <a:pt x="35" y="353"/>
                  <a:pt x="35" y="353"/>
                  <a:pt x="35" y="353"/>
                </a:cubicBezTo>
                <a:cubicBezTo>
                  <a:pt x="544" y="353"/>
                  <a:pt x="544" y="353"/>
                  <a:pt x="544" y="353"/>
                </a:cubicBezTo>
                <a:lnTo>
                  <a:pt x="544" y="35"/>
                </a:lnTo>
                <a:close/>
                <a:moveTo>
                  <a:pt x="233" y="169"/>
                </a:moveTo>
                <a:lnTo>
                  <a:pt x="233" y="169"/>
                </a:lnTo>
                <a:cubicBezTo>
                  <a:pt x="346" y="169"/>
                  <a:pt x="346" y="169"/>
                  <a:pt x="346" y="169"/>
                </a:cubicBezTo>
                <a:cubicBezTo>
                  <a:pt x="367" y="169"/>
                  <a:pt x="374" y="176"/>
                  <a:pt x="374" y="198"/>
                </a:cubicBezTo>
                <a:cubicBezTo>
                  <a:pt x="374" y="212"/>
                  <a:pt x="367" y="226"/>
                  <a:pt x="346" y="226"/>
                </a:cubicBezTo>
                <a:cubicBezTo>
                  <a:pt x="233" y="226"/>
                  <a:pt x="233" y="226"/>
                  <a:pt x="233" y="226"/>
                </a:cubicBezTo>
                <a:cubicBezTo>
                  <a:pt x="219" y="226"/>
                  <a:pt x="204" y="212"/>
                  <a:pt x="204" y="198"/>
                </a:cubicBezTo>
                <a:cubicBezTo>
                  <a:pt x="204" y="176"/>
                  <a:pt x="219" y="169"/>
                  <a:pt x="233" y="169"/>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0" name="Freeform 44">
            <a:extLst>
              <a:ext uri="{FF2B5EF4-FFF2-40B4-BE49-F238E27FC236}">
                <a16:creationId xmlns:a16="http://schemas.microsoft.com/office/drawing/2014/main" id="{DC38A9C5-4AE9-E27F-B124-7BDE04A3DE9C}"/>
              </a:ext>
            </a:extLst>
          </p:cNvPr>
          <p:cNvSpPr>
            <a:spLocks noChangeArrowheads="1"/>
          </p:cNvSpPr>
          <p:nvPr/>
        </p:nvSpPr>
        <p:spPr bwMode="auto">
          <a:xfrm>
            <a:off x="4468909" y="1984648"/>
            <a:ext cx="529596" cy="477437"/>
          </a:xfrm>
          <a:custGeom>
            <a:avLst/>
            <a:gdLst>
              <a:gd name="T0" fmla="*/ 2147483646 w 580"/>
              <a:gd name="T1" fmla="*/ 2147483646 h 524"/>
              <a:gd name="T2" fmla="*/ 2147483646 w 580"/>
              <a:gd name="T3" fmla="*/ 2147483646 h 524"/>
              <a:gd name="T4" fmla="*/ 2147483646 w 580"/>
              <a:gd name="T5" fmla="*/ 2147483646 h 524"/>
              <a:gd name="T6" fmla="*/ 2147483646 w 580"/>
              <a:gd name="T7" fmla="*/ 2147483646 h 524"/>
              <a:gd name="T8" fmla="*/ 2147483646 w 580"/>
              <a:gd name="T9" fmla="*/ 2147483646 h 524"/>
              <a:gd name="T10" fmla="*/ 2147483646 w 580"/>
              <a:gd name="T11" fmla="*/ 2147483646 h 524"/>
              <a:gd name="T12" fmla="*/ 2147483646 w 580"/>
              <a:gd name="T13" fmla="*/ 2147483646 h 524"/>
              <a:gd name="T14" fmla="*/ 2147483646 w 580"/>
              <a:gd name="T15" fmla="*/ 2147483646 h 524"/>
              <a:gd name="T16" fmla="*/ 2147483646 w 580"/>
              <a:gd name="T17" fmla="*/ 2147483646 h 524"/>
              <a:gd name="T18" fmla="*/ 2147483646 w 580"/>
              <a:gd name="T19" fmla="*/ 2147483646 h 524"/>
              <a:gd name="T20" fmla="*/ 2147483646 w 580"/>
              <a:gd name="T21" fmla="*/ 2147483646 h 524"/>
              <a:gd name="T22" fmla="*/ 2147483646 w 580"/>
              <a:gd name="T23" fmla="*/ 2147483646 h 524"/>
              <a:gd name="T24" fmla="*/ 2147483646 w 580"/>
              <a:gd name="T25" fmla="*/ 2147483646 h 524"/>
              <a:gd name="T26" fmla="*/ 0 w 580"/>
              <a:gd name="T27" fmla="*/ 2147483646 h 524"/>
              <a:gd name="T28" fmla="*/ 0 w 580"/>
              <a:gd name="T29" fmla="*/ 2147483646 h 524"/>
              <a:gd name="T30" fmla="*/ 2147483646 w 580"/>
              <a:gd name="T31" fmla="*/ 0 h 524"/>
              <a:gd name="T32" fmla="*/ 2147483646 w 580"/>
              <a:gd name="T33" fmla="*/ 0 h 524"/>
              <a:gd name="T34" fmla="*/ 2147483646 w 580"/>
              <a:gd name="T35" fmla="*/ 2147483646 h 524"/>
              <a:gd name="T36" fmla="*/ 2147483646 w 580"/>
              <a:gd name="T37" fmla="*/ 2147483646 h 524"/>
              <a:gd name="T38" fmla="*/ 2147483646 w 580"/>
              <a:gd name="T39" fmla="*/ 2147483646 h 524"/>
              <a:gd name="T40" fmla="*/ 2147483646 w 580"/>
              <a:gd name="T41" fmla="*/ 2147483646 h 524"/>
              <a:gd name="T42" fmla="*/ 2147483646 w 580"/>
              <a:gd name="T43" fmla="*/ 2147483646 h 524"/>
              <a:gd name="T44" fmla="*/ 2147483646 w 580"/>
              <a:gd name="T45" fmla="*/ 2147483646 h 524"/>
              <a:gd name="T46" fmla="*/ 2147483646 w 580"/>
              <a:gd name="T47" fmla="*/ 2147483646 h 524"/>
              <a:gd name="T48" fmla="*/ 2147483646 w 580"/>
              <a:gd name="T49" fmla="*/ 2147483646 h 524"/>
              <a:gd name="T50" fmla="*/ 2147483646 w 580"/>
              <a:gd name="T51" fmla="*/ 2147483646 h 524"/>
              <a:gd name="T52" fmla="*/ 2147483646 w 580"/>
              <a:gd name="T53" fmla="*/ 2147483646 h 524"/>
              <a:gd name="T54" fmla="*/ 2147483646 w 580"/>
              <a:gd name="T55" fmla="*/ 2147483646 h 524"/>
              <a:gd name="T56" fmla="*/ 2147483646 w 580"/>
              <a:gd name="T57" fmla="*/ 2147483646 h 524"/>
              <a:gd name="T58" fmla="*/ 2147483646 w 580"/>
              <a:gd name="T59" fmla="*/ 2147483646 h 524"/>
              <a:gd name="T60" fmla="*/ 2147483646 w 580"/>
              <a:gd name="T61" fmla="*/ 2147483646 h 524"/>
              <a:gd name="T62" fmla="*/ 2147483646 w 580"/>
              <a:gd name="T63" fmla="*/ 2147483646 h 524"/>
              <a:gd name="T64" fmla="*/ 2147483646 w 580"/>
              <a:gd name="T65" fmla="*/ 2147483646 h 524"/>
              <a:gd name="T66" fmla="*/ 2147483646 w 580"/>
              <a:gd name="T67" fmla="*/ 2147483646 h 524"/>
              <a:gd name="T68" fmla="*/ 2147483646 w 580"/>
              <a:gd name="T69" fmla="*/ 2147483646 h 524"/>
              <a:gd name="T70" fmla="*/ 2147483646 w 580"/>
              <a:gd name="T71" fmla="*/ 2147483646 h 524"/>
              <a:gd name="T72" fmla="*/ 2147483646 w 580"/>
              <a:gd name="T73" fmla="*/ 2147483646 h 524"/>
              <a:gd name="T74" fmla="*/ 2147483646 w 580"/>
              <a:gd name="T75" fmla="*/ 2147483646 h 524"/>
              <a:gd name="T76" fmla="*/ 2147483646 w 580"/>
              <a:gd name="T77" fmla="*/ 2147483646 h 524"/>
              <a:gd name="T78" fmla="*/ 2147483646 w 580"/>
              <a:gd name="T79" fmla="*/ 2147483646 h 524"/>
              <a:gd name="T80" fmla="*/ 2147483646 w 580"/>
              <a:gd name="T81" fmla="*/ 2147483646 h 524"/>
              <a:gd name="T82" fmla="*/ 2147483646 w 580"/>
              <a:gd name="T83" fmla="*/ 2147483646 h 524"/>
              <a:gd name="T84" fmla="*/ 2147483646 w 580"/>
              <a:gd name="T85" fmla="*/ 2147483646 h 524"/>
              <a:gd name="T86" fmla="*/ 2147483646 w 580"/>
              <a:gd name="T87" fmla="*/ 2147483646 h 52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80" h="524">
                <a:moveTo>
                  <a:pt x="551" y="431"/>
                </a:moveTo>
                <a:lnTo>
                  <a:pt x="551" y="431"/>
                </a:lnTo>
                <a:cubicBezTo>
                  <a:pt x="409" y="431"/>
                  <a:pt x="409" y="431"/>
                  <a:pt x="409" y="431"/>
                </a:cubicBezTo>
                <a:cubicBezTo>
                  <a:pt x="374" y="431"/>
                  <a:pt x="374" y="431"/>
                  <a:pt x="374" y="431"/>
                </a:cubicBezTo>
                <a:cubicBezTo>
                  <a:pt x="374" y="480"/>
                  <a:pt x="374" y="480"/>
                  <a:pt x="374" y="480"/>
                </a:cubicBezTo>
                <a:cubicBezTo>
                  <a:pt x="409" y="516"/>
                  <a:pt x="409" y="516"/>
                  <a:pt x="409" y="516"/>
                </a:cubicBezTo>
                <a:cubicBezTo>
                  <a:pt x="409" y="523"/>
                  <a:pt x="409" y="523"/>
                  <a:pt x="409" y="523"/>
                </a:cubicBezTo>
                <a:cubicBezTo>
                  <a:pt x="169" y="523"/>
                  <a:pt x="169" y="523"/>
                  <a:pt x="169" y="523"/>
                </a:cubicBezTo>
                <a:cubicBezTo>
                  <a:pt x="169" y="516"/>
                  <a:pt x="169" y="516"/>
                  <a:pt x="169" y="516"/>
                </a:cubicBezTo>
                <a:cubicBezTo>
                  <a:pt x="204" y="480"/>
                  <a:pt x="204" y="480"/>
                  <a:pt x="204" y="480"/>
                </a:cubicBezTo>
                <a:cubicBezTo>
                  <a:pt x="204" y="431"/>
                  <a:pt x="204" y="431"/>
                  <a:pt x="204" y="431"/>
                </a:cubicBezTo>
                <a:cubicBezTo>
                  <a:pt x="169" y="431"/>
                  <a:pt x="169" y="431"/>
                  <a:pt x="169" y="431"/>
                </a:cubicBezTo>
                <a:cubicBezTo>
                  <a:pt x="28" y="431"/>
                  <a:pt x="28" y="431"/>
                  <a:pt x="28" y="431"/>
                </a:cubicBezTo>
                <a:cubicBezTo>
                  <a:pt x="7" y="431"/>
                  <a:pt x="0" y="417"/>
                  <a:pt x="0" y="403"/>
                </a:cubicBezTo>
                <a:cubicBezTo>
                  <a:pt x="0" y="28"/>
                  <a:pt x="0" y="28"/>
                  <a:pt x="0" y="28"/>
                </a:cubicBezTo>
                <a:cubicBezTo>
                  <a:pt x="0" y="7"/>
                  <a:pt x="7" y="0"/>
                  <a:pt x="28" y="0"/>
                </a:cubicBezTo>
                <a:cubicBezTo>
                  <a:pt x="551" y="0"/>
                  <a:pt x="551" y="0"/>
                  <a:pt x="551" y="0"/>
                </a:cubicBezTo>
                <a:cubicBezTo>
                  <a:pt x="572" y="0"/>
                  <a:pt x="579" y="7"/>
                  <a:pt x="579" y="28"/>
                </a:cubicBezTo>
                <a:cubicBezTo>
                  <a:pt x="579" y="403"/>
                  <a:pt x="579" y="403"/>
                  <a:pt x="579" y="403"/>
                </a:cubicBezTo>
                <a:cubicBezTo>
                  <a:pt x="579" y="417"/>
                  <a:pt x="572" y="431"/>
                  <a:pt x="551" y="431"/>
                </a:cubicBezTo>
                <a:close/>
                <a:moveTo>
                  <a:pt x="544" y="35"/>
                </a:moveTo>
                <a:lnTo>
                  <a:pt x="544" y="35"/>
                </a:lnTo>
                <a:cubicBezTo>
                  <a:pt x="35" y="35"/>
                  <a:pt x="35" y="35"/>
                  <a:pt x="35" y="35"/>
                </a:cubicBezTo>
                <a:cubicBezTo>
                  <a:pt x="35" y="353"/>
                  <a:pt x="35" y="353"/>
                  <a:pt x="35" y="353"/>
                </a:cubicBezTo>
                <a:cubicBezTo>
                  <a:pt x="544" y="353"/>
                  <a:pt x="544" y="353"/>
                  <a:pt x="544" y="353"/>
                </a:cubicBezTo>
                <a:lnTo>
                  <a:pt x="544" y="35"/>
                </a:lnTo>
                <a:close/>
                <a:moveTo>
                  <a:pt x="233" y="169"/>
                </a:moveTo>
                <a:lnTo>
                  <a:pt x="233" y="169"/>
                </a:lnTo>
                <a:cubicBezTo>
                  <a:pt x="261" y="169"/>
                  <a:pt x="261" y="169"/>
                  <a:pt x="261" y="169"/>
                </a:cubicBezTo>
                <a:cubicBezTo>
                  <a:pt x="261" y="141"/>
                  <a:pt x="261" y="141"/>
                  <a:pt x="261" y="141"/>
                </a:cubicBezTo>
                <a:cubicBezTo>
                  <a:pt x="261" y="120"/>
                  <a:pt x="275" y="113"/>
                  <a:pt x="289" y="113"/>
                </a:cubicBezTo>
                <a:cubicBezTo>
                  <a:pt x="303" y="113"/>
                  <a:pt x="318" y="120"/>
                  <a:pt x="318" y="141"/>
                </a:cubicBezTo>
                <a:cubicBezTo>
                  <a:pt x="318" y="169"/>
                  <a:pt x="318" y="169"/>
                  <a:pt x="318" y="169"/>
                </a:cubicBezTo>
                <a:cubicBezTo>
                  <a:pt x="346" y="169"/>
                  <a:pt x="346" y="169"/>
                  <a:pt x="346" y="169"/>
                </a:cubicBezTo>
                <a:cubicBezTo>
                  <a:pt x="360" y="169"/>
                  <a:pt x="374" y="176"/>
                  <a:pt x="374" y="198"/>
                </a:cubicBezTo>
                <a:cubicBezTo>
                  <a:pt x="374" y="212"/>
                  <a:pt x="360" y="226"/>
                  <a:pt x="346" y="226"/>
                </a:cubicBezTo>
                <a:cubicBezTo>
                  <a:pt x="318" y="226"/>
                  <a:pt x="318" y="226"/>
                  <a:pt x="318" y="226"/>
                </a:cubicBezTo>
                <a:cubicBezTo>
                  <a:pt x="318" y="254"/>
                  <a:pt x="318" y="254"/>
                  <a:pt x="318" y="254"/>
                </a:cubicBezTo>
                <a:cubicBezTo>
                  <a:pt x="318" y="268"/>
                  <a:pt x="303" y="283"/>
                  <a:pt x="289" y="283"/>
                </a:cubicBezTo>
                <a:cubicBezTo>
                  <a:pt x="275" y="283"/>
                  <a:pt x="261" y="268"/>
                  <a:pt x="261" y="254"/>
                </a:cubicBezTo>
                <a:cubicBezTo>
                  <a:pt x="261" y="226"/>
                  <a:pt x="261" y="226"/>
                  <a:pt x="261" y="226"/>
                </a:cubicBezTo>
                <a:cubicBezTo>
                  <a:pt x="233" y="226"/>
                  <a:pt x="233" y="226"/>
                  <a:pt x="233" y="226"/>
                </a:cubicBezTo>
                <a:cubicBezTo>
                  <a:pt x="219" y="226"/>
                  <a:pt x="204" y="212"/>
                  <a:pt x="204" y="198"/>
                </a:cubicBezTo>
                <a:cubicBezTo>
                  <a:pt x="204" y="176"/>
                  <a:pt x="219" y="169"/>
                  <a:pt x="233" y="169"/>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1" name="Freeform 45">
            <a:extLst>
              <a:ext uri="{FF2B5EF4-FFF2-40B4-BE49-F238E27FC236}">
                <a16:creationId xmlns:a16="http://schemas.microsoft.com/office/drawing/2014/main" id="{B345B418-04AB-0D99-6956-8B3804213904}"/>
              </a:ext>
            </a:extLst>
          </p:cNvPr>
          <p:cNvSpPr>
            <a:spLocks noChangeArrowheads="1"/>
          </p:cNvSpPr>
          <p:nvPr/>
        </p:nvSpPr>
        <p:spPr bwMode="auto">
          <a:xfrm>
            <a:off x="3501994" y="1984648"/>
            <a:ext cx="533609" cy="477437"/>
          </a:xfrm>
          <a:custGeom>
            <a:avLst/>
            <a:gdLst>
              <a:gd name="T0" fmla="*/ 2147483646 w 588"/>
              <a:gd name="T1" fmla="*/ 2147483646 h 524"/>
              <a:gd name="T2" fmla="*/ 2147483646 w 588"/>
              <a:gd name="T3" fmla="*/ 2147483646 h 524"/>
              <a:gd name="T4" fmla="*/ 2147483646 w 588"/>
              <a:gd name="T5" fmla="*/ 2147483646 h 524"/>
              <a:gd name="T6" fmla="*/ 2147483646 w 588"/>
              <a:gd name="T7" fmla="*/ 2147483646 h 524"/>
              <a:gd name="T8" fmla="*/ 2147483646 w 588"/>
              <a:gd name="T9" fmla="*/ 2147483646 h 524"/>
              <a:gd name="T10" fmla="*/ 2147483646 w 588"/>
              <a:gd name="T11" fmla="*/ 2147483646 h 524"/>
              <a:gd name="T12" fmla="*/ 2147483646 w 588"/>
              <a:gd name="T13" fmla="*/ 2147483646 h 524"/>
              <a:gd name="T14" fmla="*/ 2147483646 w 588"/>
              <a:gd name="T15" fmla="*/ 2147483646 h 524"/>
              <a:gd name="T16" fmla="*/ 2147483646 w 588"/>
              <a:gd name="T17" fmla="*/ 2147483646 h 524"/>
              <a:gd name="T18" fmla="*/ 2147483646 w 588"/>
              <a:gd name="T19" fmla="*/ 2147483646 h 524"/>
              <a:gd name="T20" fmla="*/ 2147483646 w 588"/>
              <a:gd name="T21" fmla="*/ 2147483646 h 524"/>
              <a:gd name="T22" fmla="*/ 2147483646 w 588"/>
              <a:gd name="T23" fmla="*/ 2147483646 h 524"/>
              <a:gd name="T24" fmla="*/ 2147483646 w 588"/>
              <a:gd name="T25" fmla="*/ 2147483646 h 524"/>
              <a:gd name="T26" fmla="*/ 0 w 588"/>
              <a:gd name="T27" fmla="*/ 2147483646 h 524"/>
              <a:gd name="T28" fmla="*/ 0 w 588"/>
              <a:gd name="T29" fmla="*/ 2147483646 h 524"/>
              <a:gd name="T30" fmla="*/ 2147483646 w 588"/>
              <a:gd name="T31" fmla="*/ 0 h 524"/>
              <a:gd name="T32" fmla="*/ 2147483646 w 588"/>
              <a:gd name="T33" fmla="*/ 0 h 524"/>
              <a:gd name="T34" fmla="*/ 2147483646 w 588"/>
              <a:gd name="T35" fmla="*/ 2147483646 h 524"/>
              <a:gd name="T36" fmla="*/ 2147483646 w 588"/>
              <a:gd name="T37" fmla="*/ 2147483646 h 524"/>
              <a:gd name="T38" fmla="*/ 2147483646 w 588"/>
              <a:gd name="T39" fmla="*/ 2147483646 h 524"/>
              <a:gd name="T40" fmla="*/ 2147483646 w 588"/>
              <a:gd name="T41" fmla="*/ 2147483646 h 524"/>
              <a:gd name="T42" fmla="*/ 2147483646 w 588"/>
              <a:gd name="T43" fmla="*/ 2147483646 h 524"/>
              <a:gd name="T44" fmla="*/ 2147483646 w 588"/>
              <a:gd name="T45" fmla="*/ 2147483646 h 524"/>
              <a:gd name="T46" fmla="*/ 2147483646 w 588"/>
              <a:gd name="T47" fmla="*/ 2147483646 h 524"/>
              <a:gd name="T48" fmla="*/ 2147483646 w 588"/>
              <a:gd name="T49" fmla="*/ 2147483646 h 524"/>
              <a:gd name="T50" fmla="*/ 2147483646 w 588"/>
              <a:gd name="T51" fmla="*/ 2147483646 h 5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588" h="524">
                <a:moveTo>
                  <a:pt x="559" y="431"/>
                </a:moveTo>
                <a:lnTo>
                  <a:pt x="559" y="431"/>
                </a:lnTo>
                <a:cubicBezTo>
                  <a:pt x="417" y="431"/>
                  <a:pt x="417" y="431"/>
                  <a:pt x="417" y="431"/>
                </a:cubicBezTo>
                <a:cubicBezTo>
                  <a:pt x="382" y="431"/>
                  <a:pt x="382" y="431"/>
                  <a:pt x="382" y="431"/>
                </a:cubicBezTo>
                <a:cubicBezTo>
                  <a:pt x="382" y="480"/>
                  <a:pt x="382" y="480"/>
                  <a:pt x="382" y="480"/>
                </a:cubicBezTo>
                <a:cubicBezTo>
                  <a:pt x="417" y="516"/>
                  <a:pt x="417" y="516"/>
                  <a:pt x="417" y="516"/>
                </a:cubicBezTo>
                <a:cubicBezTo>
                  <a:pt x="417" y="523"/>
                  <a:pt x="417" y="523"/>
                  <a:pt x="417" y="523"/>
                </a:cubicBezTo>
                <a:cubicBezTo>
                  <a:pt x="170" y="523"/>
                  <a:pt x="170" y="523"/>
                  <a:pt x="170" y="523"/>
                </a:cubicBezTo>
                <a:cubicBezTo>
                  <a:pt x="170" y="516"/>
                  <a:pt x="170" y="516"/>
                  <a:pt x="170" y="516"/>
                </a:cubicBezTo>
                <a:cubicBezTo>
                  <a:pt x="212" y="480"/>
                  <a:pt x="212" y="480"/>
                  <a:pt x="212" y="480"/>
                </a:cubicBezTo>
                <a:cubicBezTo>
                  <a:pt x="212" y="431"/>
                  <a:pt x="212" y="431"/>
                  <a:pt x="212" y="431"/>
                </a:cubicBezTo>
                <a:cubicBezTo>
                  <a:pt x="170" y="431"/>
                  <a:pt x="170" y="431"/>
                  <a:pt x="170" y="431"/>
                </a:cubicBezTo>
                <a:cubicBezTo>
                  <a:pt x="29" y="431"/>
                  <a:pt x="29" y="431"/>
                  <a:pt x="29" y="431"/>
                </a:cubicBezTo>
                <a:cubicBezTo>
                  <a:pt x="15" y="431"/>
                  <a:pt x="0" y="417"/>
                  <a:pt x="0" y="403"/>
                </a:cubicBezTo>
                <a:cubicBezTo>
                  <a:pt x="0" y="28"/>
                  <a:pt x="0" y="28"/>
                  <a:pt x="0" y="28"/>
                </a:cubicBezTo>
                <a:cubicBezTo>
                  <a:pt x="0" y="7"/>
                  <a:pt x="15" y="0"/>
                  <a:pt x="29" y="0"/>
                </a:cubicBezTo>
                <a:cubicBezTo>
                  <a:pt x="559" y="0"/>
                  <a:pt x="559" y="0"/>
                  <a:pt x="559" y="0"/>
                </a:cubicBezTo>
                <a:cubicBezTo>
                  <a:pt x="573" y="0"/>
                  <a:pt x="587" y="7"/>
                  <a:pt x="587" y="28"/>
                </a:cubicBezTo>
                <a:cubicBezTo>
                  <a:pt x="587" y="403"/>
                  <a:pt x="587" y="403"/>
                  <a:pt x="587" y="403"/>
                </a:cubicBezTo>
                <a:cubicBezTo>
                  <a:pt x="587" y="417"/>
                  <a:pt x="573" y="431"/>
                  <a:pt x="559" y="431"/>
                </a:cubicBezTo>
                <a:close/>
                <a:moveTo>
                  <a:pt x="552" y="35"/>
                </a:moveTo>
                <a:lnTo>
                  <a:pt x="552" y="35"/>
                </a:lnTo>
                <a:cubicBezTo>
                  <a:pt x="43" y="35"/>
                  <a:pt x="43" y="35"/>
                  <a:pt x="43" y="35"/>
                </a:cubicBezTo>
                <a:cubicBezTo>
                  <a:pt x="43" y="353"/>
                  <a:pt x="43" y="353"/>
                  <a:pt x="43" y="353"/>
                </a:cubicBezTo>
                <a:cubicBezTo>
                  <a:pt x="552" y="353"/>
                  <a:pt x="552" y="353"/>
                  <a:pt x="552" y="353"/>
                </a:cubicBezTo>
                <a:lnTo>
                  <a:pt x="552" y="35"/>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2" name="Freeform 46">
            <a:extLst>
              <a:ext uri="{FF2B5EF4-FFF2-40B4-BE49-F238E27FC236}">
                <a16:creationId xmlns:a16="http://schemas.microsoft.com/office/drawing/2014/main" id="{0FB45519-E654-46B1-8028-16EFEEB4234E}"/>
              </a:ext>
            </a:extLst>
          </p:cNvPr>
          <p:cNvSpPr>
            <a:spLocks noChangeArrowheads="1"/>
          </p:cNvSpPr>
          <p:nvPr/>
        </p:nvSpPr>
        <p:spPr bwMode="auto">
          <a:xfrm>
            <a:off x="2539093" y="2036803"/>
            <a:ext cx="549657" cy="341029"/>
          </a:xfrm>
          <a:custGeom>
            <a:avLst/>
            <a:gdLst>
              <a:gd name="T0" fmla="*/ 2147483646 w 602"/>
              <a:gd name="T1" fmla="*/ 2147483646 h 376"/>
              <a:gd name="T2" fmla="*/ 2147483646 w 602"/>
              <a:gd name="T3" fmla="*/ 2147483646 h 376"/>
              <a:gd name="T4" fmla="*/ 2147483646 w 602"/>
              <a:gd name="T5" fmla="*/ 2147483646 h 376"/>
              <a:gd name="T6" fmla="*/ 2147483646 w 602"/>
              <a:gd name="T7" fmla="*/ 2147483646 h 376"/>
              <a:gd name="T8" fmla="*/ 2147483646 w 602"/>
              <a:gd name="T9" fmla="*/ 2147483646 h 376"/>
              <a:gd name="T10" fmla="*/ 0 w 602"/>
              <a:gd name="T11" fmla="*/ 2147483646 h 376"/>
              <a:gd name="T12" fmla="*/ 0 w 602"/>
              <a:gd name="T13" fmla="*/ 2147483646 h 376"/>
              <a:gd name="T14" fmla="*/ 2147483646 w 602"/>
              <a:gd name="T15" fmla="*/ 2147483646 h 376"/>
              <a:gd name="T16" fmla="*/ 2147483646 w 602"/>
              <a:gd name="T17" fmla="*/ 2147483646 h 376"/>
              <a:gd name="T18" fmla="*/ 2147483646 w 602"/>
              <a:gd name="T19" fmla="*/ 0 h 376"/>
              <a:gd name="T20" fmla="*/ 2147483646 w 602"/>
              <a:gd name="T21" fmla="*/ 0 h 376"/>
              <a:gd name="T22" fmla="*/ 2147483646 w 602"/>
              <a:gd name="T23" fmla="*/ 2147483646 h 376"/>
              <a:gd name="T24" fmla="*/ 2147483646 w 602"/>
              <a:gd name="T25" fmla="*/ 2147483646 h 376"/>
              <a:gd name="T26" fmla="*/ 2147483646 w 602"/>
              <a:gd name="T27" fmla="*/ 2147483646 h 376"/>
              <a:gd name="T28" fmla="*/ 2147483646 w 602"/>
              <a:gd name="T29" fmla="*/ 2147483646 h 376"/>
              <a:gd name="T30" fmla="*/ 2147483646 w 602"/>
              <a:gd name="T31" fmla="*/ 2147483646 h 376"/>
              <a:gd name="T32" fmla="*/ 2147483646 w 602"/>
              <a:gd name="T33" fmla="*/ 2147483646 h 376"/>
              <a:gd name="T34" fmla="*/ 2147483646 w 602"/>
              <a:gd name="T35" fmla="*/ 2147483646 h 376"/>
              <a:gd name="T36" fmla="*/ 2147483646 w 602"/>
              <a:gd name="T37" fmla="*/ 2147483646 h 376"/>
              <a:gd name="T38" fmla="*/ 2147483646 w 602"/>
              <a:gd name="T39" fmla="*/ 2147483646 h 376"/>
              <a:gd name="T40" fmla="*/ 2147483646 w 602"/>
              <a:gd name="T41" fmla="*/ 2147483646 h 376"/>
              <a:gd name="T42" fmla="*/ 2147483646 w 602"/>
              <a:gd name="T43" fmla="*/ 2147483646 h 376"/>
              <a:gd name="T44" fmla="*/ 2147483646 w 602"/>
              <a:gd name="T45" fmla="*/ 2147483646 h 376"/>
              <a:gd name="T46" fmla="*/ 2147483646 w 602"/>
              <a:gd name="T47" fmla="*/ 2147483646 h 376"/>
              <a:gd name="T48" fmla="*/ 2147483646 w 602"/>
              <a:gd name="T49" fmla="*/ 2147483646 h 376"/>
              <a:gd name="T50" fmla="*/ 2147483646 w 602"/>
              <a:gd name="T51" fmla="*/ 2147483646 h 376"/>
              <a:gd name="T52" fmla="*/ 2147483646 w 602"/>
              <a:gd name="T53" fmla="*/ 2147483646 h 376"/>
              <a:gd name="T54" fmla="*/ 2147483646 w 602"/>
              <a:gd name="T55" fmla="*/ 2147483646 h 37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602" h="376">
                <a:moveTo>
                  <a:pt x="573" y="375"/>
                </a:moveTo>
                <a:lnTo>
                  <a:pt x="573" y="375"/>
                </a:lnTo>
                <a:cubicBezTo>
                  <a:pt x="544" y="375"/>
                  <a:pt x="544" y="375"/>
                  <a:pt x="544" y="375"/>
                </a:cubicBezTo>
                <a:cubicBezTo>
                  <a:pt x="57" y="375"/>
                  <a:pt x="57" y="375"/>
                  <a:pt x="57" y="375"/>
                </a:cubicBezTo>
                <a:cubicBezTo>
                  <a:pt x="29" y="375"/>
                  <a:pt x="29" y="375"/>
                  <a:pt x="29" y="375"/>
                </a:cubicBezTo>
                <a:cubicBezTo>
                  <a:pt x="7" y="375"/>
                  <a:pt x="0" y="361"/>
                  <a:pt x="0" y="347"/>
                </a:cubicBezTo>
                <a:cubicBezTo>
                  <a:pt x="0" y="297"/>
                  <a:pt x="0" y="297"/>
                  <a:pt x="0" y="297"/>
                </a:cubicBezTo>
                <a:cubicBezTo>
                  <a:pt x="57" y="297"/>
                  <a:pt x="57" y="297"/>
                  <a:pt x="57" y="297"/>
                </a:cubicBezTo>
                <a:cubicBezTo>
                  <a:pt x="57" y="29"/>
                  <a:pt x="57" y="29"/>
                  <a:pt x="57" y="29"/>
                </a:cubicBezTo>
                <a:cubicBezTo>
                  <a:pt x="57" y="7"/>
                  <a:pt x="64" y="0"/>
                  <a:pt x="85" y="0"/>
                </a:cubicBezTo>
                <a:cubicBezTo>
                  <a:pt x="516" y="0"/>
                  <a:pt x="516" y="0"/>
                  <a:pt x="516" y="0"/>
                </a:cubicBezTo>
                <a:cubicBezTo>
                  <a:pt x="530" y="0"/>
                  <a:pt x="544" y="7"/>
                  <a:pt x="544" y="29"/>
                </a:cubicBezTo>
                <a:cubicBezTo>
                  <a:pt x="544" y="297"/>
                  <a:pt x="544" y="297"/>
                  <a:pt x="544" y="297"/>
                </a:cubicBezTo>
                <a:cubicBezTo>
                  <a:pt x="601" y="297"/>
                  <a:pt x="601" y="297"/>
                  <a:pt x="601" y="297"/>
                </a:cubicBezTo>
                <a:cubicBezTo>
                  <a:pt x="601" y="347"/>
                  <a:pt x="601" y="347"/>
                  <a:pt x="601" y="347"/>
                </a:cubicBezTo>
                <a:cubicBezTo>
                  <a:pt x="601" y="361"/>
                  <a:pt x="587" y="375"/>
                  <a:pt x="573" y="375"/>
                </a:cubicBezTo>
                <a:close/>
                <a:moveTo>
                  <a:pt x="233" y="347"/>
                </a:moveTo>
                <a:lnTo>
                  <a:pt x="233" y="347"/>
                </a:lnTo>
                <a:cubicBezTo>
                  <a:pt x="368" y="347"/>
                  <a:pt x="368" y="347"/>
                  <a:pt x="368" y="347"/>
                </a:cubicBezTo>
                <a:cubicBezTo>
                  <a:pt x="368" y="325"/>
                  <a:pt x="368" y="325"/>
                  <a:pt x="368" y="325"/>
                </a:cubicBezTo>
                <a:cubicBezTo>
                  <a:pt x="233" y="325"/>
                  <a:pt x="233" y="325"/>
                  <a:pt x="233" y="325"/>
                </a:cubicBezTo>
                <a:lnTo>
                  <a:pt x="233" y="347"/>
                </a:lnTo>
                <a:close/>
                <a:moveTo>
                  <a:pt x="509" y="36"/>
                </a:moveTo>
                <a:lnTo>
                  <a:pt x="509" y="36"/>
                </a:lnTo>
                <a:cubicBezTo>
                  <a:pt x="92" y="36"/>
                  <a:pt x="92" y="36"/>
                  <a:pt x="92" y="36"/>
                </a:cubicBezTo>
                <a:cubicBezTo>
                  <a:pt x="92" y="283"/>
                  <a:pt x="92" y="283"/>
                  <a:pt x="92" y="283"/>
                </a:cubicBezTo>
                <a:cubicBezTo>
                  <a:pt x="509" y="283"/>
                  <a:pt x="509" y="283"/>
                  <a:pt x="509" y="283"/>
                </a:cubicBezTo>
                <a:lnTo>
                  <a:pt x="509" y="3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3" name="Freeform 47">
            <a:extLst>
              <a:ext uri="{FF2B5EF4-FFF2-40B4-BE49-F238E27FC236}">
                <a16:creationId xmlns:a16="http://schemas.microsoft.com/office/drawing/2014/main" id="{62B0DF8C-E463-8918-00DC-BDA5017D156A}"/>
              </a:ext>
            </a:extLst>
          </p:cNvPr>
          <p:cNvSpPr>
            <a:spLocks noChangeArrowheads="1"/>
          </p:cNvSpPr>
          <p:nvPr/>
        </p:nvSpPr>
        <p:spPr bwMode="auto">
          <a:xfrm>
            <a:off x="1640385" y="1960575"/>
            <a:ext cx="425281" cy="497499"/>
          </a:xfrm>
          <a:custGeom>
            <a:avLst/>
            <a:gdLst>
              <a:gd name="T0" fmla="*/ 2147483646 w 467"/>
              <a:gd name="T1" fmla="*/ 2147483646 h 545"/>
              <a:gd name="T2" fmla="*/ 2147483646 w 467"/>
              <a:gd name="T3" fmla="*/ 2147483646 h 545"/>
              <a:gd name="T4" fmla="*/ 2147483646 w 467"/>
              <a:gd name="T5" fmla="*/ 2147483646 h 545"/>
              <a:gd name="T6" fmla="*/ 0 w 467"/>
              <a:gd name="T7" fmla="*/ 2147483646 h 545"/>
              <a:gd name="T8" fmla="*/ 0 w 467"/>
              <a:gd name="T9" fmla="*/ 2147483646 h 545"/>
              <a:gd name="T10" fmla="*/ 2147483646 w 467"/>
              <a:gd name="T11" fmla="*/ 0 h 545"/>
              <a:gd name="T12" fmla="*/ 2147483646 w 467"/>
              <a:gd name="T13" fmla="*/ 0 h 545"/>
              <a:gd name="T14" fmla="*/ 2147483646 w 467"/>
              <a:gd name="T15" fmla="*/ 2147483646 h 545"/>
              <a:gd name="T16" fmla="*/ 2147483646 w 467"/>
              <a:gd name="T17" fmla="*/ 2147483646 h 545"/>
              <a:gd name="T18" fmla="*/ 2147483646 w 467"/>
              <a:gd name="T19" fmla="*/ 2147483646 h 545"/>
              <a:gd name="T20" fmla="*/ 2147483646 w 467"/>
              <a:gd name="T21" fmla="*/ 2147483646 h 545"/>
              <a:gd name="T22" fmla="*/ 2147483646 w 467"/>
              <a:gd name="T23" fmla="*/ 2147483646 h 545"/>
              <a:gd name="T24" fmla="*/ 2147483646 w 467"/>
              <a:gd name="T25" fmla="*/ 2147483646 h 545"/>
              <a:gd name="T26" fmla="*/ 2147483646 w 467"/>
              <a:gd name="T27" fmla="*/ 2147483646 h 545"/>
              <a:gd name="T28" fmla="*/ 2147483646 w 467"/>
              <a:gd name="T29" fmla="*/ 2147483646 h 545"/>
              <a:gd name="T30" fmla="*/ 2147483646 w 467"/>
              <a:gd name="T31" fmla="*/ 2147483646 h 545"/>
              <a:gd name="T32" fmla="*/ 2147483646 w 467"/>
              <a:gd name="T33" fmla="*/ 2147483646 h 545"/>
              <a:gd name="T34" fmla="*/ 2147483646 w 467"/>
              <a:gd name="T35" fmla="*/ 2147483646 h 545"/>
              <a:gd name="T36" fmla="*/ 2147483646 w 467"/>
              <a:gd name="T37" fmla="*/ 2147483646 h 545"/>
              <a:gd name="T38" fmla="*/ 2147483646 w 467"/>
              <a:gd name="T39" fmla="*/ 2147483646 h 545"/>
              <a:gd name="T40" fmla="*/ 2147483646 w 467"/>
              <a:gd name="T41" fmla="*/ 2147483646 h 545"/>
              <a:gd name="T42" fmla="*/ 2147483646 w 467"/>
              <a:gd name="T43" fmla="*/ 2147483646 h 54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67" h="545">
                <a:moveTo>
                  <a:pt x="438" y="544"/>
                </a:moveTo>
                <a:lnTo>
                  <a:pt x="438" y="544"/>
                </a:lnTo>
                <a:cubicBezTo>
                  <a:pt x="28" y="544"/>
                  <a:pt x="28" y="544"/>
                  <a:pt x="28" y="544"/>
                </a:cubicBezTo>
                <a:cubicBezTo>
                  <a:pt x="7" y="544"/>
                  <a:pt x="0" y="530"/>
                  <a:pt x="0" y="515"/>
                </a:cubicBezTo>
                <a:cubicBezTo>
                  <a:pt x="0" y="28"/>
                  <a:pt x="0" y="28"/>
                  <a:pt x="0" y="28"/>
                </a:cubicBezTo>
                <a:cubicBezTo>
                  <a:pt x="0" y="7"/>
                  <a:pt x="7" y="0"/>
                  <a:pt x="28" y="0"/>
                </a:cubicBezTo>
                <a:cubicBezTo>
                  <a:pt x="438" y="0"/>
                  <a:pt x="438" y="0"/>
                  <a:pt x="438" y="0"/>
                </a:cubicBezTo>
                <a:cubicBezTo>
                  <a:pt x="459" y="0"/>
                  <a:pt x="466" y="7"/>
                  <a:pt x="466" y="28"/>
                </a:cubicBezTo>
                <a:cubicBezTo>
                  <a:pt x="466" y="515"/>
                  <a:pt x="466" y="515"/>
                  <a:pt x="466" y="515"/>
                </a:cubicBezTo>
                <a:cubicBezTo>
                  <a:pt x="466" y="530"/>
                  <a:pt x="459" y="544"/>
                  <a:pt x="438" y="544"/>
                </a:cubicBezTo>
                <a:close/>
                <a:moveTo>
                  <a:pt x="233" y="522"/>
                </a:moveTo>
                <a:lnTo>
                  <a:pt x="233" y="522"/>
                </a:lnTo>
                <a:cubicBezTo>
                  <a:pt x="240" y="522"/>
                  <a:pt x="254" y="515"/>
                  <a:pt x="254" y="508"/>
                </a:cubicBezTo>
                <a:cubicBezTo>
                  <a:pt x="254" y="494"/>
                  <a:pt x="240" y="487"/>
                  <a:pt x="233" y="487"/>
                </a:cubicBezTo>
                <a:cubicBezTo>
                  <a:pt x="226" y="487"/>
                  <a:pt x="212" y="494"/>
                  <a:pt x="212" y="508"/>
                </a:cubicBezTo>
                <a:cubicBezTo>
                  <a:pt x="212" y="515"/>
                  <a:pt x="226" y="522"/>
                  <a:pt x="233" y="522"/>
                </a:cubicBezTo>
                <a:close/>
                <a:moveTo>
                  <a:pt x="410" y="56"/>
                </a:moveTo>
                <a:lnTo>
                  <a:pt x="410" y="56"/>
                </a:lnTo>
                <a:cubicBezTo>
                  <a:pt x="56" y="56"/>
                  <a:pt x="56" y="56"/>
                  <a:pt x="56" y="56"/>
                </a:cubicBezTo>
                <a:cubicBezTo>
                  <a:pt x="56" y="466"/>
                  <a:pt x="56" y="466"/>
                  <a:pt x="56" y="466"/>
                </a:cubicBezTo>
                <a:cubicBezTo>
                  <a:pt x="410" y="466"/>
                  <a:pt x="410" y="466"/>
                  <a:pt x="410" y="466"/>
                </a:cubicBezTo>
                <a:lnTo>
                  <a:pt x="410" y="5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4" name="Freeform 48">
            <a:extLst>
              <a:ext uri="{FF2B5EF4-FFF2-40B4-BE49-F238E27FC236}">
                <a16:creationId xmlns:a16="http://schemas.microsoft.com/office/drawing/2014/main" id="{51D74713-E046-B08C-AFB6-D7CEB41CC6FC}"/>
              </a:ext>
            </a:extLst>
          </p:cNvPr>
          <p:cNvSpPr>
            <a:spLocks noChangeArrowheads="1"/>
          </p:cNvSpPr>
          <p:nvPr/>
        </p:nvSpPr>
        <p:spPr bwMode="auto">
          <a:xfrm>
            <a:off x="745691" y="1960575"/>
            <a:ext cx="288870" cy="497499"/>
          </a:xfrm>
          <a:custGeom>
            <a:avLst/>
            <a:gdLst>
              <a:gd name="T0" fmla="*/ 2147483646 w 319"/>
              <a:gd name="T1" fmla="*/ 2147483646 h 545"/>
              <a:gd name="T2" fmla="*/ 2147483646 w 319"/>
              <a:gd name="T3" fmla="*/ 2147483646 h 545"/>
              <a:gd name="T4" fmla="*/ 2147483646 w 319"/>
              <a:gd name="T5" fmla="*/ 2147483646 h 545"/>
              <a:gd name="T6" fmla="*/ 0 w 319"/>
              <a:gd name="T7" fmla="*/ 2147483646 h 545"/>
              <a:gd name="T8" fmla="*/ 0 w 319"/>
              <a:gd name="T9" fmla="*/ 2147483646 h 545"/>
              <a:gd name="T10" fmla="*/ 2147483646 w 319"/>
              <a:gd name="T11" fmla="*/ 0 h 545"/>
              <a:gd name="T12" fmla="*/ 2147483646 w 319"/>
              <a:gd name="T13" fmla="*/ 0 h 545"/>
              <a:gd name="T14" fmla="*/ 2147483646 w 319"/>
              <a:gd name="T15" fmla="*/ 2147483646 h 545"/>
              <a:gd name="T16" fmla="*/ 2147483646 w 319"/>
              <a:gd name="T17" fmla="*/ 2147483646 h 545"/>
              <a:gd name="T18" fmla="*/ 2147483646 w 319"/>
              <a:gd name="T19" fmla="*/ 2147483646 h 545"/>
              <a:gd name="T20" fmla="*/ 2147483646 w 319"/>
              <a:gd name="T21" fmla="*/ 2147483646 h 545"/>
              <a:gd name="T22" fmla="*/ 2147483646 w 319"/>
              <a:gd name="T23" fmla="*/ 2147483646 h 545"/>
              <a:gd name="T24" fmla="*/ 2147483646 w 319"/>
              <a:gd name="T25" fmla="*/ 2147483646 h 545"/>
              <a:gd name="T26" fmla="*/ 2147483646 w 319"/>
              <a:gd name="T27" fmla="*/ 2147483646 h 545"/>
              <a:gd name="T28" fmla="*/ 2147483646 w 319"/>
              <a:gd name="T29" fmla="*/ 2147483646 h 545"/>
              <a:gd name="T30" fmla="*/ 2147483646 w 319"/>
              <a:gd name="T31" fmla="*/ 2147483646 h 545"/>
              <a:gd name="T32" fmla="*/ 2147483646 w 319"/>
              <a:gd name="T33" fmla="*/ 2147483646 h 545"/>
              <a:gd name="T34" fmla="*/ 2147483646 w 319"/>
              <a:gd name="T35" fmla="*/ 2147483646 h 545"/>
              <a:gd name="T36" fmla="*/ 2147483646 w 319"/>
              <a:gd name="T37" fmla="*/ 2147483646 h 545"/>
              <a:gd name="T38" fmla="*/ 2147483646 w 319"/>
              <a:gd name="T39" fmla="*/ 2147483646 h 545"/>
              <a:gd name="T40" fmla="*/ 2147483646 w 319"/>
              <a:gd name="T41" fmla="*/ 2147483646 h 545"/>
              <a:gd name="T42" fmla="*/ 2147483646 w 319"/>
              <a:gd name="T43" fmla="*/ 2147483646 h 545"/>
              <a:gd name="T44" fmla="*/ 2147483646 w 319"/>
              <a:gd name="T45" fmla="*/ 2147483646 h 545"/>
              <a:gd name="T46" fmla="*/ 2147483646 w 319"/>
              <a:gd name="T47" fmla="*/ 2147483646 h 545"/>
              <a:gd name="T48" fmla="*/ 2147483646 w 319"/>
              <a:gd name="T49" fmla="*/ 2147483646 h 545"/>
              <a:gd name="T50" fmla="*/ 2147483646 w 319"/>
              <a:gd name="T51" fmla="*/ 2147483646 h 54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319" h="545">
                <a:moveTo>
                  <a:pt x="290" y="544"/>
                </a:moveTo>
                <a:lnTo>
                  <a:pt x="290" y="544"/>
                </a:lnTo>
                <a:cubicBezTo>
                  <a:pt x="29" y="544"/>
                  <a:pt x="29" y="544"/>
                  <a:pt x="29" y="544"/>
                </a:cubicBezTo>
                <a:cubicBezTo>
                  <a:pt x="15" y="544"/>
                  <a:pt x="0" y="530"/>
                  <a:pt x="0" y="515"/>
                </a:cubicBezTo>
                <a:cubicBezTo>
                  <a:pt x="0" y="28"/>
                  <a:pt x="0" y="28"/>
                  <a:pt x="0" y="28"/>
                </a:cubicBezTo>
                <a:cubicBezTo>
                  <a:pt x="0" y="7"/>
                  <a:pt x="15" y="0"/>
                  <a:pt x="29" y="0"/>
                </a:cubicBezTo>
                <a:cubicBezTo>
                  <a:pt x="290" y="0"/>
                  <a:pt x="290" y="0"/>
                  <a:pt x="290" y="0"/>
                </a:cubicBezTo>
                <a:cubicBezTo>
                  <a:pt x="311" y="0"/>
                  <a:pt x="318" y="7"/>
                  <a:pt x="318" y="28"/>
                </a:cubicBezTo>
                <a:cubicBezTo>
                  <a:pt x="318" y="515"/>
                  <a:pt x="318" y="515"/>
                  <a:pt x="318" y="515"/>
                </a:cubicBezTo>
                <a:cubicBezTo>
                  <a:pt x="318" y="530"/>
                  <a:pt x="311" y="544"/>
                  <a:pt x="290" y="544"/>
                </a:cubicBezTo>
                <a:close/>
                <a:moveTo>
                  <a:pt x="163" y="515"/>
                </a:moveTo>
                <a:lnTo>
                  <a:pt x="163" y="515"/>
                </a:lnTo>
                <a:cubicBezTo>
                  <a:pt x="170" y="515"/>
                  <a:pt x="177" y="508"/>
                  <a:pt x="177" y="494"/>
                </a:cubicBezTo>
                <a:cubicBezTo>
                  <a:pt x="177" y="487"/>
                  <a:pt x="170" y="480"/>
                  <a:pt x="163" y="480"/>
                </a:cubicBezTo>
                <a:cubicBezTo>
                  <a:pt x="149" y="480"/>
                  <a:pt x="142" y="487"/>
                  <a:pt x="142" y="494"/>
                </a:cubicBezTo>
                <a:cubicBezTo>
                  <a:pt x="142" y="508"/>
                  <a:pt x="149" y="515"/>
                  <a:pt x="163" y="515"/>
                </a:cubicBezTo>
                <a:close/>
                <a:moveTo>
                  <a:pt x="290" y="56"/>
                </a:moveTo>
                <a:lnTo>
                  <a:pt x="290" y="56"/>
                </a:lnTo>
                <a:cubicBezTo>
                  <a:pt x="283" y="56"/>
                  <a:pt x="283" y="56"/>
                  <a:pt x="283" y="56"/>
                </a:cubicBezTo>
                <a:cubicBezTo>
                  <a:pt x="36" y="56"/>
                  <a:pt x="36" y="56"/>
                  <a:pt x="36" y="56"/>
                </a:cubicBezTo>
                <a:cubicBezTo>
                  <a:pt x="29" y="56"/>
                  <a:pt x="29" y="56"/>
                  <a:pt x="29" y="56"/>
                </a:cubicBezTo>
                <a:cubicBezTo>
                  <a:pt x="29" y="452"/>
                  <a:pt x="29" y="452"/>
                  <a:pt x="29" y="452"/>
                </a:cubicBezTo>
                <a:cubicBezTo>
                  <a:pt x="36" y="452"/>
                  <a:pt x="36" y="452"/>
                  <a:pt x="36" y="452"/>
                </a:cubicBezTo>
                <a:cubicBezTo>
                  <a:pt x="283" y="452"/>
                  <a:pt x="283" y="452"/>
                  <a:pt x="283" y="452"/>
                </a:cubicBezTo>
                <a:cubicBezTo>
                  <a:pt x="290" y="452"/>
                  <a:pt x="290" y="452"/>
                  <a:pt x="290" y="452"/>
                </a:cubicBezTo>
                <a:lnTo>
                  <a:pt x="290" y="5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5" name="Freeform 49">
            <a:extLst>
              <a:ext uri="{FF2B5EF4-FFF2-40B4-BE49-F238E27FC236}">
                <a16:creationId xmlns:a16="http://schemas.microsoft.com/office/drawing/2014/main" id="{FE9D56B2-2E7B-B6EF-5756-02A18A36E322}"/>
              </a:ext>
            </a:extLst>
          </p:cNvPr>
          <p:cNvSpPr>
            <a:spLocks noChangeArrowheads="1"/>
          </p:cNvSpPr>
          <p:nvPr/>
        </p:nvSpPr>
        <p:spPr bwMode="auto">
          <a:xfrm>
            <a:off x="11230469" y="1021746"/>
            <a:ext cx="413244" cy="449354"/>
          </a:xfrm>
          <a:custGeom>
            <a:avLst/>
            <a:gdLst>
              <a:gd name="T0" fmla="*/ 2147483646 w 453"/>
              <a:gd name="T1" fmla="*/ 2147483646 h 496"/>
              <a:gd name="T2" fmla="*/ 2147483646 w 453"/>
              <a:gd name="T3" fmla="*/ 2147483646 h 496"/>
              <a:gd name="T4" fmla="*/ 2147483646 w 453"/>
              <a:gd name="T5" fmla="*/ 2147483646 h 496"/>
              <a:gd name="T6" fmla="*/ 2147483646 w 453"/>
              <a:gd name="T7" fmla="*/ 2147483646 h 496"/>
              <a:gd name="T8" fmla="*/ 2147483646 w 453"/>
              <a:gd name="T9" fmla="*/ 2147483646 h 496"/>
              <a:gd name="T10" fmla="*/ 2147483646 w 453"/>
              <a:gd name="T11" fmla="*/ 2147483646 h 496"/>
              <a:gd name="T12" fmla="*/ 2147483646 w 453"/>
              <a:gd name="T13" fmla="*/ 2147483646 h 496"/>
              <a:gd name="T14" fmla="*/ 2147483646 w 453"/>
              <a:gd name="T15" fmla="*/ 2147483646 h 496"/>
              <a:gd name="T16" fmla="*/ 2147483646 w 453"/>
              <a:gd name="T17" fmla="*/ 2147483646 h 496"/>
              <a:gd name="T18" fmla="*/ 2147483646 w 453"/>
              <a:gd name="T19" fmla="*/ 2147483646 h 496"/>
              <a:gd name="T20" fmla="*/ 2147483646 w 453"/>
              <a:gd name="T21" fmla="*/ 2147483646 h 496"/>
              <a:gd name="T22" fmla="*/ 2147483646 w 453"/>
              <a:gd name="T23" fmla="*/ 2147483646 h 496"/>
              <a:gd name="T24" fmla="*/ 2147483646 w 453"/>
              <a:gd name="T25" fmla="*/ 2147483646 h 496"/>
              <a:gd name="T26" fmla="*/ 2147483646 w 453"/>
              <a:gd name="T27" fmla="*/ 2147483646 h 496"/>
              <a:gd name="T28" fmla="*/ 2147483646 w 453"/>
              <a:gd name="T29" fmla="*/ 2147483646 h 496"/>
              <a:gd name="T30" fmla="*/ 2147483646 w 453"/>
              <a:gd name="T31" fmla="*/ 2147483646 h 496"/>
              <a:gd name="T32" fmla="*/ 2147483646 w 453"/>
              <a:gd name="T33" fmla="*/ 2147483646 h 496"/>
              <a:gd name="T34" fmla="*/ 2147483646 w 453"/>
              <a:gd name="T35" fmla="*/ 2147483646 h 496"/>
              <a:gd name="T36" fmla="*/ 2147483646 w 453"/>
              <a:gd name="T37" fmla="*/ 2147483646 h 496"/>
              <a:gd name="T38" fmla="*/ 2147483646 w 453"/>
              <a:gd name="T39" fmla="*/ 2147483646 h 496"/>
              <a:gd name="T40" fmla="*/ 2147483646 w 453"/>
              <a:gd name="T41" fmla="*/ 2147483646 h 496"/>
              <a:gd name="T42" fmla="*/ 2147483646 w 453"/>
              <a:gd name="T43" fmla="*/ 2147483646 h 496"/>
              <a:gd name="T44" fmla="*/ 2147483646 w 453"/>
              <a:gd name="T45" fmla="*/ 2147483646 h 496"/>
              <a:gd name="T46" fmla="*/ 2147483646 w 453"/>
              <a:gd name="T47" fmla="*/ 2147483646 h 496"/>
              <a:gd name="T48" fmla="*/ 2147483646 w 453"/>
              <a:gd name="T49" fmla="*/ 2147483646 h 496"/>
              <a:gd name="T50" fmla="*/ 2147483646 w 453"/>
              <a:gd name="T51" fmla="*/ 2147483646 h 496"/>
              <a:gd name="T52" fmla="*/ 2147483646 w 453"/>
              <a:gd name="T53" fmla="*/ 2147483646 h 496"/>
              <a:gd name="T54" fmla="*/ 2147483646 w 453"/>
              <a:gd name="T55" fmla="*/ 2147483646 h 496"/>
              <a:gd name="T56" fmla="*/ 2147483646 w 453"/>
              <a:gd name="T57" fmla="*/ 2147483646 h 496"/>
              <a:gd name="T58" fmla="*/ 2147483646 w 453"/>
              <a:gd name="T59" fmla="*/ 2147483646 h 496"/>
              <a:gd name="T60" fmla="*/ 2147483646 w 453"/>
              <a:gd name="T61" fmla="*/ 2147483646 h 496"/>
              <a:gd name="T62" fmla="*/ 2147483646 w 453"/>
              <a:gd name="T63" fmla="*/ 2147483646 h 496"/>
              <a:gd name="T64" fmla="*/ 2147483646 w 453"/>
              <a:gd name="T65" fmla="*/ 2147483646 h 496"/>
              <a:gd name="T66" fmla="*/ 2147483646 w 453"/>
              <a:gd name="T67" fmla="*/ 2147483646 h 496"/>
              <a:gd name="T68" fmla="*/ 0 w 453"/>
              <a:gd name="T69" fmla="*/ 2147483646 h 496"/>
              <a:gd name="T70" fmla="*/ 0 w 453"/>
              <a:gd name="T71" fmla="*/ 2147483646 h 496"/>
              <a:gd name="T72" fmla="*/ 2147483646 w 453"/>
              <a:gd name="T73" fmla="*/ 0 h 496"/>
              <a:gd name="T74" fmla="*/ 2147483646 w 453"/>
              <a:gd name="T75" fmla="*/ 0 h 496"/>
              <a:gd name="T76" fmla="*/ 2147483646 w 453"/>
              <a:gd name="T77" fmla="*/ 2147483646 h 496"/>
              <a:gd name="T78" fmla="*/ 2147483646 w 453"/>
              <a:gd name="T79" fmla="*/ 2147483646 h 49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53" h="496">
                <a:moveTo>
                  <a:pt x="452" y="248"/>
                </a:moveTo>
                <a:lnTo>
                  <a:pt x="452" y="248"/>
                </a:lnTo>
                <a:cubicBezTo>
                  <a:pt x="452" y="255"/>
                  <a:pt x="445" y="262"/>
                  <a:pt x="438" y="269"/>
                </a:cubicBezTo>
                <a:cubicBezTo>
                  <a:pt x="346" y="354"/>
                  <a:pt x="346" y="354"/>
                  <a:pt x="346" y="354"/>
                </a:cubicBezTo>
                <a:cubicBezTo>
                  <a:pt x="339" y="361"/>
                  <a:pt x="332" y="361"/>
                  <a:pt x="325" y="361"/>
                </a:cubicBezTo>
                <a:cubicBezTo>
                  <a:pt x="311" y="361"/>
                  <a:pt x="297" y="347"/>
                  <a:pt x="297" y="333"/>
                </a:cubicBezTo>
                <a:cubicBezTo>
                  <a:pt x="297" y="326"/>
                  <a:pt x="304" y="319"/>
                  <a:pt x="311" y="311"/>
                </a:cubicBezTo>
                <a:cubicBezTo>
                  <a:pt x="346" y="276"/>
                  <a:pt x="346" y="276"/>
                  <a:pt x="346" y="276"/>
                </a:cubicBezTo>
                <a:cubicBezTo>
                  <a:pt x="177" y="276"/>
                  <a:pt x="177" y="276"/>
                  <a:pt x="177" y="276"/>
                </a:cubicBezTo>
                <a:cubicBezTo>
                  <a:pt x="163" y="276"/>
                  <a:pt x="148" y="262"/>
                  <a:pt x="148" y="248"/>
                </a:cubicBezTo>
                <a:cubicBezTo>
                  <a:pt x="148" y="234"/>
                  <a:pt x="163" y="220"/>
                  <a:pt x="177" y="220"/>
                </a:cubicBezTo>
                <a:cubicBezTo>
                  <a:pt x="346" y="220"/>
                  <a:pt x="346" y="220"/>
                  <a:pt x="346" y="220"/>
                </a:cubicBezTo>
                <a:cubicBezTo>
                  <a:pt x="311" y="184"/>
                  <a:pt x="311" y="184"/>
                  <a:pt x="311" y="184"/>
                </a:cubicBezTo>
                <a:cubicBezTo>
                  <a:pt x="304" y="177"/>
                  <a:pt x="297" y="170"/>
                  <a:pt x="297" y="163"/>
                </a:cubicBezTo>
                <a:cubicBezTo>
                  <a:pt x="297" y="149"/>
                  <a:pt x="311" y="135"/>
                  <a:pt x="325" y="135"/>
                </a:cubicBezTo>
                <a:cubicBezTo>
                  <a:pt x="332" y="135"/>
                  <a:pt x="339" y="135"/>
                  <a:pt x="346" y="142"/>
                </a:cubicBezTo>
                <a:cubicBezTo>
                  <a:pt x="438" y="227"/>
                  <a:pt x="438" y="227"/>
                  <a:pt x="438" y="227"/>
                </a:cubicBezTo>
                <a:cubicBezTo>
                  <a:pt x="445" y="234"/>
                  <a:pt x="452" y="241"/>
                  <a:pt x="452" y="248"/>
                </a:cubicBezTo>
                <a:close/>
                <a:moveTo>
                  <a:pt x="170" y="57"/>
                </a:moveTo>
                <a:lnTo>
                  <a:pt x="170" y="57"/>
                </a:lnTo>
                <a:cubicBezTo>
                  <a:pt x="56" y="57"/>
                  <a:pt x="56" y="57"/>
                  <a:pt x="56" y="57"/>
                </a:cubicBezTo>
                <a:cubicBezTo>
                  <a:pt x="56" y="439"/>
                  <a:pt x="56" y="439"/>
                  <a:pt x="56" y="439"/>
                </a:cubicBezTo>
                <a:cubicBezTo>
                  <a:pt x="170" y="439"/>
                  <a:pt x="170" y="439"/>
                  <a:pt x="170" y="439"/>
                </a:cubicBezTo>
                <a:cubicBezTo>
                  <a:pt x="184" y="439"/>
                  <a:pt x="198" y="446"/>
                  <a:pt x="198" y="467"/>
                </a:cubicBezTo>
                <a:cubicBezTo>
                  <a:pt x="198" y="481"/>
                  <a:pt x="184" y="495"/>
                  <a:pt x="170" y="495"/>
                </a:cubicBezTo>
                <a:cubicBezTo>
                  <a:pt x="28" y="495"/>
                  <a:pt x="28" y="495"/>
                  <a:pt x="28" y="495"/>
                </a:cubicBezTo>
                <a:cubicBezTo>
                  <a:pt x="7" y="495"/>
                  <a:pt x="0" y="481"/>
                  <a:pt x="0" y="467"/>
                </a:cubicBezTo>
                <a:cubicBezTo>
                  <a:pt x="0" y="29"/>
                  <a:pt x="0" y="29"/>
                  <a:pt x="0" y="29"/>
                </a:cubicBezTo>
                <a:cubicBezTo>
                  <a:pt x="0" y="15"/>
                  <a:pt x="7" y="0"/>
                  <a:pt x="28" y="0"/>
                </a:cubicBezTo>
                <a:cubicBezTo>
                  <a:pt x="170" y="0"/>
                  <a:pt x="170" y="0"/>
                  <a:pt x="170" y="0"/>
                </a:cubicBezTo>
                <a:cubicBezTo>
                  <a:pt x="184" y="0"/>
                  <a:pt x="198" y="15"/>
                  <a:pt x="198" y="29"/>
                </a:cubicBezTo>
                <a:cubicBezTo>
                  <a:pt x="198" y="50"/>
                  <a:pt x="184" y="57"/>
                  <a:pt x="170" y="5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6" name="Freeform 50">
            <a:extLst>
              <a:ext uri="{FF2B5EF4-FFF2-40B4-BE49-F238E27FC236}">
                <a16:creationId xmlns:a16="http://schemas.microsoft.com/office/drawing/2014/main" id="{0A749CEC-5945-2B5B-4CFE-3BCB69C71258}"/>
              </a:ext>
            </a:extLst>
          </p:cNvPr>
          <p:cNvSpPr>
            <a:spLocks noChangeArrowheads="1"/>
          </p:cNvSpPr>
          <p:nvPr/>
        </p:nvSpPr>
        <p:spPr bwMode="auto">
          <a:xfrm>
            <a:off x="10255530" y="1021746"/>
            <a:ext cx="413246" cy="449354"/>
          </a:xfrm>
          <a:custGeom>
            <a:avLst/>
            <a:gdLst>
              <a:gd name="T0" fmla="*/ 2147483646 w 453"/>
              <a:gd name="T1" fmla="*/ 2147483646 h 496"/>
              <a:gd name="T2" fmla="*/ 2147483646 w 453"/>
              <a:gd name="T3" fmla="*/ 2147483646 h 496"/>
              <a:gd name="T4" fmla="*/ 2147483646 w 453"/>
              <a:gd name="T5" fmla="*/ 2147483646 h 496"/>
              <a:gd name="T6" fmla="*/ 2147483646 w 453"/>
              <a:gd name="T7" fmla="*/ 2147483646 h 496"/>
              <a:gd name="T8" fmla="*/ 2147483646 w 453"/>
              <a:gd name="T9" fmla="*/ 2147483646 h 496"/>
              <a:gd name="T10" fmla="*/ 2147483646 w 453"/>
              <a:gd name="T11" fmla="*/ 2147483646 h 496"/>
              <a:gd name="T12" fmla="*/ 2147483646 w 453"/>
              <a:gd name="T13" fmla="*/ 2147483646 h 496"/>
              <a:gd name="T14" fmla="*/ 2147483646 w 453"/>
              <a:gd name="T15" fmla="*/ 2147483646 h 496"/>
              <a:gd name="T16" fmla="*/ 2147483646 w 453"/>
              <a:gd name="T17" fmla="*/ 2147483646 h 496"/>
              <a:gd name="T18" fmla="*/ 2147483646 w 453"/>
              <a:gd name="T19" fmla="*/ 2147483646 h 496"/>
              <a:gd name="T20" fmla="*/ 2147483646 w 453"/>
              <a:gd name="T21" fmla="*/ 2147483646 h 496"/>
              <a:gd name="T22" fmla="*/ 2147483646 w 453"/>
              <a:gd name="T23" fmla="*/ 0 h 496"/>
              <a:gd name="T24" fmla="*/ 2147483646 w 453"/>
              <a:gd name="T25" fmla="*/ 0 h 496"/>
              <a:gd name="T26" fmla="*/ 2147483646 w 453"/>
              <a:gd name="T27" fmla="*/ 2147483646 h 496"/>
              <a:gd name="T28" fmla="*/ 2147483646 w 453"/>
              <a:gd name="T29" fmla="*/ 2147483646 h 496"/>
              <a:gd name="T30" fmla="*/ 2147483646 w 453"/>
              <a:gd name="T31" fmla="*/ 2147483646 h 496"/>
              <a:gd name="T32" fmla="*/ 2147483646 w 453"/>
              <a:gd name="T33" fmla="*/ 2147483646 h 496"/>
              <a:gd name="T34" fmla="*/ 2147483646 w 453"/>
              <a:gd name="T35" fmla="*/ 2147483646 h 496"/>
              <a:gd name="T36" fmla="*/ 2147483646 w 453"/>
              <a:gd name="T37" fmla="*/ 2147483646 h 496"/>
              <a:gd name="T38" fmla="*/ 2147483646 w 453"/>
              <a:gd name="T39" fmla="*/ 2147483646 h 496"/>
              <a:gd name="T40" fmla="*/ 2147483646 w 453"/>
              <a:gd name="T41" fmla="*/ 2147483646 h 496"/>
              <a:gd name="T42" fmla="*/ 2147483646 w 453"/>
              <a:gd name="T43" fmla="*/ 2147483646 h 496"/>
              <a:gd name="T44" fmla="*/ 2147483646 w 453"/>
              <a:gd name="T45" fmla="*/ 2147483646 h 496"/>
              <a:gd name="T46" fmla="*/ 2147483646 w 453"/>
              <a:gd name="T47" fmla="*/ 2147483646 h 496"/>
              <a:gd name="T48" fmla="*/ 2147483646 w 453"/>
              <a:gd name="T49" fmla="*/ 2147483646 h 496"/>
              <a:gd name="T50" fmla="*/ 2147483646 w 453"/>
              <a:gd name="T51" fmla="*/ 2147483646 h 496"/>
              <a:gd name="T52" fmla="*/ 2147483646 w 453"/>
              <a:gd name="T53" fmla="*/ 2147483646 h 496"/>
              <a:gd name="T54" fmla="*/ 2147483646 w 453"/>
              <a:gd name="T55" fmla="*/ 2147483646 h 496"/>
              <a:gd name="T56" fmla="*/ 2147483646 w 453"/>
              <a:gd name="T57" fmla="*/ 2147483646 h 496"/>
              <a:gd name="T58" fmla="*/ 0 w 453"/>
              <a:gd name="T59" fmla="*/ 2147483646 h 496"/>
              <a:gd name="T60" fmla="*/ 2147483646 w 453"/>
              <a:gd name="T61" fmla="*/ 2147483646 h 496"/>
              <a:gd name="T62" fmla="*/ 2147483646 w 453"/>
              <a:gd name="T63" fmla="*/ 2147483646 h 496"/>
              <a:gd name="T64" fmla="*/ 2147483646 w 453"/>
              <a:gd name="T65" fmla="*/ 2147483646 h 496"/>
              <a:gd name="T66" fmla="*/ 2147483646 w 453"/>
              <a:gd name="T67" fmla="*/ 2147483646 h 496"/>
              <a:gd name="T68" fmla="*/ 2147483646 w 453"/>
              <a:gd name="T69" fmla="*/ 2147483646 h 496"/>
              <a:gd name="T70" fmla="*/ 2147483646 w 453"/>
              <a:gd name="T71" fmla="*/ 2147483646 h 496"/>
              <a:gd name="T72" fmla="*/ 2147483646 w 453"/>
              <a:gd name="T73" fmla="*/ 2147483646 h 496"/>
              <a:gd name="T74" fmla="*/ 2147483646 w 453"/>
              <a:gd name="T75" fmla="*/ 2147483646 h 496"/>
              <a:gd name="T76" fmla="*/ 2147483646 w 453"/>
              <a:gd name="T77" fmla="*/ 2147483646 h 496"/>
              <a:gd name="T78" fmla="*/ 2147483646 w 453"/>
              <a:gd name="T79" fmla="*/ 2147483646 h 49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53" h="496">
                <a:moveTo>
                  <a:pt x="452" y="248"/>
                </a:moveTo>
                <a:lnTo>
                  <a:pt x="452" y="248"/>
                </a:lnTo>
                <a:cubicBezTo>
                  <a:pt x="452" y="467"/>
                  <a:pt x="452" y="467"/>
                  <a:pt x="452" y="467"/>
                </a:cubicBezTo>
                <a:cubicBezTo>
                  <a:pt x="452" y="481"/>
                  <a:pt x="438" y="495"/>
                  <a:pt x="424" y="495"/>
                </a:cubicBezTo>
                <a:cubicBezTo>
                  <a:pt x="282" y="495"/>
                  <a:pt x="282" y="495"/>
                  <a:pt x="282" y="495"/>
                </a:cubicBezTo>
                <a:cubicBezTo>
                  <a:pt x="261" y="495"/>
                  <a:pt x="254" y="481"/>
                  <a:pt x="254" y="467"/>
                </a:cubicBezTo>
                <a:cubicBezTo>
                  <a:pt x="254" y="446"/>
                  <a:pt x="261" y="439"/>
                  <a:pt x="282" y="439"/>
                </a:cubicBezTo>
                <a:cubicBezTo>
                  <a:pt x="395" y="439"/>
                  <a:pt x="395" y="439"/>
                  <a:pt x="395" y="439"/>
                </a:cubicBezTo>
                <a:cubicBezTo>
                  <a:pt x="395" y="57"/>
                  <a:pt x="395" y="57"/>
                  <a:pt x="395" y="57"/>
                </a:cubicBezTo>
                <a:cubicBezTo>
                  <a:pt x="282" y="57"/>
                  <a:pt x="282" y="57"/>
                  <a:pt x="282" y="57"/>
                </a:cubicBezTo>
                <a:cubicBezTo>
                  <a:pt x="261" y="57"/>
                  <a:pt x="254" y="43"/>
                  <a:pt x="254" y="29"/>
                </a:cubicBezTo>
                <a:cubicBezTo>
                  <a:pt x="254" y="15"/>
                  <a:pt x="261" y="0"/>
                  <a:pt x="282" y="0"/>
                </a:cubicBezTo>
                <a:cubicBezTo>
                  <a:pt x="424" y="0"/>
                  <a:pt x="424" y="0"/>
                  <a:pt x="424" y="0"/>
                </a:cubicBezTo>
                <a:cubicBezTo>
                  <a:pt x="438" y="0"/>
                  <a:pt x="452" y="15"/>
                  <a:pt x="452" y="29"/>
                </a:cubicBezTo>
                <a:cubicBezTo>
                  <a:pt x="452" y="248"/>
                  <a:pt x="452" y="248"/>
                  <a:pt x="452" y="248"/>
                </a:cubicBezTo>
                <a:close/>
                <a:moveTo>
                  <a:pt x="289" y="227"/>
                </a:moveTo>
                <a:lnTo>
                  <a:pt x="289" y="227"/>
                </a:lnTo>
                <a:cubicBezTo>
                  <a:pt x="296" y="234"/>
                  <a:pt x="296" y="241"/>
                  <a:pt x="296" y="248"/>
                </a:cubicBezTo>
                <a:cubicBezTo>
                  <a:pt x="296" y="255"/>
                  <a:pt x="296" y="262"/>
                  <a:pt x="289" y="269"/>
                </a:cubicBezTo>
                <a:cubicBezTo>
                  <a:pt x="198" y="354"/>
                  <a:pt x="198" y="354"/>
                  <a:pt x="198" y="354"/>
                </a:cubicBezTo>
                <a:cubicBezTo>
                  <a:pt x="191" y="361"/>
                  <a:pt x="183" y="361"/>
                  <a:pt x="176" y="361"/>
                </a:cubicBezTo>
                <a:cubicBezTo>
                  <a:pt x="162" y="361"/>
                  <a:pt x="148" y="347"/>
                  <a:pt x="148" y="333"/>
                </a:cubicBezTo>
                <a:cubicBezTo>
                  <a:pt x="148" y="326"/>
                  <a:pt x="155" y="319"/>
                  <a:pt x="155" y="311"/>
                </a:cubicBezTo>
                <a:cubicBezTo>
                  <a:pt x="198" y="276"/>
                  <a:pt x="198" y="276"/>
                  <a:pt x="198" y="276"/>
                </a:cubicBezTo>
                <a:cubicBezTo>
                  <a:pt x="28" y="276"/>
                  <a:pt x="28" y="276"/>
                  <a:pt x="28" y="276"/>
                </a:cubicBezTo>
                <a:cubicBezTo>
                  <a:pt x="7" y="276"/>
                  <a:pt x="0" y="262"/>
                  <a:pt x="0" y="248"/>
                </a:cubicBezTo>
                <a:cubicBezTo>
                  <a:pt x="0" y="234"/>
                  <a:pt x="7" y="220"/>
                  <a:pt x="28" y="220"/>
                </a:cubicBezTo>
                <a:cubicBezTo>
                  <a:pt x="198" y="220"/>
                  <a:pt x="198" y="220"/>
                  <a:pt x="198" y="220"/>
                </a:cubicBezTo>
                <a:cubicBezTo>
                  <a:pt x="155" y="184"/>
                  <a:pt x="155" y="184"/>
                  <a:pt x="155" y="184"/>
                </a:cubicBezTo>
                <a:cubicBezTo>
                  <a:pt x="155" y="177"/>
                  <a:pt x="148" y="170"/>
                  <a:pt x="148" y="163"/>
                </a:cubicBezTo>
                <a:cubicBezTo>
                  <a:pt x="148" y="149"/>
                  <a:pt x="162" y="135"/>
                  <a:pt x="176" y="135"/>
                </a:cubicBezTo>
                <a:cubicBezTo>
                  <a:pt x="183" y="135"/>
                  <a:pt x="191" y="135"/>
                  <a:pt x="198" y="142"/>
                </a:cubicBezTo>
                <a:cubicBezTo>
                  <a:pt x="289" y="227"/>
                  <a:pt x="289" y="227"/>
                  <a:pt x="289" y="227"/>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7" name="Freeform 51">
            <a:extLst>
              <a:ext uri="{FF2B5EF4-FFF2-40B4-BE49-F238E27FC236}">
                <a16:creationId xmlns:a16="http://schemas.microsoft.com/office/drawing/2014/main" id="{73E0D225-5504-8E7D-3E36-5C8C260C09EA}"/>
              </a:ext>
            </a:extLst>
          </p:cNvPr>
          <p:cNvSpPr>
            <a:spLocks noChangeArrowheads="1"/>
          </p:cNvSpPr>
          <p:nvPr/>
        </p:nvSpPr>
        <p:spPr bwMode="auto">
          <a:xfrm>
            <a:off x="9280594" y="1041805"/>
            <a:ext cx="445341" cy="413246"/>
          </a:xfrm>
          <a:custGeom>
            <a:avLst/>
            <a:gdLst>
              <a:gd name="T0" fmla="*/ 2147483646 w 489"/>
              <a:gd name="T1" fmla="*/ 2147483646 h 453"/>
              <a:gd name="T2" fmla="*/ 2147483646 w 489"/>
              <a:gd name="T3" fmla="*/ 2147483646 h 453"/>
              <a:gd name="T4" fmla="*/ 2147483646 w 489"/>
              <a:gd name="T5" fmla="*/ 2147483646 h 453"/>
              <a:gd name="T6" fmla="*/ 0 w 489"/>
              <a:gd name="T7" fmla="*/ 2147483646 h 453"/>
              <a:gd name="T8" fmla="*/ 0 w 489"/>
              <a:gd name="T9" fmla="*/ 2147483646 h 453"/>
              <a:gd name="T10" fmla="*/ 2147483646 w 489"/>
              <a:gd name="T11" fmla="*/ 2147483646 h 453"/>
              <a:gd name="T12" fmla="*/ 2147483646 w 489"/>
              <a:gd name="T13" fmla="*/ 2147483646 h 453"/>
              <a:gd name="T14" fmla="*/ 2147483646 w 489"/>
              <a:gd name="T15" fmla="*/ 2147483646 h 453"/>
              <a:gd name="T16" fmla="*/ 2147483646 w 489"/>
              <a:gd name="T17" fmla="*/ 2147483646 h 453"/>
              <a:gd name="T18" fmla="*/ 2147483646 w 489"/>
              <a:gd name="T19" fmla="*/ 2147483646 h 453"/>
              <a:gd name="T20" fmla="*/ 2147483646 w 489"/>
              <a:gd name="T21" fmla="*/ 2147483646 h 453"/>
              <a:gd name="T22" fmla="*/ 2147483646 w 489"/>
              <a:gd name="T23" fmla="*/ 2147483646 h 453"/>
              <a:gd name="T24" fmla="*/ 2147483646 w 489"/>
              <a:gd name="T25" fmla="*/ 2147483646 h 453"/>
              <a:gd name="T26" fmla="*/ 2147483646 w 489"/>
              <a:gd name="T27" fmla="*/ 2147483646 h 453"/>
              <a:gd name="T28" fmla="*/ 2147483646 w 489"/>
              <a:gd name="T29" fmla="*/ 2147483646 h 453"/>
              <a:gd name="T30" fmla="*/ 2147483646 w 489"/>
              <a:gd name="T31" fmla="*/ 2147483646 h 453"/>
              <a:gd name="T32" fmla="*/ 2147483646 w 489"/>
              <a:gd name="T33" fmla="*/ 2147483646 h 453"/>
              <a:gd name="T34" fmla="*/ 2147483646 w 489"/>
              <a:gd name="T35" fmla="*/ 2147483646 h 453"/>
              <a:gd name="T36" fmla="*/ 2147483646 w 489"/>
              <a:gd name="T37" fmla="*/ 2147483646 h 453"/>
              <a:gd name="T38" fmla="*/ 2147483646 w 489"/>
              <a:gd name="T39" fmla="*/ 2147483646 h 453"/>
              <a:gd name="T40" fmla="*/ 2147483646 w 489"/>
              <a:gd name="T41" fmla="*/ 2147483646 h 453"/>
              <a:gd name="T42" fmla="*/ 2147483646 w 489"/>
              <a:gd name="T43" fmla="*/ 2147483646 h 453"/>
              <a:gd name="T44" fmla="*/ 2147483646 w 489"/>
              <a:gd name="T45" fmla="*/ 2147483646 h 453"/>
              <a:gd name="T46" fmla="*/ 2147483646 w 489"/>
              <a:gd name="T47" fmla="*/ 2147483646 h 453"/>
              <a:gd name="T48" fmla="*/ 2147483646 w 489"/>
              <a:gd name="T49" fmla="*/ 2147483646 h 453"/>
              <a:gd name="T50" fmla="*/ 2147483646 w 489"/>
              <a:gd name="T51" fmla="*/ 2147483646 h 453"/>
              <a:gd name="T52" fmla="*/ 2147483646 w 489"/>
              <a:gd name="T53" fmla="*/ 2147483646 h 453"/>
              <a:gd name="T54" fmla="*/ 2147483646 w 489"/>
              <a:gd name="T55" fmla="*/ 2147483646 h 453"/>
              <a:gd name="T56" fmla="*/ 2147483646 w 489"/>
              <a:gd name="T57" fmla="*/ 2147483646 h 453"/>
              <a:gd name="T58" fmla="*/ 2147483646 w 489"/>
              <a:gd name="T59" fmla="*/ 2147483646 h 453"/>
              <a:gd name="T60" fmla="*/ 2147483646 w 489"/>
              <a:gd name="T61" fmla="*/ 2147483646 h 453"/>
              <a:gd name="T62" fmla="*/ 2147483646 w 489"/>
              <a:gd name="T63" fmla="*/ 2147483646 h 453"/>
              <a:gd name="T64" fmla="*/ 2147483646 w 489"/>
              <a:gd name="T65" fmla="*/ 2147483646 h 453"/>
              <a:gd name="T66" fmla="*/ 2147483646 w 489"/>
              <a:gd name="T67" fmla="*/ 0 h 453"/>
              <a:gd name="T68" fmla="*/ 2147483646 w 489"/>
              <a:gd name="T69" fmla="*/ 2147483646 h 453"/>
              <a:gd name="T70" fmla="*/ 2147483646 w 489"/>
              <a:gd name="T71" fmla="*/ 2147483646 h 453"/>
              <a:gd name="T72" fmla="*/ 2147483646 w 489"/>
              <a:gd name="T73" fmla="*/ 2147483646 h 453"/>
              <a:gd name="T74" fmla="*/ 2147483646 w 489"/>
              <a:gd name="T75" fmla="*/ 2147483646 h 453"/>
              <a:gd name="T76" fmla="*/ 2147483646 w 489"/>
              <a:gd name="T77" fmla="*/ 2147483646 h 453"/>
              <a:gd name="T78" fmla="*/ 2147483646 w 489"/>
              <a:gd name="T79" fmla="*/ 2147483646 h 45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89" h="453">
                <a:moveTo>
                  <a:pt x="460" y="452"/>
                </a:moveTo>
                <a:lnTo>
                  <a:pt x="460" y="452"/>
                </a:lnTo>
                <a:cubicBezTo>
                  <a:pt x="29" y="452"/>
                  <a:pt x="29" y="452"/>
                  <a:pt x="29" y="452"/>
                </a:cubicBezTo>
                <a:cubicBezTo>
                  <a:pt x="15" y="452"/>
                  <a:pt x="0" y="438"/>
                  <a:pt x="0" y="424"/>
                </a:cubicBezTo>
                <a:cubicBezTo>
                  <a:pt x="0" y="282"/>
                  <a:pt x="0" y="282"/>
                  <a:pt x="0" y="282"/>
                </a:cubicBezTo>
                <a:cubicBezTo>
                  <a:pt x="0" y="268"/>
                  <a:pt x="15" y="254"/>
                  <a:pt x="29" y="254"/>
                </a:cubicBezTo>
                <a:cubicBezTo>
                  <a:pt x="43" y="254"/>
                  <a:pt x="57" y="268"/>
                  <a:pt x="57" y="282"/>
                </a:cubicBezTo>
                <a:cubicBezTo>
                  <a:pt x="57" y="396"/>
                  <a:pt x="57" y="396"/>
                  <a:pt x="57" y="396"/>
                </a:cubicBezTo>
                <a:cubicBezTo>
                  <a:pt x="431" y="396"/>
                  <a:pt x="431" y="396"/>
                  <a:pt x="431" y="396"/>
                </a:cubicBezTo>
                <a:cubicBezTo>
                  <a:pt x="431" y="282"/>
                  <a:pt x="431" y="282"/>
                  <a:pt x="431" y="282"/>
                </a:cubicBezTo>
                <a:cubicBezTo>
                  <a:pt x="431" y="268"/>
                  <a:pt x="446" y="254"/>
                  <a:pt x="460" y="254"/>
                </a:cubicBezTo>
                <a:cubicBezTo>
                  <a:pt x="481" y="254"/>
                  <a:pt x="488" y="268"/>
                  <a:pt x="488" y="282"/>
                </a:cubicBezTo>
                <a:cubicBezTo>
                  <a:pt x="488" y="424"/>
                  <a:pt x="488" y="424"/>
                  <a:pt x="488" y="424"/>
                </a:cubicBezTo>
                <a:cubicBezTo>
                  <a:pt x="488" y="438"/>
                  <a:pt x="481" y="452"/>
                  <a:pt x="460" y="452"/>
                </a:cubicBezTo>
                <a:close/>
                <a:moveTo>
                  <a:pt x="333" y="148"/>
                </a:moveTo>
                <a:lnTo>
                  <a:pt x="333" y="148"/>
                </a:lnTo>
                <a:cubicBezTo>
                  <a:pt x="318" y="148"/>
                  <a:pt x="311" y="148"/>
                  <a:pt x="311" y="141"/>
                </a:cubicBezTo>
                <a:cubicBezTo>
                  <a:pt x="276" y="99"/>
                  <a:pt x="276" y="99"/>
                  <a:pt x="276" y="99"/>
                </a:cubicBezTo>
                <a:cubicBezTo>
                  <a:pt x="276" y="275"/>
                  <a:pt x="276" y="275"/>
                  <a:pt x="276" y="275"/>
                </a:cubicBezTo>
                <a:cubicBezTo>
                  <a:pt x="276" y="289"/>
                  <a:pt x="262" y="304"/>
                  <a:pt x="248" y="304"/>
                </a:cubicBezTo>
                <a:cubicBezTo>
                  <a:pt x="227" y="304"/>
                  <a:pt x="220" y="289"/>
                  <a:pt x="220" y="275"/>
                </a:cubicBezTo>
                <a:cubicBezTo>
                  <a:pt x="220" y="99"/>
                  <a:pt x="220" y="99"/>
                  <a:pt x="220" y="99"/>
                </a:cubicBezTo>
                <a:cubicBezTo>
                  <a:pt x="184" y="141"/>
                  <a:pt x="184" y="141"/>
                  <a:pt x="184" y="141"/>
                </a:cubicBezTo>
                <a:cubicBezTo>
                  <a:pt x="177" y="148"/>
                  <a:pt x="170" y="148"/>
                  <a:pt x="163" y="148"/>
                </a:cubicBezTo>
                <a:cubicBezTo>
                  <a:pt x="142" y="148"/>
                  <a:pt x="135" y="141"/>
                  <a:pt x="135" y="120"/>
                </a:cubicBezTo>
                <a:cubicBezTo>
                  <a:pt x="135" y="113"/>
                  <a:pt x="135" y="106"/>
                  <a:pt x="142" y="106"/>
                </a:cubicBezTo>
                <a:cubicBezTo>
                  <a:pt x="227" y="7"/>
                  <a:pt x="227" y="7"/>
                  <a:pt x="227" y="7"/>
                </a:cubicBezTo>
                <a:cubicBezTo>
                  <a:pt x="227" y="7"/>
                  <a:pt x="234" y="0"/>
                  <a:pt x="248" y="0"/>
                </a:cubicBezTo>
                <a:cubicBezTo>
                  <a:pt x="255" y="0"/>
                  <a:pt x="262" y="7"/>
                  <a:pt x="269" y="7"/>
                </a:cubicBezTo>
                <a:cubicBezTo>
                  <a:pt x="354" y="106"/>
                  <a:pt x="354" y="106"/>
                  <a:pt x="354" y="106"/>
                </a:cubicBezTo>
                <a:cubicBezTo>
                  <a:pt x="354" y="106"/>
                  <a:pt x="361" y="113"/>
                  <a:pt x="361" y="120"/>
                </a:cubicBezTo>
                <a:cubicBezTo>
                  <a:pt x="361" y="141"/>
                  <a:pt x="347" y="148"/>
                  <a:pt x="333" y="14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8" name="Freeform 52">
            <a:extLst>
              <a:ext uri="{FF2B5EF4-FFF2-40B4-BE49-F238E27FC236}">
                <a16:creationId xmlns:a16="http://schemas.microsoft.com/office/drawing/2014/main" id="{FF263D85-02F4-19CA-1BD7-57B1FF7D718A}"/>
              </a:ext>
            </a:extLst>
          </p:cNvPr>
          <p:cNvSpPr>
            <a:spLocks noChangeArrowheads="1"/>
          </p:cNvSpPr>
          <p:nvPr/>
        </p:nvSpPr>
        <p:spPr bwMode="auto">
          <a:xfrm>
            <a:off x="8325717" y="1041805"/>
            <a:ext cx="445341" cy="413246"/>
          </a:xfrm>
          <a:custGeom>
            <a:avLst/>
            <a:gdLst>
              <a:gd name="T0" fmla="*/ 2147483646 w 489"/>
              <a:gd name="T1" fmla="*/ 2147483646 h 453"/>
              <a:gd name="T2" fmla="*/ 2147483646 w 489"/>
              <a:gd name="T3" fmla="*/ 2147483646 h 453"/>
              <a:gd name="T4" fmla="*/ 2147483646 w 489"/>
              <a:gd name="T5" fmla="*/ 2147483646 h 453"/>
              <a:gd name="T6" fmla="*/ 2147483646 w 489"/>
              <a:gd name="T7" fmla="*/ 2147483646 h 453"/>
              <a:gd name="T8" fmla="*/ 2147483646 w 489"/>
              <a:gd name="T9" fmla="*/ 2147483646 h 453"/>
              <a:gd name="T10" fmla="*/ 2147483646 w 489"/>
              <a:gd name="T11" fmla="*/ 2147483646 h 453"/>
              <a:gd name="T12" fmla="*/ 0 w 489"/>
              <a:gd name="T13" fmla="*/ 2147483646 h 453"/>
              <a:gd name="T14" fmla="*/ 0 w 489"/>
              <a:gd name="T15" fmla="*/ 2147483646 h 453"/>
              <a:gd name="T16" fmla="*/ 2147483646 w 489"/>
              <a:gd name="T17" fmla="*/ 2147483646 h 453"/>
              <a:gd name="T18" fmla="*/ 2147483646 w 489"/>
              <a:gd name="T19" fmla="*/ 2147483646 h 453"/>
              <a:gd name="T20" fmla="*/ 2147483646 w 489"/>
              <a:gd name="T21" fmla="*/ 2147483646 h 453"/>
              <a:gd name="T22" fmla="*/ 2147483646 w 489"/>
              <a:gd name="T23" fmla="*/ 2147483646 h 453"/>
              <a:gd name="T24" fmla="*/ 2147483646 w 489"/>
              <a:gd name="T25" fmla="*/ 2147483646 h 453"/>
              <a:gd name="T26" fmla="*/ 2147483646 w 489"/>
              <a:gd name="T27" fmla="*/ 2147483646 h 453"/>
              <a:gd name="T28" fmla="*/ 2147483646 w 489"/>
              <a:gd name="T29" fmla="*/ 2147483646 h 453"/>
              <a:gd name="T30" fmla="*/ 2147483646 w 489"/>
              <a:gd name="T31" fmla="*/ 2147483646 h 453"/>
              <a:gd name="T32" fmla="*/ 2147483646 w 489"/>
              <a:gd name="T33" fmla="*/ 2147483646 h 453"/>
              <a:gd name="T34" fmla="*/ 2147483646 w 489"/>
              <a:gd name="T35" fmla="*/ 2147483646 h 453"/>
              <a:gd name="T36" fmla="*/ 2147483646 w 489"/>
              <a:gd name="T37" fmla="*/ 2147483646 h 453"/>
              <a:gd name="T38" fmla="*/ 2147483646 w 489"/>
              <a:gd name="T39" fmla="*/ 2147483646 h 453"/>
              <a:gd name="T40" fmla="*/ 2147483646 w 489"/>
              <a:gd name="T41" fmla="*/ 2147483646 h 453"/>
              <a:gd name="T42" fmla="*/ 2147483646 w 489"/>
              <a:gd name="T43" fmla="*/ 2147483646 h 453"/>
              <a:gd name="T44" fmla="*/ 2147483646 w 489"/>
              <a:gd name="T45" fmla="*/ 2147483646 h 453"/>
              <a:gd name="T46" fmla="*/ 2147483646 w 489"/>
              <a:gd name="T47" fmla="*/ 2147483646 h 453"/>
              <a:gd name="T48" fmla="*/ 2147483646 w 489"/>
              <a:gd name="T49" fmla="*/ 2147483646 h 453"/>
              <a:gd name="T50" fmla="*/ 2147483646 w 489"/>
              <a:gd name="T51" fmla="*/ 2147483646 h 453"/>
              <a:gd name="T52" fmla="*/ 2147483646 w 489"/>
              <a:gd name="T53" fmla="*/ 2147483646 h 453"/>
              <a:gd name="T54" fmla="*/ 2147483646 w 489"/>
              <a:gd name="T55" fmla="*/ 2147483646 h 453"/>
              <a:gd name="T56" fmla="*/ 2147483646 w 489"/>
              <a:gd name="T57" fmla="*/ 2147483646 h 453"/>
              <a:gd name="T58" fmla="*/ 2147483646 w 489"/>
              <a:gd name="T59" fmla="*/ 2147483646 h 453"/>
              <a:gd name="T60" fmla="*/ 2147483646 w 489"/>
              <a:gd name="T61" fmla="*/ 2147483646 h 453"/>
              <a:gd name="T62" fmla="*/ 2147483646 w 489"/>
              <a:gd name="T63" fmla="*/ 2147483646 h 453"/>
              <a:gd name="T64" fmla="*/ 2147483646 w 489"/>
              <a:gd name="T65" fmla="*/ 2147483646 h 453"/>
              <a:gd name="T66" fmla="*/ 2147483646 w 489"/>
              <a:gd name="T67" fmla="*/ 0 h 453"/>
              <a:gd name="T68" fmla="*/ 2147483646 w 489"/>
              <a:gd name="T69" fmla="*/ 2147483646 h 453"/>
              <a:gd name="T70" fmla="*/ 2147483646 w 489"/>
              <a:gd name="T71" fmla="*/ 2147483646 h 453"/>
              <a:gd name="T72" fmla="*/ 2147483646 w 489"/>
              <a:gd name="T73" fmla="*/ 2147483646 h 453"/>
              <a:gd name="T74" fmla="*/ 2147483646 w 489"/>
              <a:gd name="T75" fmla="*/ 2147483646 h 453"/>
              <a:gd name="T76" fmla="*/ 2147483646 w 489"/>
              <a:gd name="T77" fmla="*/ 2147483646 h 453"/>
              <a:gd name="T78" fmla="*/ 2147483646 w 489"/>
              <a:gd name="T79" fmla="*/ 2147483646 h 453"/>
              <a:gd name="T80" fmla="*/ 2147483646 w 489"/>
              <a:gd name="T81" fmla="*/ 2147483646 h 453"/>
              <a:gd name="T82" fmla="*/ 2147483646 w 489"/>
              <a:gd name="T83" fmla="*/ 2147483646 h 45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489" h="453">
                <a:moveTo>
                  <a:pt x="460" y="452"/>
                </a:moveTo>
                <a:lnTo>
                  <a:pt x="460" y="452"/>
                </a:lnTo>
                <a:cubicBezTo>
                  <a:pt x="241" y="452"/>
                  <a:pt x="241" y="452"/>
                  <a:pt x="241" y="452"/>
                </a:cubicBezTo>
                <a:cubicBezTo>
                  <a:pt x="29" y="452"/>
                  <a:pt x="29" y="452"/>
                  <a:pt x="29" y="452"/>
                </a:cubicBezTo>
                <a:cubicBezTo>
                  <a:pt x="7" y="452"/>
                  <a:pt x="0" y="438"/>
                  <a:pt x="0" y="424"/>
                </a:cubicBezTo>
                <a:cubicBezTo>
                  <a:pt x="0" y="282"/>
                  <a:pt x="0" y="282"/>
                  <a:pt x="0" y="282"/>
                </a:cubicBezTo>
                <a:cubicBezTo>
                  <a:pt x="0" y="268"/>
                  <a:pt x="7" y="254"/>
                  <a:pt x="29" y="254"/>
                </a:cubicBezTo>
                <a:cubicBezTo>
                  <a:pt x="43" y="254"/>
                  <a:pt x="57" y="268"/>
                  <a:pt x="57" y="282"/>
                </a:cubicBezTo>
                <a:cubicBezTo>
                  <a:pt x="57" y="396"/>
                  <a:pt x="57" y="396"/>
                  <a:pt x="57" y="396"/>
                </a:cubicBezTo>
                <a:cubicBezTo>
                  <a:pt x="431" y="396"/>
                  <a:pt x="431" y="396"/>
                  <a:pt x="431" y="396"/>
                </a:cubicBezTo>
                <a:cubicBezTo>
                  <a:pt x="431" y="282"/>
                  <a:pt x="431" y="282"/>
                  <a:pt x="431" y="282"/>
                </a:cubicBezTo>
                <a:cubicBezTo>
                  <a:pt x="431" y="268"/>
                  <a:pt x="446" y="254"/>
                  <a:pt x="460" y="254"/>
                </a:cubicBezTo>
                <a:cubicBezTo>
                  <a:pt x="474" y="254"/>
                  <a:pt x="488" y="268"/>
                  <a:pt x="488" y="282"/>
                </a:cubicBezTo>
                <a:cubicBezTo>
                  <a:pt x="488" y="424"/>
                  <a:pt x="488" y="424"/>
                  <a:pt x="488" y="424"/>
                </a:cubicBezTo>
                <a:cubicBezTo>
                  <a:pt x="488" y="438"/>
                  <a:pt x="474" y="452"/>
                  <a:pt x="460" y="452"/>
                </a:cubicBezTo>
                <a:close/>
                <a:moveTo>
                  <a:pt x="347" y="198"/>
                </a:moveTo>
                <a:lnTo>
                  <a:pt x="347" y="198"/>
                </a:lnTo>
                <a:cubicBezTo>
                  <a:pt x="262" y="289"/>
                  <a:pt x="262" y="289"/>
                  <a:pt x="262" y="289"/>
                </a:cubicBezTo>
                <a:cubicBezTo>
                  <a:pt x="262" y="297"/>
                  <a:pt x="255" y="304"/>
                  <a:pt x="241" y="304"/>
                </a:cubicBezTo>
                <a:cubicBezTo>
                  <a:pt x="234" y="304"/>
                  <a:pt x="227" y="297"/>
                  <a:pt x="220" y="289"/>
                </a:cubicBezTo>
                <a:cubicBezTo>
                  <a:pt x="135" y="198"/>
                  <a:pt x="135" y="198"/>
                  <a:pt x="135" y="198"/>
                </a:cubicBezTo>
                <a:cubicBezTo>
                  <a:pt x="135" y="191"/>
                  <a:pt x="127" y="184"/>
                  <a:pt x="127" y="176"/>
                </a:cubicBezTo>
                <a:cubicBezTo>
                  <a:pt x="127" y="162"/>
                  <a:pt x="142" y="148"/>
                  <a:pt x="156" y="148"/>
                </a:cubicBezTo>
                <a:cubicBezTo>
                  <a:pt x="170" y="148"/>
                  <a:pt x="177" y="155"/>
                  <a:pt x="177" y="162"/>
                </a:cubicBezTo>
                <a:cubicBezTo>
                  <a:pt x="212" y="198"/>
                  <a:pt x="212" y="198"/>
                  <a:pt x="212" y="198"/>
                </a:cubicBezTo>
                <a:cubicBezTo>
                  <a:pt x="212" y="28"/>
                  <a:pt x="212" y="28"/>
                  <a:pt x="212" y="28"/>
                </a:cubicBezTo>
                <a:cubicBezTo>
                  <a:pt x="212" y="14"/>
                  <a:pt x="227" y="0"/>
                  <a:pt x="241" y="0"/>
                </a:cubicBezTo>
                <a:cubicBezTo>
                  <a:pt x="262" y="0"/>
                  <a:pt x="269" y="14"/>
                  <a:pt x="269" y="28"/>
                </a:cubicBezTo>
                <a:cubicBezTo>
                  <a:pt x="269" y="198"/>
                  <a:pt x="269" y="198"/>
                  <a:pt x="269" y="198"/>
                </a:cubicBezTo>
                <a:cubicBezTo>
                  <a:pt x="304" y="162"/>
                  <a:pt x="304" y="162"/>
                  <a:pt x="304" y="162"/>
                </a:cubicBezTo>
                <a:cubicBezTo>
                  <a:pt x="311" y="155"/>
                  <a:pt x="318" y="148"/>
                  <a:pt x="325" y="148"/>
                </a:cubicBezTo>
                <a:cubicBezTo>
                  <a:pt x="347" y="148"/>
                  <a:pt x="354" y="162"/>
                  <a:pt x="354" y="176"/>
                </a:cubicBezTo>
                <a:cubicBezTo>
                  <a:pt x="354" y="184"/>
                  <a:pt x="354" y="191"/>
                  <a:pt x="347" y="19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39" name="Freeform 53">
            <a:extLst>
              <a:ext uri="{FF2B5EF4-FFF2-40B4-BE49-F238E27FC236}">
                <a16:creationId xmlns:a16="http://schemas.microsoft.com/office/drawing/2014/main" id="{4AFC4FA3-7979-71D4-E5B3-3C49921140A1}"/>
              </a:ext>
            </a:extLst>
          </p:cNvPr>
          <p:cNvSpPr>
            <a:spLocks noChangeArrowheads="1"/>
          </p:cNvSpPr>
          <p:nvPr/>
        </p:nvSpPr>
        <p:spPr bwMode="auto">
          <a:xfrm>
            <a:off x="7310657" y="969588"/>
            <a:ext cx="553668" cy="553668"/>
          </a:xfrm>
          <a:custGeom>
            <a:avLst/>
            <a:gdLst>
              <a:gd name="T0" fmla="*/ 2147483646 w 608"/>
              <a:gd name="T1" fmla="*/ 2147483646 h 609"/>
              <a:gd name="T2" fmla="*/ 0 w 608"/>
              <a:gd name="T3" fmla="*/ 2147483646 h 609"/>
              <a:gd name="T4" fmla="*/ 2147483646 w 608"/>
              <a:gd name="T5" fmla="*/ 2147483646 h 609"/>
              <a:gd name="T6" fmla="*/ 2147483646 w 608"/>
              <a:gd name="T7" fmla="*/ 2147483646 h 609"/>
              <a:gd name="T8" fmla="*/ 2147483646 w 608"/>
              <a:gd name="T9" fmla="*/ 2147483646 h 609"/>
              <a:gd name="T10" fmla="*/ 2147483646 w 608"/>
              <a:gd name="T11" fmla="*/ 2147483646 h 609"/>
              <a:gd name="T12" fmla="*/ 2147483646 w 608"/>
              <a:gd name="T13" fmla="*/ 2147483646 h 609"/>
              <a:gd name="T14" fmla="*/ 2147483646 w 608"/>
              <a:gd name="T15" fmla="*/ 2147483646 h 609"/>
              <a:gd name="T16" fmla="*/ 2147483646 w 608"/>
              <a:gd name="T17" fmla="*/ 2147483646 h 609"/>
              <a:gd name="T18" fmla="*/ 2147483646 w 608"/>
              <a:gd name="T19" fmla="*/ 2147483646 h 609"/>
              <a:gd name="T20" fmla="*/ 2147483646 w 608"/>
              <a:gd name="T21" fmla="*/ 2147483646 h 609"/>
              <a:gd name="T22" fmla="*/ 2147483646 w 608"/>
              <a:gd name="T23" fmla="*/ 2147483646 h 609"/>
              <a:gd name="T24" fmla="*/ 2147483646 w 608"/>
              <a:gd name="T25" fmla="*/ 2147483646 h 609"/>
              <a:gd name="T26" fmla="*/ 2147483646 w 608"/>
              <a:gd name="T27" fmla="*/ 2147483646 h 609"/>
              <a:gd name="T28" fmla="*/ 2147483646 w 608"/>
              <a:gd name="T29" fmla="*/ 2147483646 h 609"/>
              <a:gd name="T30" fmla="*/ 2147483646 w 608"/>
              <a:gd name="T31" fmla="*/ 2147483646 h 609"/>
              <a:gd name="T32" fmla="*/ 2147483646 w 608"/>
              <a:gd name="T33" fmla="*/ 2147483646 h 609"/>
              <a:gd name="T34" fmla="*/ 2147483646 w 608"/>
              <a:gd name="T35" fmla="*/ 2147483646 h 609"/>
              <a:gd name="T36" fmla="*/ 2147483646 w 608"/>
              <a:gd name="T37" fmla="*/ 2147483646 h 609"/>
              <a:gd name="T38" fmla="*/ 2147483646 w 608"/>
              <a:gd name="T39" fmla="*/ 2147483646 h 609"/>
              <a:gd name="T40" fmla="*/ 2147483646 w 608"/>
              <a:gd name="T41" fmla="*/ 2147483646 h 609"/>
              <a:gd name="T42" fmla="*/ 2147483646 w 608"/>
              <a:gd name="T43" fmla="*/ 2147483646 h 609"/>
              <a:gd name="T44" fmla="*/ 2147483646 w 608"/>
              <a:gd name="T45" fmla="*/ 2147483646 h 609"/>
              <a:gd name="T46" fmla="*/ 2147483646 w 608"/>
              <a:gd name="T47" fmla="*/ 2147483646 h 609"/>
              <a:gd name="T48" fmla="*/ 2147483646 w 608"/>
              <a:gd name="T49" fmla="*/ 2147483646 h 609"/>
              <a:gd name="T50" fmla="*/ 2147483646 w 608"/>
              <a:gd name="T51" fmla="*/ 2147483646 h 609"/>
              <a:gd name="T52" fmla="*/ 2147483646 w 608"/>
              <a:gd name="T53" fmla="*/ 2147483646 h 609"/>
              <a:gd name="T54" fmla="*/ 2147483646 w 608"/>
              <a:gd name="T55" fmla="*/ 2147483646 h 609"/>
              <a:gd name="T56" fmla="*/ 2147483646 w 608"/>
              <a:gd name="T57" fmla="*/ 2147483646 h 609"/>
              <a:gd name="T58" fmla="*/ 2147483646 w 608"/>
              <a:gd name="T59" fmla="*/ 2147483646 h 609"/>
              <a:gd name="T60" fmla="*/ 2147483646 w 608"/>
              <a:gd name="T61" fmla="*/ 2147483646 h 609"/>
              <a:gd name="T62" fmla="*/ 2147483646 w 608"/>
              <a:gd name="T63" fmla="*/ 2147483646 h 609"/>
              <a:gd name="T64" fmla="*/ 2147483646 w 608"/>
              <a:gd name="T65" fmla="*/ 2147483646 h 609"/>
              <a:gd name="T66" fmla="*/ 2147483646 w 608"/>
              <a:gd name="T67" fmla="*/ 2147483646 h 609"/>
              <a:gd name="T68" fmla="*/ 2147483646 w 608"/>
              <a:gd name="T69" fmla="*/ 2147483646 h 609"/>
              <a:gd name="T70" fmla="*/ 2147483646 w 608"/>
              <a:gd name="T71" fmla="*/ 2147483646 h 609"/>
              <a:gd name="T72" fmla="*/ 2147483646 w 608"/>
              <a:gd name="T73" fmla="*/ 2147483646 h 609"/>
              <a:gd name="T74" fmla="*/ 2147483646 w 608"/>
              <a:gd name="T75" fmla="*/ 2147483646 h 609"/>
              <a:gd name="T76" fmla="*/ 2147483646 w 608"/>
              <a:gd name="T77" fmla="*/ 2147483646 h 609"/>
              <a:gd name="T78" fmla="*/ 2147483646 w 608"/>
              <a:gd name="T79" fmla="*/ 2147483646 h 609"/>
              <a:gd name="T80" fmla="*/ 2147483646 w 608"/>
              <a:gd name="T81" fmla="*/ 2147483646 h 609"/>
              <a:gd name="T82" fmla="*/ 2147483646 w 608"/>
              <a:gd name="T83" fmla="*/ 2147483646 h 609"/>
              <a:gd name="T84" fmla="*/ 2147483646 w 608"/>
              <a:gd name="T85" fmla="*/ 2147483646 h 609"/>
              <a:gd name="T86" fmla="*/ 2147483646 w 608"/>
              <a:gd name="T87" fmla="*/ 2147483646 h 609"/>
              <a:gd name="T88" fmla="*/ 2147483646 w 608"/>
              <a:gd name="T89" fmla="*/ 2147483646 h 609"/>
              <a:gd name="T90" fmla="*/ 2147483646 w 608"/>
              <a:gd name="T91" fmla="*/ 2147483646 h 609"/>
              <a:gd name="T92" fmla="*/ 2147483646 w 608"/>
              <a:gd name="T93" fmla="*/ 2147483646 h 609"/>
              <a:gd name="T94" fmla="*/ 2147483646 w 608"/>
              <a:gd name="T95" fmla="*/ 2147483646 h 609"/>
              <a:gd name="T96" fmla="*/ 2147483646 w 608"/>
              <a:gd name="T97" fmla="*/ 2147483646 h 609"/>
              <a:gd name="T98" fmla="*/ 2147483646 w 608"/>
              <a:gd name="T99" fmla="*/ 2147483646 h 609"/>
              <a:gd name="T100" fmla="*/ 2147483646 w 608"/>
              <a:gd name="T101" fmla="*/ 2147483646 h 609"/>
              <a:gd name="T102" fmla="*/ 2147483646 w 608"/>
              <a:gd name="T103" fmla="*/ 2147483646 h 609"/>
              <a:gd name="T104" fmla="*/ 2147483646 w 608"/>
              <a:gd name="T105" fmla="*/ 2147483646 h 609"/>
              <a:gd name="T106" fmla="*/ 2147483646 w 608"/>
              <a:gd name="T107" fmla="*/ 2147483646 h 609"/>
              <a:gd name="T108" fmla="*/ 2147483646 w 608"/>
              <a:gd name="T109" fmla="*/ 2147483646 h 609"/>
              <a:gd name="T110" fmla="*/ 2147483646 w 608"/>
              <a:gd name="T111" fmla="*/ 2147483646 h 60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08" h="609">
                <a:moveTo>
                  <a:pt x="579" y="608"/>
                </a:moveTo>
                <a:lnTo>
                  <a:pt x="579" y="608"/>
                </a:lnTo>
                <a:cubicBezTo>
                  <a:pt x="28" y="608"/>
                  <a:pt x="28" y="608"/>
                  <a:pt x="28" y="608"/>
                </a:cubicBezTo>
                <a:cubicBezTo>
                  <a:pt x="14" y="608"/>
                  <a:pt x="0" y="594"/>
                  <a:pt x="0" y="580"/>
                </a:cubicBezTo>
                <a:cubicBezTo>
                  <a:pt x="0" y="106"/>
                  <a:pt x="0" y="106"/>
                  <a:pt x="0" y="106"/>
                </a:cubicBezTo>
                <a:cubicBezTo>
                  <a:pt x="0" y="92"/>
                  <a:pt x="14" y="78"/>
                  <a:pt x="28" y="78"/>
                </a:cubicBezTo>
                <a:cubicBezTo>
                  <a:pt x="84" y="78"/>
                  <a:pt x="84" y="78"/>
                  <a:pt x="84" y="78"/>
                </a:cubicBezTo>
                <a:cubicBezTo>
                  <a:pt x="84" y="106"/>
                  <a:pt x="84" y="106"/>
                  <a:pt x="84" y="106"/>
                </a:cubicBezTo>
                <a:cubicBezTo>
                  <a:pt x="84" y="141"/>
                  <a:pt x="120" y="170"/>
                  <a:pt x="155" y="170"/>
                </a:cubicBezTo>
                <a:cubicBezTo>
                  <a:pt x="190" y="170"/>
                  <a:pt x="219" y="141"/>
                  <a:pt x="219" y="106"/>
                </a:cubicBezTo>
                <a:cubicBezTo>
                  <a:pt x="219" y="78"/>
                  <a:pt x="219" y="78"/>
                  <a:pt x="219" y="78"/>
                </a:cubicBezTo>
                <a:cubicBezTo>
                  <a:pt x="388" y="78"/>
                  <a:pt x="388" y="78"/>
                  <a:pt x="388" y="78"/>
                </a:cubicBezTo>
                <a:cubicBezTo>
                  <a:pt x="388" y="106"/>
                  <a:pt x="388" y="106"/>
                  <a:pt x="388" y="106"/>
                </a:cubicBezTo>
                <a:cubicBezTo>
                  <a:pt x="388" y="141"/>
                  <a:pt x="417" y="170"/>
                  <a:pt x="452" y="170"/>
                </a:cubicBezTo>
                <a:cubicBezTo>
                  <a:pt x="487" y="170"/>
                  <a:pt x="523" y="141"/>
                  <a:pt x="523" y="106"/>
                </a:cubicBezTo>
                <a:cubicBezTo>
                  <a:pt x="523" y="78"/>
                  <a:pt x="523" y="78"/>
                  <a:pt x="523" y="78"/>
                </a:cubicBezTo>
                <a:cubicBezTo>
                  <a:pt x="579" y="78"/>
                  <a:pt x="579" y="78"/>
                  <a:pt x="579" y="78"/>
                </a:cubicBezTo>
                <a:cubicBezTo>
                  <a:pt x="593" y="78"/>
                  <a:pt x="607" y="92"/>
                  <a:pt x="607" y="106"/>
                </a:cubicBezTo>
                <a:cubicBezTo>
                  <a:pt x="607" y="580"/>
                  <a:pt x="607" y="580"/>
                  <a:pt x="607" y="580"/>
                </a:cubicBezTo>
                <a:cubicBezTo>
                  <a:pt x="607" y="594"/>
                  <a:pt x="593" y="608"/>
                  <a:pt x="579" y="608"/>
                </a:cubicBezTo>
                <a:close/>
                <a:moveTo>
                  <a:pt x="551" y="226"/>
                </a:moveTo>
                <a:lnTo>
                  <a:pt x="551" y="226"/>
                </a:lnTo>
                <a:cubicBezTo>
                  <a:pt x="56" y="226"/>
                  <a:pt x="56" y="226"/>
                  <a:pt x="56" y="226"/>
                </a:cubicBezTo>
                <a:cubicBezTo>
                  <a:pt x="56" y="551"/>
                  <a:pt x="56" y="551"/>
                  <a:pt x="56" y="551"/>
                </a:cubicBezTo>
                <a:cubicBezTo>
                  <a:pt x="551" y="551"/>
                  <a:pt x="551" y="551"/>
                  <a:pt x="551" y="551"/>
                </a:cubicBezTo>
                <a:lnTo>
                  <a:pt x="551" y="226"/>
                </a:lnTo>
                <a:close/>
                <a:moveTo>
                  <a:pt x="190" y="424"/>
                </a:moveTo>
                <a:lnTo>
                  <a:pt x="190" y="424"/>
                </a:lnTo>
                <a:cubicBezTo>
                  <a:pt x="190" y="417"/>
                  <a:pt x="197" y="410"/>
                  <a:pt x="205" y="410"/>
                </a:cubicBezTo>
                <a:cubicBezTo>
                  <a:pt x="212" y="403"/>
                  <a:pt x="219" y="396"/>
                  <a:pt x="226" y="396"/>
                </a:cubicBezTo>
                <a:cubicBezTo>
                  <a:pt x="233" y="389"/>
                  <a:pt x="233" y="389"/>
                  <a:pt x="240" y="382"/>
                </a:cubicBezTo>
                <a:cubicBezTo>
                  <a:pt x="240" y="382"/>
                  <a:pt x="247" y="382"/>
                  <a:pt x="247" y="375"/>
                </a:cubicBezTo>
                <a:cubicBezTo>
                  <a:pt x="254" y="375"/>
                  <a:pt x="254" y="367"/>
                  <a:pt x="261" y="367"/>
                </a:cubicBezTo>
                <a:cubicBezTo>
                  <a:pt x="261" y="360"/>
                  <a:pt x="261" y="353"/>
                  <a:pt x="261" y="353"/>
                </a:cubicBezTo>
                <a:cubicBezTo>
                  <a:pt x="261" y="339"/>
                  <a:pt x="261" y="339"/>
                  <a:pt x="254" y="332"/>
                </a:cubicBezTo>
                <a:cubicBezTo>
                  <a:pt x="254" y="325"/>
                  <a:pt x="247" y="325"/>
                  <a:pt x="240" y="325"/>
                </a:cubicBezTo>
                <a:cubicBezTo>
                  <a:pt x="233" y="325"/>
                  <a:pt x="226" y="325"/>
                  <a:pt x="226" y="325"/>
                </a:cubicBezTo>
                <a:cubicBezTo>
                  <a:pt x="219" y="332"/>
                  <a:pt x="219" y="332"/>
                  <a:pt x="219" y="339"/>
                </a:cubicBezTo>
                <a:cubicBezTo>
                  <a:pt x="212" y="339"/>
                  <a:pt x="212" y="346"/>
                  <a:pt x="212" y="353"/>
                </a:cubicBezTo>
                <a:lnTo>
                  <a:pt x="212" y="360"/>
                </a:lnTo>
                <a:cubicBezTo>
                  <a:pt x="176" y="360"/>
                  <a:pt x="176" y="360"/>
                  <a:pt x="176" y="360"/>
                </a:cubicBezTo>
                <a:cubicBezTo>
                  <a:pt x="176" y="353"/>
                  <a:pt x="176" y="346"/>
                  <a:pt x="183" y="339"/>
                </a:cubicBezTo>
                <a:cubicBezTo>
                  <a:pt x="183" y="325"/>
                  <a:pt x="183" y="318"/>
                  <a:pt x="190" y="311"/>
                </a:cubicBezTo>
                <a:cubicBezTo>
                  <a:pt x="197" y="311"/>
                  <a:pt x="205" y="304"/>
                  <a:pt x="212" y="297"/>
                </a:cubicBezTo>
                <a:cubicBezTo>
                  <a:pt x="219" y="297"/>
                  <a:pt x="226" y="297"/>
                  <a:pt x="240" y="297"/>
                </a:cubicBezTo>
                <a:cubicBezTo>
                  <a:pt x="247" y="297"/>
                  <a:pt x="254" y="297"/>
                  <a:pt x="261" y="297"/>
                </a:cubicBezTo>
                <a:cubicBezTo>
                  <a:pt x="268" y="304"/>
                  <a:pt x="275" y="304"/>
                  <a:pt x="282" y="311"/>
                </a:cubicBezTo>
                <a:cubicBezTo>
                  <a:pt x="282" y="311"/>
                  <a:pt x="290" y="318"/>
                  <a:pt x="290" y="325"/>
                </a:cubicBezTo>
                <a:cubicBezTo>
                  <a:pt x="297" y="332"/>
                  <a:pt x="297" y="339"/>
                  <a:pt x="297" y="346"/>
                </a:cubicBezTo>
                <a:cubicBezTo>
                  <a:pt x="297" y="353"/>
                  <a:pt x="297" y="367"/>
                  <a:pt x="297" y="367"/>
                </a:cubicBezTo>
                <a:cubicBezTo>
                  <a:pt x="290" y="375"/>
                  <a:pt x="290" y="382"/>
                  <a:pt x="282" y="389"/>
                </a:cubicBezTo>
                <a:cubicBezTo>
                  <a:pt x="275" y="389"/>
                  <a:pt x="275" y="396"/>
                  <a:pt x="268" y="403"/>
                </a:cubicBezTo>
                <a:cubicBezTo>
                  <a:pt x="261" y="403"/>
                  <a:pt x="254" y="410"/>
                  <a:pt x="247" y="410"/>
                </a:cubicBezTo>
                <a:cubicBezTo>
                  <a:pt x="240" y="417"/>
                  <a:pt x="240" y="417"/>
                  <a:pt x="233" y="424"/>
                </a:cubicBezTo>
                <a:cubicBezTo>
                  <a:pt x="226" y="431"/>
                  <a:pt x="219" y="431"/>
                  <a:pt x="219" y="438"/>
                </a:cubicBezTo>
                <a:cubicBezTo>
                  <a:pt x="297" y="438"/>
                  <a:pt x="297" y="438"/>
                  <a:pt x="297" y="438"/>
                </a:cubicBezTo>
                <a:cubicBezTo>
                  <a:pt x="297" y="467"/>
                  <a:pt x="297" y="467"/>
                  <a:pt x="297" y="467"/>
                </a:cubicBezTo>
                <a:cubicBezTo>
                  <a:pt x="169" y="467"/>
                  <a:pt x="169" y="467"/>
                  <a:pt x="169" y="467"/>
                </a:cubicBezTo>
                <a:cubicBezTo>
                  <a:pt x="169" y="460"/>
                  <a:pt x="176" y="452"/>
                  <a:pt x="176" y="445"/>
                </a:cubicBezTo>
                <a:cubicBezTo>
                  <a:pt x="176" y="438"/>
                  <a:pt x="183" y="431"/>
                  <a:pt x="190" y="424"/>
                </a:cubicBezTo>
                <a:close/>
                <a:moveTo>
                  <a:pt x="353" y="438"/>
                </a:moveTo>
                <a:lnTo>
                  <a:pt x="353" y="438"/>
                </a:lnTo>
                <a:cubicBezTo>
                  <a:pt x="360" y="445"/>
                  <a:pt x="360" y="445"/>
                  <a:pt x="374" y="445"/>
                </a:cubicBezTo>
                <a:cubicBezTo>
                  <a:pt x="374" y="445"/>
                  <a:pt x="381" y="445"/>
                  <a:pt x="381" y="438"/>
                </a:cubicBezTo>
                <a:cubicBezTo>
                  <a:pt x="388" y="438"/>
                  <a:pt x="388" y="438"/>
                  <a:pt x="395" y="431"/>
                </a:cubicBezTo>
                <a:lnTo>
                  <a:pt x="395" y="424"/>
                </a:lnTo>
                <a:cubicBezTo>
                  <a:pt x="403" y="417"/>
                  <a:pt x="403" y="417"/>
                  <a:pt x="403" y="410"/>
                </a:cubicBezTo>
                <a:cubicBezTo>
                  <a:pt x="403" y="410"/>
                  <a:pt x="403" y="403"/>
                  <a:pt x="395" y="396"/>
                </a:cubicBezTo>
                <a:lnTo>
                  <a:pt x="395" y="389"/>
                </a:lnTo>
                <a:cubicBezTo>
                  <a:pt x="388" y="389"/>
                  <a:pt x="388" y="382"/>
                  <a:pt x="381" y="382"/>
                </a:cubicBezTo>
                <a:lnTo>
                  <a:pt x="374" y="382"/>
                </a:lnTo>
                <a:cubicBezTo>
                  <a:pt x="367" y="382"/>
                  <a:pt x="360" y="382"/>
                  <a:pt x="353" y="382"/>
                </a:cubicBezTo>
                <a:cubicBezTo>
                  <a:pt x="353" y="382"/>
                  <a:pt x="346" y="389"/>
                  <a:pt x="346" y="396"/>
                </a:cubicBezTo>
                <a:cubicBezTo>
                  <a:pt x="311" y="396"/>
                  <a:pt x="311" y="396"/>
                  <a:pt x="311" y="396"/>
                </a:cubicBezTo>
                <a:cubicBezTo>
                  <a:pt x="332" y="297"/>
                  <a:pt x="332" y="297"/>
                  <a:pt x="332" y="297"/>
                </a:cubicBezTo>
                <a:cubicBezTo>
                  <a:pt x="424" y="297"/>
                  <a:pt x="424" y="297"/>
                  <a:pt x="424" y="297"/>
                </a:cubicBezTo>
                <a:cubicBezTo>
                  <a:pt x="424" y="325"/>
                  <a:pt x="424" y="325"/>
                  <a:pt x="424" y="325"/>
                </a:cubicBezTo>
                <a:cubicBezTo>
                  <a:pt x="353" y="325"/>
                  <a:pt x="353" y="325"/>
                  <a:pt x="353" y="325"/>
                </a:cubicBezTo>
                <a:cubicBezTo>
                  <a:pt x="346" y="367"/>
                  <a:pt x="346" y="367"/>
                  <a:pt x="346" y="367"/>
                </a:cubicBezTo>
                <a:cubicBezTo>
                  <a:pt x="353" y="360"/>
                  <a:pt x="360" y="360"/>
                  <a:pt x="367" y="353"/>
                </a:cubicBezTo>
                <a:cubicBezTo>
                  <a:pt x="367" y="353"/>
                  <a:pt x="374" y="353"/>
                  <a:pt x="381" y="353"/>
                </a:cubicBezTo>
                <a:cubicBezTo>
                  <a:pt x="388" y="353"/>
                  <a:pt x="395" y="353"/>
                  <a:pt x="403" y="360"/>
                </a:cubicBezTo>
                <a:cubicBezTo>
                  <a:pt x="410" y="360"/>
                  <a:pt x="417" y="367"/>
                  <a:pt x="424" y="367"/>
                </a:cubicBezTo>
                <a:cubicBezTo>
                  <a:pt x="424" y="375"/>
                  <a:pt x="431" y="382"/>
                  <a:pt x="431" y="389"/>
                </a:cubicBezTo>
                <a:cubicBezTo>
                  <a:pt x="438" y="396"/>
                  <a:pt x="438" y="403"/>
                  <a:pt x="438" y="410"/>
                </a:cubicBezTo>
                <a:cubicBezTo>
                  <a:pt x="438" y="417"/>
                  <a:pt x="431" y="431"/>
                  <a:pt x="431" y="438"/>
                </a:cubicBezTo>
                <a:cubicBezTo>
                  <a:pt x="424" y="445"/>
                  <a:pt x="424" y="452"/>
                  <a:pt x="417" y="452"/>
                </a:cubicBezTo>
                <a:cubicBezTo>
                  <a:pt x="410" y="460"/>
                  <a:pt x="403" y="467"/>
                  <a:pt x="395" y="467"/>
                </a:cubicBezTo>
                <a:cubicBezTo>
                  <a:pt x="388" y="474"/>
                  <a:pt x="381" y="474"/>
                  <a:pt x="374" y="474"/>
                </a:cubicBezTo>
                <a:cubicBezTo>
                  <a:pt x="360" y="474"/>
                  <a:pt x="353" y="474"/>
                  <a:pt x="346" y="467"/>
                </a:cubicBezTo>
                <a:cubicBezTo>
                  <a:pt x="339" y="467"/>
                  <a:pt x="332" y="467"/>
                  <a:pt x="325" y="460"/>
                </a:cubicBezTo>
                <a:cubicBezTo>
                  <a:pt x="325" y="452"/>
                  <a:pt x="318" y="452"/>
                  <a:pt x="311" y="445"/>
                </a:cubicBezTo>
                <a:cubicBezTo>
                  <a:pt x="311" y="438"/>
                  <a:pt x="311" y="424"/>
                  <a:pt x="311" y="417"/>
                </a:cubicBezTo>
                <a:cubicBezTo>
                  <a:pt x="346" y="417"/>
                  <a:pt x="346" y="417"/>
                  <a:pt x="346" y="417"/>
                </a:cubicBezTo>
                <a:cubicBezTo>
                  <a:pt x="346" y="424"/>
                  <a:pt x="346" y="431"/>
                  <a:pt x="353" y="438"/>
                </a:cubicBezTo>
                <a:close/>
                <a:moveTo>
                  <a:pt x="452" y="134"/>
                </a:moveTo>
                <a:lnTo>
                  <a:pt x="452" y="134"/>
                </a:lnTo>
                <a:cubicBezTo>
                  <a:pt x="438" y="134"/>
                  <a:pt x="424" y="120"/>
                  <a:pt x="424" y="106"/>
                </a:cubicBezTo>
                <a:cubicBezTo>
                  <a:pt x="424" y="28"/>
                  <a:pt x="424" y="28"/>
                  <a:pt x="424" y="28"/>
                </a:cubicBezTo>
                <a:cubicBezTo>
                  <a:pt x="424" y="14"/>
                  <a:pt x="438" y="0"/>
                  <a:pt x="452" y="0"/>
                </a:cubicBezTo>
                <a:cubicBezTo>
                  <a:pt x="473" y="0"/>
                  <a:pt x="480" y="14"/>
                  <a:pt x="480" y="28"/>
                </a:cubicBezTo>
                <a:cubicBezTo>
                  <a:pt x="480" y="106"/>
                  <a:pt x="480" y="106"/>
                  <a:pt x="480" y="106"/>
                </a:cubicBezTo>
                <a:cubicBezTo>
                  <a:pt x="480" y="120"/>
                  <a:pt x="473" y="134"/>
                  <a:pt x="452" y="134"/>
                </a:cubicBezTo>
                <a:close/>
                <a:moveTo>
                  <a:pt x="155" y="134"/>
                </a:moveTo>
                <a:lnTo>
                  <a:pt x="155" y="134"/>
                </a:lnTo>
                <a:cubicBezTo>
                  <a:pt x="134" y="134"/>
                  <a:pt x="127" y="120"/>
                  <a:pt x="127" y="106"/>
                </a:cubicBezTo>
                <a:cubicBezTo>
                  <a:pt x="127" y="28"/>
                  <a:pt x="127" y="28"/>
                  <a:pt x="127" y="28"/>
                </a:cubicBezTo>
                <a:cubicBezTo>
                  <a:pt x="127" y="14"/>
                  <a:pt x="134" y="0"/>
                  <a:pt x="155" y="0"/>
                </a:cubicBezTo>
                <a:cubicBezTo>
                  <a:pt x="169" y="0"/>
                  <a:pt x="183" y="14"/>
                  <a:pt x="183" y="28"/>
                </a:cubicBezTo>
                <a:cubicBezTo>
                  <a:pt x="183" y="106"/>
                  <a:pt x="183" y="106"/>
                  <a:pt x="183" y="106"/>
                </a:cubicBezTo>
                <a:cubicBezTo>
                  <a:pt x="183" y="120"/>
                  <a:pt x="169" y="134"/>
                  <a:pt x="155" y="13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40" name="Freeform 54">
            <a:extLst>
              <a:ext uri="{FF2B5EF4-FFF2-40B4-BE49-F238E27FC236}">
                <a16:creationId xmlns:a16="http://schemas.microsoft.com/office/drawing/2014/main" id="{E775173B-ED31-F689-5E8A-96B0261A9A84}"/>
              </a:ext>
            </a:extLst>
          </p:cNvPr>
          <p:cNvSpPr>
            <a:spLocks noChangeArrowheads="1"/>
          </p:cNvSpPr>
          <p:nvPr/>
        </p:nvSpPr>
        <p:spPr bwMode="auto">
          <a:xfrm>
            <a:off x="6351769" y="969588"/>
            <a:ext cx="545644" cy="553668"/>
          </a:xfrm>
          <a:custGeom>
            <a:avLst/>
            <a:gdLst>
              <a:gd name="T0" fmla="*/ 2147483646 w 601"/>
              <a:gd name="T1" fmla="*/ 2147483646 h 609"/>
              <a:gd name="T2" fmla="*/ 0 w 601"/>
              <a:gd name="T3" fmla="*/ 2147483646 h 609"/>
              <a:gd name="T4" fmla="*/ 2147483646 w 601"/>
              <a:gd name="T5" fmla="*/ 2147483646 h 609"/>
              <a:gd name="T6" fmla="*/ 2147483646 w 601"/>
              <a:gd name="T7" fmla="*/ 2147483646 h 609"/>
              <a:gd name="T8" fmla="*/ 2147483646 w 601"/>
              <a:gd name="T9" fmla="*/ 2147483646 h 609"/>
              <a:gd name="T10" fmla="*/ 2147483646 w 601"/>
              <a:gd name="T11" fmla="*/ 2147483646 h 609"/>
              <a:gd name="T12" fmla="*/ 2147483646 w 601"/>
              <a:gd name="T13" fmla="*/ 2147483646 h 609"/>
              <a:gd name="T14" fmla="*/ 2147483646 w 601"/>
              <a:gd name="T15" fmla="*/ 2147483646 h 609"/>
              <a:gd name="T16" fmla="*/ 2147483646 w 601"/>
              <a:gd name="T17" fmla="*/ 2147483646 h 609"/>
              <a:gd name="T18" fmla="*/ 2147483646 w 601"/>
              <a:gd name="T19" fmla="*/ 2147483646 h 609"/>
              <a:gd name="T20" fmla="*/ 2147483646 w 601"/>
              <a:gd name="T21" fmla="*/ 2147483646 h 609"/>
              <a:gd name="T22" fmla="*/ 2147483646 w 601"/>
              <a:gd name="T23" fmla="*/ 2147483646 h 609"/>
              <a:gd name="T24" fmla="*/ 2147483646 w 601"/>
              <a:gd name="T25" fmla="*/ 2147483646 h 609"/>
              <a:gd name="T26" fmla="*/ 2147483646 w 601"/>
              <a:gd name="T27" fmla="*/ 2147483646 h 609"/>
              <a:gd name="T28" fmla="*/ 2147483646 w 601"/>
              <a:gd name="T29" fmla="*/ 2147483646 h 609"/>
              <a:gd name="T30" fmla="*/ 2147483646 w 601"/>
              <a:gd name="T31" fmla="*/ 2147483646 h 609"/>
              <a:gd name="T32" fmla="*/ 2147483646 w 601"/>
              <a:gd name="T33" fmla="*/ 2147483646 h 609"/>
              <a:gd name="T34" fmla="*/ 2147483646 w 601"/>
              <a:gd name="T35" fmla="*/ 2147483646 h 609"/>
              <a:gd name="T36" fmla="*/ 2147483646 w 601"/>
              <a:gd name="T37" fmla="*/ 2147483646 h 609"/>
              <a:gd name="T38" fmla="*/ 2147483646 w 601"/>
              <a:gd name="T39" fmla="*/ 2147483646 h 609"/>
              <a:gd name="T40" fmla="*/ 2147483646 w 601"/>
              <a:gd name="T41" fmla="*/ 2147483646 h 609"/>
              <a:gd name="T42" fmla="*/ 2147483646 w 601"/>
              <a:gd name="T43" fmla="*/ 2147483646 h 609"/>
              <a:gd name="T44" fmla="*/ 2147483646 w 601"/>
              <a:gd name="T45" fmla="*/ 2147483646 h 609"/>
              <a:gd name="T46" fmla="*/ 2147483646 w 601"/>
              <a:gd name="T47" fmla="*/ 2147483646 h 609"/>
              <a:gd name="T48" fmla="*/ 2147483646 w 601"/>
              <a:gd name="T49" fmla="*/ 2147483646 h 609"/>
              <a:gd name="T50" fmla="*/ 2147483646 w 601"/>
              <a:gd name="T51" fmla="*/ 2147483646 h 609"/>
              <a:gd name="T52" fmla="*/ 2147483646 w 601"/>
              <a:gd name="T53" fmla="*/ 0 h 609"/>
              <a:gd name="T54" fmla="*/ 2147483646 w 601"/>
              <a:gd name="T55" fmla="*/ 2147483646 h 609"/>
              <a:gd name="T56" fmla="*/ 2147483646 w 601"/>
              <a:gd name="T57" fmla="*/ 2147483646 h 609"/>
              <a:gd name="T58" fmla="*/ 2147483646 w 601"/>
              <a:gd name="T59" fmla="*/ 2147483646 h 609"/>
              <a:gd name="T60" fmla="*/ 2147483646 w 601"/>
              <a:gd name="T61" fmla="*/ 0 h 609"/>
              <a:gd name="T62" fmla="*/ 2147483646 w 601"/>
              <a:gd name="T63" fmla="*/ 2147483646 h 60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01" h="609">
                <a:moveTo>
                  <a:pt x="572" y="608"/>
                </a:moveTo>
                <a:lnTo>
                  <a:pt x="572" y="608"/>
                </a:lnTo>
                <a:cubicBezTo>
                  <a:pt x="28" y="608"/>
                  <a:pt x="28" y="608"/>
                  <a:pt x="28" y="608"/>
                </a:cubicBezTo>
                <a:cubicBezTo>
                  <a:pt x="14" y="608"/>
                  <a:pt x="0" y="594"/>
                  <a:pt x="0" y="580"/>
                </a:cubicBezTo>
                <a:cubicBezTo>
                  <a:pt x="0" y="106"/>
                  <a:pt x="0" y="106"/>
                  <a:pt x="0" y="106"/>
                </a:cubicBezTo>
                <a:cubicBezTo>
                  <a:pt x="0" y="92"/>
                  <a:pt x="14" y="78"/>
                  <a:pt x="28" y="78"/>
                </a:cubicBezTo>
                <a:cubicBezTo>
                  <a:pt x="84" y="78"/>
                  <a:pt x="84" y="78"/>
                  <a:pt x="84" y="78"/>
                </a:cubicBezTo>
                <a:cubicBezTo>
                  <a:pt x="84" y="106"/>
                  <a:pt x="84" y="106"/>
                  <a:pt x="84" y="106"/>
                </a:cubicBezTo>
                <a:cubicBezTo>
                  <a:pt x="84" y="141"/>
                  <a:pt x="113" y="170"/>
                  <a:pt x="148" y="170"/>
                </a:cubicBezTo>
                <a:cubicBezTo>
                  <a:pt x="183" y="170"/>
                  <a:pt x="219" y="141"/>
                  <a:pt x="219" y="106"/>
                </a:cubicBezTo>
                <a:cubicBezTo>
                  <a:pt x="219" y="78"/>
                  <a:pt x="219" y="78"/>
                  <a:pt x="219" y="78"/>
                </a:cubicBezTo>
                <a:cubicBezTo>
                  <a:pt x="388" y="78"/>
                  <a:pt x="388" y="78"/>
                  <a:pt x="388" y="78"/>
                </a:cubicBezTo>
                <a:cubicBezTo>
                  <a:pt x="388" y="106"/>
                  <a:pt x="388" y="106"/>
                  <a:pt x="388" y="106"/>
                </a:cubicBezTo>
                <a:cubicBezTo>
                  <a:pt x="388" y="141"/>
                  <a:pt x="417" y="170"/>
                  <a:pt x="452" y="170"/>
                </a:cubicBezTo>
                <a:cubicBezTo>
                  <a:pt x="487" y="170"/>
                  <a:pt x="515" y="141"/>
                  <a:pt x="515" y="106"/>
                </a:cubicBezTo>
                <a:cubicBezTo>
                  <a:pt x="515" y="78"/>
                  <a:pt x="515" y="78"/>
                  <a:pt x="515" y="78"/>
                </a:cubicBezTo>
                <a:cubicBezTo>
                  <a:pt x="572" y="78"/>
                  <a:pt x="572" y="78"/>
                  <a:pt x="572" y="78"/>
                </a:cubicBezTo>
                <a:cubicBezTo>
                  <a:pt x="593" y="78"/>
                  <a:pt x="600" y="92"/>
                  <a:pt x="600" y="106"/>
                </a:cubicBezTo>
                <a:cubicBezTo>
                  <a:pt x="600" y="580"/>
                  <a:pt x="600" y="580"/>
                  <a:pt x="600" y="580"/>
                </a:cubicBezTo>
                <a:cubicBezTo>
                  <a:pt x="600" y="594"/>
                  <a:pt x="593" y="608"/>
                  <a:pt x="572" y="608"/>
                </a:cubicBezTo>
                <a:close/>
                <a:moveTo>
                  <a:pt x="544" y="226"/>
                </a:moveTo>
                <a:lnTo>
                  <a:pt x="544" y="226"/>
                </a:lnTo>
                <a:cubicBezTo>
                  <a:pt x="56" y="226"/>
                  <a:pt x="56" y="226"/>
                  <a:pt x="56" y="226"/>
                </a:cubicBezTo>
                <a:cubicBezTo>
                  <a:pt x="56" y="551"/>
                  <a:pt x="56" y="551"/>
                  <a:pt x="56" y="551"/>
                </a:cubicBezTo>
                <a:cubicBezTo>
                  <a:pt x="544" y="551"/>
                  <a:pt x="544" y="551"/>
                  <a:pt x="544" y="551"/>
                </a:cubicBezTo>
                <a:lnTo>
                  <a:pt x="544" y="226"/>
                </a:lnTo>
                <a:close/>
                <a:moveTo>
                  <a:pt x="233" y="360"/>
                </a:moveTo>
                <a:lnTo>
                  <a:pt x="233" y="360"/>
                </a:lnTo>
                <a:cubicBezTo>
                  <a:pt x="275" y="360"/>
                  <a:pt x="275" y="360"/>
                  <a:pt x="275" y="360"/>
                </a:cubicBezTo>
                <a:cubicBezTo>
                  <a:pt x="275" y="325"/>
                  <a:pt x="275" y="325"/>
                  <a:pt x="275" y="325"/>
                </a:cubicBezTo>
                <a:cubicBezTo>
                  <a:pt x="275" y="304"/>
                  <a:pt x="282" y="297"/>
                  <a:pt x="304" y="297"/>
                </a:cubicBezTo>
                <a:cubicBezTo>
                  <a:pt x="318" y="297"/>
                  <a:pt x="332" y="304"/>
                  <a:pt x="332" y="325"/>
                </a:cubicBezTo>
                <a:cubicBezTo>
                  <a:pt x="332" y="360"/>
                  <a:pt x="332" y="360"/>
                  <a:pt x="332" y="360"/>
                </a:cubicBezTo>
                <a:cubicBezTo>
                  <a:pt x="367" y="360"/>
                  <a:pt x="367" y="360"/>
                  <a:pt x="367" y="360"/>
                </a:cubicBezTo>
                <a:cubicBezTo>
                  <a:pt x="381" y="360"/>
                  <a:pt x="395" y="375"/>
                  <a:pt x="395" y="389"/>
                </a:cubicBezTo>
                <a:cubicBezTo>
                  <a:pt x="395" y="403"/>
                  <a:pt x="381" y="417"/>
                  <a:pt x="367" y="417"/>
                </a:cubicBezTo>
                <a:cubicBezTo>
                  <a:pt x="332" y="417"/>
                  <a:pt x="332" y="417"/>
                  <a:pt x="332" y="417"/>
                </a:cubicBezTo>
                <a:cubicBezTo>
                  <a:pt x="332" y="452"/>
                  <a:pt x="332" y="452"/>
                  <a:pt x="332" y="452"/>
                </a:cubicBezTo>
                <a:cubicBezTo>
                  <a:pt x="332" y="474"/>
                  <a:pt x="318" y="481"/>
                  <a:pt x="304" y="481"/>
                </a:cubicBezTo>
                <a:cubicBezTo>
                  <a:pt x="282" y="481"/>
                  <a:pt x="275" y="474"/>
                  <a:pt x="275" y="452"/>
                </a:cubicBezTo>
                <a:cubicBezTo>
                  <a:pt x="275" y="417"/>
                  <a:pt x="275" y="417"/>
                  <a:pt x="275" y="417"/>
                </a:cubicBezTo>
                <a:cubicBezTo>
                  <a:pt x="233" y="417"/>
                  <a:pt x="233" y="417"/>
                  <a:pt x="233" y="417"/>
                </a:cubicBezTo>
                <a:cubicBezTo>
                  <a:pt x="219" y="417"/>
                  <a:pt x="204" y="403"/>
                  <a:pt x="204" y="389"/>
                </a:cubicBezTo>
                <a:cubicBezTo>
                  <a:pt x="204" y="375"/>
                  <a:pt x="219" y="360"/>
                  <a:pt x="233" y="360"/>
                </a:cubicBezTo>
                <a:close/>
                <a:moveTo>
                  <a:pt x="240" y="297"/>
                </a:moveTo>
                <a:lnTo>
                  <a:pt x="240" y="297"/>
                </a:lnTo>
                <a:cubicBezTo>
                  <a:pt x="233" y="297"/>
                  <a:pt x="233" y="297"/>
                  <a:pt x="233" y="297"/>
                </a:cubicBezTo>
                <a:cubicBezTo>
                  <a:pt x="233" y="297"/>
                  <a:pt x="233" y="297"/>
                  <a:pt x="240" y="297"/>
                </a:cubicBezTo>
                <a:close/>
                <a:moveTo>
                  <a:pt x="452" y="134"/>
                </a:moveTo>
                <a:lnTo>
                  <a:pt x="452" y="134"/>
                </a:lnTo>
                <a:cubicBezTo>
                  <a:pt x="438" y="134"/>
                  <a:pt x="424" y="120"/>
                  <a:pt x="424" y="106"/>
                </a:cubicBezTo>
                <a:cubicBezTo>
                  <a:pt x="424" y="28"/>
                  <a:pt x="424" y="28"/>
                  <a:pt x="424" y="28"/>
                </a:cubicBezTo>
                <a:cubicBezTo>
                  <a:pt x="424" y="14"/>
                  <a:pt x="438" y="0"/>
                  <a:pt x="452" y="0"/>
                </a:cubicBezTo>
                <a:cubicBezTo>
                  <a:pt x="466" y="0"/>
                  <a:pt x="480" y="14"/>
                  <a:pt x="480" y="28"/>
                </a:cubicBezTo>
                <a:cubicBezTo>
                  <a:pt x="480" y="106"/>
                  <a:pt x="480" y="106"/>
                  <a:pt x="480" y="106"/>
                </a:cubicBezTo>
                <a:cubicBezTo>
                  <a:pt x="480" y="120"/>
                  <a:pt x="466" y="134"/>
                  <a:pt x="452" y="134"/>
                </a:cubicBezTo>
                <a:close/>
                <a:moveTo>
                  <a:pt x="148" y="134"/>
                </a:moveTo>
                <a:lnTo>
                  <a:pt x="148" y="134"/>
                </a:lnTo>
                <a:cubicBezTo>
                  <a:pt x="134" y="134"/>
                  <a:pt x="120" y="120"/>
                  <a:pt x="120" y="106"/>
                </a:cubicBezTo>
                <a:cubicBezTo>
                  <a:pt x="120" y="28"/>
                  <a:pt x="120" y="28"/>
                  <a:pt x="120" y="28"/>
                </a:cubicBezTo>
                <a:cubicBezTo>
                  <a:pt x="120" y="14"/>
                  <a:pt x="134" y="0"/>
                  <a:pt x="148" y="0"/>
                </a:cubicBezTo>
                <a:cubicBezTo>
                  <a:pt x="169" y="0"/>
                  <a:pt x="176" y="14"/>
                  <a:pt x="176" y="28"/>
                </a:cubicBezTo>
                <a:cubicBezTo>
                  <a:pt x="176" y="106"/>
                  <a:pt x="176" y="106"/>
                  <a:pt x="176" y="106"/>
                </a:cubicBezTo>
                <a:cubicBezTo>
                  <a:pt x="176" y="120"/>
                  <a:pt x="169" y="134"/>
                  <a:pt x="148" y="13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41" name="Freeform 55">
            <a:extLst>
              <a:ext uri="{FF2B5EF4-FFF2-40B4-BE49-F238E27FC236}">
                <a16:creationId xmlns:a16="http://schemas.microsoft.com/office/drawing/2014/main" id="{912B0FDC-B1E9-C5F5-8285-FBF93B5580FE}"/>
              </a:ext>
            </a:extLst>
          </p:cNvPr>
          <p:cNvSpPr>
            <a:spLocks noChangeArrowheads="1"/>
          </p:cNvSpPr>
          <p:nvPr/>
        </p:nvSpPr>
        <p:spPr bwMode="auto">
          <a:xfrm>
            <a:off x="5392879" y="969588"/>
            <a:ext cx="545644" cy="553668"/>
          </a:xfrm>
          <a:custGeom>
            <a:avLst/>
            <a:gdLst>
              <a:gd name="T0" fmla="*/ 2147483646 w 601"/>
              <a:gd name="T1" fmla="*/ 2147483646 h 609"/>
              <a:gd name="T2" fmla="*/ 2147483646 w 601"/>
              <a:gd name="T3" fmla="*/ 2147483646 h 609"/>
              <a:gd name="T4" fmla="*/ 2147483646 w 601"/>
              <a:gd name="T5" fmla="*/ 2147483646 h 609"/>
              <a:gd name="T6" fmla="*/ 0 w 601"/>
              <a:gd name="T7" fmla="*/ 2147483646 h 609"/>
              <a:gd name="T8" fmla="*/ 0 w 601"/>
              <a:gd name="T9" fmla="*/ 2147483646 h 609"/>
              <a:gd name="T10" fmla="*/ 2147483646 w 601"/>
              <a:gd name="T11" fmla="*/ 2147483646 h 609"/>
              <a:gd name="T12" fmla="*/ 2147483646 w 601"/>
              <a:gd name="T13" fmla="*/ 2147483646 h 609"/>
              <a:gd name="T14" fmla="*/ 2147483646 w 601"/>
              <a:gd name="T15" fmla="*/ 2147483646 h 609"/>
              <a:gd name="T16" fmla="*/ 2147483646 w 601"/>
              <a:gd name="T17" fmla="*/ 2147483646 h 609"/>
              <a:gd name="T18" fmla="*/ 2147483646 w 601"/>
              <a:gd name="T19" fmla="*/ 2147483646 h 609"/>
              <a:gd name="T20" fmla="*/ 2147483646 w 601"/>
              <a:gd name="T21" fmla="*/ 2147483646 h 609"/>
              <a:gd name="T22" fmla="*/ 2147483646 w 601"/>
              <a:gd name="T23" fmla="*/ 2147483646 h 609"/>
              <a:gd name="T24" fmla="*/ 2147483646 w 601"/>
              <a:gd name="T25" fmla="*/ 2147483646 h 609"/>
              <a:gd name="T26" fmla="*/ 2147483646 w 601"/>
              <a:gd name="T27" fmla="*/ 2147483646 h 609"/>
              <a:gd name="T28" fmla="*/ 2147483646 w 601"/>
              <a:gd name="T29" fmla="*/ 2147483646 h 609"/>
              <a:gd name="T30" fmla="*/ 2147483646 w 601"/>
              <a:gd name="T31" fmla="*/ 2147483646 h 609"/>
              <a:gd name="T32" fmla="*/ 2147483646 w 601"/>
              <a:gd name="T33" fmla="*/ 2147483646 h 609"/>
              <a:gd name="T34" fmla="*/ 2147483646 w 601"/>
              <a:gd name="T35" fmla="*/ 2147483646 h 609"/>
              <a:gd name="T36" fmla="*/ 2147483646 w 601"/>
              <a:gd name="T37" fmla="*/ 2147483646 h 609"/>
              <a:gd name="T38" fmla="*/ 2147483646 w 601"/>
              <a:gd name="T39" fmla="*/ 2147483646 h 609"/>
              <a:gd name="T40" fmla="*/ 2147483646 w 601"/>
              <a:gd name="T41" fmla="*/ 2147483646 h 609"/>
              <a:gd name="T42" fmla="*/ 2147483646 w 601"/>
              <a:gd name="T43" fmla="*/ 2147483646 h 609"/>
              <a:gd name="T44" fmla="*/ 2147483646 w 601"/>
              <a:gd name="T45" fmla="*/ 2147483646 h 609"/>
              <a:gd name="T46" fmla="*/ 2147483646 w 601"/>
              <a:gd name="T47" fmla="*/ 2147483646 h 609"/>
              <a:gd name="T48" fmla="*/ 2147483646 w 601"/>
              <a:gd name="T49" fmla="*/ 2147483646 h 609"/>
              <a:gd name="T50" fmla="*/ 2147483646 w 601"/>
              <a:gd name="T51" fmla="*/ 2147483646 h 609"/>
              <a:gd name="T52" fmla="*/ 2147483646 w 601"/>
              <a:gd name="T53" fmla="*/ 2147483646 h 609"/>
              <a:gd name="T54" fmla="*/ 2147483646 w 601"/>
              <a:gd name="T55" fmla="*/ 2147483646 h 609"/>
              <a:gd name="T56" fmla="*/ 2147483646 w 601"/>
              <a:gd name="T57" fmla="*/ 2147483646 h 609"/>
              <a:gd name="T58" fmla="*/ 2147483646 w 601"/>
              <a:gd name="T59" fmla="*/ 2147483646 h 609"/>
              <a:gd name="T60" fmla="*/ 2147483646 w 601"/>
              <a:gd name="T61" fmla="*/ 2147483646 h 609"/>
              <a:gd name="T62" fmla="*/ 2147483646 w 601"/>
              <a:gd name="T63" fmla="*/ 2147483646 h 609"/>
              <a:gd name="T64" fmla="*/ 2147483646 w 601"/>
              <a:gd name="T65" fmla="*/ 2147483646 h 609"/>
              <a:gd name="T66" fmla="*/ 2147483646 w 601"/>
              <a:gd name="T67" fmla="*/ 2147483646 h 609"/>
              <a:gd name="T68" fmla="*/ 2147483646 w 601"/>
              <a:gd name="T69" fmla="*/ 2147483646 h 609"/>
              <a:gd name="T70" fmla="*/ 2147483646 w 601"/>
              <a:gd name="T71" fmla="*/ 2147483646 h 609"/>
              <a:gd name="T72" fmla="*/ 2147483646 w 601"/>
              <a:gd name="T73" fmla="*/ 2147483646 h 609"/>
              <a:gd name="T74" fmla="*/ 2147483646 w 601"/>
              <a:gd name="T75" fmla="*/ 2147483646 h 609"/>
              <a:gd name="T76" fmla="*/ 2147483646 w 601"/>
              <a:gd name="T77" fmla="*/ 2147483646 h 609"/>
              <a:gd name="T78" fmla="*/ 2147483646 w 601"/>
              <a:gd name="T79" fmla="*/ 2147483646 h 609"/>
              <a:gd name="T80" fmla="*/ 2147483646 w 601"/>
              <a:gd name="T81" fmla="*/ 2147483646 h 609"/>
              <a:gd name="T82" fmla="*/ 2147483646 w 601"/>
              <a:gd name="T83" fmla="*/ 2147483646 h 609"/>
              <a:gd name="T84" fmla="*/ 2147483646 w 601"/>
              <a:gd name="T85" fmla="*/ 2147483646 h 609"/>
              <a:gd name="T86" fmla="*/ 2147483646 w 601"/>
              <a:gd name="T87" fmla="*/ 2147483646 h 609"/>
              <a:gd name="T88" fmla="*/ 2147483646 w 601"/>
              <a:gd name="T89" fmla="*/ 0 h 609"/>
              <a:gd name="T90" fmla="*/ 2147483646 w 601"/>
              <a:gd name="T91" fmla="*/ 2147483646 h 609"/>
              <a:gd name="T92" fmla="*/ 2147483646 w 601"/>
              <a:gd name="T93" fmla="*/ 2147483646 h 609"/>
              <a:gd name="T94" fmla="*/ 2147483646 w 601"/>
              <a:gd name="T95" fmla="*/ 2147483646 h 609"/>
              <a:gd name="T96" fmla="*/ 2147483646 w 601"/>
              <a:gd name="T97" fmla="*/ 2147483646 h 609"/>
              <a:gd name="T98" fmla="*/ 2147483646 w 601"/>
              <a:gd name="T99" fmla="*/ 2147483646 h 609"/>
              <a:gd name="T100" fmla="*/ 2147483646 w 601"/>
              <a:gd name="T101" fmla="*/ 2147483646 h 609"/>
              <a:gd name="T102" fmla="*/ 2147483646 w 601"/>
              <a:gd name="T103" fmla="*/ 2147483646 h 609"/>
              <a:gd name="T104" fmla="*/ 2147483646 w 601"/>
              <a:gd name="T105" fmla="*/ 0 h 609"/>
              <a:gd name="T106" fmla="*/ 2147483646 w 601"/>
              <a:gd name="T107" fmla="*/ 2147483646 h 609"/>
              <a:gd name="T108" fmla="*/ 2147483646 w 601"/>
              <a:gd name="T109" fmla="*/ 2147483646 h 609"/>
              <a:gd name="T110" fmla="*/ 2147483646 w 601"/>
              <a:gd name="T111" fmla="*/ 2147483646 h 60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01" h="609">
                <a:moveTo>
                  <a:pt x="572" y="608"/>
                </a:moveTo>
                <a:lnTo>
                  <a:pt x="572" y="608"/>
                </a:lnTo>
                <a:cubicBezTo>
                  <a:pt x="28" y="608"/>
                  <a:pt x="28" y="608"/>
                  <a:pt x="28" y="608"/>
                </a:cubicBezTo>
                <a:cubicBezTo>
                  <a:pt x="7" y="608"/>
                  <a:pt x="0" y="594"/>
                  <a:pt x="0" y="580"/>
                </a:cubicBezTo>
                <a:cubicBezTo>
                  <a:pt x="0" y="106"/>
                  <a:pt x="0" y="106"/>
                  <a:pt x="0" y="106"/>
                </a:cubicBezTo>
                <a:cubicBezTo>
                  <a:pt x="0" y="92"/>
                  <a:pt x="7" y="78"/>
                  <a:pt x="28" y="78"/>
                </a:cubicBezTo>
                <a:cubicBezTo>
                  <a:pt x="84" y="78"/>
                  <a:pt x="84" y="78"/>
                  <a:pt x="84" y="78"/>
                </a:cubicBezTo>
                <a:cubicBezTo>
                  <a:pt x="84" y="106"/>
                  <a:pt x="84" y="106"/>
                  <a:pt x="84" y="106"/>
                </a:cubicBezTo>
                <a:cubicBezTo>
                  <a:pt x="84" y="141"/>
                  <a:pt x="113" y="170"/>
                  <a:pt x="148" y="170"/>
                </a:cubicBezTo>
                <a:cubicBezTo>
                  <a:pt x="183" y="170"/>
                  <a:pt x="211" y="141"/>
                  <a:pt x="211" y="106"/>
                </a:cubicBezTo>
                <a:cubicBezTo>
                  <a:pt x="211" y="78"/>
                  <a:pt x="211" y="78"/>
                  <a:pt x="211" y="78"/>
                </a:cubicBezTo>
                <a:cubicBezTo>
                  <a:pt x="381" y="78"/>
                  <a:pt x="381" y="78"/>
                  <a:pt x="381" y="78"/>
                </a:cubicBezTo>
                <a:cubicBezTo>
                  <a:pt x="381" y="106"/>
                  <a:pt x="381" y="106"/>
                  <a:pt x="381" y="106"/>
                </a:cubicBezTo>
                <a:cubicBezTo>
                  <a:pt x="381" y="141"/>
                  <a:pt x="417" y="170"/>
                  <a:pt x="452" y="170"/>
                </a:cubicBezTo>
                <a:cubicBezTo>
                  <a:pt x="487" y="170"/>
                  <a:pt x="515" y="141"/>
                  <a:pt x="515" y="106"/>
                </a:cubicBezTo>
                <a:cubicBezTo>
                  <a:pt x="515" y="78"/>
                  <a:pt x="515" y="78"/>
                  <a:pt x="515" y="78"/>
                </a:cubicBezTo>
                <a:cubicBezTo>
                  <a:pt x="572" y="78"/>
                  <a:pt x="572" y="78"/>
                  <a:pt x="572" y="78"/>
                </a:cubicBezTo>
                <a:cubicBezTo>
                  <a:pt x="586" y="78"/>
                  <a:pt x="600" y="92"/>
                  <a:pt x="600" y="106"/>
                </a:cubicBezTo>
                <a:cubicBezTo>
                  <a:pt x="600" y="580"/>
                  <a:pt x="600" y="580"/>
                  <a:pt x="600" y="580"/>
                </a:cubicBezTo>
                <a:cubicBezTo>
                  <a:pt x="600" y="594"/>
                  <a:pt x="586" y="608"/>
                  <a:pt x="572" y="608"/>
                </a:cubicBezTo>
                <a:close/>
                <a:moveTo>
                  <a:pt x="544" y="226"/>
                </a:moveTo>
                <a:lnTo>
                  <a:pt x="544" y="226"/>
                </a:lnTo>
                <a:cubicBezTo>
                  <a:pt x="56" y="226"/>
                  <a:pt x="56" y="226"/>
                  <a:pt x="56" y="226"/>
                </a:cubicBezTo>
                <a:cubicBezTo>
                  <a:pt x="56" y="551"/>
                  <a:pt x="56" y="551"/>
                  <a:pt x="56" y="551"/>
                </a:cubicBezTo>
                <a:cubicBezTo>
                  <a:pt x="544" y="551"/>
                  <a:pt x="544" y="551"/>
                  <a:pt x="544" y="551"/>
                </a:cubicBezTo>
                <a:lnTo>
                  <a:pt x="544" y="226"/>
                </a:lnTo>
                <a:close/>
                <a:moveTo>
                  <a:pt x="204" y="360"/>
                </a:moveTo>
                <a:lnTo>
                  <a:pt x="204" y="360"/>
                </a:lnTo>
                <a:cubicBezTo>
                  <a:pt x="211" y="360"/>
                  <a:pt x="219" y="360"/>
                  <a:pt x="226" y="367"/>
                </a:cubicBezTo>
                <a:cubicBezTo>
                  <a:pt x="268" y="417"/>
                  <a:pt x="268" y="417"/>
                  <a:pt x="268" y="417"/>
                </a:cubicBezTo>
                <a:cubicBezTo>
                  <a:pt x="381" y="304"/>
                  <a:pt x="381" y="304"/>
                  <a:pt x="381" y="304"/>
                </a:cubicBezTo>
                <a:cubicBezTo>
                  <a:pt x="388" y="297"/>
                  <a:pt x="395" y="297"/>
                  <a:pt x="402" y="297"/>
                </a:cubicBezTo>
                <a:cubicBezTo>
                  <a:pt x="417" y="297"/>
                  <a:pt x="431" y="304"/>
                  <a:pt x="431" y="325"/>
                </a:cubicBezTo>
                <a:cubicBezTo>
                  <a:pt x="431" y="332"/>
                  <a:pt x="431" y="339"/>
                  <a:pt x="424" y="339"/>
                </a:cubicBezTo>
                <a:cubicBezTo>
                  <a:pt x="289" y="474"/>
                  <a:pt x="289" y="474"/>
                  <a:pt x="289" y="474"/>
                </a:cubicBezTo>
                <a:cubicBezTo>
                  <a:pt x="282" y="481"/>
                  <a:pt x="275" y="481"/>
                  <a:pt x="268" y="481"/>
                </a:cubicBezTo>
                <a:cubicBezTo>
                  <a:pt x="261" y="481"/>
                  <a:pt x="254" y="481"/>
                  <a:pt x="254" y="474"/>
                </a:cubicBezTo>
                <a:cubicBezTo>
                  <a:pt x="183" y="410"/>
                  <a:pt x="183" y="410"/>
                  <a:pt x="183" y="410"/>
                </a:cubicBezTo>
                <a:cubicBezTo>
                  <a:pt x="176" y="403"/>
                  <a:pt x="176" y="396"/>
                  <a:pt x="176" y="389"/>
                </a:cubicBezTo>
                <a:cubicBezTo>
                  <a:pt x="176" y="375"/>
                  <a:pt x="190" y="360"/>
                  <a:pt x="204" y="360"/>
                </a:cubicBezTo>
                <a:close/>
                <a:moveTo>
                  <a:pt x="452" y="134"/>
                </a:moveTo>
                <a:lnTo>
                  <a:pt x="452" y="134"/>
                </a:lnTo>
                <a:cubicBezTo>
                  <a:pt x="431" y="134"/>
                  <a:pt x="424" y="120"/>
                  <a:pt x="424" y="106"/>
                </a:cubicBezTo>
                <a:cubicBezTo>
                  <a:pt x="424" y="28"/>
                  <a:pt x="424" y="28"/>
                  <a:pt x="424" y="28"/>
                </a:cubicBezTo>
                <a:cubicBezTo>
                  <a:pt x="424" y="14"/>
                  <a:pt x="431" y="0"/>
                  <a:pt x="452" y="0"/>
                </a:cubicBezTo>
                <a:cubicBezTo>
                  <a:pt x="466" y="0"/>
                  <a:pt x="480" y="14"/>
                  <a:pt x="480" y="28"/>
                </a:cubicBezTo>
                <a:cubicBezTo>
                  <a:pt x="480" y="106"/>
                  <a:pt x="480" y="106"/>
                  <a:pt x="480" y="106"/>
                </a:cubicBezTo>
                <a:cubicBezTo>
                  <a:pt x="480" y="120"/>
                  <a:pt x="466" y="134"/>
                  <a:pt x="452" y="134"/>
                </a:cubicBezTo>
                <a:close/>
                <a:moveTo>
                  <a:pt x="148" y="134"/>
                </a:moveTo>
                <a:lnTo>
                  <a:pt x="148" y="134"/>
                </a:lnTo>
                <a:cubicBezTo>
                  <a:pt x="134" y="134"/>
                  <a:pt x="120" y="120"/>
                  <a:pt x="120" y="106"/>
                </a:cubicBezTo>
                <a:cubicBezTo>
                  <a:pt x="120" y="28"/>
                  <a:pt x="120" y="28"/>
                  <a:pt x="120" y="28"/>
                </a:cubicBezTo>
                <a:cubicBezTo>
                  <a:pt x="120" y="14"/>
                  <a:pt x="134" y="0"/>
                  <a:pt x="148" y="0"/>
                </a:cubicBezTo>
                <a:cubicBezTo>
                  <a:pt x="162" y="0"/>
                  <a:pt x="176" y="14"/>
                  <a:pt x="176" y="28"/>
                </a:cubicBezTo>
                <a:cubicBezTo>
                  <a:pt x="176" y="106"/>
                  <a:pt x="176" y="106"/>
                  <a:pt x="176" y="106"/>
                </a:cubicBezTo>
                <a:cubicBezTo>
                  <a:pt x="176" y="120"/>
                  <a:pt x="162" y="134"/>
                  <a:pt x="148" y="134"/>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42" name="Freeform 56">
            <a:extLst>
              <a:ext uri="{FF2B5EF4-FFF2-40B4-BE49-F238E27FC236}">
                <a16:creationId xmlns:a16="http://schemas.microsoft.com/office/drawing/2014/main" id="{1051BB39-CF06-98A2-0B80-D6A9ED9891EB}"/>
              </a:ext>
            </a:extLst>
          </p:cNvPr>
          <p:cNvSpPr>
            <a:spLocks noChangeArrowheads="1"/>
          </p:cNvSpPr>
          <p:nvPr/>
        </p:nvSpPr>
        <p:spPr bwMode="auto">
          <a:xfrm>
            <a:off x="4454050" y="969588"/>
            <a:ext cx="529596" cy="553668"/>
          </a:xfrm>
          <a:custGeom>
            <a:avLst/>
            <a:gdLst>
              <a:gd name="T0" fmla="*/ 2147483646 w 580"/>
              <a:gd name="T1" fmla="*/ 2147483646 h 609"/>
              <a:gd name="T2" fmla="*/ 2147483646 w 580"/>
              <a:gd name="T3" fmla="*/ 2147483646 h 609"/>
              <a:gd name="T4" fmla="*/ 2147483646 w 580"/>
              <a:gd name="T5" fmla="*/ 2147483646 h 609"/>
              <a:gd name="T6" fmla="*/ 2147483646 w 580"/>
              <a:gd name="T7" fmla="*/ 2147483646 h 609"/>
              <a:gd name="T8" fmla="*/ 2147483646 w 580"/>
              <a:gd name="T9" fmla="*/ 2147483646 h 609"/>
              <a:gd name="T10" fmla="*/ 2147483646 w 580"/>
              <a:gd name="T11" fmla="*/ 2147483646 h 609"/>
              <a:gd name="T12" fmla="*/ 2147483646 w 580"/>
              <a:gd name="T13" fmla="*/ 2147483646 h 609"/>
              <a:gd name="T14" fmla="*/ 2147483646 w 580"/>
              <a:gd name="T15" fmla="*/ 2147483646 h 609"/>
              <a:gd name="T16" fmla="*/ 0 w 580"/>
              <a:gd name="T17" fmla="*/ 2147483646 h 609"/>
              <a:gd name="T18" fmla="*/ 2147483646 w 580"/>
              <a:gd name="T19" fmla="*/ 2147483646 h 609"/>
              <a:gd name="T20" fmla="*/ 2147483646 w 580"/>
              <a:gd name="T21" fmla="*/ 2147483646 h 609"/>
              <a:gd name="T22" fmla="*/ 2147483646 w 580"/>
              <a:gd name="T23" fmla="*/ 2147483646 h 609"/>
              <a:gd name="T24" fmla="*/ 2147483646 w 580"/>
              <a:gd name="T25" fmla="*/ 2147483646 h 609"/>
              <a:gd name="T26" fmla="*/ 2147483646 w 580"/>
              <a:gd name="T27" fmla="*/ 2147483646 h 609"/>
              <a:gd name="T28" fmla="*/ 2147483646 w 580"/>
              <a:gd name="T29" fmla="*/ 2147483646 h 609"/>
              <a:gd name="T30" fmla="*/ 2147483646 w 580"/>
              <a:gd name="T31" fmla="*/ 2147483646 h 609"/>
              <a:gd name="T32" fmla="*/ 2147483646 w 580"/>
              <a:gd name="T33" fmla="*/ 2147483646 h 609"/>
              <a:gd name="T34" fmla="*/ 2147483646 w 580"/>
              <a:gd name="T35" fmla="*/ 2147483646 h 609"/>
              <a:gd name="T36" fmla="*/ 2147483646 w 580"/>
              <a:gd name="T37" fmla="*/ 2147483646 h 609"/>
              <a:gd name="T38" fmla="*/ 2147483646 w 580"/>
              <a:gd name="T39" fmla="*/ 2147483646 h 609"/>
              <a:gd name="T40" fmla="*/ 2147483646 w 580"/>
              <a:gd name="T41" fmla="*/ 2147483646 h 609"/>
              <a:gd name="T42" fmla="*/ 2147483646 w 580"/>
              <a:gd name="T43" fmla="*/ 2147483646 h 609"/>
              <a:gd name="T44" fmla="*/ 2147483646 w 580"/>
              <a:gd name="T45" fmla="*/ 2147483646 h 609"/>
              <a:gd name="T46" fmla="*/ 2147483646 w 580"/>
              <a:gd name="T47" fmla="*/ 2147483646 h 609"/>
              <a:gd name="T48" fmla="*/ 2147483646 w 580"/>
              <a:gd name="T49" fmla="*/ 2147483646 h 609"/>
              <a:gd name="T50" fmla="*/ 2147483646 w 580"/>
              <a:gd name="T51" fmla="*/ 2147483646 h 609"/>
              <a:gd name="T52" fmla="*/ 2147483646 w 580"/>
              <a:gd name="T53" fmla="*/ 2147483646 h 609"/>
              <a:gd name="T54" fmla="*/ 2147483646 w 580"/>
              <a:gd name="T55" fmla="*/ 2147483646 h 609"/>
              <a:gd name="T56" fmla="*/ 2147483646 w 580"/>
              <a:gd name="T57" fmla="*/ 2147483646 h 609"/>
              <a:gd name="T58" fmla="*/ 2147483646 w 580"/>
              <a:gd name="T59" fmla="*/ 2147483646 h 609"/>
              <a:gd name="T60" fmla="*/ 2147483646 w 580"/>
              <a:gd name="T61" fmla="*/ 2147483646 h 609"/>
              <a:gd name="T62" fmla="*/ 2147483646 w 580"/>
              <a:gd name="T63" fmla="*/ 2147483646 h 609"/>
              <a:gd name="T64" fmla="*/ 2147483646 w 580"/>
              <a:gd name="T65" fmla="*/ 2147483646 h 609"/>
              <a:gd name="T66" fmla="*/ 2147483646 w 580"/>
              <a:gd name="T67" fmla="*/ 2147483646 h 609"/>
              <a:gd name="T68" fmla="*/ 2147483646 w 580"/>
              <a:gd name="T69" fmla="*/ 2147483646 h 609"/>
              <a:gd name="T70" fmla="*/ 2147483646 w 580"/>
              <a:gd name="T71" fmla="*/ 2147483646 h 609"/>
              <a:gd name="T72" fmla="*/ 2147483646 w 580"/>
              <a:gd name="T73" fmla="*/ 2147483646 h 609"/>
              <a:gd name="T74" fmla="*/ 2147483646 w 580"/>
              <a:gd name="T75" fmla="*/ 2147483646 h 609"/>
              <a:gd name="T76" fmla="*/ 2147483646 w 580"/>
              <a:gd name="T77" fmla="*/ 2147483646 h 609"/>
              <a:gd name="T78" fmla="*/ 2147483646 w 580"/>
              <a:gd name="T79" fmla="*/ 2147483646 h 609"/>
              <a:gd name="T80" fmla="*/ 2147483646 w 580"/>
              <a:gd name="T81" fmla="*/ 2147483646 h 609"/>
              <a:gd name="T82" fmla="*/ 2147483646 w 580"/>
              <a:gd name="T83" fmla="*/ 2147483646 h 609"/>
              <a:gd name="T84" fmla="*/ 2147483646 w 580"/>
              <a:gd name="T85" fmla="*/ 2147483646 h 609"/>
              <a:gd name="T86" fmla="*/ 2147483646 w 580"/>
              <a:gd name="T87" fmla="*/ 2147483646 h 609"/>
              <a:gd name="T88" fmla="*/ 2147483646 w 580"/>
              <a:gd name="T89" fmla="*/ 2147483646 h 609"/>
              <a:gd name="T90" fmla="*/ 2147483646 w 580"/>
              <a:gd name="T91" fmla="*/ 2147483646 h 609"/>
              <a:gd name="T92" fmla="*/ 2147483646 w 580"/>
              <a:gd name="T93" fmla="*/ 2147483646 h 60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580" h="609">
                <a:moveTo>
                  <a:pt x="551" y="551"/>
                </a:moveTo>
                <a:lnTo>
                  <a:pt x="551" y="551"/>
                </a:lnTo>
                <a:cubicBezTo>
                  <a:pt x="438" y="551"/>
                  <a:pt x="438" y="551"/>
                  <a:pt x="438" y="551"/>
                </a:cubicBezTo>
                <a:cubicBezTo>
                  <a:pt x="417" y="551"/>
                  <a:pt x="410" y="537"/>
                  <a:pt x="410" y="523"/>
                </a:cubicBezTo>
                <a:cubicBezTo>
                  <a:pt x="410" y="502"/>
                  <a:pt x="417" y="495"/>
                  <a:pt x="438" y="495"/>
                </a:cubicBezTo>
                <a:cubicBezTo>
                  <a:pt x="551" y="495"/>
                  <a:pt x="551" y="495"/>
                  <a:pt x="551" y="495"/>
                </a:cubicBezTo>
                <a:cubicBezTo>
                  <a:pt x="565" y="495"/>
                  <a:pt x="579" y="502"/>
                  <a:pt x="579" y="523"/>
                </a:cubicBezTo>
                <a:cubicBezTo>
                  <a:pt x="579" y="537"/>
                  <a:pt x="565" y="551"/>
                  <a:pt x="551" y="551"/>
                </a:cubicBezTo>
                <a:close/>
                <a:moveTo>
                  <a:pt x="438" y="467"/>
                </a:moveTo>
                <a:lnTo>
                  <a:pt x="438" y="467"/>
                </a:lnTo>
                <a:cubicBezTo>
                  <a:pt x="403" y="467"/>
                  <a:pt x="381" y="488"/>
                  <a:pt x="381" y="523"/>
                </a:cubicBezTo>
                <a:cubicBezTo>
                  <a:pt x="381" y="551"/>
                  <a:pt x="403" y="580"/>
                  <a:pt x="438" y="580"/>
                </a:cubicBezTo>
                <a:cubicBezTo>
                  <a:pt x="445" y="580"/>
                  <a:pt x="445" y="580"/>
                  <a:pt x="445" y="580"/>
                </a:cubicBezTo>
                <a:cubicBezTo>
                  <a:pt x="551" y="580"/>
                  <a:pt x="551" y="580"/>
                  <a:pt x="551" y="580"/>
                </a:cubicBezTo>
                <a:cubicBezTo>
                  <a:pt x="551" y="594"/>
                  <a:pt x="537" y="608"/>
                  <a:pt x="523" y="608"/>
                </a:cubicBezTo>
                <a:cubicBezTo>
                  <a:pt x="28" y="608"/>
                  <a:pt x="28" y="608"/>
                  <a:pt x="28" y="608"/>
                </a:cubicBezTo>
                <a:cubicBezTo>
                  <a:pt x="14" y="608"/>
                  <a:pt x="0" y="594"/>
                  <a:pt x="0" y="580"/>
                </a:cubicBezTo>
                <a:cubicBezTo>
                  <a:pt x="0" y="85"/>
                  <a:pt x="0" y="85"/>
                  <a:pt x="0" y="85"/>
                </a:cubicBezTo>
                <a:cubicBezTo>
                  <a:pt x="0" y="71"/>
                  <a:pt x="14" y="56"/>
                  <a:pt x="28" y="56"/>
                </a:cubicBezTo>
                <a:cubicBezTo>
                  <a:pt x="77" y="56"/>
                  <a:pt x="77" y="56"/>
                  <a:pt x="77" y="56"/>
                </a:cubicBezTo>
                <a:cubicBezTo>
                  <a:pt x="77" y="85"/>
                  <a:pt x="77" y="85"/>
                  <a:pt x="77" y="85"/>
                </a:cubicBezTo>
                <a:cubicBezTo>
                  <a:pt x="77" y="120"/>
                  <a:pt x="106" y="141"/>
                  <a:pt x="134" y="141"/>
                </a:cubicBezTo>
                <a:cubicBezTo>
                  <a:pt x="162" y="141"/>
                  <a:pt x="190" y="120"/>
                  <a:pt x="190" y="85"/>
                </a:cubicBezTo>
                <a:cubicBezTo>
                  <a:pt x="190" y="56"/>
                  <a:pt x="190" y="56"/>
                  <a:pt x="190" y="56"/>
                </a:cubicBezTo>
                <a:cubicBezTo>
                  <a:pt x="219" y="56"/>
                  <a:pt x="219" y="56"/>
                  <a:pt x="219" y="56"/>
                </a:cubicBezTo>
                <a:cubicBezTo>
                  <a:pt x="219" y="85"/>
                  <a:pt x="219" y="85"/>
                  <a:pt x="219" y="85"/>
                </a:cubicBezTo>
                <a:cubicBezTo>
                  <a:pt x="219" y="120"/>
                  <a:pt x="247" y="141"/>
                  <a:pt x="275" y="141"/>
                </a:cubicBezTo>
                <a:cubicBezTo>
                  <a:pt x="304" y="141"/>
                  <a:pt x="332" y="120"/>
                  <a:pt x="332" y="85"/>
                </a:cubicBezTo>
                <a:cubicBezTo>
                  <a:pt x="332" y="56"/>
                  <a:pt x="332" y="56"/>
                  <a:pt x="332" y="56"/>
                </a:cubicBezTo>
                <a:cubicBezTo>
                  <a:pt x="360" y="56"/>
                  <a:pt x="360" y="56"/>
                  <a:pt x="360" y="56"/>
                </a:cubicBezTo>
                <a:cubicBezTo>
                  <a:pt x="360" y="85"/>
                  <a:pt x="360" y="85"/>
                  <a:pt x="360" y="85"/>
                </a:cubicBezTo>
                <a:cubicBezTo>
                  <a:pt x="360" y="120"/>
                  <a:pt x="388" y="141"/>
                  <a:pt x="417" y="141"/>
                </a:cubicBezTo>
                <a:cubicBezTo>
                  <a:pt x="445" y="141"/>
                  <a:pt x="473" y="120"/>
                  <a:pt x="473" y="85"/>
                </a:cubicBezTo>
                <a:cubicBezTo>
                  <a:pt x="473" y="56"/>
                  <a:pt x="473" y="56"/>
                  <a:pt x="473" y="56"/>
                </a:cubicBezTo>
                <a:cubicBezTo>
                  <a:pt x="523" y="56"/>
                  <a:pt x="523" y="56"/>
                  <a:pt x="523" y="56"/>
                </a:cubicBezTo>
                <a:cubicBezTo>
                  <a:pt x="537" y="56"/>
                  <a:pt x="551" y="71"/>
                  <a:pt x="551" y="85"/>
                </a:cubicBezTo>
                <a:cubicBezTo>
                  <a:pt x="551" y="467"/>
                  <a:pt x="551" y="467"/>
                  <a:pt x="551" y="467"/>
                </a:cubicBezTo>
                <a:cubicBezTo>
                  <a:pt x="523" y="467"/>
                  <a:pt x="523" y="467"/>
                  <a:pt x="523" y="467"/>
                </a:cubicBezTo>
                <a:lnTo>
                  <a:pt x="438" y="467"/>
                </a:lnTo>
                <a:close/>
                <a:moveTo>
                  <a:pt x="99" y="509"/>
                </a:moveTo>
                <a:lnTo>
                  <a:pt x="99" y="509"/>
                </a:lnTo>
                <a:cubicBezTo>
                  <a:pt x="282" y="509"/>
                  <a:pt x="282" y="509"/>
                  <a:pt x="282" y="509"/>
                </a:cubicBezTo>
                <a:cubicBezTo>
                  <a:pt x="297" y="509"/>
                  <a:pt x="304" y="502"/>
                  <a:pt x="304" y="488"/>
                </a:cubicBezTo>
                <a:cubicBezTo>
                  <a:pt x="304" y="474"/>
                  <a:pt x="297" y="467"/>
                  <a:pt x="282" y="467"/>
                </a:cubicBezTo>
                <a:cubicBezTo>
                  <a:pt x="99" y="467"/>
                  <a:pt x="99" y="467"/>
                  <a:pt x="99" y="467"/>
                </a:cubicBezTo>
                <a:cubicBezTo>
                  <a:pt x="84" y="467"/>
                  <a:pt x="77" y="474"/>
                  <a:pt x="77" y="488"/>
                </a:cubicBezTo>
                <a:cubicBezTo>
                  <a:pt x="77" y="502"/>
                  <a:pt x="84" y="509"/>
                  <a:pt x="99" y="509"/>
                </a:cubicBezTo>
                <a:close/>
                <a:moveTo>
                  <a:pt x="445" y="219"/>
                </a:moveTo>
                <a:lnTo>
                  <a:pt x="445" y="219"/>
                </a:lnTo>
                <a:cubicBezTo>
                  <a:pt x="106" y="219"/>
                  <a:pt x="106" y="219"/>
                  <a:pt x="106" y="219"/>
                </a:cubicBezTo>
                <a:cubicBezTo>
                  <a:pt x="92" y="219"/>
                  <a:pt x="77" y="233"/>
                  <a:pt x="77" y="247"/>
                </a:cubicBezTo>
                <a:cubicBezTo>
                  <a:pt x="77" y="262"/>
                  <a:pt x="92" y="276"/>
                  <a:pt x="106" y="276"/>
                </a:cubicBezTo>
                <a:cubicBezTo>
                  <a:pt x="445" y="276"/>
                  <a:pt x="445" y="276"/>
                  <a:pt x="445" y="276"/>
                </a:cubicBezTo>
                <a:cubicBezTo>
                  <a:pt x="459" y="276"/>
                  <a:pt x="473" y="262"/>
                  <a:pt x="473" y="247"/>
                </a:cubicBezTo>
                <a:cubicBezTo>
                  <a:pt x="473" y="233"/>
                  <a:pt x="459" y="219"/>
                  <a:pt x="445" y="219"/>
                </a:cubicBezTo>
                <a:close/>
                <a:moveTo>
                  <a:pt x="445" y="339"/>
                </a:moveTo>
                <a:lnTo>
                  <a:pt x="445" y="339"/>
                </a:lnTo>
                <a:cubicBezTo>
                  <a:pt x="275" y="339"/>
                  <a:pt x="275" y="339"/>
                  <a:pt x="275" y="339"/>
                </a:cubicBezTo>
                <a:cubicBezTo>
                  <a:pt x="226" y="339"/>
                  <a:pt x="226" y="339"/>
                  <a:pt x="226" y="339"/>
                </a:cubicBezTo>
                <a:cubicBezTo>
                  <a:pt x="219" y="339"/>
                  <a:pt x="219" y="339"/>
                  <a:pt x="219" y="339"/>
                </a:cubicBezTo>
                <a:cubicBezTo>
                  <a:pt x="106" y="339"/>
                  <a:pt x="106" y="339"/>
                  <a:pt x="106" y="339"/>
                </a:cubicBezTo>
                <a:cubicBezTo>
                  <a:pt x="92" y="339"/>
                  <a:pt x="77" y="353"/>
                  <a:pt x="77" y="367"/>
                </a:cubicBezTo>
                <a:cubicBezTo>
                  <a:pt x="77" y="389"/>
                  <a:pt x="92" y="396"/>
                  <a:pt x="106" y="396"/>
                </a:cubicBezTo>
                <a:cubicBezTo>
                  <a:pt x="219" y="396"/>
                  <a:pt x="219" y="396"/>
                  <a:pt x="219" y="396"/>
                </a:cubicBezTo>
                <a:cubicBezTo>
                  <a:pt x="226" y="396"/>
                  <a:pt x="226" y="396"/>
                  <a:pt x="226" y="396"/>
                </a:cubicBezTo>
                <a:cubicBezTo>
                  <a:pt x="275" y="396"/>
                  <a:pt x="275" y="396"/>
                  <a:pt x="275" y="396"/>
                </a:cubicBezTo>
                <a:cubicBezTo>
                  <a:pt x="445" y="396"/>
                  <a:pt x="445" y="396"/>
                  <a:pt x="445" y="396"/>
                </a:cubicBezTo>
                <a:cubicBezTo>
                  <a:pt x="459" y="396"/>
                  <a:pt x="473" y="389"/>
                  <a:pt x="473" y="367"/>
                </a:cubicBezTo>
                <a:cubicBezTo>
                  <a:pt x="473" y="353"/>
                  <a:pt x="459" y="339"/>
                  <a:pt x="445" y="339"/>
                </a:cubicBezTo>
                <a:close/>
                <a:moveTo>
                  <a:pt x="417" y="113"/>
                </a:moveTo>
                <a:lnTo>
                  <a:pt x="417" y="113"/>
                </a:lnTo>
                <a:cubicBezTo>
                  <a:pt x="403" y="113"/>
                  <a:pt x="388" y="106"/>
                  <a:pt x="388" y="85"/>
                </a:cubicBezTo>
                <a:cubicBezTo>
                  <a:pt x="388" y="28"/>
                  <a:pt x="388" y="28"/>
                  <a:pt x="388" y="28"/>
                </a:cubicBezTo>
                <a:cubicBezTo>
                  <a:pt x="388" y="14"/>
                  <a:pt x="403" y="0"/>
                  <a:pt x="417" y="0"/>
                </a:cubicBezTo>
                <a:cubicBezTo>
                  <a:pt x="431" y="0"/>
                  <a:pt x="445" y="14"/>
                  <a:pt x="445" y="28"/>
                </a:cubicBezTo>
                <a:cubicBezTo>
                  <a:pt x="445" y="85"/>
                  <a:pt x="445" y="85"/>
                  <a:pt x="445" y="85"/>
                </a:cubicBezTo>
                <a:cubicBezTo>
                  <a:pt x="445" y="106"/>
                  <a:pt x="431" y="113"/>
                  <a:pt x="417" y="113"/>
                </a:cubicBezTo>
                <a:close/>
                <a:moveTo>
                  <a:pt x="275" y="113"/>
                </a:moveTo>
                <a:lnTo>
                  <a:pt x="275" y="113"/>
                </a:lnTo>
                <a:cubicBezTo>
                  <a:pt x="261" y="113"/>
                  <a:pt x="247" y="106"/>
                  <a:pt x="247" y="85"/>
                </a:cubicBezTo>
                <a:cubicBezTo>
                  <a:pt x="247" y="28"/>
                  <a:pt x="247" y="28"/>
                  <a:pt x="247" y="28"/>
                </a:cubicBezTo>
                <a:cubicBezTo>
                  <a:pt x="247" y="14"/>
                  <a:pt x="261" y="0"/>
                  <a:pt x="275" y="0"/>
                </a:cubicBezTo>
                <a:cubicBezTo>
                  <a:pt x="289" y="0"/>
                  <a:pt x="304" y="14"/>
                  <a:pt x="304" y="28"/>
                </a:cubicBezTo>
                <a:cubicBezTo>
                  <a:pt x="304" y="85"/>
                  <a:pt x="304" y="85"/>
                  <a:pt x="304" y="85"/>
                </a:cubicBezTo>
                <a:cubicBezTo>
                  <a:pt x="304" y="106"/>
                  <a:pt x="289" y="113"/>
                  <a:pt x="275" y="113"/>
                </a:cubicBezTo>
                <a:close/>
                <a:moveTo>
                  <a:pt x="134" y="113"/>
                </a:moveTo>
                <a:lnTo>
                  <a:pt x="134" y="113"/>
                </a:lnTo>
                <a:cubicBezTo>
                  <a:pt x="120" y="113"/>
                  <a:pt x="106" y="106"/>
                  <a:pt x="106" y="85"/>
                </a:cubicBezTo>
                <a:cubicBezTo>
                  <a:pt x="106" y="28"/>
                  <a:pt x="106" y="28"/>
                  <a:pt x="106" y="28"/>
                </a:cubicBezTo>
                <a:cubicBezTo>
                  <a:pt x="106" y="14"/>
                  <a:pt x="120" y="0"/>
                  <a:pt x="134" y="0"/>
                </a:cubicBezTo>
                <a:cubicBezTo>
                  <a:pt x="148" y="0"/>
                  <a:pt x="162" y="14"/>
                  <a:pt x="162" y="28"/>
                </a:cubicBezTo>
                <a:cubicBezTo>
                  <a:pt x="162" y="85"/>
                  <a:pt x="162" y="85"/>
                  <a:pt x="162" y="85"/>
                </a:cubicBezTo>
                <a:cubicBezTo>
                  <a:pt x="162" y="106"/>
                  <a:pt x="148" y="113"/>
                  <a:pt x="134" y="11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43" name="Freeform 57">
            <a:extLst>
              <a:ext uri="{FF2B5EF4-FFF2-40B4-BE49-F238E27FC236}">
                <a16:creationId xmlns:a16="http://schemas.microsoft.com/office/drawing/2014/main" id="{D6141EB0-C31A-FADE-31A4-1DDFCF86923F}"/>
              </a:ext>
            </a:extLst>
          </p:cNvPr>
          <p:cNvSpPr>
            <a:spLocks noChangeArrowheads="1"/>
          </p:cNvSpPr>
          <p:nvPr/>
        </p:nvSpPr>
        <p:spPr bwMode="auto">
          <a:xfrm>
            <a:off x="3495162" y="969588"/>
            <a:ext cx="521572" cy="553668"/>
          </a:xfrm>
          <a:custGeom>
            <a:avLst/>
            <a:gdLst>
              <a:gd name="T0" fmla="*/ 2147483646 w 573"/>
              <a:gd name="T1" fmla="*/ 2147483646 h 609"/>
              <a:gd name="T2" fmla="*/ 2147483646 w 573"/>
              <a:gd name="T3" fmla="*/ 2147483646 h 609"/>
              <a:gd name="T4" fmla="*/ 2147483646 w 573"/>
              <a:gd name="T5" fmla="*/ 2147483646 h 609"/>
              <a:gd name="T6" fmla="*/ 2147483646 w 573"/>
              <a:gd name="T7" fmla="*/ 2147483646 h 609"/>
              <a:gd name="T8" fmla="*/ 2147483646 w 573"/>
              <a:gd name="T9" fmla="*/ 2147483646 h 609"/>
              <a:gd name="T10" fmla="*/ 2147483646 w 573"/>
              <a:gd name="T11" fmla="*/ 2147483646 h 609"/>
              <a:gd name="T12" fmla="*/ 2147483646 w 573"/>
              <a:gd name="T13" fmla="*/ 2147483646 h 609"/>
              <a:gd name="T14" fmla="*/ 2147483646 w 573"/>
              <a:gd name="T15" fmla="*/ 2147483646 h 609"/>
              <a:gd name="T16" fmla="*/ 2147483646 w 573"/>
              <a:gd name="T17" fmla="*/ 2147483646 h 609"/>
              <a:gd name="T18" fmla="*/ 2147483646 w 573"/>
              <a:gd name="T19" fmla="*/ 2147483646 h 609"/>
              <a:gd name="T20" fmla="*/ 2147483646 w 573"/>
              <a:gd name="T21" fmla="*/ 2147483646 h 609"/>
              <a:gd name="T22" fmla="*/ 2147483646 w 573"/>
              <a:gd name="T23" fmla="*/ 2147483646 h 609"/>
              <a:gd name="T24" fmla="*/ 0 w 573"/>
              <a:gd name="T25" fmla="*/ 2147483646 h 609"/>
              <a:gd name="T26" fmla="*/ 2147483646 w 573"/>
              <a:gd name="T27" fmla="*/ 2147483646 h 609"/>
              <a:gd name="T28" fmla="*/ 2147483646 w 573"/>
              <a:gd name="T29" fmla="*/ 2147483646 h 609"/>
              <a:gd name="T30" fmla="*/ 2147483646 w 573"/>
              <a:gd name="T31" fmla="*/ 2147483646 h 609"/>
              <a:gd name="T32" fmla="*/ 2147483646 w 573"/>
              <a:gd name="T33" fmla="*/ 2147483646 h 609"/>
              <a:gd name="T34" fmla="*/ 2147483646 w 573"/>
              <a:gd name="T35" fmla="*/ 2147483646 h 609"/>
              <a:gd name="T36" fmla="*/ 2147483646 w 573"/>
              <a:gd name="T37" fmla="*/ 2147483646 h 609"/>
              <a:gd name="T38" fmla="*/ 2147483646 w 573"/>
              <a:gd name="T39" fmla="*/ 2147483646 h 609"/>
              <a:gd name="T40" fmla="*/ 2147483646 w 573"/>
              <a:gd name="T41" fmla="*/ 2147483646 h 609"/>
              <a:gd name="T42" fmla="*/ 2147483646 w 573"/>
              <a:gd name="T43" fmla="*/ 2147483646 h 609"/>
              <a:gd name="T44" fmla="*/ 2147483646 w 573"/>
              <a:gd name="T45" fmla="*/ 2147483646 h 609"/>
              <a:gd name="T46" fmla="*/ 2147483646 w 573"/>
              <a:gd name="T47" fmla="*/ 2147483646 h 609"/>
              <a:gd name="T48" fmla="*/ 2147483646 w 573"/>
              <a:gd name="T49" fmla="*/ 2147483646 h 609"/>
              <a:gd name="T50" fmla="*/ 2147483646 w 573"/>
              <a:gd name="T51" fmla="*/ 2147483646 h 609"/>
              <a:gd name="T52" fmla="*/ 2147483646 w 573"/>
              <a:gd name="T53" fmla="*/ 2147483646 h 609"/>
              <a:gd name="T54" fmla="*/ 2147483646 w 573"/>
              <a:gd name="T55" fmla="*/ 2147483646 h 609"/>
              <a:gd name="T56" fmla="*/ 2147483646 w 573"/>
              <a:gd name="T57" fmla="*/ 2147483646 h 609"/>
              <a:gd name="T58" fmla="*/ 2147483646 w 573"/>
              <a:gd name="T59" fmla="*/ 2147483646 h 609"/>
              <a:gd name="T60" fmla="*/ 2147483646 w 573"/>
              <a:gd name="T61" fmla="*/ 2147483646 h 609"/>
              <a:gd name="T62" fmla="*/ 2147483646 w 573"/>
              <a:gd name="T63" fmla="*/ 2147483646 h 609"/>
              <a:gd name="T64" fmla="*/ 2147483646 w 573"/>
              <a:gd name="T65" fmla="*/ 2147483646 h 609"/>
              <a:gd name="T66" fmla="*/ 2147483646 w 573"/>
              <a:gd name="T67" fmla="*/ 2147483646 h 609"/>
              <a:gd name="T68" fmla="*/ 2147483646 w 573"/>
              <a:gd name="T69" fmla="*/ 2147483646 h 609"/>
              <a:gd name="T70" fmla="*/ 2147483646 w 573"/>
              <a:gd name="T71" fmla="*/ 2147483646 h 609"/>
              <a:gd name="T72" fmla="*/ 2147483646 w 573"/>
              <a:gd name="T73" fmla="*/ 2147483646 h 609"/>
              <a:gd name="T74" fmla="*/ 2147483646 w 573"/>
              <a:gd name="T75" fmla="*/ 2147483646 h 609"/>
              <a:gd name="T76" fmla="*/ 2147483646 w 573"/>
              <a:gd name="T77" fmla="*/ 2147483646 h 609"/>
              <a:gd name="T78" fmla="*/ 2147483646 w 573"/>
              <a:gd name="T79" fmla="*/ 2147483646 h 609"/>
              <a:gd name="T80" fmla="*/ 2147483646 w 573"/>
              <a:gd name="T81" fmla="*/ 2147483646 h 609"/>
              <a:gd name="T82" fmla="*/ 2147483646 w 573"/>
              <a:gd name="T83" fmla="*/ 2147483646 h 609"/>
              <a:gd name="T84" fmla="*/ 2147483646 w 573"/>
              <a:gd name="T85" fmla="*/ 2147483646 h 609"/>
              <a:gd name="T86" fmla="*/ 2147483646 w 573"/>
              <a:gd name="T87" fmla="*/ 0 h 609"/>
              <a:gd name="T88" fmla="*/ 2147483646 w 573"/>
              <a:gd name="T89" fmla="*/ 2147483646 h 609"/>
              <a:gd name="T90" fmla="*/ 2147483646 w 573"/>
              <a:gd name="T91" fmla="*/ 2147483646 h 609"/>
              <a:gd name="T92" fmla="*/ 2147483646 w 573"/>
              <a:gd name="T93" fmla="*/ 2147483646 h 609"/>
              <a:gd name="T94" fmla="*/ 2147483646 w 573"/>
              <a:gd name="T95" fmla="*/ 0 h 609"/>
              <a:gd name="T96" fmla="*/ 2147483646 w 573"/>
              <a:gd name="T97" fmla="*/ 2147483646 h 609"/>
              <a:gd name="T98" fmla="*/ 2147483646 w 573"/>
              <a:gd name="T99" fmla="*/ 2147483646 h 609"/>
              <a:gd name="T100" fmla="*/ 2147483646 w 573"/>
              <a:gd name="T101" fmla="*/ 2147483646 h 609"/>
              <a:gd name="T102" fmla="*/ 2147483646 w 573"/>
              <a:gd name="T103" fmla="*/ 0 h 609"/>
              <a:gd name="T104" fmla="*/ 2147483646 w 573"/>
              <a:gd name="T105" fmla="*/ 2147483646 h 60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73" h="609">
                <a:moveTo>
                  <a:pt x="544" y="551"/>
                </a:moveTo>
                <a:lnTo>
                  <a:pt x="544" y="551"/>
                </a:lnTo>
                <a:cubicBezTo>
                  <a:pt x="515" y="551"/>
                  <a:pt x="515" y="551"/>
                  <a:pt x="515" y="551"/>
                </a:cubicBezTo>
                <a:cubicBezTo>
                  <a:pt x="515" y="580"/>
                  <a:pt x="515" y="580"/>
                  <a:pt x="515" y="580"/>
                </a:cubicBezTo>
                <a:cubicBezTo>
                  <a:pt x="515" y="594"/>
                  <a:pt x="508" y="608"/>
                  <a:pt x="487" y="608"/>
                </a:cubicBezTo>
                <a:cubicBezTo>
                  <a:pt x="473" y="608"/>
                  <a:pt x="459" y="594"/>
                  <a:pt x="459" y="580"/>
                </a:cubicBezTo>
                <a:cubicBezTo>
                  <a:pt x="459" y="551"/>
                  <a:pt x="459" y="551"/>
                  <a:pt x="459" y="551"/>
                </a:cubicBezTo>
                <a:cubicBezTo>
                  <a:pt x="431" y="551"/>
                  <a:pt x="431" y="551"/>
                  <a:pt x="431" y="551"/>
                </a:cubicBezTo>
                <a:cubicBezTo>
                  <a:pt x="417" y="551"/>
                  <a:pt x="402" y="537"/>
                  <a:pt x="402" y="523"/>
                </a:cubicBezTo>
                <a:cubicBezTo>
                  <a:pt x="402" y="502"/>
                  <a:pt x="417" y="495"/>
                  <a:pt x="431" y="495"/>
                </a:cubicBezTo>
                <a:cubicBezTo>
                  <a:pt x="459" y="495"/>
                  <a:pt x="459" y="495"/>
                  <a:pt x="459" y="495"/>
                </a:cubicBezTo>
                <a:cubicBezTo>
                  <a:pt x="459" y="467"/>
                  <a:pt x="459" y="467"/>
                  <a:pt x="459" y="467"/>
                </a:cubicBezTo>
                <a:cubicBezTo>
                  <a:pt x="459" y="445"/>
                  <a:pt x="473" y="438"/>
                  <a:pt x="487" y="438"/>
                </a:cubicBezTo>
                <a:cubicBezTo>
                  <a:pt x="508" y="438"/>
                  <a:pt x="515" y="445"/>
                  <a:pt x="515" y="467"/>
                </a:cubicBezTo>
                <a:cubicBezTo>
                  <a:pt x="515" y="495"/>
                  <a:pt x="515" y="495"/>
                  <a:pt x="515" y="495"/>
                </a:cubicBezTo>
                <a:cubicBezTo>
                  <a:pt x="544" y="495"/>
                  <a:pt x="544" y="495"/>
                  <a:pt x="544" y="495"/>
                </a:cubicBezTo>
                <a:cubicBezTo>
                  <a:pt x="565" y="495"/>
                  <a:pt x="572" y="502"/>
                  <a:pt x="572" y="523"/>
                </a:cubicBezTo>
                <a:cubicBezTo>
                  <a:pt x="572" y="537"/>
                  <a:pt x="565" y="551"/>
                  <a:pt x="544" y="551"/>
                </a:cubicBezTo>
                <a:close/>
                <a:moveTo>
                  <a:pt x="487" y="410"/>
                </a:moveTo>
                <a:lnTo>
                  <a:pt x="487" y="410"/>
                </a:lnTo>
                <a:cubicBezTo>
                  <a:pt x="459" y="410"/>
                  <a:pt x="431" y="431"/>
                  <a:pt x="431" y="467"/>
                </a:cubicBezTo>
                <a:cubicBezTo>
                  <a:pt x="402" y="467"/>
                  <a:pt x="374" y="488"/>
                  <a:pt x="374" y="523"/>
                </a:cubicBezTo>
                <a:cubicBezTo>
                  <a:pt x="374" y="551"/>
                  <a:pt x="402" y="580"/>
                  <a:pt x="431" y="580"/>
                </a:cubicBezTo>
                <a:cubicBezTo>
                  <a:pt x="431" y="608"/>
                  <a:pt x="431" y="608"/>
                  <a:pt x="431" y="608"/>
                </a:cubicBezTo>
                <a:cubicBezTo>
                  <a:pt x="28" y="608"/>
                  <a:pt x="28" y="608"/>
                  <a:pt x="28" y="608"/>
                </a:cubicBezTo>
                <a:cubicBezTo>
                  <a:pt x="14" y="608"/>
                  <a:pt x="0" y="594"/>
                  <a:pt x="0" y="580"/>
                </a:cubicBezTo>
                <a:cubicBezTo>
                  <a:pt x="0" y="85"/>
                  <a:pt x="0" y="85"/>
                  <a:pt x="0" y="85"/>
                </a:cubicBezTo>
                <a:cubicBezTo>
                  <a:pt x="0" y="71"/>
                  <a:pt x="14" y="56"/>
                  <a:pt x="28" y="56"/>
                </a:cubicBezTo>
                <a:cubicBezTo>
                  <a:pt x="77" y="56"/>
                  <a:pt x="77" y="56"/>
                  <a:pt x="77" y="56"/>
                </a:cubicBezTo>
                <a:cubicBezTo>
                  <a:pt x="77" y="85"/>
                  <a:pt x="77" y="85"/>
                  <a:pt x="77" y="85"/>
                </a:cubicBezTo>
                <a:cubicBezTo>
                  <a:pt x="77" y="120"/>
                  <a:pt x="99" y="141"/>
                  <a:pt x="134" y="141"/>
                </a:cubicBezTo>
                <a:cubicBezTo>
                  <a:pt x="162" y="141"/>
                  <a:pt x="190" y="120"/>
                  <a:pt x="190" y="85"/>
                </a:cubicBezTo>
                <a:cubicBezTo>
                  <a:pt x="190" y="56"/>
                  <a:pt x="190" y="56"/>
                  <a:pt x="190" y="56"/>
                </a:cubicBezTo>
                <a:cubicBezTo>
                  <a:pt x="219" y="56"/>
                  <a:pt x="219" y="56"/>
                  <a:pt x="219" y="56"/>
                </a:cubicBezTo>
                <a:cubicBezTo>
                  <a:pt x="219" y="85"/>
                  <a:pt x="219" y="85"/>
                  <a:pt x="219" y="85"/>
                </a:cubicBezTo>
                <a:cubicBezTo>
                  <a:pt x="219" y="120"/>
                  <a:pt x="240" y="141"/>
                  <a:pt x="275" y="141"/>
                </a:cubicBezTo>
                <a:cubicBezTo>
                  <a:pt x="304" y="141"/>
                  <a:pt x="332" y="120"/>
                  <a:pt x="332" y="85"/>
                </a:cubicBezTo>
                <a:cubicBezTo>
                  <a:pt x="332" y="56"/>
                  <a:pt x="332" y="56"/>
                  <a:pt x="332" y="56"/>
                </a:cubicBezTo>
                <a:cubicBezTo>
                  <a:pt x="360" y="56"/>
                  <a:pt x="360" y="56"/>
                  <a:pt x="360" y="56"/>
                </a:cubicBezTo>
                <a:cubicBezTo>
                  <a:pt x="360" y="85"/>
                  <a:pt x="360" y="85"/>
                  <a:pt x="360" y="85"/>
                </a:cubicBezTo>
                <a:cubicBezTo>
                  <a:pt x="360" y="120"/>
                  <a:pt x="381" y="141"/>
                  <a:pt x="417" y="141"/>
                </a:cubicBezTo>
                <a:cubicBezTo>
                  <a:pt x="445" y="141"/>
                  <a:pt x="473" y="120"/>
                  <a:pt x="473" y="85"/>
                </a:cubicBezTo>
                <a:cubicBezTo>
                  <a:pt x="473" y="56"/>
                  <a:pt x="473" y="56"/>
                  <a:pt x="473" y="56"/>
                </a:cubicBezTo>
                <a:cubicBezTo>
                  <a:pt x="515" y="56"/>
                  <a:pt x="515" y="56"/>
                  <a:pt x="515" y="56"/>
                </a:cubicBezTo>
                <a:cubicBezTo>
                  <a:pt x="537" y="56"/>
                  <a:pt x="544" y="71"/>
                  <a:pt x="544" y="85"/>
                </a:cubicBezTo>
                <a:cubicBezTo>
                  <a:pt x="544" y="467"/>
                  <a:pt x="544" y="467"/>
                  <a:pt x="544" y="467"/>
                </a:cubicBezTo>
                <a:cubicBezTo>
                  <a:pt x="544" y="431"/>
                  <a:pt x="523" y="410"/>
                  <a:pt x="487" y="410"/>
                </a:cubicBezTo>
                <a:close/>
                <a:moveTo>
                  <a:pt x="77" y="488"/>
                </a:moveTo>
                <a:lnTo>
                  <a:pt x="77" y="488"/>
                </a:lnTo>
                <a:cubicBezTo>
                  <a:pt x="77" y="502"/>
                  <a:pt x="84" y="509"/>
                  <a:pt x="99" y="509"/>
                </a:cubicBezTo>
                <a:cubicBezTo>
                  <a:pt x="275" y="509"/>
                  <a:pt x="275" y="509"/>
                  <a:pt x="275" y="509"/>
                </a:cubicBezTo>
                <a:cubicBezTo>
                  <a:pt x="289" y="509"/>
                  <a:pt x="304" y="502"/>
                  <a:pt x="304" y="488"/>
                </a:cubicBezTo>
                <a:cubicBezTo>
                  <a:pt x="304" y="474"/>
                  <a:pt x="289" y="467"/>
                  <a:pt x="275" y="467"/>
                </a:cubicBezTo>
                <a:cubicBezTo>
                  <a:pt x="99" y="467"/>
                  <a:pt x="99" y="467"/>
                  <a:pt x="99" y="467"/>
                </a:cubicBezTo>
                <a:cubicBezTo>
                  <a:pt x="84" y="467"/>
                  <a:pt x="77" y="474"/>
                  <a:pt x="77" y="488"/>
                </a:cubicBezTo>
                <a:close/>
                <a:moveTo>
                  <a:pt x="106" y="396"/>
                </a:moveTo>
                <a:lnTo>
                  <a:pt x="106" y="396"/>
                </a:lnTo>
                <a:cubicBezTo>
                  <a:pt x="226" y="396"/>
                  <a:pt x="226" y="396"/>
                  <a:pt x="226" y="396"/>
                </a:cubicBezTo>
                <a:cubicBezTo>
                  <a:pt x="275" y="396"/>
                  <a:pt x="275" y="396"/>
                  <a:pt x="275" y="396"/>
                </a:cubicBezTo>
                <a:cubicBezTo>
                  <a:pt x="282" y="396"/>
                  <a:pt x="282" y="396"/>
                  <a:pt x="282" y="396"/>
                </a:cubicBezTo>
                <a:cubicBezTo>
                  <a:pt x="318" y="396"/>
                  <a:pt x="318" y="396"/>
                  <a:pt x="318" y="396"/>
                </a:cubicBezTo>
                <a:cubicBezTo>
                  <a:pt x="346" y="396"/>
                  <a:pt x="346" y="396"/>
                  <a:pt x="346" y="396"/>
                </a:cubicBezTo>
                <a:cubicBezTo>
                  <a:pt x="367" y="396"/>
                  <a:pt x="374" y="389"/>
                  <a:pt x="374" y="367"/>
                </a:cubicBezTo>
                <a:cubicBezTo>
                  <a:pt x="374" y="353"/>
                  <a:pt x="367" y="339"/>
                  <a:pt x="346" y="339"/>
                </a:cubicBezTo>
                <a:cubicBezTo>
                  <a:pt x="282" y="339"/>
                  <a:pt x="282" y="339"/>
                  <a:pt x="282" y="339"/>
                </a:cubicBezTo>
                <a:cubicBezTo>
                  <a:pt x="275" y="339"/>
                  <a:pt x="275" y="339"/>
                  <a:pt x="275" y="339"/>
                </a:cubicBezTo>
                <a:cubicBezTo>
                  <a:pt x="226" y="339"/>
                  <a:pt x="226" y="339"/>
                  <a:pt x="226" y="339"/>
                </a:cubicBezTo>
                <a:cubicBezTo>
                  <a:pt x="106" y="339"/>
                  <a:pt x="106" y="339"/>
                  <a:pt x="106" y="339"/>
                </a:cubicBezTo>
                <a:cubicBezTo>
                  <a:pt x="84" y="339"/>
                  <a:pt x="77" y="353"/>
                  <a:pt x="77" y="367"/>
                </a:cubicBezTo>
                <a:cubicBezTo>
                  <a:pt x="77" y="389"/>
                  <a:pt x="84" y="396"/>
                  <a:pt x="106" y="396"/>
                </a:cubicBezTo>
                <a:close/>
                <a:moveTo>
                  <a:pt x="445" y="219"/>
                </a:moveTo>
                <a:lnTo>
                  <a:pt x="445" y="219"/>
                </a:lnTo>
                <a:cubicBezTo>
                  <a:pt x="106" y="219"/>
                  <a:pt x="106" y="219"/>
                  <a:pt x="106" y="219"/>
                </a:cubicBezTo>
                <a:cubicBezTo>
                  <a:pt x="84" y="219"/>
                  <a:pt x="77" y="233"/>
                  <a:pt x="77" y="247"/>
                </a:cubicBezTo>
                <a:cubicBezTo>
                  <a:pt x="77" y="262"/>
                  <a:pt x="84" y="276"/>
                  <a:pt x="106" y="276"/>
                </a:cubicBezTo>
                <a:cubicBezTo>
                  <a:pt x="445" y="276"/>
                  <a:pt x="445" y="276"/>
                  <a:pt x="445" y="276"/>
                </a:cubicBezTo>
                <a:cubicBezTo>
                  <a:pt x="459" y="276"/>
                  <a:pt x="473" y="262"/>
                  <a:pt x="473" y="247"/>
                </a:cubicBezTo>
                <a:cubicBezTo>
                  <a:pt x="473" y="233"/>
                  <a:pt x="459" y="219"/>
                  <a:pt x="445" y="219"/>
                </a:cubicBezTo>
                <a:close/>
                <a:moveTo>
                  <a:pt x="417" y="113"/>
                </a:moveTo>
                <a:lnTo>
                  <a:pt x="417" y="113"/>
                </a:lnTo>
                <a:cubicBezTo>
                  <a:pt x="395" y="113"/>
                  <a:pt x="388" y="106"/>
                  <a:pt x="388" y="85"/>
                </a:cubicBezTo>
                <a:cubicBezTo>
                  <a:pt x="388" y="28"/>
                  <a:pt x="388" y="28"/>
                  <a:pt x="388" y="28"/>
                </a:cubicBezTo>
                <a:cubicBezTo>
                  <a:pt x="388" y="14"/>
                  <a:pt x="395" y="0"/>
                  <a:pt x="417" y="0"/>
                </a:cubicBezTo>
                <a:cubicBezTo>
                  <a:pt x="431" y="0"/>
                  <a:pt x="445" y="14"/>
                  <a:pt x="445" y="28"/>
                </a:cubicBezTo>
                <a:cubicBezTo>
                  <a:pt x="445" y="85"/>
                  <a:pt x="445" y="85"/>
                  <a:pt x="445" y="85"/>
                </a:cubicBezTo>
                <a:cubicBezTo>
                  <a:pt x="445" y="106"/>
                  <a:pt x="431" y="113"/>
                  <a:pt x="417" y="113"/>
                </a:cubicBezTo>
                <a:close/>
                <a:moveTo>
                  <a:pt x="275" y="113"/>
                </a:moveTo>
                <a:lnTo>
                  <a:pt x="275" y="113"/>
                </a:lnTo>
                <a:cubicBezTo>
                  <a:pt x="254" y="113"/>
                  <a:pt x="247" y="106"/>
                  <a:pt x="247" y="85"/>
                </a:cubicBezTo>
                <a:cubicBezTo>
                  <a:pt x="247" y="28"/>
                  <a:pt x="247" y="28"/>
                  <a:pt x="247" y="28"/>
                </a:cubicBezTo>
                <a:cubicBezTo>
                  <a:pt x="247" y="14"/>
                  <a:pt x="254" y="0"/>
                  <a:pt x="275" y="0"/>
                </a:cubicBezTo>
                <a:cubicBezTo>
                  <a:pt x="289" y="0"/>
                  <a:pt x="304" y="14"/>
                  <a:pt x="304" y="28"/>
                </a:cubicBezTo>
                <a:cubicBezTo>
                  <a:pt x="304" y="85"/>
                  <a:pt x="304" y="85"/>
                  <a:pt x="304" y="85"/>
                </a:cubicBezTo>
                <a:cubicBezTo>
                  <a:pt x="304" y="106"/>
                  <a:pt x="289" y="113"/>
                  <a:pt x="275" y="113"/>
                </a:cubicBezTo>
                <a:close/>
                <a:moveTo>
                  <a:pt x="134" y="113"/>
                </a:moveTo>
                <a:lnTo>
                  <a:pt x="134" y="113"/>
                </a:lnTo>
                <a:cubicBezTo>
                  <a:pt x="113" y="113"/>
                  <a:pt x="106" y="106"/>
                  <a:pt x="106" y="85"/>
                </a:cubicBezTo>
                <a:cubicBezTo>
                  <a:pt x="106" y="28"/>
                  <a:pt x="106" y="28"/>
                  <a:pt x="106" y="28"/>
                </a:cubicBezTo>
                <a:cubicBezTo>
                  <a:pt x="106" y="14"/>
                  <a:pt x="113" y="0"/>
                  <a:pt x="134" y="0"/>
                </a:cubicBezTo>
                <a:cubicBezTo>
                  <a:pt x="148" y="0"/>
                  <a:pt x="162" y="14"/>
                  <a:pt x="162" y="28"/>
                </a:cubicBezTo>
                <a:cubicBezTo>
                  <a:pt x="162" y="85"/>
                  <a:pt x="162" y="85"/>
                  <a:pt x="162" y="85"/>
                </a:cubicBezTo>
                <a:cubicBezTo>
                  <a:pt x="162" y="106"/>
                  <a:pt x="148" y="113"/>
                  <a:pt x="134" y="11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44" name="Freeform 58">
            <a:extLst>
              <a:ext uri="{FF2B5EF4-FFF2-40B4-BE49-F238E27FC236}">
                <a16:creationId xmlns:a16="http://schemas.microsoft.com/office/drawing/2014/main" id="{6A33F340-0B58-2F7D-9A6B-FB64895BA28B}"/>
              </a:ext>
            </a:extLst>
          </p:cNvPr>
          <p:cNvSpPr>
            <a:spLocks noChangeArrowheads="1"/>
          </p:cNvSpPr>
          <p:nvPr/>
        </p:nvSpPr>
        <p:spPr bwMode="auto">
          <a:xfrm>
            <a:off x="2540285" y="965577"/>
            <a:ext cx="521572" cy="549655"/>
          </a:xfrm>
          <a:custGeom>
            <a:avLst/>
            <a:gdLst>
              <a:gd name="T0" fmla="*/ 2147483646 w 573"/>
              <a:gd name="T1" fmla="*/ 2147483646 h 602"/>
              <a:gd name="T2" fmla="*/ 2147483646 w 573"/>
              <a:gd name="T3" fmla="*/ 2147483646 h 602"/>
              <a:gd name="T4" fmla="*/ 2147483646 w 573"/>
              <a:gd name="T5" fmla="*/ 2147483646 h 602"/>
              <a:gd name="T6" fmla="*/ 2147483646 w 573"/>
              <a:gd name="T7" fmla="*/ 2147483646 h 602"/>
              <a:gd name="T8" fmla="*/ 2147483646 w 573"/>
              <a:gd name="T9" fmla="*/ 2147483646 h 602"/>
              <a:gd name="T10" fmla="*/ 2147483646 w 573"/>
              <a:gd name="T11" fmla="*/ 2147483646 h 602"/>
              <a:gd name="T12" fmla="*/ 2147483646 w 573"/>
              <a:gd name="T13" fmla="*/ 2147483646 h 602"/>
              <a:gd name="T14" fmla="*/ 2147483646 w 573"/>
              <a:gd name="T15" fmla="*/ 2147483646 h 602"/>
              <a:gd name="T16" fmla="*/ 2147483646 w 573"/>
              <a:gd name="T17" fmla="*/ 2147483646 h 602"/>
              <a:gd name="T18" fmla="*/ 2147483646 w 573"/>
              <a:gd name="T19" fmla="*/ 2147483646 h 602"/>
              <a:gd name="T20" fmla="*/ 2147483646 w 573"/>
              <a:gd name="T21" fmla="*/ 2147483646 h 602"/>
              <a:gd name="T22" fmla="*/ 2147483646 w 573"/>
              <a:gd name="T23" fmla="*/ 2147483646 h 602"/>
              <a:gd name="T24" fmla="*/ 2147483646 w 573"/>
              <a:gd name="T25" fmla="*/ 2147483646 h 602"/>
              <a:gd name="T26" fmla="*/ 2147483646 w 573"/>
              <a:gd name="T27" fmla="*/ 2147483646 h 602"/>
              <a:gd name="T28" fmla="*/ 2147483646 w 573"/>
              <a:gd name="T29" fmla="*/ 2147483646 h 602"/>
              <a:gd name="T30" fmla="*/ 2147483646 w 573"/>
              <a:gd name="T31" fmla="*/ 2147483646 h 602"/>
              <a:gd name="T32" fmla="*/ 2147483646 w 573"/>
              <a:gd name="T33" fmla="*/ 2147483646 h 602"/>
              <a:gd name="T34" fmla="*/ 0 w 573"/>
              <a:gd name="T35" fmla="*/ 2147483646 h 602"/>
              <a:gd name="T36" fmla="*/ 2147483646 w 573"/>
              <a:gd name="T37" fmla="*/ 2147483646 h 602"/>
              <a:gd name="T38" fmla="*/ 2147483646 w 573"/>
              <a:gd name="T39" fmla="*/ 2147483646 h 602"/>
              <a:gd name="T40" fmla="*/ 2147483646 w 573"/>
              <a:gd name="T41" fmla="*/ 2147483646 h 602"/>
              <a:gd name="T42" fmla="*/ 2147483646 w 573"/>
              <a:gd name="T43" fmla="*/ 2147483646 h 602"/>
              <a:gd name="T44" fmla="*/ 2147483646 w 573"/>
              <a:gd name="T45" fmla="*/ 2147483646 h 602"/>
              <a:gd name="T46" fmla="*/ 2147483646 w 573"/>
              <a:gd name="T47" fmla="*/ 2147483646 h 602"/>
              <a:gd name="T48" fmla="*/ 2147483646 w 573"/>
              <a:gd name="T49" fmla="*/ 2147483646 h 602"/>
              <a:gd name="T50" fmla="*/ 2147483646 w 573"/>
              <a:gd name="T51" fmla="*/ 2147483646 h 602"/>
              <a:gd name="T52" fmla="*/ 2147483646 w 573"/>
              <a:gd name="T53" fmla="*/ 2147483646 h 602"/>
              <a:gd name="T54" fmla="*/ 2147483646 w 573"/>
              <a:gd name="T55" fmla="*/ 2147483646 h 602"/>
              <a:gd name="T56" fmla="*/ 2147483646 w 573"/>
              <a:gd name="T57" fmla="*/ 2147483646 h 602"/>
              <a:gd name="T58" fmla="*/ 2147483646 w 573"/>
              <a:gd name="T59" fmla="*/ 2147483646 h 602"/>
              <a:gd name="T60" fmla="*/ 2147483646 w 573"/>
              <a:gd name="T61" fmla="*/ 2147483646 h 602"/>
              <a:gd name="T62" fmla="*/ 2147483646 w 573"/>
              <a:gd name="T63" fmla="*/ 2147483646 h 602"/>
              <a:gd name="T64" fmla="*/ 2147483646 w 573"/>
              <a:gd name="T65" fmla="*/ 2147483646 h 602"/>
              <a:gd name="T66" fmla="*/ 2147483646 w 573"/>
              <a:gd name="T67" fmla="*/ 2147483646 h 602"/>
              <a:gd name="T68" fmla="*/ 2147483646 w 573"/>
              <a:gd name="T69" fmla="*/ 2147483646 h 602"/>
              <a:gd name="T70" fmla="*/ 2147483646 w 573"/>
              <a:gd name="T71" fmla="*/ 2147483646 h 602"/>
              <a:gd name="T72" fmla="*/ 2147483646 w 573"/>
              <a:gd name="T73" fmla="*/ 2147483646 h 602"/>
              <a:gd name="T74" fmla="*/ 2147483646 w 573"/>
              <a:gd name="T75" fmla="*/ 2147483646 h 602"/>
              <a:gd name="T76" fmla="*/ 2147483646 w 573"/>
              <a:gd name="T77" fmla="*/ 2147483646 h 602"/>
              <a:gd name="T78" fmla="*/ 2147483646 w 573"/>
              <a:gd name="T79" fmla="*/ 2147483646 h 602"/>
              <a:gd name="T80" fmla="*/ 2147483646 w 573"/>
              <a:gd name="T81" fmla="*/ 2147483646 h 602"/>
              <a:gd name="T82" fmla="*/ 2147483646 w 573"/>
              <a:gd name="T83" fmla="*/ 2147483646 h 602"/>
              <a:gd name="T84" fmla="*/ 2147483646 w 573"/>
              <a:gd name="T85" fmla="*/ 2147483646 h 602"/>
              <a:gd name="T86" fmla="*/ 2147483646 w 573"/>
              <a:gd name="T87" fmla="*/ 2147483646 h 602"/>
              <a:gd name="T88" fmla="*/ 2147483646 w 573"/>
              <a:gd name="T89" fmla="*/ 0 h 602"/>
              <a:gd name="T90" fmla="*/ 2147483646 w 573"/>
              <a:gd name="T91" fmla="*/ 2147483646 h 602"/>
              <a:gd name="T92" fmla="*/ 2147483646 w 573"/>
              <a:gd name="T93" fmla="*/ 2147483646 h 602"/>
              <a:gd name="T94" fmla="*/ 2147483646 w 573"/>
              <a:gd name="T95" fmla="*/ 2147483646 h 602"/>
              <a:gd name="T96" fmla="*/ 2147483646 w 573"/>
              <a:gd name="T97" fmla="*/ 0 h 602"/>
              <a:gd name="T98" fmla="*/ 2147483646 w 573"/>
              <a:gd name="T99" fmla="*/ 2147483646 h 602"/>
              <a:gd name="T100" fmla="*/ 2147483646 w 573"/>
              <a:gd name="T101" fmla="*/ 2147483646 h 602"/>
              <a:gd name="T102" fmla="*/ 2147483646 w 573"/>
              <a:gd name="T103" fmla="*/ 2147483646 h 602"/>
              <a:gd name="T104" fmla="*/ 2147483646 w 573"/>
              <a:gd name="T105" fmla="*/ 0 h 602"/>
              <a:gd name="T106" fmla="*/ 2147483646 w 573"/>
              <a:gd name="T107" fmla="*/ 2147483646 h 60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73" h="602">
                <a:moveTo>
                  <a:pt x="530" y="516"/>
                </a:moveTo>
                <a:lnTo>
                  <a:pt x="530" y="516"/>
                </a:lnTo>
                <a:cubicBezTo>
                  <a:pt x="565" y="558"/>
                  <a:pt x="565" y="558"/>
                  <a:pt x="565" y="558"/>
                </a:cubicBezTo>
                <a:cubicBezTo>
                  <a:pt x="572" y="558"/>
                  <a:pt x="572" y="565"/>
                  <a:pt x="572" y="572"/>
                </a:cubicBezTo>
                <a:cubicBezTo>
                  <a:pt x="572" y="594"/>
                  <a:pt x="558" y="601"/>
                  <a:pt x="544" y="601"/>
                </a:cubicBezTo>
                <a:cubicBezTo>
                  <a:pt x="537" y="601"/>
                  <a:pt x="530" y="601"/>
                  <a:pt x="522" y="594"/>
                </a:cubicBezTo>
                <a:cubicBezTo>
                  <a:pt x="487" y="558"/>
                  <a:pt x="487" y="558"/>
                  <a:pt x="487" y="558"/>
                </a:cubicBezTo>
                <a:cubicBezTo>
                  <a:pt x="452" y="594"/>
                  <a:pt x="452" y="594"/>
                  <a:pt x="452" y="594"/>
                </a:cubicBezTo>
                <a:cubicBezTo>
                  <a:pt x="445" y="601"/>
                  <a:pt x="438" y="601"/>
                  <a:pt x="431" y="601"/>
                </a:cubicBezTo>
                <a:cubicBezTo>
                  <a:pt x="417" y="601"/>
                  <a:pt x="402" y="594"/>
                  <a:pt x="402" y="572"/>
                </a:cubicBezTo>
                <a:cubicBezTo>
                  <a:pt x="402" y="565"/>
                  <a:pt x="402" y="558"/>
                  <a:pt x="409" y="558"/>
                </a:cubicBezTo>
                <a:cubicBezTo>
                  <a:pt x="445" y="516"/>
                  <a:pt x="445" y="516"/>
                  <a:pt x="445" y="516"/>
                </a:cubicBezTo>
                <a:cubicBezTo>
                  <a:pt x="409" y="481"/>
                  <a:pt x="409" y="481"/>
                  <a:pt x="409" y="481"/>
                </a:cubicBezTo>
                <a:cubicBezTo>
                  <a:pt x="402" y="474"/>
                  <a:pt x="402" y="467"/>
                  <a:pt x="402" y="459"/>
                </a:cubicBezTo>
                <a:cubicBezTo>
                  <a:pt x="402" y="445"/>
                  <a:pt x="417" y="431"/>
                  <a:pt x="431" y="431"/>
                </a:cubicBezTo>
                <a:cubicBezTo>
                  <a:pt x="438" y="431"/>
                  <a:pt x="445" y="438"/>
                  <a:pt x="452" y="445"/>
                </a:cubicBezTo>
                <a:cubicBezTo>
                  <a:pt x="487" y="481"/>
                  <a:pt x="487" y="481"/>
                  <a:pt x="487" y="481"/>
                </a:cubicBezTo>
                <a:cubicBezTo>
                  <a:pt x="522" y="445"/>
                  <a:pt x="522" y="445"/>
                  <a:pt x="522" y="445"/>
                </a:cubicBezTo>
                <a:cubicBezTo>
                  <a:pt x="530" y="438"/>
                  <a:pt x="537" y="431"/>
                  <a:pt x="544" y="431"/>
                </a:cubicBezTo>
                <a:cubicBezTo>
                  <a:pt x="558" y="431"/>
                  <a:pt x="572" y="445"/>
                  <a:pt x="572" y="459"/>
                </a:cubicBezTo>
                <a:cubicBezTo>
                  <a:pt x="572" y="467"/>
                  <a:pt x="572" y="474"/>
                  <a:pt x="565" y="481"/>
                </a:cubicBezTo>
                <a:lnTo>
                  <a:pt x="530" y="516"/>
                </a:lnTo>
                <a:close/>
                <a:moveTo>
                  <a:pt x="501" y="424"/>
                </a:moveTo>
                <a:lnTo>
                  <a:pt x="501" y="424"/>
                </a:lnTo>
                <a:cubicBezTo>
                  <a:pt x="487" y="438"/>
                  <a:pt x="487" y="438"/>
                  <a:pt x="487" y="438"/>
                </a:cubicBezTo>
                <a:cubicBezTo>
                  <a:pt x="473" y="424"/>
                  <a:pt x="473" y="424"/>
                  <a:pt x="473" y="424"/>
                </a:cubicBezTo>
                <a:cubicBezTo>
                  <a:pt x="459" y="410"/>
                  <a:pt x="445" y="403"/>
                  <a:pt x="431" y="403"/>
                </a:cubicBezTo>
                <a:cubicBezTo>
                  <a:pt x="402" y="403"/>
                  <a:pt x="374" y="431"/>
                  <a:pt x="374" y="459"/>
                </a:cubicBezTo>
                <a:cubicBezTo>
                  <a:pt x="374" y="481"/>
                  <a:pt x="381" y="495"/>
                  <a:pt x="388" y="502"/>
                </a:cubicBezTo>
                <a:cubicBezTo>
                  <a:pt x="409" y="516"/>
                  <a:pt x="409" y="516"/>
                  <a:pt x="409" y="516"/>
                </a:cubicBezTo>
                <a:cubicBezTo>
                  <a:pt x="388" y="537"/>
                  <a:pt x="388" y="537"/>
                  <a:pt x="388" y="537"/>
                </a:cubicBezTo>
                <a:cubicBezTo>
                  <a:pt x="381" y="544"/>
                  <a:pt x="374" y="558"/>
                  <a:pt x="374" y="572"/>
                </a:cubicBezTo>
                <a:cubicBezTo>
                  <a:pt x="374" y="587"/>
                  <a:pt x="374" y="594"/>
                  <a:pt x="381" y="601"/>
                </a:cubicBezTo>
                <a:cubicBezTo>
                  <a:pt x="28" y="601"/>
                  <a:pt x="28" y="601"/>
                  <a:pt x="28" y="601"/>
                </a:cubicBezTo>
                <a:cubicBezTo>
                  <a:pt x="7" y="601"/>
                  <a:pt x="0" y="594"/>
                  <a:pt x="0" y="572"/>
                </a:cubicBezTo>
                <a:cubicBezTo>
                  <a:pt x="0" y="85"/>
                  <a:pt x="0" y="85"/>
                  <a:pt x="0" y="85"/>
                </a:cubicBezTo>
                <a:cubicBezTo>
                  <a:pt x="0" y="71"/>
                  <a:pt x="7" y="56"/>
                  <a:pt x="28" y="56"/>
                </a:cubicBezTo>
                <a:cubicBezTo>
                  <a:pt x="70" y="56"/>
                  <a:pt x="70" y="56"/>
                  <a:pt x="70" y="56"/>
                </a:cubicBezTo>
                <a:cubicBezTo>
                  <a:pt x="70" y="85"/>
                  <a:pt x="70" y="85"/>
                  <a:pt x="70" y="85"/>
                </a:cubicBezTo>
                <a:cubicBezTo>
                  <a:pt x="70" y="113"/>
                  <a:pt x="98" y="141"/>
                  <a:pt x="127" y="141"/>
                </a:cubicBezTo>
                <a:cubicBezTo>
                  <a:pt x="162" y="141"/>
                  <a:pt x="183" y="113"/>
                  <a:pt x="183" y="85"/>
                </a:cubicBezTo>
                <a:cubicBezTo>
                  <a:pt x="183" y="56"/>
                  <a:pt x="183" y="56"/>
                  <a:pt x="183" y="56"/>
                </a:cubicBezTo>
                <a:cubicBezTo>
                  <a:pt x="211" y="56"/>
                  <a:pt x="211" y="56"/>
                  <a:pt x="211" y="56"/>
                </a:cubicBezTo>
                <a:cubicBezTo>
                  <a:pt x="211" y="85"/>
                  <a:pt x="211" y="85"/>
                  <a:pt x="211" y="85"/>
                </a:cubicBezTo>
                <a:cubicBezTo>
                  <a:pt x="211" y="113"/>
                  <a:pt x="240" y="141"/>
                  <a:pt x="268" y="141"/>
                </a:cubicBezTo>
                <a:cubicBezTo>
                  <a:pt x="303" y="141"/>
                  <a:pt x="325" y="113"/>
                  <a:pt x="325" y="85"/>
                </a:cubicBezTo>
                <a:cubicBezTo>
                  <a:pt x="325" y="56"/>
                  <a:pt x="325" y="56"/>
                  <a:pt x="325" y="56"/>
                </a:cubicBezTo>
                <a:cubicBezTo>
                  <a:pt x="353" y="56"/>
                  <a:pt x="353" y="56"/>
                  <a:pt x="353" y="56"/>
                </a:cubicBezTo>
                <a:cubicBezTo>
                  <a:pt x="353" y="85"/>
                  <a:pt x="353" y="85"/>
                  <a:pt x="353" y="85"/>
                </a:cubicBezTo>
                <a:cubicBezTo>
                  <a:pt x="353" y="113"/>
                  <a:pt x="381" y="141"/>
                  <a:pt x="409" y="141"/>
                </a:cubicBezTo>
                <a:cubicBezTo>
                  <a:pt x="445" y="141"/>
                  <a:pt x="466" y="113"/>
                  <a:pt x="466" y="85"/>
                </a:cubicBezTo>
                <a:cubicBezTo>
                  <a:pt x="466" y="56"/>
                  <a:pt x="466" y="56"/>
                  <a:pt x="466" y="56"/>
                </a:cubicBezTo>
                <a:cubicBezTo>
                  <a:pt x="515" y="56"/>
                  <a:pt x="515" y="56"/>
                  <a:pt x="515" y="56"/>
                </a:cubicBezTo>
                <a:cubicBezTo>
                  <a:pt x="530" y="56"/>
                  <a:pt x="544" y="71"/>
                  <a:pt x="544" y="85"/>
                </a:cubicBezTo>
                <a:cubicBezTo>
                  <a:pt x="544" y="403"/>
                  <a:pt x="544" y="403"/>
                  <a:pt x="544" y="403"/>
                </a:cubicBezTo>
                <a:cubicBezTo>
                  <a:pt x="530" y="403"/>
                  <a:pt x="515" y="410"/>
                  <a:pt x="501" y="424"/>
                </a:cubicBezTo>
                <a:close/>
                <a:moveTo>
                  <a:pt x="353" y="367"/>
                </a:moveTo>
                <a:lnTo>
                  <a:pt x="353" y="367"/>
                </a:lnTo>
                <a:cubicBezTo>
                  <a:pt x="353" y="353"/>
                  <a:pt x="346" y="339"/>
                  <a:pt x="325" y="339"/>
                </a:cubicBezTo>
                <a:cubicBezTo>
                  <a:pt x="268" y="339"/>
                  <a:pt x="268" y="339"/>
                  <a:pt x="268" y="339"/>
                </a:cubicBezTo>
                <a:cubicBezTo>
                  <a:pt x="226" y="339"/>
                  <a:pt x="226" y="339"/>
                  <a:pt x="226" y="339"/>
                </a:cubicBezTo>
                <a:cubicBezTo>
                  <a:pt x="98" y="339"/>
                  <a:pt x="98" y="339"/>
                  <a:pt x="98" y="339"/>
                </a:cubicBezTo>
                <a:cubicBezTo>
                  <a:pt x="84" y="339"/>
                  <a:pt x="70" y="353"/>
                  <a:pt x="70" y="367"/>
                </a:cubicBezTo>
                <a:cubicBezTo>
                  <a:pt x="70" y="382"/>
                  <a:pt x="84" y="396"/>
                  <a:pt x="98" y="396"/>
                </a:cubicBezTo>
                <a:cubicBezTo>
                  <a:pt x="226" y="396"/>
                  <a:pt x="226" y="396"/>
                  <a:pt x="226" y="396"/>
                </a:cubicBezTo>
                <a:cubicBezTo>
                  <a:pt x="268" y="396"/>
                  <a:pt x="268" y="396"/>
                  <a:pt x="268" y="396"/>
                </a:cubicBezTo>
                <a:cubicBezTo>
                  <a:pt x="325" y="396"/>
                  <a:pt x="325" y="396"/>
                  <a:pt x="325" y="396"/>
                </a:cubicBezTo>
                <a:cubicBezTo>
                  <a:pt x="346" y="396"/>
                  <a:pt x="353" y="382"/>
                  <a:pt x="353" y="367"/>
                </a:cubicBezTo>
                <a:close/>
                <a:moveTo>
                  <a:pt x="70" y="488"/>
                </a:moveTo>
                <a:lnTo>
                  <a:pt x="70" y="488"/>
                </a:lnTo>
                <a:cubicBezTo>
                  <a:pt x="70" y="502"/>
                  <a:pt x="84" y="509"/>
                  <a:pt x="98" y="509"/>
                </a:cubicBezTo>
                <a:cubicBezTo>
                  <a:pt x="275" y="509"/>
                  <a:pt x="275" y="509"/>
                  <a:pt x="275" y="509"/>
                </a:cubicBezTo>
                <a:cubicBezTo>
                  <a:pt x="289" y="509"/>
                  <a:pt x="296" y="502"/>
                  <a:pt x="296" y="488"/>
                </a:cubicBezTo>
                <a:cubicBezTo>
                  <a:pt x="296" y="474"/>
                  <a:pt x="289" y="459"/>
                  <a:pt x="275" y="459"/>
                </a:cubicBezTo>
                <a:cubicBezTo>
                  <a:pt x="98" y="459"/>
                  <a:pt x="98" y="459"/>
                  <a:pt x="98" y="459"/>
                </a:cubicBezTo>
                <a:cubicBezTo>
                  <a:pt x="84" y="459"/>
                  <a:pt x="70" y="474"/>
                  <a:pt x="70" y="488"/>
                </a:cubicBezTo>
                <a:close/>
                <a:moveTo>
                  <a:pt x="438" y="219"/>
                </a:moveTo>
                <a:lnTo>
                  <a:pt x="438" y="219"/>
                </a:lnTo>
                <a:cubicBezTo>
                  <a:pt x="98" y="219"/>
                  <a:pt x="98" y="219"/>
                  <a:pt x="98" y="219"/>
                </a:cubicBezTo>
                <a:cubicBezTo>
                  <a:pt x="84" y="219"/>
                  <a:pt x="70" y="226"/>
                  <a:pt x="70" y="247"/>
                </a:cubicBezTo>
                <a:cubicBezTo>
                  <a:pt x="70" y="261"/>
                  <a:pt x="84" y="276"/>
                  <a:pt x="98" y="276"/>
                </a:cubicBezTo>
                <a:cubicBezTo>
                  <a:pt x="438" y="276"/>
                  <a:pt x="438" y="276"/>
                  <a:pt x="438" y="276"/>
                </a:cubicBezTo>
                <a:cubicBezTo>
                  <a:pt x="459" y="276"/>
                  <a:pt x="466" y="261"/>
                  <a:pt x="466" y="247"/>
                </a:cubicBezTo>
                <a:cubicBezTo>
                  <a:pt x="466" y="226"/>
                  <a:pt x="459" y="219"/>
                  <a:pt x="438" y="219"/>
                </a:cubicBezTo>
                <a:close/>
                <a:moveTo>
                  <a:pt x="409" y="113"/>
                </a:moveTo>
                <a:lnTo>
                  <a:pt x="409" y="113"/>
                </a:lnTo>
                <a:cubicBezTo>
                  <a:pt x="395" y="113"/>
                  <a:pt x="381" y="99"/>
                  <a:pt x="381" y="85"/>
                </a:cubicBezTo>
                <a:cubicBezTo>
                  <a:pt x="381" y="28"/>
                  <a:pt x="381" y="28"/>
                  <a:pt x="381" y="28"/>
                </a:cubicBezTo>
                <a:cubicBezTo>
                  <a:pt x="381" y="14"/>
                  <a:pt x="395" y="0"/>
                  <a:pt x="409" y="0"/>
                </a:cubicBezTo>
                <a:cubicBezTo>
                  <a:pt x="431" y="0"/>
                  <a:pt x="438" y="14"/>
                  <a:pt x="438" y="28"/>
                </a:cubicBezTo>
                <a:cubicBezTo>
                  <a:pt x="438" y="85"/>
                  <a:pt x="438" y="85"/>
                  <a:pt x="438" y="85"/>
                </a:cubicBezTo>
                <a:cubicBezTo>
                  <a:pt x="438" y="99"/>
                  <a:pt x="431" y="113"/>
                  <a:pt x="409" y="113"/>
                </a:cubicBezTo>
                <a:close/>
                <a:moveTo>
                  <a:pt x="268" y="113"/>
                </a:moveTo>
                <a:lnTo>
                  <a:pt x="268" y="113"/>
                </a:lnTo>
                <a:cubicBezTo>
                  <a:pt x="254" y="113"/>
                  <a:pt x="240" y="99"/>
                  <a:pt x="240" y="85"/>
                </a:cubicBezTo>
                <a:cubicBezTo>
                  <a:pt x="240" y="28"/>
                  <a:pt x="240" y="28"/>
                  <a:pt x="240" y="28"/>
                </a:cubicBezTo>
                <a:cubicBezTo>
                  <a:pt x="240" y="14"/>
                  <a:pt x="254" y="0"/>
                  <a:pt x="268" y="0"/>
                </a:cubicBezTo>
                <a:cubicBezTo>
                  <a:pt x="289" y="0"/>
                  <a:pt x="296" y="14"/>
                  <a:pt x="296" y="28"/>
                </a:cubicBezTo>
                <a:cubicBezTo>
                  <a:pt x="296" y="85"/>
                  <a:pt x="296" y="85"/>
                  <a:pt x="296" y="85"/>
                </a:cubicBezTo>
                <a:cubicBezTo>
                  <a:pt x="296" y="99"/>
                  <a:pt x="289" y="113"/>
                  <a:pt x="268" y="113"/>
                </a:cubicBezTo>
                <a:close/>
                <a:moveTo>
                  <a:pt x="127" y="113"/>
                </a:moveTo>
                <a:lnTo>
                  <a:pt x="127" y="113"/>
                </a:lnTo>
                <a:cubicBezTo>
                  <a:pt x="113" y="113"/>
                  <a:pt x="98" y="99"/>
                  <a:pt x="98" y="85"/>
                </a:cubicBezTo>
                <a:cubicBezTo>
                  <a:pt x="98" y="28"/>
                  <a:pt x="98" y="28"/>
                  <a:pt x="98" y="28"/>
                </a:cubicBezTo>
                <a:cubicBezTo>
                  <a:pt x="98" y="14"/>
                  <a:pt x="113" y="0"/>
                  <a:pt x="127" y="0"/>
                </a:cubicBezTo>
                <a:cubicBezTo>
                  <a:pt x="148" y="0"/>
                  <a:pt x="155" y="14"/>
                  <a:pt x="155" y="28"/>
                </a:cubicBezTo>
                <a:cubicBezTo>
                  <a:pt x="155" y="85"/>
                  <a:pt x="155" y="85"/>
                  <a:pt x="155" y="85"/>
                </a:cubicBezTo>
                <a:cubicBezTo>
                  <a:pt x="155" y="99"/>
                  <a:pt x="148" y="113"/>
                  <a:pt x="127" y="11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45" name="Freeform 59">
            <a:extLst>
              <a:ext uri="{FF2B5EF4-FFF2-40B4-BE49-F238E27FC236}">
                <a16:creationId xmlns:a16="http://schemas.microsoft.com/office/drawing/2014/main" id="{215BBA7C-1FCA-BDAC-8998-7EB0D93C6BB3}"/>
              </a:ext>
            </a:extLst>
          </p:cNvPr>
          <p:cNvSpPr>
            <a:spLocks noChangeArrowheads="1"/>
          </p:cNvSpPr>
          <p:nvPr/>
        </p:nvSpPr>
        <p:spPr bwMode="auto">
          <a:xfrm>
            <a:off x="1573370" y="969588"/>
            <a:ext cx="529596" cy="553668"/>
          </a:xfrm>
          <a:custGeom>
            <a:avLst/>
            <a:gdLst>
              <a:gd name="T0" fmla="*/ 2147483646 w 581"/>
              <a:gd name="T1" fmla="*/ 2147483646 h 609"/>
              <a:gd name="T2" fmla="*/ 2147483646 w 581"/>
              <a:gd name="T3" fmla="*/ 2147483646 h 609"/>
              <a:gd name="T4" fmla="*/ 2147483646 w 581"/>
              <a:gd name="T5" fmla="*/ 2147483646 h 609"/>
              <a:gd name="T6" fmla="*/ 2147483646 w 581"/>
              <a:gd name="T7" fmla="*/ 2147483646 h 609"/>
              <a:gd name="T8" fmla="*/ 2147483646 w 581"/>
              <a:gd name="T9" fmla="*/ 2147483646 h 609"/>
              <a:gd name="T10" fmla="*/ 2147483646 w 581"/>
              <a:gd name="T11" fmla="*/ 2147483646 h 609"/>
              <a:gd name="T12" fmla="*/ 2147483646 w 581"/>
              <a:gd name="T13" fmla="*/ 2147483646 h 609"/>
              <a:gd name="T14" fmla="*/ 2147483646 w 581"/>
              <a:gd name="T15" fmla="*/ 2147483646 h 609"/>
              <a:gd name="T16" fmla="*/ 2147483646 w 581"/>
              <a:gd name="T17" fmla="*/ 2147483646 h 609"/>
              <a:gd name="T18" fmla="*/ 2147483646 w 581"/>
              <a:gd name="T19" fmla="*/ 2147483646 h 609"/>
              <a:gd name="T20" fmla="*/ 2147483646 w 581"/>
              <a:gd name="T21" fmla="*/ 2147483646 h 609"/>
              <a:gd name="T22" fmla="*/ 0 w 581"/>
              <a:gd name="T23" fmla="*/ 2147483646 h 609"/>
              <a:gd name="T24" fmla="*/ 2147483646 w 581"/>
              <a:gd name="T25" fmla="*/ 2147483646 h 609"/>
              <a:gd name="T26" fmla="*/ 2147483646 w 581"/>
              <a:gd name="T27" fmla="*/ 2147483646 h 609"/>
              <a:gd name="T28" fmla="*/ 2147483646 w 581"/>
              <a:gd name="T29" fmla="*/ 2147483646 h 609"/>
              <a:gd name="T30" fmla="*/ 2147483646 w 581"/>
              <a:gd name="T31" fmla="*/ 2147483646 h 609"/>
              <a:gd name="T32" fmla="*/ 2147483646 w 581"/>
              <a:gd name="T33" fmla="*/ 2147483646 h 609"/>
              <a:gd name="T34" fmla="*/ 2147483646 w 581"/>
              <a:gd name="T35" fmla="*/ 2147483646 h 609"/>
              <a:gd name="T36" fmla="*/ 2147483646 w 581"/>
              <a:gd name="T37" fmla="*/ 2147483646 h 609"/>
              <a:gd name="T38" fmla="*/ 2147483646 w 581"/>
              <a:gd name="T39" fmla="*/ 2147483646 h 609"/>
              <a:gd name="T40" fmla="*/ 2147483646 w 581"/>
              <a:gd name="T41" fmla="*/ 2147483646 h 609"/>
              <a:gd name="T42" fmla="*/ 2147483646 w 581"/>
              <a:gd name="T43" fmla="*/ 2147483646 h 609"/>
              <a:gd name="T44" fmla="*/ 2147483646 w 581"/>
              <a:gd name="T45" fmla="*/ 2147483646 h 609"/>
              <a:gd name="T46" fmla="*/ 2147483646 w 581"/>
              <a:gd name="T47" fmla="*/ 2147483646 h 609"/>
              <a:gd name="T48" fmla="*/ 2147483646 w 581"/>
              <a:gd name="T49" fmla="*/ 2147483646 h 609"/>
              <a:gd name="T50" fmla="*/ 2147483646 w 581"/>
              <a:gd name="T51" fmla="*/ 2147483646 h 609"/>
              <a:gd name="T52" fmla="*/ 2147483646 w 581"/>
              <a:gd name="T53" fmla="*/ 2147483646 h 609"/>
              <a:gd name="T54" fmla="*/ 2147483646 w 581"/>
              <a:gd name="T55" fmla="*/ 2147483646 h 609"/>
              <a:gd name="T56" fmla="*/ 2147483646 w 581"/>
              <a:gd name="T57" fmla="*/ 2147483646 h 609"/>
              <a:gd name="T58" fmla="*/ 2147483646 w 581"/>
              <a:gd name="T59" fmla="*/ 2147483646 h 609"/>
              <a:gd name="T60" fmla="*/ 2147483646 w 581"/>
              <a:gd name="T61" fmla="*/ 2147483646 h 609"/>
              <a:gd name="T62" fmla="*/ 2147483646 w 581"/>
              <a:gd name="T63" fmla="*/ 2147483646 h 609"/>
              <a:gd name="T64" fmla="*/ 2147483646 w 581"/>
              <a:gd name="T65" fmla="*/ 2147483646 h 609"/>
              <a:gd name="T66" fmla="*/ 2147483646 w 581"/>
              <a:gd name="T67" fmla="*/ 2147483646 h 609"/>
              <a:gd name="T68" fmla="*/ 2147483646 w 581"/>
              <a:gd name="T69" fmla="*/ 2147483646 h 609"/>
              <a:gd name="T70" fmla="*/ 2147483646 w 581"/>
              <a:gd name="T71" fmla="*/ 2147483646 h 609"/>
              <a:gd name="T72" fmla="*/ 2147483646 w 581"/>
              <a:gd name="T73" fmla="*/ 2147483646 h 609"/>
              <a:gd name="T74" fmla="*/ 2147483646 w 581"/>
              <a:gd name="T75" fmla="*/ 2147483646 h 609"/>
              <a:gd name="T76" fmla="*/ 2147483646 w 581"/>
              <a:gd name="T77" fmla="*/ 2147483646 h 609"/>
              <a:gd name="T78" fmla="*/ 2147483646 w 581"/>
              <a:gd name="T79" fmla="*/ 2147483646 h 609"/>
              <a:gd name="T80" fmla="*/ 2147483646 w 581"/>
              <a:gd name="T81" fmla="*/ 0 h 609"/>
              <a:gd name="T82" fmla="*/ 2147483646 w 581"/>
              <a:gd name="T83" fmla="*/ 2147483646 h 609"/>
              <a:gd name="T84" fmla="*/ 2147483646 w 581"/>
              <a:gd name="T85" fmla="*/ 2147483646 h 609"/>
              <a:gd name="T86" fmla="*/ 2147483646 w 581"/>
              <a:gd name="T87" fmla="*/ 2147483646 h 609"/>
              <a:gd name="T88" fmla="*/ 2147483646 w 581"/>
              <a:gd name="T89" fmla="*/ 0 h 609"/>
              <a:gd name="T90" fmla="*/ 2147483646 w 581"/>
              <a:gd name="T91" fmla="*/ 2147483646 h 609"/>
              <a:gd name="T92" fmla="*/ 2147483646 w 581"/>
              <a:gd name="T93" fmla="*/ 2147483646 h 609"/>
              <a:gd name="T94" fmla="*/ 2147483646 w 581"/>
              <a:gd name="T95" fmla="*/ 2147483646 h 609"/>
              <a:gd name="T96" fmla="*/ 2147483646 w 581"/>
              <a:gd name="T97" fmla="*/ 0 h 609"/>
              <a:gd name="T98" fmla="*/ 2147483646 w 581"/>
              <a:gd name="T99" fmla="*/ 214748364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46" name="Freeform 60">
            <a:extLst>
              <a:ext uri="{FF2B5EF4-FFF2-40B4-BE49-F238E27FC236}">
                <a16:creationId xmlns:a16="http://schemas.microsoft.com/office/drawing/2014/main" id="{C377FC5F-522A-2743-52BB-AC6171E4C598}"/>
              </a:ext>
            </a:extLst>
          </p:cNvPr>
          <p:cNvSpPr>
            <a:spLocks noChangeArrowheads="1"/>
          </p:cNvSpPr>
          <p:nvPr/>
        </p:nvSpPr>
        <p:spPr bwMode="auto">
          <a:xfrm>
            <a:off x="614483" y="969588"/>
            <a:ext cx="497499" cy="553668"/>
          </a:xfrm>
          <a:custGeom>
            <a:avLst/>
            <a:gdLst>
              <a:gd name="T0" fmla="*/ 2147483646 w 545"/>
              <a:gd name="T1" fmla="*/ 2147483646 h 609"/>
              <a:gd name="T2" fmla="*/ 0 w 545"/>
              <a:gd name="T3" fmla="*/ 2147483646 h 609"/>
              <a:gd name="T4" fmla="*/ 2147483646 w 545"/>
              <a:gd name="T5" fmla="*/ 2147483646 h 609"/>
              <a:gd name="T6" fmla="*/ 2147483646 w 545"/>
              <a:gd name="T7" fmla="*/ 2147483646 h 609"/>
              <a:gd name="T8" fmla="*/ 2147483646 w 545"/>
              <a:gd name="T9" fmla="*/ 2147483646 h 609"/>
              <a:gd name="T10" fmla="*/ 2147483646 w 545"/>
              <a:gd name="T11" fmla="*/ 2147483646 h 609"/>
              <a:gd name="T12" fmla="*/ 2147483646 w 545"/>
              <a:gd name="T13" fmla="*/ 2147483646 h 609"/>
              <a:gd name="T14" fmla="*/ 2147483646 w 545"/>
              <a:gd name="T15" fmla="*/ 2147483646 h 609"/>
              <a:gd name="T16" fmla="*/ 2147483646 w 545"/>
              <a:gd name="T17" fmla="*/ 2147483646 h 609"/>
              <a:gd name="T18" fmla="*/ 2147483646 w 545"/>
              <a:gd name="T19" fmla="*/ 2147483646 h 609"/>
              <a:gd name="T20" fmla="*/ 2147483646 w 545"/>
              <a:gd name="T21" fmla="*/ 2147483646 h 609"/>
              <a:gd name="T22" fmla="*/ 2147483646 w 545"/>
              <a:gd name="T23" fmla="*/ 2147483646 h 609"/>
              <a:gd name="T24" fmla="*/ 2147483646 w 545"/>
              <a:gd name="T25" fmla="*/ 2147483646 h 609"/>
              <a:gd name="T26" fmla="*/ 2147483646 w 545"/>
              <a:gd name="T27" fmla="*/ 2147483646 h 609"/>
              <a:gd name="T28" fmla="*/ 2147483646 w 545"/>
              <a:gd name="T29" fmla="*/ 2147483646 h 609"/>
              <a:gd name="T30" fmla="*/ 2147483646 w 545"/>
              <a:gd name="T31" fmla="*/ 2147483646 h 609"/>
              <a:gd name="T32" fmla="*/ 2147483646 w 545"/>
              <a:gd name="T33" fmla="*/ 2147483646 h 609"/>
              <a:gd name="T34" fmla="*/ 2147483646 w 545"/>
              <a:gd name="T35" fmla="*/ 2147483646 h 609"/>
              <a:gd name="T36" fmla="*/ 2147483646 w 545"/>
              <a:gd name="T37" fmla="*/ 2147483646 h 609"/>
              <a:gd name="T38" fmla="*/ 2147483646 w 545"/>
              <a:gd name="T39" fmla="*/ 2147483646 h 609"/>
              <a:gd name="T40" fmla="*/ 2147483646 w 545"/>
              <a:gd name="T41" fmla="*/ 2147483646 h 609"/>
              <a:gd name="T42" fmla="*/ 2147483646 w 545"/>
              <a:gd name="T43" fmla="*/ 2147483646 h 609"/>
              <a:gd name="T44" fmla="*/ 2147483646 w 545"/>
              <a:gd name="T45" fmla="*/ 2147483646 h 609"/>
              <a:gd name="T46" fmla="*/ 2147483646 w 545"/>
              <a:gd name="T47" fmla="*/ 2147483646 h 609"/>
              <a:gd name="T48" fmla="*/ 2147483646 w 545"/>
              <a:gd name="T49" fmla="*/ 2147483646 h 609"/>
              <a:gd name="T50" fmla="*/ 2147483646 w 545"/>
              <a:gd name="T51" fmla="*/ 2147483646 h 609"/>
              <a:gd name="T52" fmla="*/ 2147483646 w 545"/>
              <a:gd name="T53" fmla="*/ 0 h 609"/>
              <a:gd name="T54" fmla="*/ 2147483646 w 545"/>
              <a:gd name="T55" fmla="*/ 2147483646 h 609"/>
              <a:gd name="T56" fmla="*/ 2147483646 w 545"/>
              <a:gd name="T57" fmla="*/ 2147483646 h 609"/>
              <a:gd name="T58" fmla="*/ 2147483646 w 545"/>
              <a:gd name="T59" fmla="*/ 2147483646 h 609"/>
              <a:gd name="T60" fmla="*/ 2147483646 w 545"/>
              <a:gd name="T61" fmla="*/ 0 h 609"/>
              <a:gd name="T62" fmla="*/ 2147483646 w 545"/>
              <a:gd name="T63" fmla="*/ 2147483646 h 609"/>
              <a:gd name="T64" fmla="*/ 2147483646 w 545"/>
              <a:gd name="T65" fmla="*/ 2147483646 h 609"/>
              <a:gd name="T66" fmla="*/ 2147483646 w 545"/>
              <a:gd name="T67" fmla="*/ 2147483646 h 609"/>
              <a:gd name="T68" fmla="*/ 2147483646 w 545"/>
              <a:gd name="T69" fmla="*/ 0 h 609"/>
              <a:gd name="T70" fmla="*/ 2147483646 w 545"/>
              <a:gd name="T71" fmla="*/ 2147483646 h 60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45" h="609">
                <a:moveTo>
                  <a:pt x="516" y="608"/>
                </a:moveTo>
                <a:lnTo>
                  <a:pt x="516" y="608"/>
                </a:lnTo>
                <a:cubicBezTo>
                  <a:pt x="29" y="608"/>
                  <a:pt x="29" y="608"/>
                  <a:pt x="29" y="608"/>
                </a:cubicBezTo>
                <a:cubicBezTo>
                  <a:pt x="14" y="608"/>
                  <a:pt x="0" y="594"/>
                  <a:pt x="0" y="580"/>
                </a:cubicBezTo>
                <a:cubicBezTo>
                  <a:pt x="0" y="85"/>
                  <a:pt x="0" y="85"/>
                  <a:pt x="0" y="85"/>
                </a:cubicBezTo>
                <a:cubicBezTo>
                  <a:pt x="0" y="71"/>
                  <a:pt x="14" y="56"/>
                  <a:pt x="29" y="56"/>
                </a:cubicBezTo>
                <a:cubicBezTo>
                  <a:pt x="78" y="56"/>
                  <a:pt x="78" y="56"/>
                  <a:pt x="78" y="56"/>
                </a:cubicBezTo>
                <a:cubicBezTo>
                  <a:pt x="78" y="85"/>
                  <a:pt x="78" y="85"/>
                  <a:pt x="78" y="85"/>
                </a:cubicBezTo>
                <a:cubicBezTo>
                  <a:pt x="78" y="120"/>
                  <a:pt x="99"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1"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2" y="141"/>
                  <a:pt x="417" y="141"/>
                </a:cubicBezTo>
                <a:cubicBezTo>
                  <a:pt x="446" y="141"/>
                  <a:pt x="474" y="120"/>
                  <a:pt x="474" y="85"/>
                </a:cubicBezTo>
                <a:cubicBezTo>
                  <a:pt x="474" y="56"/>
                  <a:pt x="474" y="56"/>
                  <a:pt x="474" y="56"/>
                </a:cubicBezTo>
                <a:cubicBezTo>
                  <a:pt x="516" y="56"/>
                  <a:pt x="516" y="56"/>
                  <a:pt x="516" y="56"/>
                </a:cubicBezTo>
                <a:cubicBezTo>
                  <a:pt x="537" y="56"/>
                  <a:pt x="544" y="71"/>
                  <a:pt x="544" y="85"/>
                </a:cubicBezTo>
                <a:cubicBezTo>
                  <a:pt x="544" y="580"/>
                  <a:pt x="544" y="580"/>
                  <a:pt x="544" y="580"/>
                </a:cubicBezTo>
                <a:cubicBezTo>
                  <a:pt x="544" y="594"/>
                  <a:pt x="537" y="608"/>
                  <a:pt x="516" y="608"/>
                </a:cubicBezTo>
                <a:close/>
                <a:moveTo>
                  <a:pt x="446" y="219"/>
                </a:moveTo>
                <a:lnTo>
                  <a:pt x="446" y="219"/>
                </a:lnTo>
                <a:cubicBezTo>
                  <a:pt x="106" y="219"/>
                  <a:pt x="106" y="219"/>
                  <a:pt x="106" y="219"/>
                </a:cubicBezTo>
                <a:cubicBezTo>
                  <a:pt x="85" y="219"/>
                  <a:pt x="78" y="233"/>
                  <a:pt x="78" y="247"/>
                </a:cubicBezTo>
                <a:cubicBezTo>
                  <a:pt x="78" y="262"/>
                  <a:pt x="85"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106" y="339"/>
                  <a:pt x="106" y="339"/>
                  <a:pt x="106" y="339"/>
                </a:cubicBezTo>
                <a:cubicBezTo>
                  <a:pt x="85" y="339"/>
                  <a:pt x="78" y="353"/>
                  <a:pt x="78" y="367"/>
                </a:cubicBezTo>
                <a:cubicBezTo>
                  <a:pt x="78" y="389"/>
                  <a:pt x="85" y="396"/>
                  <a:pt x="106" y="396"/>
                </a:cubicBezTo>
                <a:cubicBezTo>
                  <a:pt x="446" y="396"/>
                  <a:pt x="446" y="396"/>
                  <a:pt x="446" y="396"/>
                </a:cubicBezTo>
                <a:cubicBezTo>
                  <a:pt x="460" y="396"/>
                  <a:pt x="474" y="389"/>
                  <a:pt x="474" y="367"/>
                </a:cubicBezTo>
                <a:cubicBezTo>
                  <a:pt x="474" y="353"/>
                  <a:pt x="460" y="339"/>
                  <a:pt x="446" y="339"/>
                </a:cubicBezTo>
                <a:close/>
                <a:moveTo>
                  <a:pt x="446" y="467"/>
                </a:moveTo>
                <a:lnTo>
                  <a:pt x="446" y="467"/>
                </a:lnTo>
                <a:cubicBezTo>
                  <a:pt x="99" y="467"/>
                  <a:pt x="99" y="467"/>
                  <a:pt x="99" y="467"/>
                </a:cubicBezTo>
                <a:cubicBezTo>
                  <a:pt x="85" y="467"/>
                  <a:pt x="78" y="474"/>
                  <a:pt x="78" y="488"/>
                </a:cubicBezTo>
                <a:cubicBezTo>
                  <a:pt x="78" y="502"/>
                  <a:pt x="85" y="509"/>
                  <a:pt x="99" y="509"/>
                </a:cubicBezTo>
                <a:cubicBezTo>
                  <a:pt x="446" y="509"/>
                  <a:pt x="446" y="509"/>
                  <a:pt x="446" y="509"/>
                </a:cubicBezTo>
                <a:cubicBezTo>
                  <a:pt x="460" y="509"/>
                  <a:pt x="474" y="502"/>
                  <a:pt x="474" y="488"/>
                </a:cubicBezTo>
                <a:cubicBezTo>
                  <a:pt x="474" y="474"/>
                  <a:pt x="460" y="467"/>
                  <a:pt x="446" y="467"/>
                </a:cubicBezTo>
                <a:close/>
                <a:moveTo>
                  <a:pt x="417" y="113"/>
                </a:moveTo>
                <a:lnTo>
                  <a:pt x="417" y="113"/>
                </a:lnTo>
                <a:cubicBezTo>
                  <a:pt x="396" y="113"/>
                  <a:pt x="389" y="106"/>
                  <a:pt x="389" y="85"/>
                </a:cubicBezTo>
                <a:cubicBezTo>
                  <a:pt x="389" y="28"/>
                  <a:pt x="389" y="28"/>
                  <a:pt x="389" y="28"/>
                </a:cubicBezTo>
                <a:cubicBezTo>
                  <a:pt x="389" y="14"/>
                  <a:pt x="396"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55" y="113"/>
                  <a:pt x="248" y="106"/>
                  <a:pt x="248" y="85"/>
                </a:cubicBezTo>
                <a:cubicBezTo>
                  <a:pt x="248" y="28"/>
                  <a:pt x="248" y="28"/>
                  <a:pt x="248" y="28"/>
                </a:cubicBezTo>
                <a:cubicBezTo>
                  <a:pt x="248" y="14"/>
                  <a:pt x="255"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13" y="113"/>
                  <a:pt x="106" y="106"/>
                  <a:pt x="106" y="85"/>
                </a:cubicBezTo>
                <a:cubicBezTo>
                  <a:pt x="106" y="28"/>
                  <a:pt x="106" y="28"/>
                  <a:pt x="106" y="28"/>
                </a:cubicBezTo>
                <a:cubicBezTo>
                  <a:pt x="106" y="14"/>
                  <a:pt x="113" y="0"/>
                  <a:pt x="135" y="0"/>
                </a:cubicBezTo>
                <a:cubicBezTo>
                  <a:pt x="149" y="0"/>
                  <a:pt x="163" y="14"/>
                  <a:pt x="163" y="28"/>
                </a:cubicBezTo>
                <a:cubicBezTo>
                  <a:pt x="163" y="85"/>
                  <a:pt x="163" y="85"/>
                  <a:pt x="163" y="85"/>
                </a:cubicBezTo>
                <a:cubicBezTo>
                  <a:pt x="163" y="106"/>
                  <a:pt x="149" y="113"/>
                  <a:pt x="135" y="113"/>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th-TH"/>
          </a:p>
        </p:txBody>
      </p:sp>
      <p:sp>
        <p:nvSpPr>
          <p:cNvPr id="2" name="Slide Number Placeholder 1">
            <a:extLst>
              <a:ext uri="{FF2B5EF4-FFF2-40B4-BE49-F238E27FC236}">
                <a16:creationId xmlns:a16="http://schemas.microsoft.com/office/drawing/2014/main" id="{BF9487AF-A0F7-B54B-4333-E71D84E7FC51}"/>
              </a:ext>
            </a:extLst>
          </p:cNvPr>
          <p:cNvSpPr>
            <a:spLocks noGrp="1"/>
          </p:cNvSpPr>
          <p:nvPr>
            <p:ph type="sldNum" sz="quarter" idx="11"/>
          </p:nvPr>
        </p:nvSpPr>
        <p:spPr/>
        <p:txBody>
          <a:bodyPr/>
          <a:lstStyle/>
          <a:p>
            <a:fld id="{7737D3DD-0AB3-4F16-99FA-6262B2B4036D}" type="slidenum">
              <a:rPr lang="en-MY" smtClean="0"/>
              <a:t>54</a:t>
            </a:fld>
            <a:endParaRPr lang="en-MY"/>
          </a:p>
        </p:txBody>
      </p:sp>
    </p:spTree>
    <p:extLst>
      <p:ext uri="{BB962C8B-B14F-4D97-AF65-F5344CB8AC3E}">
        <p14:creationId xmlns:p14="http://schemas.microsoft.com/office/powerpoint/2010/main" val="15433434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Freeform 7">
            <a:extLst>
              <a:ext uri="{FF2B5EF4-FFF2-40B4-BE49-F238E27FC236}">
                <a16:creationId xmlns:a16="http://schemas.microsoft.com/office/drawing/2014/main" id="{B428282D-7554-6343-1724-B2A3CABFFE6F}"/>
              </a:ext>
            </a:extLst>
          </p:cNvPr>
          <p:cNvSpPr>
            <a:spLocks noChangeArrowheads="1"/>
          </p:cNvSpPr>
          <p:nvPr/>
        </p:nvSpPr>
        <p:spPr bwMode="auto">
          <a:xfrm>
            <a:off x="5659910" y="4126746"/>
            <a:ext cx="444536" cy="436095"/>
          </a:xfrm>
          <a:custGeom>
            <a:avLst/>
            <a:gdLst>
              <a:gd name="T0" fmla="*/ 275 w 461"/>
              <a:gd name="T1" fmla="*/ 0 h 453"/>
              <a:gd name="T2" fmla="*/ 275 w 461"/>
              <a:gd name="T3" fmla="*/ 0 h 453"/>
              <a:gd name="T4" fmla="*/ 97 w 461"/>
              <a:gd name="T5" fmla="*/ 159 h 453"/>
              <a:gd name="T6" fmla="*/ 0 w 461"/>
              <a:gd name="T7" fmla="*/ 302 h 453"/>
              <a:gd name="T8" fmla="*/ 150 w 461"/>
              <a:gd name="T9" fmla="*/ 452 h 453"/>
              <a:gd name="T10" fmla="*/ 292 w 461"/>
              <a:gd name="T11" fmla="*/ 355 h 453"/>
              <a:gd name="T12" fmla="*/ 460 w 461"/>
              <a:gd name="T13" fmla="*/ 177 h 453"/>
              <a:gd name="T14" fmla="*/ 275 w 461"/>
              <a:gd name="T15" fmla="*/ 0 h 453"/>
              <a:gd name="T16" fmla="*/ 150 w 461"/>
              <a:gd name="T17" fmla="*/ 408 h 453"/>
              <a:gd name="T18" fmla="*/ 150 w 461"/>
              <a:gd name="T19" fmla="*/ 408 h 453"/>
              <a:gd name="T20" fmla="*/ 53 w 461"/>
              <a:gd name="T21" fmla="*/ 302 h 453"/>
              <a:gd name="T22" fmla="*/ 106 w 461"/>
              <a:gd name="T23" fmla="*/ 212 h 453"/>
              <a:gd name="T24" fmla="*/ 239 w 461"/>
              <a:gd name="T25" fmla="*/ 355 h 453"/>
              <a:gd name="T26" fmla="*/ 150 w 461"/>
              <a:gd name="T27" fmla="*/ 408 h 453"/>
              <a:gd name="T28" fmla="*/ 150 w 461"/>
              <a:gd name="T29" fmla="*/ 204 h 453"/>
              <a:gd name="T30" fmla="*/ 150 w 461"/>
              <a:gd name="T31" fmla="*/ 204 h 453"/>
              <a:gd name="T32" fmla="*/ 256 w 461"/>
              <a:gd name="T33" fmla="*/ 302 h 453"/>
              <a:gd name="T34" fmla="*/ 150 w 461"/>
              <a:gd name="T35" fmla="*/ 204 h 453"/>
              <a:gd name="T36" fmla="*/ 301 w 461"/>
              <a:gd name="T37" fmla="*/ 302 h 453"/>
              <a:gd name="T38" fmla="*/ 301 w 461"/>
              <a:gd name="T39" fmla="*/ 302 h 453"/>
              <a:gd name="T40" fmla="*/ 150 w 461"/>
              <a:gd name="T41" fmla="*/ 151 h 453"/>
              <a:gd name="T42" fmla="*/ 275 w 461"/>
              <a:gd name="T43" fmla="*/ 53 h 453"/>
              <a:gd name="T44" fmla="*/ 407 w 461"/>
              <a:gd name="T45" fmla="*/ 177 h 453"/>
              <a:gd name="T46" fmla="*/ 301 w 461"/>
              <a:gd name="T47" fmla="*/ 302 h 453"/>
              <a:gd name="T48" fmla="*/ 53 w 461"/>
              <a:gd name="T49" fmla="*/ 106 h 453"/>
              <a:gd name="T50" fmla="*/ 53 w 461"/>
              <a:gd name="T51" fmla="*/ 106 h 453"/>
              <a:gd name="T52" fmla="*/ 106 w 461"/>
              <a:gd name="T53" fmla="*/ 53 h 453"/>
              <a:gd name="T54" fmla="*/ 53 w 461"/>
              <a:gd name="T55" fmla="*/ 0 h 453"/>
              <a:gd name="T56" fmla="*/ 0 w 461"/>
              <a:gd name="T57" fmla="*/ 53 h 453"/>
              <a:gd name="T58" fmla="*/ 53 w 461"/>
              <a:gd name="T59" fmla="*/ 106 h 453"/>
              <a:gd name="T60" fmla="*/ 53 w 461"/>
              <a:gd name="T61" fmla="*/ 27 h 453"/>
              <a:gd name="T62" fmla="*/ 53 w 461"/>
              <a:gd name="T63" fmla="*/ 27 h 453"/>
              <a:gd name="T64" fmla="*/ 79 w 461"/>
              <a:gd name="T65" fmla="*/ 53 h 453"/>
              <a:gd name="T66" fmla="*/ 53 w 461"/>
              <a:gd name="T67" fmla="*/ 80 h 453"/>
              <a:gd name="T68" fmla="*/ 26 w 461"/>
              <a:gd name="T69" fmla="*/ 53 h 453"/>
              <a:gd name="T70" fmla="*/ 53 w 461"/>
              <a:gd name="T71" fmla="*/ 27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1" h="453">
                <a:moveTo>
                  <a:pt x="275" y="0"/>
                </a:moveTo>
                <a:lnTo>
                  <a:pt x="275" y="0"/>
                </a:lnTo>
                <a:cubicBezTo>
                  <a:pt x="185" y="0"/>
                  <a:pt x="106" y="71"/>
                  <a:pt x="97" y="159"/>
                </a:cubicBezTo>
                <a:cubicBezTo>
                  <a:pt x="44" y="187"/>
                  <a:pt x="0" y="240"/>
                  <a:pt x="0" y="302"/>
                </a:cubicBezTo>
                <a:cubicBezTo>
                  <a:pt x="0" y="390"/>
                  <a:pt x="71" y="452"/>
                  <a:pt x="150" y="452"/>
                </a:cubicBezTo>
                <a:cubicBezTo>
                  <a:pt x="212" y="452"/>
                  <a:pt x="275" y="417"/>
                  <a:pt x="292" y="355"/>
                </a:cubicBezTo>
                <a:cubicBezTo>
                  <a:pt x="390" y="346"/>
                  <a:pt x="460" y="275"/>
                  <a:pt x="460" y="177"/>
                </a:cubicBezTo>
                <a:cubicBezTo>
                  <a:pt x="460" y="80"/>
                  <a:pt x="381" y="0"/>
                  <a:pt x="275" y="0"/>
                </a:cubicBezTo>
                <a:close/>
                <a:moveTo>
                  <a:pt x="150" y="408"/>
                </a:moveTo>
                <a:lnTo>
                  <a:pt x="150" y="408"/>
                </a:lnTo>
                <a:cubicBezTo>
                  <a:pt x="97" y="408"/>
                  <a:pt x="53" y="355"/>
                  <a:pt x="53" y="302"/>
                </a:cubicBezTo>
                <a:cubicBezTo>
                  <a:pt x="53" y="266"/>
                  <a:pt x="71" y="231"/>
                  <a:pt x="106" y="212"/>
                </a:cubicBezTo>
                <a:cubicBezTo>
                  <a:pt x="115" y="284"/>
                  <a:pt x="168" y="337"/>
                  <a:pt x="239" y="355"/>
                </a:cubicBezTo>
                <a:cubicBezTo>
                  <a:pt x="221" y="381"/>
                  <a:pt x="185" y="408"/>
                  <a:pt x="150" y="408"/>
                </a:cubicBezTo>
                <a:close/>
                <a:moveTo>
                  <a:pt x="150" y="204"/>
                </a:moveTo>
                <a:lnTo>
                  <a:pt x="150" y="204"/>
                </a:lnTo>
                <a:cubicBezTo>
                  <a:pt x="212" y="204"/>
                  <a:pt x="248" y="248"/>
                  <a:pt x="256" y="302"/>
                </a:cubicBezTo>
                <a:cubicBezTo>
                  <a:pt x="203" y="293"/>
                  <a:pt x="168" y="248"/>
                  <a:pt x="150" y="204"/>
                </a:cubicBezTo>
                <a:close/>
                <a:moveTo>
                  <a:pt x="301" y="302"/>
                </a:moveTo>
                <a:lnTo>
                  <a:pt x="301" y="302"/>
                </a:lnTo>
                <a:cubicBezTo>
                  <a:pt x="301" y="222"/>
                  <a:pt x="239" y="151"/>
                  <a:pt x="150" y="151"/>
                </a:cubicBezTo>
                <a:cubicBezTo>
                  <a:pt x="168" y="98"/>
                  <a:pt x="221" y="53"/>
                  <a:pt x="275" y="53"/>
                </a:cubicBezTo>
                <a:cubicBezTo>
                  <a:pt x="345" y="53"/>
                  <a:pt x="407" y="106"/>
                  <a:pt x="407" y="177"/>
                </a:cubicBezTo>
                <a:cubicBezTo>
                  <a:pt x="407" y="240"/>
                  <a:pt x="363" y="293"/>
                  <a:pt x="301" y="302"/>
                </a:cubicBezTo>
                <a:close/>
                <a:moveTo>
                  <a:pt x="53" y="106"/>
                </a:moveTo>
                <a:lnTo>
                  <a:pt x="53" y="106"/>
                </a:lnTo>
                <a:cubicBezTo>
                  <a:pt x="79" y="106"/>
                  <a:pt x="106" y="80"/>
                  <a:pt x="106" y="53"/>
                </a:cubicBezTo>
                <a:cubicBezTo>
                  <a:pt x="106" y="27"/>
                  <a:pt x="79" y="0"/>
                  <a:pt x="53" y="0"/>
                </a:cubicBezTo>
                <a:cubicBezTo>
                  <a:pt x="26" y="0"/>
                  <a:pt x="0" y="27"/>
                  <a:pt x="0" y="53"/>
                </a:cubicBezTo>
                <a:cubicBezTo>
                  <a:pt x="0" y="80"/>
                  <a:pt x="26" y="106"/>
                  <a:pt x="53" y="106"/>
                </a:cubicBezTo>
                <a:close/>
                <a:moveTo>
                  <a:pt x="53" y="27"/>
                </a:moveTo>
                <a:lnTo>
                  <a:pt x="53" y="27"/>
                </a:lnTo>
                <a:cubicBezTo>
                  <a:pt x="71" y="27"/>
                  <a:pt x="79" y="36"/>
                  <a:pt x="79" y="53"/>
                </a:cubicBezTo>
                <a:cubicBezTo>
                  <a:pt x="79" y="71"/>
                  <a:pt x="71" y="80"/>
                  <a:pt x="53" y="80"/>
                </a:cubicBezTo>
                <a:cubicBezTo>
                  <a:pt x="35" y="80"/>
                  <a:pt x="26" y="71"/>
                  <a:pt x="26" y="53"/>
                </a:cubicBezTo>
                <a:cubicBezTo>
                  <a:pt x="26" y="36"/>
                  <a:pt x="35" y="27"/>
                  <a:pt x="53" y="27"/>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89" name="Freeform 45">
            <a:extLst>
              <a:ext uri="{FF2B5EF4-FFF2-40B4-BE49-F238E27FC236}">
                <a16:creationId xmlns:a16="http://schemas.microsoft.com/office/drawing/2014/main" id="{37BD2369-11EC-6178-DA71-7B7B6F8158CA}"/>
              </a:ext>
            </a:extLst>
          </p:cNvPr>
          <p:cNvSpPr>
            <a:spLocks noChangeArrowheads="1"/>
          </p:cNvSpPr>
          <p:nvPr/>
        </p:nvSpPr>
        <p:spPr bwMode="auto">
          <a:xfrm>
            <a:off x="4697680" y="1269351"/>
            <a:ext cx="452976" cy="447349"/>
          </a:xfrm>
          <a:custGeom>
            <a:avLst/>
            <a:gdLst>
              <a:gd name="T0" fmla="*/ 443 w 470"/>
              <a:gd name="T1" fmla="*/ 143 h 463"/>
              <a:gd name="T2" fmla="*/ 443 w 470"/>
              <a:gd name="T3" fmla="*/ 143 h 463"/>
              <a:gd name="T4" fmla="*/ 239 w 470"/>
              <a:gd name="T5" fmla="*/ 435 h 463"/>
              <a:gd name="T6" fmla="*/ 141 w 470"/>
              <a:gd name="T7" fmla="*/ 391 h 463"/>
              <a:gd name="T8" fmla="*/ 62 w 470"/>
              <a:gd name="T9" fmla="*/ 160 h 463"/>
              <a:gd name="T10" fmla="*/ 18 w 470"/>
              <a:gd name="T11" fmla="*/ 178 h 463"/>
              <a:gd name="T12" fmla="*/ 0 w 470"/>
              <a:gd name="T13" fmla="*/ 151 h 463"/>
              <a:gd name="T14" fmla="*/ 132 w 470"/>
              <a:gd name="T15" fmla="*/ 45 h 463"/>
              <a:gd name="T16" fmla="*/ 203 w 470"/>
              <a:gd name="T17" fmla="*/ 204 h 463"/>
              <a:gd name="T18" fmla="*/ 247 w 470"/>
              <a:gd name="T19" fmla="*/ 293 h 463"/>
              <a:gd name="T20" fmla="*/ 310 w 470"/>
              <a:gd name="T21" fmla="*/ 213 h 463"/>
              <a:gd name="T22" fmla="*/ 256 w 470"/>
              <a:gd name="T23" fmla="*/ 151 h 463"/>
              <a:gd name="T24" fmla="*/ 443 w 470"/>
              <a:gd name="T25" fmla="*/ 143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70" h="463">
                <a:moveTo>
                  <a:pt x="443" y="143"/>
                </a:moveTo>
                <a:lnTo>
                  <a:pt x="443" y="143"/>
                </a:lnTo>
                <a:cubicBezTo>
                  <a:pt x="416" y="284"/>
                  <a:pt x="275" y="408"/>
                  <a:pt x="239" y="435"/>
                </a:cubicBezTo>
                <a:cubicBezTo>
                  <a:pt x="194" y="462"/>
                  <a:pt x="159" y="417"/>
                  <a:pt x="141" y="391"/>
                </a:cubicBezTo>
                <a:cubicBezTo>
                  <a:pt x="124" y="355"/>
                  <a:pt x="79" y="178"/>
                  <a:pt x="62" y="160"/>
                </a:cubicBezTo>
                <a:cubicBezTo>
                  <a:pt x="53" y="151"/>
                  <a:pt x="18" y="178"/>
                  <a:pt x="18" y="178"/>
                </a:cubicBezTo>
                <a:cubicBezTo>
                  <a:pt x="0" y="151"/>
                  <a:pt x="0" y="151"/>
                  <a:pt x="0" y="151"/>
                </a:cubicBezTo>
                <a:cubicBezTo>
                  <a:pt x="0" y="151"/>
                  <a:pt x="71" y="63"/>
                  <a:pt x="132" y="45"/>
                </a:cubicBezTo>
                <a:cubicBezTo>
                  <a:pt x="194" y="36"/>
                  <a:pt x="194" y="143"/>
                  <a:pt x="203" y="204"/>
                </a:cubicBezTo>
                <a:cubicBezTo>
                  <a:pt x="222" y="266"/>
                  <a:pt x="230" y="293"/>
                  <a:pt x="247" y="293"/>
                </a:cubicBezTo>
                <a:cubicBezTo>
                  <a:pt x="256" y="293"/>
                  <a:pt x="283" y="266"/>
                  <a:pt x="310" y="213"/>
                </a:cubicBezTo>
                <a:cubicBezTo>
                  <a:pt x="328" y="160"/>
                  <a:pt x="301" y="125"/>
                  <a:pt x="256" y="151"/>
                </a:cubicBezTo>
                <a:cubicBezTo>
                  <a:pt x="275" y="27"/>
                  <a:pt x="469" y="0"/>
                  <a:pt x="443" y="143"/>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0" name="Freeform 46">
            <a:extLst>
              <a:ext uri="{FF2B5EF4-FFF2-40B4-BE49-F238E27FC236}">
                <a16:creationId xmlns:a16="http://schemas.microsoft.com/office/drawing/2014/main" id="{A9E385B2-2D72-2B4C-FBE3-75C9D5B64161}"/>
              </a:ext>
            </a:extLst>
          </p:cNvPr>
          <p:cNvSpPr>
            <a:spLocks noChangeArrowheads="1"/>
          </p:cNvSpPr>
          <p:nvPr/>
        </p:nvSpPr>
        <p:spPr bwMode="auto">
          <a:xfrm>
            <a:off x="2792925" y="1410027"/>
            <a:ext cx="427655" cy="194132"/>
          </a:xfrm>
          <a:custGeom>
            <a:avLst/>
            <a:gdLst>
              <a:gd name="T0" fmla="*/ 98 w 444"/>
              <a:gd name="T1" fmla="*/ 204 h 205"/>
              <a:gd name="T2" fmla="*/ 98 w 444"/>
              <a:gd name="T3" fmla="*/ 204 h 205"/>
              <a:gd name="T4" fmla="*/ 0 w 444"/>
              <a:gd name="T5" fmla="*/ 97 h 205"/>
              <a:gd name="T6" fmla="*/ 98 w 444"/>
              <a:gd name="T7" fmla="*/ 0 h 205"/>
              <a:gd name="T8" fmla="*/ 195 w 444"/>
              <a:gd name="T9" fmla="*/ 97 h 205"/>
              <a:gd name="T10" fmla="*/ 98 w 444"/>
              <a:gd name="T11" fmla="*/ 204 h 205"/>
              <a:gd name="T12" fmla="*/ 345 w 444"/>
              <a:gd name="T13" fmla="*/ 204 h 205"/>
              <a:gd name="T14" fmla="*/ 345 w 444"/>
              <a:gd name="T15" fmla="*/ 204 h 205"/>
              <a:gd name="T16" fmla="*/ 248 w 444"/>
              <a:gd name="T17" fmla="*/ 97 h 205"/>
              <a:gd name="T18" fmla="*/ 345 w 444"/>
              <a:gd name="T19" fmla="*/ 0 h 205"/>
              <a:gd name="T20" fmla="*/ 443 w 444"/>
              <a:gd name="T21" fmla="*/ 97 h 205"/>
              <a:gd name="T22" fmla="*/ 345 w 444"/>
              <a:gd name="T23" fmla="*/ 204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4" h="205">
                <a:moveTo>
                  <a:pt x="98" y="204"/>
                </a:moveTo>
                <a:lnTo>
                  <a:pt x="98" y="204"/>
                </a:lnTo>
                <a:cubicBezTo>
                  <a:pt x="45" y="204"/>
                  <a:pt x="0" y="159"/>
                  <a:pt x="0" y="97"/>
                </a:cubicBezTo>
                <a:cubicBezTo>
                  <a:pt x="0" y="44"/>
                  <a:pt x="45" y="0"/>
                  <a:pt x="98" y="0"/>
                </a:cubicBezTo>
                <a:cubicBezTo>
                  <a:pt x="151" y="0"/>
                  <a:pt x="195" y="44"/>
                  <a:pt x="195" y="97"/>
                </a:cubicBezTo>
                <a:cubicBezTo>
                  <a:pt x="195" y="159"/>
                  <a:pt x="151" y="204"/>
                  <a:pt x="98" y="204"/>
                </a:cubicBezTo>
                <a:close/>
                <a:moveTo>
                  <a:pt x="345" y="204"/>
                </a:moveTo>
                <a:lnTo>
                  <a:pt x="345" y="204"/>
                </a:lnTo>
                <a:cubicBezTo>
                  <a:pt x="292" y="204"/>
                  <a:pt x="248" y="159"/>
                  <a:pt x="248" y="97"/>
                </a:cubicBezTo>
                <a:cubicBezTo>
                  <a:pt x="248" y="44"/>
                  <a:pt x="292" y="0"/>
                  <a:pt x="345" y="0"/>
                </a:cubicBezTo>
                <a:cubicBezTo>
                  <a:pt x="399" y="0"/>
                  <a:pt x="443" y="44"/>
                  <a:pt x="443" y="97"/>
                </a:cubicBezTo>
                <a:cubicBezTo>
                  <a:pt x="443" y="159"/>
                  <a:pt x="399" y="204"/>
                  <a:pt x="345" y="204"/>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1" name="Freeform 47">
            <a:extLst>
              <a:ext uri="{FF2B5EF4-FFF2-40B4-BE49-F238E27FC236}">
                <a16:creationId xmlns:a16="http://schemas.microsoft.com/office/drawing/2014/main" id="{3C9384D0-25C7-5AC9-F198-4189F973D317}"/>
              </a:ext>
            </a:extLst>
          </p:cNvPr>
          <p:cNvSpPr>
            <a:spLocks noChangeArrowheads="1"/>
          </p:cNvSpPr>
          <p:nvPr/>
        </p:nvSpPr>
        <p:spPr bwMode="auto">
          <a:xfrm>
            <a:off x="2792925" y="2248457"/>
            <a:ext cx="92847" cy="419214"/>
          </a:xfrm>
          <a:custGeom>
            <a:avLst/>
            <a:gdLst>
              <a:gd name="T0" fmla="*/ 98 w 99"/>
              <a:gd name="T1" fmla="*/ 44 h 435"/>
              <a:gd name="T2" fmla="*/ 98 w 99"/>
              <a:gd name="T3" fmla="*/ 44 h 435"/>
              <a:gd name="T4" fmla="*/ 45 w 99"/>
              <a:gd name="T5" fmla="*/ 88 h 435"/>
              <a:gd name="T6" fmla="*/ 0 w 99"/>
              <a:gd name="T7" fmla="*/ 44 h 435"/>
              <a:gd name="T8" fmla="*/ 45 w 99"/>
              <a:gd name="T9" fmla="*/ 0 h 435"/>
              <a:gd name="T10" fmla="*/ 98 w 99"/>
              <a:gd name="T11" fmla="*/ 44 h 435"/>
              <a:gd name="T12" fmla="*/ 0 w 99"/>
              <a:gd name="T13" fmla="*/ 434 h 435"/>
              <a:gd name="T14" fmla="*/ 0 w 99"/>
              <a:gd name="T15" fmla="*/ 434 h 435"/>
              <a:gd name="T16" fmla="*/ 0 w 99"/>
              <a:gd name="T17" fmla="*/ 132 h 435"/>
              <a:gd name="T18" fmla="*/ 98 w 99"/>
              <a:gd name="T19" fmla="*/ 132 h 435"/>
              <a:gd name="T20" fmla="*/ 98 w 99"/>
              <a:gd name="T21" fmla="*/ 434 h 435"/>
              <a:gd name="T22" fmla="*/ 0 w 99"/>
              <a:gd name="T23" fmla="*/ 434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9" h="435">
                <a:moveTo>
                  <a:pt x="98" y="44"/>
                </a:moveTo>
                <a:lnTo>
                  <a:pt x="98" y="44"/>
                </a:lnTo>
                <a:cubicBezTo>
                  <a:pt x="98" y="71"/>
                  <a:pt x="80" y="88"/>
                  <a:pt x="45" y="88"/>
                </a:cubicBezTo>
                <a:cubicBezTo>
                  <a:pt x="17" y="88"/>
                  <a:pt x="0" y="71"/>
                  <a:pt x="0" y="44"/>
                </a:cubicBezTo>
                <a:cubicBezTo>
                  <a:pt x="0" y="18"/>
                  <a:pt x="17" y="0"/>
                  <a:pt x="45" y="0"/>
                </a:cubicBezTo>
                <a:cubicBezTo>
                  <a:pt x="80" y="0"/>
                  <a:pt x="98" y="18"/>
                  <a:pt x="98" y="44"/>
                </a:cubicBezTo>
                <a:close/>
                <a:moveTo>
                  <a:pt x="0" y="434"/>
                </a:moveTo>
                <a:lnTo>
                  <a:pt x="0" y="434"/>
                </a:lnTo>
                <a:cubicBezTo>
                  <a:pt x="0" y="132"/>
                  <a:pt x="0" y="132"/>
                  <a:pt x="0" y="132"/>
                </a:cubicBezTo>
                <a:cubicBezTo>
                  <a:pt x="98" y="132"/>
                  <a:pt x="98" y="132"/>
                  <a:pt x="98" y="132"/>
                </a:cubicBezTo>
                <a:cubicBezTo>
                  <a:pt x="98" y="434"/>
                  <a:pt x="98" y="434"/>
                  <a:pt x="98" y="434"/>
                </a:cubicBezTo>
                <a:lnTo>
                  <a:pt x="0" y="434"/>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2" name="Freeform 48">
            <a:extLst>
              <a:ext uri="{FF2B5EF4-FFF2-40B4-BE49-F238E27FC236}">
                <a16:creationId xmlns:a16="http://schemas.microsoft.com/office/drawing/2014/main" id="{9FF35603-D675-CC67-8876-26184DE46D9F}"/>
              </a:ext>
            </a:extLst>
          </p:cNvPr>
          <p:cNvSpPr>
            <a:spLocks noChangeArrowheads="1"/>
          </p:cNvSpPr>
          <p:nvPr/>
        </p:nvSpPr>
        <p:spPr bwMode="auto">
          <a:xfrm>
            <a:off x="2936416" y="2372252"/>
            <a:ext cx="278538" cy="301046"/>
          </a:xfrm>
          <a:custGeom>
            <a:avLst/>
            <a:gdLst>
              <a:gd name="T0" fmla="*/ 0 w 293"/>
              <a:gd name="T1" fmla="*/ 106 h 311"/>
              <a:gd name="T2" fmla="*/ 0 w 293"/>
              <a:gd name="T3" fmla="*/ 106 h 311"/>
              <a:gd name="T4" fmla="*/ 0 w 293"/>
              <a:gd name="T5" fmla="*/ 8 h 311"/>
              <a:gd name="T6" fmla="*/ 79 w 293"/>
              <a:gd name="T7" fmla="*/ 8 h 311"/>
              <a:gd name="T8" fmla="*/ 88 w 293"/>
              <a:gd name="T9" fmla="*/ 44 h 311"/>
              <a:gd name="T10" fmla="*/ 88 w 293"/>
              <a:gd name="T11" fmla="*/ 44 h 311"/>
              <a:gd name="T12" fmla="*/ 186 w 293"/>
              <a:gd name="T13" fmla="*/ 0 h 311"/>
              <a:gd name="T14" fmla="*/ 292 w 293"/>
              <a:gd name="T15" fmla="*/ 132 h 311"/>
              <a:gd name="T16" fmla="*/ 292 w 293"/>
              <a:gd name="T17" fmla="*/ 310 h 311"/>
              <a:gd name="T18" fmla="*/ 194 w 293"/>
              <a:gd name="T19" fmla="*/ 310 h 311"/>
              <a:gd name="T20" fmla="*/ 194 w 293"/>
              <a:gd name="T21" fmla="*/ 141 h 311"/>
              <a:gd name="T22" fmla="*/ 150 w 293"/>
              <a:gd name="T23" fmla="*/ 79 h 311"/>
              <a:gd name="T24" fmla="*/ 97 w 293"/>
              <a:gd name="T25" fmla="*/ 115 h 311"/>
              <a:gd name="T26" fmla="*/ 97 w 293"/>
              <a:gd name="T27" fmla="*/ 132 h 311"/>
              <a:gd name="T28" fmla="*/ 97 w 293"/>
              <a:gd name="T29" fmla="*/ 310 h 311"/>
              <a:gd name="T30" fmla="*/ 0 w 293"/>
              <a:gd name="T31" fmla="*/ 310 h 311"/>
              <a:gd name="T32" fmla="*/ 0 w 293"/>
              <a:gd name="T33" fmla="*/ 106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3" h="311">
                <a:moveTo>
                  <a:pt x="0" y="106"/>
                </a:moveTo>
                <a:lnTo>
                  <a:pt x="0" y="106"/>
                </a:lnTo>
                <a:cubicBezTo>
                  <a:pt x="0" y="62"/>
                  <a:pt x="0" y="35"/>
                  <a:pt x="0" y="8"/>
                </a:cubicBezTo>
                <a:cubicBezTo>
                  <a:pt x="79" y="8"/>
                  <a:pt x="79" y="8"/>
                  <a:pt x="79" y="8"/>
                </a:cubicBezTo>
                <a:cubicBezTo>
                  <a:pt x="88" y="44"/>
                  <a:pt x="88" y="44"/>
                  <a:pt x="88" y="44"/>
                </a:cubicBezTo>
                <a:lnTo>
                  <a:pt x="88" y="44"/>
                </a:lnTo>
                <a:cubicBezTo>
                  <a:pt x="97" y="26"/>
                  <a:pt x="132" y="0"/>
                  <a:pt x="186" y="0"/>
                </a:cubicBezTo>
                <a:cubicBezTo>
                  <a:pt x="248" y="0"/>
                  <a:pt x="292" y="44"/>
                  <a:pt x="292" y="132"/>
                </a:cubicBezTo>
                <a:cubicBezTo>
                  <a:pt x="292" y="310"/>
                  <a:pt x="292" y="310"/>
                  <a:pt x="292" y="310"/>
                </a:cubicBezTo>
                <a:cubicBezTo>
                  <a:pt x="194" y="310"/>
                  <a:pt x="194" y="310"/>
                  <a:pt x="194" y="310"/>
                </a:cubicBezTo>
                <a:cubicBezTo>
                  <a:pt x="194" y="141"/>
                  <a:pt x="194" y="141"/>
                  <a:pt x="194" y="141"/>
                </a:cubicBezTo>
                <a:cubicBezTo>
                  <a:pt x="194" y="106"/>
                  <a:pt x="186" y="79"/>
                  <a:pt x="150" y="79"/>
                </a:cubicBezTo>
                <a:cubicBezTo>
                  <a:pt x="123" y="79"/>
                  <a:pt x="106" y="97"/>
                  <a:pt x="97" y="115"/>
                </a:cubicBezTo>
                <a:cubicBezTo>
                  <a:pt x="97" y="115"/>
                  <a:pt x="97" y="124"/>
                  <a:pt x="97" y="132"/>
                </a:cubicBezTo>
                <a:cubicBezTo>
                  <a:pt x="97" y="310"/>
                  <a:pt x="97" y="310"/>
                  <a:pt x="97" y="310"/>
                </a:cubicBezTo>
                <a:cubicBezTo>
                  <a:pt x="0" y="310"/>
                  <a:pt x="0" y="310"/>
                  <a:pt x="0" y="310"/>
                </a:cubicBezTo>
                <a:lnTo>
                  <a:pt x="0" y="106"/>
                </a:ln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3" name="Freeform 49">
            <a:extLst>
              <a:ext uri="{FF2B5EF4-FFF2-40B4-BE49-F238E27FC236}">
                <a16:creationId xmlns:a16="http://schemas.microsoft.com/office/drawing/2014/main" id="{2F1F5906-7D6D-7C22-3F85-A23D6100CC4A}"/>
              </a:ext>
            </a:extLst>
          </p:cNvPr>
          <p:cNvSpPr>
            <a:spLocks noChangeArrowheads="1"/>
          </p:cNvSpPr>
          <p:nvPr/>
        </p:nvSpPr>
        <p:spPr bwMode="auto">
          <a:xfrm>
            <a:off x="3727014" y="2231576"/>
            <a:ext cx="461418" cy="452976"/>
          </a:xfrm>
          <a:custGeom>
            <a:avLst/>
            <a:gdLst>
              <a:gd name="T0" fmla="*/ 239 w 479"/>
              <a:gd name="T1" fmla="*/ 0 h 471"/>
              <a:gd name="T2" fmla="*/ 239 w 479"/>
              <a:gd name="T3" fmla="*/ 0 h 471"/>
              <a:gd name="T4" fmla="*/ 0 w 479"/>
              <a:gd name="T5" fmla="*/ 231 h 471"/>
              <a:gd name="T6" fmla="*/ 239 w 479"/>
              <a:gd name="T7" fmla="*/ 470 h 471"/>
              <a:gd name="T8" fmla="*/ 478 w 479"/>
              <a:gd name="T9" fmla="*/ 231 h 471"/>
              <a:gd name="T10" fmla="*/ 239 w 479"/>
              <a:gd name="T11" fmla="*/ 0 h 471"/>
              <a:gd name="T12" fmla="*/ 177 w 479"/>
              <a:gd name="T13" fmla="*/ 338 h 471"/>
              <a:gd name="T14" fmla="*/ 177 w 479"/>
              <a:gd name="T15" fmla="*/ 338 h 471"/>
              <a:gd name="T16" fmla="*/ 133 w 479"/>
              <a:gd name="T17" fmla="*/ 338 h 471"/>
              <a:gd name="T18" fmla="*/ 133 w 479"/>
              <a:gd name="T19" fmla="*/ 178 h 471"/>
              <a:gd name="T20" fmla="*/ 177 w 479"/>
              <a:gd name="T21" fmla="*/ 178 h 471"/>
              <a:gd name="T22" fmla="*/ 177 w 479"/>
              <a:gd name="T23" fmla="*/ 338 h 471"/>
              <a:gd name="T24" fmla="*/ 159 w 479"/>
              <a:gd name="T25" fmla="*/ 160 h 471"/>
              <a:gd name="T26" fmla="*/ 159 w 479"/>
              <a:gd name="T27" fmla="*/ 160 h 471"/>
              <a:gd name="T28" fmla="*/ 133 w 479"/>
              <a:gd name="T29" fmla="*/ 134 h 471"/>
              <a:gd name="T30" fmla="*/ 159 w 479"/>
              <a:gd name="T31" fmla="*/ 107 h 471"/>
              <a:gd name="T32" fmla="*/ 186 w 479"/>
              <a:gd name="T33" fmla="*/ 134 h 471"/>
              <a:gd name="T34" fmla="*/ 159 w 479"/>
              <a:gd name="T35" fmla="*/ 160 h 471"/>
              <a:gd name="T36" fmla="*/ 354 w 479"/>
              <a:gd name="T37" fmla="*/ 338 h 471"/>
              <a:gd name="T38" fmla="*/ 354 w 479"/>
              <a:gd name="T39" fmla="*/ 338 h 471"/>
              <a:gd name="T40" fmla="*/ 310 w 479"/>
              <a:gd name="T41" fmla="*/ 338 h 471"/>
              <a:gd name="T42" fmla="*/ 310 w 479"/>
              <a:gd name="T43" fmla="*/ 249 h 471"/>
              <a:gd name="T44" fmla="*/ 284 w 479"/>
              <a:gd name="T45" fmla="*/ 213 h 471"/>
              <a:gd name="T46" fmla="*/ 256 w 479"/>
              <a:gd name="T47" fmla="*/ 231 h 471"/>
              <a:gd name="T48" fmla="*/ 256 w 479"/>
              <a:gd name="T49" fmla="*/ 240 h 471"/>
              <a:gd name="T50" fmla="*/ 256 w 479"/>
              <a:gd name="T51" fmla="*/ 338 h 471"/>
              <a:gd name="T52" fmla="*/ 212 w 479"/>
              <a:gd name="T53" fmla="*/ 338 h 471"/>
              <a:gd name="T54" fmla="*/ 212 w 479"/>
              <a:gd name="T55" fmla="*/ 231 h 471"/>
              <a:gd name="T56" fmla="*/ 203 w 479"/>
              <a:gd name="T57" fmla="*/ 178 h 471"/>
              <a:gd name="T58" fmla="*/ 247 w 479"/>
              <a:gd name="T59" fmla="*/ 178 h 471"/>
              <a:gd name="T60" fmla="*/ 247 w 479"/>
              <a:gd name="T61" fmla="*/ 196 h 471"/>
              <a:gd name="T62" fmla="*/ 256 w 479"/>
              <a:gd name="T63" fmla="*/ 196 h 471"/>
              <a:gd name="T64" fmla="*/ 300 w 479"/>
              <a:gd name="T65" fmla="*/ 178 h 471"/>
              <a:gd name="T66" fmla="*/ 354 w 479"/>
              <a:gd name="T67" fmla="*/ 240 h 471"/>
              <a:gd name="T68" fmla="*/ 354 w 479"/>
              <a:gd name="T69" fmla="*/ 338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9" h="471">
                <a:moveTo>
                  <a:pt x="239" y="0"/>
                </a:moveTo>
                <a:lnTo>
                  <a:pt x="239" y="0"/>
                </a:lnTo>
                <a:cubicBezTo>
                  <a:pt x="106" y="0"/>
                  <a:pt x="0" y="107"/>
                  <a:pt x="0" y="231"/>
                </a:cubicBezTo>
                <a:cubicBezTo>
                  <a:pt x="0" y="364"/>
                  <a:pt x="106" y="470"/>
                  <a:pt x="239" y="470"/>
                </a:cubicBezTo>
                <a:cubicBezTo>
                  <a:pt x="372" y="470"/>
                  <a:pt x="478" y="364"/>
                  <a:pt x="478" y="231"/>
                </a:cubicBezTo>
                <a:cubicBezTo>
                  <a:pt x="478" y="107"/>
                  <a:pt x="372" y="0"/>
                  <a:pt x="239" y="0"/>
                </a:cubicBezTo>
                <a:close/>
                <a:moveTo>
                  <a:pt x="177" y="338"/>
                </a:moveTo>
                <a:lnTo>
                  <a:pt x="177" y="338"/>
                </a:lnTo>
                <a:cubicBezTo>
                  <a:pt x="133" y="338"/>
                  <a:pt x="133" y="338"/>
                  <a:pt x="133" y="338"/>
                </a:cubicBezTo>
                <a:cubicBezTo>
                  <a:pt x="133" y="178"/>
                  <a:pt x="133" y="178"/>
                  <a:pt x="133" y="178"/>
                </a:cubicBezTo>
                <a:cubicBezTo>
                  <a:pt x="177" y="178"/>
                  <a:pt x="177" y="178"/>
                  <a:pt x="177" y="178"/>
                </a:cubicBezTo>
                <a:lnTo>
                  <a:pt x="177" y="338"/>
                </a:lnTo>
                <a:close/>
                <a:moveTo>
                  <a:pt x="159" y="160"/>
                </a:moveTo>
                <a:lnTo>
                  <a:pt x="159" y="160"/>
                </a:lnTo>
                <a:cubicBezTo>
                  <a:pt x="141" y="160"/>
                  <a:pt x="133" y="151"/>
                  <a:pt x="133" y="134"/>
                </a:cubicBezTo>
                <a:cubicBezTo>
                  <a:pt x="133" y="125"/>
                  <a:pt x="141" y="107"/>
                  <a:pt x="159" y="107"/>
                </a:cubicBezTo>
                <a:cubicBezTo>
                  <a:pt x="168" y="107"/>
                  <a:pt x="177" y="125"/>
                  <a:pt x="186" y="134"/>
                </a:cubicBezTo>
                <a:cubicBezTo>
                  <a:pt x="186" y="151"/>
                  <a:pt x="168" y="160"/>
                  <a:pt x="159" y="160"/>
                </a:cubicBezTo>
                <a:close/>
                <a:moveTo>
                  <a:pt x="354" y="338"/>
                </a:moveTo>
                <a:lnTo>
                  <a:pt x="354" y="338"/>
                </a:lnTo>
                <a:cubicBezTo>
                  <a:pt x="310" y="338"/>
                  <a:pt x="310" y="338"/>
                  <a:pt x="310" y="338"/>
                </a:cubicBezTo>
                <a:cubicBezTo>
                  <a:pt x="310" y="249"/>
                  <a:pt x="310" y="249"/>
                  <a:pt x="310" y="249"/>
                </a:cubicBezTo>
                <a:cubicBezTo>
                  <a:pt x="310" y="231"/>
                  <a:pt x="300" y="213"/>
                  <a:pt x="284" y="213"/>
                </a:cubicBezTo>
                <a:cubicBezTo>
                  <a:pt x="275" y="213"/>
                  <a:pt x="265" y="222"/>
                  <a:pt x="256" y="231"/>
                </a:cubicBezTo>
                <a:lnTo>
                  <a:pt x="256" y="240"/>
                </a:lnTo>
                <a:cubicBezTo>
                  <a:pt x="256" y="338"/>
                  <a:pt x="256" y="338"/>
                  <a:pt x="256" y="338"/>
                </a:cubicBezTo>
                <a:cubicBezTo>
                  <a:pt x="212" y="338"/>
                  <a:pt x="212" y="338"/>
                  <a:pt x="212" y="338"/>
                </a:cubicBezTo>
                <a:cubicBezTo>
                  <a:pt x="212" y="231"/>
                  <a:pt x="212" y="231"/>
                  <a:pt x="212" y="231"/>
                </a:cubicBezTo>
                <a:cubicBezTo>
                  <a:pt x="212" y="205"/>
                  <a:pt x="212" y="196"/>
                  <a:pt x="203" y="178"/>
                </a:cubicBezTo>
                <a:cubicBezTo>
                  <a:pt x="247" y="178"/>
                  <a:pt x="247" y="178"/>
                  <a:pt x="247" y="178"/>
                </a:cubicBezTo>
                <a:cubicBezTo>
                  <a:pt x="247" y="196"/>
                  <a:pt x="247" y="196"/>
                  <a:pt x="247" y="196"/>
                </a:cubicBezTo>
                <a:cubicBezTo>
                  <a:pt x="256" y="196"/>
                  <a:pt x="256" y="196"/>
                  <a:pt x="256" y="196"/>
                </a:cubicBezTo>
                <a:cubicBezTo>
                  <a:pt x="256" y="187"/>
                  <a:pt x="275" y="178"/>
                  <a:pt x="300" y="178"/>
                </a:cubicBezTo>
                <a:cubicBezTo>
                  <a:pt x="337" y="178"/>
                  <a:pt x="354" y="196"/>
                  <a:pt x="354" y="240"/>
                </a:cubicBezTo>
                <a:lnTo>
                  <a:pt x="354" y="338"/>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4" name="Freeform 50">
            <a:extLst>
              <a:ext uri="{FF2B5EF4-FFF2-40B4-BE49-F238E27FC236}">
                <a16:creationId xmlns:a16="http://schemas.microsoft.com/office/drawing/2014/main" id="{A9A120EF-99AB-4B4A-C0FD-B9F8257EE743}"/>
              </a:ext>
            </a:extLst>
          </p:cNvPr>
          <p:cNvSpPr>
            <a:spLocks noChangeArrowheads="1"/>
          </p:cNvSpPr>
          <p:nvPr/>
        </p:nvSpPr>
        <p:spPr bwMode="auto">
          <a:xfrm>
            <a:off x="1822261" y="3193801"/>
            <a:ext cx="461418" cy="436095"/>
          </a:xfrm>
          <a:custGeom>
            <a:avLst/>
            <a:gdLst>
              <a:gd name="T0" fmla="*/ 142 w 480"/>
              <a:gd name="T1" fmla="*/ 0 h 453"/>
              <a:gd name="T2" fmla="*/ 142 w 480"/>
              <a:gd name="T3" fmla="*/ 0 h 453"/>
              <a:gd name="T4" fmla="*/ 0 w 480"/>
              <a:gd name="T5" fmla="*/ 89 h 453"/>
              <a:gd name="T6" fmla="*/ 98 w 480"/>
              <a:gd name="T7" fmla="*/ 168 h 453"/>
              <a:gd name="T8" fmla="*/ 239 w 480"/>
              <a:gd name="T9" fmla="*/ 80 h 453"/>
              <a:gd name="T10" fmla="*/ 142 w 480"/>
              <a:gd name="T11" fmla="*/ 0 h 453"/>
              <a:gd name="T12" fmla="*/ 327 w 480"/>
              <a:gd name="T13" fmla="*/ 372 h 453"/>
              <a:gd name="T14" fmla="*/ 327 w 480"/>
              <a:gd name="T15" fmla="*/ 372 h 453"/>
              <a:gd name="T16" fmla="*/ 319 w 480"/>
              <a:gd name="T17" fmla="*/ 372 h 453"/>
              <a:gd name="T18" fmla="*/ 239 w 480"/>
              <a:gd name="T19" fmla="*/ 310 h 453"/>
              <a:gd name="T20" fmla="*/ 159 w 480"/>
              <a:gd name="T21" fmla="*/ 372 h 453"/>
              <a:gd name="T22" fmla="*/ 151 w 480"/>
              <a:gd name="T23" fmla="*/ 372 h 453"/>
              <a:gd name="T24" fmla="*/ 151 w 480"/>
              <a:gd name="T25" fmla="*/ 372 h 453"/>
              <a:gd name="T26" fmla="*/ 88 w 480"/>
              <a:gd name="T27" fmla="*/ 337 h 453"/>
              <a:gd name="T28" fmla="*/ 88 w 480"/>
              <a:gd name="T29" fmla="*/ 355 h 453"/>
              <a:gd name="T30" fmla="*/ 239 w 480"/>
              <a:gd name="T31" fmla="*/ 452 h 453"/>
              <a:gd name="T32" fmla="*/ 389 w 480"/>
              <a:gd name="T33" fmla="*/ 355 h 453"/>
              <a:gd name="T34" fmla="*/ 389 w 480"/>
              <a:gd name="T35" fmla="*/ 337 h 453"/>
              <a:gd name="T36" fmla="*/ 327 w 480"/>
              <a:gd name="T37" fmla="*/ 372 h 453"/>
              <a:gd name="T38" fmla="*/ 479 w 480"/>
              <a:gd name="T39" fmla="*/ 89 h 453"/>
              <a:gd name="T40" fmla="*/ 479 w 480"/>
              <a:gd name="T41" fmla="*/ 89 h 453"/>
              <a:gd name="T42" fmla="*/ 336 w 480"/>
              <a:gd name="T43" fmla="*/ 0 h 453"/>
              <a:gd name="T44" fmla="*/ 239 w 480"/>
              <a:gd name="T45" fmla="*/ 80 h 453"/>
              <a:gd name="T46" fmla="*/ 380 w 480"/>
              <a:gd name="T47" fmla="*/ 168 h 453"/>
              <a:gd name="T48" fmla="*/ 479 w 480"/>
              <a:gd name="T49" fmla="*/ 89 h 453"/>
              <a:gd name="T50" fmla="*/ 239 w 480"/>
              <a:gd name="T51" fmla="*/ 257 h 453"/>
              <a:gd name="T52" fmla="*/ 239 w 480"/>
              <a:gd name="T53" fmla="*/ 257 h 453"/>
              <a:gd name="T54" fmla="*/ 327 w 480"/>
              <a:gd name="T55" fmla="*/ 328 h 453"/>
              <a:gd name="T56" fmla="*/ 470 w 480"/>
              <a:gd name="T57" fmla="*/ 240 h 453"/>
              <a:gd name="T58" fmla="*/ 380 w 480"/>
              <a:gd name="T59" fmla="*/ 168 h 453"/>
              <a:gd name="T60" fmla="*/ 239 w 480"/>
              <a:gd name="T61" fmla="*/ 257 h 453"/>
              <a:gd name="T62" fmla="*/ 151 w 480"/>
              <a:gd name="T63" fmla="*/ 328 h 453"/>
              <a:gd name="T64" fmla="*/ 151 w 480"/>
              <a:gd name="T65" fmla="*/ 328 h 453"/>
              <a:gd name="T66" fmla="*/ 239 w 480"/>
              <a:gd name="T67" fmla="*/ 257 h 453"/>
              <a:gd name="T68" fmla="*/ 98 w 480"/>
              <a:gd name="T69" fmla="*/ 168 h 453"/>
              <a:gd name="T70" fmla="*/ 8 w 480"/>
              <a:gd name="T71" fmla="*/ 240 h 453"/>
              <a:gd name="T72" fmla="*/ 151 w 480"/>
              <a:gd name="T73" fmla="*/ 328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80" h="453">
                <a:moveTo>
                  <a:pt x="142" y="0"/>
                </a:moveTo>
                <a:lnTo>
                  <a:pt x="142" y="0"/>
                </a:lnTo>
                <a:cubicBezTo>
                  <a:pt x="0" y="89"/>
                  <a:pt x="0" y="89"/>
                  <a:pt x="0" y="89"/>
                </a:cubicBezTo>
                <a:cubicBezTo>
                  <a:pt x="98" y="168"/>
                  <a:pt x="98" y="168"/>
                  <a:pt x="98" y="168"/>
                </a:cubicBezTo>
                <a:cubicBezTo>
                  <a:pt x="239" y="80"/>
                  <a:pt x="239" y="80"/>
                  <a:pt x="239" y="80"/>
                </a:cubicBezTo>
                <a:lnTo>
                  <a:pt x="142" y="0"/>
                </a:lnTo>
                <a:close/>
                <a:moveTo>
                  <a:pt x="327" y="372"/>
                </a:moveTo>
                <a:lnTo>
                  <a:pt x="327" y="372"/>
                </a:lnTo>
                <a:cubicBezTo>
                  <a:pt x="319" y="372"/>
                  <a:pt x="319" y="372"/>
                  <a:pt x="319" y="372"/>
                </a:cubicBezTo>
                <a:cubicBezTo>
                  <a:pt x="239" y="310"/>
                  <a:pt x="239" y="310"/>
                  <a:pt x="239" y="310"/>
                </a:cubicBezTo>
                <a:cubicBezTo>
                  <a:pt x="159" y="372"/>
                  <a:pt x="159" y="372"/>
                  <a:pt x="159" y="372"/>
                </a:cubicBezTo>
                <a:cubicBezTo>
                  <a:pt x="159" y="372"/>
                  <a:pt x="159" y="372"/>
                  <a:pt x="151" y="372"/>
                </a:cubicBezTo>
                <a:lnTo>
                  <a:pt x="151" y="372"/>
                </a:lnTo>
                <a:cubicBezTo>
                  <a:pt x="88" y="337"/>
                  <a:pt x="88" y="337"/>
                  <a:pt x="88" y="337"/>
                </a:cubicBezTo>
                <a:cubicBezTo>
                  <a:pt x="88" y="355"/>
                  <a:pt x="88" y="355"/>
                  <a:pt x="88" y="355"/>
                </a:cubicBezTo>
                <a:cubicBezTo>
                  <a:pt x="239" y="452"/>
                  <a:pt x="239" y="452"/>
                  <a:pt x="239" y="452"/>
                </a:cubicBezTo>
                <a:cubicBezTo>
                  <a:pt x="389" y="355"/>
                  <a:pt x="389" y="355"/>
                  <a:pt x="389" y="355"/>
                </a:cubicBezTo>
                <a:cubicBezTo>
                  <a:pt x="389" y="337"/>
                  <a:pt x="389" y="337"/>
                  <a:pt x="389" y="337"/>
                </a:cubicBezTo>
                <a:cubicBezTo>
                  <a:pt x="327" y="372"/>
                  <a:pt x="327" y="372"/>
                  <a:pt x="327" y="372"/>
                </a:cubicBezTo>
                <a:close/>
                <a:moveTo>
                  <a:pt x="479" y="89"/>
                </a:moveTo>
                <a:lnTo>
                  <a:pt x="479" y="89"/>
                </a:lnTo>
                <a:cubicBezTo>
                  <a:pt x="336" y="0"/>
                  <a:pt x="336" y="0"/>
                  <a:pt x="336" y="0"/>
                </a:cubicBezTo>
                <a:cubicBezTo>
                  <a:pt x="239" y="80"/>
                  <a:pt x="239" y="80"/>
                  <a:pt x="239" y="80"/>
                </a:cubicBezTo>
                <a:cubicBezTo>
                  <a:pt x="380" y="168"/>
                  <a:pt x="380" y="168"/>
                  <a:pt x="380" y="168"/>
                </a:cubicBezTo>
                <a:lnTo>
                  <a:pt x="479" y="89"/>
                </a:lnTo>
                <a:close/>
                <a:moveTo>
                  <a:pt x="239" y="257"/>
                </a:moveTo>
                <a:lnTo>
                  <a:pt x="239" y="257"/>
                </a:lnTo>
                <a:cubicBezTo>
                  <a:pt x="327" y="328"/>
                  <a:pt x="327" y="328"/>
                  <a:pt x="327" y="328"/>
                </a:cubicBezTo>
                <a:cubicBezTo>
                  <a:pt x="470" y="240"/>
                  <a:pt x="470" y="240"/>
                  <a:pt x="470" y="240"/>
                </a:cubicBezTo>
                <a:cubicBezTo>
                  <a:pt x="380" y="168"/>
                  <a:pt x="380" y="168"/>
                  <a:pt x="380" y="168"/>
                </a:cubicBezTo>
                <a:lnTo>
                  <a:pt x="239" y="257"/>
                </a:lnTo>
                <a:close/>
                <a:moveTo>
                  <a:pt x="151" y="328"/>
                </a:moveTo>
                <a:lnTo>
                  <a:pt x="151" y="328"/>
                </a:lnTo>
                <a:cubicBezTo>
                  <a:pt x="239" y="257"/>
                  <a:pt x="239" y="257"/>
                  <a:pt x="239" y="257"/>
                </a:cubicBezTo>
                <a:cubicBezTo>
                  <a:pt x="98" y="168"/>
                  <a:pt x="98" y="168"/>
                  <a:pt x="98" y="168"/>
                </a:cubicBezTo>
                <a:cubicBezTo>
                  <a:pt x="8" y="240"/>
                  <a:pt x="8" y="240"/>
                  <a:pt x="8" y="240"/>
                </a:cubicBezTo>
                <a:lnTo>
                  <a:pt x="151" y="328"/>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5" name="Freeform 51">
            <a:extLst>
              <a:ext uri="{FF2B5EF4-FFF2-40B4-BE49-F238E27FC236}">
                <a16:creationId xmlns:a16="http://schemas.microsoft.com/office/drawing/2014/main" id="{C0D20318-5379-6477-FE73-B208EEA4A998}"/>
              </a:ext>
            </a:extLst>
          </p:cNvPr>
          <p:cNvSpPr>
            <a:spLocks noChangeArrowheads="1"/>
          </p:cNvSpPr>
          <p:nvPr/>
        </p:nvSpPr>
        <p:spPr bwMode="auto">
          <a:xfrm>
            <a:off x="3769218" y="4108197"/>
            <a:ext cx="385452" cy="489553"/>
          </a:xfrm>
          <a:custGeom>
            <a:avLst/>
            <a:gdLst>
              <a:gd name="T0" fmla="*/ 160 w 400"/>
              <a:gd name="T1" fmla="*/ 336 h 506"/>
              <a:gd name="T2" fmla="*/ 160 w 400"/>
              <a:gd name="T3" fmla="*/ 336 h 506"/>
              <a:gd name="T4" fmla="*/ 89 w 400"/>
              <a:gd name="T5" fmla="*/ 505 h 506"/>
              <a:gd name="T6" fmla="*/ 124 w 400"/>
              <a:gd name="T7" fmla="*/ 248 h 506"/>
              <a:gd name="T8" fmla="*/ 186 w 400"/>
              <a:gd name="T9" fmla="*/ 124 h 506"/>
              <a:gd name="T10" fmla="*/ 213 w 400"/>
              <a:gd name="T11" fmla="*/ 319 h 506"/>
              <a:gd name="T12" fmla="*/ 293 w 400"/>
              <a:gd name="T13" fmla="*/ 97 h 506"/>
              <a:gd name="T14" fmla="*/ 62 w 400"/>
              <a:gd name="T15" fmla="*/ 213 h 506"/>
              <a:gd name="T16" fmla="*/ 71 w 400"/>
              <a:gd name="T17" fmla="*/ 301 h 506"/>
              <a:gd name="T18" fmla="*/ 0 w 400"/>
              <a:gd name="T19" fmla="*/ 186 h 506"/>
              <a:gd name="T20" fmla="*/ 168 w 400"/>
              <a:gd name="T21" fmla="*/ 17 h 506"/>
              <a:gd name="T22" fmla="*/ 390 w 400"/>
              <a:gd name="T23" fmla="*/ 151 h 506"/>
              <a:gd name="T24" fmla="*/ 231 w 400"/>
              <a:gd name="T25" fmla="*/ 372 h 506"/>
              <a:gd name="T26" fmla="*/ 160 w 400"/>
              <a:gd name="T27" fmla="*/ 336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0" h="506">
                <a:moveTo>
                  <a:pt x="160" y="336"/>
                </a:moveTo>
                <a:lnTo>
                  <a:pt x="160" y="336"/>
                </a:lnTo>
                <a:cubicBezTo>
                  <a:pt x="150" y="408"/>
                  <a:pt x="133" y="479"/>
                  <a:pt x="89" y="505"/>
                </a:cubicBezTo>
                <a:cubicBezTo>
                  <a:pt x="71" y="408"/>
                  <a:pt x="106" y="327"/>
                  <a:pt x="124" y="248"/>
                </a:cubicBezTo>
                <a:cubicBezTo>
                  <a:pt x="97" y="195"/>
                  <a:pt x="124" y="97"/>
                  <a:pt x="186" y="124"/>
                </a:cubicBezTo>
                <a:cubicBezTo>
                  <a:pt x="257" y="151"/>
                  <a:pt x="124" y="301"/>
                  <a:pt x="213" y="319"/>
                </a:cubicBezTo>
                <a:cubicBezTo>
                  <a:pt x="310" y="336"/>
                  <a:pt x="355" y="151"/>
                  <a:pt x="293" y="97"/>
                </a:cubicBezTo>
                <a:cubicBezTo>
                  <a:pt x="204" y="8"/>
                  <a:pt x="36" y="89"/>
                  <a:pt x="62" y="213"/>
                </a:cubicBezTo>
                <a:cubicBezTo>
                  <a:pt x="62" y="248"/>
                  <a:pt x="97" y="257"/>
                  <a:pt x="71" y="301"/>
                </a:cubicBezTo>
                <a:cubicBezTo>
                  <a:pt x="18" y="283"/>
                  <a:pt x="0" y="239"/>
                  <a:pt x="0" y="186"/>
                </a:cubicBezTo>
                <a:cubicBezTo>
                  <a:pt x="9" y="89"/>
                  <a:pt x="89" y="26"/>
                  <a:pt x="168" y="17"/>
                </a:cubicBezTo>
                <a:cubicBezTo>
                  <a:pt x="275" y="0"/>
                  <a:pt x="372" y="53"/>
                  <a:pt x="390" y="151"/>
                </a:cubicBezTo>
                <a:cubicBezTo>
                  <a:pt x="399" y="257"/>
                  <a:pt x="337" y="380"/>
                  <a:pt x="231" y="372"/>
                </a:cubicBezTo>
                <a:cubicBezTo>
                  <a:pt x="195" y="372"/>
                  <a:pt x="186" y="354"/>
                  <a:pt x="160" y="336"/>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6" name="Freeform 52">
            <a:extLst>
              <a:ext uri="{FF2B5EF4-FFF2-40B4-BE49-F238E27FC236}">
                <a16:creationId xmlns:a16="http://schemas.microsoft.com/office/drawing/2014/main" id="{41050CDB-F035-131C-AA12-77C16EBC2A61}"/>
              </a:ext>
            </a:extLst>
          </p:cNvPr>
          <p:cNvSpPr>
            <a:spLocks noChangeArrowheads="1"/>
          </p:cNvSpPr>
          <p:nvPr/>
        </p:nvSpPr>
        <p:spPr bwMode="auto">
          <a:xfrm>
            <a:off x="4689239" y="4107050"/>
            <a:ext cx="461418" cy="455791"/>
          </a:xfrm>
          <a:custGeom>
            <a:avLst/>
            <a:gdLst>
              <a:gd name="T0" fmla="*/ 240 w 479"/>
              <a:gd name="T1" fmla="*/ 0 h 471"/>
              <a:gd name="T2" fmla="*/ 240 w 479"/>
              <a:gd name="T3" fmla="*/ 0 h 471"/>
              <a:gd name="T4" fmla="*/ 0 w 479"/>
              <a:gd name="T5" fmla="*/ 231 h 471"/>
              <a:gd name="T6" fmla="*/ 240 w 479"/>
              <a:gd name="T7" fmla="*/ 470 h 471"/>
              <a:gd name="T8" fmla="*/ 478 w 479"/>
              <a:gd name="T9" fmla="*/ 231 h 471"/>
              <a:gd name="T10" fmla="*/ 240 w 479"/>
              <a:gd name="T11" fmla="*/ 0 h 471"/>
              <a:gd name="T12" fmla="*/ 257 w 479"/>
              <a:gd name="T13" fmla="*/ 293 h 471"/>
              <a:gd name="T14" fmla="*/ 257 w 479"/>
              <a:gd name="T15" fmla="*/ 293 h 471"/>
              <a:gd name="T16" fmla="*/ 222 w 479"/>
              <a:gd name="T17" fmla="*/ 275 h 471"/>
              <a:gd name="T18" fmla="*/ 186 w 479"/>
              <a:gd name="T19" fmla="*/ 363 h 471"/>
              <a:gd name="T20" fmla="*/ 204 w 479"/>
              <a:gd name="T21" fmla="*/ 231 h 471"/>
              <a:gd name="T22" fmla="*/ 240 w 479"/>
              <a:gd name="T23" fmla="*/ 169 h 471"/>
              <a:gd name="T24" fmla="*/ 249 w 479"/>
              <a:gd name="T25" fmla="*/ 266 h 471"/>
              <a:gd name="T26" fmla="*/ 284 w 479"/>
              <a:gd name="T27" fmla="*/ 151 h 471"/>
              <a:gd name="T28" fmla="*/ 169 w 479"/>
              <a:gd name="T29" fmla="*/ 213 h 471"/>
              <a:gd name="T30" fmla="*/ 178 w 479"/>
              <a:gd name="T31" fmla="*/ 257 h 471"/>
              <a:gd name="T32" fmla="*/ 142 w 479"/>
              <a:gd name="T33" fmla="*/ 195 h 471"/>
              <a:gd name="T34" fmla="*/ 231 w 479"/>
              <a:gd name="T35" fmla="*/ 107 h 471"/>
              <a:gd name="T36" fmla="*/ 337 w 479"/>
              <a:gd name="T37" fmla="*/ 178 h 471"/>
              <a:gd name="T38" fmla="*/ 257 w 479"/>
              <a:gd name="T39" fmla="*/ 293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79" h="471">
                <a:moveTo>
                  <a:pt x="240" y="0"/>
                </a:moveTo>
                <a:lnTo>
                  <a:pt x="240" y="0"/>
                </a:lnTo>
                <a:cubicBezTo>
                  <a:pt x="106" y="0"/>
                  <a:pt x="0" y="107"/>
                  <a:pt x="0" y="231"/>
                </a:cubicBezTo>
                <a:cubicBezTo>
                  <a:pt x="0" y="363"/>
                  <a:pt x="106" y="470"/>
                  <a:pt x="240" y="470"/>
                </a:cubicBezTo>
                <a:cubicBezTo>
                  <a:pt x="372" y="470"/>
                  <a:pt x="478" y="363"/>
                  <a:pt x="478" y="231"/>
                </a:cubicBezTo>
                <a:cubicBezTo>
                  <a:pt x="478" y="107"/>
                  <a:pt x="372" y="0"/>
                  <a:pt x="240" y="0"/>
                </a:cubicBezTo>
                <a:close/>
                <a:moveTo>
                  <a:pt x="257" y="293"/>
                </a:moveTo>
                <a:lnTo>
                  <a:pt x="257" y="293"/>
                </a:lnTo>
                <a:cubicBezTo>
                  <a:pt x="240" y="293"/>
                  <a:pt x="231" y="284"/>
                  <a:pt x="222" y="275"/>
                </a:cubicBezTo>
                <a:cubicBezTo>
                  <a:pt x="213" y="310"/>
                  <a:pt x="204" y="346"/>
                  <a:pt x="186" y="363"/>
                </a:cubicBezTo>
                <a:cubicBezTo>
                  <a:pt x="178" y="310"/>
                  <a:pt x="195" y="266"/>
                  <a:pt x="204" y="231"/>
                </a:cubicBezTo>
                <a:cubicBezTo>
                  <a:pt x="186" y="204"/>
                  <a:pt x="204" y="151"/>
                  <a:pt x="240" y="169"/>
                </a:cubicBezTo>
                <a:cubicBezTo>
                  <a:pt x="275" y="178"/>
                  <a:pt x="204" y="257"/>
                  <a:pt x="249" y="266"/>
                </a:cubicBezTo>
                <a:cubicBezTo>
                  <a:pt x="302" y="275"/>
                  <a:pt x="319" y="178"/>
                  <a:pt x="284" y="151"/>
                </a:cubicBezTo>
                <a:cubicBezTo>
                  <a:pt x="249" y="107"/>
                  <a:pt x="159" y="151"/>
                  <a:pt x="169" y="213"/>
                </a:cubicBezTo>
                <a:cubicBezTo>
                  <a:pt x="178" y="231"/>
                  <a:pt x="186" y="231"/>
                  <a:pt x="178" y="257"/>
                </a:cubicBezTo>
                <a:cubicBezTo>
                  <a:pt x="151" y="248"/>
                  <a:pt x="142" y="222"/>
                  <a:pt x="142" y="195"/>
                </a:cubicBezTo>
                <a:cubicBezTo>
                  <a:pt x="142" y="151"/>
                  <a:pt x="186" y="116"/>
                  <a:pt x="231" y="107"/>
                </a:cubicBezTo>
                <a:cubicBezTo>
                  <a:pt x="284" y="107"/>
                  <a:pt x="328" y="134"/>
                  <a:pt x="337" y="178"/>
                </a:cubicBezTo>
                <a:cubicBezTo>
                  <a:pt x="346" y="231"/>
                  <a:pt x="310" y="293"/>
                  <a:pt x="257" y="293"/>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7" name="Freeform 53">
            <a:extLst>
              <a:ext uri="{FF2B5EF4-FFF2-40B4-BE49-F238E27FC236}">
                <a16:creationId xmlns:a16="http://schemas.microsoft.com/office/drawing/2014/main" id="{298CB4CD-889E-C3FB-3A67-EF76DE6E40EA}"/>
              </a:ext>
            </a:extLst>
          </p:cNvPr>
          <p:cNvSpPr>
            <a:spLocks noChangeArrowheads="1"/>
          </p:cNvSpPr>
          <p:nvPr/>
        </p:nvSpPr>
        <p:spPr bwMode="auto">
          <a:xfrm>
            <a:off x="6596807" y="3193801"/>
            <a:ext cx="444536" cy="436095"/>
          </a:xfrm>
          <a:custGeom>
            <a:avLst/>
            <a:gdLst>
              <a:gd name="T0" fmla="*/ 195 w 462"/>
              <a:gd name="T1" fmla="*/ 0 h 453"/>
              <a:gd name="T2" fmla="*/ 195 w 462"/>
              <a:gd name="T3" fmla="*/ 0 h 453"/>
              <a:gd name="T4" fmla="*/ 0 w 462"/>
              <a:gd name="T5" fmla="*/ 222 h 453"/>
              <a:gd name="T6" fmla="*/ 53 w 462"/>
              <a:gd name="T7" fmla="*/ 372 h 453"/>
              <a:gd name="T8" fmla="*/ 195 w 462"/>
              <a:gd name="T9" fmla="*/ 142 h 453"/>
              <a:gd name="T10" fmla="*/ 195 w 462"/>
              <a:gd name="T11" fmla="*/ 0 h 453"/>
              <a:gd name="T12" fmla="*/ 230 w 462"/>
              <a:gd name="T13" fmla="*/ 284 h 453"/>
              <a:gd name="T14" fmla="*/ 230 w 462"/>
              <a:gd name="T15" fmla="*/ 284 h 453"/>
              <a:gd name="T16" fmla="*/ 124 w 462"/>
              <a:gd name="T17" fmla="*/ 425 h 453"/>
              <a:gd name="T18" fmla="*/ 230 w 462"/>
              <a:gd name="T19" fmla="*/ 452 h 453"/>
              <a:gd name="T20" fmla="*/ 336 w 462"/>
              <a:gd name="T21" fmla="*/ 425 h 453"/>
              <a:gd name="T22" fmla="*/ 230 w 462"/>
              <a:gd name="T23" fmla="*/ 284 h 453"/>
              <a:gd name="T24" fmla="*/ 265 w 462"/>
              <a:gd name="T25" fmla="*/ 142 h 453"/>
              <a:gd name="T26" fmla="*/ 265 w 462"/>
              <a:gd name="T27" fmla="*/ 142 h 453"/>
              <a:gd name="T28" fmla="*/ 408 w 462"/>
              <a:gd name="T29" fmla="*/ 372 h 453"/>
              <a:gd name="T30" fmla="*/ 461 w 462"/>
              <a:gd name="T31" fmla="*/ 222 h 453"/>
              <a:gd name="T32" fmla="*/ 265 w 462"/>
              <a:gd name="T33" fmla="*/ 0 h 453"/>
              <a:gd name="T34" fmla="*/ 265 w 462"/>
              <a:gd name="T35" fmla="*/ 142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2" h="453">
                <a:moveTo>
                  <a:pt x="195" y="0"/>
                </a:moveTo>
                <a:lnTo>
                  <a:pt x="195" y="0"/>
                </a:lnTo>
                <a:cubicBezTo>
                  <a:pt x="79" y="18"/>
                  <a:pt x="0" y="106"/>
                  <a:pt x="0" y="222"/>
                </a:cubicBezTo>
                <a:cubicBezTo>
                  <a:pt x="0" y="284"/>
                  <a:pt x="26" y="328"/>
                  <a:pt x="53" y="372"/>
                </a:cubicBezTo>
                <a:cubicBezTo>
                  <a:pt x="133" y="337"/>
                  <a:pt x="195" y="248"/>
                  <a:pt x="195" y="142"/>
                </a:cubicBezTo>
                <a:lnTo>
                  <a:pt x="195" y="0"/>
                </a:lnTo>
                <a:close/>
                <a:moveTo>
                  <a:pt x="230" y="284"/>
                </a:moveTo>
                <a:lnTo>
                  <a:pt x="230" y="284"/>
                </a:lnTo>
                <a:cubicBezTo>
                  <a:pt x="212" y="337"/>
                  <a:pt x="177" y="390"/>
                  <a:pt x="124" y="425"/>
                </a:cubicBezTo>
                <a:cubicBezTo>
                  <a:pt x="151" y="443"/>
                  <a:pt x="186" y="452"/>
                  <a:pt x="230" y="452"/>
                </a:cubicBezTo>
                <a:cubicBezTo>
                  <a:pt x="265" y="452"/>
                  <a:pt x="310" y="443"/>
                  <a:pt x="336" y="425"/>
                </a:cubicBezTo>
                <a:cubicBezTo>
                  <a:pt x="283" y="390"/>
                  <a:pt x="248" y="337"/>
                  <a:pt x="230" y="284"/>
                </a:cubicBezTo>
                <a:close/>
                <a:moveTo>
                  <a:pt x="265" y="142"/>
                </a:moveTo>
                <a:lnTo>
                  <a:pt x="265" y="142"/>
                </a:lnTo>
                <a:cubicBezTo>
                  <a:pt x="265" y="248"/>
                  <a:pt x="327" y="328"/>
                  <a:pt x="408" y="372"/>
                </a:cubicBezTo>
                <a:cubicBezTo>
                  <a:pt x="434" y="328"/>
                  <a:pt x="461" y="284"/>
                  <a:pt x="461" y="222"/>
                </a:cubicBezTo>
                <a:cubicBezTo>
                  <a:pt x="461" y="106"/>
                  <a:pt x="372" y="18"/>
                  <a:pt x="265" y="0"/>
                </a:cubicBezTo>
                <a:lnTo>
                  <a:pt x="265" y="142"/>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8" name="Freeform 54">
            <a:extLst>
              <a:ext uri="{FF2B5EF4-FFF2-40B4-BE49-F238E27FC236}">
                <a16:creationId xmlns:a16="http://schemas.microsoft.com/office/drawing/2014/main" id="{9B11C8B6-DE1A-A2B0-D095-176A8B30DA83}"/>
              </a:ext>
            </a:extLst>
          </p:cNvPr>
          <p:cNvSpPr>
            <a:spLocks noChangeArrowheads="1"/>
          </p:cNvSpPr>
          <p:nvPr/>
        </p:nvSpPr>
        <p:spPr bwMode="auto">
          <a:xfrm>
            <a:off x="10411943" y="2273778"/>
            <a:ext cx="461418" cy="368572"/>
          </a:xfrm>
          <a:custGeom>
            <a:avLst/>
            <a:gdLst>
              <a:gd name="T0" fmla="*/ 381 w 480"/>
              <a:gd name="T1" fmla="*/ 168 h 382"/>
              <a:gd name="T2" fmla="*/ 381 w 480"/>
              <a:gd name="T3" fmla="*/ 168 h 382"/>
              <a:gd name="T4" fmla="*/ 453 w 480"/>
              <a:gd name="T5" fmla="*/ 80 h 382"/>
              <a:gd name="T6" fmla="*/ 302 w 480"/>
              <a:gd name="T7" fmla="*/ 27 h 382"/>
              <a:gd name="T8" fmla="*/ 284 w 480"/>
              <a:gd name="T9" fmla="*/ 18 h 382"/>
              <a:gd name="T10" fmla="*/ 284 w 480"/>
              <a:gd name="T11" fmla="*/ 160 h 382"/>
              <a:gd name="T12" fmla="*/ 222 w 480"/>
              <a:gd name="T13" fmla="*/ 266 h 382"/>
              <a:gd name="T14" fmla="*/ 106 w 480"/>
              <a:gd name="T15" fmla="*/ 230 h 382"/>
              <a:gd name="T16" fmla="*/ 160 w 480"/>
              <a:gd name="T17" fmla="*/ 115 h 382"/>
              <a:gd name="T18" fmla="*/ 240 w 480"/>
              <a:gd name="T19" fmla="*/ 115 h 382"/>
              <a:gd name="T20" fmla="*/ 240 w 480"/>
              <a:gd name="T21" fmla="*/ 0 h 382"/>
              <a:gd name="T22" fmla="*/ 196 w 480"/>
              <a:gd name="T23" fmla="*/ 0 h 382"/>
              <a:gd name="T24" fmla="*/ 0 w 480"/>
              <a:gd name="T25" fmla="*/ 186 h 382"/>
              <a:gd name="T26" fmla="*/ 196 w 480"/>
              <a:gd name="T27" fmla="*/ 381 h 382"/>
              <a:gd name="T28" fmla="*/ 381 w 480"/>
              <a:gd name="T29" fmla="*/ 186 h 382"/>
              <a:gd name="T30" fmla="*/ 381 w 480"/>
              <a:gd name="T31" fmla="*/ 168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80" h="382">
                <a:moveTo>
                  <a:pt x="381" y="168"/>
                </a:moveTo>
                <a:lnTo>
                  <a:pt x="381" y="168"/>
                </a:lnTo>
                <a:cubicBezTo>
                  <a:pt x="443" y="151"/>
                  <a:pt x="479" y="89"/>
                  <a:pt x="453" y="80"/>
                </a:cubicBezTo>
                <a:cubicBezTo>
                  <a:pt x="390" y="80"/>
                  <a:pt x="337" y="53"/>
                  <a:pt x="302" y="27"/>
                </a:cubicBezTo>
                <a:cubicBezTo>
                  <a:pt x="293" y="27"/>
                  <a:pt x="293" y="27"/>
                  <a:pt x="284" y="18"/>
                </a:cubicBezTo>
                <a:cubicBezTo>
                  <a:pt x="284" y="160"/>
                  <a:pt x="284" y="160"/>
                  <a:pt x="284" y="160"/>
                </a:cubicBezTo>
                <a:cubicBezTo>
                  <a:pt x="284" y="213"/>
                  <a:pt x="257" y="248"/>
                  <a:pt x="222" y="266"/>
                </a:cubicBezTo>
                <a:cubicBezTo>
                  <a:pt x="178" y="283"/>
                  <a:pt x="124" y="275"/>
                  <a:pt x="106" y="230"/>
                </a:cubicBezTo>
                <a:cubicBezTo>
                  <a:pt x="90" y="195"/>
                  <a:pt x="115" y="142"/>
                  <a:pt x="160" y="115"/>
                </a:cubicBezTo>
                <a:cubicBezTo>
                  <a:pt x="187" y="106"/>
                  <a:pt x="213" y="106"/>
                  <a:pt x="240" y="115"/>
                </a:cubicBezTo>
                <a:cubicBezTo>
                  <a:pt x="240" y="0"/>
                  <a:pt x="240" y="0"/>
                  <a:pt x="240" y="0"/>
                </a:cubicBezTo>
                <a:cubicBezTo>
                  <a:pt x="222" y="0"/>
                  <a:pt x="213" y="0"/>
                  <a:pt x="196" y="0"/>
                </a:cubicBezTo>
                <a:cubicBezTo>
                  <a:pt x="90" y="0"/>
                  <a:pt x="0" y="80"/>
                  <a:pt x="0" y="186"/>
                </a:cubicBezTo>
                <a:cubicBezTo>
                  <a:pt x="0" y="293"/>
                  <a:pt x="90" y="381"/>
                  <a:pt x="196" y="381"/>
                </a:cubicBezTo>
                <a:cubicBezTo>
                  <a:pt x="302" y="381"/>
                  <a:pt x="381" y="293"/>
                  <a:pt x="381" y="186"/>
                </a:cubicBezTo>
                <a:cubicBezTo>
                  <a:pt x="381" y="177"/>
                  <a:pt x="381" y="168"/>
                  <a:pt x="381" y="168"/>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99" name="Freeform 55">
            <a:extLst>
              <a:ext uri="{FF2B5EF4-FFF2-40B4-BE49-F238E27FC236}">
                <a16:creationId xmlns:a16="http://schemas.microsoft.com/office/drawing/2014/main" id="{7E4F7FFA-4AA2-FCCC-567E-7F6CF1A17746}"/>
              </a:ext>
            </a:extLst>
          </p:cNvPr>
          <p:cNvSpPr>
            <a:spLocks noChangeArrowheads="1"/>
          </p:cNvSpPr>
          <p:nvPr/>
        </p:nvSpPr>
        <p:spPr bwMode="auto">
          <a:xfrm>
            <a:off x="11357286" y="2231576"/>
            <a:ext cx="461418" cy="452976"/>
          </a:xfrm>
          <a:custGeom>
            <a:avLst/>
            <a:gdLst>
              <a:gd name="T0" fmla="*/ 239 w 480"/>
              <a:gd name="T1" fmla="*/ 0 h 471"/>
              <a:gd name="T2" fmla="*/ 239 w 480"/>
              <a:gd name="T3" fmla="*/ 0 h 471"/>
              <a:gd name="T4" fmla="*/ 0 w 480"/>
              <a:gd name="T5" fmla="*/ 231 h 471"/>
              <a:gd name="T6" fmla="*/ 239 w 480"/>
              <a:gd name="T7" fmla="*/ 470 h 471"/>
              <a:gd name="T8" fmla="*/ 479 w 480"/>
              <a:gd name="T9" fmla="*/ 231 h 471"/>
              <a:gd name="T10" fmla="*/ 239 w 480"/>
              <a:gd name="T11" fmla="*/ 0 h 471"/>
              <a:gd name="T12" fmla="*/ 328 w 480"/>
              <a:gd name="T13" fmla="*/ 222 h 471"/>
              <a:gd name="T14" fmla="*/ 328 w 480"/>
              <a:gd name="T15" fmla="*/ 222 h 471"/>
              <a:gd name="T16" fmla="*/ 328 w 480"/>
              <a:gd name="T17" fmla="*/ 231 h 471"/>
              <a:gd name="T18" fmla="*/ 230 w 480"/>
              <a:gd name="T19" fmla="*/ 328 h 471"/>
              <a:gd name="T20" fmla="*/ 133 w 480"/>
              <a:gd name="T21" fmla="*/ 231 h 471"/>
              <a:gd name="T22" fmla="*/ 230 w 480"/>
              <a:gd name="T23" fmla="*/ 134 h 471"/>
              <a:gd name="T24" fmla="*/ 248 w 480"/>
              <a:gd name="T25" fmla="*/ 143 h 471"/>
              <a:gd name="T26" fmla="*/ 248 w 480"/>
              <a:gd name="T27" fmla="*/ 196 h 471"/>
              <a:gd name="T28" fmla="*/ 213 w 480"/>
              <a:gd name="T29" fmla="*/ 196 h 471"/>
              <a:gd name="T30" fmla="*/ 186 w 480"/>
              <a:gd name="T31" fmla="*/ 258 h 471"/>
              <a:gd name="T32" fmla="*/ 248 w 480"/>
              <a:gd name="T33" fmla="*/ 275 h 471"/>
              <a:gd name="T34" fmla="*/ 275 w 480"/>
              <a:gd name="T35" fmla="*/ 222 h 471"/>
              <a:gd name="T36" fmla="*/ 275 w 480"/>
              <a:gd name="T37" fmla="*/ 151 h 471"/>
              <a:gd name="T38" fmla="*/ 283 w 480"/>
              <a:gd name="T39" fmla="*/ 151 h 471"/>
              <a:gd name="T40" fmla="*/ 354 w 480"/>
              <a:gd name="T41" fmla="*/ 178 h 471"/>
              <a:gd name="T42" fmla="*/ 328 w 480"/>
              <a:gd name="T43" fmla="*/ 222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80" h="471">
                <a:moveTo>
                  <a:pt x="239" y="0"/>
                </a:moveTo>
                <a:lnTo>
                  <a:pt x="239" y="0"/>
                </a:lnTo>
                <a:cubicBezTo>
                  <a:pt x="107" y="0"/>
                  <a:pt x="0" y="107"/>
                  <a:pt x="0" y="231"/>
                </a:cubicBezTo>
                <a:cubicBezTo>
                  <a:pt x="0" y="364"/>
                  <a:pt x="107" y="470"/>
                  <a:pt x="239" y="470"/>
                </a:cubicBezTo>
                <a:cubicBezTo>
                  <a:pt x="372" y="470"/>
                  <a:pt x="479" y="364"/>
                  <a:pt x="479" y="231"/>
                </a:cubicBezTo>
                <a:cubicBezTo>
                  <a:pt x="479" y="107"/>
                  <a:pt x="372" y="0"/>
                  <a:pt x="239" y="0"/>
                </a:cubicBezTo>
                <a:close/>
                <a:moveTo>
                  <a:pt x="328" y="222"/>
                </a:moveTo>
                <a:lnTo>
                  <a:pt x="328" y="222"/>
                </a:lnTo>
                <a:lnTo>
                  <a:pt x="328" y="231"/>
                </a:lnTo>
                <a:cubicBezTo>
                  <a:pt x="328" y="293"/>
                  <a:pt x="283" y="328"/>
                  <a:pt x="230" y="328"/>
                </a:cubicBezTo>
                <a:cubicBezTo>
                  <a:pt x="177" y="328"/>
                  <a:pt x="133" y="293"/>
                  <a:pt x="133" y="231"/>
                </a:cubicBezTo>
                <a:cubicBezTo>
                  <a:pt x="133" y="178"/>
                  <a:pt x="177" y="134"/>
                  <a:pt x="230" y="134"/>
                </a:cubicBezTo>
                <a:cubicBezTo>
                  <a:pt x="239" y="134"/>
                  <a:pt x="248" y="134"/>
                  <a:pt x="248" y="143"/>
                </a:cubicBezTo>
                <a:cubicBezTo>
                  <a:pt x="248" y="196"/>
                  <a:pt x="248" y="196"/>
                  <a:pt x="248" y="196"/>
                </a:cubicBezTo>
                <a:cubicBezTo>
                  <a:pt x="239" y="187"/>
                  <a:pt x="222" y="196"/>
                  <a:pt x="213" y="196"/>
                </a:cubicBezTo>
                <a:cubicBezTo>
                  <a:pt x="186" y="213"/>
                  <a:pt x="177" y="231"/>
                  <a:pt x="186" y="258"/>
                </a:cubicBezTo>
                <a:cubicBezTo>
                  <a:pt x="195" y="275"/>
                  <a:pt x="222" y="284"/>
                  <a:pt x="248" y="275"/>
                </a:cubicBezTo>
                <a:cubicBezTo>
                  <a:pt x="257" y="267"/>
                  <a:pt x="275" y="249"/>
                  <a:pt x="275" y="222"/>
                </a:cubicBezTo>
                <a:cubicBezTo>
                  <a:pt x="275" y="151"/>
                  <a:pt x="275" y="151"/>
                  <a:pt x="275" y="151"/>
                </a:cubicBezTo>
                <a:lnTo>
                  <a:pt x="283" y="151"/>
                </a:lnTo>
                <a:cubicBezTo>
                  <a:pt x="301" y="160"/>
                  <a:pt x="328" y="178"/>
                  <a:pt x="354" y="178"/>
                </a:cubicBezTo>
                <a:cubicBezTo>
                  <a:pt x="372" y="178"/>
                  <a:pt x="354" y="213"/>
                  <a:pt x="328" y="222"/>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0" name="Freeform 56">
            <a:extLst>
              <a:ext uri="{FF2B5EF4-FFF2-40B4-BE49-F238E27FC236}">
                <a16:creationId xmlns:a16="http://schemas.microsoft.com/office/drawing/2014/main" id="{977186A8-636B-B998-8091-53F2BF114D6A}"/>
              </a:ext>
            </a:extLst>
          </p:cNvPr>
          <p:cNvSpPr>
            <a:spLocks noChangeArrowheads="1"/>
          </p:cNvSpPr>
          <p:nvPr/>
        </p:nvSpPr>
        <p:spPr bwMode="auto">
          <a:xfrm>
            <a:off x="2826687" y="3193801"/>
            <a:ext cx="393893" cy="436095"/>
          </a:xfrm>
          <a:custGeom>
            <a:avLst/>
            <a:gdLst>
              <a:gd name="T0" fmla="*/ 364 w 409"/>
              <a:gd name="T1" fmla="*/ 80 h 453"/>
              <a:gd name="T2" fmla="*/ 364 w 409"/>
              <a:gd name="T3" fmla="*/ 80 h 453"/>
              <a:gd name="T4" fmla="*/ 329 w 409"/>
              <a:gd name="T5" fmla="*/ 53 h 453"/>
              <a:gd name="T6" fmla="*/ 222 w 409"/>
              <a:gd name="T7" fmla="*/ 45 h 453"/>
              <a:gd name="T8" fmla="*/ 204 w 409"/>
              <a:gd name="T9" fmla="*/ 9 h 453"/>
              <a:gd name="T10" fmla="*/ 142 w 409"/>
              <a:gd name="T11" fmla="*/ 0 h 453"/>
              <a:gd name="T12" fmla="*/ 124 w 409"/>
              <a:gd name="T13" fmla="*/ 45 h 453"/>
              <a:gd name="T14" fmla="*/ 124 w 409"/>
              <a:gd name="T15" fmla="*/ 98 h 453"/>
              <a:gd name="T16" fmla="*/ 80 w 409"/>
              <a:gd name="T17" fmla="*/ 133 h 453"/>
              <a:gd name="T18" fmla="*/ 27 w 409"/>
              <a:gd name="T19" fmla="*/ 133 h 453"/>
              <a:gd name="T20" fmla="*/ 0 w 409"/>
              <a:gd name="T21" fmla="*/ 151 h 453"/>
              <a:gd name="T22" fmla="*/ 45 w 409"/>
              <a:gd name="T23" fmla="*/ 302 h 453"/>
              <a:gd name="T24" fmla="*/ 169 w 409"/>
              <a:gd name="T25" fmla="*/ 319 h 453"/>
              <a:gd name="T26" fmla="*/ 186 w 409"/>
              <a:gd name="T27" fmla="*/ 266 h 453"/>
              <a:gd name="T28" fmla="*/ 231 w 409"/>
              <a:gd name="T29" fmla="*/ 310 h 453"/>
              <a:gd name="T30" fmla="*/ 302 w 409"/>
              <a:gd name="T31" fmla="*/ 337 h 453"/>
              <a:gd name="T32" fmla="*/ 293 w 409"/>
              <a:gd name="T33" fmla="*/ 399 h 453"/>
              <a:gd name="T34" fmla="*/ 248 w 409"/>
              <a:gd name="T35" fmla="*/ 408 h 453"/>
              <a:gd name="T36" fmla="*/ 239 w 409"/>
              <a:gd name="T37" fmla="*/ 372 h 453"/>
              <a:gd name="T38" fmla="*/ 257 w 409"/>
              <a:gd name="T39" fmla="*/ 372 h 453"/>
              <a:gd name="T40" fmla="*/ 257 w 409"/>
              <a:gd name="T41" fmla="*/ 337 h 453"/>
              <a:gd name="T42" fmla="*/ 186 w 409"/>
              <a:gd name="T43" fmla="*/ 372 h 453"/>
              <a:gd name="T44" fmla="*/ 195 w 409"/>
              <a:gd name="T45" fmla="*/ 434 h 453"/>
              <a:gd name="T46" fmla="*/ 293 w 409"/>
              <a:gd name="T47" fmla="*/ 452 h 453"/>
              <a:gd name="T48" fmla="*/ 364 w 409"/>
              <a:gd name="T49" fmla="*/ 80 h 453"/>
              <a:gd name="T50" fmla="*/ 319 w 409"/>
              <a:gd name="T51" fmla="*/ 231 h 453"/>
              <a:gd name="T52" fmla="*/ 319 w 409"/>
              <a:gd name="T53" fmla="*/ 231 h 453"/>
              <a:gd name="T54" fmla="*/ 284 w 409"/>
              <a:gd name="T55" fmla="*/ 222 h 453"/>
              <a:gd name="T56" fmla="*/ 248 w 409"/>
              <a:gd name="T57" fmla="*/ 231 h 453"/>
              <a:gd name="T58" fmla="*/ 284 w 409"/>
              <a:gd name="T59" fmla="*/ 177 h 453"/>
              <a:gd name="T60" fmla="*/ 319 w 409"/>
              <a:gd name="T61" fmla="*/ 231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09" h="453">
                <a:moveTo>
                  <a:pt x="364" y="80"/>
                </a:moveTo>
                <a:lnTo>
                  <a:pt x="364" y="80"/>
                </a:lnTo>
                <a:cubicBezTo>
                  <a:pt x="364" y="53"/>
                  <a:pt x="329" y="53"/>
                  <a:pt x="329" y="53"/>
                </a:cubicBezTo>
                <a:cubicBezTo>
                  <a:pt x="222" y="45"/>
                  <a:pt x="222" y="45"/>
                  <a:pt x="222" y="45"/>
                </a:cubicBezTo>
                <a:cubicBezTo>
                  <a:pt x="222" y="45"/>
                  <a:pt x="222" y="18"/>
                  <a:pt x="204" y="9"/>
                </a:cubicBezTo>
                <a:cubicBezTo>
                  <a:pt x="177" y="0"/>
                  <a:pt x="160" y="0"/>
                  <a:pt x="142" y="0"/>
                </a:cubicBezTo>
                <a:cubicBezTo>
                  <a:pt x="124" y="0"/>
                  <a:pt x="124" y="27"/>
                  <a:pt x="124" y="45"/>
                </a:cubicBezTo>
                <a:cubicBezTo>
                  <a:pt x="124" y="62"/>
                  <a:pt x="124" y="89"/>
                  <a:pt x="124" y="98"/>
                </a:cubicBezTo>
                <a:cubicBezTo>
                  <a:pt x="124" y="124"/>
                  <a:pt x="116" y="133"/>
                  <a:pt x="80" y="133"/>
                </a:cubicBezTo>
                <a:cubicBezTo>
                  <a:pt x="27" y="133"/>
                  <a:pt x="27" y="133"/>
                  <a:pt x="27" y="133"/>
                </a:cubicBezTo>
                <a:cubicBezTo>
                  <a:pt x="10" y="133"/>
                  <a:pt x="0" y="133"/>
                  <a:pt x="0" y="151"/>
                </a:cubicBezTo>
                <a:cubicBezTo>
                  <a:pt x="0" y="159"/>
                  <a:pt x="18" y="275"/>
                  <a:pt x="45" y="302"/>
                </a:cubicBezTo>
                <a:cubicBezTo>
                  <a:pt x="63" y="310"/>
                  <a:pt x="151" y="319"/>
                  <a:pt x="169" y="319"/>
                </a:cubicBezTo>
                <a:cubicBezTo>
                  <a:pt x="186" y="319"/>
                  <a:pt x="177" y="266"/>
                  <a:pt x="186" y="266"/>
                </a:cubicBezTo>
                <a:cubicBezTo>
                  <a:pt x="195" y="266"/>
                  <a:pt x="195" y="302"/>
                  <a:pt x="231" y="310"/>
                </a:cubicBezTo>
                <a:cubicBezTo>
                  <a:pt x="257" y="310"/>
                  <a:pt x="302" y="310"/>
                  <a:pt x="302" y="337"/>
                </a:cubicBezTo>
                <a:cubicBezTo>
                  <a:pt x="302" y="363"/>
                  <a:pt x="310" y="399"/>
                  <a:pt x="293" y="399"/>
                </a:cubicBezTo>
                <a:cubicBezTo>
                  <a:pt x="248" y="408"/>
                  <a:pt x="248" y="408"/>
                  <a:pt x="248" y="408"/>
                </a:cubicBezTo>
                <a:cubicBezTo>
                  <a:pt x="213" y="399"/>
                  <a:pt x="222" y="372"/>
                  <a:pt x="239" y="372"/>
                </a:cubicBezTo>
                <a:cubicBezTo>
                  <a:pt x="248" y="372"/>
                  <a:pt x="257" y="372"/>
                  <a:pt x="257" y="372"/>
                </a:cubicBezTo>
                <a:cubicBezTo>
                  <a:pt x="257" y="337"/>
                  <a:pt x="257" y="337"/>
                  <a:pt x="257" y="337"/>
                </a:cubicBezTo>
                <a:cubicBezTo>
                  <a:pt x="257" y="337"/>
                  <a:pt x="195" y="328"/>
                  <a:pt x="186" y="372"/>
                </a:cubicBezTo>
                <a:cubicBezTo>
                  <a:pt x="186" y="417"/>
                  <a:pt x="195" y="434"/>
                  <a:pt x="195" y="434"/>
                </a:cubicBezTo>
                <a:cubicBezTo>
                  <a:pt x="204" y="443"/>
                  <a:pt x="213" y="452"/>
                  <a:pt x="293" y="452"/>
                </a:cubicBezTo>
                <a:cubicBezTo>
                  <a:pt x="408" y="452"/>
                  <a:pt x="364" y="115"/>
                  <a:pt x="364" y="80"/>
                </a:cubicBezTo>
                <a:close/>
                <a:moveTo>
                  <a:pt x="319" y="231"/>
                </a:moveTo>
                <a:lnTo>
                  <a:pt x="319" y="231"/>
                </a:lnTo>
                <a:cubicBezTo>
                  <a:pt x="319" y="240"/>
                  <a:pt x="302" y="222"/>
                  <a:pt x="284" y="222"/>
                </a:cubicBezTo>
                <a:cubicBezTo>
                  <a:pt x="266" y="222"/>
                  <a:pt x="248" y="231"/>
                  <a:pt x="248" y="231"/>
                </a:cubicBezTo>
                <a:cubicBezTo>
                  <a:pt x="239" y="222"/>
                  <a:pt x="248" y="177"/>
                  <a:pt x="284" y="177"/>
                </a:cubicBezTo>
                <a:cubicBezTo>
                  <a:pt x="310" y="177"/>
                  <a:pt x="329" y="231"/>
                  <a:pt x="319" y="231"/>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1" name="Freeform 57">
            <a:extLst>
              <a:ext uri="{FF2B5EF4-FFF2-40B4-BE49-F238E27FC236}">
                <a16:creationId xmlns:a16="http://schemas.microsoft.com/office/drawing/2014/main" id="{462F0393-E4FD-519F-7FBB-EF91C8BB54A7}"/>
              </a:ext>
            </a:extLst>
          </p:cNvPr>
          <p:cNvSpPr>
            <a:spLocks noChangeArrowheads="1"/>
          </p:cNvSpPr>
          <p:nvPr/>
        </p:nvSpPr>
        <p:spPr bwMode="auto">
          <a:xfrm>
            <a:off x="2826687" y="3202241"/>
            <a:ext cx="75966" cy="75966"/>
          </a:xfrm>
          <a:custGeom>
            <a:avLst/>
            <a:gdLst>
              <a:gd name="T0" fmla="*/ 80 w 81"/>
              <a:gd name="T1" fmla="*/ 71 h 81"/>
              <a:gd name="T2" fmla="*/ 80 w 81"/>
              <a:gd name="T3" fmla="*/ 71 h 81"/>
              <a:gd name="T4" fmla="*/ 80 w 81"/>
              <a:gd name="T5" fmla="*/ 0 h 81"/>
              <a:gd name="T6" fmla="*/ 0 w 81"/>
              <a:gd name="T7" fmla="*/ 80 h 81"/>
              <a:gd name="T8" fmla="*/ 71 w 81"/>
              <a:gd name="T9" fmla="*/ 80 h 81"/>
              <a:gd name="T10" fmla="*/ 80 w 81"/>
              <a:gd name="T11" fmla="*/ 71 h 81"/>
            </a:gdLst>
            <a:ahLst/>
            <a:cxnLst>
              <a:cxn ang="0">
                <a:pos x="T0" y="T1"/>
              </a:cxn>
              <a:cxn ang="0">
                <a:pos x="T2" y="T3"/>
              </a:cxn>
              <a:cxn ang="0">
                <a:pos x="T4" y="T5"/>
              </a:cxn>
              <a:cxn ang="0">
                <a:pos x="T6" y="T7"/>
              </a:cxn>
              <a:cxn ang="0">
                <a:pos x="T8" y="T9"/>
              </a:cxn>
              <a:cxn ang="0">
                <a:pos x="T10" y="T11"/>
              </a:cxn>
            </a:cxnLst>
            <a:rect l="0" t="0" r="r" b="b"/>
            <a:pathLst>
              <a:path w="81" h="81">
                <a:moveTo>
                  <a:pt x="80" y="71"/>
                </a:moveTo>
                <a:lnTo>
                  <a:pt x="80" y="71"/>
                </a:lnTo>
                <a:cubicBezTo>
                  <a:pt x="80" y="62"/>
                  <a:pt x="80" y="0"/>
                  <a:pt x="80" y="0"/>
                </a:cubicBezTo>
                <a:cubicBezTo>
                  <a:pt x="0" y="80"/>
                  <a:pt x="0" y="80"/>
                  <a:pt x="0" y="80"/>
                </a:cubicBezTo>
                <a:cubicBezTo>
                  <a:pt x="0" y="80"/>
                  <a:pt x="54" y="80"/>
                  <a:pt x="71" y="80"/>
                </a:cubicBezTo>
                <a:cubicBezTo>
                  <a:pt x="80" y="80"/>
                  <a:pt x="80" y="80"/>
                  <a:pt x="80" y="71"/>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2" name="Freeform 58">
            <a:extLst>
              <a:ext uri="{FF2B5EF4-FFF2-40B4-BE49-F238E27FC236}">
                <a16:creationId xmlns:a16="http://schemas.microsoft.com/office/drawing/2014/main" id="{DBB80149-D58A-93C1-4CBF-A014171B7D36}"/>
              </a:ext>
            </a:extLst>
          </p:cNvPr>
          <p:cNvSpPr>
            <a:spLocks noChangeArrowheads="1"/>
          </p:cNvSpPr>
          <p:nvPr/>
        </p:nvSpPr>
        <p:spPr bwMode="auto">
          <a:xfrm>
            <a:off x="5634582" y="1277791"/>
            <a:ext cx="461418" cy="455791"/>
          </a:xfrm>
          <a:custGeom>
            <a:avLst/>
            <a:gdLst>
              <a:gd name="T0" fmla="*/ 240 w 480"/>
              <a:gd name="T1" fmla="*/ 0 h 471"/>
              <a:gd name="T2" fmla="*/ 240 w 480"/>
              <a:gd name="T3" fmla="*/ 0 h 471"/>
              <a:gd name="T4" fmla="*/ 0 w 480"/>
              <a:gd name="T5" fmla="*/ 231 h 471"/>
              <a:gd name="T6" fmla="*/ 240 w 480"/>
              <a:gd name="T7" fmla="*/ 470 h 471"/>
              <a:gd name="T8" fmla="*/ 479 w 480"/>
              <a:gd name="T9" fmla="*/ 231 h 471"/>
              <a:gd name="T10" fmla="*/ 240 w 480"/>
              <a:gd name="T11" fmla="*/ 0 h 471"/>
              <a:gd name="T12" fmla="*/ 346 w 480"/>
              <a:gd name="T13" fmla="*/ 187 h 471"/>
              <a:gd name="T14" fmla="*/ 346 w 480"/>
              <a:gd name="T15" fmla="*/ 187 h 471"/>
              <a:gd name="T16" fmla="*/ 249 w 480"/>
              <a:gd name="T17" fmla="*/ 338 h 471"/>
              <a:gd name="T18" fmla="*/ 195 w 480"/>
              <a:gd name="T19" fmla="*/ 319 h 471"/>
              <a:gd name="T20" fmla="*/ 160 w 480"/>
              <a:gd name="T21" fmla="*/ 195 h 471"/>
              <a:gd name="T22" fmla="*/ 134 w 480"/>
              <a:gd name="T23" fmla="*/ 204 h 471"/>
              <a:gd name="T24" fmla="*/ 124 w 480"/>
              <a:gd name="T25" fmla="*/ 195 h 471"/>
              <a:gd name="T26" fmla="*/ 195 w 480"/>
              <a:gd name="T27" fmla="*/ 142 h 471"/>
              <a:gd name="T28" fmla="*/ 231 w 480"/>
              <a:gd name="T29" fmla="*/ 222 h 471"/>
              <a:gd name="T30" fmla="*/ 249 w 480"/>
              <a:gd name="T31" fmla="*/ 266 h 471"/>
              <a:gd name="T32" fmla="*/ 284 w 480"/>
              <a:gd name="T33" fmla="*/ 222 h 471"/>
              <a:gd name="T34" fmla="*/ 258 w 480"/>
              <a:gd name="T35" fmla="*/ 195 h 471"/>
              <a:gd name="T36" fmla="*/ 346 w 480"/>
              <a:gd name="T37" fmla="*/ 187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0" h="471">
                <a:moveTo>
                  <a:pt x="240" y="0"/>
                </a:moveTo>
                <a:lnTo>
                  <a:pt x="240" y="0"/>
                </a:lnTo>
                <a:cubicBezTo>
                  <a:pt x="107" y="0"/>
                  <a:pt x="0" y="107"/>
                  <a:pt x="0" y="231"/>
                </a:cubicBezTo>
                <a:cubicBezTo>
                  <a:pt x="0" y="363"/>
                  <a:pt x="107" y="470"/>
                  <a:pt x="240" y="470"/>
                </a:cubicBezTo>
                <a:cubicBezTo>
                  <a:pt x="372" y="470"/>
                  <a:pt x="479" y="363"/>
                  <a:pt x="479" y="231"/>
                </a:cubicBezTo>
                <a:cubicBezTo>
                  <a:pt x="479" y="107"/>
                  <a:pt x="372" y="0"/>
                  <a:pt x="240" y="0"/>
                </a:cubicBezTo>
                <a:close/>
                <a:moveTo>
                  <a:pt x="346" y="187"/>
                </a:moveTo>
                <a:lnTo>
                  <a:pt x="346" y="187"/>
                </a:lnTo>
                <a:cubicBezTo>
                  <a:pt x="337" y="257"/>
                  <a:pt x="266" y="319"/>
                  <a:pt x="249" y="338"/>
                </a:cubicBezTo>
                <a:cubicBezTo>
                  <a:pt x="222" y="346"/>
                  <a:pt x="205" y="328"/>
                  <a:pt x="195" y="319"/>
                </a:cubicBezTo>
                <a:cubicBezTo>
                  <a:pt x="187" y="301"/>
                  <a:pt x="169" y="204"/>
                  <a:pt x="160" y="195"/>
                </a:cubicBezTo>
                <a:cubicBezTo>
                  <a:pt x="151" y="195"/>
                  <a:pt x="134" y="204"/>
                  <a:pt x="134" y="204"/>
                </a:cubicBezTo>
                <a:cubicBezTo>
                  <a:pt x="124" y="195"/>
                  <a:pt x="124" y="195"/>
                  <a:pt x="124" y="195"/>
                </a:cubicBezTo>
                <a:cubicBezTo>
                  <a:pt x="124" y="195"/>
                  <a:pt x="160" y="151"/>
                  <a:pt x="195" y="142"/>
                </a:cubicBezTo>
                <a:cubicBezTo>
                  <a:pt x="222" y="134"/>
                  <a:pt x="222" y="187"/>
                  <a:pt x="231" y="222"/>
                </a:cubicBezTo>
                <a:cubicBezTo>
                  <a:pt x="240" y="248"/>
                  <a:pt x="240" y="266"/>
                  <a:pt x="249" y="266"/>
                </a:cubicBezTo>
                <a:cubicBezTo>
                  <a:pt x="258" y="266"/>
                  <a:pt x="266" y="248"/>
                  <a:pt x="284" y="222"/>
                </a:cubicBezTo>
                <a:cubicBezTo>
                  <a:pt x="293" y="204"/>
                  <a:pt x="275" y="178"/>
                  <a:pt x="258" y="195"/>
                </a:cubicBezTo>
                <a:cubicBezTo>
                  <a:pt x="266" y="134"/>
                  <a:pt x="364" y="116"/>
                  <a:pt x="346" y="187"/>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3" name="Freeform 59">
            <a:extLst>
              <a:ext uri="{FF2B5EF4-FFF2-40B4-BE49-F238E27FC236}">
                <a16:creationId xmlns:a16="http://schemas.microsoft.com/office/drawing/2014/main" id="{620DC164-DC03-4D62-D344-9993A98A9D6B}"/>
              </a:ext>
            </a:extLst>
          </p:cNvPr>
          <p:cNvSpPr>
            <a:spLocks noChangeArrowheads="1"/>
          </p:cNvSpPr>
          <p:nvPr/>
        </p:nvSpPr>
        <p:spPr bwMode="auto">
          <a:xfrm>
            <a:off x="3727014" y="1277791"/>
            <a:ext cx="461418" cy="455791"/>
          </a:xfrm>
          <a:custGeom>
            <a:avLst/>
            <a:gdLst>
              <a:gd name="T0" fmla="*/ 239 w 479"/>
              <a:gd name="T1" fmla="*/ 0 h 471"/>
              <a:gd name="T2" fmla="*/ 239 w 479"/>
              <a:gd name="T3" fmla="*/ 0 h 471"/>
              <a:gd name="T4" fmla="*/ 0 w 479"/>
              <a:gd name="T5" fmla="*/ 231 h 471"/>
              <a:gd name="T6" fmla="*/ 239 w 479"/>
              <a:gd name="T7" fmla="*/ 470 h 471"/>
              <a:gd name="T8" fmla="*/ 478 w 479"/>
              <a:gd name="T9" fmla="*/ 231 h 471"/>
              <a:gd name="T10" fmla="*/ 239 w 479"/>
              <a:gd name="T11" fmla="*/ 0 h 471"/>
              <a:gd name="T12" fmla="*/ 177 w 479"/>
              <a:gd name="T13" fmla="*/ 284 h 471"/>
              <a:gd name="T14" fmla="*/ 177 w 479"/>
              <a:gd name="T15" fmla="*/ 284 h 471"/>
              <a:gd name="T16" fmla="*/ 124 w 479"/>
              <a:gd name="T17" fmla="*/ 231 h 471"/>
              <a:gd name="T18" fmla="*/ 177 w 479"/>
              <a:gd name="T19" fmla="*/ 187 h 471"/>
              <a:gd name="T20" fmla="*/ 221 w 479"/>
              <a:gd name="T21" fmla="*/ 231 h 471"/>
              <a:gd name="T22" fmla="*/ 177 w 479"/>
              <a:gd name="T23" fmla="*/ 284 h 471"/>
              <a:gd name="T24" fmla="*/ 300 w 479"/>
              <a:gd name="T25" fmla="*/ 284 h 471"/>
              <a:gd name="T26" fmla="*/ 300 w 479"/>
              <a:gd name="T27" fmla="*/ 284 h 471"/>
              <a:gd name="T28" fmla="*/ 256 w 479"/>
              <a:gd name="T29" fmla="*/ 231 h 471"/>
              <a:gd name="T30" fmla="*/ 300 w 479"/>
              <a:gd name="T31" fmla="*/ 187 h 471"/>
              <a:gd name="T32" fmla="*/ 354 w 479"/>
              <a:gd name="T33" fmla="*/ 231 h 471"/>
              <a:gd name="T34" fmla="*/ 300 w 479"/>
              <a:gd name="T35" fmla="*/ 284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79" h="471">
                <a:moveTo>
                  <a:pt x="239" y="0"/>
                </a:moveTo>
                <a:lnTo>
                  <a:pt x="239" y="0"/>
                </a:lnTo>
                <a:cubicBezTo>
                  <a:pt x="106" y="0"/>
                  <a:pt x="0" y="107"/>
                  <a:pt x="0" y="231"/>
                </a:cubicBezTo>
                <a:cubicBezTo>
                  <a:pt x="0" y="363"/>
                  <a:pt x="106" y="470"/>
                  <a:pt x="239" y="470"/>
                </a:cubicBezTo>
                <a:cubicBezTo>
                  <a:pt x="372" y="470"/>
                  <a:pt x="478" y="363"/>
                  <a:pt x="478" y="231"/>
                </a:cubicBezTo>
                <a:cubicBezTo>
                  <a:pt x="478" y="107"/>
                  <a:pt x="372" y="0"/>
                  <a:pt x="239" y="0"/>
                </a:cubicBezTo>
                <a:close/>
                <a:moveTo>
                  <a:pt x="177" y="284"/>
                </a:moveTo>
                <a:lnTo>
                  <a:pt x="177" y="284"/>
                </a:lnTo>
                <a:cubicBezTo>
                  <a:pt x="150" y="284"/>
                  <a:pt x="124" y="266"/>
                  <a:pt x="124" y="231"/>
                </a:cubicBezTo>
                <a:cubicBezTo>
                  <a:pt x="124" y="204"/>
                  <a:pt x="150" y="187"/>
                  <a:pt x="177" y="187"/>
                </a:cubicBezTo>
                <a:cubicBezTo>
                  <a:pt x="203" y="187"/>
                  <a:pt x="221" y="204"/>
                  <a:pt x="221" y="231"/>
                </a:cubicBezTo>
                <a:cubicBezTo>
                  <a:pt x="221" y="266"/>
                  <a:pt x="203" y="284"/>
                  <a:pt x="177" y="284"/>
                </a:cubicBezTo>
                <a:close/>
                <a:moveTo>
                  <a:pt x="300" y="284"/>
                </a:moveTo>
                <a:lnTo>
                  <a:pt x="300" y="284"/>
                </a:lnTo>
                <a:cubicBezTo>
                  <a:pt x="275" y="284"/>
                  <a:pt x="256" y="266"/>
                  <a:pt x="256" y="231"/>
                </a:cubicBezTo>
                <a:cubicBezTo>
                  <a:pt x="256" y="204"/>
                  <a:pt x="275" y="187"/>
                  <a:pt x="300" y="187"/>
                </a:cubicBezTo>
                <a:cubicBezTo>
                  <a:pt x="328" y="187"/>
                  <a:pt x="354" y="204"/>
                  <a:pt x="354" y="231"/>
                </a:cubicBezTo>
                <a:cubicBezTo>
                  <a:pt x="354" y="266"/>
                  <a:pt x="328" y="284"/>
                  <a:pt x="300" y="284"/>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4" name="Freeform 60">
            <a:extLst>
              <a:ext uri="{FF2B5EF4-FFF2-40B4-BE49-F238E27FC236}">
                <a16:creationId xmlns:a16="http://schemas.microsoft.com/office/drawing/2014/main" id="{4DEB2B42-412F-6787-F42B-7737FE4197A8}"/>
              </a:ext>
            </a:extLst>
          </p:cNvPr>
          <p:cNvSpPr>
            <a:spLocks noChangeArrowheads="1"/>
          </p:cNvSpPr>
          <p:nvPr/>
        </p:nvSpPr>
        <p:spPr bwMode="auto">
          <a:xfrm>
            <a:off x="3769218" y="3219122"/>
            <a:ext cx="377012" cy="379826"/>
          </a:xfrm>
          <a:custGeom>
            <a:avLst/>
            <a:gdLst>
              <a:gd name="T0" fmla="*/ 89 w 391"/>
              <a:gd name="T1" fmla="*/ 160 h 399"/>
              <a:gd name="T2" fmla="*/ 89 w 391"/>
              <a:gd name="T3" fmla="*/ 160 h 399"/>
              <a:gd name="T4" fmla="*/ 133 w 391"/>
              <a:gd name="T5" fmla="*/ 88 h 399"/>
              <a:gd name="T6" fmla="*/ 186 w 391"/>
              <a:gd name="T7" fmla="*/ 88 h 399"/>
              <a:gd name="T8" fmla="*/ 186 w 391"/>
              <a:gd name="T9" fmla="*/ 150 h 399"/>
              <a:gd name="T10" fmla="*/ 186 w 391"/>
              <a:gd name="T11" fmla="*/ 150 h 399"/>
              <a:gd name="T12" fmla="*/ 195 w 391"/>
              <a:gd name="T13" fmla="*/ 160 h 399"/>
              <a:gd name="T14" fmla="*/ 195 w 391"/>
              <a:gd name="T15" fmla="*/ 150 h 399"/>
              <a:gd name="T16" fmla="*/ 354 w 391"/>
              <a:gd name="T17" fmla="*/ 0 h 399"/>
              <a:gd name="T18" fmla="*/ 248 w 391"/>
              <a:gd name="T19" fmla="*/ 0 h 399"/>
              <a:gd name="T20" fmla="*/ 133 w 391"/>
              <a:gd name="T21" fmla="*/ 0 h 399"/>
              <a:gd name="T22" fmla="*/ 0 w 391"/>
              <a:gd name="T23" fmla="*/ 150 h 399"/>
              <a:gd name="T24" fmla="*/ 0 w 391"/>
              <a:gd name="T25" fmla="*/ 354 h 399"/>
              <a:gd name="T26" fmla="*/ 89 w 391"/>
              <a:gd name="T27" fmla="*/ 266 h 399"/>
              <a:gd name="T28" fmla="*/ 89 w 391"/>
              <a:gd name="T29" fmla="*/ 160 h 399"/>
              <a:gd name="T30" fmla="*/ 301 w 391"/>
              <a:gd name="T31" fmla="*/ 132 h 399"/>
              <a:gd name="T32" fmla="*/ 301 w 391"/>
              <a:gd name="T33" fmla="*/ 132 h 399"/>
              <a:gd name="T34" fmla="*/ 301 w 391"/>
              <a:gd name="T35" fmla="*/ 239 h 399"/>
              <a:gd name="T36" fmla="*/ 256 w 391"/>
              <a:gd name="T37" fmla="*/ 310 h 399"/>
              <a:gd name="T38" fmla="*/ 203 w 391"/>
              <a:gd name="T39" fmla="*/ 310 h 399"/>
              <a:gd name="T40" fmla="*/ 203 w 391"/>
              <a:gd name="T41" fmla="*/ 248 h 399"/>
              <a:gd name="T42" fmla="*/ 203 w 391"/>
              <a:gd name="T43" fmla="*/ 248 h 399"/>
              <a:gd name="T44" fmla="*/ 195 w 391"/>
              <a:gd name="T45" fmla="*/ 239 h 399"/>
              <a:gd name="T46" fmla="*/ 195 w 391"/>
              <a:gd name="T47" fmla="*/ 239 h 399"/>
              <a:gd name="T48" fmla="*/ 35 w 391"/>
              <a:gd name="T49" fmla="*/ 398 h 399"/>
              <a:gd name="T50" fmla="*/ 142 w 391"/>
              <a:gd name="T51" fmla="*/ 398 h 399"/>
              <a:gd name="T52" fmla="*/ 256 w 391"/>
              <a:gd name="T53" fmla="*/ 398 h 399"/>
              <a:gd name="T54" fmla="*/ 390 w 391"/>
              <a:gd name="T55" fmla="*/ 248 h 399"/>
              <a:gd name="T56" fmla="*/ 390 w 391"/>
              <a:gd name="T57" fmla="*/ 44 h 399"/>
              <a:gd name="T58" fmla="*/ 301 w 391"/>
              <a:gd name="T59" fmla="*/ 132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1" h="399">
                <a:moveTo>
                  <a:pt x="89" y="160"/>
                </a:moveTo>
                <a:lnTo>
                  <a:pt x="89" y="160"/>
                </a:lnTo>
                <a:cubicBezTo>
                  <a:pt x="89" y="124"/>
                  <a:pt x="97" y="97"/>
                  <a:pt x="133" y="88"/>
                </a:cubicBezTo>
                <a:cubicBezTo>
                  <a:pt x="142" y="88"/>
                  <a:pt x="168" y="88"/>
                  <a:pt x="186" y="88"/>
                </a:cubicBezTo>
                <a:cubicBezTo>
                  <a:pt x="186" y="150"/>
                  <a:pt x="186" y="150"/>
                  <a:pt x="186" y="150"/>
                </a:cubicBezTo>
                <a:lnTo>
                  <a:pt x="186" y="150"/>
                </a:lnTo>
                <a:cubicBezTo>
                  <a:pt x="186" y="160"/>
                  <a:pt x="195" y="160"/>
                  <a:pt x="195" y="160"/>
                </a:cubicBezTo>
                <a:cubicBezTo>
                  <a:pt x="195" y="160"/>
                  <a:pt x="195" y="160"/>
                  <a:pt x="195" y="150"/>
                </a:cubicBezTo>
                <a:cubicBezTo>
                  <a:pt x="354" y="0"/>
                  <a:pt x="354" y="0"/>
                  <a:pt x="354" y="0"/>
                </a:cubicBezTo>
                <a:cubicBezTo>
                  <a:pt x="248" y="0"/>
                  <a:pt x="248" y="0"/>
                  <a:pt x="248" y="0"/>
                </a:cubicBezTo>
                <a:cubicBezTo>
                  <a:pt x="133" y="0"/>
                  <a:pt x="133" y="0"/>
                  <a:pt x="133" y="0"/>
                </a:cubicBezTo>
                <a:cubicBezTo>
                  <a:pt x="44" y="0"/>
                  <a:pt x="0" y="53"/>
                  <a:pt x="0" y="150"/>
                </a:cubicBezTo>
                <a:cubicBezTo>
                  <a:pt x="0" y="354"/>
                  <a:pt x="0" y="354"/>
                  <a:pt x="0" y="354"/>
                </a:cubicBezTo>
                <a:cubicBezTo>
                  <a:pt x="89" y="266"/>
                  <a:pt x="89" y="266"/>
                  <a:pt x="89" y="266"/>
                </a:cubicBezTo>
                <a:lnTo>
                  <a:pt x="89" y="160"/>
                </a:lnTo>
                <a:close/>
                <a:moveTo>
                  <a:pt x="301" y="132"/>
                </a:moveTo>
                <a:lnTo>
                  <a:pt x="301" y="132"/>
                </a:lnTo>
                <a:cubicBezTo>
                  <a:pt x="301" y="239"/>
                  <a:pt x="301" y="239"/>
                  <a:pt x="301" y="239"/>
                </a:cubicBezTo>
                <a:cubicBezTo>
                  <a:pt x="301" y="275"/>
                  <a:pt x="293" y="301"/>
                  <a:pt x="256" y="310"/>
                </a:cubicBezTo>
                <a:cubicBezTo>
                  <a:pt x="248" y="310"/>
                  <a:pt x="221" y="310"/>
                  <a:pt x="203" y="310"/>
                </a:cubicBezTo>
                <a:cubicBezTo>
                  <a:pt x="203" y="248"/>
                  <a:pt x="203" y="248"/>
                  <a:pt x="203" y="248"/>
                </a:cubicBezTo>
                <a:lnTo>
                  <a:pt x="203" y="248"/>
                </a:lnTo>
                <a:cubicBezTo>
                  <a:pt x="203" y="239"/>
                  <a:pt x="195" y="239"/>
                  <a:pt x="195" y="239"/>
                </a:cubicBezTo>
                <a:lnTo>
                  <a:pt x="195" y="239"/>
                </a:lnTo>
                <a:cubicBezTo>
                  <a:pt x="35" y="398"/>
                  <a:pt x="35" y="398"/>
                  <a:pt x="35" y="398"/>
                </a:cubicBezTo>
                <a:cubicBezTo>
                  <a:pt x="142" y="398"/>
                  <a:pt x="142" y="398"/>
                  <a:pt x="142" y="398"/>
                </a:cubicBezTo>
                <a:cubicBezTo>
                  <a:pt x="256" y="398"/>
                  <a:pt x="256" y="398"/>
                  <a:pt x="256" y="398"/>
                </a:cubicBezTo>
                <a:cubicBezTo>
                  <a:pt x="346" y="398"/>
                  <a:pt x="390" y="345"/>
                  <a:pt x="390" y="248"/>
                </a:cubicBezTo>
                <a:cubicBezTo>
                  <a:pt x="390" y="44"/>
                  <a:pt x="390" y="44"/>
                  <a:pt x="390" y="44"/>
                </a:cubicBezTo>
                <a:lnTo>
                  <a:pt x="301" y="132"/>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5" name="Freeform 61">
            <a:extLst>
              <a:ext uri="{FF2B5EF4-FFF2-40B4-BE49-F238E27FC236}">
                <a16:creationId xmlns:a16="http://schemas.microsoft.com/office/drawing/2014/main" id="{D4B67827-F843-B8ED-EED8-351D8884D03F}"/>
              </a:ext>
            </a:extLst>
          </p:cNvPr>
          <p:cNvSpPr>
            <a:spLocks noChangeArrowheads="1"/>
          </p:cNvSpPr>
          <p:nvPr/>
        </p:nvSpPr>
        <p:spPr bwMode="auto">
          <a:xfrm>
            <a:off x="7530166" y="4070049"/>
            <a:ext cx="472672" cy="478299"/>
          </a:xfrm>
          <a:custGeom>
            <a:avLst/>
            <a:gdLst>
              <a:gd name="T0" fmla="*/ 433 w 496"/>
              <a:gd name="T1" fmla="*/ 311 h 498"/>
              <a:gd name="T2" fmla="*/ 433 w 496"/>
              <a:gd name="T3" fmla="*/ 311 h 498"/>
              <a:gd name="T4" fmla="*/ 372 w 496"/>
              <a:gd name="T5" fmla="*/ 320 h 498"/>
              <a:gd name="T6" fmla="*/ 106 w 496"/>
              <a:gd name="T7" fmla="*/ 409 h 498"/>
              <a:gd name="T8" fmla="*/ 123 w 496"/>
              <a:gd name="T9" fmla="*/ 417 h 498"/>
              <a:gd name="T10" fmla="*/ 442 w 496"/>
              <a:gd name="T11" fmla="*/ 364 h 498"/>
              <a:gd name="T12" fmla="*/ 433 w 496"/>
              <a:gd name="T13" fmla="*/ 311 h 498"/>
              <a:gd name="T14" fmla="*/ 132 w 496"/>
              <a:gd name="T15" fmla="*/ 293 h 498"/>
              <a:gd name="T16" fmla="*/ 132 w 496"/>
              <a:gd name="T17" fmla="*/ 293 h 498"/>
              <a:gd name="T18" fmla="*/ 186 w 496"/>
              <a:gd name="T19" fmla="*/ 19 h 498"/>
              <a:gd name="T20" fmla="*/ 159 w 496"/>
              <a:gd name="T21" fmla="*/ 28 h 498"/>
              <a:gd name="T22" fmla="*/ 53 w 496"/>
              <a:gd name="T23" fmla="*/ 328 h 498"/>
              <a:gd name="T24" fmla="*/ 106 w 496"/>
              <a:gd name="T25" fmla="*/ 347 h 498"/>
              <a:gd name="T26" fmla="*/ 132 w 496"/>
              <a:gd name="T27" fmla="*/ 293 h 498"/>
              <a:gd name="T28" fmla="*/ 274 w 496"/>
              <a:gd name="T29" fmla="*/ 9 h 498"/>
              <a:gd name="T30" fmla="*/ 274 w 496"/>
              <a:gd name="T31" fmla="*/ 9 h 498"/>
              <a:gd name="T32" fmla="*/ 239 w 496"/>
              <a:gd name="T33" fmla="*/ 45 h 498"/>
              <a:gd name="T34" fmla="*/ 274 w 496"/>
              <a:gd name="T35" fmla="*/ 90 h 498"/>
              <a:gd name="T36" fmla="*/ 478 w 496"/>
              <a:gd name="T37" fmla="*/ 275 h 498"/>
              <a:gd name="T38" fmla="*/ 487 w 496"/>
              <a:gd name="T39" fmla="*/ 258 h 498"/>
              <a:gd name="T40" fmla="*/ 274 w 496"/>
              <a:gd name="T41" fmla="*/ 9 h 498"/>
              <a:gd name="T42" fmla="*/ 176 w 496"/>
              <a:gd name="T43" fmla="*/ 249 h 498"/>
              <a:gd name="T44" fmla="*/ 176 w 496"/>
              <a:gd name="T45" fmla="*/ 249 h 498"/>
              <a:gd name="T46" fmla="*/ 176 w 496"/>
              <a:gd name="T47" fmla="*/ 284 h 498"/>
              <a:gd name="T48" fmla="*/ 195 w 496"/>
              <a:gd name="T49" fmla="*/ 267 h 498"/>
              <a:gd name="T50" fmla="*/ 203 w 496"/>
              <a:gd name="T51" fmla="*/ 293 h 498"/>
              <a:gd name="T52" fmla="*/ 195 w 496"/>
              <a:gd name="T53" fmla="*/ 303 h 498"/>
              <a:gd name="T54" fmla="*/ 221 w 496"/>
              <a:gd name="T55" fmla="*/ 320 h 498"/>
              <a:gd name="T56" fmla="*/ 257 w 496"/>
              <a:gd name="T57" fmla="*/ 311 h 498"/>
              <a:gd name="T58" fmla="*/ 257 w 496"/>
              <a:gd name="T59" fmla="*/ 311 h 498"/>
              <a:gd name="T60" fmla="*/ 292 w 496"/>
              <a:gd name="T61" fmla="*/ 320 h 498"/>
              <a:gd name="T62" fmla="*/ 319 w 496"/>
              <a:gd name="T63" fmla="*/ 303 h 498"/>
              <a:gd name="T64" fmla="*/ 310 w 496"/>
              <a:gd name="T65" fmla="*/ 293 h 498"/>
              <a:gd name="T66" fmla="*/ 319 w 496"/>
              <a:gd name="T67" fmla="*/ 267 h 498"/>
              <a:gd name="T68" fmla="*/ 336 w 496"/>
              <a:gd name="T69" fmla="*/ 284 h 498"/>
              <a:gd name="T70" fmla="*/ 336 w 496"/>
              <a:gd name="T71" fmla="*/ 249 h 498"/>
              <a:gd name="T72" fmla="*/ 319 w 496"/>
              <a:gd name="T73" fmla="*/ 222 h 498"/>
              <a:gd name="T74" fmla="*/ 319 w 496"/>
              <a:gd name="T75" fmla="*/ 222 h 498"/>
              <a:gd name="T76" fmla="*/ 310 w 496"/>
              <a:gd name="T77" fmla="*/ 213 h 498"/>
              <a:gd name="T78" fmla="*/ 310 w 496"/>
              <a:gd name="T79" fmla="*/ 213 h 498"/>
              <a:gd name="T80" fmla="*/ 310 w 496"/>
              <a:gd name="T81" fmla="*/ 205 h 498"/>
              <a:gd name="T82" fmla="*/ 257 w 496"/>
              <a:gd name="T83" fmla="*/ 151 h 498"/>
              <a:gd name="T84" fmla="*/ 203 w 496"/>
              <a:gd name="T85" fmla="*/ 205 h 498"/>
              <a:gd name="T86" fmla="*/ 203 w 496"/>
              <a:gd name="T87" fmla="*/ 213 h 498"/>
              <a:gd name="T88" fmla="*/ 203 w 496"/>
              <a:gd name="T89" fmla="*/ 213 h 498"/>
              <a:gd name="T90" fmla="*/ 195 w 496"/>
              <a:gd name="T91" fmla="*/ 222 h 498"/>
              <a:gd name="T92" fmla="*/ 195 w 496"/>
              <a:gd name="T93" fmla="*/ 222 h 498"/>
              <a:gd name="T94" fmla="*/ 176 w 496"/>
              <a:gd name="T95" fmla="*/ 249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96" h="498">
                <a:moveTo>
                  <a:pt x="433" y="311"/>
                </a:moveTo>
                <a:lnTo>
                  <a:pt x="433" y="311"/>
                </a:lnTo>
                <a:cubicBezTo>
                  <a:pt x="416" y="293"/>
                  <a:pt x="389" y="293"/>
                  <a:pt x="372" y="320"/>
                </a:cubicBezTo>
                <a:cubicBezTo>
                  <a:pt x="363" y="338"/>
                  <a:pt x="266" y="453"/>
                  <a:pt x="106" y="409"/>
                </a:cubicBezTo>
                <a:cubicBezTo>
                  <a:pt x="115" y="409"/>
                  <a:pt x="123" y="417"/>
                  <a:pt x="123" y="417"/>
                </a:cubicBezTo>
                <a:cubicBezTo>
                  <a:pt x="230" y="497"/>
                  <a:pt x="372" y="470"/>
                  <a:pt x="442" y="364"/>
                </a:cubicBezTo>
                <a:cubicBezTo>
                  <a:pt x="460" y="347"/>
                  <a:pt x="451" y="320"/>
                  <a:pt x="433" y="311"/>
                </a:cubicBezTo>
                <a:close/>
                <a:moveTo>
                  <a:pt x="132" y="293"/>
                </a:moveTo>
                <a:lnTo>
                  <a:pt x="132" y="293"/>
                </a:lnTo>
                <a:cubicBezTo>
                  <a:pt x="115" y="275"/>
                  <a:pt x="62" y="134"/>
                  <a:pt x="186" y="19"/>
                </a:cubicBezTo>
                <a:cubicBezTo>
                  <a:pt x="176" y="19"/>
                  <a:pt x="168" y="28"/>
                  <a:pt x="159" y="28"/>
                </a:cubicBezTo>
                <a:cubicBezTo>
                  <a:pt x="44" y="81"/>
                  <a:pt x="0" y="213"/>
                  <a:pt x="53" y="328"/>
                </a:cubicBezTo>
                <a:cubicBezTo>
                  <a:pt x="62" y="356"/>
                  <a:pt x="88" y="356"/>
                  <a:pt x="106" y="347"/>
                </a:cubicBezTo>
                <a:cubicBezTo>
                  <a:pt x="123" y="338"/>
                  <a:pt x="141" y="320"/>
                  <a:pt x="132" y="293"/>
                </a:cubicBezTo>
                <a:close/>
                <a:moveTo>
                  <a:pt x="274" y="9"/>
                </a:moveTo>
                <a:lnTo>
                  <a:pt x="274" y="9"/>
                </a:lnTo>
                <a:cubicBezTo>
                  <a:pt x="257" y="0"/>
                  <a:pt x="239" y="19"/>
                  <a:pt x="239" y="45"/>
                </a:cubicBezTo>
                <a:cubicBezTo>
                  <a:pt x="230" y="72"/>
                  <a:pt x="248" y="90"/>
                  <a:pt x="274" y="90"/>
                </a:cubicBezTo>
                <a:cubicBezTo>
                  <a:pt x="292" y="98"/>
                  <a:pt x="442" y="116"/>
                  <a:pt x="478" y="275"/>
                </a:cubicBezTo>
                <a:cubicBezTo>
                  <a:pt x="487" y="267"/>
                  <a:pt x="487" y="267"/>
                  <a:pt x="487" y="258"/>
                </a:cubicBezTo>
                <a:cubicBezTo>
                  <a:pt x="495" y="134"/>
                  <a:pt x="407" y="19"/>
                  <a:pt x="274" y="9"/>
                </a:cubicBezTo>
                <a:close/>
                <a:moveTo>
                  <a:pt x="176" y="249"/>
                </a:moveTo>
                <a:lnTo>
                  <a:pt x="176" y="249"/>
                </a:lnTo>
                <a:cubicBezTo>
                  <a:pt x="176" y="267"/>
                  <a:pt x="176" y="275"/>
                  <a:pt x="176" y="284"/>
                </a:cubicBezTo>
                <a:cubicBezTo>
                  <a:pt x="186" y="284"/>
                  <a:pt x="186" y="275"/>
                  <a:pt x="195" y="267"/>
                </a:cubicBezTo>
                <a:cubicBezTo>
                  <a:pt x="195" y="275"/>
                  <a:pt x="203" y="284"/>
                  <a:pt x="203" y="293"/>
                </a:cubicBezTo>
                <a:lnTo>
                  <a:pt x="195" y="303"/>
                </a:lnTo>
                <a:cubicBezTo>
                  <a:pt x="195" y="311"/>
                  <a:pt x="212" y="320"/>
                  <a:pt x="221" y="320"/>
                </a:cubicBezTo>
                <a:cubicBezTo>
                  <a:pt x="239" y="320"/>
                  <a:pt x="257" y="320"/>
                  <a:pt x="257" y="311"/>
                </a:cubicBezTo>
                <a:lnTo>
                  <a:pt x="257" y="311"/>
                </a:lnTo>
                <a:cubicBezTo>
                  <a:pt x="266" y="320"/>
                  <a:pt x="274" y="320"/>
                  <a:pt x="292" y="320"/>
                </a:cubicBezTo>
                <a:cubicBezTo>
                  <a:pt x="310" y="320"/>
                  <a:pt x="319" y="311"/>
                  <a:pt x="319" y="303"/>
                </a:cubicBezTo>
                <a:cubicBezTo>
                  <a:pt x="319" y="303"/>
                  <a:pt x="319" y="293"/>
                  <a:pt x="310" y="293"/>
                </a:cubicBezTo>
                <a:cubicBezTo>
                  <a:pt x="319" y="284"/>
                  <a:pt x="319" y="275"/>
                  <a:pt x="319" y="267"/>
                </a:cubicBezTo>
                <a:cubicBezTo>
                  <a:pt x="327" y="275"/>
                  <a:pt x="336" y="284"/>
                  <a:pt x="336" y="284"/>
                </a:cubicBezTo>
                <a:cubicBezTo>
                  <a:pt x="345" y="275"/>
                  <a:pt x="345" y="267"/>
                  <a:pt x="336" y="249"/>
                </a:cubicBezTo>
                <a:cubicBezTo>
                  <a:pt x="327" y="240"/>
                  <a:pt x="319" y="231"/>
                  <a:pt x="319" y="222"/>
                </a:cubicBezTo>
                <a:lnTo>
                  <a:pt x="319" y="222"/>
                </a:lnTo>
                <a:cubicBezTo>
                  <a:pt x="319" y="222"/>
                  <a:pt x="319" y="213"/>
                  <a:pt x="310" y="213"/>
                </a:cubicBezTo>
                <a:lnTo>
                  <a:pt x="310" y="213"/>
                </a:lnTo>
                <a:cubicBezTo>
                  <a:pt x="310" y="205"/>
                  <a:pt x="310" y="205"/>
                  <a:pt x="310" y="205"/>
                </a:cubicBezTo>
                <a:cubicBezTo>
                  <a:pt x="310" y="169"/>
                  <a:pt x="292" y="151"/>
                  <a:pt x="257" y="151"/>
                </a:cubicBezTo>
                <a:cubicBezTo>
                  <a:pt x="221" y="151"/>
                  <a:pt x="203" y="169"/>
                  <a:pt x="203" y="205"/>
                </a:cubicBezTo>
                <a:cubicBezTo>
                  <a:pt x="203" y="205"/>
                  <a:pt x="203" y="205"/>
                  <a:pt x="203" y="213"/>
                </a:cubicBezTo>
                <a:lnTo>
                  <a:pt x="203" y="213"/>
                </a:lnTo>
                <a:lnTo>
                  <a:pt x="195" y="222"/>
                </a:lnTo>
                <a:lnTo>
                  <a:pt x="195" y="222"/>
                </a:lnTo>
                <a:cubicBezTo>
                  <a:pt x="195" y="231"/>
                  <a:pt x="186" y="240"/>
                  <a:pt x="176" y="249"/>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6" name="Freeform 62">
            <a:extLst>
              <a:ext uri="{FF2B5EF4-FFF2-40B4-BE49-F238E27FC236}">
                <a16:creationId xmlns:a16="http://schemas.microsoft.com/office/drawing/2014/main" id="{4DF423D6-924F-3DD9-3736-8626FE9DF45C}"/>
              </a:ext>
            </a:extLst>
          </p:cNvPr>
          <p:cNvSpPr>
            <a:spLocks noChangeArrowheads="1"/>
          </p:cNvSpPr>
          <p:nvPr/>
        </p:nvSpPr>
        <p:spPr bwMode="auto">
          <a:xfrm>
            <a:off x="11340405" y="3168478"/>
            <a:ext cx="495180" cy="469859"/>
          </a:xfrm>
          <a:custGeom>
            <a:avLst/>
            <a:gdLst>
              <a:gd name="T0" fmla="*/ 248 w 515"/>
              <a:gd name="T1" fmla="*/ 434 h 488"/>
              <a:gd name="T2" fmla="*/ 248 w 515"/>
              <a:gd name="T3" fmla="*/ 434 h 488"/>
              <a:gd name="T4" fmla="*/ 266 w 515"/>
              <a:gd name="T5" fmla="*/ 434 h 488"/>
              <a:gd name="T6" fmla="*/ 266 w 515"/>
              <a:gd name="T7" fmla="*/ 487 h 488"/>
              <a:gd name="T8" fmla="*/ 505 w 515"/>
              <a:gd name="T9" fmla="*/ 194 h 488"/>
              <a:gd name="T10" fmla="*/ 231 w 515"/>
              <a:gd name="T11" fmla="*/ 17 h 488"/>
              <a:gd name="T12" fmla="*/ 9 w 515"/>
              <a:gd name="T13" fmla="*/ 257 h 488"/>
              <a:gd name="T14" fmla="*/ 248 w 515"/>
              <a:gd name="T15" fmla="*/ 434 h 488"/>
              <a:gd name="T16" fmla="*/ 399 w 515"/>
              <a:gd name="T17" fmla="*/ 319 h 488"/>
              <a:gd name="T18" fmla="*/ 399 w 515"/>
              <a:gd name="T19" fmla="*/ 319 h 488"/>
              <a:gd name="T20" fmla="*/ 354 w 515"/>
              <a:gd name="T21" fmla="*/ 319 h 488"/>
              <a:gd name="T22" fmla="*/ 354 w 515"/>
              <a:gd name="T23" fmla="*/ 203 h 488"/>
              <a:gd name="T24" fmla="*/ 354 w 515"/>
              <a:gd name="T25" fmla="*/ 185 h 488"/>
              <a:gd name="T26" fmla="*/ 346 w 515"/>
              <a:gd name="T27" fmla="*/ 177 h 488"/>
              <a:gd name="T28" fmla="*/ 337 w 515"/>
              <a:gd name="T29" fmla="*/ 168 h 488"/>
              <a:gd name="T30" fmla="*/ 328 w 515"/>
              <a:gd name="T31" fmla="*/ 168 h 488"/>
              <a:gd name="T32" fmla="*/ 293 w 515"/>
              <a:gd name="T33" fmla="*/ 177 h 488"/>
              <a:gd name="T34" fmla="*/ 284 w 515"/>
              <a:gd name="T35" fmla="*/ 203 h 488"/>
              <a:gd name="T36" fmla="*/ 284 w 515"/>
              <a:gd name="T37" fmla="*/ 319 h 488"/>
              <a:gd name="T38" fmla="*/ 240 w 515"/>
              <a:gd name="T39" fmla="*/ 319 h 488"/>
              <a:gd name="T40" fmla="*/ 240 w 515"/>
              <a:gd name="T41" fmla="*/ 203 h 488"/>
              <a:gd name="T42" fmla="*/ 240 w 515"/>
              <a:gd name="T43" fmla="*/ 185 h 488"/>
              <a:gd name="T44" fmla="*/ 231 w 515"/>
              <a:gd name="T45" fmla="*/ 177 h 488"/>
              <a:gd name="T46" fmla="*/ 222 w 515"/>
              <a:gd name="T47" fmla="*/ 168 h 488"/>
              <a:gd name="T48" fmla="*/ 213 w 515"/>
              <a:gd name="T49" fmla="*/ 168 h 488"/>
              <a:gd name="T50" fmla="*/ 186 w 515"/>
              <a:gd name="T51" fmla="*/ 168 h 488"/>
              <a:gd name="T52" fmla="*/ 178 w 515"/>
              <a:gd name="T53" fmla="*/ 185 h 488"/>
              <a:gd name="T54" fmla="*/ 169 w 515"/>
              <a:gd name="T55" fmla="*/ 194 h 488"/>
              <a:gd name="T56" fmla="*/ 169 w 515"/>
              <a:gd name="T57" fmla="*/ 203 h 488"/>
              <a:gd name="T58" fmla="*/ 169 w 515"/>
              <a:gd name="T59" fmla="*/ 319 h 488"/>
              <a:gd name="T60" fmla="*/ 125 w 515"/>
              <a:gd name="T61" fmla="*/ 319 h 488"/>
              <a:gd name="T62" fmla="*/ 125 w 515"/>
              <a:gd name="T63" fmla="*/ 132 h 488"/>
              <a:gd name="T64" fmla="*/ 169 w 515"/>
              <a:gd name="T65" fmla="*/ 132 h 488"/>
              <a:gd name="T66" fmla="*/ 169 w 515"/>
              <a:gd name="T67" fmla="*/ 150 h 488"/>
              <a:gd name="T68" fmla="*/ 222 w 515"/>
              <a:gd name="T69" fmla="*/ 124 h 488"/>
              <a:gd name="T70" fmla="*/ 257 w 515"/>
              <a:gd name="T71" fmla="*/ 132 h 488"/>
              <a:gd name="T72" fmla="*/ 275 w 515"/>
              <a:gd name="T73" fmla="*/ 150 h 488"/>
              <a:gd name="T74" fmla="*/ 293 w 515"/>
              <a:gd name="T75" fmla="*/ 132 h 488"/>
              <a:gd name="T76" fmla="*/ 328 w 515"/>
              <a:gd name="T77" fmla="*/ 124 h 488"/>
              <a:gd name="T78" fmla="*/ 354 w 515"/>
              <a:gd name="T79" fmla="*/ 132 h 488"/>
              <a:gd name="T80" fmla="*/ 381 w 515"/>
              <a:gd name="T81" fmla="*/ 141 h 488"/>
              <a:gd name="T82" fmla="*/ 390 w 515"/>
              <a:gd name="T83" fmla="*/ 159 h 488"/>
              <a:gd name="T84" fmla="*/ 399 w 515"/>
              <a:gd name="T85" fmla="*/ 185 h 488"/>
              <a:gd name="T86" fmla="*/ 399 w 515"/>
              <a:gd name="T87" fmla="*/ 319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5" h="488">
                <a:moveTo>
                  <a:pt x="248" y="434"/>
                </a:moveTo>
                <a:lnTo>
                  <a:pt x="248" y="434"/>
                </a:lnTo>
                <a:cubicBezTo>
                  <a:pt x="266" y="434"/>
                  <a:pt x="266" y="434"/>
                  <a:pt x="266" y="434"/>
                </a:cubicBezTo>
                <a:cubicBezTo>
                  <a:pt x="266" y="487"/>
                  <a:pt x="266" y="487"/>
                  <a:pt x="266" y="487"/>
                </a:cubicBezTo>
                <a:cubicBezTo>
                  <a:pt x="435" y="469"/>
                  <a:pt x="514" y="310"/>
                  <a:pt x="505" y="194"/>
                </a:cubicBezTo>
                <a:cubicBezTo>
                  <a:pt x="488" y="79"/>
                  <a:pt x="372" y="0"/>
                  <a:pt x="231" y="17"/>
                </a:cubicBezTo>
                <a:cubicBezTo>
                  <a:pt x="97" y="35"/>
                  <a:pt x="0" y="141"/>
                  <a:pt x="9" y="257"/>
                </a:cubicBezTo>
                <a:cubicBezTo>
                  <a:pt x="27" y="354"/>
                  <a:pt x="125" y="434"/>
                  <a:pt x="248" y="434"/>
                </a:cubicBezTo>
                <a:close/>
                <a:moveTo>
                  <a:pt x="399" y="319"/>
                </a:moveTo>
                <a:lnTo>
                  <a:pt x="399" y="319"/>
                </a:lnTo>
                <a:cubicBezTo>
                  <a:pt x="354" y="319"/>
                  <a:pt x="354" y="319"/>
                  <a:pt x="354" y="319"/>
                </a:cubicBezTo>
                <a:cubicBezTo>
                  <a:pt x="354" y="203"/>
                  <a:pt x="354" y="203"/>
                  <a:pt x="354" y="203"/>
                </a:cubicBezTo>
                <a:cubicBezTo>
                  <a:pt x="354" y="194"/>
                  <a:pt x="354" y="185"/>
                  <a:pt x="354" y="185"/>
                </a:cubicBezTo>
                <a:lnTo>
                  <a:pt x="346" y="177"/>
                </a:lnTo>
                <a:cubicBezTo>
                  <a:pt x="346" y="177"/>
                  <a:pt x="346" y="168"/>
                  <a:pt x="337" y="168"/>
                </a:cubicBezTo>
                <a:lnTo>
                  <a:pt x="328" y="168"/>
                </a:lnTo>
                <a:cubicBezTo>
                  <a:pt x="310" y="168"/>
                  <a:pt x="301" y="168"/>
                  <a:pt x="293" y="177"/>
                </a:cubicBezTo>
                <a:cubicBezTo>
                  <a:pt x="284" y="185"/>
                  <a:pt x="284" y="194"/>
                  <a:pt x="284" y="203"/>
                </a:cubicBezTo>
                <a:cubicBezTo>
                  <a:pt x="284" y="319"/>
                  <a:pt x="284" y="319"/>
                  <a:pt x="284" y="319"/>
                </a:cubicBezTo>
                <a:cubicBezTo>
                  <a:pt x="240" y="319"/>
                  <a:pt x="240" y="319"/>
                  <a:pt x="240" y="319"/>
                </a:cubicBezTo>
                <a:cubicBezTo>
                  <a:pt x="240" y="203"/>
                  <a:pt x="240" y="203"/>
                  <a:pt x="240" y="203"/>
                </a:cubicBezTo>
                <a:cubicBezTo>
                  <a:pt x="240" y="194"/>
                  <a:pt x="240" y="185"/>
                  <a:pt x="240" y="185"/>
                </a:cubicBezTo>
                <a:cubicBezTo>
                  <a:pt x="231" y="185"/>
                  <a:pt x="231" y="177"/>
                  <a:pt x="231" y="177"/>
                </a:cubicBezTo>
                <a:cubicBezTo>
                  <a:pt x="231" y="177"/>
                  <a:pt x="231" y="168"/>
                  <a:pt x="222" y="168"/>
                </a:cubicBezTo>
                <a:lnTo>
                  <a:pt x="213" y="168"/>
                </a:lnTo>
                <a:cubicBezTo>
                  <a:pt x="204" y="168"/>
                  <a:pt x="195" y="168"/>
                  <a:pt x="186" y="168"/>
                </a:cubicBezTo>
                <a:cubicBezTo>
                  <a:pt x="186" y="177"/>
                  <a:pt x="178" y="177"/>
                  <a:pt x="178" y="185"/>
                </a:cubicBezTo>
                <a:cubicBezTo>
                  <a:pt x="169" y="185"/>
                  <a:pt x="169" y="194"/>
                  <a:pt x="169" y="194"/>
                </a:cubicBezTo>
                <a:cubicBezTo>
                  <a:pt x="169" y="203"/>
                  <a:pt x="169" y="203"/>
                  <a:pt x="169" y="203"/>
                </a:cubicBezTo>
                <a:cubicBezTo>
                  <a:pt x="169" y="319"/>
                  <a:pt x="169" y="319"/>
                  <a:pt x="169" y="319"/>
                </a:cubicBezTo>
                <a:cubicBezTo>
                  <a:pt x="125" y="319"/>
                  <a:pt x="125" y="319"/>
                  <a:pt x="125" y="319"/>
                </a:cubicBezTo>
                <a:cubicBezTo>
                  <a:pt x="125" y="132"/>
                  <a:pt x="125" y="132"/>
                  <a:pt x="125" y="132"/>
                </a:cubicBezTo>
                <a:cubicBezTo>
                  <a:pt x="169" y="132"/>
                  <a:pt x="169" y="132"/>
                  <a:pt x="169" y="132"/>
                </a:cubicBezTo>
                <a:cubicBezTo>
                  <a:pt x="169" y="150"/>
                  <a:pt x="169" y="150"/>
                  <a:pt x="169" y="150"/>
                </a:cubicBezTo>
                <a:cubicBezTo>
                  <a:pt x="178" y="132"/>
                  <a:pt x="195" y="124"/>
                  <a:pt x="222" y="124"/>
                </a:cubicBezTo>
                <a:cubicBezTo>
                  <a:pt x="231" y="124"/>
                  <a:pt x="240" y="132"/>
                  <a:pt x="257" y="132"/>
                </a:cubicBezTo>
                <a:cubicBezTo>
                  <a:pt x="257" y="141"/>
                  <a:pt x="266" y="141"/>
                  <a:pt x="275" y="150"/>
                </a:cubicBezTo>
                <a:cubicBezTo>
                  <a:pt x="275" y="141"/>
                  <a:pt x="284" y="141"/>
                  <a:pt x="293" y="132"/>
                </a:cubicBezTo>
                <a:cubicBezTo>
                  <a:pt x="301" y="132"/>
                  <a:pt x="319" y="124"/>
                  <a:pt x="328" y="124"/>
                </a:cubicBezTo>
                <a:cubicBezTo>
                  <a:pt x="337" y="124"/>
                  <a:pt x="346" y="132"/>
                  <a:pt x="354" y="132"/>
                </a:cubicBezTo>
                <a:cubicBezTo>
                  <a:pt x="363" y="132"/>
                  <a:pt x="372" y="132"/>
                  <a:pt x="381" y="141"/>
                </a:cubicBezTo>
                <a:cubicBezTo>
                  <a:pt x="381" y="141"/>
                  <a:pt x="390" y="150"/>
                  <a:pt x="390" y="159"/>
                </a:cubicBezTo>
                <a:cubicBezTo>
                  <a:pt x="399" y="168"/>
                  <a:pt x="399" y="177"/>
                  <a:pt x="399" y="185"/>
                </a:cubicBezTo>
                <a:lnTo>
                  <a:pt x="399" y="319"/>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7" name="Freeform 63">
            <a:extLst>
              <a:ext uri="{FF2B5EF4-FFF2-40B4-BE49-F238E27FC236}">
                <a16:creationId xmlns:a16="http://schemas.microsoft.com/office/drawing/2014/main" id="{2DFE78D8-F8E3-12ED-3923-65AB6D50E7B7}"/>
              </a:ext>
            </a:extLst>
          </p:cNvPr>
          <p:cNvSpPr>
            <a:spLocks noChangeArrowheads="1"/>
          </p:cNvSpPr>
          <p:nvPr/>
        </p:nvSpPr>
        <p:spPr bwMode="auto">
          <a:xfrm>
            <a:off x="4689239" y="3185359"/>
            <a:ext cx="444536" cy="452978"/>
          </a:xfrm>
          <a:custGeom>
            <a:avLst/>
            <a:gdLst>
              <a:gd name="T0" fmla="*/ 443 w 461"/>
              <a:gd name="T1" fmla="*/ 284 h 471"/>
              <a:gd name="T2" fmla="*/ 443 w 461"/>
              <a:gd name="T3" fmla="*/ 284 h 471"/>
              <a:gd name="T4" fmla="*/ 452 w 461"/>
              <a:gd name="T5" fmla="*/ 240 h 471"/>
              <a:gd name="T6" fmla="*/ 231 w 461"/>
              <a:gd name="T7" fmla="*/ 9 h 471"/>
              <a:gd name="T8" fmla="*/ 194 w 461"/>
              <a:gd name="T9" fmla="*/ 18 h 471"/>
              <a:gd name="T10" fmla="*/ 124 w 461"/>
              <a:gd name="T11" fmla="*/ 0 h 471"/>
              <a:gd name="T12" fmla="*/ 0 w 461"/>
              <a:gd name="T13" fmla="*/ 124 h 471"/>
              <a:gd name="T14" fmla="*/ 18 w 461"/>
              <a:gd name="T15" fmla="*/ 196 h 471"/>
              <a:gd name="T16" fmla="*/ 18 w 461"/>
              <a:gd name="T17" fmla="*/ 240 h 471"/>
              <a:gd name="T18" fmla="*/ 231 w 461"/>
              <a:gd name="T19" fmla="*/ 461 h 471"/>
              <a:gd name="T20" fmla="*/ 275 w 461"/>
              <a:gd name="T21" fmla="*/ 461 h 471"/>
              <a:gd name="T22" fmla="*/ 328 w 461"/>
              <a:gd name="T23" fmla="*/ 470 h 471"/>
              <a:gd name="T24" fmla="*/ 460 w 461"/>
              <a:gd name="T25" fmla="*/ 346 h 471"/>
              <a:gd name="T26" fmla="*/ 443 w 461"/>
              <a:gd name="T27" fmla="*/ 284 h 471"/>
              <a:gd name="T28" fmla="*/ 346 w 461"/>
              <a:gd name="T29" fmla="*/ 346 h 471"/>
              <a:gd name="T30" fmla="*/ 346 w 461"/>
              <a:gd name="T31" fmla="*/ 346 h 471"/>
              <a:gd name="T32" fmla="*/ 301 w 461"/>
              <a:gd name="T33" fmla="*/ 381 h 471"/>
              <a:gd name="T34" fmla="*/ 231 w 461"/>
              <a:gd name="T35" fmla="*/ 390 h 471"/>
              <a:gd name="T36" fmla="*/ 150 w 461"/>
              <a:gd name="T37" fmla="*/ 372 h 471"/>
              <a:gd name="T38" fmla="*/ 115 w 461"/>
              <a:gd name="T39" fmla="*/ 337 h 471"/>
              <a:gd name="T40" fmla="*/ 106 w 461"/>
              <a:gd name="T41" fmla="*/ 302 h 471"/>
              <a:gd name="T42" fmla="*/ 115 w 461"/>
              <a:gd name="T43" fmla="*/ 284 h 471"/>
              <a:gd name="T44" fmla="*/ 133 w 461"/>
              <a:gd name="T45" fmla="*/ 275 h 471"/>
              <a:gd name="T46" fmla="*/ 150 w 461"/>
              <a:gd name="T47" fmla="*/ 275 h 471"/>
              <a:gd name="T48" fmla="*/ 168 w 461"/>
              <a:gd name="T49" fmla="*/ 293 h 471"/>
              <a:gd name="T50" fmla="*/ 177 w 461"/>
              <a:gd name="T51" fmla="*/ 319 h 471"/>
              <a:gd name="T52" fmla="*/ 194 w 461"/>
              <a:gd name="T53" fmla="*/ 337 h 471"/>
              <a:gd name="T54" fmla="*/ 231 w 461"/>
              <a:gd name="T55" fmla="*/ 337 h 471"/>
              <a:gd name="T56" fmla="*/ 275 w 461"/>
              <a:gd name="T57" fmla="*/ 328 h 471"/>
              <a:gd name="T58" fmla="*/ 292 w 461"/>
              <a:gd name="T59" fmla="*/ 302 h 471"/>
              <a:gd name="T60" fmla="*/ 284 w 461"/>
              <a:gd name="T61" fmla="*/ 275 h 471"/>
              <a:gd name="T62" fmla="*/ 256 w 461"/>
              <a:gd name="T63" fmla="*/ 266 h 471"/>
              <a:gd name="T64" fmla="*/ 221 w 461"/>
              <a:gd name="T65" fmla="*/ 257 h 471"/>
              <a:gd name="T66" fmla="*/ 159 w 461"/>
              <a:gd name="T67" fmla="*/ 240 h 471"/>
              <a:gd name="T68" fmla="*/ 124 w 461"/>
              <a:gd name="T69" fmla="*/ 213 h 471"/>
              <a:gd name="T70" fmla="*/ 106 w 461"/>
              <a:gd name="T71" fmla="*/ 168 h 471"/>
              <a:gd name="T72" fmla="*/ 124 w 461"/>
              <a:gd name="T73" fmla="*/ 115 h 471"/>
              <a:gd name="T74" fmla="*/ 168 w 461"/>
              <a:gd name="T75" fmla="*/ 89 h 471"/>
              <a:gd name="T76" fmla="*/ 231 w 461"/>
              <a:gd name="T77" fmla="*/ 80 h 471"/>
              <a:gd name="T78" fmla="*/ 284 w 461"/>
              <a:gd name="T79" fmla="*/ 89 h 471"/>
              <a:gd name="T80" fmla="*/ 319 w 461"/>
              <a:gd name="T81" fmla="*/ 107 h 471"/>
              <a:gd name="T82" fmla="*/ 337 w 461"/>
              <a:gd name="T83" fmla="*/ 133 h 471"/>
              <a:gd name="T84" fmla="*/ 346 w 461"/>
              <a:gd name="T85" fmla="*/ 151 h 471"/>
              <a:gd name="T86" fmla="*/ 337 w 461"/>
              <a:gd name="T87" fmla="*/ 177 h 471"/>
              <a:gd name="T88" fmla="*/ 310 w 461"/>
              <a:gd name="T89" fmla="*/ 186 h 471"/>
              <a:gd name="T90" fmla="*/ 292 w 461"/>
              <a:gd name="T91" fmla="*/ 177 h 471"/>
              <a:gd name="T92" fmla="*/ 284 w 461"/>
              <a:gd name="T93" fmla="*/ 160 h 471"/>
              <a:gd name="T94" fmla="*/ 265 w 461"/>
              <a:gd name="T95" fmla="*/ 133 h 471"/>
              <a:gd name="T96" fmla="*/ 231 w 461"/>
              <a:gd name="T97" fmla="*/ 124 h 471"/>
              <a:gd name="T98" fmla="*/ 186 w 461"/>
              <a:gd name="T99" fmla="*/ 142 h 471"/>
              <a:gd name="T100" fmla="*/ 177 w 461"/>
              <a:gd name="T101" fmla="*/ 160 h 471"/>
              <a:gd name="T102" fmla="*/ 177 w 461"/>
              <a:gd name="T103" fmla="*/ 168 h 471"/>
              <a:gd name="T104" fmla="*/ 194 w 461"/>
              <a:gd name="T105" fmla="*/ 186 h 471"/>
              <a:gd name="T106" fmla="*/ 212 w 461"/>
              <a:gd name="T107" fmla="*/ 186 h 471"/>
              <a:gd name="T108" fmla="*/ 239 w 461"/>
              <a:gd name="T109" fmla="*/ 196 h 471"/>
              <a:gd name="T110" fmla="*/ 292 w 461"/>
              <a:gd name="T111" fmla="*/ 213 h 471"/>
              <a:gd name="T112" fmla="*/ 328 w 461"/>
              <a:gd name="T113" fmla="*/ 231 h 471"/>
              <a:gd name="T114" fmla="*/ 354 w 461"/>
              <a:gd name="T115" fmla="*/ 257 h 471"/>
              <a:gd name="T116" fmla="*/ 363 w 461"/>
              <a:gd name="T117" fmla="*/ 293 h 471"/>
              <a:gd name="T118" fmla="*/ 346 w 461"/>
              <a:gd name="T119" fmla="*/ 346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61" h="471">
                <a:moveTo>
                  <a:pt x="443" y="284"/>
                </a:moveTo>
                <a:lnTo>
                  <a:pt x="443" y="284"/>
                </a:lnTo>
                <a:cubicBezTo>
                  <a:pt x="452" y="266"/>
                  <a:pt x="452" y="257"/>
                  <a:pt x="452" y="240"/>
                </a:cubicBezTo>
                <a:cubicBezTo>
                  <a:pt x="452" y="115"/>
                  <a:pt x="354" y="9"/>
                  <a:pt x="231" y="9"/>
                </a:cubicBezTo>
                <a:cubicBezTo>
                  <a:pt x="221" y="9"/>
                  <a:pt x="203" y="18"/>
                  <a:pt x="194" y="18"/>
                </a:cubicBezTo>
                <a:cubicBezTo>
                  <a:pt x="177" y="0"/>
                  <a:pt x="150" y="0"/>
                  <a:pt x="124" y="0"/>
                </a:cubicBezTo>
                <a:cubicBezTo>
                  <a:pt x="62" y="0"/>
                  <a:pt x="0" y="54"/>
                  <a:pt x="0" y="124"/>
                </a:cubicBezTo>
                <a:cubicBezTo>
                  <a:pt x="0" y="151"/>
                  <a:pt x="9" y="168"/>
                  <a:pt x="18" y="196"/>
                </a:cubicBezTo>
                <a:cubicBezTo>
                  <a:pt x="18" y="204"/>
                  <a:pt x="18" y="221"/>
                  <a:pt x="18" y="240"/>
                </a:cubicBezTo>
                <a:cubicBezTo>
                  <a:pt x="18" y="364"/>
                  <a:pt x="115" y="461"/>
                  <a:pt x="231" y="461"/>
                </a:cubicBezTo>
                <a:cubicBezTo>
                  <a:pt x="248" y="461"/>
                  <a:pt x="256" y="461"/>
                  <a:pt x="275" y="461"/>
                </a:cubicBezTo>
                <a:cubicBezTo>
                  <a:pt x="292" y="470"/>
                  <a:pt x="310" y="470"/>
                  <a:pt x="328" y="470"/>
                </a:cubicBezTo>
                <a:cubicBezTo>
                  <a:pt x="399" y="470"/>
                  <a:pt x="460" y="417"/>
                  <a:pt x="460" y="346"/>
                </a:cubicBezTo>
                <a:cubicBezTo>
                  <a:pt x="460" y="319"/>
                  <a:pt x="452" y="302"/>
                  <a:pt x="443" y="284"/>
                </a:cubicBezTo>
                <a:close/>
                <a:moveTo>
                  <a:pt x="346" y="346"/>
                </a:moveTo>
                <a:lnTo>
                  <a:pt x="346" y="346"/>
                </a:lnTo>
                <a:cubicBezTo>
                  <a:pt x="337" y="355"/>
                  <a:pt x="319" y="372"/>
                  <a:pt x="301" y="381"/>
                </a:cubicBezTo>
                <a:cubicBezTo>
                  <a:pt x="284" y="390"/>
                  <a:pt x="256" y="390"/>
                  <a:pt x="231" y="390"/>
                </a:cubicBezTo>
                <a:cubicBezTo>
                  <a:pt x="203" y="390"/>
                  <a:pt x="177" y="381"/>
                  <a:pt x="150" y="372"/>
                </a:cubicBezTo>
                <a:cubicBezTo>
                  <a:pt x="141" y="364"/>
                  <a:pt x="124" y="355"/>
                  <a:pt x="115" y="337"/>
                </a:cubicBezTo>
                <a:cubicBezTo>
                  <a:pt x="106" y="328"/>
                  <a:pt x="106" y="311"/>
                  <a:pt x="106" y="302"/>
                </a:cubicBezTo>
                <a:cubicBezTo>
                  <a:pt x="106" y="293"/>
                  <a:pt x="106" y="284"/>
                  <a:pt x="115" y="284"/>
                </a:cubicBezTo>
                <a:cubicBezTo>
                  <a:pt x="115" y="275"/>
                  <a:pt x="124" y="275"/>
                  <a:pt x="133" y="275"/>
                </a:cubicBezTo>
                <a:cubicBezTo>
                  <a:pt x="141" y="275"/>
                  <a:pt x="150" y="275"/>
                  <a:pt x="150" y="275"/>
                </a:cubicBezTo>
                <a:cubicBezTo>
                  <a:pt x="159" y="284"/>
                  <a:pt x="168" y="293"/>
                  <a:pt x="168" y="293"/>
                </a:cubicBezTo>
                <a:cubicBezTo>
                  <a:pt x="168" y="311"/>
                  <a:pt x="177" y="311"/>
                  <a:pt x="177" y="319"/>
                </a:cubicBezTo>
                <a:cubicBezTo>
                  <a:pt x="186" y="328"/>
                  <a:pt x="194" y="328"/>
                  <a:pt x="194" y="337"/>
                </a:cubicBezTo>
                <a:cubicBezTo>
                  <a:pt x="203" y="337"/>
                  <a:pt x="212" y="337"/>
                  <a:pt x="231" y="337"/>
                </a:cubicBezTo>
                <a:cubicBezTo>
                  <a:pt x="248" y="337"/>
                  <a:pt x="265" y="337"/>
                  <a:pt x="275" y="328"/>
                </a:cubicBezTo>
                <a:cubicBezTo>
                  <a:pt x="284" y="319"/>
                  <a:pt x="292" y="311"/>
                  <a:pt x="292" y="302"/>
                </a:cubicBezTo>
                <a:cubicBezTo>
                  <a:pt x="292" y="293"/>
                  <a:pt x="284" y="284"/>
                  <a:pt x="284" y="275"/>
                </a:cubicBezTo>
                <a:cubicBezTo>
                  <a:pt x="275" y="275"/>
                  <a:pt x="265" y="266"/>
                  <a:pt x="256" y="266"/>
                </a:cubicBezTo>
                <a:cubicBezTo>
                  <a:pt x="248" y="266"/>
                  <a:pt x="239" y="257"/>
                  <a:pt x="221" y="257"/>
                </a:cubicBezTo>
                <a:cubicBezTo>
                  <a:pt x="194" y="249"/>
                  <a:pt x="177" y="249"/>
                  <a:pt x="159" y="240"/>
                </a:cubicBezTo>
                <a:cubicBezTo>
                  <a:pt x="141" y="231"/>
                  <a:pt x="133" y="221"/>
                  <a:pt x="124" y="213"/>
                </a:cubicBezTo>
                <a:cubicBezTo>
                  <a:pt x="115" y="196"/>
                  <a:pt x="106" y="186"/>
                  <a:pt x="106" y="168"/>
                </a:cubicBezTo>
                <a:cubicBezTo>
                  <a:pt x="106" y="151"/>
                  <a:pt x="115" y="133"/>
                  <a:pt x="124" y="115"/>
                </a:cubicBezTo>
                <a:cubicBezTo>
                  <a:pt x="133" y="107"/>
                  <a:pt x="150" y="98"/>
                  <a:pt x="168" y="89"/>
                </a:cubicBezTo>
                <a:cubicBezTo>
                  <a:pt x="186" y="80"/>
                  <a:pt x="203" y="80"/>
                  <a:pt x="231" y="80"/>
                </a:cubicBezTo>
                <a:cubicBezTo>
                  <a:pt x="248" y="80"/>
                  <a:pt x="265" y="80"/>
                  <a:pt x="284" y="89"/>
                </a:cubicBezTo>
                <a:cubicBezTo>
                  <a:pt x="292" y="89"/>
                  <a:pt x="310" y="98"/>
                  <a:pt x="319" y="107"/>
                </a:cubicBezTo>
                <a:cubicBezTo>
                  <a:pt x="328" y="115"/>
                  <a:pt x="337" y="124"/>
                  <a:pt x="337" y="133"/>
                </a:cubicBezTo>
                <a:cubicBezTo>
                  <a:pt x="346" y="142"/>
                  <a:pt x="346" y="142"/>
                  <a:pt x="346" y="151"/>
                </a:cubicBezTo>
                <a:cubicBezTo>
                  <a:pt x="346" y="160"/>
                  <a:pt x="346" y="168"/>
                  <a:pt x="337" y="177"/>
                </a:cubicBezTo>
                <a:cubicBezTo>
                  <a:pt x="328" y="186"/>
                  <a:pt x="319" y="186"/>
                  <a:pt x="310" y="186"/>
                </a:cubicBezTo>
                <a:cubicBezTo>
                  <a:pt x="310" y="186"/>
                  <a:pt x="301" y="186"/>
                  <a:pt x="292" y="177"/>
                </a:cubicBezTo>
                <a:cubicBezTo>
                  <a:pt x="292" y="177"/>
                  <a:pt x="284" y="168"/>
                  <a:pt x="284" y="160"/>
                </a:cubicBezTo>
                <a:cubicBezTo>
                  <a:pt x="275" y="151"/>
                  <a:pt x="275" y="142"/>
                  <a:pt x="265" y="133"/>
                </a:cubicBezTo>
                <a:cubicBezTo>
                  <a:pt x="256" y="133"/>
                  <a:pt x="239" y="124"/>
                  <a:pt x="231" y="124"/>
                </a:cubicBezTo>
                <a:cubicBezTo>
                  <a:pt x="212" y="124"/>
                  <a:pt x="194" y="133"/>
                  <a:pt x="186" y="142"/>
                </a:cubicBezTo>
                <a:cubicBezTo>
                  <a:pt x="177" y="142"/>
                  <a:pt x="177" y="151"/>
                  <a:pt x="177" y="160"/>
                </a:cubicBezTo>
                <a:cubicBezTo>
                  <a:pt x="177" y="168"/>
                  <a:pt x="177" y="168"/>
                  <a:pt x="177" y="168"/>
                </a:cubicBezTo>
                <a:cubicBezTo>
                  <a:pt x="186" y="177"/>
                  <a:pt x="186" y="177"/>
                  <a:pt x="194" y="186"/>
                </a:cubicBezTo>
                <a:cubicBezTo>
                  <a:pt x="194" y="186"/>
                  <a:pt x="203" y="186"/>
                  <a:pt x="212" y="186"/>
                </a:cubicBezTo>
                <a:cubicBezTo>
                  <a:pt x="212" y="196"/>
                  <a:pt x="231" y="196"/>
                  <a:pt x="239" y="196"/>
                </a:cubicBezTo>
                <a:cubicBezTo>
                  <a:pt x="256" y="204"/>
                  <a:pt x="275" y="204"/>
                  <a:pt x="292" y="213"/>
                </a:cubicBezTo>
                <a:cubicBezTo>
                  <a:pt x="301" y="213"/>
                  <a:pt x="319" y="221"/>
                  <a:pt x="328" y="231"/>
                </a:cubicBezTo>
                <a:cubicBezTo>
                  <a:pt x="337" y="231"/>
                  <a:pt x="346" y="240"/>
                  <a:pt x="354" y="257"/>
                </a:cubicBezTo>
                <a:cubicBezTo>
                  <a:pt x="354" y="266"/>
                  <a:pt x="363" y="275"/>
                  <a:pt x="363" y="293"/>
                </a:cubicBezTo>
                <a:cubicBezTo>
                  <a:pt x="363" y="311"/>
                  <a:pt x="354" y="328"/>
                  <a:pt x="346" y="346"/>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8" name="Freeform 64">
            <a:extLst>
              <a:ext uri="{FF2B5EF4-FFF2-40B4-BE49-F238E27FC236}">
                <a16:creationId xmlns:a16="http://schemas.microsoft.com/office/drawing/2014/main" id="{83974E91-9349-77CD-3DB9-6E04E2206579}"/>
              </a:ext>
            </a:extLst>
          </p:cNvPr>
          <p:cNvSpPr>
            <a:spLocks noChangeArrowheads="1"/>
          </p:cNvSpPr>
          <p:nvPr/>
        </p:nvSpPr>
        <p:spPr bwMode="auto">
          <a:xfrm>
            <a:off x="9460973" y="3193801"/>
            <a:ext cx="444536" cy="436095"/>
          </a:xfrm>
          <a:custGeom>
            <a:avLst/>
            <a:gdLst>
              <a:gd name="T0" fmla="*/ 124 w 461"/>
              <a:gd name="T1" fmla="*/ 27 h 453"/>
              <a:gd name="T2" fmla="*/ 124 w 461"/>
              <a:gd name="T3" fmla="*/ 27 h 453"/>
              <a:gd name="T4" fmla="*/ 0 w 461"/>
              <a:gd name="T5" fmla="*/ 222 h 453"/>
              <a:gd name="T6" fmla="*/ 9 w 461"/>
              <a:gd name="T7" fmla="*/ 275 h 453"/>
              <a:gd name="T8" fmla="*/ 204 w 461"/>
              <a:gd name="T9" fmla="*/ 98 h 453"/>
              <a:gd name="T10" fmla="*/ 124 w 461"/>
              <a:gd name="T11" fmla="*/ 27 h 453"/>
              <a:gd name="T12" fmla="*/ 328 w 461"/>
              <a:gd name="T13" fmla="*/ 18 h 453"/>
              <a:gd name="T14" fmla="*/ 328 w 461"/>
              <a:gd name="T15" fmla="*/ 18 h 453"/>
              <a:gd name="T16" fmla="*/ 231 w 461"/>
              <a:gd name="T17" fmla="*/ 0 h 453"/>
              <a:gd name="T18" fmla="*/ 160 w 461"/>
              <a:gd name="T19" fmla="*/ 9 h 453"/>
              <a:gd name="T20" fmla="*/ 328 w 461"/>
              <a:gd name="T21" fmla="*/ 159 h 453"/>
              <a:gd name="T22" fmla="*/ 328 w 461"/>
              <a:gd name="T23" fmla="*/ 18 h 453"/>
              <a:gd name="T24" fmla="*/ 363 w 461"/>
              <a:gd name="T25" fmla="*/ 36 h 453"/>
              <a:gd name="T26" fmla="*/ 363 w 461"/>
              <a:gd name="T27" fmla="*/ 36 h 453"/>
              <a:gd name="T28" fmla="*/ 363 w 461"/>
              <a:gd name="T29" fmla="*/ 302 h 453"/>
              <a:gd name="T30" fmla="*/ 443 w 461"/>
              <a:gd name="T31" fmla="*/ 302 h 453"/>
              <a:gd name="T32" fmla="*/ 460 w 461"/>
              <a:gd name="T33" fmla="*/ 222 h 453"/>
              <a:gd name="T34" fmla="*/ 363 w 461"/>
              <a:gd name="T35" fmla="*/ 36 h 453"/>
              <a:gd name="T36" fmla="*/ 18 w 461"/>
              <a:gd name="T37" fmla="*/ 310 h 453"/>
              <a:gd name="T38" fmla="*/ 18 w 461"/>
              <a:gd name="T39" fmla="*/ 310 h 453"/>
              <a:gd name="T40" fmla="*/ 106 w 461"/>
              <a:gd name="T41" fmla="*/ 417 h 453"/>
              <a:gd name="T42" fmla="*/ 106 w 461"/>
              <a:gd name="T43" fmla="*/ 231 h 453"/>
              <a:gd name="T44" fmla="*/ 53 w 461"/>
              <a:gd name="T45" fmla="*/ 284 h 453"/>
              <a:gd name="T46" fmla="*/ 18 w 461"/>
              <a:gd name="T47" fmla="*/ 310 h 453"/>
              <a:gd name="T48" fmla="*/ 133 w 461"/>
              <a:gd name="T49" fmla="*/ 434 h 453"/>
              <a:gd name="T50" fmla="*/ 133 w 461"/>
              <a:gd name="T51" fmla="*/ 434 h 453"/>
              <a:gd name="T52" fmla="*/ 213 w 461"/>
              <a:gd name="T53" fmla="*/ 452 h 453"/>
              <a:gd name="T54" fmla="*/ 248 w 461"/>
              <a:gd name="T55" fmla="*/ 452 h 453"/>
              <a:gd name="T56" fmla="*/ 434 w 461"/>
              <a:gd name="T57" fmla="*/ 337 h 453"/>
              <a:gd name="T58" fmla="*/ 133 w 461"/>
              <a:gd name="T59" fmla="*/ 337 h 453"/>
              <a:gd name="T60" fmla="*/ 133 w 461"/>
              <a:gd name="T61" fmla="*/ 434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1" h="453">
                <a:moveTo>
                  <a:pt x="124" y="27"/>
                </a:moveTo>
                <a:lnTo>
                  <a:pt x="124" y="27"/>
                </a:lnTo>
                <a:cubicBezTo>
                  <a:pt x="53" y="62"/>
                  <a:pt x="0" y="142"/>
                  <a:pt x="0" y="222"/>
                </a:cubicBezTo>
                <a:cubicBezTo>
                  <a:pt x="0" y="240"/>
                  <a:pt x="0" y="257"/>
                  <a:pt x="9" y="275"/>
                </a:cubicBezTo>
                <a:cubicBezTo>
                  <a:pt x="204" y="98"/>
                  <a:pt x="204" y="98"/>
                  <a:pt x="204" y="98"/>
                </a:cubicBezTo>
                <a:cubicBezTo>
                  <a:pt x="186" y="71"/>
                  <a:pt x="124" y="27"/>
                  <a:pt x="124" y="27"/>
                </a:cubicBezTo>
                <a:close/>
                <a:moveTo>
                  <a:pt x="328" y="18"/>
                </a:moveTo>
                <a:lnTo>
                  <a:pt x="328" y="18"/>
                </a:lnTo>
                <a:cubicBezTo>
                  <a:pt x="293" y="0"/>
                  <a:pt x="266" y="0"/>
                  <a:pt x="231" y="0"/>
                </a:cubicBezTo>
                <a:cubicBezTo>
                  <a:pt x="204" y="0"/>
                  <a:pt x="186" y="0"/>
                  <a:pt x="160" y="9"/>
                </a:cubicBezTo>
                <a:cubicBezTo>
                  <a:pt x="328" y="159"/>
                  <a:pt x="328" y="159"/>
                  <a:pt x="328" y="159"/>
                </a:cubicBezTo>
                <a:lnTo>
                  <a:pt x="328" y="18"/>
                </a:lnTo>
                <a:close/>
                <a:moveTo>
                  <a:pt x="363" y="36"/>
                </a:moveTo>
                <a:lnTo>
                  <a:pt x="363" y="36"/>
                </a:lnTo>
                <a:cubicBezTo>
                  <a:pt x="363" y="302"/>
                  <a:pt x="363" y="302"/>
                  <a:pt x="363" y="302"/>
                </a:cubicBezTo>
                <a:cubicBezTo>
                  <a:pt x="443" y="302"/>
                  <a:pt x="443" y="302"/>
                  <a:pt x="443" y="302"/>
                </a:cubicBezTo>
                <a:cubicBezTo>
                  <a:pt x="452" y="275"/>
                  <a:pt x="460" y="248"/>
                  <a:pt x="460" y="222"/>
                </a:cubicBezTo>
                <a:cubicBezTo>
                  <a:pt x="460" y="151"/>
                  <a:pt x="416" y="80"/>
                  <a:pt x="363" y="36"/>
                </a:cubicBezTo>
                <a:close/>
                <a:moveTo>
                  <a:pt x="18" y="310"/>
                </a:moveTo>
                <a:lnTo>
                  <a:pt x="18" y="310"/>
                </a:lnTo>
                <a:cubicBezTo>
                  <a:pt x="35" y="355"/>
                  <a:pt x="62" y="390"/>
                  <a:pt x="106" y="417"/>
                </a:cubicBezTo>
                <a:cubicBezTo>
                  <a:pt x="106" y="231"/>
                  <a:pt x="106" y="231"/>
                  <a:pt x="106" y="231"/>
                </a:cubicBezTo>
                <a:cubicBezTo>
                  <a:pt x="53" y="284"/>
                  <a:pt x="53" y="284"/>
                  <a:pt x="53" y="284"/>
                </a:cubicBezTo>
                <a:cubicBezTo>
                  <a:pt x="35" y="293"/>
                  <a:pt x="18" y="310"/>
                  <a:pt x="18" y="310"/>
                </a:cubicBezTo>
                <a:close/>
                <a:moveTo>
                  <a:pt x="133" y="434"/>
                </a:moveTo>
                <a:lnTo>
                  <a:pt x="133" y="434"/>
                </a:lnTo>
                <a:cubicBezTo>
                  <a:pt x="160" y="443"/>
                  <a:pt x="186" y="452"/>
                  <a:pt x="213" y="452"/>
                </a:cubicBezTo>
                <a:cubicBezTo>
                  <a:pt x="248" y="452"/>
                  <a:pt x="248" y="452"/>
                  <a:pt x="248" y="452"/>
                </a:cubicBezTo>
                <a:cubicBezTo>
                  <a:pt x="328" y="443"/>
                  <a:pt x="390" y="399"/>
                  <a:pt x="434" y="337"/>
                </a:cubicBezTo>
                <a:cubicBezTo>
                  <a:pt x="133" y="337"/>
                  <a:pt x="133" y="337"/>
                  <a:pt x="133" y="337"/>
                </a:cubicBezTo>
                <a:lnTo>
                  <a:pt x="133" y="434"/>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09" name="Freeform 65">
            <a:extLst>
              <a:ext uri="{FF2B5EF4-FFF2-40B4-BE49-F238E27FC236}">
                <a16:creationId xmlns:a16="http://schemas.microsoft.com/office/drawing/2014/main" id="{CE9AAB1E-AE9A-D688-C54C-0C4D8A485773}"/>
              </a:ext>
            </a:extLst>
          </p:cNvPr>
          <p:cNvSpPr>
            <a:spLocks noChangeArrowheads="1"/>
          </p:cNvSpPr>
          <p:nvPr/>
        </p:nvSpPr>
        <p:spPr bwMode="auto">
          <a:xfrm>
            <a:off x="8490308" y="2324421"/>
            <a:ext cx="478299" cy="267286"/>
          </a:xfrm>
          <a:custGeom>
            <a:avLst/>
            <a:gdLst>
              <a:gd name="T0" fmla="*/ 195 w 497"/>
              <a:gd name="T1" fmla="*/ 205 h 276"/>
              <a:gd name="T2" fmla="*/ 195 w 497"/>
              <a:gd name="T3" fmla="*/ 205 h 276"/>
              <a:gd name="T4" fmla="*/ 133 w 497"/>
              <a:gd name="T5" fmla="*/ 230 h 276"/>
              <a:gd name="T6" fmla="*/ 53 w 497"/>
              <a:gd name="T7" fmla="*/ 142 h 276"/>
              <a:gd name="T8" fmla="*/ 133 w 497"/>
              <a:gd name="T9" fmla="*/ 45 h 276"/>
              <a:gd name="T10" fmla="*/ 212 w 497"/>
              <a:gd name="T11" fmla="*/ 115 h 276"/>
              <a:gd name="T12" fmla="*/ 230 w 497"/>
              <a:gd name="T13" fmla="*/ 177 h 276"/>
              <a:gd name="T14" fmla="*/ 381 w 497"/>
              <a:gd name="T15" fmla="*/ 275 h 276"/>
              <a:gd name="T16" fmla="*/ 496 w 497"/>
              <a:gd name="T17" fmla="*/ 195 h 276"/>
              <a:gd name="T18" fmla="*/ 425 w 497"/>
              <a:gd name="T19" fmla="*/ 115 h 276"/>
              <a:gd name="T20" fmla="*/ 381 w 497"/>
              <a:gd name="T21" fmla="*/ 107 h 276"/>
              <a:gd name="T22" fmla="*/ 354 w 497"/>
              <a:gd name="T23" fmla="*/ 71 h 276"/>
              <a:gd name="T24" fmla="*/ 390 w 497"/>
              <a:gd name="T25" fmla="*/ 45 h 276"/>
              <a:gd name="T26" fmla="*/ 434 w 497"/>
              <a:gd name="T27" fmla="*/ 80 h 276"/>
              <a:gd name="T28" fmla="*/ 496 w 497"/>
              <a:gd name="T29" fmla="*/ 71 h 276"/>
              <a:gd name="T30" fmla="*/ 399 w 497"/>
              <a:gd name="T31" fmla="*/ 0 h 276"/>
              <a:gd name="T32" fmla="*/ 293 w 497"/>
              <a:gd name="T33" fmla="*/ 80 h 276"/>
              <a:gd name="T34" fmla="*/ 363 w 497"/>
              <a:gd name="T35" fmla="*/ 151 h 276"/>
              <a:gd name="T36" fmla="*/ 399 w 497"/>
              <a:gd name="T37" fmla="*/ 160 h 276"/>
              <a:gd name="T38" fmla="*/ 434 w 497"/>
              <a:gd name="T39" fmla="*/ 195 h 276"/>
              <a:gd name="T40" fmla="*/ 381 w 497"/>
              <a:gd name="T41" fmla="*/ 230 h 276"/>
              <a:gd name="T42" fmla="*/ 284 w 497"/>
              <a:gd name="T43" fmla="*/ 160 h 276"/>
              <a:gd name="T44" fmla="*/ 256 w 497"/>
              <a:gd name="T45" fmla="*/ 98 h 276"/>
              <a:gd name="T46" fmla="*/ 133 w 497"/>
              <a:gd name="T47" fmla="*/ 0 h 276"/>
              <a:gd name="T48" fmla="*/ 0 w 497"/>
              <a:gd name="T49" fmla="*/ 142 h 276"/>
              <a:gd name="T50" fmla="*/ 133 w 497"/>
              <a:gd name="T51" fmla="*/ 275 h 276"/>
              <a:gd name="T52" fmla="*/ 212 w 497"/>
              <a:gd name="T53" fmla="*/ 249 h 276"/>
              <a:gd name="T54" fmla="*/ 195 w 497"/>
              <a:gd name="T55" fmla="*/ 205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97" h="276">
                <a:moveTo>
                  <a:pt x="195" y="205"/>
                </a:moveTo>
                <a:lnTo>
                  <a:pt x="195" y="205"/>
                </a:lnTo>
                <a:cubicBezTo>
                  <a:pt x="186" y="213"/>
                  <a:pt x="168" y="230"/>
                  <a:pt x="133" y="230"/>
                </a:cubicBezTo>
                <a:cubicBezTo>
                  <a:pt x="89" y="230"/>
                  <a:pt x="53" y="195"/>
                  <a:pt x="53" y="142"/>
                </a:cubicBezTo>
                <a:cubicBezTo>
                  <a:pt x="53" y="71"/>
                  <a:pt x="97" y="45"/>
                  <a:pt x="133" y="45"/>
                </a:cubicBezTo>
                <a:cubicBezTo>
                  <a:pt x="186" y="45"/>
                  <a:pt x="195" y="80"/>
                  <a:pt x="212" y="115"/>
                </a:cubicBezTo>
                <a:cubicBezTo>
                  <a:pt x="230" y="177"/>
                  <a:pt x="230" y="177"/>
                  <a:pt x="230" y="177"/>
                </a:cubicBezTo>
                <a:cubicBezTo>
                  <a:pt x="248" y="230"/>
                  <a:pt x="284" y="275"/>
                  <a:pt x="381" y="275"/>
                </a:cubicBezTo>
                <a:cubicBezTo>
                  <a:pt x="452" y="275"/>
                  <a:pt x="496" y="258"/>
                  <a:pt x="496" y="195"/>
                </a:cubicBezTo>
                <a:cubicBezTo>
                  <a:pt x="496" y="151"/>
                  <a:pt x="469" y="124"/>
                  <a:pt x="425" y="115"/>
                </a:cubicBezTo>
                <a:cubicBezTo>
                  <a:pt x="381" y="107"/>
                  <a:pt x="381" y="107"/>
                  <a:pt x="381" y="107"/>
                </a:cubicBezTo>
                <a:cubicBezTo>
                  <a:pt x="363" y="98"/>
                  <a:pt x="354" y="89"/>
                  <a:pt x="354" y="71"/>
                </a:cubicBezTo>
                <a:cubicBezTo>
                  <a:pt x="354" y="53"/>
                  <a:pt x="363" y="45"/>
                  <a:pt x="390" y="45"/>
                </a:cubicBezTo>
                <a:cubicBezTo>
                  <a:pt x="416" y="45"/>
                  <a:pt x="434" y="53"/>
                  <a:pt x="434" y="80"/>
                </a:cubicBezTo>
                <a:cubicBezTo>
                  <a:pt x="496" y="71"/>
                  <a:pt x="496" y="71"/>
                  <a:pt x="496" y="71"/>
                </a:cubicBezTo>
                <a:cubicBezTo>
                  <a:pt x="487" y="18"/>
                  <a:pt x="452" y="0"/>
                  <a:pt x="399" y="0"/>
                </a:cubicBezTo>
                <a:cubicBezTo>
                  <a:pt x="346" y="0"/>
                  <a:pt x="293" y="18"/>
                  <a:pt x="293" y="80"/>
                </a:cubicBezTo>
                <a:cubicBezTo>
                  <a:pt x="293" y="115"/>
                  <a:pt x="309" y="142"/>
                  <a:pt x="363" y="151"/>
                </a:cubicBezTo>
                <a:cubicBezTo>
                  <a:pt x="399" y="160"/>
                  <a:pt x="399" y="160"/>
                  <a:pt x="399" y="160"/>
                </a:cubicBezTo>
                <a:cubicBezTo>
                  <a:pt x="425" y="169"/>
                  <a:pt x="434" y="186"/>
                  <a:pt x="434" y="195"/>
                </a:cubicBezTo>
                <a:cubicBezTo>
                  <a:pt x="434" y="222"/>
                  <a:pt x="416" y="230"/>
                  <a:pt x="381" y="230"/>
                </a:cubicBezTo>
                <a:cubicBezTo>
                  <a:pt x="319" y="230"/>
                  <a:pt x="293" y="195"/>
                  <a:pt x="284" y="160"/>
                </a:cubicBezTo>
                <a:cubicBezTo>
                  <a:pt x="256" y="98"/>
                  <a:pt x="256" y="98"/>
                  <a:pt x="256" y="98"/>
                </a:cubicBezTo>
                <a:cubicBezTo>
                  <a:pt x="239" y="27"/>
                  <a:pt x="212" y="0"/>
                  <a:pt x="133" y="0"/>
                </a:cubicBezTo>
                <a:cubicBezTo>
                  <a:pt x="62" y="0"/>
                  <a:pt x="0" y="53"/>
                  <a:pt x="0" y="142"/>
                </a:cubicBezTo>
                <a:cubicBezTo>
                  <a:pt x="0" y="230"/>
                  <a:pt x="62" y="275"/>
                  <a:pt x="133" y="275"/>
                </a:cubicBezTo>
                <a:cubicBezTo>
                  <a:pt x="177" y="275"/>
                  <a:pt x="203" y="258"/>
                  <a:pt x="212" y="249"/>
                </a:cubicBezTo>
                <a:lnTo>
                  <a:pt x="195" y="205"/>
                </a:ln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0" name="Freeform 66">
            <a:extLst>
              <a:ext uri="{FF2B5EF4-FFF2-40B4-BE49-F238E27FC236}">
                <a16:creationId xmlns:a16="http://schemas.microsoft.com/office/drawing/2014/main" id="{3D9677FD-6A09-4292-E83E-15CEEF264059}"/>
              </a:ext>
            </a:extLst>
          </p:cNvPr>
          <p:cNvSpPr>
            <a:spLocks noChangeArrowheads="1"/>
          </p:cNvSpPr>
          <p:nvPr/>
        </p:nvSpPr>
        <p:spPr bwMode="auto">
          <a:xfrm>
            <a:off x="9452533" y="2231576"/>
            <a:ext cx="461418" cy="452976"/>
          </a:xfrm>
          <a:custGeom>
            <a:avLst/>
            <a:gdLst>
              <a:gd name="T0" fmla="*/ 240 w 479"/>
              <a:gd name="T1" fmla="*/ 0 h 471"/>
              <a:gd name="T2" fmla="*/ 240 w 479"/>
              <a:gd name="T3" fmla="*/ 0 h 471"/>
              <a:gd name="T4" fmla="*/ 0 w 479"/>
              <a:gd name="T5" fmla="*/ 231 h 471"/>
              <a:gd name="T6" fmla="*/ 240 w 479"/>
              <a:gd name="T7" fmla="*/ 470 h 471"/>
              <a:gd name="T8" fmla="*/ 478 w 479"/>
              <a:gd name="T9" fmla="*/ 231 h 471"/>
              <a:gd name="T10" fmla="*/ 240 w 479"/>
              <a:gd name="T11" fmla="*/ 0 h 471"/>
              <a:gd name="T12" fmla="*/ 302 w 479"/>
              <a:gd name="T13" fmla="*/ 303 h 471"/>
              <a:gd name="T14" fmla="*/ 302 w 479"/>
              <a:gd name="T15" fmla="*/ 303 h 471"/>
              <a:gd name="T16" fmla="*/ 230 w 479"/>
              <a:gd name="T17" fmla="*/ 258 h 471"/>
              <a:gd name="T18" fmla="*/ 222 w 479"/>
              <a:gd name="T19" fmla="*/ 222 h 471"/>
              <a:gd name="T20" fmla="*/ 186 w 479"/>
              <a:gd name="T21" fmla="*/ 187 h 471"/>
              <a:gd name="T22" fmla="*/ 142 w 479"/>
              <a:gd name="T23" fmla="*/ 240 h 471"/>
              <a:gd name="T24" fmla="*/ 177 w 479"/>
              <a:gd name="T25" fmla="*/ 284 h 471"/>
              <a:gd name="T26" fmla="*/ 213 w 479"/>
              <a:gd name="T27" fmla="*/ 267 h 471"/>
              <a:gd name="T28" fmla="*/ 222 w 479"/>
              <a:gd name="T29" fmla="*/ 293 h 471"/>
              <a:gd name="T30" fmla="*/ 177 w 479"/>
              <a:gd name="T31" fmla="*/ 303 h 471"/>
              <a:gd name="T32" fmla="*/ 115 w 479"/>
              <a:gd name="T33" fmla="*/ 240 h 471"/>
              <a:gd name="T34" fmla="*/ 177 w 479"/>
              <a:gd name="T35" fmla="*/ 160 h 471"/>
              <a:gd name="T36" fmla="*/ 249 w 479"/>
              <a:gd name="T37" fmla="*/ 213 h 471"/>
              <a:gd name="T38" fmla="*/ 257 w 479"/>
              <a:gd name="T39" fmla="*/ 249 h 471"/>
              <a:gd name="T40" fmla="*/ 310 w 479"/>
              <a:gd name="T41" fmla="*/ 284 h 471"/>
              <a:gd name="T42" fmla="*/ 337 w 479"/>
              <a:gd name="T43" fmla="*/ 267 h 471"/>
              <a:gd name="T44" fmla="*/ 319 w 479"/>
              <a:gd name="T45" fmla="*/ 249 h 471"/>
              <a:gd name="T46" fmla="*/ 293 w 479"/>
              <a:gd name="T47" fmla="*/ 240 h 471"/>
              <a:gd name="T48" fmla="*/ 266 w 479"/>
              <a:gd name="T49" fmla="*/ 205 h 471"/>
              <a:gd name="T50" fmla="*/ 319 w 479"/>
              <a:gd name="T51" fmla="*/ 160 h 471"/>
              <a:gd name="T52" fmla="*/ 363 w 479"/>
              <a:gd name="T53" fmla="*/ 205 h 471"/>
              <a:gd name="T54" fmla="*/ 337 w 479"/>
              <a:gd name="T55" fmla="*/ 205 h 471"/>
              <a:gd name="T56" fmla="*/ 310 w 479"/>
              <a:gd name="T57" fmla="*/ 187 h 471"/>
              <a:gd name="T58" fmla="*/ 293 w 479"/>
              <a:gd name="T59" fmla="*/ 205 h 471"/>
              <a:gd name="T60" fmla="*/ 310 w 479"/>
              <a:gd name="T61" fmla="*/ 222 h 471"/>
              <a:gd name="T62" fmla="*/ 328 w 479"/>
              <a:gd name="T63" fmla="*/ 222 h 471"/>
              <a:gd name="T64" fmla="*/ 363 w 479"/>
              <a:gd name="T65" fmla="*/ 267 h 471"/>
              <a:gd name="T66" fmla="*/ 302 w 479"/>
              <a:gd name="T67" fmla="*/ 303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9" h="471">
                <a:moveTo>
                  <a:pt x="240" y="0"/>
                </a:moveTo>
                <a:lnTo>
                  <a:pt x="240" y="0"/>
                </a:lnTo>
                <a:cubicBezTo>
                  <a:pt x="106" y="0"/>
                  <a:pt x="0" y="107"/>
                  <a:pt x="0" y="231"/>
                </a:cubicBezTo>
                <a:cubicBezTo>
                  <a:pt x="0" y="364"/>
                  <a:pt x="106" y="470"/>
                  <a:pt x="240" y="470"/>
                </a:cubicBezTo>
                <a:cubicBezTo>
                  <a:pt x="372" y="470"/>
                  <a:pt x="478" y="364"/>
                  <a:pt x="478" y="231"/>
                </a:cubicBezTo>
                <a:cubicBezTo>
                  <a:pt x="478" y="107"/>
                  <a:pt x="372" y="0"/>
                  <a:pt x="240" y="0"/>
                </a:cubicBezTo>
                <a:close/>
                <a:moveTo>
                  <a:pt x="302" y="303"/>
                </a:moveTo>
                <a:lnTo>
                  <a:pt x="302" y="303"/>
                </a:lnTo>
                <a:cubicBezTo>
                  <a:pt x="257" y="303"/>
                  <a:pt x="240" y="284"/>
                  <a:pt x="230" y="258"/>
                </a:cubicBezTo>
                <a:cubicBezTo>
                  <a:pt x="222" y="222"/>
                  <a:pt x="222" y="222"/>
                  <a:pt x="222" y="222"/>
                </a:cubicBezTo>
                <a:cubicBezTo>
                  <a:pt x="213" y="205"/>
                  <a:pt x="204" y="187"/>
                  <a:pt x="186" y="187"/>
                </a:cubicBezTo>
                <a:cubicBezTo>
                  <a:pt x="169" y="187"/>
                  <a:pt x="142" y="205"/>
                  <a:pt x="142" y="240"/>
                </a:cubicBezTo>
                <a:cubicBezTo>
                  <a:pt x="142" y="267"/>
                  <a:pt x="159" y="284"/>
                  <a:pt x="177" y="284"/>
                </a:cubicBezTo>
                <a:cubicBezTo>
                  <a:pt x="195" y="284"/>
                  <a:pt x="204" y="275"/>
                  <a:pt x="213" y="267"/>
                </a:cubicBezTo>
                <a:cubicBezTo>
                  <a:pt x="222" y="293"/>
                  <a:pt x="222" y="293"/>
                  <a:pt x="222" y="293"/>
                </a:cubicBezTo>
                <a:cubicBezTo>
                  <a:pt x="213" y="293"/>
                  <a:pt x="204" y="303"/>
                  <a:pt x="177" y="303"/>
                </a:cubicBezTo>
                <a:cubicBezTo>
                  <a:pt x="151" y="303"/>
                  <a:pt x="115" y="284"/>
                  <a:pt x="115" y="240"/>
                </a:cubicBezTo>
                <a:cubicBezTo>
                  <a:pt x="115" y="196"/>
                  <a:pt x="151" y="160"/>
                  <a:pt x="177" y="160"/>
                </a:cubicBezTo>
                <a:cubicBezTo>
                  <a:pt x="222" y="160"/>
                  <a:pt x="230" y="178"/>
                  <a:pt x="249" y="213"/>
                </a:cubicBezTo>
                <a:cubicBezTo>
                  <a:pt x="257" y="249"/>
                  <a:pt x="257" y="249"/>
                  <a:pt x="257" y="249"/>
                </a:cubicBezTo>
                <a:cubicBezTo>
                  <a:pt x="266" y="267"/>
                  <a:pt x="275" y="284"/>
                  <a:pt x="310" y="284"/>
                </a:cubicBezTo>
                <a:cubicBezTo>
                  <a:pt x="328" y="284"/>
                  <a:pt x="337" y="275"/>
                  <a:pt x="337" y="267"/>
                </a:cubicBezTo>
                <a:cubicBezTo>
                  <a:pt x="337" y="258"/>
                  <a:pt x="328" y="249"/>
                  <a:pt x="319" y="249"/>
                </a:cubicBezTo>
                <a:cubicBezTo>
                  <a:pt x="293" y="240"/>
                  <a:pt x="293" y="240"/>
                  <a:pt x="293" y="240"/>
                </a:cubicBezTo>
                <a:cubicBezTo>
                  <a:pt x="275" y="240"/>
                  <a:pt x="266" y="222"/>
                  <a:pt x="266" y="205"/>
                </a:cubicBezTo>
                <a:cubicBezTo>
                  <a:pt x="266" y="178"/>
                  <a:pt x="293" y="160"/>
                  <a:pt x="319" y="160"/>
                </a:cubicBezTo>
                <a:cubicBezTo>
                  <a:pt x="346" y="160"/>
                  <a:pt x="363" y="178"/>
                  <a:pt x="363" y="205"/>
                </a:cubicBezTo>
                <a:cubicBezTo>
                  <a:pt x="337" y="205"/>
                  <a:pt x="337" y="205"/>
                  <a:pt x="337" y="205"/>
                </a:cubicBezTo>
                <a:cubicBezTo>
                  <a:pt x="337" y="196"/>
                  <a:pt x="328" y="187"/>
                  <a:pt x="310" y="187"/>
                </a:cubicBezTo>
                <a:cubicBezTo>
                  <a:pt x="302" y="187"/>
                  <a:pt x="293" y="196"/>
                  <a:pt x="293" y="205"/>
                </a:cubicBezTo>
                <a:cubicBezTo>
                  <a:pt x="293" y="213"/>
                  <a:pt x="293" y="213"/>
                  <a:pt x="310" y="222"/>
                </a:cubicBezTo>
                <a:cubicBezTo>
                  <a:pt x="328" y="222"/>
                  <a:pt x="328" y="222"/>
                  <a:pt x="328" y="222"/>
                </a:cubicBezTo>
                <a:cubicBezTo>
                  <a:pt x="355" y="231"/>
                  <a:pt x="363" y="240"/>
                  <a:pt x="363" y="267"/>
                </a:cubicBezTo>
                <a:cubicBezTo>
                  <a:pt x="363" y="293"/>
                  <a:pt x="337" y="303"/>
                  <a:pt x="302" y="303"/>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1" name="Freeform 67">
            <a:extLst>
              <a:ext uri="{FF2B5EF4-FFF2-40B4-BE49-F238E27FC236}">
                <a16:creationId xmlns:a16="http://schemas.microsoft.com/office/drawing/2014/main" id="{45DB4E42-A964-1E3F-7F9C-99685A1403B5}"/>
              </a:ext>
            </a:extLst>
          </p:cNvPr>
          <p:cNvSpPr>
            <a:spLocks noChangeArrowheads="1"/>
          </p:cNvSpPr>
          <p:nvPr/>
        </p:nvSpPr>
        <p:spPr bwMode="auto">
          <a:xfrm>
            <a:off x="6579926" y="2273778"/>
            <a:ext cx="478299" cy="368572"/>
          </a:xfrm>
          <a:custGeom>
            <a:avLst/>
            <a:gdLst>
              <a:gd name="T0" fmla="*/ 275 w 497"/>
              <a:gd name="T1" fmla="*/ 142 h 382"/>
              <a:gd name="T2" fmla="*/ 275 w 497"/>
              <a:gd name="T3" fmla="*/ 142 h 382"/>
              <a:gd name="T4" fmla="*/ 310 w 497"/>
              <a:gd name="T5" fmla="*/ 160 h 382"/>
              <a:gd name="T6" fmla="*/ 354 w 497"/>
              <a:gd name="T7" fmla="*/ 142 h 382"/>
              <a:gd name="T8" fmla="*/ 354 w 497"/>
              <a:gd name="T9" fmla="*/ 115 h 382"/>
              <a:gd name="T10" fmla="*/ 248 w 497"/>
              <a:gd name="T11" fmla="*/ 0 h 382"/>
              <a:gd name="T12" fmla="*/ 132 w 497"/>
              <a:gd name="T13" fmla="*/ 115 h 382"/>
              <a:gd name="T14" fmla="*/ 132 w 497"/>
              <a:gd name="T15" fmla="*/ 266 h 382"/>
              <a:gd name="T16" fmla="*/ 107 w 497"/>
              <a:gd name="T17" fmla="*/ 293 h 382"/>
              <a:gd name="T18" fmla="*/ 88 w 497"/>
              <a:gd name="T19" fmla="*/ 266 h 382"/>
              <a:gd name="T20" fmla="*/ 88 w 497"/>
              <a:gd name="T21" fmla="*/ 204 h 382"/>
              <a:gd name="T22" fmla="*/ 0 w 497"/>
              <a:gd name="T23" fmla="*/ 204 h 382"/>
              <a:gd name="T24" fmla="*/ 0 w 497"/>
              <a:gd name="T25" fmla="*/ 266 h 382"/>
              <a:gd name="T26" fmla="*/ 107 w 497"/>
              <a:gd name="T27" fmla="*/ 381 h 382"/>
              <a:gd name="T28" fmla="*/ 222 w 497"/>
              <a:gd name="T29" fmla="*/ 266 h 382"/>
              <a:gd name="T30" fmla="*/ 222 w 497"/>
              <a:gd name="T31" fmla="*/ 115 h 382"/>
              <a:gd name="T32" fmla="*/ 248 w 497"/>
              <a:gd name="T33" fmla="*/ 89 h 382"/>
              <a:gd name="T34" fmla="*/ 275 w 497"/>
              <a:gd name="T35" fmla="*/ 115 h 382"/>
              <a:gd name="T36" fmla="*/ 275 w 497"/>
              <a:gd name="T37" fmla="*/ 142 h 382"/>
              <a:gd name="T38" fmla="*/ 407 w 497"/>
              <a:gd name="T39" fmla="*/ 204 h 382"/>
              <a:gd name="T40" fmla="*/ 407 w 497"/>
              <a:gd name="T41" fmla="*/ 204 h 382"/>
              <a:gd name="T42" fmla="*/ 407 w 497"/>
              <a:gd name="T43" fmla="*/ 266 h 382"/>
              <a:gd name="T44" fmla="*/ 381 w 497"/>
              <a:gd name="T45" fmla="*/ 293 h 382"/>
              <a:gd name="T46" fmla="*/ 354 w 497"/>
              <a:gd name="T47" fmla="*/ 266 h 382"/>
              <a:gd name="T48" fmla="*/ 354 w 497"/>
              <a:gd name="T49" fmla="*/ 204 h 382"/>
              <a:gd name="T50" fmla="*/ 310 w 497"/>
              <a:gd name="T51" fmla="*/ 222 h 382"/>
              <a:gd name="T52" fmla="*/ 275 w 497"/>
              <a:gd name="T53" fmla="*/ 204 h 382"/>
              <a:gd name="T54" fmla="*/ 275 w 497"/>
              <a:gd name="T55" fmla="*/ 266 h 382"/>
              <a:gd name="T56" fmla="*/ 381 w 497"/>
              <a:gd name="T57" fmla="*/ 381 h 382"/>
              <a:gd name="T58" fmla="*/ 496 w 497"/>
              <a:gd name="T59" fmla="*/ 266 h 382"/>
              <a:gd name="T60" fmla="*/ 496 w 497"/>
              <a:gd name="T61" fmla="*/ 204 h 382"/>
              <a:gd name="T62" fmla="*/ 407 w 497"/>
              <a:gd name="T63" fmla="*/ 204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97" h="382">
                <a:moveTo>
                  <a:pt x="275" y="142"/>
                </a:moveTo>
                <a:lnTo>
                  <a:pt x="275" y="142"/>
                </a:lnTo>
                <a:cubicBezTo>
                  <a:pt x="310" y="160"/>
                  <a:pt x="310" y="160"/>
                  <a:pt x="310" y="160"/>
                </a:cubicBezTo>
                <a:cubicBezTo>
                  <a:pt x="354" y="142"/>
                  <a:pt x="354" y="142"/>
                  <a:pt x="354" y="142"/>
                </a:cubicBezTo>
                <a:cubicBezTo>
                  <a:pt x="354" y="115"/>
                  <a:pt x="354" y="115"/>
                  <a:pt x="354" y="115"/>
                </a:cubicBezTo>
                <a:cubicBezTo>
                  <a:pt x="354" y="53"/>
                  <a:pt x="310" y="0"/>
                  <a:pt x="248" y="0"/>
                </a:cubicBezTo>
                <a:cubicBezTo>
                  <a:pt x="186" y="0"/>
                  <a:pt x="132" y="53"/>
                  <a:pt x="132" y="115"/>
                </a:cubicBezTo>
                <a:cubicBezTo>
                  <a:pt x="132" y="266"/>
                  <a:pt x="132" y="266"/>
                  <a:pt x="132" y="266"/>
                </a:cubicBezTo>
                <a:cubicBezTo>
                  <a:pt x="132" y="283"/>
                  <a:pt x="124" y="293"/>
                  <a:pt x="107" y="293"/>
                </a:cubicBezTo>
                <a:cubicBezTo>
                  <a:pt x="97" y="293"/>
                  <a:pt x="88" y="283"/>
                  <a:pt x="88" y="266"/>
                </a:cubicBezTo>
                <a:cubicBezTo>
                  <a:pt x="88" y="204"/>
                  <a:pt x="88" y="204"/>
                  <a:pt x="88" y="204"/>
                </a:cubicBezTo>
                <a:cubicBezTo>
                  <a:pt x="0" y="204"/>
                  <a:pt x="0" y="204"/>
                  <a:pt x="0" y="204"/>
                </a:cubicBezTo>
                <a:cubicBezTo>
                  <a:pt x="0" y="266"/>
                  <a:pt x="0" y="266"/>
                  <a:pt x="0" y="266"/>
                </a:cubicBezTo>
                <a:cubicBezTo>
                  <a:pt x="0" y="328"/>
                  <a:pt x="53" y="381"/>
                  <a:pt x="107" y="381"/>
                </a:cubicBezTo>
                <a:cubicBezTo>
                  <a:pt x="169" y="381"/>
                  <a:pt x="222" y="328"/>
                  <a:pt x="222" y="266"/>
                </a:cubicBezTo>
                <a:cubicBezTo>
                  <a:pt x="222" y="115"/>
                  <a:pt x="222" y="115"/>
                  <a:pt x="222" y="115"/>
                </a:cubicBezTo>
                <a:cubicBezTo>
                  <a:pt x="222" y="98"/>
                  <a:pt x="230" y="89"/>
                  <a:pt x="248" y="89"/>
                </a:cubicBezTo>
                <a:cubicBezTo>
                  <a:pt x="266" y="89"/>
                  <a:pt x="275" y="98"/>
                  <a:pt x="275" y="115"/>
                </a:cubicBezTo>
                <a:lnTo>
                  <a:pt x="275" y="142"/>
                </a:lnTo>
                <a:close/>
                <a:moveTo>
                  <a:pt x="407" y="204"/>
                </a:moveTo>
                <a:lnTo>
                  <a:pt x="407" y="204"/>
                </a:lnTo>
                <a:cubicBezTo>
                  <a:pt x="407" y="266"/>
                  <a:pt x="407" y="266"/>
                  <a:pt x="407" y="266"/>
                </a:cubicBezTo>
                <a:cubicBezTo>
                  <a:pt x="407" y="283"/>
                  <a:pt x="399" y="293"/>
                  <a:pt x="381" y="293"/>
                </a:cubicBezTo>
                <a:cubicBezTo>
                  <a:pt x="372" y="293"/>
                  <a:pt x="354" y="283"/>
                  <a:pt x="354" y="266"/>
                </a:cubicBezTo>
                <a:cubicBezTo>
                  <a:pt x="354" y="204"/>
                  <a:pt x="354" y="204"/>
                  <a:pt x="354" y="204"/>
                </a:cubicBezTo>
                <a:cubicBezTo>
                  <a:pt x="310" y="222"/>
                  <a:pt x="310" y="222"/>
                  <a:pt x="310" y="222"/>
                </a:cubicBezTo>
                <a:cubicBezTo>
                  <a:pt x="275" y="204"/>
                  <a:pt x="275" y="204"/>
                  <a:pt x="275" y="204"/>
                </a:cubicBezTo>
                <a:cubicBezTo>
                  <a:pt x="275" y="266"/>
                  <a:pt x="275" y="266"/>
                  <a:pt x="275" y="266"/>
                </a:cubicBezTo>
                <a:cubicBezTo>
                  <a:pt x="275" y="328"/>
                  <a:pt x="328" y="381"/>
                  <a:pt x="381" y="381"/>
                </a:cubicBezTo>
                <a:cubicBezTo>
                  <a:pt x="443" y="381"/>
                  <a:pt x="496" y="328"/>
                  <a:pt x="496" y="266"/>
                </a:cubicBezTo>
                <a:cubicBezTo>
                  <a:pt x="496" y="204"/>
                  <a:pt x="496" y="204"/>
                  <a:pt x="496" y="204"/>
                </a:cubicBezTo>
                <a:lnTo>
                  <a:pt x="407" y="204"/>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2" name="Freeform 68">
            <a:extLst>
              <a:ext uri="{FF2B5EF4-FFF2-40B4-BE49-F238E27FC236}">
                <a16:creationId xmlns:a16="http://schemas.microsoft.com/office/drawing/2014/main" id="{4CB83E17-E084-A415-A14D-D5361519AF7D}"/>
              </a:ext>
            </a:extLst>
          </p:cNvPr>
          <p:cNvSpPr>
            <a:spLocks noChangeArrowheads="1"/>
          </p:cNvSpPr>
          <p:nvPr/>
        </p:nvSpPr>
        <p:spPr bwMode="auto">
          <a:xfrm>
            <a:off x="4689239" y="2240016"/>
            <a:ext cx="444536" cy="436097"/>
          </a:xfrm>
          <a:custGeom>
            <a:avLst/>
            <a:gdLst>
              <a:gd name="T0" fmla="*/ 221 w 461"/>
              <a:gd name="T1" fmla="*/ 160 h 454"/>
              <a:gd name="T2" fmla="*/ 221 w 461"/>
              <a:gd name="T3" fmla="*/ 160 h 454"/>
              <a:gd name="T4" fmla="*/ 150 w 461"/>
              <a:gd name="T5" fmla="*/ 54 h 454"/>
              <a:gd name="T6" fmla="*/ 35 w 461"/>
              <a:gd name="T7" fmla="*/ 187 h 454"/>
              <a:gd name="T8" fmla="*/ 221 w 461"/>
              <a:gd name="T9" fmla="*/ 160 h 454"/>
              <a:gd name="T10" fmla="*/ 239 w 461"/>
              <a:gd name="T11" fmla="*/ 231 h 454"/>
              <a:gd name="T12" fmla="*/ 239 w 461"/>
              <a:gd name="T13" fmla="*/ 231 h 454"/>
              <a:gd name="T14" fmla="*/ 248 w 461"/>
              <a:gd name="T15" fmla="*/ 222 h 454"/>
              <a:gd name="T16" fmla="*/ 239 w 461"/>
              <a:gd name="T17" fmla="*/ 196 h 454"/>
              <a:gd name="T18" fmla="*/ 35 w 461"/>
              <a:gd name="T19" fmla="*/ 222 h 454"/>
              <a:gd name="T20" fmla="*/ 35 w 461"/>
              <a:gd name="T21" fmla="*/ 222 h 454"/>
              <a:gd name="T22" fmla="*/ 88 w 461"/>
              <a:gd name="T23" fmla="*/ 355 h 454"/>
              <a:gd name="T24" fmla="*/ 88 w 461"/>
              <a:gd name="T25" fmla="*/ 355 h 454"/>
              <a:gd name="T26" fmla="*/ 239 w 461"/>
              <a:gd name="T27" fmla="*/ 231 h 454"/>
              <a:gd name="T28" fmla="*/ 106 w 461"/>
              <a:gd name="T29" fmla="*/ 382 h 454"/>
              <a:gd name="T30" fmla="*/ 106 w 461"/>
              <a:gd name="T31" fmla="*/ 382 h 454"/>
              <a:gd name="T32" fmla="*/ 106 w 461"/>
              <a:gd name="T33" fmla="*/ 382 h 454"/>
              <a:gd name="T34" fmla="*/ 106 w 461"/>
              <a:gd name="T35" fmla="*/ 373 h 454"/>
              <a:gd name="T36" fmla="*/ 106 w 461"/>
              <a:gd name="T37" fmla="*/ 382 h 454"/>
              <a:gd name="T38" fmla="*/ 186 w 461"/>
              <a:gd name="T39" fmla="*/ 36 h 454"/>
              <a:gd name="T40" fmla="*/ 186 w 461"/>
              <a:gd name="T41" fmla="*/ 36 h 454"/>
              <a:gd name="T42" fmla="*/ 354 w 461"/>
              <a:gd name="T43" fmla="*/ 81 h 454"/>
              <a:gd name="T44" fmla="*/ 354 w 461"/>
              <a:gd name="T45" fmla="*/ 81 h 454"/>
              <a:gd name="T46" fmla="*/ 231 w 461"/>
              <a:gd name="T47" fmla="*/ 28 h 454"/>
              <a:gd name="T48" fmla="*/ 186 w 461"/>
              <a:gd name="T49" fmla="*/ 36 h 454"/>
              <a:gd name="T50" fmla="*/ 256 w 461"/>
              <a:gd name="T51" fmla="*/ 151 h 454"/>
              <a:gd name="T52" fmla="*/ 354 w 461"/>
              <a:gd name="T53" fmla="*/ 81 h 454"/>
              <a:gd name="T54" fmla="*/ 231 w 461"/>
              <a:gd name="T55" fmla="*/ 453 h 454"/>
              <a:gd name="T56" fmla="*/ 231 w 461"/>
              <a:gd name="T57" fmla="*/ 453 h 454"/>
              <a:gd name="T58" fmla="*/ 0 w 461"/>
              <a:gd name="T59" fmla="*/ 222 h 454"/>
              <a:gd name="T60" fmla="*/ 231 w 461"/>
              <a:gd name="T61" fmla="*/ 0 h 454"/>
              <a:gd name="T62" fmla="*/ 460 w 461"/>
              <a:gd name="T63" fmla="*/ 222 h 454"/>
              <a:gd name="T64" fmla="*/ 231 w 461"/>
              <a:gd name="T65" fmla="*/ 453 h 454"/>
              <a:gd name="T66" fmla="*/ 265 w 461"/>
              <a:gd name="T67" fmla="*/ 258 h 454"/>
              <a:gd name="T68" fmla="*/ 265 w 461"/>
              <a:gd name="T69" fmla="*/ 258 h 454"/>
              <a:gd name="T70" fmla="*/ 106 w 461"/>
              <a:gd name="T71" fmla="*/ 382 h 454"/>
              <a:gd name="T72" fmla="*/ 231 w 461"/>
              <a:gd name="T73" fmla="*/ 417 h 454"/>
              <a:gd name="T74" fmla="*/ 310 w 461"/>
              <a:gd name="T75" fmla="*/ 408 h 454"/>
              <a:gd name="T76" fmla="*/ 265 w 461"/>
              <a:gd name="T77" fmla="*/ 258 h 454"/>
              <a:gd name="T78" fmla="*/ 275 w 461"/>
              <a:gd name="T79" fmla="*/ 178 h 454"/>
              <a:gd name="T80" fmla="*/ 275 w 461"/>
              <a:gd name="T81" fmla="*/ 178 h 454"/>
              <a:gd name="T82" fmla="*/ 284 w 461"/>
              <a:gd name="T83" fmla="*/ 204 h 454"/>
              <a:gd name="T84" fmla="*/ 292 w 461"/>
              <a:gd name="T85" fmla="*/ 213 h 454"/>
              <a:gd name="T86" fmla="*/ 425 w 461"/>
              <a:gd name="T87" fmla="*/ 222 h 454"/>
              <a:gd name="T88" fmla="*/ 381 w 461"/>
              <a:gd name="T89" fmla="*/ 98 h 454"/>
              <a:gd name="T90" fmla="*/ 275 w 461"/>
              <a:gd name="T91" fmla="*/ 178 h 454"/>
              <a:gd name="T92" fmla="*/ 301 w 461"/>
              <a:gd name="T93" fmla="*/ 249 h 454"/>
              <a:gd name="T94" fmla="*/ 301 w 461"/>
              <a:gd name="T95" fmla="*/ 249 h 454"/>
              <a:gd name="T96" fmla="*/ 337 w 461"/>
              <a:gd name="T97" fmla="*/ 391 h 454"/>
              <a:gd name="T98" fmla="*/ 425 w 461"/>
              <a:gd name="T99" fmla="*/ 258 h 454"/>
              <a:gd name="T100" fmla="*/ 301 w 461"/>
              <a:gd name="T101" fmla="*/ 249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61" h="454">
                <a:moveTo>
                  <a:pt x="221" y="160"/>
                </a:moveTo>
                <a:lnTo>
                  <a:pt x="221" y="160"/>
                </a:lnTo>
                <a:cubicBezTo>
                  <a:pt x="186" y="98"/>
                  <a:pt x="150" y="54"/>
                  <a:pt x="150" y="54"/>
                </a:cubicBezTo>
                <a:cubicBezTo>
                  <a:pt x="88" y="72"/>
                  <a:pt x="53" y="125"/>
                  <a:pt x="35" y="187"/>
                </a:cubicBezTo>
                <a:cubicBezTo>
                  <a:pt x="44" y="187"/>
                  <a:pt x="124" y="187"/>
                  <a:pt x="221" y="160"/>
                </a:cubicBezTo>
                <a:close/>
                <a:moveTo>
                  <a:pt x="239" y="231"/>
                </a:moveTo>
                <a:lnTo>
                  <a:pt x="239" y="231"/>
                </a:lnTo>
                <a:cubicBezTo>
                  <a:pt x="248" y="222"/>
                  <a:pt x="248" y="222"/>
                  <a:pt x="248" y="222"/>
                </a:cubicBezTo>
                <a:cubicBezTo>
                  <a:pt x="248" y="213"/>
                  <a:pt x="239" y="204"/>
                  <a:pt x="239" y="196"/>
                </a:cubicBezTo>
                <a:cubicBezTo>
                  <a:pt x="133" y="222"/>
                  <a:pt x="35" y="222"/>
                  <a:pt x="35" y="222"/>
                </a:cubicBezTo>
                <a:lnTo>
                  <a:pt x="35" y="222"/>
                </a:lnTo>
                <a:cubicBezTo>
                  <a:pt x="35" y="275"/>
                  <a:pt x="53" y="319"/>
                  <a:pt x="88" y="355"/>
                </a:cubicBezTo>
                <a:lnTo>
                  <a:pt x="88" y="355"/>
                </a:lnTo>
                <a:cubicBezTo>
                  <a:pt x="88" y="355"/>
                  <a:pt x="141" y="258"/>
                  <a:pt x="239" y="231"/>
                </a:cubicBezTo>
                <a:close/>
                <a:moveTo>
                  <a:pt x="106" y="382"/>
                </a:moveTo>
                <a:lnTo>
                  <a:pt x="106" y="382"/>
                </a:lnTo>
                <a:lnTo>
                  <a:pt x="106" y="382"/>
                </a:lnTo>
                <a:cubicBezTo>
                  <a:pt x="106" y="382"/>
                  <a:pt x="106" y="382"/>
                  <a:pt x="106" y="373"/>
                </a:cubicBezTo>
                <a:cubicBezTo>
                  <a:pt x="106" y="382"/>
                  <a:pt x="106" y="382"/>
                  <a:pt x="106" y="382"/>
                </a:cubicBezTo>
                <a:close/>
                <a:moveTo>
                  <a:pt x="186" y="36"/>
                </a:moveTo>
                <a:lnTo>
                  <a:pt x="186" y="36"/>
                </a:lnTo>
                <a:close/>
                <a:moveTo>
                  <a:pt x="354" y="81"/>
                </a:moveTo>
                <a:lnTo>
                  <a:pt x="354" y="81"/>
                </a:lnTo>
                <a:cubicBezTo>
                  <a:pt x="328" y="45"/>
                  <a:pt x="284" y="28"/>
                  <a:pt x="231" y="28"/>
                </a:cubicBezTo>
                <a:cubicBezTo>
                  <a:pt x="212" y="28"/>
                  <a:pt x="194" y="36"/>
                  <a:pt x="186" y="36"/>
                </a:cubicBezTo>
                <a:cubicBezTo>
                  <a:pt x="186" y="36"/>
                  <a:pt x="221" y="89"/>
                  <a:pt x="256" y="151"/>
                </a:cubicBezTo>
                <a:cubicBezTo>
                  <a:pt x="328" y="125"/>
                  <a:pt x="354" y="81"/>
                  <a:pt x="354" y="81"/>
                </a:cubicBezTo>
                <a:close/>
                <a:moveTo>
                  <a:pt x="231" y="453"/>
                </a:moveTo>
                <a:lnTo>
                  <a:pt x="231" y="453"/>
                </a:lnTo>
                <a:cubicBezTo>
                  <a:pt x="106" y="453"/>
                  <a:pt x="0" y="355"/>
                  <a:pt x="0" y="222"/>
                </a:cubicBezTo>
                <a:cubicBezTo>
                  <a:pt x="0" y="98"/>
                  <a:pt x="106" y="0"/>
                  <a:pt x="231" y="0"/>
                </a:cubicBezTo>
                <a:cubicBezTo>
                  <a:pt x="354" y="0"/>
                  <a:pt x="460" y="98"/>
                  <a:pt x="460" y="222"/>
                </a:cubicBezTo>
                <a:cubicBezTo>
                  <a:pt x="460" y="355"/>
                  <a:pt x="354" y="453"/>
                  <a:pt x="231" y="453"/>
                </a:cubicBezTo>
                <a:close/>
                <a:moveTo>
                  <a:pt x="265" y="258"/>
                </a:moveTo>
                <a:lnTo>
                  <a:pt x="265" y="258"/>
                </a:lnTo>
                <a:cubicBezTo>
                  <a:pt x="150" y="302"/>
                  <a:pt x="115" y="382"/>
                  <a:pt x="106" y="382"/>
                </a:cubicBezTo>
                <a:cubicBezTo>
                  <a:pt x="141" y="408"/>
                  <a:pt x="186" y="417"/>
                  <a:pt x="231" y="417"/>
                </a:cubicBezTo>
                <a:cubicBezTo>
                  <a:pt x="256" y="417"/>
                  <a:pt x="284" y="417"/>
                  <a:pt x="310" y="408"/>
                </a:cubicBezTo>
                <a:cubicBezTo>
                  <a:pt x="301" y="391"/>
                  <a:pt x="292" y="329"/>
                  <a:pt x="265" y="258"/>
                </a:cubicBezTo>
                <a:close/>
                <a:moveTo>
                  <a:pt x="275" y="178"/>
                </a:moveTo>
                <a:lnTo>
                  <a:pt x="275" y="178"/>
                </a:lnTo>
                <a:cubicBezTo>
                  <a:pt x="275" y="187"/>
                  <a:pt x="284" y="196"/>
                  <a:pt x="284" y="204"/>
                </a:cubicBezTo>
                <a:cubicBezTo>
                  <a:pt x="284" y="213"/>
                  <a:pt x="284" y="213"/>
                  <a:pt x="292" y="213"/>
                </a:cubicBezTo>
                <a:cubicBezTo>
                  <a:pt x="354" y="213"/>
                  <a:pt x="425" y="222"/>
                  <a:pt x="425" y="222"/>
                </a:cubicBezTo>
                <a:cubicBezTo>
                  <a:pt x="425" y="178"/>
                  <a:pt x="407" y="134"/>
                  <a:pt x="381" y="98"/>
                </a:cubicBezTo>
                <a:cubicBezTo>
                  <a:pt x="381" y="107"/>
                  <a:pt x="346" y="151"/>
                  <a:pt x="275" y="178"/>
                </a:cubicBezTo>
                <a:close/>
                <a:moveTo>
                  <a:pt x="301" y="249"/>
                </a:moveTo>
                <a:lnTo>
                  <a:pt x="301" y="249"/>
                </a:lnTo>
                <a:cubicBezTo>
                  <a:pt x="328" y="319"/>
                  <a:pt x="337" y="373"/>
                  <a:pt x="337" y="391"/>
                </a:cubicBezTo>
                <a:cubicBezTo>
                  <a:pt x="381" y="355"/>
                  <a:pt x="416" y="311"/>
                  <a:pt x="425" y="258"/>
                </a:cubicBezTo>
                <a:cubicBezTo>
                  <a:pt x="416" y="258"/>
                  <a:pt x="363" y="240"/>
                  <a:pt x="301" y="249"/>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3" name="Freeform 69">
            <a:extLst>
              <a:ext uri="{FF2B5EF4-FFF2-40B4-BE49-F238E27FC236}">
                <a16:creationId xmlns:a16="http://schemas.microsoft.com/office/drawing/2014/main" id="{56171ADF-58F1-5AD9-3808-F93EA0F307A2}"/>
              </a:ext>
            </a:extLst>
          </p:cNvPr>
          <p:cNvSpPr>
            <a:spLocks noChangeArrowheads="1"/>
          </p:cNvSpPr>
          <p:nvPr/>
        </p:nvSpPr>
        <p:spPr bwMode="auto">
          <a:xfrm>
            <a:off x="2725405" y="4184160"/>
            <a:ext cx="495180" cy="326369"/>
          </a:xfrm>
          <a:custGeom>
            <a:avLst/>
            <a:gdLst>
              <a:gd name="T0" fmla="*/ 203 w 514"/>
              <a:gd name="T1" fmla="*/ 142 h 338"/>
              <a:gd name="T2" fmla="*/ 203 w 514"/>
              <a:gd name="T3" fmla="*/ 142 h 338"/>
              <a:gd name="T4" fmla="*/ 247 w 514"/>
              <a:gd name="T5" fmla="*/ 89 h 338"/>
              <a:gd name="T6" fmla="*/ 159 w 514"/>
              <a:gd name="T7" fmla="*/ 0 h 338"/>
              <a:gd name="T8" fmla="*/ 0 w 514"/>
              <a:gd name="T9" fmla="*/ 0 h 338"/>
              <a:gd name="T10" fmla="*/ 0 w 514"/>
              <a:gd name="T11" fmla="*/ 319 h 338"/>
              <a:gd name="T12" fmla="*/ 159 w 514"/>
              <a:gd name="T13" fmla="*/ 319 h 338"/>
              <a:gd name="T14" fmla="*/ 256 w 514"/>
              <a:gd name="T15" fmla="*/ 222 h 338"/>
              <a:gd name="T16" fmla="*/ 203 w 514"/>
              <a:gd name="T17" fmla="*/ 142 h 338"/>
              <a:gd name="T18" fmla="*/ 71 w 514"/>
              <a:gd name="T19" fmla="*/ 53 h 338"/>
              <a:gd name="T20" fmla="*/ 71 w 514"/>
              <a:gd name="T21" fmla="*/ 53 h 338"/>
              <a:gd name="T22" fmla="*/ 159 w 514"/>
              <a:gd name="T23" fmla="*/ 53 h 338"/>
              <a:gd name="T24" fmla="*/ 186 w 514"/>
              <a:gd name="T25" fmla="*/ 89 h 338"/>
              <a:gd name="T26" fmla="*/ 150 w 514"/>
              <a:gd name="T27" fmla="*/ 125 h 338"/>
              <a:gd name="T28" fmla="*/ 71 w 514"/>
              <a:gd name="T29" fmla="*/ 125 h 338"/>
              <a:gd name="T30" fmla="*/ 71 w 514"/>
              <a:gd name="T31" fmla="*/ 53 h 338"/>
              <a:gd name="T32" fmla="*/ 159 w 514"/>
              <a:gd name="T33" fmla="*/ 266 h 338"/>
              <a:gd name="T34" fmla="*/ 159 w 514"/>
              <a:gd name="T35" fmla="*/ 266 h 338"/>
              <a:gd name="T36" fmla="*/ 71 w 514"/>
              <a:gd name="T37" fmla="*/ 266 h 338"/>
              <a:gd name="T38" fmla="*/ 71 w 514"/>
              <a:gd name="T39" fmla="*/ 178 h 338"/>
              <a:gd name="T40" fmla="*/ 159 w 514"/>
              <a:gd name="T41" fmla="*/ 178 h 338"/>
              <a:gd name="T42" fmla="*/ 194 w 514"/>
              <a:gd name="T43" fmla="*/ 222 h 338"/>
              <a:gd name="T44" fmla="*/ 159 w 514"/>
              <a:gd name="T45" fmla="*/ 266 h 338"/>
              <a:gd name="T46" fmla="*/ 390 w 514"/>
              <a:gd name="T47" fmla="*/ 80 h 338"/>
              <a:gd name="T48" fmla="*/ 390 w 514"/>
              <a:gd name="T49" fmla="*/ 80 h 338"/>
              <a:gd name="T50" fmla="*/ 265 w 514"/>
              <a:gd name="T51" fmla="*/ 204 h 338"/>
              <a:gd name="T52" fmla="*/ 390 w 514"/>
              <a:gd name="T53" fmla="*/ 328 h 338"/>
              <a:gd name="T54" fmla="*/ 496 w 514"/>
              <a:gd name="T55" fmla="*/ 240 h 338"/>
              <a:gd name="T56" fmla="*/ 443 w 514"/>
              <a:gd name="T57" fmla="*/ 240 h 338"/>
              <a:gd name="T58" fmla="*/ 390 w 514"/>
              <a:gd name="T59" fmla="*/ 275 h 338"/>
              <a:gd name="T60" fmla="*/ 337 w 514"/>
              <a:gd name="T61" fmla="*/ 222 h 338"/>
              <a:gd name="T62" fmla="*/ 496 w 514"/>
              <a:gd name="T63" fmla="*/ 222 h 338"/>
              <a:gd name="T64" fmla="*/ 390 w 514"/>
              <a:gd name="T65" fmla="*/ 80 h 338"/>
              <a:gd name="T66" fmla="*/ 434 w 514"/>
              <a:gd name="T67" fmla="*/ 178 h 338"/>
              <a:gd name="T68" fmla="*/ 434 w 514"/>
              <a:gd name="T69" fmla="*/ 178 h 338"/>
              <a:gd name="T70" fmla="*/ 337 w 514"/>
              <a:gd name="T71" fmla="*/ 178 h 338"/>
              <a:gd name="T72" fmla="*/ 390 w 514"/>
              <a:gd name="T73" fmla="*/ 125 h 338"/>
              <a:gd name="T74" fmla="*/ 434 w 514"/>
              <a:gd name="T75" fmla="*/ 178 h 338"/>
              <a:gd name="T76" fmla="*/ 452 w 514"/>
              <a:gd name="T77" fmla="*/ 18 h 338"/>
              <a:gd name="T78" fmla="*/ 452 w 514"/>
              <a:gd name="T79" fmla="*/ 18 h 338"/>
              <a:gd name="T80" fmla="*/ 319 w 514"/>
              <a:gd name="T81" fmla="*/ 18 h 338"/>
              <a:gd name="T82" fmla="*/ 319 w 514"/>
              <a:gd name="T83" fmla="*/ 62 h 338"/>
              <a:gd name="T84" fmla="*/ 452 w 514"/>
              <a:gd name="T85" fmla="*/ 62 h 338"/>
              <a:gd name="T86" fmla="*/ 452 w 514"/>
              <a:gd name="T87" fmla="*/ 1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4" h="338">
                <a:moveTo>
                  <a:pt x="203" y="142"/>
                </a:moveTo>
                <a:lnTo>
                  <a:pt x="203" y="142"/>
                </a:lnTo>
                <a:cubicBezTo>
                  <a:pt x="203" y="142"/>
                  <a:pt x="247" y="142"/>
                  <a:pt x="247" y="89"/>
                </a:cubicBezTo>
                <a:cubicBezTo>
                  <a:pt x="247" y="27"/>
                  <a:pt x="212" y="0"/>
                  <a:pt x="159" y="0"/>
                </a:cubicBezTo>
                <a:cubicBezTo>
                  <a:pt x="0" y="0"/>
                  <a:pt x="0" y="0"/>
                  <a:pt x="0" y="0"/>
                </a:cubicBezTo>
                <a:cubicBezTo>
                  <a:pt x="0" y="319"/>
                  <a:pt x="0" y="319"/>
                  <a:pt x="0" y="319"/>
                </a:cubicBezTo>
                <a:cubicBezTo>
                  <a:pt x="159" y="319"/>
                  <a:pt x="159" y="319"/>
                  <a:pt x="159" y="319"/>
                </a:cubicBezTo>
                <a:cubicBezTo>
                  <a:pt x="159" y="319"/>
                  <a:pt x="256" y="328"/>
                  <a:pt x="256" y="222"/>
                </a:cubicBezTo>
                <a:cubicBezTo>
                  <a:pt x="256" y="222"/>
                  <a:pt x="265" y="142"/>
                  <a:pt x="203" y="142"/>
                </a:cubicBezTo>
                <a:close/>
                <a:moveTo>
                  <a:pt x="71" y="53"/>
                </a:moveTo>
                <a:lnTo>
                  <a:pt x="71" y="53"/>
                </a:lnTo>
                <a:cubicBezTo>
                  <a:pt x="159" y="53"/>
                  <a:pt x="159" y="53"/>
                  <a:pt x="159" y="53"/>
                </a:cubicBezTo>
                <a:cubicBezTo>
                  <a:pt x="159" y="53"/>
                  <a:pt x="186" y="53"/>
                  <a:pt x="186" y="89"/>
                </a:cubicBezTo>
                <a:cubicBezTo>
                  <a:pt x="186" y="125"/>
                  <a:pt x="168" y="125"/>
                  <a:pt x="150" y="125"/>
                </a:cubicBezTo>
                <a:cubicBezTo>
                  <a:pt x="71" y="125"/>
                  <a:pt x="71" y="125"/>
                  <a:pt x="71" y="125"/>
                </a:cubicBezTo>
                <a:lnTo>
                  <a:pt x="71" y="53"/>
                </a:lnTo>
                <a:close/>
                <a:moveTo>
                  <a:pt x="159" y="266"/>
                </a:moveTo>
                <a:lnTo>
                  <a:pt x="159" y="266"/>
                </a:lnTo>
                <a:cubicBezTo>
                  <a:pt x="71" y="266"/>
                  <a:pt x="71" y="266"/>
                  <a:pt x="71" y="266"/>
                </a:cubicBezTo>
                <a:cubicBezTo>
                  <a:pt x="71" y="178"/>
                  <a:pt x="71" y="178"/>
                  <a:pt x="71" y="178"/>
                </a:cubicBezTo>
                <a:cubicBezTo>
                  <a:pt x="159" y="178"/>
                  <a:pt x="159" y="178"/>
                  <a:pt x="159" y="178"/>
                </a:cubicBezTo>
                <a:cubicBezTo>
                  <a:pt x="159" y="178"/>
                  <a:pt x="194" y="178"/>
                  <a:pt x="194" y="222"/>
                </a:cubicBezTo>
                <a:cubicBezTo>
                  <a:pt x="194" y="257"/>
                  <a:pt x="168" y="266"/>
                  <a:pt x="159" y="266"/>
                </a:cubicBezTo>
                <a:close/>
                <a:moveTo>
                  <a:pt x="390" y="80"/>
                </a:moveTo>
                <a:lnTo>
                  <a:pt x="390" y="80"/>
                </a:lnTo>
                <a:cubicBezTo>
                  <a:pt x="265" y="80"/>
                  <a:pt x="265" y="204"/>
                  <a:pt x="265" y="204"/>
                </a:cubicBezTo>
                <a:cubicBezTo>
                  <a:pt x="265" y="204"/>
                  <a:pt x="265" y="328"/>
                  <a:pt x="390" y="328"/>
                </a:cubicBezTo>
                <a:cubicBezTo>
                  <a:pt x="390" y="328"/>
                  <a:pt x="496" y="337"/>
                  <a:pt x="496" y="240"/>
                </a:cubicBezTo>
                <a:cubicBezTo>
                  <a:pt x="443" y="240"/>
                  <a:pt x="443" y="240"/>
                  <a:pt x="443" y="240"/>
                </a:cubicBezTo>
                <a:cubicBezTo>
                  <a:pt x="443" y="240"/>
                  <a:pt x="443" y="275"/>
                  <a:pt x="390" y="275"/>
                </a:cubicBezTo>
                <a:cubicBezTo>
                  <a:pt x="390" y="275"/>
                  <a:pt x="337" y="284"/>
                  <a:pt x="337" y="222"/>
                </a:cubicBezTo>
                <a:cubicBezTo>
                  <a:pt x="496" y="222"/>
                  <a:pt x="496" y="222"/>
                  <a:pt x="496" y="222"/>
                </a:cubicBezTo>
                <a:cubicBezTo>
                  <a:pt x="496" y="222"/>
                  <a:pt x="513" y="80"/>
                  <a:pt x="390" y="80"/>
                </a:cubicBezTo>
                <a:close/>
                <a:moveTo>
                  <a:pt x="434" y="178"/>
                </a:moveTo>
                <a:lnTo>
                  <a:pt x="434" y="178"/>
                </a:lnTo>
                <a:cubicBezTo>
                  <a:pt x="337" y="178"/>
                  <a:pt x="337" y="178"/>
                  <a:pt x="337" y="178"/>
                </a:cubicBezTo>
                <a:cubicBezTo>
                  <a:pt x="337" y="178"/>
                  <a:pt x="345" y="125"/>
                  <a:pt x="390" y="125"/>
                </a:cubicBezTo>
                <a:cubicBezTo>
                  <a:pt x="434" y="125"/>
                  <a:pt x="434" y="178"/>
                  <a:pt x="434" y="178"/>
                </a:cubicBezTo>
                <a:close/>
                <a:moveTo>
                  <a:pt x="452" y="18"/>
                </a:moveTo>
                <a:lnTo>
                  <a:pt x="452" y="18"/>
                </a:lnTo>
                <a:cubicBezTo>
                  <a:pt x="319" y="18"/>
                  <a:pt x="319" y="18"/>
                  <a:pt x="319" y="18"/>
                </a:cubicBezTo>
                <a:cubicBezTo>
                  <a:pt x="319" y="62"/>
                  <a:pt x="319" y="62"/>
                  <a:pt x="319" y="62"/>
                </a:cubicBezTo>
                <a:cubicBezTo>
                  <a:pt x="452" y="62"/>
                  <a:pt x="452" y="62"/>
                  <a:pt x="452" y="62"/>
                </a:cubicBezTo>
                <a:lnTo>
                  <a:pt x="452" y="18"/>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4" name="Freeform 70">
            <a:extLst>
              <a:ext uri="{FF2B5EF4-FFF2-40B4-BE49-F238E27FC236}">
                <a16:creationId xmlns:a16="http://schemas.microsoft.com/office/drawing/2014/main" id="{4DDE676C-115D-14E9-65E7-0AB4B9CB76C5}"/>
              </a:ext>
            </a:extLst>
          </p:cNvPr>
          <p:cNvSpPr>
            <a:spLocks noChangeArrowheads="1"/>
          </p:cNvSpPr>
          <p:nvPr/>
        </p:nvSpPr>
        <p:spPr bwMode="auto">
          <a:xfrm>
            <a:off x="961323" y="2240016"/>
            <a:ext cx="270098" cy="436097"/>
          </a:xfrm>
          <a:custGeom>
            <a:avLst/>
            <a:gdLst>
              <a:gd name="T0" fmla="*/ 283 w 284"/>
              <a:gd name="T1" fmla="*/ 426 h 454"/>
              <a:gd name="T2" fmla="*/ 283 w 284"/>
              <a:gd name="T3" fmla="*/ 426 h 454"/>
              <a:gd name="T4" fmla="*/ 230 w 284"/>
              <a:gd name="T5" fmla="*/ 453 h 454"/>
              <a:gd name="T6" fmla="*/ 177 w 284"/>
              <a:gd name="T7" fmla="*/ 453 h 454"/>
              <a:gd name="T8" fmla="*/ 124 w 284"/>
              <a:gd name="T9" fmla="*/ 444 h 454"/>
              <a:gd name="T10" fmla="*/ 80 w 284"/>
              <a:gd name="T11" fmla="*/ 426 h 454"/>
              <a:gd name="T12" fmla="*/ 61 w 284"/>
              <a:gd name="T13" fmla="*/ 391 h 454"/>
              <a:gd name="T14" fmla="*/ 53 w 284"/>
              <a:gd name="T15" fmla="*/ 347 h 454"/>
              <a:gd name="T16" fmla="*/ 53 w 284"/>
              <a:gd name="T17" fmla="*/ 187 h 454"/>
              <a:gd name="T18" fmla="*/ 0 w 284"/>
              <a:gd name="T19" fmla="*/ 187 h 454"/>
              <a:gd name="T20" fmla="*/ 0 w 284"/>
              <a:gd name="T21" fmla="*/ 116 h 454"/>
              <a:gd name="T22" fmla="*/ 44 w 284"/>
              <a:gd name="T23" fmla="*/ 98 h 454"/>
              <a:gd name="T24" fmla="*/ 80 w 284"/>
              <a:gd name="T25" fmla="*/ 54 h 454"/>
              <a:gd name="T26" fmla="*/ 97 w 284"/>
              <a:gd name="T27" fmla="*/ 0 h 454"/>
              <a:gd name="T28" fmla="*/ 160 w 284"/>
              <a:gd name="T29" fmla="*/ 0 h 454"/>
              <a:gd name="T30" fmla="*/ 160 w 284"/>
              <a:gd name="T31" fmla="*/ 116 h 454"/>
              <a:gd name="T32" fmla="*/ 266 w 284"/>
              <a:gd name="T33" fmla="*/ 116 h 454"/>
              <a:gd name="T34" fmla="*/ 266 w 284"/>
              <a:gd name="T35" fmla="*/ 187 h 454"/>
              <a:gd name="T36" fmla="*/ 160 w 284"/>
              <a:gd name="T37" fmla="*/ 187 h 454"/>
              <a:gd name="T38" fmla="*/ 160 w 284"/>
              <a:gd name="T39" fmla="*/ 302 h 454"/>
              <a:gd name="T40" fmla="*/ 160 w 284"/>
              <a:gd name="T41" fmla="*/ 355 h 454"/>
              <a:gd name="T42" fmla="*/ 177 w 284"/>
              <a:gd name="T43" fmla="*/ 373 h 454"/>
              <a:gd name="T44" fmla="*/ 213 w 284"/>
              <a:gd name="T45" fmla="*/ 382 h 454"/>
              <a:gd name="T46" fmla="*/ 283 w 284"/>
              <a:gd name="T47" fmla="*/ 355 h 454"/>
              <a:gd name="T48" fmla="*/ 283 w 284"/>
              <a:gd name="T49" fmla="*/ 426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4" h="454">
                <a:moveTo>
                  <a:pt x="283" y="426"/>
                </a:moveTo>
                <a:lnTo>
                  <a:pt x="283" y="426"/>
                </a:lnTo>
                <a:cubicBezTo>
                  <a:pt x="257" y="435"/>
                  <a:pt x="239" y="444"/>
                  <a:pt x="230" y="453"/>
                </a:cubicBezTo>
                <a:cubicBezTo>
                  <a:pt x="213" y="453"/>
                  <a:pt x="195" y="453"/>
                  <a:pt x="177" y="453"/>
                </a:cubicBezTo>
                <a:cubicBezTo>
                  <a:pt x="160" y="453"/>
                  <a:pt x="142" y="453"/>
                  <a:pt x="124" y="444"/>
                </a:cubicBezTo>
                <a:cubicBezTo>
                  <a:pt x="106" y="444"/>
                  <a:pt x="88" y="435"/>
                  <a:pt x="80" y="426"/>
                </a:cubicBezTo>
                <a:cubicBezTo>
                  <a:pt x="71" y="417"/>
                  <a:pt x="61" y="400"/>
                  <a:pt x="61" y="391"/>
                </a:cubicBezTo>
                <a:cubicBezTo>
                  <a:pt x="53" y="382"/>
                  <a:pt x="53" y="364"/>
                  <a:pt x="53" y="347"/>
                </a:cubicBezTo>
                <a:cubicBezTo>
                  <a:pt x="53" y="187"/>
                  <a:pt x="53" y="187"/>
                  <a:pt x="53" y="187"/>
                </a:cubicBezTo>
                <a:cubicBezTo>
                  <a:pt x="0" y="187"/>
                  <a:pt x="0" y="187"/>
                  <a:pt x="0" y="187"/>
                </a:cubicBezTo>
                <a:cubicBezTo>
                  <a:pt x="0" y="116"/>
                  <a:pt x="0" y="116"/>
                  <a:pt x="0" y="116"/>
                </a:cubicBezTo>
                <a:cubicBezTo>
                  <a:pt x="17" y="116"/>
                  <a:pt x="35" y="107"/>
                  <a:pt x="44" y="98"/>
                </a:cubicBezTo>
                <a:cubicBezTo>
                  <a:pt x="61" y="81"/>
                  <a:pt x="71" y="72"/>
                  <a:pt x="80" y="54"/>
                </a:cubicBezTo>
                <a:cubicBezTo>
                  <a:pt x="88" y="36"/>
                  <a:pt x="88" y="19"/>
                  <a:pt x="97" y="0"/>
                </a:cubicBezTo>
                <a:cubicBezTo>
                  <a:pt x="160" y="0"/>
                  <a:pt x="160" y="0"/>
                  <a:pt x="160" y="0"/>
                </a:cubicBezTo>
                <a:cubicBezTo>
                  <a:pt x="160" y="116"/>
                  <a:pt x="160" y="116"/>
                  <a:pt x="160" y="116"/>
                </a:cubicBezTo>
                <a:cubicBezTo>
                  <a:pt x="266" y="116"/>
                  <a:pt x="266" y="116"/>
                  <a:pt x="266" y="116"/>
                </a:cubicBezTo>
                <a:cubicBezTo>
                  <a:pt x="266" y="187"/>
                  <a:pt x="266" y="187"/>
                  <a:pt x="266" y="187"/>
                </a:cubicBezTo>
                <a:cubicBezTo>
                  <a:pt x="160" y="187"/>
                  <a:pt x="160" y="187"/>
                  <a:pt x="160" y="187"/>
                </a:cubicBezTo>
                <a:cubicBezTo>
                  <a:pt x="160" y="302"/>
                  <a:pt x="160" y="302"/>
                  <a:pt x="160" y="302"/>
                </a:cubicBezTo>
                <a:cubicBezTo>
                  <a:pt x="160" y="329"/>
                  <a:pt x="160" y="347"/>
                  <a:pt x="160" y="355"/>
                </a:cubicBezTo>
                <a:cubicBezTo>
                  <a:pt x="168" y="364"/>
                  <a:pt x="168" y="364"/>
                  <a:pt x="177" y="373"/>
                </a:cubicBezTo>
                <a:cubicBezTo>
                  <a:pt x="186" y="373"/>
                  <a:pt x="195" y="382"/>
                  <a:pt x="213" y="382"/>
                </a:cubicBezTo>
                <a:cubicBezTo>
                  <a:pt x="230" y="382"/>
                  <a:pt x="257" y="373"/>
                  <a:pt x="283" y="355"/>
                </a:cubicBezTo>
                <a:lnTo>
                  <a:pt x="283" y="426"/>
                </a:ln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5" name="Freeform 71">
            <a:extLst>
              <a:ext uri="{FF2B5EF4-FFF2-40B4-BE49-F238E27FC236}">
                <a16:creationId xmlns:a16="http://schemas.microsoft.com/office/drawing/2014/main" id="{F9445FB0-ADED-E13C-53F8-12D4423ECE89}"/>
              </a:ext>
            </a:extLst>
          </p:cNvPr>
          <p:cNvSpPr>
            <a:spLocks noChangeArrowheads="1"/>
          </p:cNvSpPr>
          <p:nvPr/>
        </p:nvSpPr>
        <p:spPr bwMode="auto">
          <a:xfrm>
            <a:off x="1822261" y="2231576"/>
            <a:ext cx="461418" cy="452976"/>
          </a:xfrm>
          <a:custGeom>
            <a:avLst/>
            <a:gdLst>
              <a:gd name="T0" fmla="*/ 239 w 480"/>
              <a:gd name="T1" fmla="*/ 0 h 471"/>
              <a:gd name="T2" fmla="*/ 239 w 480"/>
              <a:gd name="T3" fmla="*/ 0 h 471"/>
              <a:gd name="T4" fmla="*/ 0 w 480"/>
              <a:gd name="T5" fmla="*/ 231 h 471"/>
              <a:gd name="T6" fmla="*/ 239 w 480"/>
              <a:gd name="T7" fmla="*/ 470 h 471"/>
              <a:gd name="T8" fmla="*/ 479 w 480"/>
              <a:gd name="T9" fmla="*/ 231 h 471"/>
              <a:gd name="T10" fmla="*/ 239 w 480"/>
              <a:gd name="T11" fmla="*/ 0 h 471"/>
              <a:gd name="T12" fmla="*/ 301 w 480"/>
              <a:gd name="T13" fmla="*/ 338 h 471"/>
              <a:gd name="T14" fmla="*/ 301 w 480"/>
              <a:gd name="T15" fmla="*/ 338 h 471"/>
              <a:gd name="T16" fmla="*/ 274 w 480"/>
              <a:gd name="T17" fmla="*/ 347 h 471"/>
              <a:gd name="T18" fmla="*/ 248 w 480"/>
              <a:gd name="T19" fmla="*/ 347 h 471"/>
              <a:gd name="T20" fmla="*/ 221 w 480"/>
              <a:gd name="T21" fmla="*/ 347 h 471"/>
              <a:gd name="T22" fmla="*/ 204 w 480"/>
              <a:gd name="T23" fmla="*/ 338 h 471"/>
              <a:gd name="T24" fmla="*/ 186 w 480"/>
              <a:gd name="T25" fmla="*/ 320 h 471"/>
              <a:gd name="T26" fmla="*/ 186 w 480"/>
              <a:gd name="T27" fmla="*/ 293 h 471"/>
              <a:gd name="T28" fmla="*/ 186 w 480"/>
              <a:gd name="T29" fmla="*/ 213 h 471"/>
              <a:gd name="T30" fmla="*/ 159 w 480"/>
              <a:gd name="T31" fmla="*/ 213 h 471"/>
              <a:gd name="T32" fmla="*/ 159 w 480"/>
              <a:gd name="T33" fmla="*/ 178 h 471"/>
              <a:gd name="T34" fmla="*/ 186 w 480"/>
              <a:gd name="T35" fmla="*/ 169 h 471"/>
              <a:gd name="T36" fmla="*/ 204 w 480"/>
              <a:gd name="T37" fmla="*/ 151 h 471"/>
              <a:gd name="T38" fmla="*/ 213 w 480"/>
              <a:gd name="T39" fmla="*/ 116 h 471"/>
              <a:gd name="T40" fmla="*/ 239 w 480"/>
              <a:gd name="T41" fmla="*/ 116 h 471"/>
              <a:gd name="T42" fmla="*/ 239 w 480"/>
              <a:gd name="T43" fmla="*/ 178 h 471"/>
              <a:gd name="T44" fmla="*/ 292 w 480"/>
              <a:gd name="T45" fmla="*/ 178 h 471"/>
              <a:gd name="T46" fmla="*/ 292 w 480"/>
              <a:gd name="T47" fmla="*/ 213 h 471"/>
              <a:gd name="T48" fmla="*/ 239 w 480"/>
              <a:gd name="T49" fmla="*/ 213 h 471"/>
              <a:gd name="T50" fmla="*/ 239 w 480"/>
              <a:gd name="T51" fmla="*/ 275 h 471"/>
              <a:gd name="T52" fmla="*/ 239 w 480"/>
              <a:gd name="T53" fmla="*/ 303 h 471"/>
              <a:gd name="T54" fmla="*/ 248 w 480"/>
              <a:gd name="T55" fmla="*/ 311 h 471"/>
              <a:gd name="T56" fmla="*/ 266 w 480"/>
              <a:gd name="T57" fmla="*/ 311 h 471"/>
              <a:gd name="T58" fmla="*/ 301 w 480"/>
              <a:gd name="T59" fmla="*/ 303 h 471"/>
              <a:gd name="T60" fmla="*/ 301 w 480"/>
              <a:gd name="T61" fmla="*/ 338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80" h="471">
                <a:moveTo>
                  <a:pt x="239" y="0"/>
                </a:moveTo>
                <a:lnTo>
                  <a:pt x="239" y="0"/>
                </a:lnTo>
                <a:cubicBezTo>
                  <a:pt x="107" y="0"/>
                  <a:pt x="0" y="107"/>
                  <a:pt x="0" y="231"/>
                </a:cubicBezTo>
                <a:cubicBezTo>
                  <a:pt x="0" y="364"/>
                  <a:pt x="107" y="470"/>
                  <a:pt x="239" y="470"/>
                </a:cubicBezTo>
                <a:cubicBezTo>
                  <a:pt x="372" y="470"/>
                  <a:pt x="479" y="364"/>
                  <a:pt x="479" y="231"/>
                </a:cubicBezTo>
                <a:cubicBezTo>
                  <a:pt x="479" y="107"/>
                  <a:pt x="372" y="0"/>
                  <a:pt x="239" y="0"/>
                </a:cubicBezTo>
                <a:close/>
                <a:moveTo>
                  <a:pt x="301" y="338"/>
                </a:moveTo>
                <a:lnTo>
                  <a:pt x="301" y="338"/>
                </a:lnTo>
                <a:cubicBezTo>
                  <a:pt x="292" y="347"/>
                  <a:pt x="283" y="347"/>
                  <a:pt x="274" y="347"/>
                </a:cubicBezTo>
                <a:cubicBezTo>
                  <a:pt x="266" y="347"/>
                  <a:pt x="257" y="347"/>
                  <a:pt x="248" y="347"/>
                </a:cubicBezTo>
                <a:cubicBezTo>
                  <a:pt x="239" y="347"/>
                  <a:pt x="230" y="347"/>
                  <a:pt x="221" y="347"/>
                </a:cubicBezTo>
                <a:cubicBezTo>
                  <a:pt x="213" y="347"/>
                  <a:pt x="204" y="338"/>
                  <a:pt x="204" y="338"/>
                </a:cubicBezTo>
                <a:cubicBezTo>
                  <a:pt x="195" y="328"/>
                  <a:pt x="195" y="328"/>
                  <a:pt x="186" y="320"/>
                </a:cubicBezTo>
                <a:cubicBezTo>
                  <a:pt x="186" y="311"/>
                  <a:pt x="186" y="303"/>
                  <a:pt x="186" y="293"/>
                </a:cubicBezTo>
                <a:cubicBezTo>
                  <a:pt x="186" y="213"/>
                  <a:pt x="186" y="213"/>
                  <a:pt x="186" y="213"/>
                </a:cubicBezTo>
                <a:cubicBezTo>
                  <a:pt x="159" y="213"/>
                  <a:pt x="159" y="213"/>
                  <a:pt x="159" y="213"/>
                </a:cubicBezTo>
                <a:cubicBezTo>
                  <a:pt x="159" y="178"/>
                  <a:pt x="159" y="178"/>
                  <a:pt x="159" y="178"/>
                </a:cubicBezTo>
                <a:cubicBezTo>
                  <a:pt x="168" y="178"/>
                  <a:pt x="177" y="178"/>
                  <a:pt x="186" y="169"/>
                </a:cubicBezTo>
                <a:cubicBezTo>
                  <a:pt x="195" y="160"/>
                  <a:pt x="195" y="160"/>
                  <a:pt x="204" y="151"/>
                </a:cubicBezTo>
                <a:cubicBezTo>
                  <a:pt x="204" y="143"/>
                  <a:pt x="204" y="134"/>
                  <a:pt x="213" y="116"/>
                </a:cubicBezTo>
                <a:cubicBezTo>
                  <a:pt x="239" y="116"/>
                  <a:pt x="239" y="116"/>
                  <a:pt x="239" y="116"/>
                </a:cubicBezTo>
                <a:cubicBezTo>
                  <a:pt x="239" y="178"/>
                  <a:pt x="239" y="178"/>
                  <a:pt x="239" y="178"/>
                </a:cubicBezTo>
                <a:cubicBezTo>
                  <a:pt x="292" y="178"/>
                  <a:pt x="292" y="178"/>
                  <a:pt x="292" y="178"/>
                </a:cubicBezTo>
                <a:cubicBezTo>
                  <a:pt x="292" y="213"/>
                  <a:pt x="292" y="213"/>
                  <a:pt x="292" y="213"/>
                </a:cubicBezTo>
                <a:cubicBezTo>
                  <a:pt x="239" y="213"/>
                  <a:pt x="239" y="213"/>
                  <a:pt x="239" y="213"/>
                </a:cubicBezTo>
                <a:cubicBezTo>
                  <a:pt x="239" y="275"/>
                  <a:pt x="239" y="275"/>
                  <a:pt x="239" y="275"/>
                </a:cubicBezTo>
                <a:cubicBezTo>
                  <a:pt x="239" y="284"/>
                  <a:pt x="239" y="293"/>
                  <a:pt x="239" y="303"/>
                </a:cubicBezTo>
                <a:cubicBezTo>
                  <a:pt x="248" y="303"/>
                  <a:pt x="248" y="303"/>
                  <a:pt x="248" y="311"/>
                </a:cubicBezTo>
                <a:cubicBezTo>
                  <a:pt x="257" y="311"/>
                  <a:pt x="266" y="311"/>
                  <a:pt x="266" y="311"/>
                </a:cubicBezTo>
                <a:cubicBezTo>
                  <a:pt x="283" y="311"/>
                  <a:pt x="292" y="311"/>
                  <a:pt x="301" y="303"/>
                </a:cubicBezTo>
                <a:lnTo>
                  <a:pt x="301" y="338"/>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6" name="Freeform 72">
            <a:extLst>
              <a:ext uri="{FF2B5EF4-FFF2-40B4-BE49-F238E27FC236}">
                <a16:creationId xmlns:a16="http://schemas.microsoft.com/office/drawing/2014/main" id="{6879B94F-0464-2817-1C1D-F99E3CB1BA24}"/>
              </a:ext>
            </a:extLst>
          </p:cNvPr>
          <p:cNvSpPr>
            <a:spLocks noChangeArrowheads="1"/>
          </p:cNvSpPr>
          <p:nvPr/>
        </p:nvSpPr>
        <p:spPr bwMode="auto">
          <a:xfrm>
            <a:off x="876917" y="1322807"/>
            <a:ext cx="444536" cy="365758"/>
          </a:xfrm>
          <a:custGeom>
            <a:avLst/>
            <a:gdLst>
              <a:gd name="T0" fmla="*/ 310 w 462"/>
              <a:gd name="T1" fmla="*/ 222 h 383"/>
              <a:gd name="T2" fmla="*/ 310 w 462"/>
              <a:gd name="T3" fmla="*/ 222 h 383"/>
              <a:gd name="T4" fmla="*/ 275 w 462"/>
              <a:gd name="T5" fmla="*/ 266 h 383"/>
              <a:gd name="T6" fmla="*/ 310 w 462"/>
              <a:gd name="T7" fmla="*/ 310 h 383"/>
              <a:gd name="T8" fmla="*/ 337 w 462"/>
              <a:gd name="T9" fmla="*/ 266 h 383"/>
              <a:gd name="T10" fmla="*/ 310 w 462"/>
              <a:gd name="T11" fmla="*/ 222 h 383"/>
              <a:gd name="T12" fmla="*/ 416 w 462"/>
              <a:gd name="T13" fmla="*/ 107 h 383"/>
              <a:gd name="T14" fmla="*/ 416 w 462"/>
              <a:gd name="T15" fmla="*/ 107 h 383"/>
              <a:gd name="T16" fmla="*/ 408 w 462"/>
              <a:gd name="T17" fmla="*/ 0 h 383"/>
              <a:gd name="T18" fmla="*/ 293 w 462"/>
              <a:gd name="T19" fmla="*/ 45 h 383"/>
              <a:gd name="T20" fmla="*/ 231 w 462"/>
              <a:gd name="T21" fmla="*/ 45 h 383"/>
              <a:gd name="T22" fmla="*/ 169 w 462"/>
              <a:gd name="T23" fmla="*/ 45 h 383"/>
              <a:gd name="T24" fmla="*/ 53 w 462"/>
              <a:gd name="T25" fmla="*/ 0 h 383"/>
              <a:gd name="T26" fmla="*/ 36 w 462"/>
              <a:gd name="T27" fmla="*/ 107 h 383"/>
              <a:gd name="T28" fmla="*/ 0 w 462"/>
              <a:gd name="T29" fmla="*/ 204 h 383"/>
              <a:gd name="T30" fmla="*/ 186 w 462"/>
              <a:gd name="T31" fmla="*/ 382 h 383"/>
              <a:gd name="T32" fmla="*/ 231 w 462"/>
              <a:gd name="T33" fmla="*/ 382 h 383"/>
              <a:gd name="T34" fmla="*/ 275 w 462"/>
              <a:gd name="T35" fmla="*/ 382 h 383"/>
              <a:gd name="T36" fmla="*/ 461 w 462"/>
              <a:gd name="T37" fmla="*/ 204 h 383"/>
              <a:gd name="T38" fmla="*/ 416 w 462"/>
              <a:gd name="T39" fmla="*/ 107 h 383"/>
              <a:gd name="T40" fmla="*/ 231 w 462"/>
              <a:gd name="T41" fmla="*/ 364 h 383"/>
              <a:gd name="T42" fmla="*/ 231 w 462"/>
              <a:gd name="T43" fmla="*/ 364 h 383"/>
              <a:gd name="T44" fmla="*/ 231 w 462"/>
              <a:gd name="T45" fmla="*/ 364 h 383"/>
              <a:gd name="T46" fmla="*/ 62 w 462"/>
              <a:gd name="T47" fmla="*/ 257 h 383"/>
              <a:gd name="T48" fmla="*/ 89 w 462"/>
              <a:gd name="T49" fmla="*/ 204 h 383"/>
              <a:gd name="T50" fmla="*/ 231 w 462"/>
              <a:gd name="T51" fmla="*/ 187 h 383"/>
              <a:gd name="T52" fmla="*/ 231 w 462"/>
              <a:gd name="T53" fmla="*/ 187 h 383"/>
              <a:gd name="T54" fmla="*/ 231 w 462"/>
              <a:gd name="T55" fmla="*/ 187 h 383"/>
              <a:gd name="T56" fmla="*/ 372 w 462"/>
              <a:gd name="T57" fmla="*/ 204 h 383"/>
              <a:gd name="T58" fmla="*/ 399 w 462"/>
              <a:gd name="T59" fmla="*/ 257 h 383"/>
              <a:gd name="T60" fmla="*/ 231 w 462"/>
              <a:gd name="T61" fmla="*/ 364 h 383"/>
              <a:gd name="T62" fmla="*/ 150 w 462"/>
              <a:gd name="T63" fmla="*/ 222 h 383"/>
              <a:gd name="T64" fmla="*/ 150 w 462"/>
              <a:gd name="T65" fmla="*/ 222 h 383"/>
              <a:gd name="T66" fmla="*/ 115 w 462"/>
              <a:gd name="T67" fmla="*/ 266 h 383"/>
              <a:gd name="T68" fmla="*/ 150 w 462"/>
              <a:gd name="T69" fmla="*/ 310 h 383"/>
              <a:gd name="T70" fmla="*/ 186 w 462"/>
              <a:gd name="T71" fmla="*/ 266 h 383"/>
              <a:gd name="T72" fmla="*/ 150 w 462"/>
              <a:gd name="T73" fmla="*/ 222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62" h="383">
                <a:moveTo>
                  <a:pt x="310" y="222"/>
                </a:moveTo>
                <a:lnTo>
                  <a:pt x="310" y="222"/>
                </a:lnTo>
                <a:cubicBezTo>
                  <a:pt x="293" y="222"/>
                  <a:pt x="275" y="240"/>
                  <a:pt x="275" y="266"/>
                </a:cubicBezTo>
                <a:cubicBezTo>
                  <a:pt x="275" y="294"/>
                  <a:pt x="293" y="310"/>
                  <a:pt x="310" y="310"/>
                </a:cubicBezTo>
                <a:cubicBezTo>
                  <a:pt x="328" y="310"/>
                  <a:pt x="337" y="294"/>
                  <a:pt x="337" y="266"/>
                </a:cubicBezTo>
                <a:cubicBezTo>
                  <a:pt x="337" y="240"/>
                  <a:pt x="328" y="222"/>
                  <a:pt x="310" y="222"/>
                </a:cubicBezTo>
                <a:close/>
                <a:moveTo>
                  <a:pt x="416" y="107"/>
                </a:moveTo>
                <a:lnTo>
                  <a:pt x="416" y="107"/>
                </a:lnTo>
                <a:cubicBezTo>
                  <a:pt x="425" y="98"/>
                  <a:pt x="425" y="45"/>
                  <a:pt x="408" y="0"/>
                </a:cubicBezTo>
                <a:cubicBezTo>
                  <a:pt x="408" y="0"/>
                  <a:pt x="363" y="0"/>
                  <a:pt x="293" y="45"/>
                </a:cubicBezTo>
                <a:cubicBezTo>
                  <a:pt x="275" y="45"/>
                  <a:pt x="257" y="45"/>
                  <a:pt x="231" y="45"/>
                </a:cubicBezTo>
                <a:cubicBezTo>
                  <a:pt x="204" y="45"/>
                  <a:pt x="177" y="45"/>
                  <a:pt x="169" y="45"/>
                </a:cubicBezTo>
                <a:cubicBezTo>
                  <a:pt x="97" y="0"/>
                  <a:pt x="53" y="0"/>
                  <a:pt x="53" y="0"/>
                </a:cubicBezTo>
                <a:cubicBezTo>
                  <a:pt x="36" y="45"/>
                  <a:pt x="36" y="98"/>
                  <a:pt x="36" y="107"/>
                </a:cubicBezTo>
                <a:cubicBezTo>
                  <a:pt x="18" y="134"/>
                  <a:pt x="0" y="160"/>
                  <a:pt x="0" y="204"/>
                </a:cubicBezTo>
                <a:cubicBezTo>
                  <a:pt x="0" y="382"/>
                  <a:pt x="150" y="382"/>
                  <a:pt x="186" y="382"/>
                </a:cubicBezTo>
                <a:cubicBezTo>
                  <a:pt x="195" y="382"/>
                  <a:pt x="213" y="382"/>
                  <a:pt x="231" y="382"/>
                </a:cubicBezTo>
                <a:cubicBezTo>
                  <a:pt x="249" y="382"/>
                  <a:pt x="266" y="382"/>
                  <a:pt x="275" y="382"/>
                </a:cubicBezTo>
                <a:cubicBezTo>
                  <a:pt x="310" y="382"/>
                  <a:pt x="461" y="382"/>
                  <a:pt x="461" y="204"/>
                </a:cubicBezTo>
                <a:cubicBezTo>
                  <a:pt x="461" y="160"/>
                  <a:pt x="443" y="134"/>
                  <a:pt x="416" y="107"/>
                </a:cubicBezTo>
                <a:close/>
                <a:moveTo>
                  <a:pt x="231" y="364"/>
                </a:moveTo>
                <a:lnTo>
                  <a:pt x="231" y="364"/>
                </a:lnTo>
                <a:lnTo>
                  <a:pt x="231" y="364"/>
                </a:lnTo>
                <a:cubicBezTo>
                  <a:pt x="133" y="364"/>
                  <a:pt x="62" y="355"/>
                  <a:pt x="62" y="257"/>
                </a:cubicBezTo>
                <a:cubicBezTo>
                  <a:pt x="62" y="240"/>
                  <a:pt x="71" y="213"/>
                  <a:pt x="89" y="204"/>
                </a:cubicBezTo>
                <a:cubicBezTo>
                  <a:pt x="115" y="169"/>
                  <a:pt x="169" y="187"/>
                  <a:pt x="231" y="187"/>
                </a:cubicBezTo>
                <a:lnTo>
                  <a:pt x="231" y="187"/>
                </a:lnTo>
                <a:lnTo>
                  <a:pt x="231" y="187"/>
                </a:lnTo>
                <a:cubicBezTo>
                  <a:pt x="293" y="187"/>
                  <a:pt x="337" y="169"/>
                  <a:pt x="372" y="204"/>
                </a:cubicBezTo>
                <a:cubicBezTo>
                  <a:pt x="390" y="213"/>
                  <a:pt x="399" y="240"/>
                  <a:pt x="399" y="257"/>
                </a:cubicBezTo>
                <a:cubicBezTo>
                  <a:pt x="399" y="355"/>
                  <a:pt x="328" y="364"/>
                  <a:pt x="231" y="364"/>
                </a:cubicBezTo>
                <a:close/>
                <a:moveTo>
                  <a:pt x="150" y="222"/>
                </a:moveTo>
                <a:lnTo>
                  <a:pt x="150" y="222"/>
                </a:lnTo>
                <a:cubicBezTo>
                  <a:pt x="133" y="222"/>
                  <a:pt x="115" y="240"/>
                  <a:pt x="115" y="266"/>
                </a:cubicBezTo>
                <a:cubicBezTo>
                  <a:pt x="115" y="294"/>
                  <a:pt x="133" y="310"/>
                  <a:pt x="150" y="310"/>
                </a:cubicBezTo>
                <a:cubicBezTo>
                  <a:pt x="169" y="310"/>
                  <a:pt x="186" y="294"/>
                  <a:pt x="186" y="266"/>
                </a:cubicBezTo>
                <a:cubicBezTo>
                  <a:pt x="186" y="240"/>
                  <a:pt x="169" y="222"/>
                  <a:pt x="150" y="222"/>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7" name="Freeform 73">
            <a:extLst>
              <a:ext uri="{FF2B5EF4-FFF2-40B4-BE49-F238E27FC236}">
                <a16:creationId xmlns:a16="http://schemas.microsoft.com/office/drawing/2014/main" id="{F27F6C1B-B330-074A-1EF9-752335DB050E}"/>
              </a:ext>
            </a:extLst>
          </p:cNvPr>
          <p:cNvSpPr>
            <a:spLocks noChangeArrowheads="1"/>
          </p:cNvSpPr>
          <p:nvPr/>
        </p:nvSpPr>
        <p:spPr bwMode="auto">
          <a:xfrm>
            <a:off x="1822261" y="1277791"/>
            <a:ext cx="461418" cy="455791"/>
          </a:xfrm>
          <a:custGeom>
            <a:avLst/>
            <a:gdLst>
              <a:gd name="T0" fmla="*/ 239 w 480"/>
              <a:gd name="T1" fmla="*/ 231 h 471"/>
              <a:gd name="T2" fmla="*/ 239 w 480"/>
              <a:gd name="T3" fmla="*/ 231 h 471"/>
              <a:gd name="T4" fmla="*/ 239 w 480"/>
              <a:gd name="T5" fmla="*/ 231 h 471"/>
              <a:gd name="T6" fmla="*/ 239 w 480"/>
              <a:gd name="T7" fmla="*/ 231 h 471"/>
              <a:gd name="T8" fmla="*/ 168 w 480"/>
              <a:gd name="T9" fmla="*/ 240 h 471"/>
              <a:gd name="T10" fmla="*/ 151 w 480"/>
              <a:gd name="T11" fmla="*/ 266 h 471"/>
              <a:gd name="T12" fmla="*/ 239 w 480"/>
              <a:gd name="T13" fmla="*/ 319 h 471"/>
              <a:gd name="T14" fmla="*/ 239 w 480"/>
              <a:gd name="T15" fmla="*/ 319 h 471"/>
              <a:gd name="T16" fmla="*/ 319 w 480"/>
              <a:gd name="T17" fmla="*/ 266 h 471"/>
              <a:gd name="T18" fmla="*/ 310 w 480"/>
              <a:gd name="T19" fmla="*/ 240 h 471"/>
              <a:gd name="T20" fmla="*/ 239 w 480"/>
              <a:gd name="T21" fmla="*/ 231 h 471"/>
              <a:gd name="T22" fmla="*/ 195 w 480"/>
              <a:gd name="T23" fmla="*/ 293 h 471"/>
              <a:gd name="T24" fmla="*/ 195 w 480"/>
              <a:gd name="T25" fmla="*/ 293 h 471"/>
              <a:gd name="T26" fmla="*/ 186 w 480"/>
              <a:gd name="T27" fmla="*/ 275 h 471"/>
              <a:gd name="T28" fmla="*/ 195 w 480"/>
              <a:gd name="T29" fmla="*/ 248 h 471"/>
              <a:gd name="T30" fmla="*/ 213 w 480"/>
              <a:gd name="T31" fmla="*/ 275 h 471"/>
              <a:gd name="T32" fmla="*/ 195 w 480"/>
              <a:gd name="T33" fmla="*/ 293 h 471"/>
              <a:gd name="T34" fmla="*/ 274 w 480"/>
              <a:gd name="T35" fmla="*/ 293 h 471"/>
              <a:gd name="T36" fmla="*/ 274 w 480"/>
              <a:gd name="T37" fmla="*/ 293 h 471"/>
              <a:gd name="T38" fmla="*/ 266 w 480"/>
              <a:gd name="T39" fmla="*/ 275 h 471"/>
              <a:gd name="T40" fmla="*/ 274 w 480"/>
              <a:gd name="T41" fmla="*/ 248 h 471"/>
              <a:gd name="T42" fmla="*/ 292 w 480"/>
              <a:gd name="T43" fmla="*/ 275 h 471"/>
              <a:gd name="T44" fmla="*/ 274 w 480"/>
              <a:gd name="T45" fmla="*/ 293 h 471"/>
              <a:gd name="T46" fmla="*/ 239 w 480"/>
              <a:gd name="T47" fmla="*/ 0 h 471"/>
              <a:gd name="T48" fmla="*/ 239 w 480"/>
              <a:gd name="T49" fmla="*/ 0 h 471"/>
              <a:gd name="T50" fmla="*/ 0 w 480"/>
              <a:gd name="T51" fmla="*/ 231 h 471"/>
              <a:gd name="T52" fmla="*/ 239 w 480"/>
              <a:gd name="T53" fmla="*/ 470 h 471"/>
              <a:gd name="T54" fmla="*/ 479 w 480"/>
              <a:gd name="T55" fmla="*/ 231 h 471"/>
              <a:gd name="T56" fmla="*/ 239 w 480"/>
              <a:gd name="T57" fmla="*/ 0 h 471"/>
              <a:gd name="T58" fmla="*/ 257 w 480"/>
              <a:gd name="T59" fmla="*/ 328 h 471"/>
              <a:gd name="T60" fmla="*/ 257 w 480"/>
              <a:gd name="T61" fmla="*/ 328 h 471"/>
              <a:gd name="T62" fmla="*/ 239 w 480"/>
              <a:gd name="T63" fmla="*/ 328 h 471"/>
              <a:gd name="T64" fmla="*/ 213 w 480"/>
              <a:gd name="T65" fmla="*/ 328 h 471"/>
              <a:gd name="T66" fmla="*/ 123 w 480"/>
              <a:gd name="T67" fmla="*/ 240 h 471"/>
              <a:gd name="T68" fmla="*/ 142 w 480"/>
              <a:gd name="T69" fmla="*/ 195 h 471"/>
              <a:gd name="T70" fmla="*/ 151 w 480"/>
              <a:gd name="T71" fmla="*/ 134 h 471"/>
              <a:gd name="T72" fmla="*/ 204 w 480"/>
              <a:gd name="T73" fmla="*/ 160 h 471"/>
              <a:gd name="T74" fmla="*/ 239 w 480"/>
              <a:gd name="T75" fmla="*/ 160 h 471"/>
              <a:gd name="T76" fmla="*/ 266 w 480"/>
              <a:gd name="T77" fmla="*/ 160 h 471"/>
              <a:gd name="T78" fmla="*/ 327 w 480"/>
              <a:gd name="T79" fmla="*/ 134 h 471"/>
              <a:gd name="T80" fmla="*/ 336 w 480"/>
              <a:gd name="T81" fmla="*/ 195 h 471"/>
              <a:gd name="T82" fmla="*/ 354 w 480"/>
              <a:gd name="T83" fmla="*/ 240 h 471"/>
              <a:gd name="T84" fmla="*/ 257 w 480"/>
              <a:gd name="T85" fmla="*/ 328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80" h="471">
                <a:moveTo>
                  <a:pt x="239" y="231"/>
                </a:moveTo>
                <a:lnTo>
                  <a:pt x="239" y="231"/>
                </a:lnTo>
                <a:lnTo>
                  <a:pt x="239" y="231"/>
                </a:lnTo>
                <a:lnTo>
                  <a:pt x="239" y="231"/>
                </a:lnTo>
                <a:cubicBezTo>
                  <a:pt x="213" y="231"/>
                  <a:pt x="186" y="222"/>
                  <a:pt x="168" y="240"/>
                </a:cubicBezTo>
                <a:cubicBezTo>
                  <a:pt x="159" y="248"/>
                  <a:pt x="151" y="257"/>
                  <a:pt x="151" y="266"/>
                </a:cubicBezTo>
                <a:cubicBezTo>
                  <a:pt x="151" y="319"/>
                  <a:pt x="195" y="319"/>
                  <a:pt x="239" y="319"/>
                </a:cubicBezTo>
                <a:lnTo>
                  <a:pt x="239" y="319"/>
                </a:lnTo>
                <a:cubicBezTo>
                  <a:pt x="283" y="319"/>
                  <a:pt x="319" y="319"/>
                  <a:pt x="319" y="266"/>
                </a:cubicBezTo>
                <a:cubicBezTo>
                  <a:pt x="319" y="257"/>
                  <a:pt x="319" y="248"/>
                  <a:pt x="310" y="240"/>
                </a:cubicBezTo>
                <a:cubicBezTo>
                  <a:pt x="292" y="222"/>
                  <a:pt x="266" y="231"/>
                  <a:pt x="239" y="231"/>
                </a:cubicBezTo>
                <a:close/>
                <a:moveTo>
                  <a:pt x="195" y="293"/>
                </a:moveTo>
                <a:lnTo>
                  <a:pt x="195" y="293"/>
                </a:lnTo>
                <a:cubicBezTo>
                  <a:pt x="186" y="293"/>
                  <a:pt x="186" y="284"/>
                  <a:pt x="186" y="275"/>
                </a:cubicBezTo>
                <a:cubicBezTo>
                  <a:pt x="186" y="257"/>
                  <a:pt x="186" y="248"/>
                  <a:pt x="195" y="248"/>
                </a:cubicBezTo>
                <a:cubicBezTo>
                  <a:pt x="204" y="248"/>
                  <a:pt x="213" y="257"/>
                  <a:pt x="213" y="275"/>
                </a:cubicBezTo>
                <a:cubicBezTo>
                  <a:pt x="213" y="284"/>
                  <a:pt x="204" y="293"/>
                  <a:pt x="195" y="293"/>
                </a:cubicBezTo>
                <a:close/>
                <a:moveTo>
                  <a:pt x="274" y="293"/>
                </a:moveTo>
                <a:lnTo>
                  <a:pt x="274" y="293"/>
                </a:lnTo>
                <a:cubicBezTo>
                  <a:pt x="266" y="293"/>
                  <a:pt x="266" y="284"/>
                  <a:pt x="266" y="275"/>
                </a:cubicBezTo>
                <a:cubicBezTo>
                  <a:pt x="266" y="257"/>
                  <a:pt x="266" y="248"/>
                  <a:pt x="274" y="248"/>
                </a:cubicBezTo>
                <a:cubicBezTo>
                  <a:pt x="283" y="248"/>
                  <a:pt x="292" y="257"/>
                  <a:pt x="292" y="275"/>
                </a:cubicBezTo>
                <a:cubicBezTo>
                  <a:pt x="292" y="284"/>
                  <a:pt x="283" y="293"/>
                  <a:pt x="274" y="293"/>
                </a:cubicBezTo>
                <a:close/>
                <a:moveTo>
                  <a:pt x="239" y="0"/>
                </a:moveTo>
                <a:lnTo>
                  <a:pt x="239" y="0"/>
                </a:lnTo>
                <a:cubicBezTo>
                  <a:pt x="107" y="0"/>
                  <a:pt x="0" y="107"/>
                  <a:pt x="0" y="231"/>
                </a:cubicBezTo>
                <a:cubicBezTo>
                  <a:pt x="0" y="363"/>
                  <a:pt x="107" y="470"/>
                  <a:pt x="239" y="470"/>
                </a:cubicBezTo>
                <a:cubicBezTo>
                  <a:pt x="372" y="470"/>
                  <a:pt x="479" y="363"/>
                  <a:pt x="479" y="231"/>
                </a:cubicBezTo>
                <a:cubicBezTo>
                  <a:pt x="479" y="107"/>
                  <a:pt x="372" y="0"/>
                  <a:pt x="239" y="0"/>
                </a:cubicBezTo>
                <a:close/>
                <a:moveTo>
                  <a:pt x="257" y="328"/>
                </a:moveTo>
                <a:lnTo>
                  <a:pt x="257" y="328"/>
                </a:lnTo>
                <a:cubicBezTo>
                  <a:pt x="257" y="328"/>
                  <a:pt x="248" y="328"/>
                  <a:pt x="239" y="328"/>
                </a:cubicBezTo>
                <a:cubicBezTo>
                  <a:pt x="230" y="328"/>
                  <a:pt x="221" y="328"/>
                  <a:pt x="213" y="328"/>
                </a:cubicBezTo>
                <a:cubicBezTo>
                  <a:pt x="195" y="328"/>
                  <a:pt x="123" y="328"/>
                  <a:pt x="123" y="240"/>
                </a:cubicBezTo>
                <a:cubicBezTo>
                  <a:pt x="123" y="222"/>
                  <a:pt x="133" y="204"/>
                  <a:pt x="142" y="195"/>
                </a:cubicBezTo>
                <a:cubicBezTo>
                  <a:pt x="142" y="187"/>
                  <a:pt x="142" y="160"/>
                  <a:pt x="151" y="134"/>
                </a:cubicBezTo>
                <a:cubicBezTo>
                  <a:pt x="151" y="134"/>
                  <a:pt x="168" y="142"/>
                  <a:pt x="204" y="160"/>
                </a:cubicBezTo>
                <a:cubicBezTo>
                  <a:pt x="213" y="160"/>
                  <a:pt x="230" y="160"/>
                  <a:pt x="239" y="160"/>
                </a:cubicBezTo>
                <a:cubicBezTo>
                  <a:pt x="248" y="160"/>
                  <a:pt x="266" y="160"/>
                  <a:pt x="266" y="160"/>
                </a:cubicBezTo>
                <a:cubicBezTo>
                  <a:pt x="301" y="142"/>
                  <a:pt x="327" y="134"/>
                  <a:pt x="327" y="134"/>
                </a:cubicBezTo>
                <a:cubicBezTo>
                  <a:pt x="336" y="160"/>
                  <a:pt x="336" y="187"/>
                  <a:pt x="336" y="195"/>
                </a:cubicBezTo>
                <a:cubicBezTo>
                  <a:pt x="345" y="204"/>
                  <a:pt x="354" y="222"/>
                  <a:pt x="354" y="240"/>
                </a:cubicBezTo>
                <a:cubicBezTo>
                  <a:pt x="354" y="328"/>
                  <a:pt x="274" y="328"/>
                  <a:pt x="257" y="328"/>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8" name="Freeform 74">
            <a:extLst>
              <a:ext uri="{FF2B5EF4-FFF2-40B4-BE49-F238E27FC236}">
                <a16:creationId xmlns:a16="http://schemas.microsoft.com/office/drawing/2014/main" id="{AAB14689-FAC4-A91E-3EAD-59C4E8F62911}"/>
              </a:ext>
            </a:extLst>
          </p:cNvPr>
          <p:cNvSpPr>
            <a:spLocks noChangeArrowheads="1"/>
          </p:cNvSpPr>
          <p:nvPr/>
        </p:nvSpPr>
        <p:spPr bwMode="auto">
          <a:xfrm>
            <a:off x="11374168" y="1294672"/>
            <a:ext cx="427655" cy="422028"/>
          </a:xfrm>
          <a:custGeom>
            <a:avLst/>
            <a:gdLst>
              <a:gd name="T0" fmla="*/ 27 w 445"/>
              <a:gd name="T1" fmla="*/ 107 h 436"/>
              <a:gd name="T2" fmla="*/ 27 w 445"/>
              <a:gd name="T3" fmla="*/ 107 h 436"/>
              <a:gd name="T4" fmla="*/ 62 w 445"/>
              <a:gd name="T5" fmla="*/ 186 h 436"/>
              <a:gd name="T6" fmla="*/ 116 w 445"/>
              <a:gd name="T7" fmla="*/ 204 h 436"/>
              <a:gd name="T8" fmla="*/ 125 w 445"/>
              <a:gd name="T9" fmla="*/ 204 h 436"/>
              <a:gd name="T10" fmla="*/ 134 w 445"/>
              <a:gd name="T11" fmla="*/ 248 h 436"/>
              <a:gd name="T12" fmla="*/ 134 w 445"/>
              <a:gd name="T13" fmla="*/ 248 h 436"/>
              <a:gd name="T14" fmla="*/ 0 w 445"/>
              <a:gd name="T15" fmla="*/ 345 h 436"/>
              <a:gd name="T16" fmla="*/ 116 w 445"/>
              <a:gd name="T17" fmla="*/ 435 h 436"/>
              <a:gd name="T18" fmla="*/ 116 w 445"/>
              <a:gd name="T19" fmla="*/ 435 h 436"/>
              <a:gd name="T20" fmla="*/ 125 w 445"/>
              <a:gd name="T21" fmla="*/ 435 h 436"/>
              <a:gd name="T22" fmla="*/ 196 w 445"/>
              <a:gd name="T23" fmla="*/ 417 h 436"/>
              <a:gd name="T24" fmla="*/ 249 w 445"/>
              <a:gd name="T25" fmla="*/ 320 h 436"/>
              <a:gd name="T26" fmla="*/ 205 w 445"/>
              <a:gd name="T27" fmla="*/ 230 h 436"/>
              <a:gd name="T28" fmla="*/ 178 w 445"/>
              <a:gd name="T29" fmla="*/ 204 h 436"/>
              <a:gd name="T30" fmla="*/ 196 w 445"/>
              <a:gd name="T31" fmla="*/ 177 h 436"/>
              <a:gd name="T32" fmla="*/ 231 w 445"/>
              <a:gd name="T33" fmla="*/ 98 h 436"/>
              <a:gd name="T34" fmla="*/ 196 w 445"/>
              <a:gd name="T35" fmla="*/ 18 h 436"/>
              <a:gd name="T36" fmla="*/ 213 w 445"/>
              <a:gd name="T37" fmla="*/ 18 h 436"/>
              <a:gd name="T38" fmla="*/ 249 w 445"/>
              <a:gd name="T39" fmla="*/ 0 h 436"/>
              <a:gd name="T40" fmla="*/ 249 w 445"/>
              <a:gd name="T41" fmla="*/ 0 h 436"/>
              <a:gd name="T42" fmla="*/ 143 w 445"/>
              <a:gd name="T43" fmla="*/ 0 h 436"/>
              <a:gd name="T44" fmla="*/ 27 w 445"/>
              <a:gd name="T45" fmla="*/ 107 h 436"/>
              <a:gd name="T46" fmla="*/ 205 w 445"/>
              <a:gd name="T47" fmla="*/ 328 h 436"/>
              <a:gd name="T48" fmla="*/ 205 w 445"/>
              <a:gd name="T49" fmla="*/ 328 h 436"/>
              <a:gd name="T50" fmla="*/ 134 w 445"/>
              <a:gd name="T51" fmla="*/ 390 h 436"/>
              <a:gd name="T52" fmla="*/ 54 w 445"/>
              <a:gd name="T53" fmla="*/ 345 h 436"/>
              <a:gd name="T54" fmla="*/ 71 w 445"/>
              <a:gd name="T55" fmla="*/ 292 h 436"/>
              <a:gd name="T56" fmla="*/ 125 w 445"/>
              <a:gd name="T57" fmla="*/ 275 h 436"/>
              <a:gd name="T58" fmla="*/ 134 w 445"/>
              <a:gd name="T59" fmla="*/ 275 h 436"/>
              <a:gd name="T60" fmla="*/ 205 w 445"/>
              <a:gd name="T61" fmla="*/ 328 h 436"/>
              <a:gd name="T62" fmla="*/ 178 w 445"/>
              <a:gd name="T63" fmla="*/ 80 h 436"/>
              <a:gd name="T64" fmla="*/ 178 w 445"/>
              <a:gd name="T65" fmla="*/ 80 h 436"/>
              <a:gd name="T66" fmla="*/ 143 w 445"/>
              <a:gd name="T67" fmla="*/ 169 h 436"/>
              <a:gd name="T68" fmla="*/ 134 w 445"/>
              <a:gd name="T69" fmla="*/ 169 h 436"/>
              <a:gd name="T70" fmla="*/ 81 w 445"/>
              <a:gd name="T71" fmla="*/ 116 h 436"/>
              <a:gd name="T72" fmla="*/ 81 w 445"/>
              <a:gd name="T73" fmla="*/ 62 h 436"/>
              <a:gd name="T74" fmla="*/ 107 w 445"/>
              <a:gd name="T75" fmla="*/ 26 h 436"/>
              <a:gd name="T76" fmla="*/ 116 w 445"/>
              <a:gd name="T77" fmla="*/ 26 h 436"/>
              <a:gd name="T78" fmla="*/ 178 w 445"/>
              <a:gd name="T79" fmla="*/ 80 h 436"/>
              <a:gd name="T80" fmla="*/ 373 w 445"/>
              <a:gd name="T81" fmla="*/ 169 h 436"/>
              <a:gd name="T82" fmla="*/ 373 w 445"/>
              <a:gd name="T83" fmla="*/ 169 h 436"/>
              <a:gd name="T84" fmla="*/ 373 w 445"/>
              <a:gd name="T85" fmla="*/ 98 h 436"/>
              <a:gd name="T86" fmla="*/ 319 w 445"/>
              <a:gd name="T87" fmla="*/ 98 h 436"/>
              <a:gd name="T88" fmla="*/ 319 w 445"/>
              <a:gd name="T89" fmla="*/ 169 h 436"/>
              <a:gd name="T90" fmla="*/ 249 w 445"/>
              <a:gd name="T91" fmla="*/ 169 h 436"/>
              <a:gd name="T92" fmla="*/ 249 w 445"/>
              <a:gd name="T93" fmla="*/ 213 h 436"/>
              <a:gd name="T94" fmla="*/ 319 w 445"/>
              <a:gd name="T95" fmla="*/ 213 h 436"/>
              <a:gd name="T96" fmla="*/ 319 w 445"/>
              <a:gd name="T97" fmla="*/ 292 h 436"/>
              <a:gd name="T98" fmla="*/ 373 w 445"/>
              <a:gd name="T99" fmla="*/ 292 h 436"/>
              <a:gd name="T100" fmla="*/ 373 w 445"/>
              <a:gd name="T101" fmla="*/ 213 h 436"/>
              <a:gd name="T102" fmla="*/ 444 w 445"/>
              <a:gd name="T103" fmla="*/ 213 h 436"/>
              <a:gd name="T104" fmla="*/ 444 w 445"/>
              <a:gd name="T105" fmla="*/ 169 h 436"/>
              <a:gd name="T106" fmla="*/ 373 w 445"/>
              <a:gd name="T107" fmla="*/ 169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5" h="436">
                <a:moveTo>
                  <a:pt x="27" y="107"/>
                </a:moveTo>
                <a:lnTo>
                  <a:pt x="27" y="107"/>
                </a:lnTo>
                <a:cubicBezTo>
                  <a:pt x="27" y="142"/>
                  <a:pt x="36" y="169"/>
                  <a:pt x="62" y="186"/>
                </a:cubicBezTo>
                <a:cubicBezTo>
                  <a:pt x="81" y="195"/>
                  <a:pt x="107" y="204"/>
                  <a:pt x="116" y="204"/>
                </a:cubicBezTo>
                <a:lnTo>
                  <a:pt x="125" y="204"/>
                </a:lnTo>
                <a:cubicBezTo>
                  <a:pt x="125" y="204"/>
                  <a:pt x="116" y="222"/>
                  <a:pt x="134" y="248"/>
                </a:cubicBezTo>
                <a:lnTo>
                  <a:pt x="134" y="248"/>
                </a:lnTo>
                <a:cubicBezTo>
                  <a:pt x="107" y="248"/>
                  <a:pt x="0" y="257"/>
                  <a:pt x="0" y="345"/>
                </a:cubicBezTo>
                <a:cubicBezTo>
                  <a:pt x="0" y="435"/>
                  <a:pt x="98" y="435"/>
                  <a:pt x="116" y="435"/>
                </a:cubicBezTo>
                <a:lnTo>
                  <a:pt x="116" y="435"/>
                </a:lnTo>
                <a:cubicBezTo>
                  <a:pt x="116" y="435"/>
                  <a:pt x="116" y="435"/>
                  <a:pt x="125" y="435"/>
                </a:cubicBezTo>
                <a:cubicBezTo>
                  <a:pt x="134" y="435"/>
                  <a:pt x="169" y="435"/>
                  <a:pt x="196" y="417"/>
                </a:cubicBezTo>
                <a:cubicBezTo>
                  <a:pt x="231" y="399"/>
                  <a:pt x="249" y="364"/>
                  <a:pt x="249" y="320"/>
                </a:cubicBezTo>
                <a:cubicBezTo>
                  <a:pt x="249" y="275"/>
                  <a:pt x="222" y="248"/>
                  <a:pt x="205" y="230"/>
                </a:cubicBezTo>
                <a:cubicBezTo>
                  <a:pt x="187" y="222"/>
                  <a:pt x="178" y="213"/>
                  <a:pt x="178" y="204"/>
                </a:cubicBezTo>
                <a:cubicBezTo>
                  <a:pt x="178" y="195"/>
                  <a:pt x="187" y="186"/>
                  <a:pt x="196" y="177"/>
                </a:cubicBezTo>
                <a:cubicBezTo>
                  <a:pt x="213" y="160"/>
                  <a:pt x="231" y="142"/>
                  <a:pt x="231" y="98"/>
                </a:cubicBezTo>
                <a:cubicBezTo>
                  <a:pt x="231" y="62"/>
                  <a:pt x="222" y="36"/>
                  <a:pt x="196" y="18"/>
                </a:cubicBezTo>
                <a:lnTo>
                  <a:pt x="213" y="18"/>
                </a:lnTo>
                <a:cubicBezTo>
                  <a:pt x="231" y="18"/>
                  <a:pt x="249" y="9"/>
                  <a:pt x="249" y="0"/>
                </a:cubicBezTo>
                <a:lnTo>
                  <a:pt x="249" y="0"/>
                </a:lnTo>
                <a:cubicBezTo>
                  <a:pt x="143" y="0"/>
                  <a:pt x="143" y="0"/>
                  <a:pt x="143" y="0"/>
                </a:cubicBezTo>
                <a:cubicBezTo>
                  <a:pt x="134" y="0"/>
                  <a:pt x="27" y="0"/>
                  <a:pt x="27" y="107"/>
                </a:cubicBezTo>
                <a:close/>
                <a:moveTo>
                  <a:pt x="205" y="328"/>
                </a:moveTo>
                <a:lnTo>
                  <a:pt x="205" y="328"/>
                </a:lnTo>
                <a:cubicBezTo>
                  <a:pt x="213" y="364"/>
                  <a:pt x="178" y="390"/>
                  <a:pt x="134" y="390"/>
                </a:cubicBezTo>
                <a:cubicBezTo>
                  <a:pt x="90" y="399"/>
                  <a:pt x="54" y="381"/>
                  <a:pt x="54" y="345"/>
                </a:cubicBezTo>
                <a:cubicBezTo>
                  <a:pt x="45" y="328"/>
                  <a:pt x="54" y="310"/>
                  <a:pt x="71" y="292"/>
                </a:cubicBezTo>
                <a:cubicBezTo>
                  <a:pt x="90" y="283"/>
                  <a:pt x="107" y="275"/>
                  <a:pt x="125" y="275"/>
                </a:cubicBezTo>
                <a:cubicBezTo>
                  <a:pt x="134" y="275"/>
                  <a:pt x="134" y="275"/>
                  <a:pt x="134" y="275"/>
                </a:cubicBezTo>
                <a:cubicBezTo>
                  <a:pt x="178" y="275"/>
                  <a:pt x="205" y="301"/>
                  <a:pt x="205" y="328"/>
                </a:cubicBezTo>
                <a:close/>
                <a:moveTo>
                  <a:pt x="178" y="80"/>
                </a:moveTo>
                <a:lnTo>
                  <a:pt x="178" y="80"/>
                </a:lnTo>
                <a:cubicBezTo>
                  <a:pt x="187" y="124"/>
                  <a:pt x="169" y="160"/>
                  <a:pt x="143" y="169"/>
                </a:cubicBezTo>
                <a:cubicBezTo>
                  <a:pt x="143" y="169"/>
                  <a:pt x="143" y="169"/>
                  <a:pt x="134" y="169"/>
                </a:cubicBezTo>
                <a:cubicBezTo>
                  <a:pt x="107" y="169"/>
                  <a:pt x="90" y="151"/>
                  <a:pt x="81" y="116"/>
                </a:cubicBezTo>
                <a:cubicBezTo>
                  <a:pt x="71" y="98"/>
                  <a:pt x="71" y="80"/>
                  <a:pt x="81" y="62"/>
                </a:cubicBezTo>
                <a:cubicBezTo>
                  <a:pt x="81" y="45"/>
                  <a:pt x="98" y="36"/>
                  <a:pt x="107" y="26"/>
                </a:cubicBezTo>
                <a:lnTo>
                  <a:pt x="116" y="26"/>
                </a:lnTo>
                <a:cubicBezTo>
                  <a:pt x="151" y="26"/>
                  <a:pt x="169" y="45"/>
                  <a:pt x="178" y="80"/>
                </a:cubicBezTo>
                <a:close/>
                <a:moveTo>
                  <a:pt x="373" y="169"/>
                </a:moveTo>
                <a:lnTo>
                  <a:pt x="373" y="169"/>
                </a:lnTo>
                <a:cubicBezTo>
                  <a:pt x="373" y="98"/>
                  <a:pt x="373" y="98"/>
                  <a:pt x="373" y="98"/>
                </a:cubicBezTo>
                <a:cubicBezTo>
                  <a:pt x="319" y="98"/>
                  <a:pt x="319" y="98"/>
                  <a:pt x="319" y="98"/>
                </a:cubicBezTo>
                <a:cubicBezTo>
                  <a:pt x="319" y="169"/>
                  <a:pt x="319" y="169"/>
                  <a:pt x="319" y="169"/>
                </a:cubicBezTo>
                <a:cubicBezTo>
                  <a:pt x="249" y="169"/>
                  <a:pt x="249" y="169"/>
                  <a:pt x="249" y="169"/>
                </a:cubicBezTo>
                <a:cubicBezTo>
                  <a:pt x="249" y="213"/>
                  <a:pt x="249" y="213"/>
                  <a:pt x="249" y="213"/>
                </a:cubicBezTo>
                <a:cubicBezTo>
                  <a:pt x="319" y="213"/>
                  <a:pt x="319" y="213"/>
                  <a:pt x="319" y="213"/>
                </a:cubicBezTo>
                <a:cubicBezTo>
                  <a:pt x="319" y="292"/>
                  <a:pt x="319" y="292"/>
                  <a:pt x="319" y="292"/>
                </a:cubicBezTo>
                <a:cubicBezTo>
                  <a:pt x="373" y="292"/>
                  <a:pt x="373" y="292"/>
                  <a:pt x="373" y="292"/>
                </a:cubicBezTo>
                <a:cubicBezTo>
                  <a:pt x="373" y="213"/>
                  <a:pt x="373" y="213"/>
                  <a:pt x="373" y="213"/>
                </a:cubicBezTo>
                <a:cubicBezTo>
                  <a:pt x="444" y="213"/>
                  <a:pt x="444" y="213"/>
                  <a:pt x="444" y="213"/>
                </a:cubicBezTo>
                <a:cubicBezTo>
                  <a:pt x="444" y="169"/>
                  <a:pt x="444" y="169"/>
                  <a:pt x="444" y="169"/>
                </a:cubicBezTo>
                <a:lnTo>
                  <a:pt x="373" y="169"/>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19" name="Freeform 75">
            <a:extLst>
              <a:ext uri="{FF2B5EF4-FFF2-40B4-BE49-F238E27FC236}">
                <a16:creationId xmlns:a16="http://schemas.microsoft.com/office/drawing/2014/main" id="{12AB4E38-09BE-45B2-DD1F-24D639DED043}"/>
              </a:ext>
            </a:extLst>
          </p:cNvPr>
          <p:cNvSpPr>
            <a:spLocks noChangeArrowheads="1"/>
          </p:cNvSpPr>
          <p:nvPr/>
        </p:nvSpPr>
        <p:spPr bwMode="auto">
          <a:xfrm>
            <a:off x="8608476" y="1286232"/>
            <a:ext cx="236336" cy="438910"/>
          </a:xfrm>
          <a:custGeom>
            <a:avLst/>
            <a:gdLst>
              <a:gd name="T0" fmla="*/ 248 w 249"/>
              <a:gd name="T1" fmla="*/ 80 h 453"/>
              <a:gd name="T2" fmla="*/ 248 w 249"/>
              <a:gd name="T3" fmla="*/ 80 h 453"/>
              <a:gd name="T4" fmla="*/ 177 w 249"/>
              <a:gd name="T5" fmla="*/ 80 h 453"/>
              <a:gd name="T6" fmla="*/ 160 w 249"/>
              <a:gd name="T7" fmla="*/ 107 h 453"/>
              <a:gd name="T8" fmla="*/ 160 w 249"/>
              <a:gd name="T9" fmla="*/ 160 h 453"/>
              <a:gd name="T10" fmla="*/ 248 w 249"/>
              <a:gd name="T11" fmla="*/ 160 h 453"/>
              <a:gd name="T12" fmla="*/ 248 w 249"/>
              <a:gd name="T13" fmla="*/ 231 h 453"/>
              <a:gd name="T14" fmla="*/ 160 w 249"/>
              <a:gd name="T15" fmla="*/ 231 h 453"/>
              <a:gd name="T16" fmla="*/ 160 w 249"/>
              <a:gd name="T17" fmla="*/ 452 h 453"/>
              <a:gd name="T18" fmla="*/ 79 w 249"/>
              <a:gd name="T19" fmla="*/ 452 h 453"/>
              <a:gd name="T20" fmla="*/ 79 w 249"/>
              <a:gd name="T21" fmla="*/ 231 h 453"/>
              <a:gd name="T22" fmla="*/ 0 w 249"/>
              <a:gd name="T23" fmla="*/ 231 h 453"/>
              <a:gd name="T24" fmla="*/ 0 w 249"/>
              <a:gd name="T25" fmla="*/ 160 h 453"/>
              <a:gd name="T26" fmla="*/ 79 w 249"/>
              <a:gd name="T27" fmla="*/ 160 h 453"/>
              <a:gd name="T28" fmla="*/ 79 w 249"/>
              <a:gd name="T29" fmla="*/ 116 h 453"/>
              <a:gd name="T30" fmla="*/ 177 w 249"/>
              <a:gd name="T31" fmla="*/ 0 h 453"/>
              <a:gd name="T32" fmla="*/ 248 w 249"/>
              <a:gd name="T33" fmla="*/ 0 h 453"/>
              <a:gd name="T34" fmla="*/ 248 w 249"/>
              <a:gd name="T35" fmla="*/ 80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9" h="453">
                <a:moveTo>
                  <a:pt x="248" y="80"/>
                </a:moveTo>
                <a:lnTo>
                  <a:pt x="248" y="80"/>
                </a:lnTo>
                <a:cubicBezTo>
                  <a:pt x="177" y="80"/>
                  <a:pt x="177" y="80"/>
                  <a:pt x="177" y="80"/>
                </a:cubicBezTo>
                <a:cubicBezTo>
                  <a:pt x="169" y="80"/>
                  <a:pt x="160" y="89"/>
                  <a:pt x="160" y="107"/>
                </a:cubicBezTo>
                <a:cubicBezTo>
                  <a:pt x="160" y="160"/>
                  <a:pt x="160" y="160"/>
                  <a:pt x="160" y="160"/>
                </a:cubicBezTo>
                <a:cubicBezTo>
                  <a:pt x="248" y="160"/>
                  <a:pt x="248" y="160"/>
                  <a:pt x="248" y="160"/>
                </a:cubicBezTo>
                <a:cubicBezTo>
                  <a:pt x="248" y="231"/>
                  <a:pt x="248" y="231"/>
                  <a:pt x="248" y="231"/>
                </a:cubicBezTo>
                <a:cubicBezTo>
                  <a:pt x="160" y="231"/>
                  <a:pt x="160" y="231"/>
                  <a:pt x="160" y="231"/>
                </a:cubicBezTo>
                <a:cubicBezTo>
                  <a:pt x="160" y="452"/>
                  <a:pt x="160" y="452"/>
                  <a:pt x="160" y="452"/>
                </a:cubicBezTo>
                <a:cubicBezTo>
                  <a:pt x="79" y="452"/>
                  <a:pt x="79" y="452"/>
                  <a:pt x="79" y="452"/>
                </a:cubicBezTo>
                <a:cubicBezTo>
                  <a:pt x="79" y="231"/>
                  <a:pt x="79" y="231"/>
                  <a:pt x="79" y="231"/>
                </a:cubicBezTo>
                <a:cubicBezTo>
                  <a:pt x="0" y="231"/>
                  <a:pt x="0" y="231"/>
                  <a:pt x="0" y="231"/>
                </a:cubicBezTo>
                <a:cubicBezTo>
                  <a:pt x="0" y="160"/>
                  <a:pt x="0" y="160"/>
                  <a:pt x="0" y="160"/>
                </a:cubicBezTo>
                <a:cubicBezTo>
                  <a:pt x="79" y="160"/>
                  <a:pt x="79" y="160"/>
                  <a:pt x="79" y="160"/>
                </a:cubicBezTo>
                <a:cubicBezTo>
                  <a:pt x="79" y="116"/>
                  <a:pt x="79" y="116"/>
                  <a:pt x="79" y="116"/>
                </a:cubicBezTo>
                <a:cubicBezTo>
                  <a:pt x="79" y="54"/>
                  <a:pt x="115" y="0"/>
                  <a:pt x="177" y="0"/>
                </a:cubicBezTo>
                <a:cubicBezTo>
                  <a:pt x="248" y="0"/>
                  <a:pt x="248" y="0"/>
                  <a:pt x="248" y="0"/>
                </a:cubicBezTo>
                <a:lnTo>
                  <a:pt x="248" y="80"/>
                </a:ln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0" name="Freeform 76">
            <a:extLst>
              <a:ext uri="{FF2B5EF4-FFF2-40B4-BE49-F238E27FC236}">
                <a16:creationId xmlns:a16="http://schemas.microsoft.com/office/drawing/2014/main" id="{EB1A92C0-A19B-4EF8-0CB7-5EA27CE73F42}"/>
              </a:ext>
            </a:extLst>
          </p:cNvPr>
          <p:cNvSpPr>
            <a:spLocks noChangeArrowheads="1"/>
          </p:cNvSpPr>
          <p:nvPr/>
        </p:nvSpPr>
        <p:spPr bwMode="auto">
          <a:xfrm>
            <a:off x="7539338" y="2231576"/>
            <a:ext cx="464230" cy="452976"/>
          </a:xfrm>
          <a:custGeom>
            <a:avLst/>
            <a:gdLst>
              <a:gd name="T0" fmla="*/ 239 w 480"/>
              <a:gd name="T1" fmla="*/ 0 h 471"/>
              <a:gd name="T2" fmla="*/ 239 w 480"/>
              <a:gd name="T3" fmla="*/ 0 h 471"/>
              <a:gd name="T4" fmla="*/ 0 w 480"/>
              <a:gd name="T5" fmla="*/ 231 h 471"/>
              <a:gd name="T6" fmla="*/ 239 w 480"/>
              <a:gd name="T7" fmla="*/ 470 h 471"/>
              <a:gd name="T8" fmla="*/ 479 w 480"/>
              <a:gd name="T9" fmla="*/ 231 h 471"/>
              <a:gd name="T10" fmla="*/ 239 w 480"/>
              <a:gd name="T11" fmla="*/ 0 h 471"/>
              <a:gd name="T12" fmla="*/ 239 w 480"/>
              <a:gd name="T13" fmla="*/ 178 h 471"/>
              <a:gd name="T14" fmla="*/ 239 w 480"/>
              <a:gd name="T15" fmla="*/ 178 h 471"/>
              <a:gd name="T16" fmla="*/ 231 w 480"/>
              <a:gd name="T17" fmla="*/ 196 h 471"/>
              <a:gd name="T18" fmla="*/ 231 w 480"/>
              <a:gd name="T19" fmla="*/ 275 h 471"/>
              <a:gd name="T20" fmla="*/ 169 w 480"/>
              <a:gd name="T21" fmla="*/ 328 h 471"/>
              <a:gd name="T22" fmla="*/ 116 w 480"/>
              <a:gd name="T23" fmla="*/ 275 h 471"/>
              <a:gd name="T24" fmla="*/ 116 w 480"/>
              <a:gd name="T25" fmla="*/ 240 h 471"/>
              <a:gd name="T26" fmla="*/ 160 w 480"/>
              <a:gd name="T27" fmla="*/ 240 h 471"/>
              <a:gd name="T28" fmla="*/ 160 w 480"/>
              <a:gd name="T29" fmla="*/ 275 h 471"/>
              <a:gd name="T30" fmla="*/ 169 w 480"/>
              <a:gd name="T31" fmla="*/ 284 h 471"/>
              <a:gd name="T32" fmla="*/ 186 w 480"/>
              <a:gd name="T33" fmla="*/ 275 h 471"/>
              <a:gd name="T34" fmla="*/ 186 w 480"/>
              <a:gd name="T35" fmla="*/ 196 h 471"/>
              <a:gd name="T36" fmla="*/ 239 w 480"/>
              <a:gd name="T37" fmla="*/ 134 h 471"/>
              <a:gd name="T38" fmla="*/ 292 w 480"/>
              <a:gd name="T39" fmla="*/ 196 h 471"/>
              <a:gd name="T40" fmla="*/ 292 w 480"/>
              <a:gd name="T41" fmla="*/ 205 h 471"/>
              <a:gd name="T42" fmla="*/ 266 w 480"/>
              <a:gd name="T43" fmla="*/ 213 h 471"/>
              <a:gd name="T44" fmla="*/ 257 w 480"/>
              <a:gd name="T45" fmla="*/ 205 h 471"/>
              <a:gd name="T46" fmla="*/ 257 w 480"/>
              <a:gd name="T47" fmla="*/ 196 h 471"/>
              <a:gd name="T48" fmla="*/ 239 w 480"/>
              <a:gd name="T49" fmla="*/ 178 h 471"/>
              <a:gd name="T50" fmla="*/ 364 w 480"/>
              <a:gd name="T51" fmla="*/ 275 h 471"/>
              <a:gd name="T52" fmla="*/ 364 w 480"/>
              <a:gd name="T53" fmla="*/ 275 h 471"/>
              <a:gd name="T54" fmla="*/ 311 w 480"/>
              <a:gd name="T55" fmla="*/ 328 h 471"/>
              <a:gd name="T56" fmla="*/ 257 w 480"/>
              <a:gd name="T57" fmla="*/ 275 h 471"/>
              <a:gd name="T58" fmla="*/ 257 w 480"/>
              <a:gd name="T59" fmla="*/ 240 h 471"/>
              <a:gd name="T60" fmla="*/ 266 w 480"/>
              <a:gd name="T61" fmla="*/ 249 h 471"/>
              <a:gd name="T62" fmla="*/ 292 w 480"/>
              <a:gd name="T63" fmla="*/ 240 h 471"/>
              <a:gd name="T64" fmla="*/ 292 w 480"/>
              <a:gd name="T65" fmla="*/ 275 h 471"/>
              <a:gd name="T66" fmla="*/ 311 w 480"/>
              <a:gd name="T67" fmla="*/ 284 h 471"/>
              <a:gd name="T68" fmla="*/ 319 w 480"/>
              <a:gd name="T69" fmla="*/ 275 h 471"/>
              <a:gd name="T70" fmla="*/ 319 w 480"/>
              <a:gd name="T71" fmla="*/ 240 h 471"/>
              <a:gd name="T72" fmla="*/ 364 w 480"/>
              <a:gd name="T73" fmla="*/ 240 h 471"/>
              <a:gd name="T74" fmla="*/ 364 w 480"/>
              <a:gd name="T75" fmla="*/ 275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0" h="471">
                <a:moveTo>
                  <a:pt x="239" y="0"/>
                </a:moveTo>
                <a:lnTo>
                  <a:pt x="239" y="0"/>
                </a:lnTo>
                <a:cubicBezTo>
                  <a:pt x="107" y="0"/>
                  <a:pt x="0" y="107"/>
                  <a:pt x="0" y="231"/>
                </a:cubicBezTo>
                <a:cubicBezTo>
                  <a:pt x="0" y="364"/>
                  <a:pt x="107" y="470"/>
                  <a:pt x="239" y="470"/>
                </a:cubicBezTo>
                <a:cubicBezTo>
                  <a:pt x="372" y="470"/>
                  <a:pt x="479" y="364"/>
                  <a:pt x="479" y="231"/>
                </a:cubicBezTo>
                <a:cubicBezTo>
                  <a:pt x="479" y="107"/>
                  <a:pt x="372" y="0"/>
                  <a:pt x="239" y="0"/>
                </a:cubicBezTo>
                <a:close/>
                <a:moveTo>
                  <a:pt x="239" y="178"/>
                </a:moveTo>
                <a:lnTo>
                  <a:pt x="239" y="178"/>
                </a:lnTo>
                <a:cubicBezTo>
                  <a:pt x="231" y="178"/>
                  <a:pt x="231" y="187"/>
                  <a:pt x="231" y="196"/>
                </a:cubicBezTo>
                <a:cubicBezTo>
                  <a:pt x="231" y="275"/>
                  <a:pt x="231" y="275"/>
                  <a:pt x="231" y="275"/>
                </a:cubicBezTo>
                <a:cubicBezTo>
                  <a:pt x="231" y="303"/>
                  <a:pt x="204" y="328"/>
                  <a:pt x="169" y="328"/>
                </a:cubicBezTo>
                <a:cubicBezTo>
                  <a:pt x="142" y="328"/>
                  <a:pt x="116" y="303"/>
                  <a:pt x="116" y="275"/>
                </a:cubicBezTo>
                <a:cubicBezTo>
                  <a:pt x="116" y="240"/>
                  <a:pt x="116" y="240"/>
                  <a:pt x="116" y="240"/>
                </a:cubicBezTo>
                <a:cubicBezTo>
                  <a:pt x="160" y="240"/>
                  <a:pt x="160" y="240"/>
                  <a:pt x="160" y="240"/>
                </a:cubicBezTo>
                <a:cubicBezTo>
                  <a:pt x="160" y="275"/>
                  <a:pt x="160" y="275"/>
                  <a:pt x="160" y="275"/>
                </a:cubicBezTo>
                <a:cubicBezTo>
                  <a:pt x="160" y="275"/>
                  <a:pt x="160" y="284"/>
                  <a:pt x="169" y="284"/>
                </a:cubicBezTo>
                <a:cubicBezTo>
                  <a:pt x="178" y="284"/>
                  <a:pt x="186" y="275"/>
                  <a:pt x="186" y="275"/>
                </a:cubicBezTo>
                <a:cubicBezTo>
                  <a:pt x="186" y="196"/>
                  <a:pt x="186" y="196"/>
                  <a:pt x="186" y="196"/>
                </a:cubicBezTo>
                <a:cubicBezTo>
                  <a:pt x="186" y="160"/>
                  <a:pt x="213" y="134"/>
                  <a:pt x="239" y="134"/>
                </a:cubicBezTo>
                <a:cubicBezTo>
                  <a:pt x="275" y="134"/>
                  <a:pt x="292" y="160"/>
                  <a:pt x="292" y="196"/>
                </a:cubicBezTo>
                <a:cubicBezTo>
                  <a:pt x="292" y="205"/>
                  <a:pt x="292" y="205"/>
                  <a:pt x="292" y="205"/>
                </a:cubicBezTo>
                <a:cubicBezTo>
                  <a:pt x="266" y="213"/>
                  <a:pt x="266" y="213"/>
                  <a:pt x="266" y="213"/>
                </a:cubicBezTo>
                <a:cubicBezTo>
                  <a:pt x="257" y="205"/>
                  <a:pt x="257" y="205"/>
                  <a:pt x="257" y="205"/>
                </a:cubicBezTo>
                <a:cubicBezTo>
                  <a:pt x="257" y="196"/>
                  <a:pt x="257" y="196"/>
                  <a:pt x="257" y="196"/>
                </a:cubicBezTo>
                <a:cubicBezTo>
                  <a:pt x="257" y="187"/>
                  <a:pt x="248" y="178"/>
                  <a:pt x="239" y="178"/>
                </a:cubicBezTo>
                <a:close/>
                <a:moveTo>
                  <a:pt x="364" y="275"/>
                </a:moveTo>
                <a:lnTo>
                  <a:pt x="364" y="275"/>
                </a:lnTo>
                <a:cubicBezTo>
                  <a:pt x="364" y="303"/>
                  <a:pt x="337" y="328"/>
                  <a:pt x="311" y="328"/>
                </a:cubicBezTo>
                <a:cubicBezTo>
                  <a:pt x="275" y="328"/>
                  <a:pt x="257" y="303"/>
                  <a:pt x="257" y="275"/>
                </a:cubicBezTo>
                <a:cubicBezTo>
                  <a:pt x="257" y="240"/>
                  <a:pt x="257" y="240"/>
                  <a:pt x="257" y="240"/>
                </a:cubicBezTo>
                <a:cubicBezTo>
                  <a:pt x="266" y="249"/>
                  <a:pt x="266" y="249"/>
                  <a:pt x="266" y="249"/>
                </a:cubicBezTo>
                <a:cubicBezTo>
                  <a:pt x="292" y="240"/>
                  <a:pt x="292" y="240"/>
                  <a:pt x="292" y="240"/>
                </a:cubicBezTo>
                <a:cubicBezTo>
                  <a:pt x="292" y="275"/>
                  <a:pt x="292" y="275"/>
                  <a:pt x="292" y="275"/>
                </a:cubicBezTo>
                <a:cubicBezTo>
                  <a:pt x="292" y="275"/>
                  <a:pt x="301" y="284"/>
                  <a:pt x="311" y="284"/>
                </a:cubicBezTo>
                <a:cubicBezTo>
                  <a:pt x="319" y="284"/>
                  <a:pt x="319" y="275"/>
                  <a:pt x="319" y="275"/>
                </a:cubicBezTo>
                <a:cubicBezTo>
                  <a:pt x="319" y="240"/>
                  <a:pt x="319" y="240"/>
                  <a:pt x="319" y="240"/>
                </a:cubicBezTo>
                <a:cubicBezTo>
                  <a:pt x="364" y="240"/>
                  <a:pt x="364" y="240"/>
                  <a:pt x="364" y="240"/>
                </a:cubicBezTo>
                <a:lnTo>
                  <a:pt x="364" y="275"/>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1" name="Freeform 77">
            <a:extLst>
              <a:ext uri="{FF2B5EF4-FFF2-40B4-BE49-F238E27FC236}">
                <a16:creationId xmlns:a16="http://schemas.microsoft.com/office/drawing/2014/main" id="{34A71447-7015-46E2-B9AF-981AA51A58BF}"/>
              </a:ext>
            </a:extLst>
          </p:cNvPr>
          <p:cNvSpPr>
            <a:spLocks noChangeArrowheads="1"/>
          </p:cNvSpPr>
          <p:nvPr/>
        </p:nvSpPr>
        <p:spPr bwMode="auto">
          <a:xfrm>
            <a:off x="5634582" y="2231576"/>
            <a:ext cx="461418" cy="452976"/>
          </a:xfrm>
          <a:custGeom>
            <a:avLst/>
            <a:gdLst>
              <a:gd name="T0" fmla="*/ 249 w 480"/>
              <a:gd name="T1" fmla="*/ 231 h 471"/>
              <a:gd name="T2" fmla="*/ 249 w 480"/>
              <a:gd name="T3" fmla="*/ 231 h 471"/>
              <a:gd name="T4" fmla="*/ 249 w 480"/>
              <a:gd name="T5" fmla="*/ 231 h 471"/>
              <a:gd name="T6" fmla="*/ 240 w 480"/>
              <a:gd name="T7" fmla="*/ 222 h 471"/>
              <a:gd name="T8" fmla="*/ 142 w 480"/>
              <a:gd name="T9" fmla="*/ 231 h 471"/>
              <a:gd name="T10" fmla="*/ 142 w 480"/>
              <a:gd name="T11" fmla="*/ 231 h 471"/>
              <a:gd name="T12" fmla="*/ 169 w 480"/>
              <a:gd name="T13" fmla="*/ 303 h 471"/>
              <a:gd name="T14" fmla="*/ 249 w 480"/>
              <a:gd name="T15" fmla="*/ 231 h 471"/>
              <a:gd name="T16" fmla="*/ 302 w 480"/>
              <a:gd name="T17" fmla="*/ 160 h 471"/>
              <a:gd name="T18" fmla="*/ 302 w 480"/>
              <a:gd name="T19" fmla="*/ 160 h 471"/>
              <a:gd name="T20" fmla="*/ 240 w 480"/>
              <a:gd name="T21" fmla="*/ 134 h 471"/>
              <a:gd name="T22" fmla="*/ 222 w 480"/>
              <a:gd name="T23" fmla="*/ 143 h 471"/>
              <a:gd name="T24" fmla="*/ 258 w 480"/>
              <a:gd name="T25" fmla="*/ 196 h 471"/>
              <a:gd name="T26" fmla="*/ 302 w 480"/>
              <a:gd name="T27" fmla="*/ 160 h 471"/>
              <a:gd name="T28" fmla="*/ 178 w 480"/>
              <a:gd name="T29" fmla="*/ 311 h 471"/>
              <a:gd name="T30" fmla="*/ 178 w 480"/>
              <a:gd name="T31" fmla="*/ 311 h 471"/>
              <a:gd name="T32" fmla="*/ 240 w 480"/>
              <a:gd name="T33" fmla="*/ 328 h 471"/>
              <a:gd name="T34" fmla="*/ 275 w 480"/>
              <a:gd name="T35" fmla="*/ 328 h 471"/>
              <a:gd name="T36" fmla="*/ 258 w 480"/>
              <a:gd name="T37" fmla="*/ 249 h 471"/>
              <a:gd name="T38" fmla="*/ 178 w 480"/>
              <a:gd name="T39" fmla="*/ 311 h 471"/>
              <a:gd name="T40" fmla="*/ 231 w 480"/>
              <a:gd name="T41" fmla="*/ 205 h 471"/>
              <a:gd name="T42" fmla="*/ 231 w 480"/>
              <a:gd name="T43" fmla="*/ 205 h 471"/>
              <a:gd name="T44" fmla="*/ 195 w 480"/>
              <a:gd name="T45" fmla="*/ 151 h 471"/>
              <a:gd name="T46" fmla="*/ 142 w 480"/>
              <a:gd name="T47" fmla="*/ 213 h 471"/>
              <a:gd name="T48" fmla="*/ 142 w 480"/>
              <a:gd name="T49" fmla="*/ 213 h 471"/>
              <a:gd name="T50" fmla="*/ 231 w 480"/>
              <a:gd name="T51" fmla="*/ 205 h 471"/>
              <a:gd name="T52" fmla="*/ 275 w 480"/>
              <a:gd name="T53" fmla="*/ 249 h 471"/>
              <a:gd name="T54" fmla="*/ 275 w 480"/>
              <a:gd name="T55" fmla="*/ 249 h 471"/>
              <a:gd name="T56" fmla="*/ 293 w 480"/>
              <a:gd name="T57" fmla="*/ 311 h 471"/>
              <a:gd name="T58" fmla="*/ 337 w 480"/>
              <a:gd name="T59" fmla="*/ 249 h 471"/>
              <a:gd name="T60" fmla="*/ 293 w 480"/>
              <a:gd name="T61" fmla="*/ 249 h 471"/>
              <a:gd name="T62" fmla="*/ 275 w 480"/>
              <a:gd name="T63" fmla="*/ 249 h 471"/>
              <a:gd name="T64" fmla="*/ 240 w 480"/>
              <a:gd name="T65" fmla="*/ 0 h 471"/>
              <a:gd name="T66" fmla="*/ 240 w 480"/>
              <a:gd name="T67" fmla="*/ 0 h 471"/>
              <a:gd name="T68" fmla="*/ 0 w 480"/>
              <a:gd name="T69" fmla="*/ 231 h 471"/>
              <a:gd name="T70" fmla="*/ 240 w 480"/>
              <a:gd name="T71" fmla="*/ 470 h 471"/>
              <a:gd name="T72" fmla="*/ 479 w 480"/>
              <a:gd name="T73" fmla="*/ 231 h 471"/>
              <a:gd name="T74" fmla="*/ 240 w 480"/>
              <a:gd name="T75" fmla="*/ 0 h 471"/>
              <a:gd name="T76" fmla="*/ 240 w 480"/>
              <a:gd name="T77" fmla="*/ 356 h 471"/>
              <a:gd name="T78" fmla="*/ 240 w 480"/>
              <a:gd name="T79" fmla="*/ 356 h 471"/>
              <a:gd name="T80" fmla="*/ 124 w 480"/>
              <a:gd name="T81" fmla="*/ 231 h 471"/>
              <a:gd name="T82" fmla="*/ 240 w 480"/>
              <a:gd name="T83" fmla="*/ 116 h 471"/>
              <a:gd name="T84" fmla="*/ 355 w 480"/>
              <a:gd name="T85" fmla="*/ 231 h 471"/>
              <a:gd name="T86" fmla="*/ 240 w 480"/>
              <a:gd name="T87" fmla="*/ 356 h 471"/>
              <a:gd name="T88" fmla="*/ 266 w 480"/>
              <a:gd name="T89" fmla="*/ 213 h 471"/>
              <a:gd name="T90" fmla="*/ 266 w 480"/>
              <a:gd name="T91" fmla="*/ 213 h 471"/>
              <a:gd name="T92" fmla="*/ 266 w 480"/>
              <a:gd name="T93" fmla="*/ 222 h 471"/>
              <a:gd name="T94" fmla="*/ 266 w 480"/>
              <a:gd name="T95" fmla="*/ 231 h 471"/>
              <a:gd name="T96" fmla="*/ 293 w 480"/>
              <a:gd name="T97" fmla="*/ 231 h 471"/>
              <a:gd name="T98" fmla="*/ 337 w 480"/>
              <a:gd name="T99" fmla="*/ 231 h 471"/>
              <a:gd name="T100" fmla="*/ 319 w 480"/>
              <a:gd name="T101" fmla="*/ 178 h 471"/>
              <a:gd name="T102" fmla="*/ 266 w 480"/>
              <a:gd name="T103" fmla="*/ 213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80" h="471">
                <a:moveTo>
                  <a:pt x="249" y="231"/>
                </a:moveTo>
                <a:lnTo>
                  <a:pt x="249" y="231"/>
                </a:lnTo>
                <a:lnTo>
                  <a:pt x="249" y="231"/>
                </a:lnTo>
                <a:lnTo>
                  <a:pt x="240" y="222"/>
                </a:lnTo>
                <a:cubicBezTo>
                  <a:pt x="195" y="231"/>
                  <a:pt x="151" y="231"/>
                  <a:pt x="142" y="231"/>
                </a:cubicBezTo>
                <a:lnTo>
                  <a:pt x="142" y="231"/>
                </a:lnTo>
                <a:cubicBezTo>
                  <a:pt x="142" y="258"/>
                  <a:pt x="151" y="284"/>
                  <a:pt x="169" y="303"/>
                </a:cubicBezTo>
                <a:cubicBezTo>
                  <a:pt x="169" y="293"/>
                  <a:pt x="195" y="249"/>
                  <a:pt x="249" y="231"/>
                </a:cubicBezTo>
                <a:close/>
                <a:moveTo>
                  <a:pt x="302" y="160"/>
                </a:moveTo>
                <a:lnTo>
                  <a:pt x="302" y="160"/>
                </a:lnTo>
                <a:cubicBezTo>
                  <a:pt x="284" y="143"/>
                  <a:pt x="266" y="134"/>
                  <a:pt x="240" y="134"/>
                </a:cubicBezTo>
                <a:cubicBezTo>
                  <a:pt x="231" y="134"/>
                  <a:pt x="222" y="143"/>
                  <a:pt x="222" y="143"/>
                </a:cubicBezTo>
                <a:cubicBezTo>
                  <a:pt x="222" y="143"/>
                  <a:pt x="240" y="169"/>
                  <a:pt x="258" y="196"/>
                </a:cubicBezTo>
                <a:cubicBezTo>
                  <a:pt x="284" y="187"/>
                  <a:pt x="302" y="169"/>
                  <a:pt x="302" y="160"/>
                </a:cubicBezTo>
                <a:close/>
                <a:moveTo>
                  <a:pt x="178" y="311"/>
                </a:moveTo>
                <a:lnTo>
                  <a:pt x="178" y="311"/>
                </a:lnTo>
                <a:cubicBezTo>
                  <a:pt x="195" y="328"/>
                  <a:pt x="222" y="328"/>
                  <a:pt x="240" y="328"/>
                </a:cubicBezTo>
                <a:cubicBezTo>
                  <a:pt x="249" y="328"/>
                  <a:pt x="266" y="328"/>
                  <a:pt x="275" y="328"/>
                </a:cubicBezTo>
                <a:cubicBezTo>
                  <a:pt x="275" y="311"/>
                  <a:pt x="266" y="284"/>
                  <a:pt x="258" y="249"/>
                </a:cubicBezTo>
                <a:cubicBezTo>
                  <a:pt x="205" y="267"/>
                  <a:pt x="187" y="303"/>
                  <a:pt x="178" y="311"/>
                </a:cubicBezTo>
                <a:close/>
                <a:moveTo>
                  <a:pt x="231" y="205"/>
                </a:moveTo>
                <a:lnTo>
                  <a:pt x="231" y="205"/>
                </a:lnTo>
                <a:cubicBezTo>
                  <a:pt x="213" y="178"/>
                  <a:pt x="205" y="151"/>
                  <a:pt x="195" y="151"/>
                </a:cubicBezTo>
                <a:cubicBezTo>
                  <a:pt x="169" y="160"/>
                  <a:pt x="151" y="187"/>
                  <a:pt x="142" y="213"/>
                </a:cubicBezTo>
                <a:lnTo>
                  <a:pt x="142" y="213"/>
                </a:lnTo>
                <a:cubicBezTo>
                  <a:pt x="151" y="213"/>
                  <a:pt x="187" y="213"/>
                  <a:pt x="231" y="205"/>
                </a:cubicBezTo>
                <a:close/>
                <a:moveTo>
                  <a:pt x="275" y="249"/>
                </a:moveTo>
                <a:lnTo>
                  <a:pt x="275" y="249"/>
                </a:lnTo>
                <a:cubicBezTo>
                  <a:pt x="284" y="275"/>
                  <a:pt x="293" y="303"/>
                  <a:pt x="293" y="311"/>
                </a:cubicBezTo>
                <a:cubicBezTo>
                  <a:pt x="319" y="303"/>
                  <a:pt x="328" y="275"/>
                  <a:pt x="337" y="249"/>
                </a:cubicBezTo>
                <a:cubicBezTo>
                  <a:pt x="328" y="249"/>
                  <a:pt x="319" y="249"/>
                  <a:pt x="293" y="249"/>
                </a:cubicBezTo>
                <a:cubicBezTo>
                  <a:pt x="293" y="249"/>
                  <a:pt x="284" y="249"/>
                  <a:pt x="275" y="249"/>
                </a:cubicBezTo>
                <a:close/>
                <a:moveTo>
                  <a:pt x="240" y="0"/>
                </a:moveTo>
                <a:lnTo>
                  <a:pt x="240" y="0"/>
                </a:lnTo>
                <a:cubicBezTo>
                  <a:pt x="107" y="0"/>
                  <a:pt x="0" y="107"/>
                  <a:pt x="0" y="231"/>
                </a:cubicBezTo>
                <a:cubicBezTo>
                  <a:pt x="0" y="364"/>
                  <a:pt x="107" y="470"/>
                  <a:pt x="240" y="470"/>
                </a:cubicBezTo>
                <a:cubicBezTo>
                  <a:pt x="372" y="470"/>
                  <a:pt x="479" y="364"/>
                  <a:pt x="479" y="231"/>
                </a:cubicBezTo>
                <a:cubicBezTo>
                  <a:pt x="479" y="107"/>
                  <a:pt x="372" y="0"/>
                  <a:pt x="240" y="0"/>
                </a:cubicBezTo>
                <a:close/>
                <a:moveTo>
                  <a:pt x="240" y="356"/>
                </a:moveTo>
                <a:lnTo>
                  <a:pt x="240" y="356"/>
                </a:lnTo>
                <a:cubicBezTo>
                  <a:pt x="178" y="356"/>
                  <a:pt x="124" y="303"/>
                  <a:pt x="124" y="231"/>
                </a:cubicBezTo>
                <a:cubicBezTo>
                  <a:pt x="124" y="169"/>
                  <a:pt x="178" y="116"/>
                  <a:pt x="240" y="116"/>
                </a:cubicBezTo>
                <a:cubicBezTo>
                  <a:pt x="302" y="116"/>
                  <a:pt x="355" y="169"/>
                  <a:pt x="355" y="231"/>
                </a:cubicBezTo>
                <a:cubicBezTo>
                  <a:pt x="355" y="303"/>
                  <a:pt x="302" y="356"/>
                  <a:pt x="240" y="356"/>
                </a:cubicBezTo>
                <a:close/>
                <a:moveTo>
                  <a:pt x="266" y="213"/>
                </a:moveTo>
                <a:lnTo>
                  <a:pt x="266" y="213"/>
                </a:lnTo>
                <a:lnTo>
                  <a:pt x="266" y="222"/>
                </a:lnTo>
                <a:lnTo>
                  <a:pt x="266" y="231"/>
                </a:lnTo>
                <a:cubicBezTo>
                  <a:pt x="275" y="231"/>
                  <a:pt x="284" y="231"/>
                  <a:pt x="293" y="231"/>
                </a:cubicBezTo>
                <a:cubicBezTo>
                  <a:pt x="311" y="231"/>
                  <a:pt x="328" y="231"/>
                  <a:pt x="337" y="231"/>
                </a:cubicBezTo>
                <a:cubicBezTo>
                  <a:pt x="337" y="213"/>
                  <a:pt x="328" y="187"/>
                  <a:pt x="319" y="178"/>
                </a:cubicBezTo>
                <a:cubicBezTo>
                  <a:pt x="311" y="178"/>
                  <a:pt x="293" y="196"/>
                  <a:pt x="266" y="213"/>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2" name="Freeform 78">
            <a:extLst>
              <a:ext uri="{FF2B5EF4-FFF2-40B4-BE49-F238E27FC236}">
                <a16:creationId xmlns:a16="http://schemas.microsoft.com/office/drawing/2014/main" id="{BC57734F-DBFA-0B94-B4B0-C3439B80533F}"/>
              </a:ext>
            </a:extLst>
          </p:cNvPr>
          <p:cNvSpPr>
            <a:spLocks noChangeArrowheads="1"/>
          </p:cNvSpPr>
          <p:nvPr/>
        </p:nvSpPr>
        <p:spPr bwMode="auto">
          <a:xfrm>
            <a:off x="1796940" y="4150399"/>
            <a:ext cx="461418" cy="455791"/>
          </a:xfrm>
          <a:custGeom>
            <a:avLst/>
            <a:gdLst>
              <a:gd name="T0" fmla="*/ 212 w 479"/>
              <a:gd name="T1" fmla="*/ 169 h 471"/>
              <a:gd name="T2" fmla="*/ 212 w 479"/>
              <a:gd name="T3" fmla="*/ 169 h 471"/>
              <a:gd name="T4" fmla="*/ 185 w 479"/>
              <a:gd name="T5" fmla="*/ 142 h 471"/>
              <a:gd name="T6" fmla="*/ 177 w 479"/>
              <a:gd name="T7" fmla="*/ 142 h 471"/>
              <a:gd name="T8" fmla="*/ 168 w 479"/>
              <a:gd name="T9" fmla="*/ 160 h 471"/>
              <a:gd name="T10" fmla="*/ 168 w 479"/>
              <a:gd name="T11" fmla="*/ 187 h 471"/>
              <a:gd name="T12" fmla="*/ 194 w 479"/>
              <a:gd name="T13" fmla="*/ 213 h 471"/>
              <a:gd name="T14" fmla="*/ 203 w 479"/>
              <a:gd name="T15" fmla="*/ 213 h 471"/>
              <a:gd name="T16" fmla="*/ 212 w 479"/>
              <a:gd name="T17" fmla="*/ 169 h 471"/>
              <a:gd name="T18" fmla="*/ 238 w 479"/>
              <a:gd name="T19" fmla="*/ 0 h 471"/>
              <a:gd name="T20" fmla="*/ 238 w 479"/>
              <a:gd name="T21" fmla="*/ 0 h 471"/>
              <a:gd name="T22" fmla="*/ 0 w 479"/>
              <a:gd name="T23" fmla="*/ 231 h 471"/>
              <a:gd name="T24" fmla="*/ 238 w 479"/>
              <a:gd name="T25" fmla="*/ 470 h 471"/>
              <a:gd name="T26" fmla="*/ 478 w 479"/>
              <a:gd name="T27" fmla="*/ 231 h 471"/>
              <a:gd name="T28" fmla="*/ 238 w 479"/>
              <a:gd name="T29" fmla="*/ 0 h 471"/>
              <a:gd name="T30" fmla="*/ 221 w 479"/>
              <a:gd name="T31" fmla="*/ 338 h 471"/>
              <a:gd name="T32" fmla="*/ 221 w 479"/>
              <a:gd name="T33" fmla="*/ 338 h 471"/>
              <a:gd name="T34" fmla="*/ 185 w 479"/>
              <a:gd name="T35" fmla="*/ 346 h 471"/>
              <a:gd name="T36" fmla="*/ 185 w 479"/>
              <a:gd name="T37" fmla="*/ 346 h 471"/>
              <a:gd name="T38" fmla="*/ 185 w 479"/>
              <a:gd name="T39" fmla="*/ 346 h 471"/>
              <a:gd name="T40" fmla="*/ 124 w 479"/>
              <a:gd name="T41" fmla="*/ 301 h 471"/>
              <a:gd name="T42" fmla="*/ 194 w 479"/>
              <a:gd name="T43" fmla="*/ 248 h 471"/>
              <a:gd name="T44" fmla="*/ 194 w 479"/>
              <a:gd name="T45" fmla="*/ 248 h 471"/>
              <a:gd name="T46" fmla="*/ 185 w 479"/>
              <a:gd name="T47" fmla="*/ 231 h 471"/>
              <a:gd name="T48" fmla="*/ 185 w 479"/>
              <a:gd name="T49" fmla="*/ 231 h 471"/>
              <a:gd name="T50" fmla="*/ 159 w 479"/>
              <a:gd name="T51" fmla="*/ 222 h 471"/>
              <a:gd name="T52" fmla="*/ 141 w 479"/>
              <a:gd name="T53" fmla="*/ 178 h 471"/>
              <a:gd name="T54" fmla="*/ 194 w 479"/>
              <a:gd name="T55" fmla="*/ 125 h 471"/>
              <a:gd name="T56" fmla="*/ 256 w 479"/>
              <a:gd name="T57" fmla="*/ 125 h 471"/>
              <a:gd name="T58" fmla="*/ 256 w 479"/>
              <a:gd name="T59" fmla="*/ 125 h 471"/>
              <a:gd name="T60" fmla="*/ 238 w 479"/>
              <a:gd name="T61" fmla="*/ 134 h 471"/>
              <a:gd name="T62" fmla="*/ 221 w 479"/>
              <a:gd name="T63" fmla="*/ 134 h 471"/>
              <a:gd name="T64" fmla="*/ 238 w 479"/>
              <a:gd name="T65" fmla="*/ 178 h 471"/>
              <a:gd name="T66" fmla="*/ 230 w 479"/>
              <a:gd name="T67" fmla="*/ 213 h 471"/>
              <a:gd name="T68" fmla="*/ 212 w 479"/>
              <a:gd name="T69" fmla="*/ 231 h 471"/>
              <a:gd name="T70" fmla="*/ 230 w 479"/>
              <a:gd name="T71" fmla="*/ 240 h 471"/>
              <a:gd name="T72" fmla="*/ 256 w 479"/>
              <a:gd name="T73" fmla="*/ 284 h 471"/>
              <a:gd name="T74" fmla="*/ 221 w 479"/>
              <a:gd name="T75" fmla="*/ 338 h 471"/>
              <a:gd name="T76" fmla="*/ 354 w 479"/>
              <a:gd name="T77" fmla="*/ 231 h 471"/>
              <a:gd name="T78" fmla="*/ 354 w 479"/>
              <a:gd name="T79" fmla="*/ 231 h 471"/>
              <a:gd name="T80" fmla="*/ 310 w 479"/>
              <a:gd name="T81" fmla="*/ 231 h 471"/>
              <a:gd name="T82" fmla="*/ 310 w 479"/>
              <a:gd name="T83" fmla="*/ 275 h 471"/>
              <a:gd name="T84" fmla="*/ 291 w 479"/>
              <a:gd name="T85" fmla="*/ 275 h 471"/>
              <a:gd name="T86" fmla="*/ 291 w 479"/>
              <a:gd name="T87" fmla="*/ 231 h 471"/>
              <a:gd name="T88" fmla="*/ 256 w 479"/>
              <a:gd name="T89" fmla="*/ 231 h 471"/>
              <a:gd name="T90" fmla="*/ 256 w 479"/>
              <a:gd name="T91" fmla="*/ 213 h 471"/>
              <a:gd name="T92" fmla="*/ 291 w 479"/>
              <a:gd name="T93" fmla="*/ 213 h 471"/>
              <a:gd name="T94" fmla="*/ 291 w 479"/>
              <a:gd name="T95" fmla="*/ 169 h 471"/>
              <a:gd name="T96" fmla="*/ 310 w 479"/>
              <a:gd name="T97" fmla="*/ 169 h 471"/>
              <a:gd name="T98" fmla="*/ 310 w 479"/>
              <a:gd name="T99" fmla="*/ 213 h 471"/>
              <a:gd name="T100" fmla="*/ 354 w 479"/>
              <a:gd name="T101" fmla="*/ 213 h 471"/>
              <a:gd name="T102" fmla="*/ 354 w 479"/>
              <a:gd name="T103" fmla="*/ 231 h 471"/>
              <a:gd name="T104" fmla="*/ 194 w 479"/>
              <a:gd name="T105" fmla="*/ 266 h 471"/>
              <a:gd name="T106" fmla="*/ 194 w 479"/>
              <a:gd name="T107" fmla="*/ 266 h 471"/>
              <a:gd name="T108" fmla="*/ 194 w 479"/>
              <a:gd name="T109" fmla="*/ 266 h 471"/>
              <a:gd name="T110" fmla="*/ 159 w 479"/>
              <a:gd name="T111" fmla="*/ 275 h 471"/>
              <a:gd name="T112" fmla="*/ 150 w 479"/>
              <a:gd name="T113" fmla="*/ 301 h 471"/>
              <a:gd name="T114" fmla="*/ 194 w 479"/>
              <a:gd name="T115" fmla="*/ 328 h 471"/>
              <a:gd name="T116" fmla="*/ 230 w 479"/>
              <a:gd name="T117" fmla="*/ 293 h 471"/>
              <a:gd name="T118" fmla="*/ 194 w 479"/>
              <a:gd name="T119" fmla="*/ 266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79" h="471">
                <a:moveTo>
                  <a:pt x="212" y="169"/>
                </a:moveTo>
                <a:lnTo>
                  <a:pt x="212" y="169"/>
                </a:lnTo>
                <a:cubicBezTo>
                  <a:pt x="212" y="142"/>
                  <a:pt x="203" y="142"/>
                  <a:pt x="185" y="142"/>
                </a:cubicBezTo>
                <a:cubicBezTo>
                  <a:pt x="185" y="142"/>
                  <a:pt x="185" y="142"/>
                  <a:pt x="177" y="142"/>
                </a:cubicBezTo>
                <a:cubicBezTo>
                  <a:pt x="177" y="142"/>
                  <a:pt x="168" y="151"/>
                  <a:pt x="168" y="160"/>
                </a:cubicBezTo>
                <a:cubicBezTo>
                  <a:pt x="159" y="160"/>
                  <a:pt x="159" y="169"/>
                  <a:pt x="168" y="187"/>
                </a:cubicBezTo>
                <a:cubicBezTo>
                  <a:pt x="168" y="195"/>
                  <a:pt x="185" y="213"/>
                  <a:pt x="194" y="213"/>
                </a:cubicBezTo>
                <a:cubicBezTo>
                  <a:pt x="194" y="213"/>
                  <a:pt x="194" y="213"/>
                  <a:pt x="203" y="213"/>
                </a:cubicBezTo>
                <a:cubicBezTo>
                  <a:pt x="212" y="204"/>
                  <a:pt x="221" y="187"/>
                  <a:pt x="212" y="169"/>
                </a:cubicBezTo>
                <a:close/>
                <a:moveTo>
                  <a:pt x="238" y="0"/>
                </a:moveTo>
                <a:lnTo>
                  <a:pt x="238" y="0"/>
                </a:lnTo>
                <a:cubicBezTo>
                  <a:pt x="106" y="0"/>
                  <a:pt x="0" y="107"/>
                  <a:pt x="0" y="231"/>
                </a:cubicBezTo>
                <a:cubicBezTo>
                  <a:pt x="0" y="363"/>
                  <a:pt x="106" y="470"/>
                  <a:pt x="238" y="470"/>
                </a:cubicBezTo>
                <a:cubicBezTo>
                  <a:pt x="372" y="470"/>
                  <a:pt x="478" y="363"/>
                  <a:pt x="478" y="231"/>
                </a:cubicBezTo>
                <a:cubicBezTo>
                  <a:pt x="478" y="107"/>
                  <a:pt x="372" y="0"/>
                  <a:pt x="238" y="0"/>
                </a:cubicBezTo>
                <a:close/>
                <a:moveTo>
                  <a:pt x="221" y="338"/>
                </a:moveTo>
                <a:lnTo>
                  <a:pt x="221" y="338"/>
                </a:lnTo>
                <a:cubicBezTo>
                  <a:pt x="212" y="346"/>
                  <a:pt x="194" y="346"/>
                  <a:pt x="185" y="346"/>
                </a:cubicBezTo>
                <a:lnTo>
                  <a:pt x="185" y="346"/>
                </a:lnTo>
                <a:lnTo>
                  <a:pt x="185" y="346"/>
                </a:lnTo>
                <a:cubicBezTo>
                  <a:pt x="177" y="346"/>
                  <a:pt x="124" y="346"/>
                  <a:pt x="124" y="301"/>
                </a:cubicBezTo>
                <a:cubicBezTo>
                  <a:pt x="124" y="257"/>
                  <a:pt x="177" y="248"/>
                  <a:pt x="194" y="248"/>
                </a:cubicBezTo>
                <a:lnTo>
                  <a:pt x="194" y="248"/>
                </a:lnTo>
                <a:cubicBezTo>
                  <a:pt x="185" y="240"/>
                  <a:pt x="185" y="231"/>
                  <a:pt x="185" y="231"/>
                </a:cubicBezTo>
                <a:lnTo>
                  <a:pt x="185" y="231"/>
                </a:lnTo>
                <a:cubicBezTo>
                  <a:pt x="177" y="231"/>
                  <a:pt x="168" y="222"/>
                  <a:pt x="159" y="222"/>
                </a:cubicBezTo>
                <a:cubicBezTo>
                  <a:pt x="141" y="213"/>
                  <a:pt x="141" y="195"/>
                  <a:pt x="141" y="178"/>
                </a:cubicBezTo>
                <a:cubicBezTo>
                  <a:pt x="141" y="125"/>
                  <a:pt x="194" y="125"/>
                  <a:pt x="194" y="125"/>
                </a:cubicBezTo>
                <a:cubicBezTo>
                  <a:pt x="256" y="125"/>
                  <a:pt x="256" y="125"/>
                  <a:pt x="256" y="125"/>
                </a:cubicBezTo>
                <a:lnTo>
                  <a:pt x="256" y="125"/>
                </a:lnTo>
                <a:cubicBezTo>
                  <a:pt x="256" y="134"/>
                  <a:pt x="238" y="134"/>
                  <a:pt x="238" y="134"/>
                </a:cubicBezTo>
                <a:cubicBezTo>
                  <a:pt x="230" y="134"/>
                  <a:pt x="230" y="134"/>
                  <a:pt x="221" y="134"/>
                </a:cubicBezTo>
                <a:cubicBezTo>
                  <a:pt x="238" y="142"/>
                  <a:pt x="238" y="160"/>
                  <a:pt x="238" y="178"/>
                </a:cubicBezTo>
                <a:cubicBezTo>
                  <a:pt x="238" y="195"/>
                  <a:pt x="230" y="204"/>
                  <a:pt x="230" y="213"/>
                </a:cubicBezTo>
                <a:cubicBezTo>
                  <a:pt x="221" y="222"/>
                  <a:pt x="212" y="222"/>
                  <a:pt x="212" y="231"/>
                </a:cubicBezTo>
                <a:cubicBezTo>
                  <a:pt x="212" y="231"/>
                  <a:pt x="221" y="240"/>
                  <a:pt x="230" y="240"/>
                </a:cubicBezTo>
                <a:cubicBezTo>
                  <a:pt x="238" y="248"/>
                  <a:pt x="256" y="266"/>
                  <a:pt x="256" y="284"/>
                </a:cubicBezTo>
                <a:cubicBezTo>
                  <a:pt x="256" y="310"/>
                  <a:pt x="247" y="328"/>
                  <a:pt x="221" y="338"/>
                </a:cubicBezTo>
                <a:close/>
                <a:moveTo>
                  <a:pt x="354" y="231"/>
                </a:moveTo>
                <a:lnTo>
                  <a:pt x="354" y="231"/>
                </a:lnTo>
                <a:cubicBezTo>
                  <a:pt x="310" y="231"/>
                  <a:pt x="310" y="231"/>
                  <a:pt x="310" y="231"/>
                </a:cubicBezTo>
                <a:cubicBezTo>
                  <a:pt x="310" y="275"/>
                  <a:pt x="310" y="275"/>
                  <a:pt x="310" y="275"/>
                </a:cubicBezTo>
                <a:cubicBezTo>
                  <a:pt x="291" y="275"/>
                  <a:pt x="291" y="275"/>
                  <a:pt x="291" y="275"/>
                </a:cubicBezTo>
                <a:cubicBezTo>
                  <a:pt x="291" y="231"/>
                  <a:pt x="291" y="231"/>
                  <a:pt x="291" y="231"/>
                </a:cubicBezTo>
                <a:cubicBezTo>
                  <a:pt x="256" y="231"/>
                  <a:pt x="256" y="231"/>
                  <a:pt x="256" y="231"/>
                </a:cubicBezTo>
                <a:cubicBezTo>
                  <a:pt x="256" y="213"/>
                  <a:pt x="256" y="213"/>
                  <a:pt x="256" y="213"/>
                </a:cubicBezTo>
                <a:cubicBezTo>
                  <a:pt x="291" y="213"/>
                  <a:pt x="291" y="213"/>
                  <a:pt x="291" y="213"/>
                </a:cubicBezTo>
                <a:cubicBezTo>
                  <a:pt x="291" y="169"/>
                  <a:pt x="291" y="169"/>
                  <a:pt x="291" y="169"/>
                </a:cubicBezTo>
                <a:cubicBezTo>
                  <a:pt x="310" y="169"/>
                  <a:pt x="310" y="169"/>
                  <a:pt x="310" y="169"/>
                </a:cubicBezTo>
                <a:cubicBezTo>
                  <a:pt x="310" y="213"/>
                  <a:pt x="310" y="213"/>
                  <a:pt x="310" y="213"/>
                </a:cubicBezTo>
                <a:cubicBezTo>
                  <a:pt x="354" y="213"/>
                  <a:pt x="354" y="213"/>
                  <a:pt x="354" y="213"/>
                </a:cubicBezTo>
                <a:lnTo>
                  <a:pt x="354" y="231"/>
                </a:lnTo>
                <a:close/>
                <a:moveTo>
                  <a:pt x="194" y="266"/>
                </a:moveTo>
                <a:lnTo>
                  <a:pt x="194" y="266"/>
                </a:lnTo>
                <a:lnTo>
                  <a:pt x="194" y="266"/>
                </a:lnTo>
                <a:cubicBezTo>
                  <a:pt x="177" y="266"/>
                  <a:pt x="168" y="266"/>
                  <a:pt x="159" y="275"/>
                </a:cubicBezTo>
                <a:cubicBezTo>
                  <a:pt x="159" y="284"/>
                  <a:pt x="150" y="293"/>
                  <a:pt x="150" y="301"/>
                </a:cubicBezTo>
                <a:cubicBezTo>
                  <a:pt x="150" y="319"/>
                  <a:pt x="168" y="328"/>
                  <a:pt x="194" y="328"/>
                </a:cubicBezTo>
                <a:cubicBezTo>
                  <a:pt x="221" y="319"/>
                  <a:pt x="230" y="310"/>
                  <a:pt x="230" y="293"/>
                </a:cubicBezTo>
                <a:cubicBezTo>
                  <a:pt x="230" y="275"/>
                  <a:pt x="212" y="266"/>
                  <a:pt x="194" y="266"/>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3" name="Freeform 79">
            <a:extLst>
              <a:ext uri="{FF2B5EF4-FFF2-40B4-BE49-F238E27FC236}">
                <a16:creationId xmlns:a16="http://schemas.microsoft.com/office/drawing/2014/main" id="{A9A3C077-6787-1952-8CFC-C1BAC2B6DD79}"/>
              </a:ext>
            </a:extLst>
          </p:cNvPr>
          <p:cNvSpPr>
            <a:spLocks noChangeArrowheads="1"/>
          </p:cNvSpPr>
          <p:nvPr/>
        </p:nvSpPr>
        <p:spPr bwMode="auto">
          <a:xfrm>
            <a:off x="9452533" y="1277791"/>
            <a:ext cx="461418" cy="455791"/>
          </a:xfrm>
          <a:custGeom>
            <a:avLst/>
            <a:gdLst>
              <a:gd name="T0" fmla="*/ 240 w 479"/>
              <a:gd name="T1" fmla="*/ 0 h 471"/>
              <a:gd name="T2" fmla="*/ 240 w 479"/>
              <a:gd name="T3" fmla="*/ 0 h 471"/>
              <a:gd name="T4" fmla="*/ 0 w 479"/>
              <a:gd name="T5" fmla="*/ 231 h 471"/>
              <a:gd name="T6" fmla="*/ 240 w 479"/>
              <a:gd name="T7" fmla="*/ 470 h 471"/>
              <a:gd name="T8" fmla="*/ 478 w 479"/>
              <a:gd name="T9" fmla="*/ 231 h 471"/>
              <a:gd name="T10" fmla="*/ 240 w 479"/>
              <a:gd name="T11" fmla="*/ 0 h 471"/>
              <a:gd name="T12" fmla="*/ 293 w 479"/>
              <a:gd name="T13" fmla="*/ 160 h 471"/>
              <a:gd name="T14" fmla="*/ 293 w 479"/>
              <a:gd name="T15" fmla="*/ 160 h 471"/>
              <a:gd name="T16" fmla="*/ 257 w 479"/>
              <a:gd name="T17" fmla="*/ 160 h 471"/>
              <a:gd name="T18" fmla="*/ 249 w 479"/>
              <a:gd name="T19" fmla="*/ 178 h 471"/>
              <a:gd name="T20" fmla="*/ 249 w 479"/>
              <a:gd name="T21" fmla="*/ 195 h 471"/>
              <a:gd name="T22" fmla="*/ 293 w 479"/>
              <a:gd name="T23" fmla="*/ 195 h 471"/>
              <a:gd name="T24" fmla="*/ 293 w 479"/>
              <a:gd name="T25" fmla="*/ 240 h 471"/>
              <a:gd name="T26" fmla="*/ 249 w 479"/>
              <a:gd name="T27" fmla="*/ 240 h 471"/>
              <a:gd name="T28" fmla="*/ 249 w 479"/>
              <a:gd name="T29" fmla="*/ 346 h 471"/>
              <a:gd name="T30" fmla="*/ 213 w 479"/>
              <a:gd name="T31" fmla="*/ 346 h 471"/>
              <a:gd name="T32" fmla="*/ 213 w 479"/>
              <a:gd name="T33" fmla="*/ 240 h 471"/>
              <a:gd name="T34" fmla="*/ 169 w 479"/>
              <a:gd name="T35" fmla="*/ 240 h 471"/>
              <a:gd name="T36" fmla="*/ 169 w 479"/>
              <a:gd name="T37" fmla="*/ 195 h 471"/>
              <a:gd name="T38" fmla="*/ 213 w 479"/>
              <a:gd name="T39" fmla="*/ 195 h 471"/>
              <a:gd name="T40" fmla="*/ 213 w 479"/>
              <a:gd name="T41" fmla="*/ 178 h 471"/>
              <a:gd name="T42" fmla="*/ 257 w 479"/>
              <a:gd name="T43" fmla="*/ 125 h 471"/>
              <a:gd name="T44" fmla="*/ 293 w 479"/>
              <a:gd name="T45" fmla="*/ 125 h 471"/>
              <a:gd name="T46" fmla="*/ 293 w 479"/>
              <a:gd name="T47" fmla="*/ 160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9" h="471">
                <a:moveTo>
                  <a:pt x="240" y="0"/>
                </a:moveTo>
                <a:lnTo>
                  <a:pt x="240" y="0"/>
                </a:lnTo>
                <a:cubicBezTo>
                  <a:pt x="106" y="0"/>
                  <a:pt x="0" y="107"/>
                  <a:pt x="0" y="231"/>
                </a:cubicBezTo>
                <a:cubicBezTo>
                  <a:pt x="0" y="363"/>
                  <a:pt x="106" y="470"/>
                  <a:pt x="240" y="470"/>
                </a:cubicBezTo>
                <a:cubicBezTo>
                  <a:pt x="372" y="470"/>
                  <a:pt x="478" y="363"/>
                  <a:pt x="478" y="231"/>
                </a:cubicBezTo>
                <a:cubicBezTo>
                  <a:pt x="478" y="107"/>
                  <a:pt x="372" y="0"/>
                  <a:pt x="240" y="0"/>
                </a:cubicBezTo>
                <a:close/>
                <a:moveTo>
                  <a:pt x="293" y="160"/>
                </a:moveTo>
                <a:lnTo>
                  <a:pt x="293" y="160"/>
                </a:lnTo>
                <a:cubicBezTo>
                  <a:pt x="257" y="160"/>
                  <a:pt x="257" y="160"/>
                  <a:pt x="257" y="160"/>
                </a:cubicBezTo>
                <a:cubicBezTo>
                  <a:pt x="257" y="160"/>
                  <a:pt x="249" y="169"/>
                  <a:pt x="249" y="178"/>
                </a:cubicBezTo>
                <a:cubicBezTo>
                  <a:pt x="249" y="195"/>
                  <a:pt x="249" y="195"/>
                  <a:pt x="249" y="195"/>
                </a:cubicBezTo>
                <a:cubicBezTo>
                  <a:pt x="293" y="195"/>
                  <a:pt x="293" y="195"/>
                  <a:pt x="293" y="195"/>
                </a:cubicBezTo>
                <a:cubicBezTo>
                  <a:pt x="293" y="240"/>
                  <a:pt x="293" y="240"/>
                  <a:pt x="293" y="240"/>
                </a:cubicBezTo>
                <a:cubicBezTo>
                  <a:pt x="249" y="240"/>
                  <a:pt x="249" y="240"/>
                  <a:pt x="249" y="240"/>
                </a:cubicBezTo>
                <a:cubicBezTo>
                  <a:pt x="249" y="346"/>
                  <a:pt x="249" y="346"/>
                  <a:pt x="249" y="346"/>
                </a:cubicBezTo>
                <a:cubicBezTo>
                  <a:pt x="213" y="346"/>
                  <a:pt x="213" y="346"/>
                  <a:pt x="213" y="346"/>
                </a:cubicBezTo>
                <a:cubicBezTo>
                  <a:pt x="213" y="240"/>
                  <a:pt x="213" y="240"/>
                  <a:pt x="213" y="240"/>
                </a:cubicBezTo>
                <a:cubicBezTo>
                  <a:pt x="169" y="240"/>
                  <a:pt x="169" y="240"/>
                  <a:pt x="169" y="240"/>
                </a:cubicBezTo>
                <a:cubicBezTo>
                  <a:pt x="169" y="195"/>
                  <a:pt x="169" y="195"/>
                  <a:pt x="169" y="195"/>
                </a:cubicBezTo>
                <a:cubicBezTo>
                  <a:pt x="213" y="195"/>
                  <a:pt x="213" y="195"/>
                  <a:pt x="213" y="195"/>
                </a:cubicBezTo>
                <a:cubicBezTo>
                  <a:pt x="213" y="178"/>
                  <a:pt x="213" y="178"/>
                  <a:pt x="213" y="178"/>
                </a:cubicBezTo>
                <a:cubicBezTo>
                  <a:pt x="213" y="151"/>
                  <a:pt x="230" y="125"/>
                  <a:pt x="257" y="125"/>
                </a:cubicBezTo>
                <a:cubicBezTo>
                  <a:pt x="293" y="125"/>
                  <a:pt x="293" y="125"/>
                  <a:pt x="293" y="125"/>
                </a:cubicBezTo>
                <a:lnTo>
                  <a:pt x="293" y="160"/>
                </a:ln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4" name="Freeform 80">
            <a:extLst>
              <a:ext uri="{FF2B5EF4-FFF2-40B4-BE49-F238E27FC236}">
                <a16:creationId xmlns:a16="http://schemas.microsoft.com/office/drawing/2014/main" id="{AA445FDB-3FF8-1F60-B308-0A09C519E12B}"/>
              </a:ext>
            </a:extLst>
          </p:cNvPr>
          <p:cNvSpPr>
            <a:spLocks noChangeArrowheads="1"/>
          </p:cNvSpPr>
          <p:nvPr/>
        </p:nvSpPr>
        <p:spPr bwMode="auto">
          <a:xfrm>
            <a:off x="8540952" y="4125078"/>
            <a:ext cx="427655" cy="419214"/>
          </a:xfrm>
          <a:custGeom>
            <a:avLst/>
            <a:gdLst>
              <a:gd name="T0" fmla="*/ 221 w 444"/>
              <a:gd name="T1" fmla="*/ 0 h 435"/>
              <a:gd name="T2" fmla="*/ 221 w 444"/>
              <a:gd name="T3" fmla="*/ 0 h 435"/>
              <a:gd name="T4" fmla="*/ 0 w 444"/>
              <a:gd name="T5" fmla="*/ 212 h 435"/>
              <a:gd name="T6" fmla="*/ 62 w 444"/>
              <a:gd name="T7" fmla="*/ 363 h 435"/>
              <a:gd name="T8" fmla="*/ 195 w 444"/>
              <a:gd name="T9" fmla="*/ 309 h 435"/>
              <a:gd name="T10" fmla="*/ 346 w 444"/>
              <a:gd name="T11" fmla="*/ 398 h 435"/>
              <a:gd name="T12" fmla="*/ 443 w 444"/>
              <a:gd name="T13" fmla="*/ 212 h 435"/>
              <a:gd name="T14" fmla="*/ 221 w 444"/>
              <a:gd name="T15" fmla="*/ 0 h 435"/>
              <a:gd name="T16" fmla="*/ 328 w 444"/>
              <a:gd name="T17" fmla="*/ 292 h 435"/>
              <a:gd name="T18" fmla="*/ 328 w 444"/>
              <a:gd name="T19" fmla="*/ 292 h 435"/>
              <a:gd name="T20" fmla="*/ 311 w 444"/>
              <a:gd name="T21" fmla="*/ 301 h 435"/>
              <a:gd name="T22" fmla="*/ 124 w 444"/>
              <a:gd name="T23" fmla="*/ 274 h 435"/>
              <a:gd name="T24" fmla="*/ 107 w 444"/>
              <a:gd name="T25" fmla="*/ 265 h 435"/>
              <a:gd name="T26" fmla="*/ 115 w 444"/>
              <a:gd name="T27" fmla="*/ 248 h 435"/>
              <a:gd name="T28" fmla="*/ 328 w 444"/>
              <a:gd name="T29" fmla="*/ 274 h 435"/>
              <a:gd name="T30" fmla="*/ 328 w 444"/>
              <a:gd name="T31" fmla="*/ 292 h 435"/>
              <a:gd name="T32" fmla="*/ 355 w 444"/>
              <a:gd name="T33" fmla="*/ 230 h 435"/>
              <a:gd name="T34" fmla="*/ 355 w 444"/>
              <a:gd name="T35" fmla="*/ 230 h 435"/>
              <a:gd name="T36" fmla="*/ 337 w 444"/>
              <a:gd name="T37" fmla="*/ 239 h 435"/>
              <a:gd name="T38" fmla="*/ 115 w 444"/>
              <a:gd name="T39" fmla="*/ 212 h 435"/>
              <a:gd name="T40" fmla="*/ 98 w 444"/>
              <a:gd name="T41" fmla="*/ 203 h 435"/>
              <a:gd name="T42" fmla="*/ 107 w 444"/>
              <a:gd name="T43" fmla="*/ 177 h 435"/>
              <a:gd name="T44" fmla="*/ 346 w 444"/>
              <a:gd name="T45" fmla="*/ 212 h 435"/>
              <a:gd name="T46" fmla="*/ 355 w 444"/>
              <a:gd name="T47" fmla="*/ 230 h 435"/>
              <a:gd name="T48" fmla="*/ 355 w 444"/>
              <a:gd name="T49" fmla="*/ 168 h 435"/>
              <a:gd name="T50" fmla="*/ 355 w 444"/>
              <a:gd name="T51" fmla="*/ 168 h 435"/>
              <a:gd name="T52" fmla="*/ 107 w 444"/>
              <a:gd name="T53" fmla="*/ 141 h 435"/>
              <a:gd name="T54" fmla="*/ 80 w 444"/>
              <a:gd name="T55" fmla="*/ 132 h 435"/>
              <a:gd name="T56" fmla="*/ 98 w 444"/>
              <a:gd name="T57" fmla="*/ 106 h 435"/>
              <a:gd name="T58" fmla="*/ 381 w 444"/>
              <a:gd name="T59" fmla="*/ 132 h 435"/>
              <a:gd name="T60" fmla="*/ 381 w 444"/>
              <a:gd name="T61" fmla="*/ 159 h 435"/>
              <a:gd name="T62" fmla="*/ 355 w 444"/>
              <a:gd name="T63" fmla="*/ 168 h 435"/>
              <a:gd name="T64" fmla="*/ 195 w 444"/>
              <a:gd name="T65" fmla="*/ 372 h 435"/>
              <a:gd name="T66" fmla="*/ 195 w 444"/>
              <a:gd name="T67" fmla="*/ 372 h 435"/>
              <a:gd name="T68" fmla="*/ 115 w 444"/>
              <a:gd name="T69" fmla="*/ 407 h 435"/>
              <a:gd name="T70" fmla="*/ 221 w 444"/>
              <a:gd name="T71" fmla="*/ 434 h 435"/>
              <a:gd name="T72" fmla="*/ 274 w 444"/>
              <a:gd name="T73" fmla="*/ 425 h 435"/>
              <a:gd name="T74" fmla="*/ 195 w 444"/>
              <a:gd name="T75" fmla="*/ 372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44" h="435">
                <a:moveTo>
                  <a:pt x="221" y="0"/>
                </a:moveTo>
                <a:lnTo>
                  <a:pt x="221" y="0"/>
                </a:lnTo>
                <a:cubicBezTo>
                  <a:pt x="98" y="0"/>
                  <a:pt x="0" y="97"/>
                  <a:pt x="0" y="212"/>
                </a:cubicBezTo>
                <a:cubicBezTo>
                  <a:pt x="0" y="274"/>
                  <a:pt x="27" y="319"/>
                  <a:pt x="62" y="363"/>
                </a:cubicBezTo>
                <a:cubicBezTo>
                  <a:pt x="89" y="328"/>
                  <a:pt x="142" y="309"/>
                  <a:pt x="195" y="309"/>
                </a:cubicBezTo>
                <a:cubicBezTo>
                  <a:pt x="258" y="309"/>
                  <a:pt x="319" y="345"/>
                  <a:pt x="346" y="398"/>
                </a:cubicBezTo>
                <a:cubicBezTo>
                  <a:pt x="408" y="354"/>
                  <a:pt x="443" y="292"/>
                  <a:pt x="443" y="212"/>
                </a:cubicBezTo>
                <a:cubicBezTo>
                  <a:pt x="443" y="97"/>
                  <a:pt x="346" y="0"/>
                  <a:pt x="221" y="0"/>
                </a:cubicBezTo>
                <a:close/>
                <a:moveTo>
                  <a:pt x="328" y="292"/>
                </a:moveTo>
                <a:lnTo>
                  <a:pt x="328" y="292"/>
                </a:lnTo>
                <a:cubicBezTo>
                  <a:pt x="328" y="301"/>
                  <a:pt x="319" y="301"/>
                  <a:pt x="311" y="301"/>
                </a:cubicBezTo>
                <a:cubicBezTo>
                  <a:pt x="258" y="265"/>
                  <a:pt x="195" y="256"/>
                  <a:pt x="124" y="274"/>
                </a:cubicBezTo>
                <a:cubicBezTo>
                  <a:pt x="115" y="284"/>
                  <a:pt x="107" y="274"/>
                  <a:pt x="107" y="265"/>
                </a:cubicBezTo>
                <a:cubicBezTo>
                  <a:pt x="107" y="256"/>
                  <a:pt x="107" y="256"/>
                  <a:pt x="115" y="248"/>
                </a:cubicBezTo>
                <a:cubicBezTo>
                  <a:pt x="195" y="230"/>
                  <a:pt x="266" y="239"/>
                  <a:pt x="328" y="274"/>
                </a:cubicBezTo>
                <a:cubicBezTo>
                  <a:pt x="328" y="284"/>
                  <a:pt x="337" y="284"/>
                  <a:pt x="328" y="292"/>
                </a:cubicBezTo>
                <a:close/>
                <a:moveTo>
                  <a:pt x="355" y="230"/>
                </a:moveTo>
                <a:lnTo>
                  <a:pt x="355" y="230"/>
                </a:lnTo>
                <a:cubicBezTo>
                  <a:pt x="355" y="239"/>
                  <a:pt x="337" y="239"/>
                  <a:pt x="337" y="239"/>
                </a:cubicBezTo>
                <a:cubicBezTo>
                  <a:pt x="274" y="203"/>
                  <a:pt x="186" y="194"/>
                  <a:pt x="115" y="212"/>
                </a:cubicBezTo>
                <a:cubicBezTo>
                  <a:pt x="107" y="212"/>
                  <a:pt x="98" y="212"/>
                  <a:pt x="98" y="203"/>
                </a:cubicBezTo>
                <a:cubicBezTo>
                  <a:pt x="98" y="194"/>
                  <a:pt x="98" y="186"/>
                  <a:pt x="107" y="177"/>
                </a:cubicBezTo>
                <a:cubicBezTo>
                  <a:pt x="186" y="159"/>
                  <a:pt x="283" y="168"/>
                  <a:pt x="346" y="212"/>
                </a:cubicBezTo>
                <a:cubicBezTo>
                  <a:pt x="355" y="212"/>
                  <a:pt x="364" y="221"/>
                  <a:pt x="355" y="230"/>
                </a:cubicBezTo>
                <a:close/>
                <a:moveTo>
                  <a:pt x="355" y="168"/>
                </a:moveTo>
                <a:lnTo>
                  <a:pt x="355" y="168"/>
                </a:lnTo>
                <a:cubicBezTo>
                  <a:pt x="293" y="124"/>
                  <a:pt x="177" y="124"/>
                  <a:pt x="107" y="141"/>
                </a:cubicBezTo>
                <a:cubicBezTo>
                  <a:pt x="98" y="150"/>
                  <a:pt x="89" y="141"/>
                  <a:pt x="80" y="132"/>
                </a:cubicBezTo>
                <a:cubicBezTo>
                  <a:pt x="80" y="115"/>
                  <a:pt x="89" y="106"/>
                  <a:pt x="98" y="106"/>
                </a:cubicBezTo>
                <a:cubicBezTo>
                  <a:pt x="168" y="79"/>
                  <a:pt x="302" y="88"/>
                  <a:pt x="381" y="132"/>
                </a:cubicBezTo>
                <a:cubicBezTo>
                  <a:pt x="390" y="141"/>
                  <a:pt x="390" y="150"/>
                  <a:pt x="381" y="159"/>
                </a:cubicBezTo>
                <a:cubicBezTo>
                  <a:pt x="381" y="168"/>
                  <a:pt x="364" y="177"/>
                  <a:pt x="355" y="168"/>
                </a:cubicBezTo>
                <a:close/>
                <a:moveTo>
                  <a:pt x="195" y="372"/>
                </a:moveTo>
                <a:lnTo>
                  <a:pt x="195" y="372"/>
                </a:lnTo>
                <a:cubicBezTo>
                  <a:pt x="160" y="372"/>
                  <a:pt x="133" y="381"/>
                  <a:pt x="115" y="407"/>
                </a:cubicBezTo>
                <a:cubicBezTo>
                  <a:pt x="151" y="425"/>
                  <a:pt x="186" y="434"/>
                  <a:pt x="221" y="434"/>
                </a:cubicBezTo>
                <a:cubicBezTo>
                  <a:pt x="239" y="434"/>
                  <a:pt x="258" y="434"/>
                  <a:pt x="274" y="425"/>
                </a:cubicBezTo>
                <a:cubicBezTo>
                  <a:pt x="258" y="390"/>
                  <a:pt x="230" y="372"/>
                  <a:pt x="195" y="372"/>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6" name="Freeform 82">
            <a:extLst>
              <a:ext uri="{FF2B5EF4-FFF2-40B4-BE49-F238E27FC236}">
                <a16:creationId xmlns:a16="http://schemas.microsoft.com/office/drawing/2014/main" id="{47B40A7E-CF68-0E1E-8265-336D9F97E695}"/>
              </a:ext>
            </a:extLst>
          </p:cNvPr>
          <p:cNvSpPr>
            <a:spLocks noChangeArrowheads="1"/>
          </p:cNvSpPr>
          <p:nvPr/>
        </p:nvSpPr>
        <p:spPr bwMode="auto">
          <a:xfrm>
            <a:off x="8524071" y="3202241"/>
            <a:ext cx="410774" cy="419216"/>
          </a:xfrm>
          <a:custGeom>
            <a:avLst/>
            <a:gdLst>
              <a:gd name="T0" fmla="*/ 380 w 426"/>
              <a:gd name="T1" fmla="*/ 89 h 435"/>
              <a:gd name="T2" fmla="*/ 380 w 426"/>
              <a:gd name="T3" fmla="*/ 89 h 435"/>
              <a:gd name="T4" fmla="*/ 389 w 426"/>
              <a:gd name="T5" fmla="*/ 133 h 435"/>
              <a:gd name="T6" fmla="*/ 336 w 426"/>
              <a:gd name="T7" fmla="*/ 239 h 435"/>
              <a:gd name="T8" fmla="*/ 185 w 426"/>
              <a:gd name="T9" fmla="*/ 284 h 435"/>
              <a:gd name="T10" fmla="*/ 167 w 426"/>
              <a:gd name="T11" fmla="*/ 284 h 435"/>
              <a:gd name="T12" fmla="*/ 141 w 426"/>
              <a:gd name="T13" fmla="*/ 301 h 435"/>
              <a:gd name="T14" fmla="*/ 123 w 426"/>
              <a:gd name="T15" fmla="*/ 381 h 435"/>
              <a:gd name="T16" fmla="*/ 106 w 426"/>
              <a:gd name="T17" fmla="*/ 399 h 435"/>
              <a:gd name="T18" fmla="*/ 70 w 426"/>
              <a:gd name="T19" fmla="*/ 399 h 435"/>
              <a:gd name="T20" fmla="*/ 61 w 426"/>
              <a:gd name="T21" fmla="*/ 408 h 435"/>
              <a:gd name="T22" fmla="*/ 79 w 426"/>
              <a:gd name="T23" fmla="*/ 434 h 435"/>
              <a:gd name="T24" fmla="*/ 132 w 426"/>
              <a:gd name="T25" fmla="*/ 434 h 435"/>
              <a:gd name="T26" fmla="*/ 159 w 426"/>
              <a:gd name="T27" fmla="*/ 408 h 435"/>
              <a:gd name="T28" fmla="*/ 176 w 426"/>
              <a:gd name="T29" fmla="*/ 328 h 435"/>
              <a:gd name="T30" fmla="*/ 203 w 426"/>
              <a:gd name="T31" fmla="*/ 310 h 435"/>
              <a:gd name="T32" fmla="*/ 220 w 426"/>
              <a:gd name="T33" fmla="*/ 310 h 435"/>
              <a:gd name="T34" fmla="*/ 372 w 426"/>
              <a:gd name="T35" fmla="*/ 275 h 435"/>
              <a:gd name="T36" fmla="*/ 425 w 426"/>
              <a:gd name="T37" fmla="*/ 168 h 435"/>
              <a:gd name="T38" fmla="*/ 416 w 426"/>
              <a:gd name="T39" fmla="*/ 124 h 435"/>
              <a:gd name="T40" fmla="*/ 389 w 426"/>
              <a:gd name="T41" fmla="*/ 89 h 435"/>
              <a:gd name="T42" fmla="*/ 380 w 426"/>
              <a:gd name="T43" fmla="*/ 89 h 435"/>
              <a:gd name="T44" fmla="*/ 97 w 426"/>
              <a:gd name="T45" fmla="*/ 346 h 435"/>
              <a:gd name="T46" fmla="*/ 97 w 426"/>
              <a:gd name="T47" fmla="*/ 346 h 435"/>
              <a:gd name="T48" fmla="*/ 114 w 426"/>
              <a:gd name="T49" fmla="*/ 266 h 435"/>
              <a:gd name="T50" fmla="*/ 141 w 426"/>
              <a:gd name="T51" fmla="*/ 248 h 435"/>
              <a:gd name="T52" fmla="*/ 150 w 426"/>
              <a:gd name="T53" fmla="*/ 248 h 435"/>
              <a:gd name="T54" fmla="*/ 301 w 426"/>
              <a:gd name="T55" fmla="*/ 203 h 435"/>
              <a:gd name="T56" fmla="*/ 363 w 426"/>
              <a:gd name="T57" fmla="*/ 106 h 435"/>
              <a:gd name="T58" fmla="*/ 345 w 426"/>
              <a:gd name="T59" fmla="*/ 53 h 435"/>
              <a:gd name="T60" fmla="*/ 318 w 426"/>
              <a:gd name="T61" fmla="*/ 27 h 435"/>
              <a:gd name="T62" fmla="*/ 273 w 426"/>
              <a:gd name="T63" fmla="*/ 9 h 435"/>
              <a:gd name="T64" fmla="*/ 212 w 426"/>
              <a:gd name="T65" fmla="*/ 0 h 435"/>
              <a:gd name="T66" fmla="*/ 97 w 426"/>
              <a:gd name="T67" fmla="*/ 0 h 435"/>
              <a:gd name="T68" fmla="*/ 70 w 426"/>
              <a:gd name="T69" fmla="*/ 27 h 435"/>
              <a:gd name="T70" fmla="*/ 0 w 426"/>
              <a:gd name="T71" fmla="*/ 346 h 435"/>
              <a:gd name="T72" fmla="*/ 17 w 426"/>
              <a:gd name="T73" fmla="*/ 363 h 435"/>
              <a:gd name="T74" fmla="*/ 70 w 426"/>
              <a:gd name="T75" fmla="*/ 363 h 435"/>
              <a:gd name="T76" fmla="*/ 97 w 426"/>
              <a:gd name="T77" fmla="*/ 346 h 435"/>
              <a:gd name="T78" fmla="*/ 141 w 426"/>
              <a:gd name="T79" fmla="*/ 159 h 435"/>
              <a:gd name="T80" fmla="*/ 141 w 426"/>
              <a:gd name="T81" fmla="*/ 159 h 435"/>
              <a:gd name="T82" fmla="*/ 150 w 426"/>
              <a:gd name="T83" fmla="*/ 89 h 435"/>
              <a:gd name="T84" fmla="*/ 176 w 426"/>
              <a:gd name="T85" fmla="*/ 71 h 435"/>
              <a:gd name="T86" fmla="*/ 194 w 426"/>
              <a:gd name="T87" fmla="*/ 71 h 435"/>
              <a:gd name="T88" fmla="*/ 238 w 426"/>
              <a:gd name="T89" fmla="*/ 80 h 435"/>
              <a:gd name="T90" fmla="*/ 257 w 426"/>
              <a:gd name="T91" fmla="*/ 115 h 435"/>
              <a:gd name="T92" fmla="*/ 229 w 426"/>
              <a:gd name="T93" fmla="*/ 159 h 435"/>
              <a:gd name="T94" fmla="*/ 167 w 426"/>
              <a:gd name="T95" fmla="*/ 178 h 435"/>
              <a:gd name="T96" fmla="*/ 150 w 426"/>
              <a:gd name="T97" fmla="*/ 178 h 435"/>
              <a:gd name="T98" fmla="*/ 141 w 426"/>
              <a:gd name="T99" fmla="*/ 159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26" h="435">
                <a:moveTo>
                  <a:pt x="380" y="89"/>
                </a:moveTo>
                <a:lnTo>
                  <a:pt x="380" y="89"/>
                </a:lnTo>
                <a:cubicBezTo>
                  <a:pt x="389" y="97"/>
                  <a:pt x="389" y="115"/>
                  <a:pt x="389" y="133"/>
                </a:cubicBezTo>
                <a:cubicBezTo>
                  <a:pt x="389" y="178"/>
                  <a:pt x="372" y="213"/>
                  <a:pt x="336" y="239"/>
                </a:cubicBezTo>
                <a:cubicBezTo>
                  <a:pt x="301" y="266"/>
                  <a:pt x="248" y="284"/>
                  <a:pt x="185" y="284"/>
                </a:cubicBezTo>
                <a:cubicBezTo>
                  <a:pt x="167" y="284"/>
                  <a:pt x="167" y="284"/>
                  <a:pt x="167" y="284"/>
                </a:cubicBezTo>
                <a:cubicBezTo>
                  <a:pt x="159" y="284"/>
                  <a:pt x="150" y="293"/>
                  <a:pt x="141" y="301"/>
                </a:cubicBezTo>
                <a:cubicBezTo>
                  <a:pt x="123" y="381"/>
                  <a:pt x="123" y="381"/>
                  <a:pt x="123" y="381"/>
                </a:cubicBezTo>
                <a:cubicBezTo>
                  <a:pt x="123" y="390"/>
                  <a:pt x="114" y="399"/>
                  <a:pt x="106" y="399"/>
                </a:cubicBezTo>
                <a:cubicBezTo>
                  <a:pt x="70" y="399"/>
                  <a:pt x="70" y="399"/>
                  <a:pt x="70" y="399"/>
                </a:cubicBezTo>
                <a:cubicBezTo>
                  <a:pt x="61" y="408"/>
                  <a:pt x="61" y="408"/>
                  <a:pt x="61" y="408"/>
                </a:cubicBezTo>
                <a:cubicBezTo>
                  <a:pt x="61" y="416"/>
                  <a:pt x="70" y="434"/>
                  <a:pt x="79" y="434"/>
                </a:cubicBezTo>
                <a:cubicBezTo>
                  <a:pt x="132" y="434"/>
                  <a:pt x="132" y="434"/>
                  <a:pt x="132" y="434"/>
                </a:cubicBezTo>
                <a:cubicBezTo>
                  <a:pt x="150" y="434"/>
                  <a:pt x="159" y="416"/>
                  <a:pt x="159" y="408"/>
                </a:cubicBezTo>
                <a:cubicBezTo>
                  <a:pt x="176" y="328"/>
                  <a:pt x="176" y="328"/>
                  <a:pt x="176" y="328"/>
                </a:cubicBezTo>
                <a:cubicBezTo>
                  <a:pt x="185" y="319"/>
                  <a:pt x="194" y="310"/>
                  <a:pt x="203" y="310"/>
                </a:cubicBezTo>
                <a:cubicBezTo>
                  <a:pt x="220" y="310"/>
                  <a:pt x="220" y="310"/>
                  <a:pt x="220" y="310"/>
                </a:cubicBezTo>
                <a:cubicBezTo>
                  <a:pt x="283" y="310"/>
                  <a:pt x="336" y="301"/>
                  <a:pt x="372" y="275"/>
                </a:cubicBezTo>
                <a:cubicBezTo>
                  <a:pt x="407" y="248"/>
                  <a:pt x="425" y="213"/>
                  <a:pt x="425" y="168"/>
                </a:cubicBezTo>
                <a:cubicBezTo>
                  <a:pt x="425" y="150"/>
                  <a:pt x="425" y="133"/>
                  <a:pt x="416" y="124"/>
                </a:cubicBezTo>
                <a:cubicBezTo>
                  <a:pt x="407" y="106"/>
                  <a:pt x="398" y="97"/>
                  <a:pt x="389" y="89"/>
                </a:cubicBezTo>
                <a:cubicBezTo>
                  <a:pt x="380" y="89"/>
                  <a:pt x="380" y="89"/>
                  <a:pt x="380" y="89"/>
                </a:cubicBezTo>
                <a:close/>
                <a:moveTo>
                  <a:pt x="97" y="346"/>
                </a:moveTo>
                <a:lnTo>
                  <a:pt x="97" y="346"/>
                </a:lnTo>
                <a:cubicBezTo>
                  <a:pt x="114" y="266"/>
                  <a:pt x="114" y="266"/>
                  <a:pt x="114" y="266"/>
                </a:cubicBezTo>
                <a:cubicBezTo>
                  <a:pt x="114" y="257"/>
                  <a:pt x="123" y="248"/>
                  <a:pt x="141" y="248"/>
                </a:cubicBezTo>
                <a:cubicBezTo>
                  <a:pt x="150" y="248"/>
                  <a:pt x="150" y="248"/>
                  <a:pt x="150" y="248"/>
                </a:cubicBezTo>
                <a:cubicBezTo>
                  <a:pt x="220" y="248"/>
                  <a:pt x="265" y="231"/>
                  <a:pt x="301" y="203"/>
                </a:cubicBezTo>
                <a:cubicBezTo>
                  <a:pt x="345" y="178"/>
                  <a:pt x="363" y="142"/>
                  <a:pt x="363" y="106"/>
                </a:cubicBezTo>
                <a:cubicBezTo>
                  <a:pt x="363" y="80"/>
                  <a:pt x="354" y="71"/>
                  <a:pt x="345" y="53"/>
                </a:cubicBezTo>
                <a:cubicBezTo>
                  <a:pt x="345" y="44"/>
                  <a:pt x="336" y="36"/>
                  <a:pt x="318" y="27"/>
                </a:cubicBezTo>
                <a:cubicBezTo>
                  <a:pt x="310" y="18"/>
                  <a:pt x="292" y="9"/>
                  <a:pt x="273" y="9"/>
                </a:cubicBezTo>
                <a:cubicBezTo>
                  <a:pt x="257" y="9"/>
                  <a:pt x="238" y="0"/>
                  <a:pt x="212" y="0"/>
                </a:cubicBezTo>
                <a:cubicBezTo>
                  <a:pt x="97" y="0"/>
                  <a:pt x="97" y="0"/>
                  <a:pt x="97" y="0"/>
                </a:cubicBezTo>
                <a:cubicBezTo>
                  <a:pt x="88" y="0"/>
                  <a:pt x="79" y="9"/>
                  <a:pt x="70" y="27"/>
                </a:cubicBezTo>
                <a:cubicBezTo>
                  <a:pt x="0" y="346"/>
                  <a:pt x="0" y="346"/>
                  <a:pt x="0" y="346"/>
                </a:cubicBezTo>
                <a:cubicBezTo>
                  <a:pt x="0" y="354"/>
                  <a:pt x="0" y="363"/>
                  <a:pt x="17" y="363"/>
                </a:cubicBezTo>
                <a:cubicBezTo>
                  <a:pt x="70" y="363"/>
                  <a:pt x="70" y="363"/>
                  <a:pt x="70" y="363"/>
                </a:cubicBezTo>
                <a:cubicBezTo>
                  <a:pt x="79" y="363"/>
                  <a:pt x="88" y="354"/>
                  <a:pt x="97" y="346"/>
                </a:cubicBezTo>
                <a:close/>
                <a:moveTo>
                  <a:pt x="141" y="159"/>
                </a:moveTo>
                <a:lnTo>
                  <a:pt x="141" y="159"/>
                </a:lnTo>
                <a:cubicBezTo>
                  <a:pt x="150" y="89"/>
                  <a:pt x="150" y="89"/>
                  <a:pt x="150" y="89"/>
                </a:cubicBezTo>
                <a:cubicBezTo>
                  <a:pt x="159" y="80"/>
                  <a:pt x="167" y="71"/>
                  <a:pt x="176" y="71"/>
                </a:cubicBezTo>
                <a:cubicBezTo>
                  <a:pt x="194" y="71"/>
                  <a:pt x="194" y="71"/>
                  <a:pt x="194" y="71"/>
                </a:cubicBezTo>
                <a:cubicBezTo>
                  <a:pt x="220" y="71"/>
                  <a:pt x="229" y="71"/>
                  <a:pt x="238" y="80"/>
                </a:cubicBezTo>
                <a:cubicBezTo>
                  <a:pt x="257" y="89"/>
                  <a:pt x="257" y="97"/>
                  <a:pt x="257" y="115"/>
                </a:cubicBezTo>
                <a:cubicBezTo>
                  <a:pt x="257" y="133"/>
                  <a:pt x="248" y="150"/>
                  <a:pt x="229" y="159"/>
                </a:cubicBezTo>
                <a:cubicBezTo>
                  <a:pt x="220" y="168"/>
                  <a:pt x="194" y="178"/>
                  <a:pt x="167" y="178"/>
                </a:cubicBezTo>
                <a:cubicBezTo>
                  <a:pt x="150" y="178"/>
                  <a:pt x="150" y="178"/>
                  <a:pt x="150" y="178"/>
                </a:cubicBezTo>
                <a:cubicBezTo>
                  <a:pt x="141" y="178"/>
                  <a:pt x="132" y="168"/>
                  <a:pt x="141" y="159"/>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7" name="Freeform 83">
            <a:extLst>
              <a:ext uri="{FF2B5EF4-FFF2-40B4-BE49-F238E27FC236}">
                <a16:creationId xmlns:a16="http://schemas.microsoft.com/office/drawing/2014/main" id="{150B181F-F6D9-52C1-8275-54DCF3FFA8BD}"/>
              </a:ext>
            </a:extLst>
          </p:cNvPr>
          <p:cNvSpPr>
            <a:spLocks noChangeArrowheads="1"/>
          </p:cNvSpPr>
          <p:nvPr/>
        </p:nvSpPr>
        <p:spPr bwMode="auto">
          <a:xfrm>
            <a:off x="10395062" y="3303527"/>
            <a:ext cx="478299" cy="216642"/>
          </a:xfrm>
          <a:custGeom>
            <a:avLst/>
            <a:gdLst>
              <a:gd name="T0" fmla="*/ 17 w 497"/>
              <a:gd name="T1" fmla="*/ 195 h 223"/>
              <a:gd name="T2" fmla="*/ 17 w 497"/>
              <a:gd name="T3" fmla="*/ 195 h 223"/>
              <a:gd name="T4" fmla="*/ 26 w 497"/>
              <a:gd name="T5" fmla="*/ 160 h 223"/>
              <a:gd name="T6" fmla="*/ 17 w 497"/>
              <a:gd name="T7" fmla="*/ 125 h 223"/>
              <a:gd name="T8" fmla="*/ 9 w 497"/>
              <a:gd name="T9" fmla="*/ 125 h 223"/>
              <a:gd name="T10" fmla="*/ 9 w 497"/>
              <a:gd name="T11" fmla="*/ 125 h 223"/>
              <a:gd name="T12" fmla="*/ 0 w 497"/>
              <a:gd name="T13" fmla="*/ 160 h 223"/>
              <a:gd name="T14" fmla="*/ 9 w 497"/>
              <a:gd name="T15" fmla="*/ 195 h 223"/>
              <a:gd name="T16" fmla="*/ 9 w 497"/>
              <a:gd name="T17" fmla="*/ 195 h 223"/>
              <a:gd name="T18" fmla="*/ 17 w 497"/>
              <a:gd name="T19" fmla="*/ 195 h 223"/>
              <a:gd name="T20" fmla="*/ 70 w 497"/>
              <a:gd name="T21" fmla="*/ 213 h 223"/>
              <a:gd name="T22" fmla="*/ 70 w 497"/>
              <a:gd name="T23" fmla="*/ 213 h 223"/>
              <a:gd name="T24" fmla="*/ 70 w 497"/>
              <a:gd name="T25" fmla="*/ 160 h 223"/>
              <a:gd name="T26" fmla="*/ 70 w 497"/>
              <a:gd name="T27" fmla="*/ 80 h 223"/>
              <a:gd name="T28" fmla="*/ 62 w 497"/>
              <a:gd name="T29" fmla="*/ 72 h 223"/>
              <a:gd name="T30" fmla="*/ 53 w 497"/>
              <a:gd name="T31" fmla="*/ 80 h 223"/>
              <a:gd name="T32" fmla="*/ 53 w 497"/>
              <a:gd name="T33" fmla="*/ 160 h 223"/>
              <a:gd name="T34" fmla="*/ 53 w 497"/>
              <a:gd name="T35" fmla="*/ 213 h 223"/>
              <a:gd name="T36" fmla="*/ 62 w 497"/>
              <a:gd name="T37" fmla="*/ 222 h 223"/>
              <a:gd name="T38" fmla="*/ 70 w 497"/>
              <a:gd name="T39" fmla="*/ 213 h 223"/>
              <a:gd name="T40" fmla="*/ 115 w 497"/>
              <a:gd name="T41" fmla="*/ 213 h 223"/>
              <a:gd name="T42" fmla="*/ 115 w 497"/>
              <a:gd name="T43" fmla="*/ 213 h 223"/>
              <a:gd name="T44" fmla="*/ 123 w 497"/>
              <a:gd name="T45" fmla="*/ 160 h 223"/>
              <a:gd name="T46" fmla="*/ 115 w 497"/>
              <a:gd name="T47" fmla="*/ 53 h 223"/>
              <a:gd name="T48" fmla="*/ 115 w 497"/>
              <a:gd name="T49" fmla="*/ 44 h 223"/>
              <a:gd name="T50" fmla="*/ 107 w 497"/>
              <a:gd name="T51" fmla="*/ 53 h 223"/>
              <a:gd name="T52" fmla="*/ 97 w 497"/>
              <a:gd name="T53" fmla="*/ 160 h 223"/>
              <a:gd name="T54" fmla="*/ 107 w 497"/>
              <a:gd name="T55" fmla="*/ 213 h 223"/>
              <a:gd name="T56" fmla="*/ 115 w 497"/>
              <a:gd name="T57" fmla="*/ 222 h 223"/>
              <a:gd name="T58" fmla="*/ 115 w 497"/>
              <a:gd name="T59" fmla="*/ 213 h 223"/>
              <a:gd name="T60" fmla="*/ 168 w 497"/>
              <a:gd name="T61" fmla="*/ 213 h 223"/>
              <a:gd name="T62" fmla="*/ 168 w 497"/>
              <a:gd name="T63" fmla="*/ 213 h 223"/>
              <a:gd name="T64" fmla="*/ 177 w 497"/>
              <a:gd name="T65" fmla="*/ 160 h 223"/>
              <a:gd name="T66" fmla="*/ 168 w 497"/>
              <a:gd name="T67" fmla="*/ 53 h 223"/>
              <a:gd name="T68" fmla="*/ 160 w 497"/>
              <a:gd name="T69" fmla="*/ 44 h 223"/>
              <a:gd name="T70" fmla="*/ 151 w 497"/>
              <a:gd name="T71" fmla="*/ 53 h 223"/>
              <a:gd name="T72" fmla="*/ 151 w 497"/>
              <a:gd name="T73" fmla="*/ 160 h 223"/>
              <a:gd name="T74" fmla="*/ 151 w 497"/>
              <a:gd name="T75" fmla="*/ 213 h 223"/>
              <a:gd name="T76" fmla="*/ 160 w 497"/>
              <a:gd name="T77" fmla="*/ 222 h 223"/>
              <a:gd name="T78" fmla="*/ 168 w 497"/>
              <a:gd name="T79" fmla="*/ 213 h 223"/>
              <a:gd name="T80" fmla="*/ 221 w 497"/>
              <a:gd name="T81" fmla="*/ 213 h 223"/>
              <a:gd name="T82" fmla="*/ 221 w 497"/>
              <a:gd name="T83" fmla="*/ 213 h 223"/>
              <a:gd name="T84" fmla="*/ 221 w 497"/>
              <a:gd name="T85" fmla="*/ 160 h 223"/>
              <a:gd name="T86" fmla="*/ 221 w 497"/>
              <a:gd name="T87" fmla="*/ 36 h 223"/>
              <a:gd name="T88" fmla="*/ 213 w 497"/>
              <a:gd name="T89" fmla="*/ 27 h 223"/>
              <a:gd name="T90" fmla="*/ 204 w 497"/>
              <a:gd name="T91" fmla="*/ 36 h 223"/>
              <a:gd name="T92" fmla="*/ 195 w 497"/>
              <a:gd name="T93" fmla="*/ 160 h 223"/>
              <a:gd name="T94" fmla="*/ 204 w 497"/>
              <a:gd name="T95" fmla="*/ 213 h 223"/>
              <a:gd name="T96" fmla="*/ 213 w 497"/>
              <a:gd name="T97" fmla="*/ 222 h 223"/>
              <a:gd name="T98" fmla="*/ 221 w 497"/>
              <a:gd name="T99" fmla="*/ 213 h 223"/>
              <a:gd name="T100" fmla="*/ 257 w 497"/>
              <a:gd name="T101" fmla="*/ 222 h 223"/>
              <a:gd name="T102" fmla="*/ 257 w 497"/>
              <a:gd name="T103" fmla="*/ 222 h 223"/>
              <a:gd name="T104" fmla="*/ 434 w 497"/>
              <a:gd name="T105" fmla="*/ 222 h 223"/>
              <a:gd name="T106" fmla="*/ 496 w 497"/>
              <a:gd name="T107" fmla="*/ 160 h 223"/>
              <a:gd name="T108" fmla="*/ 434 w 497"/>
              <a:gd name="T109" fmla="*/ 97 h 223"/>
              <a:gd name="T110" fmla="*/ 407 w 497"/>
              <a:gd name="T111" fmla="*/ 97 h 223"/>
              <a:gd name="T112" fmla="*/ 292 w 497"/>
              <a:gd name="T113" fmla="*/ 0 h 223"/>
              <a:gd name="T114" fmla="*/ 257 w 497"/>
              <a:gd name="T115" fmla="*/ 9 h 223"/>
              <a:gd name="T116" fmla="*/ 248 w 497"/>
              <a:gd name="T117" fmla="*/ 18 h 223"/>
              <a:gd name="T118" fmla="*/ 248 w 497"/>
              <a:gd name="T119" fmla="*/ 213 h 223"/>
              <a:gd name="T120" fmla="*/ 257 w 497"/>
              <a:gd name="T121" fmla="*/ 22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7" h="223">
                <a:moveTo>
                  <a:pt x="17" y="195"/>
                </a:moveTo>
                <a:lnTo>
                  <a:pt x="17" y="195"/>
                </a:lnTo>
                <a:cubicBezTo>
                  <a:pt x="26" y="160"/>
                  <a:pt x="26" y="160"/>
                  <a:pt x="26" y="160"/>
                </a:cubicBezTo>
                <a:cubicBezTo>
                  <a:pt x="17" y="125"/>
                  <a:pt x="17" y="125"/>
                  <a:pt x="17" y="125"/>
                </a:cubicBezTo>
                <a:cubicBezTo>
                  <a:pt x="17" y="125"/>
                  <a:pt x="17" y="125"/>
                  <a:pt x="9" y="125"/>
                </a:cubicBezTo>
                <a:lnTo>
                  <a:pt x="9" y="125"/>
                </a:lnTo>
                <a:cubicBezTo>
                  <a:pt x="0" y="160"/>
                  <a:pt x="0" y="160"/>
                  <a:pt x="0" y="160"/>
                </a:cubicBezTo>
                <a:cubicBezTo>
                  <a:pt x="9" y="195"/>
                  <a:pt x="9" y="195"/>
                  <a:pt x="9" y="195"/>
                </a:cubicBezTo>
                <a:lnTo>
                  <a:pt x="9" y="195"/>
                </a:lnTo>
                <a:cubicBezTo>
                  <a:pt x="17" y="195"/>
                  <a:pt x="17" y="195"/>
                  <a:pt x="17" y="195"/>
                </a:cubicBezTo>
                <a:close/>
                <a:moveTo>
                  <a:pt x="70" y="213"/>
                </a:moveTo>
                <a:lnTo>
                  <a:pt x="70" y="213"/>
                </a:lnTo>
                <a:cubicBezTo>
                  <a:pt x="70" y="160"/>
                  <a:pt x="70" y="160"/>
                  <a:pt x="70" y="160"/>
                </a:cubicBezTo>
                <a:cubicBezTo>
                  <a:pt x="70" y="80"/>
                  <a:pt x="70" y="80"/>
                  <a:pt x="70" y="80"/>
                </a:cubicBezTo>
                <a:lnTo>
                  <a:pt x="62" y="72"/>
                </a:lnTo>
                <a:lnTo>
                  <a:pt x="53" y="80"/>
                </a:lnTo>
                <a:cubicBezTo>
                  <a:pt x="53" y="160"/>
                  <a:pt x="53" y="160"/>
                  <a:pt x="53" y="160"/>
                </a:cubicBezTo>
                <a:cubicBezTo>
                  <a:pt x="53" y="213"/>
                  <a:pt x="53" y="213"/>
                  <a:pt x="53" y="213"/>
                </a:cubicBezTo>
                <a:cubicBezTo>
                  <a:pt x="53" y="222"/>
                  <a:pt x="62" y="222"/>
                  <a:pt x="62" y="222"/>
                </a:cubicBezTo>
                <a:cubicBezTo>
                  <a:pt x="62" y="222"/>
                  <a:pt x="70" y="222"/>
                  <a:pt x="70" y="213"/>
                </a:cubicBezTo>
                <a:close/>
                <a:moveTo>
                  <a:pt x="115" y="213"/>
                </a:moveTo>
                <a:lnTo>
                  <a:pt x="115" y="213"/>
                </a:lnTo>
                <a:cubicBezTo>
                  <a:pt x="123" y="160"/>
                  <a:pt x="123" y="160"/>
                  <a:pt x="123" y="160"/>
                </a:cubicBezTo>
                <a:cubicBezTo>
                  <a:pt x="115" y="53"/>
                  <a:pt x="115" y="53"/>
                  <a:pt x="115" y="53"/>
                </a:cubicBezTo>
                <a:cubicBezTo>
                  <a:pt x="115" y="44"/>
                  <a:pt x="115" y="44"/>
                  <a:pt x="115" y="44"/>
                </a:cubicBezTo>
                <a:cubicBezTo>
                  <a:pt x="107" y="44"/>
                  <a:pt x="107" y="44"/>
                  <a:pt x="107" y="53"/>
                </a:cubicBezTo>
                <a:cubicBezTo>
                  <a:pt x="97" y="160"/>
                  <a:pt x="97" y="160"/>
                  <a:pt x="97" y="160"/>
                </a:cubicBezTo>
                <a:cubicBezTo>
                  <a:pt x="107" y="213"/>
                  <a:pt x="107" y="213"/>
                  <a:pt x="107" y="213"/>
                </a:cubicBezTo>
                <a:cubicBezTo>
                  <a:pt x="107" y="213"/>
                  <a:pt x="107" y="222"/>
                  <a:pt x="115" y="222"/>
                </a:cubicBezTo>
                <a:lnTo>
                  <a:pt x="115" y="213"/>
                </a:lnTo>
                <a:close/>
                <a:moveTo>
                  <a:pt x="168" y="213"/>
                </a:moveTo>
                <a:lnTo>
                  <a:pt x="168" y="213"/>
                </a:lnTo>
                <a:cubicBezTo>
                  <a:pt x="177" y="160"/>
                  <a:pt x="177" y="160"/>
                  <a:pt x="177" y="160"/>
                </a:cubicBezTo>
                <a:cubicBezTo>
                  <a:pt x="168" y="53"/>
                  <a:pt x="168" y="53"/>
                  <a:pt x="168" y="53"/>
                </a:cubicBezTo>
                <a:cubicBezTo>
                  <a:pt x="168" y="44"/>
                  <a:pt x="168" y="44"/>
                  <a:pt x="160" y="44"/>
                </a:cubicBezTo>
                <a:cubicBezTo>
                  <a:pt x="160" y="44"/>
                  <a:pt x="151" y="44"/>
                  <a:pt x="151" y="53"/>
                </a:cubicBezTo>
                <a:cubicBezTo>
                  <a:pt x="151" y="160"/>
                  <a:pt x="151" y="160"/>
                  <a:pt x="151" y="160"/>
                </a:cubicBezTo>
                <a:cubicBezTo>
                  <a:pt x="151" y="213"/>
                  <a:pt x="151" y="213"/>
                  <a:pt x="151" y="213"/>
                </a:cubicBezTo>
                <a:lnTo>
                  <a:pt x="160" y="222"/>
                </a:lnTo>
                <a:cubicBezTo>
                  <a:pt x="168" y="222"/>
                  <a:pt x="168" y="213"/>
                  <a:pt x="168" y="213"/>
                </a:cubicBezTo>
                <a:close/>
                <a:moveTo>
                  <a:pt x="221" y="213"/>
                </a:moveTo>
                <a:lnTo>
                  <a:pt x="221" y="213"/>
                </a:lnTo>
                <a:cubicBezTo>
                  <a:pt x="221" y="160"/>
                  <a:pt x="221" y="160"/>
                  <a:pt x="221" y="160"/>
                </a:cubicBezTo>
                <a:cubicBezTo>
                  <a:pt x="221" y="36"/>
                  <a:pt x="221" y="36"/>
                  <a:pt x="221" y="36"/>
                </a:cubicBezTo>
                <a:cubicBezTo>
                  <a:pt x="221" y="27"/>
                  <a:pt x="213" y="27"/>
                  <a:pt x="213" y="27"/>
                </a:cubicBezTo>
                <a:cubicBezTo>
                  <a:pt x="204" y="27"/>
                  <a:pt x="204" y="27"/>
                  <a:pt x="204" y="36"/>
                </a:cubicBezTo>
                <a:cubicBezTo>
                  <a:pt x="195" y="160"/>
                  <a:pt x="195" y="160"/>
                  <a:pt x="195" y="160"/>
                </a:cubicBezTo>
                <a:lnTo>
                  <a:pt x="204" y="213"/>
                </a:lnTo>
                <a:cubicBezTo>
                  <a:pt x="204" y="213"/>
                  <a:pt x="204" y="222"/>
                  <a:pt x="213" y="222"/>
                </a:cubicBezTo>
                <a:lnTo>
                  <a:pt x="221" y="213"/>
                </a:lnTo>
                <a:close/>
                <a:moveTo>
                  <a:pt x="257" y="222"/>
                </a:moveTo>
                <a:lnTo>
                  <a:pt x="257" y="222"/>
                </a:lnTo>
                <a:lnTo>
                  <a:pt x="434" y="222"/>
                </a:lnTo>
                <a:cubicBezTo>
                  <a:pt x="470" y="222"/>
                  <a:pt x="496" y="195"/>
                  <a:pt x="496" y="160"/>
                </a:cubicBezTo>
                <a:cubicBezTo>
                  <a:pt x="496" y="125"/>
                  <a:pt x="470" y="97"/>
                  <a:pt x="434" y="97"/>
                </a:cubicBezTo>
                <a:cubicBezTo>
                  <a:pt x="425" y="97"/>
                  <a:pt x="416" y="97"/>
                  <a:pt x="407" y="97"/>
                </a:cubicBezTo>
                <a:cubicBezTo>
                  <a:pt x="398" y="44"/>
                  <a:pt x="354" y="0"/>
                  <a:pt x="292" y="0"/>
                </a:cubicBezTo>
                <a:cubicBezTo>
                  <a:pt x="283" y="0"/>
                  <a:pt x="266" y="0"/>
                  <a:pt x="257" y="9"/>
                </a:cubicBezTo>
                <a:cubicBezTo>
                  <a:pt x="248" y="9"/>
                  <a:pt x="248" y="9"/>
                  <a:pt x="248" y="18"/>
                </a:cubicBezTo>
                <a:cubicBezTo>
                  <a:pt x="248" y="213"/>
                  <a:pt x="248" y="213"/>
                  <a:pt x="248" y="213"/>
                </a:cubicBezTo>
                <a:cubicBezTo>
                  <a:pt x="248" y="213"/>
                  <a:pt x="248" y="222"/>
                  <a:pt x="257" y="222"/>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8" name="Freeform 84">
            <a:extLst>
              <a:ext uri="{FF2B5EF4-FFF2-40B4-BE49-F238E27FC236}">
                <a16:creationId xmlns:a16="http://schemas.microsoft.com/office/drawing/2014/main" id="{153FA9D3-0E88-AE1C-3D5C-250F65796076}"/>
              </a:ext>
            </a:extLst>
          </p:cNvPr>
          <p:cNvSpPr>
            <a:spLocks noChangeArrowheads="1"/>
          </p:cNvSpPr>
          <p:nvPr/>
        </p:nvSpPr>
        <p:spPr bwMode="auto">
          <a:xfrm>
            <a:off x="6576377" y="4057551"/>
            <a:ext cx="461418" cy="452978"/>
          </a:xfrm>
          <a:custGeom>
            <a:avLst/>
            <a:gdLst>
              <a:gd name="T0" fmla="*/ 266 w 479"/>
              <a:gd name="T1" fmla="*/ 257 h 471"/>
              <a:gd name="T2" fmla="*/ 266 w 479"/>
              <a:gd name="T3" fmla="*/ 257 h 471"/>
              <a:gd name="T4" fmla="*/ 240 w 479"/>
              <a:gd name="T5" fmla="*/ 257 h 471"/>
              <a:gd name="T6" fmla="*/ 213 w 479"/>
              <a:gd name="T7" fmla="*/ 257 h 471"/>
              <a:gd name="T8" fmla="*/ 213 w 479"/>
              <a:gd name="T9" fmla="*/ 311 h 471"/>
              <a:gd name="T10" fmla="*/ 240 w 479"/>
              <a:gd name="T11" fmla="*/ 311 h 471"/>
              <a:gd name="T12" fmla="*/ 266 w 479"/>
              <a:gd name="T13" fmla="*/ 311 h 471"/>
              <a:gd name="T14" fmla="*/ 275 w 479"/>
              <a:gd name="T15" fmla="*/ 284 h 471"/>
              <a:gd name="T16" fmla="*/ 266 w 479"/>
              <a:gd name="T17" fmla="*/ 257 h 471"/>
              <a:gd name="T18" fmla="*/ 257 w 479"/>
              <a:gd name="T19" fmla="*/ 213 h 471"/>
              <a:gd name="T20" fmla="*/ 257 w 479"/>
              <a:gd name="T21" fmla="*/ 213 h 471"/>
              <a:gd name="T22" fmla="*/ 266 w 479"/>
              <a:gd name="T23" fmla="*/ 186 h 471"/>
              <a:gd name="T24" fmla="*/ 257 w 479"/>
              <a:gd name="T25" fmla="*/ 168 h 471"/>
              <a:gd name="T26" fmla="*/ 222 w 479"/>
              <a:gd name="T27" fmla="*/ 160 h 471"/>
              <a:gd name="T28" fmla="*/ 213 w 479"/>
              <a:gd name="T29" fmla="*/ 160 h 471"/>
              <a:gd name="T30" fmla="*/ 213 w 479"/>
              <a:gd name="T31" fmla="*/ 213 h 471"/>
              <a:gd name="T32" fmla="*/ 231 w 479"/>
              <a:gd name="T33" fmla="*/ 213 h 471"/>
              <a:gd name="T34" fmla="*/ 257 w 479"/>
              <a:gd name="T35" fmla="*/ 213 h 471"/>
              <a:gd name="T36" fmla="*/ 390 w 479"/>
              <a:gd name="T37" fmla="*/ 0 h 471"/>
              <a:gd name="T38" fmla="*/ 390 w 479"/>
              <a:gd name="T39" fmla="*/ 0 h 471"/>
              <a:gd name="T40" fmla="*/ 89 w 479"/>
              <a:gd name="T41" fmla="*/ 0 h 471"/>
              <a:gd name="T42" fmla="*/ 0 w 479"/>
              <a:gd name="T43" fmla="*/ 80 h 471"/>
              <a:gd name="T44" fmla="*/ 0 w 479"/>
              <a:gd name="T45" fmla="*/ 390 h 471"/>
              <a:gd name="T46" fmla="*/ 89 w 479"/>
              <a:gd name="T47" fmla="*/ 470 h 471"/>
              <a:gd name="T48" fmla="*/ 390 w 479"/>
              <a:gd name="T49" fmla="*/ 470 h 471"/>
              <a:gd name="T50" fmla="*/ 478 w 479"/>
              <a:gd name="T51" fmla="*/ 390 h 471"/>
              <a:gd name="T52" fmla="*/ 478 w 479"/>
              <a:gd name="T53" fmla="*/ 80 h 471"/>
              <a:gd name="T54" fmla="*/ 390 w 479"/>
              <a:gd name="T55" fmla="*/ 0 h 471"/>
              <a:gd name="T56" fmla="*/ 249 w 479"/>
              <a:gd name="T57" fmla="*/ 355 h 471"/>
              <a:gd name="T58" fmla="*/ 249 w 479"/>
              <a:gd name="T59" fmla="*/ 355 h 471"/>
              <a:gd name="T60" fmla="*/ 159 w 479"/>
              <a:gd name="T61" fmla="*/ 355 h 471"/>
              <a:gd name="T62" fmla="*/ 159 w 479"/>
              <a:gd name="T63" fmla="*/ 124 h 471"/>
              <a:gd name="T64" fmla="*/ 266 w 479"/>
              <a:gd name="T65" fmla="*/ 124 h 471"/>
              <a:gd name="T66" fmla="*/ 319 w 479"/>
              <a:gd name="T67" fmla="*/ 177 h 471"/>
              <a:gd name="T68" fmla="*/ 284 w 479"/>
              <a:gd name="T69" fmla="*/ 221 h 471"/>
              <a:gd name="T70" fmla="*/ 284 w 479"/>
              <a:gd name="T71" fmla="*/ 231 h 471"/>
              <a:gd name="T72" fmla="*/ 337 w 479"/>
              <a:gd name="T73" fmla="*/ 284 h 471"/>
              <a:gd name="T74" fmla="*/ 249 w 479"/>
              <a:gd name="T75" fmla="*/ 355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9" h="471">
                <a:moveTo>
                  <a:pt x="266" y="257"/>
                </a:moveTo>
                <a:lnTo>
                  <a:pt x="266" y="257"/>
                </a:lnTo>
                <a:cubicBezTo>
                  <a:pt x="257" y="257"/>
                  <a:pt x="249" y="257"/>
                  <a:pt x="240" y="257"/>
                </a:cubicBezTo>
                <a:cubicBezTo>
                  <a:pt x="213" y="257"/>
                  <a:pt x="213" y="257"/>
                  <a:pt x="213" y="257"/>
                </a:cubicBezTo>
                <a:cubicBezTo>
                  <a:pt x="213" y="311"/>
                  <a:pt x="213" y="311"/>
                  <a:pt x="213" y="311"/>
                </a:cubicBezTo>
                <a:cubicBezTo>
                  <a:pt x="240" y="311"/>
                  <a:pt x="240" y="311"/>
                  <a:pt x="240" y="311"/>
                </a:cubicBezTo>
                <a:cubicBezTo>
                  <a:pt x="249" y="311"/>
                  <a:pt x="257" y="311"/>
                  <a:pt x="266" y="311"/>
                </a:cubicBezTo>
                <a:cubicBezTo>
                  <a:pt x="275" y="302"/>
                  <a:pt x="275" y="293"/>
                  <a:pt x="275" y="284"/>
                </a:cubicBezTo>
                <a:cubicBezTo>
                  <a:pt x="275" y="275"/>
                  <a:pt x="275" y="266"/>
                  <a:pt x="266" y="257"/>
                </a:cubicBezTo>
                <a:close/>
                <a:moveTo>
                  <a:pt x="257" y="213"/>
                </a:moveTo>
                <a:lnTo>
                  <a:pt x="257" y="213"/>
                </a:lnTo>
                <a:cubicBezTo>
                  <a:pt x="257" y="204"/>
                  <a:pt x="266" y="196"/>
                  <a:pt x="266" y="186"/>
                </a:cubicBezTo>
                <a:cubicBezTo>
                  <a:pt x="266" y="177"/>
                  <a:pt x="257" y="168"/>
                  <a:pt x="257" y="168"/>
                </a:cubicBezTo>
                <a:cubicBezTo>
                  <a:pt x="249" y="160"/>
                  <a:pt x="231" y="160"/>
                  <a:pt x="222" y="160"/>
                </a:cubicBezTo>
                <a:cubicBezTo>
                  <a:pt x="213" y="160"/>
                  <a:pt x="213" y="160"/>
                  <a:pt x="213" y="160"/>
                </a:cubicBezTo>
                <a:cubicBezTo>
                  <a:pt x="213" y="213"/>
                  <a:pt x="213" y="213"/>
                  <a:pt x="213" y="213"/>
                </a:cubicBezTo>
                <a:cubicBezTo>
                  <a:pt x="231" y="213"/>
                  <a:pt x="231" y="213"/>
                  <a:pt x="231" y="213"/>
                </a:cubicBezTo>
                <a:cubicBezTo>
                  <a:pt x="240" y="213"/>
                  <a:pt x="249" y="213"/>
                  <a:pt x="257" y="213"/>
                </a:cubicBezTo>
                <a:close/>
                <a:moveTo>
                  <a:pt x="390" y="0"/>
                </a:moveTo>
                <a:lnTo>
                  <a:pt x="390" y="0"/>
                </a:lnTo>
                <a:cubicBezTo>
                  <a:pt x="89" y="0"/>
                  <a:pt x="89" y="0"/>
                  <a:pt x="89" y="0"/>
                </a:cubicBezTo>
                <a:cubicBezTo>
                  <a:pt x="36" y="0"/>
                  <a:pt x="0" y="36"/>
                  <a:pt x="0" y="80"/>
                </a:cubicBezTo>
                <a:cubicBezTo>
                  <a:pt x="0" y="390"/>
                  <a:pt x="0" y="390"/>
                  <a:pt x="0" y="390"/>
                </a:cubicBezTo>
                <a:cubicBezTo>
                  <a:pt x="0" y="434"/>
                  <a:pt x="36" y="470"/>
                  <a:pt x="89" y="470"/>
                </a:cubicBezTo>
                <a:cubicBezTo>
                  <a:pt x="390" y="470"/>
                  <a:pt x="390" y="470"/>
                  <a:pt x="390" y="470"/>
                </a:cubicBezTo>
                <a:cubicBezTo>
                  <a:pt x="443" y="470"/>
                  <a:pt x="478" y="434"/>
                  <a:pt x="478" y="390"/>
                </a:cubicBezTo>
                <a:cubicBezTo>
                  <a:pt x="478" y="80"/>
                  <a:pt x="478" y="80"/>
                  <a:pt x="478" y="80"/>
                </a:cubicBezTo>
                <a:cubicBezTo>
                  <a:pt x="478" y="36"/>
                  <a:pt x="443" y="0"/>
                  <a:pt x="390" y="0"/>
                </a:cubicBezTo>
                <a:close/>
                <a:moveTo>
                  <a:pt x="249" y="355"/>
                </a:moveTo>
                <a:lnTo>
                  <a:pt x="249" y="355"/>
                </a:lnTo>
                <a:cubicBezTo>
                  <a:pt x="159" y="355"/>
                  <a:pt x="159" y="355"/>
                  <a:pt x="159" y="355"/>
                </a:cubicBezTo>
                <a:cubicBezTo>
                  <a:pt x="159" y="124"/>
                  <a:pt x="159" y="124"/>
                  <a:pt x="159" y="124"/>
                </a:cubicBezTo>
                <a:cubicBezTo>
                  <a:pt x="266" y="124"/>
                  <a:pt x="266" y="124"/>
                  <a:pt x="266" y="124"/>
                </a:cubicBezTo>
                <a:cubicBezTo>
                  <a:pt x="293" y="124"/>
                  <a:pt x="319" y="142"/>
                  <a:pt x="319" y="177"/>
                </a:cubicBezTo>
                <a:cubicBezTo>
                  <a:pt x="319" y="204"/>
                  <a:pt x="310" y="221"/>
                  <a:pt x="284" y="221"/>
                </a:cubicBezTo>
                <a:cubicBezTo>
                  <a:pt x="284" y="231"/>
                  <a:pt x="284" y="231"/>
                  <a:pt x="284" y="231"/>
                </a:cubicBezTo>
                <a:cubicBezTo>
                  <a:pt x="319" y="231"/>
                  <a:pt x="337" y="249"/>
                  <a:pt x="337" y="284"/>
                </a:cubicBezTo>
                <a:cubicBezTo>
                  <a:pt x="337" y="319"/>
                  <a:pt x="310" y="355"/>
                  <a:pt x="249" y="355"/>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29" name="Freeform 85">
            <a:extLst>
              <a:ext uri="{FF2B5EF4-FFF2-40B4-BE49-F238E27FC236}">
                <a16:creationId xmlns:a16="http://schemas.microsoft.com/office/drawing/2014/main" id="{A9CE0774-CD73-A3EE-47B5-9DCBDE52BE27}"/>
              </a:ext>
            </a:extLst>
          </p:cNvPr>
          <p:cNvSpPr>
            <a:spLocks noChangeArrowheads="1"/>
          </p:cNvSpPr>
          <p:nvPr/>
        </p:nvSpPr>
        <p:spPr bwMode="auto">
          <a:xfrm>
            <a:off x="6596807" y="1322807"/>
            <a:ext cx="444536" cy="357318"/>
          </a:xfrm>
          <a:custGeom>
            <a:avLst/>
            <a:gdLst>
              <a:gd name="T0" fmla="*/ 461 w 462"/>
              <a:gd name="T1" fmla="*/ 45 h 374"/>
              <a:gd name="T2" fmla="*/ 461 w 462"/>
              <a:gd name="T3" fmla="*/ 45 h 374"/>
              <a:gd name="T4" fmla="*/ 408 w 462"/>
              <a:gd name="T5" fmla="*/ 63 h 374"/>
              <a:gd name="T6" fmla="*/ 443 w 462"/>
              <a:gd name="T7" fmla="*/ 10 h 374"/>
              <a:gd name="T8" fmla="*/ 389 w 462"/>
              <a:gd name="T9" fmla="*/ 36 h 374"/>
              <a:gd name="T10" fmla="*/ 319 w 462"/>
              <a:gd name="T11" fmla="*/ 0 h 374"/>
              <a:gd name="T12" fmla="*/ 221 w 462"/>
              <a:gd name="T13" fmla="*/ 98 h 374"/>
              <a:gd name="T14" fmla="*/ 230 w 462"/>
              <a:gd name="T15" fmla="*/ 116 h 374"/>
              <a:gd name="T16" fmla="*/ 35 w 462"/>
              <a:gd name="T17" fmla="*/ 19 h 374"/>
              <a:gd name="T18" fmla="*/ 17 w 462"/>
              <a:gd name="T19" fmla="*/ 72 h 374"/>
              <a:gd name="T20" fmla="*/ 61 w 462"/>
              <a:gd name="T21" fmla="*/ 151 h 374"/>
              <a:gd name="T22" fmla="*/ 17 w 462"/>
              <a:gd name="T23" fmla="*/ 134 h 374"/>
              <a:gd name="T24" fmla="*/ 17 w 462"/>
              <a:gd name="T25" fmla="*/ 134 h 374"/>
              <a:gd name="T26" fmla="*/ 98 w 462"/>
              <a:gd name="T27" fmla="*/ 231 h 374"/>
              <a:gd name="T28" fmla="*/ 70 w 462"/>
              <a:gd name="T29" fmla="*/ 231 h 374"/>
              <a:gd name="T30" fmla="*/ 53 w 462"/>
              <a:gd name="T31" fmla="*/ 231 h 374"/>
              <a:gd name="T32" fmla="*/ 142 w 462"/>
              <a:gd name="T33" fmla="*/ 294 h 374"/>
              <a:gd name="T34" fmla="*/ 26 w 462"/>
              <a:gd name="T35" fmla="*/ 338 h 374"/>
              <a:gd name="T36" fmla="*/ 0 w 462"/>
              <a:gd name="T37" fmla="*/ 338 h 374"/>
              <a:gd name="T38" fmla="*/ 142 w 462"/>
              <a:gd name="T39" fmla="*/ 373 h 374"/>
              <a:gd name="T40" fmla="*/ 408 w 462"/>
              <a:gd name="T41" fmla="*/ 107 h 374"/>
              <a:gd name="T42" fmla="*/ 408 w 462"/>
              <a:gd name="T43" fmla="*/ 98 h 374"/>
              <a:gd name="T44" fmla="*/ 461 w 462"/>
              <a:gd name="T45" fmla="*/ 45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62" h="374">
                <a:moveTo>
                  <a:pt x="461" y="45"/>
                </a:moveTo>
                <a:lnTo>
                  <a:pt x="461" y="45"/>
                </a:lnTo>
                <a:cubicBezTo>
                  <a:pt x="443" y="54"/>
                  <a:pt x="425" y="63"/>
                  <a:pt x="408" y="63"/>
                </a:cubicBezTo>
                <a:cubicBezTo>
                  <a:pt x="425" y="54"/>
                  <a:pt x="443" y="36"/>
                  <a:pt x="443" y="10"/>
                </a:cubicBezTo>
                <a:cubicBezTo>
                  <a:pt x="425" y="19"/>
                  <a:pt x="408" y="27"/>
                  <a:pt x="389" y="36"/>
                </a:cubicBezTo>
                <a:cubicBezTo>
                  <a:pt x="372" y="19"/>
                  <a:pt x="345" y="0"/>
                  <a:pt x="319" y="0"/>
                </a:cubicBezTo>
                <a:cubicBezTo>
                  <a:pt x="265" y="0"/>
                  <a:pt x="221" y="45"/>
                  <a:pt x="221" y="98"/>
                </a:cubicBezTo>
                <a:cubicBezTo>
                  <a:pt x="221" y="107"/>
                  <a:pt x="221" y="116"/>
                  <a:pt x="230" y="116"/>
                </a:cubicBezTo>
                <a:cubicBezTo>
                  <a:pt x="151" y="116"/>
                  <a:pt x="79" y="81"/>
                  <a:pt x="35" y="19"/>
                </a:cubicBezTo>
                <a:cubicBezTo>
                  <a:pt x="26" y="36"/>
                  <a:pt x="17" y="54"/>
                  <a:pt x="17" y="72"/>
                </a:cubicBezTo>
                <a:cubicBezTo>
                  <a:pt x="17" y="98"/>
                  <a:pt x="35" y="134"/>
                  <a:pt x="61" y="151"/>
                </a:cubicBezTo>
                <a:cubicBezTo>
                  <a:pt x="44" y="143"/>
                  <a:pt x="35" y="143"/>
                  <a:pt x="17" y="134"/>
                </a:cubicBezTo>
                <a:lnTo>
                  <a:pt x="17" y="134"/>
                </a:lnTo>
                <a:cubicBezTo>
                  <a:pt x="17" y="178"/>
                  <a:pt x="53" y="222"/>
                  <a:pt x="98" y="231"/>
                </a:cubicBezTo>
                <a:cubicBezTo>
                  <a:pt x="89" y="231"/>
                  <a:pt x="79" y="231"/>
                  <a:pt x="70" y="231"/>
                </a:cubicBezTo>
                <a:cubicBezTo>
                  <a:pt x="61" y="231"/>
                  <a:pt x="61" y="231"/>
                  <a:pt x="53" y="231"/>
                </a:cubicBezTo>
                <a:cubicBezTo>
                  <a:pt x="61" y="266"/>
                  <a:pt x="98" y="294"/>
                  <a:pt x="142" y="294"/>
                </a:cubicBezTo>
                <a:cubicBezTo>
                  <a:pt x="106" y="319"/>
                  <a:pt x="70" y="338"/>
                  <a:pt x="26" y="338"/>
                </a:cubicBezTo>
                <a:cubicBezTo>
                  <a:pt x="17" y="338"/>
                  <a:pt x="8" y="338"/>
                  <a:pt x="0" y="338"/>
                </a:cubicBezTo>
                <a:cubicBezTo>
                  <a:pt x="44" y="364"/>
                  <a:pt x="89" y="373"/>
                  <a:pt x="142" y="373"/>
                </a:cubicBezTo>
                <a:cubicBezTo>
                  <a:pt x="319" y="373"/>
                  <a:pt x="408" y="231"/>
                  <a:pt x="408" y="107"/>
                </a:cubicBezTo>
                <a:lnTo>
                  <a:pt x="408" y="98"/>
                </a:lnTo>
                <a:cubicBezTo>
                  <a:pt x="434" y="81"/>
                  <a:pt x="443" y="72"/>
                  <a:pt x="461" y="45"/>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30" name="Freeform 86">
            <a:extLst>
              <a:ext uri="{FF2B5EF4-FFF2-40B4-BE49-F238E27FC236}">
                <a16:creationId xmlns:a16="http://schemas.microsoft.com/office/drawing/2014/main" id="{54403994-65DE-BC35-E3FA-AC6F88F86FAC}"/>
              </a:ext>
            </a:extLst>
          </p:cNvPr>
          <p:cNvSpPr>
            <a:spLocks noChangeArrowheads="1"/>
          </p:cNvSpPr>
          <p:nvPr/>
        </p:nvSpPr>
        <p:spPr bwMode="auto">
          <a:xfrm>
            <a:off x="7539338" y="1277791"/>
            <a:ext cx="464230" cy="455791"/>
          </a:xfrm>
          <a:custGeom>
            <a:avLst/>
            <a:gdLst>
              <a:gd name="T0" fmla="*/ 239 w 480"/>
              <a:gd name="T1" fmla="*/ 0 h 471"/>
              <a:gd name="T2" fmla="*/ 239 w 480"/>
              <a:gd name="T3" fmla="*/ 0 h 471"/>
              <a:gd name="T4" fmla="*/ 0 w 480"/>
              <a:gd name="T5" fmla="*/ 231 h 471"/>
              <a:gd name="T6" fmla="*/ 239 w 480"/>
              <a:gd name="T7" fmla="*/ 470 h 471"/>
              <a:gd name="T8" fmla="*/ 479 w 480"/>
              <a:gd name="T9" fmla="*/ 231 h 471"/>
              <a:gd name="T10" fmla="*/ 239 w 480"/>
              <a:gd name="T11" fmla="*/ 0 h 471"/>
              <a:gd name="T12" fmla="*/ 337 w 480"/>
              <a:gd name="T13" fmla="*/ 195 h 471"/>
              <a:gd name="T14" fmla="*/ 337 w 480"/>
              <a:gd name="T15" fmla="*/ 195 h 471"/>
              <a:gd name="T16" fmla="*/ 337 w 480"/>
              <a:gd name="T17" fmla="*/ 195 h 471"/>
              <a:gd name="T18" fmla="*/ 204 w 480"/>
              <a:gd name="T19" fmla="*/ 328 h 471"/>
              <a:gd name="T20" fmla="*/ 133 w 480"/>
              <a:gd name="T21" fmla="*/ 310 h 471"/>
              <a:gd name="T22" fmla="*/ 142 w 480"/>
              <a:gd name="T23" fmla="*/ 310 h 471"/>
              <a:gd name="T24" fmla="*/ 204 w 480"/>
              <a:gd name="T25" fmla="*/ 293 h 471"/>
              <a:gd name="T26" fmla="*/ 160 w 480"/>
              <a:gd name="T27" fmla="*/ 257 h 471"/>
              <a:gd name="T28" fmla="*/ 169 w 480"/>
              <a:gd name="T29" fmla="*/ 257 h 471"/>
              <a:gd name="T30" fmla="*/ 178 w 480"/>
              <a:gd name="T31" fmla="*/ 257 h 471"/>
              <a:gd name="T32" fmla="*/ 142 w 480"/>
              <a:gd name="T33" fmla="*/ 213 h 471"/>
              <a:gd name="T34" fmla="*/ 142 w 480"/>
              <a:gd name="T35" fmla="*/ 213 h 471"/>
              <a:gd name="T36" fmla="*/ 160 w 480"/>
              <a:gd name="T37" fmla="*/ 213 h 471"/>
              <a:gd name="T38" fmla="*/ 142 w 480"/>
              <a:gd name="T39" fmla="*/ 178 h 471"/>
              <a:gd name="T40" fmla="*/ 151 w 480"/>
              <a:gd name="T41" fmla="*/ 151 h 471"/>
              <a:gd name="T42" fmla="*/ 239 w 480"/>
              <a:gd name="T43" fmla="*/ 204 h 471"/>
              <a:gd name="T44" fmla="*/ 239 w 480"/>
              <a:gd name="T45" fmla="*/ 195 h 471"/>
              <a:gd name="T46" fmla="*/ 292 w 480"/>
              <a:gd name="T47" fmla="*/ 142 h 471"/>
              <a:gd name="T48" fmla="*/ 319 w 480"/>
              <a:gd name="T49" fmla="*/ 160 h 471"/>
              <a:gd name="T50" fmla="*/ 355 w 480"/>
              <a:gd name="T51" fmla="*/ 151 h 471"/>
              <a:gd name="T52" fmla="*/ 337 w 480"/>
              <a:gd name="T53" fmla="*/ 178 h 471"/>
              <a:gd name="T54" fmla="*/ 364 w 480"/>
              <a:gd name="T55" fmla="*/ 169 h 471"/>
              <a:gd name="T56" fmla="*/ 337 w 480"/>
              <a:gd name="T57" fmla="*/ 195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0" h="471">
                <a:moveTo>
                  <a:pt x="239" y="0"/>
                </a:moveTo>
                <a:lnTo>
                  <a:pt x="239" y="0"/>
                </a:lnTo>
                <a:cubicBezTo>
                  <a:pt x="107" y="0"/>
                  <a:pt x="0" y="107"/>
                  <a:pt x="0" y="231"/>
                </a:cubicBezTo>
                <a:cubicBezTo>
                  <a:pt x="0" y="363"/>
                  <a:pt x="107" y="470"/>
                  <a:pt x="239" y="470"/>
                </a:cubicBezTo>
                <a:cubicBezTo>
                  <a:pt x="372" y="470"/>
                  <a:pt x="479" y="363"/>
                  <a:pt x="479" y="231"/>
                </a:cubicBezTo>
                <a:cubicBezTo>
                  <a:pt x="479" y="107"/>
                  <a:pt x="372" y="0"/>
                  <a:pt x="239" y="0"/>
                </a:cubicBezTo>
                <a:close/>
                <a:moveTo>
                  <a:pt x="337" y="195"/>
                </a:moveTo>
                <a:lnTo>
                  <a:pt x="337" y="195"/>
                </a:lnTo>
                <a:lnTo>
                  <a:pt x="337" y="195"/>
                </a:lnTo>
                <a:cubicBezTo>
                  <a:pt x="337" y="257"/>
                  <a:pt x="292" y="328"/>
                  <a:pt x="204" y="328"/>
                </a:cubicBezTo>
                <a:cubicBezTo>
                  <a:pt x="178" y="328"/>
                  <a:pt x="151" y="319"/>
                  <a:pt x="133" y="310"/>
                </a:cubicBezTo>
                <a:lnTo>
                  <a:pt x="142" y="310"/>
                </a:lnTo>
                <a:cubicBezTo>
                  <a:pt x="160" y="310"/>
                  <a:pt x="186" y="301"/>
                  <a:pt x="204" y="293"/>
                </a:cubicBezTo>
                <a:cubicBezTo>
                  <a:pt x="178" y="293"/>
                  <a:pt x="160" y="275"/>
                  <a:pt x="160" y="257"/>
                </a:cubicBezTo>
                <a:cubicBezTo>
                  <a:pt x="160" y="257"/>
                  <a:pt x="160" y="257"/>
                  <a:pt x="169" y="257"/>
                </a:cubicBezTo>
                <a:lnTo>
                  <a:pt x="178" y="257"/>
                </a:lnTo>
                <a:cubicBezTo>
                  <a:pt x="160" y="248"/>
                  <a:pt x="142" y="231"/>
                  <a:pt x="142" y="213"/>
                </a:cubicBezTo>
                <a:lnTo>
                  <a:pt x="142" y="213"/>
                </a:lnTo>
                <a:cubicBezTo>
                  <a:pt x="142" y="213"/>
                  <a:pt x="151" y="213"/>
                  <a:pt x="160" y="213"/>
                </a:cubicBezTo>
                <a:cubicBezTo>
                  <a:pt x="151" y="204"/>
                  <a:pt x="142" y="195"/>
                  <a:pt x="142" y="178"/>
                </a:cubicBezTo>
                <a:cubicBezTo>
                  <a:pt x="142" y="169"/>
                  <a:pt x="142" y="160"/>
                  <a:pt x="151" y="151"/>
                </a:cubicBezTo>
                <a:cubicBezTo>
                  <a:pt x="169" y="178"/>
                  <a:pt x="204" y="204"/>
                  <a:pt x="239" y="204"/>
                </a:cubicBezTo>
                <a:cubicBezTo>
                  <a:pt x="239" y="195"/>
                  <a:pt x="239" y="195"/>
                  <a:pt x="239" y="195"/>
                </a:cubicBezTo>
                <a:cubicBezTo>
                  <a:pt x="239" y="169"/>
                  <a:pt x="266" y="142"/>
                  <a:pt x="292" y="142"/>
                </a:cubicBezTo>
                <a:cubicBezTo>
                  <a:pt x="301" y="142"/>
                  <a:pt x="319" y="151"/>
                  <a:pt x="319" y="160"/>
                </a:cubicBezTo>
                <a:cubicBezTo>
                  <a:pt x="337" y="160"/>
                  <a:pt x="346" y="151"/>
                  <a:pt x="355" y="151"/>
                </a:cubicBezTo>
                <a:cubicBezTo>
                  <a:pt x="346" y="160"/>
                  <a:pt x="346" y="169"/>
                  <a:pt x="337" y="178"/>
                </a:cubicBezTo>
                <a:cubicBezTo>
                  <a:pt x="346" y="178"/>
                  <a:pt x="355" y="169"/>
                  <a:pt x="364" y="169"/>
                </a:cubicBezTo>
                <a:cubicBezTo>
                  <a:pt x="355" y="178"/>
                  <a:pt x="346" y="187"/>
                  <a:pt x="337" y="195"/>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31" name="Freeform 87">
            <a:extLst>
              <a:ext uri="{FF2B5EF4-FFF2-40B4-BE49-F238E27FC236}">
                <a16:creationId xmlns:a16="http://schemas.microsoft.com/office/drawing/2014/main" id="{1FF207C2-60DE-6F38-2434-871D91E4C084}"/>
              </a:ext>
            </a:extLst>
          </p:cNvPr>
          <p:cNvSpPr>
            <a:spLocks noChangeArrowheads="1"/>
          </p:cNvSpPr>
          <p:nvPr/>
        </p:nvSpPr>
        <p:spPr bwMode="auto">
          <a:xfrm>
            <a:off x="893799" y="3202241"/>
            <a:ext cx="410774" cy="419216"/>
          </a:xfrm>
          <a:custGeom>
            <a:avLst/>
            <a:gdLst>
              <a:gd name="T0" fmla="*/ 345 w 426"/>
              <a:gd name="T1" fmla="*/ 213 h 435"/>
              <a:gd name="T2" fmla="*/ 345 w 426"/>
              <a:gd name="T3" fmla="*/ 213 h 435"/>
              <a:gd name="T4" fmla="*/ 213 w 426"/>
              <a:gd name="T5" fmla="*/ 346 h 435"/>
              <a:gd name="T6" fmla="*/ 79 w 426"/>
              <a:gd name="T7" fmla="*/ 213 h 435"/>
              <a:gd name="T8" fmla="*/ 88 w 426"/>
              <a:gd name="T9" fmla="*/ 195 h 435"/>
              <a:gd name="T10" fmla="*/ 0 w 426"/>
              <a:gd name="T11" fmla="*/ 195 h 435"/>
              <a:gd name="T12" fmla="*/ 0 w 426"/>
              <a:gd name="T13" fmla="*/ 363 h 435"/>
              <a:gd name="T14" fmla="*/ 62 w 426"/>
              <a:gd name="T15" fmla="*/ 434 h 435"/>
              <a:gd name="T16" fmla="*/ 363 w 426"/>
              <a:gd name="T17" fmla="*/ 434 h 435"/>
              <a:gd name="T18" fmla="*/ 425 w 426"/>
              <a:gd name="T19" fmla="*/ 363 h 435"/>
              <a:gd name="T20" fmla="*/ 425 w 426"/>
              <a:gd name="T21" fmla="*/ 195 h 435"/>
              <a:gd name="T22" fmla="*/ 337 w 426"/>
              <a:gd name="T23" fmla="*/ 195 h 435"/>
              <a:gd name="T24" fmla="*/ 345 w 426"/>
              <a:gd name="T25" fmla="*/ 213 h 435"/>
              <a:gd name="T26" fmla="*/ 363 w 426"/>
              <a:gd name="T27" fmla="*/ 0 h 435"/>
              <a:gd name="T28" fmla="*/ 363 w 426"/>
              <a:gd name="T29" fmla="*/ 0 h 435"/>
              <a:gd name="T30" fmla="*/ 62 w 426"/>
              <a:gd name="T31" fmla="*/ 0 h 435"/>
              <a:gd name="T32" fmla="*/ 0 w 426"/>
              <a:gd name="T33" fmla="*/ 71 h 435"/>
              <a:gd name="T34" fmla="*/ 0 w 426"/>
              <a:gd name="T35" fmla="*/ 142 h 435"/>
              <a:gd name="T36" fmla="*/ 106 w 426"/>
              <a:gd name="T37" fmla="*/ 142 h 435"/>
              <a:gd name="T38" fmla="*/ 213 w 426"/>
              <a:gd name="T39" fmla="*/ 89 h 435"/>
              <a:gd name="T40" fmla="*/ 319 w 426"/>
              <a:gd name="T41" fmla="*/ 142 h 435"/>
              <a:gd name="T42" fmla="*/ 425 w 426"/>
              <a:gd name="T43" fmla="*/ 142 h 435"/>
              <a:gd name="T44" fmla="*/ 425 w 426"/>
              <a:gd name="T45" fmla="*/ 71 h 435"/>
              <a:gd name="T46" fmla="*/ 363 w 426"/>
              <a:gd name="T47" fmla="*/ 0 h 435"/>
              <a:gd name="T48" fmla="*/ 390 w 426"/>
              <a:gd name="T49" fmla="*/ 89 h 435"/>
              <a:gd name="T50" fmla="*/ 390 w 426"/>
              <a:gd name="T51" fmla="*/ 89 h 435"/>
              <a:gd name="T52" fmla="*/ 381 w 426"/>
              <a:gd name="T53" fmla="*/ 97 h 435"/>
              <a:gd name="T54" fmla="*/ 345 w 426"/>
              <a:gd name="T55" fmla="*/ 97 h 435"/>
              <a:gd name="T56" fmla="*/ 328 w 426"/>
              <a:gd name="T57" fmla="*/ 89 h 435"/>
              <a:gd name="T58" fmla="*/ 328 w 426"/>
              <a:gd name="T59" fmla="*/ 53 h 435"/>
              <a:gd name="T60" fmla="*/ 345 w 426"/>
              <a:gd name="T61" fmla="*/ 36 h 435"/>
              <a:gd name="T62" fmla="*/ 381 w 426"/>
              <a:gd name="T63" fmla="*/ 36 h 435"/>
              <a:gd name="T64" fmla="*/ 390 w 426"/>
              <a:gd name="T65" fmla="*/ 53 h 435"/>
              <a:gd name="T66" fmla="*/ 390 w 426"/>
              <a:gd name="T67" fmla="*/ 89 h 435"/>
              <a:gd name="T68" fmla="*/ 292 w 426"/>
              <a:gd name="T69" fmla="*/ 213 h 435"/>
              <a:gd name="T70" fmla="*/ 292 w 426"/>
              <a:gd name="T71" fmla="*/ 213 h 435"/>
              <a:gd name="T72" fmla="*/ 213 w 426"/>
              <a:gd name="T73" fmla="*/ 133 h 435"/>
              <a:gd name="T74" fmla="*/ 132 w 426"/>
              <a:gd name="T75" fmla="*/ 213 h 435"/>
              <a:gd name="T76" fmla="*/ 213 w 426"/>
              <a:gd name="T77" fmla="*/ 293 h 435"/>
              <a:gd name="T78" fmla="*/ 292 w 426"/>
              <a:gd name="T79" fmla="*/ 213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6" h="435">
                <a:moveTo>
                  <a:pt x="345" y="213"/>
                </a:moveTo>
                <a:lnTo>
                  <a:pt x="345" y="213"/>
                </a:lnTo>
                <a:cubicBezTo>
                  <a:pt x="345" y="284"/>
                  <a:pt x="284" y="346"/>
                  <a:pt x="213" y="346"/>
                </a:cubicBezTo>
                <a:cubicBezTo>
                  <a:pt x="142" y="346"/>
                  <a:pt x="79" y="284"/>
                  <a:pt x="79" y="213"/>
                </a:cubicBezTo>
                <a:cubicBezTo>
                  <a:pt x="79" y="203"/>
                  <a:pt x="88" y="203"/>
                  <a:pt x="88" y="195"/>
                </a:cubicBezTo>
                <a:cubicBezTo>
                  <a:pt x="0" y="195"/>
                  <a:pt x="0" y="195"/>
                  <a:pt x="0" y="195"/>
                </a:cubicBezTo>
                <a:cubicBezTo>
                  <a:pt x="0" y="363"/>
                  <a:pt x="0" y="363"/>
                  <a:pt x="0" y="363"/>
                </a:cubicBezTo>
                <a:cubicBezTo>
                  <a:pt x="0" y="399"/>
                  <a:pt x="26" y="434"/>
                  <a:pt x="62" y="434"/>
                </a:cubicBezTo>
                <a:cubicBezTo>
                  <a:pt x="363" y="434"/>
                  <a:pt x="363" y="434"/>
                  <a:pt x="363" y="434"/>
                </a:cubicBezTo>
                <a:cubicBezTo>
                  <a:pt x="398" y="434"/>
                  <a:pt x="425" y="399"/>
                  <a:pt x="425" y="363"/>
                </a:cubicBezTo>
                <a:cubicBezTo>
                  <a:pt x="425" y="195"/>
                  <a:pt x="425" y="195"/>
                  <a:pt x="425" y="195"/>
                </a:cubicBezTo>
                <a:cubicBezTo>
                  <a:pt x="337" y="195"/>
                  <a:pt x="337" y="195"/>
                  <a:pt x="337" y="195"/>
                </a:cubicBezTo>
                <a:cubicBezTo>
                  <a:pt x="337" y="203"/>
                  <a:pt x="345" y="203"/>
                  <a:pt x="345" y="213"/>
                </a:cubicBezTo>
                <a:close/>
                <a:moveTo>
                  <a:pt x="363" y="0"/>
                </a:moveTo>
                <a:lnTo>
                  <a:pt x="363" y="0"/>
                </a:lnTo>
                <a:cubicBezTo>
                  <a:pt x="62" y="0"/>
                  <a:pt x="62" y="0"/>
                  <a:pt x="62" y="0"/>
                </a:cubicBezTo>
                <a:cubicBezTo>
                  <a:pt x="26" y="0"/>
                  <a:pt x="0" y="36"/>
                  <a:pt x="0" y="71"/>
                </a:cubicBezTo>
                <a:cubicBezTo>
                  <a:pt x="0" y="142"/>
                  <a:pt x="0" y="142"/>
                  <a:pt x="0" y="142"/>
                </a:cubicBezTo>
                <a:cubicBezTo>
                  <a:pt x="106" y="142"/>
                  <a:pt x="106" y="142"/>
                  <a:pt x="106" y="142"/>
                </a:cubicBezTo>
                <a:cubicBezTo>
                  <a:pt x="132" y="106"/>
                  <a:pt x="168" y="89"/>
                  <a:pt x="213" y="89"/>
                </a:cubicBezTo>
                <a:cubicBezTo>
                  <a:pt x="257" y="89"/>
                  <a:pt x="292" y="106"/>
                  <a:pt x="319" y="142"/>
                </a:cubicBezTo>
                <a:cubicBezTo>
                  <a:pt x="425" y="142"/>
                  <a:pt x="425" y="142"/>
                  <a:pt x="425" y="142"/>
                </a:cubicBezTo>
                <a:cubicBezTo>
                  <a:pt x="425" y="71"/>
                  <a:pt x="425" y="71"/>
                  <a:pt x="425" y="71"/>
                </a:cubicBezTo>
                <a:cubicBezTo>
                  <a:pt x="425" y="36"/>
                  <a:pt x="398" y="0"/>
                  <a:pt x="363" y="0"/>
                </a:cubicBezTo>
                <a:close/>
                <a:moveTo>
                  <a:pt x="390" y="89"/>
                </a:moveTo>
                <a:lnTo>
                  <a:pt x="390" y="89"/>
                </a:lnTo>
                <a:cubicBezTo>
                  <a:pt x="390" y="89"/>
                  <a:pt x="390" y="97"/>
                  <a:pt x="381" y="97"/>
                </a:cubicBezTo>
                <a:cubicBezTo>
                  <a:pt x="345" y="97"/>
                  <a:pt x="345" y="97"/>
                  <a:pt x="345" y="97"/>
                </a:cubicBezTo>
                <a:cubicBezTo>
                  <a:pt x="337" y="97"/>
                  <a:pt x="328" y="89"/>
                  <a:pt x="328" y="89"/>
                </a:cubicBezTo>
                <a:cubicBezTo>
                  <a:pt x="328" y="53"/>
                  <a:pt x="328" y="53"/>
                  <a:pt x="328" y="53"/>
                </a:cubicBezTo>
                <a:cubicBezTo>
                  <a:pt x="328" y="44"/>
                  <a:pt x="337" y="36"/>
                  <a:pt x="345" y="36"/>
                </a:cubicBezTo>
                <a:cubicBezTo>
                  <a:pt x="381" y="36"/>
                  <a:pt x="381" y="36"/>
                  <a:pt x="381" y="36"/>
                </a:cubicBezTo>
                <a:cubicBezTo>
                  <a:pt x="390" y="36"/>
                  <a:pt x="390" y="44"/>
                  <a:pt x="390" y="53"/>
                </a:cubicBezTo>
                <a:lnTo>
                  <a:pt x="390" y="89"/>
                </a:lnTo>
                <a:close/>
                <a:moveTo>
                  <a:pt x="292" y="213"/>
                </a:moveTo>
                <a:lnTo>
                  <a:pt x="292" y="213"/>
                </a:lnTo>
                <a:cubicBezTo>
                  <a:pt x="292" y="168"/>
                  <a:pt x="257" y="133"/>
                  <a:pt x="213" y="133"/>
                </a:cubicBezTo>
                <a:cubicBezTo>
                  <a:pt x="168" y="133"/>
                  <a:pt x="132" y="168"/>
                  <a:pt x="132" y="213"/>
                </a:cubicBezTo>
                <a:cubicBezTo>
                  <a:pt x="132" y="257"/>
                  <a:pt x="168" y="293"/>
                  <a:pt x="213" y="293"/>
                </a:cubicBezTo>
                <a:cubicBezTo>
                  <a:pt x="257" y="293"/>
                  <a:pt x="292" y="257"/>
                  <a:pt x="292" y="213"/>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32" name="Freeform 106">
            <a:extLst>
              <a:ext uri="{FF2B5EF4-FFF2-40B4-BE49-F238E27FC236}">
                <a16:creationId xmlns:a16="http://schemas.microsoft.com/office/drawing/2014/main" id="{37FE3509-465B-4FB7-53CF-461FFB049E30}"/>
              </a:ext>
            </a:extLst>
          </p:cNvPr>
          <p:cNvSpPr>
            <a:spLocks noChangeArrowheads="1"/>
          </p:cNvSpPr>
          <p:nvPr/>
        </p:nvSpPr>
        <p:spPr bwMode="auto">
          <a:xfrm>
            <a:off x="10428824" y="1303113"/>
            <a:ext cx="410774" cy="413587"/>
          </a:xfrm>
          <a:custGeom>
            <a:avLst/>
            <a:gdLst>
              <a:gd name="T0" fmla="*/ 372 w 426"/>
              <a:gd name="T1" fmla="*/ 0 h 427"/>
              <a:gd name="T2" fmla="*/ 372 w 426"/>
              <a:gd name="T3" fmla="*/ 0 h 427"/>
              <a:gd name="T4" fmla="*/ 53 w 426"/>
              <a:gd name="T5" fmla="*/ 0 h 427"/>
              <a:gd name="T6" fmla="*/ 0 w 426"/>
              <a:gd name="T7" fmla="*/ 53 h 427"/>
              <a:gd name="T8" fmla="*/ 0 w 426"/>
              <a:gd name="T9" fmla="*/ 372 h 427"/>
              <a:gd name="T10" fmla="*/ 53 w 426"/>
              <a:gd name="T11" fmla="*/ 426 h 427"/>
              <a:gd name="T12" fmla="*/ 213 w 426"/>
              <a:gd name="T13" fmla="*/ 426 h 427"/>
              <a:gd name="T14" fmla="*/ 213 w 426"/>
              <a:gd name="T15" fmla="*/ 274 h 427"/>
              <a:gd name="T16" fmla="*/ 160 w 426"/>
              <a:gd name="T17" fmla="*/ 274 h 427"/>
              <a:gd name="T18" fmla="*/ 160 w 426"/>
              <a:gd name="T19" fmla="*/ 204 h 427"/>
              <a:gd name="T20" fmla="*/ 213 w 426"/>
              <a:gd name="T21" fmla="*/ 204 h 427"/>
              <a:gd name="T22" fmla="*/ 213 w 426"/>
              <a:gd name="T23" fmla="*/ 168 h 427"/>
              <a:gd name="T24" fmla="*/ 301 w 426"/>
              <a:gd name="T25" fmla="*/ 80 h 427"/>
              <a:gd name="T26" fmla="*/ 346 w 426"/>
              <a:gd name="T27" fmla="*/ 80 h 427"/>
              <a:gd name="T28" fmla="*/ 346 w 426"/>
              <a:gd name="T29" fmla="*/ 160 h 427"/>
              <a:gd name="T30" fmla="*/ 310 w 426"/>
              <a:gd name="T31" fmla="*/ 160 h 427"/>
              <a:gd name="T32" fmla="*/ 292 w 426"/>
              <a:gd name="T33" fmla="*/ 168 h 427"/>
              <a:gd name="T34" fmla="*/ 292 w 426"/>
              <a:gd name="T35" fmla="*/ 204 h 427"/>
              <a:gd name="T36" fmla="*/ 346 w 426"/>
              <a:gd name="T37" fmla="*/ 204 h 427"/>
              <a:gd name="T38" fmla="*/ 346 w 426"/>
              <a:gd name="T39" fmla="*/ 274 h 427"/>
              <a:gd name="T40" fmla="*/ 292 w 426"/>
              <a:gd name="T41" fmla="*/ 274 h 427"/>
              <a:gd name="T42" fmla="*/ 292 w 426"/>
              <a:gd name="T43" fmla="*/ 426 h 427"/>
              <a:gd name="T44" fmla="*/ 372 w 426"/>
              <a:gd name="T45" fmla="*/ 426 h 427"/>
              <a:gd name="T46" fmla="*/ 425 w 426"/>
              <a:gd name="T47" fmla="*/ 372 h 427"/>
              <a:gd name="T48" fmla="*/ 425 w 426"/>
              <a:gd name="T49" fmla="*/ 53 h 427"/>
              <a:gd name="T50" fmla="*/ 372 w 426"/>
              <a:gd name="T51" fmla="*/ 0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26" h="427">
                <a:moveTo>
                  <a:pt x="372" y="0"/>
                </a:moveTo>
                <a:lnTo>
                  <a:pt x="372" y="0"/>
                </a:lnTo>
                <a:cubicBezTo>
                  <a:pt x="53" y="0"/>
                  <a:pt x="53" y="0"/>
                  <a:pt x="53" y="0"/>
                </a:cubicBezTo>
                <a:cubicBezTo>
                  <a:pt x="27" y="0"/>
                  <a:pt x="0" y="27"/>
                  <a:pt x="0" y="53"/>
                </a:cubicBezTo>
                <a:cubicBezTo>
                  <a:pt x="0" y="372"/>
                  <a:pt x="0" y="372"/>
                  <a:pt x="0" y="372"/>
                </a:cubicBezTo>
                <a:cubicBezTo>
                  <a:pt x="0" y="399"/>
                  <a:pt x="27" y="426"/>
                  <a:pt x="53" y="426"/>
                </a:cubicBezTo>
                <a:cubicBezTo>
                  <a:pt x="213" y="426"/>
                  <a:pt x="213" y="426"/>
                  <a:pt x="213" y="426"/>
                </a:cubicBezTo>
                <a:cubicBezTo>
                  <a:pt x="213" y="274"/>
                  <a:pt x="213" y="274"/>
                  <a:pt x="213" y="274"/>
                </a:cubicBezTo>
                <a:cubicBezTo>
                  <a:pt x="160" y="274"/>
                  <a:pt x="160" y="274"/>
                  <a:pt x="160" y="274"/>
                </a:cubicBezTo>
                <a:cubicBezTo>
                  <a:pt x="160" y="204"/>
                  <a:pt x="160" y="204"/>
                  <a:pt x="160" y="204"/>
                </a:cubicBezTo>
                <a:cubicBezTo>
                  <a:pt x="213" y="204"/>
                  <a:pt x="213" y="204"/>
                  <a:pt x="213" y="204"/>
                </a:cubicBezTo>
                <a:cubicBezTo>
                  <a:pt x="213" y="168"/>
                  <a:pt x="213" y="168"/>
                  <a:pt x="213" y="168"/>
                </a:cubicBezTo>
                <a:cubicBezTo>
                  <a:pt x="213" y="124"/>
                  <a:pt x="257" y="80"/>
                  <a:pt x="301" y="80"/>
                </a:cubicBezTo>
                <a:cubicBezTo>
                  <a:pt x="346" y="80"/>
                  <a:pt x="346" y="80"/>
                  <a:pt x="346" y="80"/>
                </a:cubicBezTo>
                <a:cubicBezTo>
                  <a:pt x="346" y="160"/>
                  <a:pt x="346" y="160"/>
                  <a:pt x="346" y="160"/>
                </a:cubicBezTo>
                <a:cubicBezTo>
                  <a:pt x="310" y="160"/>
                  <a:pt x="310" y="160"/>
                  <a:pt x="310" y="160"/>
                </a:cubicBezTo>
                <a:cubicBezTo>
                  <a:pt x="292" y="160"/>
                  <a:pt x="292" y="160"/>
                  <a:pt x="292" y="168"/>
                </a:cubicBezTo>
                <a:cubicBezTo>
                  <a:pt x="292" y="204"/>
                  <a:pt x="292" y="204"/>
                  <a:pt x="292" y="204"/>
                </a:cubicBezTo>
                <a:cubicBezTo>
                  <a:pt x="346" y="204"/>
                  <a:pt x="346" y="204"/>
                  <a:pt x="346" y="204"/>
                </a:cubicBezTo>
                <a:cubicBezTo>
                  <a:pt x="346" y="274"/>
                  <a:pt x="346" y="274"/>
                  <a:pt x="346" y="274"/>
                </a:cubicBezTo>
                <a:cubicBezTo>
                  <a:pt x="292" y="274"/>
                  <a:pt x="292" y="274"/>
                  <a:pt x="292" y="274"/>
                </a:cubicBezTo>
                <a:cubicBezTo>
                  <a:pt x="292" y="426"/>
                  <a:pt x="292" y="426"/>
                  <a:pt x="292" y="426"/>
                </a:cubicBezTo>
                <a:cubicBezTo>
                  <a:pt x="372" y="426"/>
                  <a:pt x="372" y="426"/>
                  <a:pt x="372" y="426"/>
                </a:cubicBezTo>
                <a:cubicBezTo>
                  <a:pt x="399" y="426"/>
                  <a:pt x="425" y="399"/>
                  <a:pt x="425" y="372"/>
                </a:cubicBezTo>
                <a:cubicBezTo>
                  <a:pt x="425" y="53"/>
                  <a:pt x="425" y="53"/>
                  <a:pt x="425" y="53"/>
                </a:cubicBezTo>
                <a:cubicBezTo>
                  <a:pt x="425" y="27"/>
                  <a:pt x="399" y="0"/>
                  <a:pt x="372" y="0"/>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33" name="Freeform 119">
            <a:extLst>
              <a:ext uri="{FF2B5EF4-FFF2-40B4-BE49-F238E27FC236}">
                <a16:creationId xmlns:a16="http://schemas.microsoft.com/office/drawing/2014/main" id="{1D80EAF1-A465-0C64-2323-E12D0055D497}"/>
              </a:ext>
            </a:extLst>
          </p:cNvPr>
          <p:cNvSpPr>
            <a:spLocks noChangeArrowheads="1"/>
          </p:cNvSpPr>
          <p:nvPr/>
        </p:nvSpPr>
        <p:spPr bwMode="auto">
          <a:xfrm>
            <a:off x="5634582" y="3185359"/>
            <a:ext cx="461418" cy="452978"/>
          </a:xfrm>
          <a:custGeom>
            <a:avLst/>
            <a:gdLst>
              <a:gd name="T0" fmla="*/ 293 w 480"/>
              <a:gd name="T1" fmla="*/ 231 h 471"/>
              <a:gd name="T2" fmla="*/ 249 w 480"/>
              <a:gd name="T3" fmla="*/ 213 h 471"/>
              <a:gd name="T4" fmla="*/ 222 w 480"/>
              <a:gd name="T5" fmla="*/ 204 h 471"/>
              <a:gd name="T6" fmla="*/ 213 w 480"/>
              <a:gd name="T7" fmla="*/ 196 h 471"/>
              <a:gd name="T8" fmla="*/ 240 w 480"/>
              <a:gd name="T9" fmla="*/ 177 h 471"/>
              <a:gd name="T10" fmla="*/ 266 w 480"/>
              <a:gd name="T11" fmla="*/ 196 h 471"/>
              <a:gd name="T12" fmla="*/ 284 w 480"/>
              <a:gd name="T13" fmla="*/ 204 h 471"/>
              <a:gd name="T14" fmla="*/ 302 w 480"/>
              <a:gd name="T15" fmla="*/ 186 h 471"/>
              <a:gd name="T16" fmla="*/ 293 w 480"/>
              <a:gd name="T17" fmla="*/ 160 h 471"/>
              <a:gd name="T18" fmla="*/ 240 w 480"/>
              <a:gd name="T19" fmla="*/ 151 h 471"/>
              <a:gd name="T20" fmla="*/ 178 w 480"/>
              <a:gd name="T21" fmla="*/ 168 h 471"/>
              <a:gd name="T22" fmla="*/ 178 w 480"/>
              <a:gd name="T23" fmla="*/ 221 h 471"/>
              <a:gd name="T24" fmla="*/ 231 w 480"/>
              <a:gd name="T25" fmla="*/ 249 h 471"/>
              <a:gd name="T26" fmla="*/ 266 w 480"/>
              <a:gd name="T27" fmla="*/ 257 h 471"/>
              <a:gd name="T28" fmla="*/ 266 w 480"/>
              <a:gd name="T29" fmla="*/ 284 h 471"/>
              <a:gd name="T30" fmla="*/ 222 w 480"/>
              <a:gd name="T31" fmla="*/ 293 h 471"/>
              <a:gd name="T32" fmla="*/ 205 w 480"/>
              <a:gd name="T33" fmla="*/ 266 h 471"/>
              <a:gd name="T34" fmla="*/ 187 w 480"/>
              <a:gd name="T35" fmla="*/ 257 h 471"/>
              <a:gd name="T36" fmla="*/ 169 w 480"/>
              <a:gd name="T37" fmla="*/ 275 h 471"/>
              <a:gd name="T38" fmla="*/ 195 w 480"/>
              <a:gd name="T39" fmla="*/ 311 h 471"/>
              <a:gd name="T40" fmla="*/ 275 w 480"/>
              <a:gd name="T41" fmla="*/ 319 h 471"/>
              <a:gd name="T42" fmla="*/ 311 w 480"/>
              <a:gd name="T43" fmla="*/ 266 h 471"/>
              <a:gd name="T44" fmla="*/ 293 w 480"/>
              <a:gd name="T45" fmla="*/ 231 h 471"/>
              <a:gd name="T46" fmla="*/ 240 w 480"/>
              <a:gd name="T47" fmla="*/ 0 h 471"/>
              <a:gd name="T48" fmla="*/ 240 w 480"/>
              <a:gd name="T49" fmla="*/ 470 h 471"/>
              <a:gd name="T50" fmla="*/ 240 w 480"/>
              <a:gd name="T51" fmla="*/ 0 h 471"/>
              <a:gd name="T52" fmla="*/ 293 w 480"/>
              <a:gd name="T53" fmla="*/ 364 h 471"/>
              <a:gd name="T54" fmla="*/ 240 w 480"/>
              <a:gd name="T55" fmla="*/ 364 h 471"/>
              <a:gd name="T56" fmla="*/ 124 w 480"/>
              <a:gd name="T57" fmla="*/ 213 h 471"/>
              <a:gd name="T58" fmla="*/ 187 w 480"/>
              <a:gd name="T59" fmla="*/ 98 h 471"/>
              <a:gd name="T60" fmla="*/ 240 w 480"/>
              <a:gd name="T61" fmla="*/ 107 h 471"/>
              <a:gd name="T62" fmla="*/ 364 w 480"/>
              <a:gd name="T63" fmla="*/ 266 h 471"/>
              <a:gd name="T64" fmla="*/ 293 w 480"/>
              <a:gd name="T65" fmla="*/ 364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471">
                <a:moveTo>
                  <a:pt x="293" y="231"/>
                </a:moveTo>
                <a:lnTo>
                  <a:pt x="293" y="231"/>
                </a:lnTo>
                <a:cubicBezTo>
                  <a:pt x="284" y="231"/>
                  <a:pt x="284" y="221"/>
                  <a:pt x="275" y="221"/>
                </a:cubicBezTo>
                <a:cubicBezTo>
                  <a:pt x="266" y="221"/>
                  <a:pt x="258" y="213"/>
                  <a:pt x="249" y="213"/>
                </a:cubicBezTo>
                <a:cubicBezTo>
                  <a:pt x="240" y="213"/>
                  <a:pt x="231" y="213"/>
                  <a:pt x="231" y="213"/>
                </a:cubicBezTo>
                <a:cubicBezTo>
                  <a:pt x="222" y="204"/>
                  <a:pt x="222" y="204"/>
                  <a:pt x="222" y="204"/>
                </a:cubicBezTo>
                <a:cubicBezTo>
                  <a:pt x="213" y="204"/>
                  <a:pt x="213" y="204"/>
                  <a:pt x="213" y="204"/>
                </a:cubicBezTo>
                <a:cubicBezTo>
                  <a:pt x="213" y="196"/>
                  <a:pt x="213" y="196"/>
                  <a:pt x="213" y="196"/>
                </a:cubicBezTo>
                <a:cubicBezTo>
                  <a:pt x="213" y="186"/>
                  <a:pt x="213" y="186"/>
                  <a:pt x="213" y="177"/>
                </a:cubicBezTo>
                <a:cubicBezTo>
                  <a:pt x="222" y="177"/>
                  <a:pt x="231" y="177"/>
                  <a:pt x="240" y="177"/>
                </a:cubicBezTo>
                <a:cubicBezTo>
                  <a:pt x="249" y="177"/>
                  <a:pt x="258" y="177"/>
                  <a:pt x="258" y="177"/>
                </a:cubicBezTo>
                <a:cubicBezTo>
                  <a:pt x="266" y="186"/>
                  <a:pt x="266" y="186"/>
                  <a:pt x="266" y="196"/>
                </a:cubicBezTo>
                <a:cubicBezTo>
                  <a:pt x="275" y="196"/>
                  <a:pt x="275" y="204"/>
                  <a:pt x="275" y="204"/>
                </a:cubicBezTo>
                <a:lnTo>
                  <a:pt x="284" y="204"/>
                </a:lnTo>
                <a:cubicBezTo>
                  <a:pt x="293" y="204"/>
                  <a:pt x="293" y="204"/>
                  <a:pt x="302" y="204"/>
                </a:cubicBezTo>
                <a:cubicBezTo>
                  <a:pt x="302" y="196"/>
                  <a:pt x="302" y="196"/>
                  <a:pt x="302" y="186"/>
                </a:cubicBezTo>
                <a:lnTo>
                  <a:pt x="302" y="177"/>
                </a:lnTo>
                <a:cubicBezTo>
                  <a:pt x="302" y="168"/>
                  <a:pt x="293" y="168"/>
                  <a:pt x="293" y="160"/>
                </a:cubicBezTo>
                <a:cubicBezTo>
                  <a:pt x="284" y="160"/>
                  <a:pt x="275" y="151"/>
                  <a:pt x="266" y="151"/>
                </a:cubicBezTo>
                <a:cubicBezTo>
                  <a:pt x="258" y="151"/>
                  <a:pt x="249" y="151"/>
                  <a:pt x="240" y="151"/>
                </a:cubicBezTo>
                <a:cubicBezTo>
                  <a:pt x="222" y="151"/>
                  <a:pt x="213" y="151"/>
                  <a:pt x="205" y="151"/>
                </a:cubicBezTo>
                <a:cubicBezTo>
                  <a:pt x="195" y="160"/>
                  <a:pt x="187" y="160"/>
                  <a:pt x="178" y="168"/>
                </a:cubicBezTo>
                <a:cubicBezTo>
                  <a:pt x="178" y="177"/>
                  <a:pt x="169" y="186"/>
                  <a:pt x="169" y="196"/>
                </a:cubicBezTo>
                <a:cubicBezTo>
                  <a:pt x="169" y="204"/>
                  <a:pt x="178" y="213"/>
                  <a:pt x="178" y="221"/>
                </a:cubicBezTo>
                <a:cubicBezTo>
                  <a:pt x="187" y="231"/>
                  <a:pt x="195" y="231"/>
                  <a:pt x="205" y="240"/>
                </a:cubicBezTo>
                <a:cubicBezTo>
                  <a:pt x="213" y="240"/>
                  <a:pt x="222" y="240"/>
                  <a:pt x="231" y="249"/>
                </a:cubicBezTo>
                <a:cubicBezTo>
                  <a:pt x="240" y="249"/>
                  <a:pt x="249" y="249"/>
                  <a:pt x="258" y="249"/>
                </a:cubicBezTo>
                <a:cubicBezTo>
                  <a:pt x="258" y="257"/>
                  <a:pt x="266" y="257"/>
                  <a:pt x="266" y="257"/>
                </a:cubicBezTo>
                <a:cubicBezTo>
                  <a:pt x="275" y="266"/>
                  <a:pt x="275" y="266"/>
                  <a:pt x="275" y="275"/>
                </a:cubicBezTo>
                <a:lnTo>
                  <a:pt x="266" y="284"/>
                </a:lnTo>
                <a:cubicBezTo>
                  <a:pt x="258" y="293"/>
                  <a:pt x="249" y="293"/>
                  <a:pt x="240" y="293"/>
                </a:cubicBezTo>
                <a:cubicBezTo>
                  <a:pt x="231" y="293"/>
                  <a:pt x="222" y="293"/>
                  <a:pt x="222" y="293"/>
                </a:cubicBezTo>
                <a:cubicBezTo>
                  <a:pt x="213" y="284"/>
                  <a:pt x="213" y="284"/>
                  <a:pt x="213" y="284"/>
                </a:cubicBezTo>
                <a:cubicBezTo>
                  <a:pt x="213" y="275"/>
                  <a:pt x="205" y="275"/>
                  <a:pt x="205" y="266"/>
                </a:cubicBezTo>
                <a:cubicBezTo>
                  <a:pt x="205" y="266"/>
                  <a:pt x="205" y="257"/>
                  <a:pt x="195" y="257"/>
                </a:cubicBezTo>
                <a:lnTo>
                  <a:pt x="187" y="257"/>
                </a:lnTo>
                <a:cubicBezTo>
                  <a:pt x="178" y="257"/>
                  <a:pt x="178" y="257"/>
                  <a:pt x="178" y="257"/>
                </a:cubicBezTo>
                <a:cubicBezTo>
                  <a:pt x="169" y="266"/>
                  <a:pt x="169" y="266"/>
                  <a:pt x="169" y="275"/>
                </a:cubicBezTo>
                <a:cubicBezTo>
                  <a:pt x="169" y="275"/>
                  <a:pt x="169" y="284"/>
                  <a:pt x="178" y="293"/>
                </a:cubicBezTo>
                <a:cubicBezTo>
                  <a:pt x="178" y="302"/>
                  <a:pt x="187" y="311"/>
                  <a:pt x="195" y="311"/>
                </a:cubicBezTo>
                <a:cubicBezTo>
                  <a:pt x="205" y="319"/>
                  <a:pt x="222" y="319"/>
                  <a:pt x="240" y="319"/>
                </a:cubicBezTo>
                <a:cubicBezTo>
                  <a:pt x="258" y="319"/>
                  <a:pt x="266" y="319"/>
                  <a:pt x="275" y="319"/>
                </a:cubicBezTo>
                <a:cubicBezTo>
                  <a:pt x="293" y="311"/>
                  <a:pt x="302" y="302"/>
                  <a:pt x="302" y="293"/>
                </a:cubicBezTo>
                <a:cubicBezTo>
                  <a:pt x="311" y="284"/>
                  <a:pt x="311" y="275"/>
                  <a:pt x="311" y="266"/>
                </a:cubicBezTo>
                <a:cubicBezTo>
                  <a:pt x="311" y="257"/>
                  <a:pt x="311" y="249"/>
                  <a:pt x="311" y="249"/>
                </a:cubicBezTo>
                <a:cubicBezTo>
                  <a:pt x="302" y="240"/>
                  <a:pt x="302" y="231"/>
                  <a:pt x="293" y="231"/>
                </a:cubicBezTo>
                <a:close/>
                <a:moveTo>
                  <a:pt x="240" y="0"/>
                </a:moveTo>
                <a:lnTo>
                  <a:pt x="240" y="0"/>
                </a:lnTo>
                <a:cubicBezTo>
                  <a:pt x="107" y="0"/>
                  <a:pt x="0" y="107"/>
                  <a:pt x="0" y="231"/>
                </a:cubicBezTo>
                <a:cubicBezTo>
                  <a:pt x="0" y="364"/>
                  <a:pt x="107" y="470"/>
                  <a:pt x="240" y="470"/>
                </a:cubicBezTo>
                <a:cubicBezTo>
                  <a:pt x="372" y="470"/>
                  <a:pt x="479" y="364"/>
                  <a:pt x="479" y="231"/>
                </a:cubicBezTo>
                <a:cubicBezTo>
                  <a:pt x="479" y="107"/>
                  <a:pt x="372" y="0"/>
                  <a:pt x="240" y="0"/>
                </a:cubicBezTo>
                <a:close/>
                <a:moveTo>
                  <a:pt x="293" y="364"/>
                </a:moveTo>
                <a:lnTo>
                  <a:pt x="293" y="364"/>
                </a:lnTo>
                <a:cubicBezTo>
                  <a:pt x="284" y="364"/>
                  <a:pt x="275" y="364"/>
                  <a:pt x="266" y="364"/>
                </a:cubicBezTo>
                <a:cubicBezTo>
                  <a:pt x="258" y="364"/>
                  <a:pt x="249" y="364"/>
                  <a:pt x="240" y="364"/>
                </a:cubicBezTo>
                <a:cubicBezTo>
                  <a:pt x="178" y="364"/>
                  <a:pt x="115" y="302"/>
                  <a:pt x="115" y="240"/>
                </a:cubicBezTo>
                <a:cubicBezTo>
                  <a:pt x="115" y="231"/>
                  <a:pt x="115" y="221"/>
                  <a:pt x="124" y="213"/>
                </a:cubicBezTo>
                <a:cubicBezTo>
                  <a:pt x="115" y="204"/>
                  <a:pt x="115" y="186"/>
                  <a:pt x="115" y="177"/>
                </a:cubicBezTo>
                <a:cubicBezTo>
                  <a:pt x="115" y="133"/>
                  <a:pt x="142" y="98"/>
                  <a:pt x="187" y="98"/>
                </a:cubicBezTo>
                <a:cubicBezTo>
                  <a:pt x="195" y="98"/>
                  <a:pt x="213" y="107"/>
                  <a:pt x="222" y="115"/>
                </a:cubicBezTo>
                <a:cubicBezTo>
                  <a:pt x="231" y="107"/>
                  <a:pt x="231" y="107"/>
                  <a:pt x="240" y="107"/>
                </a:cubicBezTo>
                <a:cubicBezTo>
                  <a:pt x="311" y="107"/>
                  <a:pt x="364" y="168"/>
                  <a:pt x="364" y="240"/>
                </a:cubicBezTo>
                <a:cubicBezTo>
                  <a:pt x="364" y="249"/>
                  <a:pt x="364" y="257"/>
                  <a:pt x="364" y="266"/>
                </a:cubicBezTo>
                <a:cubicBezTo>
                  <a:pt x="364" y="275"/>
                  <a:pt x="364" y="284"/>
                  <a:pt x="364" y="293"/>
                </a:cubicBezTo>
                <a:cubicBezTo>
                  <a:pt x="364" y="337"/>
                  <a:pt x="337" y="364"/>
                  <a:pt x="293" y="364"/>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34" name="Freeform 120">
            <a:extLst>
              <a:ext uri="{FF2B5EF4-FFF2-40B4-BE49-F238E27FC236}">
                <a16:creationId xmlns:a16="http://schemas.microsoft.com/office/drawing/2014/main" id="{8CB60A1A-1E72-09C9-2D1F-2606CDFCA2EA}"/>
              </a:ext>
            </a:extLst>
          </p:cNvPr>
          <p:cNvSpPr>
            <a:spLocks noChangeArrowheads="1"/>
          </p:cNvSpPr>
          <p:nvPr/>
        </p:nvSpPr>
        <p:spPr bwMode="auto">
          <a:xfrm>
            <a:off x="7536523" y="3202241"/>
            <a:ext cx="478299" cy="419216"/>
          </a:xfrm>
          <a:custGeom>
            <a:avLst/>
            <a:gdLst>
              <a:gd name="T0" fmla="*/ 363 w 497"/>
              <a:gd name="T1" fmla="*/ 222 h 435"/>
              <a:gd name="T2" fmla="*/ 363 w 497"/>
              <a:gd name="T3" fmla="*/ 222 h 435"/>
              <a:gd name="T4" fmla="*/ 354 w 497"/>
              <a:gd name="T5" fmla="*/ 203 h 435"/>
              <a:gd name="T6" fmla="*/ 354 w 497"/>
              <a:gd name="T7" fmla="*/ 159 h 435"/>
              <a:gd name="T8" fmla="*/ 247 w 497"/>
              <a:gd name="T9" fmla="*/ 159 h 435"/>
              <a:gd name="T10" fmla="*/ 239 w 497"/>
              <a:gd name="T11" fmla="*/ 150 h 435"/>
              <a:gd name="T12" fmla="*/ 230 w 497"/>
              <a:gd name="T13" fmla="*/ 89 h 435"/>
              <a:gd name="T14" fmla="*/ 71 w 497"/>
              <a:gd name="T15" fmla="*/ 159 h 435"/>
              <a:gd name="T16" fmla="*/ 0 w 497"/>
              <a:gd name="T17" fmla="*/ 293 h 435"/>
              <a:gd name="T18" fmla="*/ 203 w 497"/>
              <a:gd name="T19" fmla="*/ 434 h 435"/>
              <a:gd name="T20" fmla="*/ 425 w 497"/>
              <a:gd name="T21" fmla="*/ 284 h 435"/>
              <a:gd name="T22" fmla="*/ 363 w 497"/>
              <a:gd name="T23" fmla="*/ 222 h 435"/>
              <a:gd name="T24" fmla="*/ 203 w 497"/>
              <a:gd name="T25" fmla="*/ 390 h 435"/>
              <a:gd name="T26" fmla="*/ 203 w 497"/>
              <a:gd name="T27" fmla="*/ 390 h 435"/>
              <a:gd name="T28" fmla="*/ 53 w 497"/>
              <a:gd name="T29" fmla="*/ 310 h 435"/>
              <a:gd name="T30" fmla="*/ 186 w 497"/>
              <a:gd name="T31" fmla="*/ 203 h 435"/>
              <a:gd name="T32" fmla="*/ 336 w 497"/>
              <a:gd name="T33" fmla="*/ 284 h 435"/>
              <a:gd name="T34" fmla="*/ 203 w 497"/>
              <a:gd name="T35" fmla="*/ 390 h 435"/>
              <a:gd name="T36" fmla="*/ 496 w 497"/>
              <a:gd name="T37" fmla="*/ 150 h 435"/>
              <a:gd name="T38" fmla="*/ 496 w 497"/>
              <a:gd name="T39" fmla="*/ 150 h 435"/>
              <a:gd name="T40" fmla="*/ 345 w 497"/>
              <a:gd name="T41" fmla="*/ 0 h 435"/>
              <a:gd name="T42" fmla="*/ 327 w 497"/>
              <a:gd name="T43" fmla="*/ 18 h 435"/>
              <a:gd name="T44" fmla="*/ 345 w 497"/>
              <a:gd name="T45" fmla="*/ 36 h 435"/>
              <a:gd name="T46" fmla="*/ 460 w 497"/>
              <a:gd name="T47" fmla="*/ 150 h 435"/>
              <a:gd name="T48" fmla="*/ 478 w 497"/>
              <a:gd name="T49" fmla="*/ 168 h 435"/>
              <a:gd name="T50" fmla="*/ 496 w 497"/>
              <a:gd name="T51" fmla="*/ 150 h 435"/>
              <a:gd name="T52" fmla="*/ 425 w 497"/>
              <a:gd name="T53" fmla="*/ 150 h 435"/>
              <a:gd name="T54" fmla="*/ 425 w 497"/>
              <a:gd name="T55" fmla="*/ 150 h 435"/>
              <a:gd name="T56" fmla="*/ 345 w 497"/>
              <a:gd name="T57" fmla="*/ 71 h 435"/>
              <a:gd name="T58" fmla="*/ 327 w 497"/>
              <a:gd name="T59" fmla="*/ 89 h 435"/>
              <a:gd name="T60" fmla="*/ 345 w 497"/>
              <a:gd name="T61" fmla="*/ 106 h 435"/>
              <a:gd name="T62" fmla="*/ 390 w 497"/>
              <a:gd name="T63" fmla="*/ 159 h 435"/>
              <a:gd name="T64" fmla="*/ 416 w 497"/>
              <a:gd name="T65" fmla="*/ 168 h 435"/>
              <a:gd name="T66" fmla="*/ 425 w 497"/>
              <a:gd name="T67" fmla="*/ 150 h 435"/>
              <a:gd name="T68" fmla="*/ 159 w 497"/>
              <a:gd name="T69" fmla="*/ 257 h 435"/>
              <a:gd name="T70" fmla="*/ 159 w 497"/>
              <a:gd name="T71" fmla="*/ 257 h 435"/>
              <a:gd name="T72" fmla="*/ 115 w 497"/>
              <a:gd name="T73" fmla="*/ 310 h 435"/>
              <a:gd name="T74" fmla="*/ 186 w 497"/>
              <a:gd name="T75" fmla="*/ 354 h 435"/>
              <a:gd name="T76" fmla="*/ 230 w 497"/>
              <a:gd name="T77" fmla="*/ 293 h 435"/>
              <a:gd name="T78" fmla="*/ 159 w 497"/>
              <a:gd name="T79" fmla="*/ 257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97" h="435">
                <a:moveTo>
                  <a:pt x="363" y="222"/>
                </a:moveTo>
                <a:lnTo>
                  <a:pt x="363" y="222"/>
                </a:lnTo>
                <a:cubicBezTo>
                  <a:pt x="354" y="213"/>
                  <a:pt x="354" y="213"/>
                  <a:pt x="354" y="203"/>
                </a:cubicBezTo>
                <a:cubicBezTo>
                  <a:pt x="363" y="186"/>
                  <a:pt x="363" y="168"/>
                  <a:pt x="354" y="159"/>
                </a:cubicBezTo>
                <a:cubicBezTo>
                  <a:pt x="336" y="133"/>
                  <a:pt x="300" y="133"/>
                  <a:pt x="247" y="159"/>
                </a:cubicBezTo>
                <a:cubicBezTo>
                  <a:pt x="247" y="159"/>
                  <a:pt x="230" y="159"/>
                  <a:pt x="239" y="150"/>
                </a:cubicBezTo>
                <a:cubicBezTo>
                  <a:pt x="247" y="124"/>
                  <a:pt x="239" y="106"/>
                  <a:pt x="230" y="89"/>
                </a:cubicBezTo>
                <a:cubicBezTo>
                  <a:pt x="203" y="62"/>
                  <a:pt x="132" y="97"/>
                  <a:pt x="71" y="159"/>
                </a:cubicBezTo>
                <a:cubicBezTo>
                  <a:pt x="26" y="203"/>
                  <a:pt x="0" y="248"/>
                  <a:pt x="0" y="293"/>
                </a:cubicBezTo>
                <a:cubicBezTo>
                  <a:pt x="0" y="372"/>
                  <a:pt x="106" y="434"/>
                  <a:pt x="203" y="434"/>
                </a:cubicBezTo>
                <a:cubicBezTo>
                  <a:pt x="336" y="434"/>
                  <a:pt x="425" y="346"/>
                  <a:pt x="425" y="284"/>
                </a:cubicBezTo>
                <a:cubicBezTo>
                  <a:pt x="425" y="248"/>
                  <a:pt x="390" y="231"/>
                  <a:pt x="363" y="222"/>
                </a:cubicBezTo>
                <a:close/>
                <a:moveTo>
                  <a:pt x="203" y="390"/>
                </a:moveTo>
                <a:lnTo>
                  <a:pt x="203" y="390"/>
                </a:lnTo>
                <a:cubicBezTo>
                  <a:pt x="124" y="399"/>
                  <a:pt x="53" y="363"/>
                  <a:pt x="53" y="310"/>
                </a:cubicBezTo>
                <a:cubicBezTo>
                  <a:pt x="44" y="257"/>
                  <a:pt x="106" y="213"/>
                  <a:pt x="186" y="203"/>
                </a:cubicBezTo>
                <a:cubicBezTo>
                  <a:pt x="265" y="195"/>
                  <a:pt x="336" y="231"/>
                  <a:pt x="336" y="284"/>
                </a:cubicBezTo>
                <a:cubicBezTo>
                  <a:pt x="345" y="337"/>
                  <a:pt x="283" y="381"/>
                  <a:pt x="203" y="390"/>
                </a:cubicBezTo>
                <a:close/>
                <a:moveTo>
                  <a:pt x="496" y="150"/>
                </a:moveTo>
                <a:lnTo>
                  <a:pt x="496" y="150"/>
                </a:lnTo>
                <a:cubicBezTo>
                  <a:pt x="496" y="71"/>
                  <a:pt x="425" y="0"/>
                  <a:pt x="345" y="0"/>
                </a:cubicBezTo>
                <a:cubicBezTo>
                  <a:pt x="336" y="0"/>
                  <a:pt x="327" y="9"/>
                  <a:pt x="327" y="18"/>
                </a:cubicBezTo>
                <a:cubicBezTo>
                  <a:pt x="327" y="27"/>
                  <a:pt x="336" y="36"/>
                  <a:pt x="345" y="36"/>
                </a:cubicBezTo>
                <a:cubicBezTo>
                  <a:pt x="407" y="36"/>
                  <a:pt x="460" y="89"/>
                  <a:pt x="460" y="150"/>
                </a:cubicBezTo>
                <a:cubicBezTo>
                  <a:pt x="460" y="159"/>
                  <a:pt x="469" y="168"/>
                  <a:pt x="478" y="168"/>
                </a:cubicBezTo>
                <a:cubicBezTo>
                  <a:pt x="487" y="168"/>
                  <a:pt x="496" y="159"/>
                  <a:pt x="496" y="150"/>
                </a:cubicBezTo>
                <a:close/>
                <a:moveTo>
                  <a:pt x="425" y="150"/>
                </a:moveTo>
                <a:lnTo>
                  <a:pt x="425" y="150"/>
                </a:lnTo>
                <a:cubicBezTo>
                  <a:pt x="416" y="106"/>
                  <a:pt x="390" y="80"/>
                  <a:pt x="345" y="71"/>
                </a:cubicBezTo>
                <a:cubicBezTo>
                  <a:pt x="336" y="71"/>
                  <a:pt x="327" y="80"/>
                  <a:pt x="327" y="89"/>
                </a:cubicBezTo>
                <a:cubicBezTo>
                  <a:pt x="327" y="97"/>
                  <a:pt x="327" y="106"/>
                  <a:pt x="345" y="106"/>
                </a:cubicBezTo>
                <a:cubicBezTo>
                  <a:pt x="363" y="115"/>
                  <a:pt x="390" y="133"/>
                  <a:pt x="390" y="159"/>
                </a:cubicBezTo>
                <a:cubicBezTo>
                  <a:pt x="390" y="168"/>
                  <a:pt x="398" y="168"/>
                  <a:pt x="416" y="168"/>
                </a:cubicBezTo>
                <a:cubicBezTo>
                  <a:pt x="425" y="168"/>
                  <a:pt x="425" y="159"/>
                  <a:pt x="425" y="150"/>
                </a:cubicBezTo>
                <a:close/>
                <a:moveTo>
                  <a:pt x="159" y="257"/>
                </a:moveTo>
                <a:lnTo>
                  <a:pt x="159" y="257"/>
                </a:lnTo>
                <a:cubicBezTo>
                  <a:pt x="132" y="257"/>
                  <a:pt x="106" y="284"/>
                  <a:pt x="115" y="310"/>
                </a:cubicBezTo>
                <a:cubicBezTo>
                  <a:pt x="124" y="337"/>
                  <a:pt x="150" y="354"/>
                  <a:pt x="186" y="354"/>
                </a:cubicBezTo>
                <a:cubicBezTo>
                  <a:pt x="212" y="346"/>
                  <a:pt x="239" y="319"/>
                  <a:pt x="230" y="293"/>
                </a:cubicBezTo>
                <a:cubicBezTo>
                  <a:pt x="221" y="266"/>
                  <a:pt x="194" y="248"/>
                  <a:pt x="159" y="257"/>
                </a:cubicBezTo>
                <a:close/>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35" name="Freeform 121">
            <a:extLst>
              <a:ext uri="{FF2B5EF4-FFF2-40B4-BE49-F238E27FC236}">
                <a16:creationId xmlns:a16="http://schemas.microsoft.com/office/drawing/2014/main" id="{4A719162-6E34-CFD3-74DC-94ECA7C1696B}"/>
              </a:ext>
            </a:extLst>
          </p:cNvPr>
          <p:cNvSpPr>
            <a:spLocks noChangeArrowheads="1"/>
          </p:cNvSpPr>
          <p:nvPr/>
        </p:nvSpPr>
        <p:spPr bwMode="auto">
          <a:xfrm>
            <a:off x="868476" y="4201042"/>
            <a:ext cx="317929" cy="402333"/>
          </a:xfrm>
          <a:custGeom>
            <a:avLst/>
            <a:gdLst>
              <a:gd name="T0" fmla="*/ 213 w 329"/>
              <a:gd name="T1" fmla="*/ 213 h 418"/>
              <a:gd name="T2" fmla="*/ 213 w 329"/>
              <a:gd name="T3" fmla="*/ 213 h 418"/>
              <a:gd name="T4" fmla="*/ 98 w 329"/>
              <a:gd name="T5" fmla="*/ 88 h 418"/>
              <a:gd name="T6" fmla="*/ 124 w 329"/>
              <a:gd name="T7" fmla="*/ 0 h 418"/>
              <a:gd name="T8" fmla="*/ 36 w 329"/>
              <a:gd name="T9" fmla="*/ 26 h 418"/>
              <a:gd name="T10" fmla="*/ 9 w 329"/>
              <a:gd name="T11" fmla="*/ 61 h 418"/>
              <a:gd name="T12" fmla="*/ 80 w 329"/>
              <a:gd name="T13" fmla="*/ 389 h 418"/>
              <a:gd name="T14" fmla="*/ 124 w 329"/>
              <a:gd name="T15" fmla="*/ 407 h 418"/>
              <a:gd name="T16" fmla="*/ 169 w 329"/>
              <a:gd name="T17" fmla="*/ 398 h 418"/>
              <a:gd name="T18" fmla="*/ 98 w 329"/>
              <a:gd name="T19" fmla="*/ 372 h 418"/>
              <a:gd name="T20" fmla="*/ 133 w 329"/>
              <a:gd name="T21" fmla="*/ 292 h 418"/>
              <a:gd name="T22" fmla="*/ 240 w 329"/>
              <a:gd name="T23" fmla="*/ 327 h 418"/>
              <a:gd name="T24" fmla="*/ 213 w 329"/>
              <a:gd name="T25" fmla="*/ 213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9" h="418">
                <a:moveTo>
                  <a:pt x="213" y="213"/>
                </a:moveTo>
                <a:lnTo>
                  <a:pt x="213" y="213"/>
                </a:lnTo>
                <a:cubicBezTo>
                  <a:pt x="151" y="186"/>
                  <a:pt x="98" y="151"/>
                  <a:pt x="98" y="88"/>
                </a:cubicBezTo>
                <a:cubicBezTo>
                  <a:pt x="98" y="61"/>
                  <a:pt x="98" y="26"/>
                  <a:pt x="124" y="0"/>
                </a:cubicBezTo>
                <a:cubicBezTo>
                  <a:pt x="36" y="26"/>
                  <a:pt x="36" y="26"/>
                  <a:pt x="36" y="26"/>
                </a:cubicBezTo>
                <a:cubicBezTo>
                  <a:pt x="18" y="26"/>
                  <a:pt x="0" y="44"/>
                  <a:pt x="9" y="61"/>
                </a:cubicBezTo>
                <a:cubicBezTo>
                  <a:pt x="80" y="389"/>
                  <a:pt x="80" y="389"/>
                  <a:pt x="80" y="389"/>
                </a:cubicBezTo>
                <a:cubicBezTo>
                  <a:pt x="89" y="407"/>
                  <a:pt x="106" y="417"/>
                  <a:pt x="124" y="407"/>
                </a:cubicBezTo>
                <a:cubicBezTo>
                  <a:pt x="169" y="398"/>
                  <a:pt x="169" y="398"/>
                  <a:pt x="169" y="398"/>
                </a:cubicBezTo>
                <a:cubicBezTo>
                  <a:pt x="151" y="398"/>
                  <a:pt x="124" y="389"/>
                  <a:pt x="98" y="372"/>
                </a:cubicBezTo>
                <a:cubicBezTo>
                  <a:pt x="133" y="292"/>
                  <a:pt x="133" y="292"/>
                  <a:pt x="133" y="292"/>
                </a:cubicBezTo>
                <a:cubicBezTo>
                  <a:pt x="133" y="292"/>
                  <a:pt x="178" y="327"/>
                  <a:pt x="240" y="327"/>
                </a:cubicBezTo>
                <a:cubicBezTo>
                  <a:pt x="302" y="327"/>
                  <a:pt x="328" y="257"/>
                  <a:pt x="213" y="213"/>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136" name="Freeform 122">
            <a:extLst>
              <a:ext uri="{FF2B5EF4-FFF2-40B4-BE49-F238E27FC236}">
                <a16:creationId xmlns:a16="http://schemas.microsoft.com/office/drawing/2014/main" id="{2C1A40A5-F9CF-CD14-5DDA-1525DB2579B5}"/>
              </a:ext>
            </a:extLst>
          </p:cNvPr>
          <p:cNvSpPr>
            <a:spLocks noChangeArrowheads="1"/>
          </p:cNvSpPr>
          <p:nvPr/>
        </p:nvSpPr>
        <p:spPr bwMode="auto">
          <a:xfrm>
            <a:off x="1020406" y="4150399"/>
            <a:ext cx="309487" cy="393893"/>
          </a:xfrm>
          <a:custGeom>
            <a:avLst/>
            <a:gdLst>
              <a:gd name="T0" fmla="*/ 311 w 320"/>
              <a:gd name="T1" fmla="*/ 345 h 408"/>
              <a:gd name="T2" fmla="*/ 311 w 320"/>
              <a:gd name="T3" fmla="*/ 345 h 408"/>
              <a:gd name="T4" fmla="*/ 240 w 320"/>
              <a:gd name="T5" fmla="*/ 26 h 408"/>
              <a:gd name="T6" fmla="*/ 196 w 320"/>
              <a:gd name="T7" fmla="*/ 0 h 408"/>
              <a:gd name="T8" fmla="*/ 125 w 320"/>
              <a:gd name="T9" fmla="*/ 17 h 408"/>
              <a:gd name="T10" fmla="*/ 213 w 320"/>
              <a:gd name="T11" fmla="*/ 44 h 408"/>
              <a:gd name="T12" fmla="*/ 187 w 320"/>
              <a:gd name="T13" fmla="*/ 123 h 408"/>
              <a:gd name="T14" fmla="*/ 99 w 320"/>
              <a:gd name="T15" fmla="*/ 97 h 408"/>
              <a:gd name="T16" fmla="*/ 125 w 320"/>
              <a:gd name="T17" fmla="*/ 195 h 408"/>
              <a:gd name="T18" fmla="*/ 240 w 320"/>
              <a:gd name="T19" fmla="*/ 336 h 408"/>
              <a:gd name="T20" fmla="*/ 222 w 320"/>
              <a:gd name="T21" fmla="*/ 407 h 408"/>
              <a:gd name="T22" fmla="*/ 284 w 320"/>
              <a:gd name="T23" fmla="*/ 389 h 408"/>
              <a:gd name="T24" fmla="*/ 311 w 320"/>
              <a:gd name="T25" fmla="*/ 345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0" h="408">
                <a:moveTo>
                  <a:pt x="311" y="345"/>
                </a:moveTo>
                <a:lnTo>
                  <a:pt x="311" y="345"/>
                </a:lnTo>
                <a:cubicBezTo>
                  <a:pt x="240" y="26"/>
                  <a:pt x="240" y="26"/>
                  <a:pt x="240" y="26"/>
                </a:cubicBezTo>
                <a:cubicBezTo>
                  <a:pt x="231" y="8"/>
                  <a:pt x="213" y="0"/>
                  <a:pt x="196" y="0"/>
                </a:cubicBezTo>
                <a:cubicBezTo>
                  <a:pt x="125" y="17"/>
                  <a:pt x="125" y="17"/>
                  <a:pt x="125" y="17"/>
                </a:cubicBezTo>
                <a:cubicBezTo>
                  <a:pt x="143" y="17"/>
                  <a:pt x="178" y="26"/>
                  <a:pt x="213" y="44"/>
                </a:cubicBezTo>
                <a:cubicBezTo>
                  <a:pt x="187" y="123"/>
                  <a:pt x="187" y="123"/>
                  <a:pt x="187" y="123"/>
                </a:cubicBezTo>
                <a:cubicBezTo>
                  <a:pt x="187" y="123"/>
                  <a:pt x="160" y="97"/>
                  <a:pt x="99" y="97"/>
                </a:cubicBezTo>
                <a:cubicBezTo>
                  <a:pt x="36" y="88"/>
                  <a:pt x="0" y="159"/>
                  <a:pt x="125" y="195"/>
                </a:cubicBezTo>
                <a:cubicBezTo>
                  <a:pt x="213" y="230"/>
                  <a:pt x="240" y="283"/>
                  <a:pt x="240" y="336"/>
                </a:cubicBezTo>
                <a:cubicBezTo>
                  <a:pt x="240" y="363"/>
                  <a:pt x="231" y="389"/>
                  <a:pt x="222" y="407"/>
                </a:cubicBezTo>
                <a:cubicBezTo>
                  <a:pt x="284" y="389"/>
                  <a:pt x="284" y="389"/>
                  <a:pt x="284" y="389"/>
                </a:cubicBezTo>
                <a:cubicBezTo>
                  <a:pt x="302" y="380"/>
                  <a:pt x="319" y="363"/>
                  <a:pt x="311" y="345"/>
                </a:cubicBezTo>
              </a:path>
            </a:pathLst>
          </a:custGeom>
          <a:solidFill>
            <a:schemeClr val="tx1"/>
          </a:solidFill>
          <a:ln>
            <a:noFill/>
          </a:ln>
          <a:effectLst/>
        </p:spPr>
        <p:txBody>
          <a:bodyPr wrap="none" lIns="34290" tIns="17145" rIns="34290" bIns="17145" anchor="ctr"/>
          <a:lstStyle/>
          <a:p>
            <a:pPr eaLnBrk="1" fontAlgn="auto" hangingPunct="1">
              <a:spcBef>
                <a:spcPts val="0"/>
              </a:spcBef>
              <a:spcAft>
                <a:spcPts val="0"/>
              </a:spcAft>
              <a:defRPr/>
            </a:pPr>
            <a:endParaRPr lang="en-US" dirty="0">
              <a:latin typeface="+mn-lt"/>
              <a:ea typeface="+mn-ea"/>
            </a:endParaRPr>
          </a:p>
        </p:txBody>
      </p:sp>
      <p:sp>
        <p:nvSpPr>
          <p:cNvPr id="2" name="Slide Number Placeholder 1">
            <a:extLst>
              <a:ext uri="{FF2B5EF4-FFF2-40B4-BE49-F238E27FC236}">
                <a16:creationId xmlns:a16="http://schemas.microsoft.com/office/drawing/2014/main" id="{E8C47AD0-18E8-3B39-AA07-5D535D71F23D}"/>
              </a:ext>
            </a:extLst>
          </p:cNvPr>
          <p:cNvSpPr>
            <a:spLocks noGrp="1"/>
          </p:cNvSpPr>
          <p:nvPr>
            <p:ph type="sldNum" sz="quarter" idx="11"/>
          </p:nvPr>
        </p:nvSpPr>
        <p:spPr/>
        <p:txBody>
          <a:bodyPr/>
          <a:lstStyle/>
          <a:p>
            <a:fld id="{7737D3DD-0AB3-4F16-99FA-6262B2B4036D}" type="slidenum">
              <a:rPr lang="en-MY" smtClean="0"/>
              <a:t>55</a:t>
            </a:fld>
            <a:endParaRPr lang="en-MY"/>
          </a:p>
        </p:txBody>
      </p:sp>
    </p:spTree>
    <p:extLst>
      <p:ext uri="{BB962C8B-B14F-4D97-AF65-F5344CB8AC3E}">
        <p14:creationId xmlns:p14="http://schemas.microsoft.com/office/powerpoint/2010/main" val="19900815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กลุ่ม 660">
            <a:extLst>
              <a:ext uri="{FF2B5EF4-FFF2-40B4-BE49-F238E27FC236}">
                <a16:creationId xmlns:a16="http://schemas.microsoft.com/office/drawing/2014/main" id="{AA7A8E24-26BF-6001-435F-B5BEBCF242C9}"/>
              </a:ext>
            </a:extLst>
          </p:cNvPr>
          <p:cNvGrpSpPr/>
          <p:nvPr/>
        </p:nvGrpSpPr>
        <p:grpSpPr>
          <a:xfrm>
            <a:off x="1283857" y="623913"/>
            <a:ext cx="1316037" cy="1301750"/>
            <a:chOff x="9799638" y="2105025"/>
            <a:chExt cx="1316037" cy="1301750"/>
          </a:xfrm>
        </p:grpSpPr>
        <p:sp>
          <p:nvSpPr>
            <p:cNvPr id="4" name="Oval 6">
              <a:extLst>
                <a:ext uri="{FF2B5EF4-FFF2-40B4-BE49-F238E27FC236}">
                  <a16:creationId xmlns:a16="http://schemas.microsoft.com/office/drawing/2014/main" id="{7BD17C8E-0B05-5BD4-C3A9-0EAF59A0D6B8}"/>
                </a:ext>
              </a:extLst>
            </p:cNvPr>
            <p:cNvSpPr>
              <a:spLocks noChangeArrowheads="1"/>
            </p:cNvSpPr>
            <p:nvPr/>
          </p:nvSpPr>
          <p:spPr bwMode="auto">
            <a:xfrm>
              <a:off x="9799638" y="2105025"/>
              <a:ext cx="1316037" cy="1301750"/>
            </a:xfrm>
            <a:prstGeom prst="ellipse">
              <a:avLst/>
            </a:prstGeom>
            <a:solidFill>
              <a:srgbClr val="4F76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5" name="Freeform 7">
              <a:extLst>
                <a:ext uri="{FF2B5EF4-FFF2-40B4-BE49-F238E27FC236}">
                  <a16:creationId xmlns:a16="http://schemas.microsoft.com/office/drawing/2014/main" id="{61359EA5-E872-7EE2-276D-5D25A3663802}"/>
                </a:ext>
              </a:extLst>
            </p:cNvPr>
            <p:cNvSpPr>
              <a:spLocks/>
            </p:cNvSpPr>
            <p:nvPr/>
          </p:nvSpPr>
          <p:spPr bwMode="auto">
            <a:xfrm>
              <a:off x="10304463" y="2473325"/>
              <a:ext cx="290512" cy="565150"/>
            </a:xfrm>
            <a:custGeom>
              <a:avLst/>
              <a:gdLst>
                <a:gd name="T0" fmla="*/ 16 w 19"/>
                <a:gd name="T1" fmla="*/ 6 h 37"/>
                <a:gd name="T2" fmla="*/ 19 w 19"/>
                <a:gd name="T3" fmla="*/ 6 h 37"/>
                <a:gd name="T4" fmla="*/ 19 w 19"/>
                <a:gd name="T5" fmla="*/ 6 h 37"/>
                <a:gd name="T6" fmla="*/ 19 w 19"/>
                <a:gd name="T7" fmla="*/ 0 h 37"/>
                <a:gd name="T8" fmla="*/ 18 w 19"/>
                <a:gd name="T9" fmla="*/ 0 h 37"/>
                <a:gd name="T10" fmla="*/ 14 w 19"/>
                <a:gd name="T11" fmla="*/ 0 h 37"/>
                <a:gd name="T12" fmla="*/ 9 w 19"/>
                <a:gd name="T13" fmla="*/ 2 h 37"/>
                <a:gd name="T14" fmla="*/ 6 w 19"/>
                <a:gd name="T15" fmla="*/ 7 h 37"/>
                <a:gd name="T16" fmla="*/ 6 w 19"/>
                <a:gd name="T17" fmla="*/ 9 h 37"/>
                <a:gd name="T18" fmla="*/ 6 w 19"/>
                <a:gd name="T19" fmla="*/ 13 h 37"/>
                <a:gd name="T20" fmla="*/ 6 w 19"/>
                <a:gd name="T21" fmla="*/ 14 h 37"/>
                <a:gd name="T22" fmla="*/ 0 w 19"/>
                <a:gd name="T23" fmla="*/ 14 h 37"/>
                <a:gd name="T24" fmla="*/ 0 w 19"/>
                <a:gd name="T25" fmla="*/ 20 h 37"/>
                <a:gd name="T26" fmla="*/ 6 w 19"/>
                <a:gd name="T27" fmla="*/ 20 h 37"/>
                <a:gd name="T28" fmla="*/ 6 w 19"/>
                <a:gd name="T29" fmla="*/ 37 h 37"/>
                <a:gd name="T30" fmla="*/ 13 w 19"/>
                <a:gd name="T31" fmla="*/ 37 h 37"/>
                <a:gd name="T32" fmla="*/ 13 w 19"/>
                <a:gd name="T33" fmla="*/ 20 h 37"/>
                <a:gd name="T34" fmla="*/ 18 w 19"/>
                <a:gd name="T35" fmla="*/ 20 h 37"/>
                <a:gd name="T36" fmla="*/ 19 w 19"/>
                <a:gd name="T37" fmla="*/ 14 h 37"/>
                <a:gd name="T38" fmla="*/ 18 w 19"/>
                <a:gd name="T39" fmla="*/ 14 h 37"/>
                <a:gd name="T40" fmla="*/ 13 w 19"/>
                <a:gd name="T41" fmla="*/ 14 h 37"/>
                <a:gd name="T42" fmla="*/ 13 w 19"/>
                <a:gd name="T43" fmla="*/ 9 h 37"/>
                <a:gd name="T44" fmla="*/ 16 w 19"/>
                <a:gd name="T45" fmla="*/ 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 h="37">
                  <a:moveTo>
                    <a:pt x="16" y="6"/>
                  </a:moveTo>
                  <a:cubicBezTo>
                    <a:pt x="17" y="6"/>
                    <a:pt x="18" y="6"/>
                    <a:pt x="19" y="6"/>
                  </a:cubicBezTo>
                  <a:cubicBezTo>
                    <a:pt x="19" y="6"/>
                    <a:pt x="19" y="6"/>
                    <a:pt x="19" y="6"/>
                  </a:cubicBezTo>
                  <a:cubicBezTo>
                    <a:pt x="19" y="0"/>
                    <a:pt x="19" y="0"/>
                    <a:pt x="19" y="0"/>
                  </a:cubicBezTo>
                  <a:cubicBezTo>
                    <a:pt x="19" y="0"/>
                    <a:pt x="18" y="0"/>
                    <a:pt x="18" y="0"/>
                  </a:cubicBezTo>
                  <a:cubicBezTo>
                    <a:pt x="16" y="0"/>
                    <a:pt x="15" y="0"/>
                    <a:pt x="14" y="0"/>
                  </a:cubicBezTo>
                  <a:cubicBezTo>
                    <a:pt x="12" y="0"/>
                    <a:pt x="10" y="1"/>
                    <a:pt x="9" y="2"/>
                  </a:cubicBezTo>
                  <a:cubicBezTo>
                    <a:pt x="7" y="3"/>
                    <a:pt x="6" y="5"/>
                    <a:pt x="6" y="7"/>
                  </a:cubicBezTo>
                  <a:cubicBezTo>
                    <a:pt x="6" y="8"/>
                    <a:pt x="6" y="8"/>
                    <a:pt x="6" y="9"/>
                  </a:cubicBezTo>
                  <a:cubicBezTo>
                    <a:pt x="6" y="11"/>
                    <a:pt x="6" y="12"/>
                    <a:pt x="6" y="13"/>
                  </a:cubicBezTo>
                  <a:cubicBezTo>
                    <a:pt x="6" y="14"/>
                    <a:pt x="6" y="14"/>
                    <a:pt x="6" y="14"/>
                  </a:cubicBezTo>
                  <a:cubicBezTo>
                    <a:pt x="0" y="14"/>
                    <a:pt x="0" y="14"/>
                    <a:pt x="0" y="14"/>
                  </a:cubicBezTo>
                  <a:cubicBezTo>
                    <a:pt x="0" y="20"/>
                    <a:pt x="0" y="20"/>
                    <a:pt x="0" y="20"/>
                  </a:cubicBezTo>
                  <a:cubicBezTo>
                    <a:pt x="6" y="20"/>
                    <a:pt x="6" y="20"/>
                    <a:pt x="6" y="20"/>
                  </a:cubicBezTo>
                  <a:cubicBezTo>
                    <a:pt x="6" y="37"/>
                    <a:pt x="6" y="37"/>
                    <a:pt x="6" y="37"/>
                  </a:cubicBezTo>
                  <a:cubicBezTo>
                    <a:pt x="13" y="37"/>
                    <a:pt x="13" y="37"/>
                    <a:pt x="13" y="37"/>
                  </a:cubicBezTo>
                  <a:cubicBezTo>
                    <a:pt x="13" y="20"/>
                    <a:pt x="13" y="20"/>
                    <a:pt x="13" y="20"/>
                  </a:cubicBezTo>
                  <a:cubicBezTo>
                    <a:pt x="18" y="20"/>
                    <a:pt x="18" y="20"/>
                    <a:pt x="18" y="20"/>
                  </a:cubicBezTo>
                  <a:cubicBezTo>
                    <a:pt x="19" y="18"/>
                    <a:pt x="19" y="16"/>
                    <a:pt x="19" y="14"/>
                  </a:cubicBezTo>
                  <a:cubicBezTo>
                    <a:pt x="19" y="14"/>
                    <a:pt x="18" y="14"/>
                    <a:pt x="18" y="14"/>
                  </a:cubicBezTo>
                  <a:cubicBezTo>
                    <a:pt x="16" y="14"/>
                    <a:pt x="13" y="14"/>
                    <a:pt x="13" y="14"/>
                  </a:cubicBezTo>
                  <a:cubicBezTo>
                    <a:pt x="13" y="14"/>
                    <a:pt x="13" y="10"/>
                    <a:pt x="13" y="9"/>
                  </a:cubicBezTo>
                  <a:cubicBezTo>
                    <a:pt x="13" y="7"/>
                    <a:pt x="14" y="6"/>
                    <a:pt x="16" y="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6" name="กลุ่ม 661">
            <a:extLst>
              <a:ext uri="{FF2B5EF4-FFF2-40B4-BE49-F238E27FC236}">
                <a16:creationId xmlns:a16="http://schemas.microsoft.com/office/drawing/2014/main" id="{57AE423F-94A1-489E-62BF-6595EF54D9F4}"/>
              </a:ext>
            </a:extLst>
          </p:cNvPr>
          <p:cNvGrpSpPr/>
          <p:nvPr/>
        </p:nvGrpSpPr>
        <p:grpSpPr>
          <a:xfrm>
            <a:off x="3380944" y="623913"/>
            <a:ext cx="1317625" cy="1301750"/>
            <a:chOff x="11896725" y="2105025"/>
            <a:chExt cx="1317625" cy="1301750"/>
          </a:xfrm>
        </p:grpSpPr>
        <p:sp>
          <p:nvSpPr>
            <p:cNvPr id="7" name="Oval 8">
              <a:extLst>
                <a:ext uri="{FF2B5EF4-FFF2-40B4-BE49-F238E27FC236}">
                  <a16:creationId xmlns:a16="http://schemas.microsoft.com/office/drawing/2014/main" id="{DCC7BB29-430D-077D-3926-6A6198756AAF}"/>
                </a:ext>
              </a:extLst>
            </p:cNvPr>
            <p:cNvSpPr>
              <a:spLocks noChangeArrowheads="1"/>
            </p:cNvSpPr>
            <p:nvPr/>
          </p:nvSpPr>
          <p:spPr bwMode="auto">
            <a:xfrm>
              <a:off x="11896725" y="2105025"/>
              <a:ext cx="1317625" cy="1301750"/>
            </a:xfrm>
            <a:prstGeom prst="ellipse">
              <a:avLst/>
            </a:prstGeom>
            <a:solidFill>
              <a:srgbClr val="34C4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8" name="Freeform 9">
              <a:extLst>
                <a:ext uri="{FF2B5EF4-FFF2-40B4-BE49-F238E27FC236}">
                  <a16:creationId xmlns:a16="http://schemas.microsoft.com/office/drawing/2014/main" id="{DB755503-B739-86BF-DF6C-B80F3A76240D}"/>
                </a:ext>
              </a:extLst>
            </p:cNvPr>
            <p:cNvSpPr>
              <a:spLocks/>
            </p:cNvSpPr>
            <p:nvPr/>
          </p:nvSpPr>
          <p:spPr bwMode="auto">
            <a:xfrm>
              <a:off x="12279313" y="2519363"/>
              <a:ext cx="582612" cy="474663"/>
            </a:xfrm>
            <a:custGeom>
              <a:avLst/>
              <a:gdLst>
                <a:gd name="T0" fmla="*/ 11 w 38"/>
                <a:gd name="T1" fmla="*/ 24 h 31"/>
                <a:gd name="T2" fmla="*/ 4 w 38"/>
                <a:gd name="T3" fmla="*/ 19 h 31"/>
                <a:gd name="T4" fmla="*/ 8 w 38"/>
                <a:gd name="T5" fmla="*/ 19 h 31"/>
                <a:gd name="T6" fmla="*/ 8 w 38"/>
                <a:gd name="T7" fmla="*/ 19 h 31"/>
                <a:gd name="T8" fmla="*/ 3 w 38"/>
                <a:gd name="T9" fmla="*/ 15 h 31"/>
                <a:gd name="T10" fmla="*/ 1 w 38"/>
                <a:gd name="T11" fmla="*/ 11 h 31"/>
                <a:gd name="T12" fmla="*/ 5 w 38"/>
                <a:gd name="T13" fmla="*/ 12 h 31"/>
                <a:gd name="T14" fmla="*/ 2 w 38"/>
                <a:gd name="T15" fmla="*/ 7 h 31"/>
                <a:gd name="T16" fmla="*/ 3 w 38"/>
                <a:gd name="T17" fmla="*/ 2 h 31"/>
                <a:gd name="T18" fmla="*/ 19 w 38"/>
                <a:gd name="T19" fmla="*/ 10 h 31"/>
                <a:gd name="T20" fmla="*/ 18 w 38"/>
                <a:gd name="T21" fmla="*/ 9 h 31"/>
                <a:gd name="T22" fmla="*/ 20 w 38"/>
                <a:gd name="T23" fmla="*/ 4 h 31"/>
                <a:gd name="T24" fmla="*/ 25 w 38"/>
                <a:gd name="T25" fmla="*/ 0 h 31"/>
                <a:gd name="T26" fmla="*/ 32 w 38"/>
                <a:gd name="T27" fmla="*/ 2 h 31"/>
                <a:gd name="T28" fmla="*/ 32 w 38"/>
                <a:gd name="T29" fmla="*/ 3 h 31"/>
                <a:gd name="T30" fmla="*/ 37 w 38"/>
                <a:gd name="T31" fmla="*/ 1 h 31"/>
                <a:gd name="T32" fmla="*/ 37 w 38"/>
                <a:gd name="T33" fmla="*/ 1 h 31"/>
                <a:gd name="T34" fmla="*/ 37 w 38"/>
                <a:gd name="T35" fmla="*/ 1 h 31"/>
                <a:gd name="T36" fmla="*/ 33 w 38"/>
                <a:gd name="T37" fmla="*/ 5 h 31"/>
                <a:gd name="T38" fmla="*/ 38 w 38"/>
                <a:gd name="T39" fmla="*/ 4 h 31"/>
                <a:gd name="T40" fmla="*/ 38 w 38"/>
                <a:gd name="T41" fmla="*/ 4 h 31"/>
                <a:gd name="T42" fmla="*/ 37 w 38"/>
                <a:gd name="T43" fmla="*/ 5 h 31"/>
                <a:gd name="T44" fmla="*/ 34 w 38"/>
                <a:gd name="T45" fmla="*/ 8 h 31"/>
                <a:gd name="T46" fmla="*/ 34 w 38"/>
                <a:gd name="T47" fmla="*/ 8 h 31"/>
                <a:gd name="T48" fmla="*/ 34 w 38"/>
                <a:gd name="T49" fmla="*/ 11 h 31"/>
                <a:gd name="T50" fmla="*/ 32 w 38"/>
                <a:gd name="T51" fmla="*/ 18 h 31"/>
                <a:gd name="T52" fmla="*/ 28 w 38"/>
                <a:gd name="T53" fmla="*/ 25 h 31"/>
                <a:gd name="T54" fmla="*/ 17 w 38"/>
                <a:gd name="T55" fmla="*/ 30 h 31"/>
                <a:gd name="T56" fmla="*/ 13 w 38"/>
                <a:gd name="T57" fmla="*/ 31 h 31"/>
                <a:gd name="T58" fmla="*/ 0 w 38"/>
                <a:gd name="T59" fmla="*/ 28 h 31"/>
                <a:gd name="T60" fmla="*/ 0 w 38"/>
                <a:gd name="T61" fmla="*/ 28 h 31"/>
                <a:gd name="T62" fmla="*/ 8 w 38"/>
                <a:gd name="T63" fmla="*/ 26 h 31"/>
                <a:gd name="T64" fmla="*/ 11 w 38"/>
                <a:gd name="T65" fmla="*/ 24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 h="31">
                  <a:moveTo>
                    <a:pt x="11" y="24"/>
                  </a:moveTo>
                  <a:cubicBezTo>
                    <a:pt x="7" y="24"/>
                    <a:pt x="5" y="21"/>
                    <a:pt x="4" y="19"/>
                  </a:cubicBezTo>
                  <a:cubicBezTo>
                    <a:pt x="5" y="19"/>
                    <a:pt x="6" y="19"/>
                    <a:pt x="8" y="19"/>
                  </a:cubicBezTo>
                  <a:cubicBezTo>
                    <a:pt x="8" y="19"/>
                    <a:pt x="8" y="19"/>
                    <a:pt x="8" y="19"/>
                  </a:cubicBezTo>
                  <a:cubicBezTo>
                    <a:pt x="5" y="18"/>
                    <a:pt x="4" y="17"/>
                    <a:pt x="3" y="15"/>
                  </a:cubicBezTo>
                  <a:cubicBezTo>
                    <a:pt x="2" y="14"/>
                    <a:pt x="1" y="13"/>
                    <a:pt x="1" y="11"/>
                  </a:cubicBezTo>
                  <a:cubicBezTo>
                    <a:pt x="3" y="12"/>
                    <a:pt x="4" y="12"/>
                    <a:pt x="5" y="12"/>
                  </a:cubicBezTo>
                  <a:cubicBezTo>
                    <a:pt x="3" y="11"/>
                    <a:pt x="2" y="9"/>
                    <a:pt x="2" y="7"/>
                  </a:cubicBezTo>
                  <a:cubicBezTo>
                    <a:pt x="1" y="5"/>
                    <a:pt x="2" y="3"/>
                    <a:pt x="3" y="2"/>
                  </a:cubicBezTo>
                  <a:cubicBezTo>
                    <a:pt x="7" y="7"/>
                    <a:pt x="12" y="9"/>
                    <a:pt x="19" y="10"/>
                  </a:cubicBezTo>
                  <a:cubicBezTo>
                    <a:pt x="19" y="9"/>
                    <a:pt x="18" y="9"/>
                    <a:pt x="18" y="9"/>
                  </a:cubicBezTo>
                  <a:cubicBezTo>
                    <a:pt x="18" y="7"/>
                    <a:pt x="19" y="5"/>
                    <a:pt x="20" y="4"/>
                  </a:cubicBezTo>
                  <a:cubicBezTo>
                    <a:pt x="21" y="2"/>
                    <a:pt x="23" y="1"/>
                    <a:pt x="25" y="0"/>
                  </a:cubicBezTo>
                  <a:cubicBezTo>
                    <a:pt x="27" y="0"/>
                    <a:pt x="30" y="1"/>
                    <a:pt x="32" y="2"/>
                  </a:cubicBezTo>
                  <a:cubicBezTo>
                    <a:pt x="32" y="3"/>
                    <a:pt x="32" y="3"/>
                    <a:pt x="32" y="3"/>
                  </a:cubicBezTo>
                  <a:cubicBezTo>
                    <a:pt x="34" y="2"/>
                    <a:pt x="35" y="2"/>
                    <a:pt x="37" y="1"/>
                  </a:cubicBezTo>
                  <a:cubicBezTo>
                    <a:pt x="37" y="1"/>
                    <a:pt x="37" y="1"/>
                    <a:pt x="37" y="1"/>
                  </a:cubicBezTo>
                  <a:cubicBezTo>
                    <a:pt x="37" y="1"/>
                    <a:pt x="37" y="1"/>
                    <a:pt x="37" y="1"/>
                  </a:cubicBezTo>
                  <a:cubicBezTo>
                    <a:pt x="36" y="3"/>
                    <a:pt x="35" y="4"/>
                    <a:pt x="33" y="5"/>
                  </a:cubicBezTo>
                  <a:cubicBezTo>
                    <a:pt x="35" y="5"/>
                    <a:pt x="36" y="4"/>
                    <a:pt x="38" y="4"/>
                  </a:cubicBezTo>
                  <a:cubicBezTo>
                    <a:pt x="38" y="4"/>
                    <a:pt x="38" y="4"/>
                    <a:pt x="38" y="4"/>
                  </a:cubicBezTo>
                  <a:cubicBezTo>
                    <a:pt x="37" y="4"/>
                    <a:pt x="37" y="5"/>
                    <a:pt x="37" y="5"/>
                  </a:cubicBezTo>
                  <a:cubicBezTo>
                    <a:pt x="36" y="6"/>
                    <a:pt x="35" y="7"/>
                    <a:pt x="34" y="8"/>
                  </a:cubicBezTo>
                  <a:cubicBezTo>
                    <a:pt x="34" y="8"/>
                    <a:pt x="34" y="8"/>
                    <a:pt x="34" y="8"/>
                  </a:cubicBezTo>
                  <a:cubicBezTo>
                    <a:pt x="34" y="9"/>
                    <a:pt x="34" y="10"/>
                    <a:pt x="34" y="11"/>
                  </a:cubicBezTo>
                  <a:cubicBezTo>
                    <a:pt x="33" y="14"/>
                    <a:pt x="33" y="16"/>
                    <a:pt x="32" y="18"/>
                  </a:cubicBezTo>
                  <a:cubicBezTo>
                    <a:pt x="31" y="21"/>
                    <a:pt x="29" y="23"/>
                    <a:pt x="28" y="25"/>
                  </a:cubicBezTo>
                  <a:cubicBezTo>
                    <a:pt x="25" y="28"/>
                    <a:pt x="21" y="30"/>
                    <a:pt x="17" y="30"/>
                  </a:cubicBezTo>
                  <a:cubicBezTo>
                    <a:pt x="15" y="31"/>
                    <a:pt x="14" y="31"/>
                    <a:pt x="13" y="31"/>
                  </a:cubicBezTo>
                  <a:cubicBezTo>
                    <a:pt x="8" y="31"/>
                    <a:pt x="4" y="30"/>
                    <a:pt x="0" y="28"/>
                  </a:cubicBezTo>
                  <a:cubicBezTo>
                    <a:pt x="0" y="28"/>
                    <a:pt x="0" y="28"/>
                    <a:pt x="0" y="28"/>
                  </a:cubicBezTo>
                  <a:cubicBezTo>
                    <a:pt x="3" y="28"/>
                    <a:pt x="5" y="27"/>
                    <a:pt x="8" y="26"/>
                  </a:cubicBezTo>
                  <a:cubicBezTo>
                    <a:pt x="9" y="26"/>
                    <a:pt x="10" y="25"/>
                    <a:pt x="11"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15" name="กลุ่ม 662">
            <a:extLst>
              <a:ext uri="{FF2B5EF4-FFF2-40B4-BE49-F238E27FC236}">
                <a16:creationId xmlns:a16="http://schemas.microsoft.com/office/drawing/2014/main" id="{2F0EE02C-AFAC-0BA6-3B20-FE7FAAC149E1}"/>
              </a:ext>
            </a:extLst>
          </p:cNvPr>
          <p:cNvGrpSpPr/>
          <p:nvPr/>
        </p:nvGrpSpPr>
        <p:grpSpPr>
          <a:xfrm>
            <a:off x="5479619" y="623913"/>
            <a:ext cx="1316037" cy="1301750"/>
            <a:chOff x="13995400" y="2105025"/>
            <a:chExt cx="1316037" cy="1301750"/>
          </a:xfrm>
        </p:grpSpPr>
        <p:sp>
          <p:nvSpPr>
            <p:cNvPr id="16" name="Oval 15">
              <a:extLst>
                <a:ext uri="{FF2B5EF4-FFF2-40B4-BE49-F238E27FC236}">
                  <a16:creationId xmlns:a16="http://schemas.microsoft.com/office/drawing/2014/main" id="{319A3349-4F63-ACB2-6866-3F22EB58A5FE}"/>
                </a:ext>
              </a:extLst>
            </p:cNvPr>
            <p:cNvSpPr>
              <a:spLocks noChangeArrowheads="1"/>
            </p:cNvSpPr>
            <p:nvPr/>
          </p:nvSpPr>
          <p:spPr bwMode="auto">
            <a:xfrm>
              <a:off x="13995400" y="2105025"/>
              <a:ext cx="1316037" cy="1301750"/>
            </a:xfrm>
            <a:prstGeom prst="ellipse">
              <a:avLst/>
            </a:prstGeom>
            <a:solidFill>
              <a:srgbClr val="F157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17" name="Freeform 16">
              <a:extLst>
                <a:ext uri="{FF2B5EF4-FFF2-40B4-BE49-F238E27FC236}">
                  <a16:creationId xmlns:a16="http://schemas.microsoft.com/office/drawing/2014/main" id="{7EE698CB-3B08-2106-2C76-077EAFB1F982}"/>
                </a:ext>
              </a:extLst>
            </p:cNvPr>
            <p:cNvSpPr>
              <a:spLocks/>
            </p:cNvSpPr>
            <p:nvPr/>
          </p:nvSpPr>
          <p:spPr bwMode="auto">
            <a:xfrm>
              <a:off x="14347825" y="2533650"/>
              <a:ext cx="442912" cy="444500"/>
            </a:xfrm>
            <a:custGeom>
              <a:avLst/>
              <a:gdLst>
                <a:gd name="T0" fmla="*/ 15 w 29"/>
                <a:gd name="T1" fmla="*/ 12 h 29"/>
                <a:gd name="T2" fmla="*/ 14 w 29"/>
                <a:gd name="T3" fmla="*/ 12 h 29"/>
                <a:gd name="T4" fmla="*/ 15 w 29"/>
                <a:gd name="T5" fmla="*/ 18 h 29"/>
                <a:gd name="T6" fmla="*/ 22 w 29"/>
                <a:gd name="T7" fmla="*/ 18 h 29"/>
                <a:gd name="T8" fmla="*/ 19 w 29"/>
                <a:gd name="T9" fmla="*/ 22 h 29"/>
                <a:gd name="T10" fmla="*/ 15 w 29"/>
                <a:gd name="T11" fmla="*/ 23 h 29"/>
                <a:gd name="T12" fmla="*/ 12 w 29"/>
                <a:gd name="T13" fmla="*/ 23 h 29"/>
                <a:gd name="T14" fmla="*/ 6 w 29"/>
                <a:gd name="T15" fmla="*/ 16 h 29"/>
                <a:gd name="T16" fmla="*/ 6 w 29"/>
                <a:gd name="T17" fmla="*/ 13 h 29"/>
                <a:gd name="T18" fmla="*/ 16 w 29"/>
                <a:gd name="T19" fmla="*/ 6 h 29"/>
                <a:gd name="T20" fmla="*/ 20 w 29"/>
                <a:gd name="T21" fmla="*/ 8 h 29"/>
                <a:gd name="T22" fmla="*/ 24 w 29"/>
                <a:gd name="T23" fmla="*/ 4 h 29"/>
                <a:gd name="T24" fmla="*/ 22 w 29"/>
                <a:gd name="T25" fmla="*/ 2 h 29"/>
                <a:gd name="T26" fmla="*/ 15 w 29"/>
                <a:gd name="T27" fmla="*/ 0 h 29"/>
                <a:gd name="T28" fmla="*/ 13 w 29"/>
                <a:gd name="T29" fmla="*/ 0 h 29"/>
                <a:gd name="T30" fmla="*/ 11 w 29"/>
                <a:gd name="T31" fmla="*/ 1 h 29"/>
                <a:gd name="T32" fmla="*/ 3 w 29"/>
                <a:gd name="T33" fmla="*/ 6 h 29"/>
                <a:gd name="T34" fmla="*/ 0 w 29"/>
                <a:gd name="T35" fmla="*/ 14 h 29"/>
                <a:gd name="T36" fmla="*/ 0 w 29"/>
                <a:gd name="T37" fmla="*/ 18 h 29"/>
                <a:gd name="T38" fmla="*/ 6 w 29"/>
                <a:gd name="T39" fmla="*/ 27 h 29"/>
                <a:gd name="T40" fmla="*/ 14 w 29"/>
                <a:gd name="T41" fmla="*/ 29 h 29"/>
                <a:gd name="T42" fmla="*/ 19 w 29"/>
                <a:gd name="T43" fmla="*/ 29 h 29"/>
                <a:gd name="T44" fmla="*/ 26 w 29"/>
                <a:gd name="T45" fmla="*/ 24 h 29"/>
                <a:gd name="T46" fmla="*/ 28 w 29"/>
                <a:gd name="T47" fmla="*/ 12 h 29"/>
                <a:gd name="T48" fmla="*/ 15 w 29"/>
                <a:gd name="T49" fmla="*/ 12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 h="29">
                  <a:moveTo>
                    <a:pt x="15" y="12"/>
                  </a:moveTo>
                  <a:cubicBezTo>
                    <a:pt x="15" y="12"/>
                    <a:pt x="14" y="12"/>
                    <a:pt x="14" y="12"/>
                  </a:cubicBezTo>
                  <a:cubicBezTo>
                    <a:pt x="14" y="14"/>
                    <a:pt x="15" y="18"/>
                    <a:pt x="15" y="18"/>
                  </a:cubicBezTo>
                  <a:cubicBezTo>
                    <a:pt x="15" y="18"/>
                    <a:pt x="22" y="18"/>
                    <a:pt x="22" y="18"/>
                  </a:cubicBezTo>
                  <a:cubicBezTo>
                    <a:pt x="22" y="18"/>
                    <a:pt x="22" y="21"/>
                    <a:pt x="19" y="22"/>
                  </a:cubicBezTo>
                  <a:cubicBezTo>
                    <a:pt x="18" y="23"/>
                    <a:pt x="17" y="23"/>
                    <a:pt x="15" y="23"/>
                  </a:cubicBezTo>
                  <a:cubicBezTo>
                    <a:pt x="14" y="24"/>
                    <a:pt x="13" y="23"/>
                    <a:pt x="12" y="23"/>
                  </a:cubicBezTo>
                  <a:cubicBezTo>
                    <a:pt x="9" y="22"/>
                    <a:pt x="6" y="19"/>
                    <a:pt x="6" y="16"/>
                  </a:cubicBezTo>
                  <a:cubicBezTo>
                    <a:pt x="6" y="15"/>
                    <a:pt x="6" y="14"/>
                    <a:pt x="6" y="13"/>
                  </a:cubicBezTo>
                  <a:cubicBezTo>
                    <a:pt x="7" y="9"/>
                    <a:pt x="11" y="6"/>
                    <a:pt x="16" y="6"/>
                  </a:cubicBezTo>
                  <a:cubicBezTo>
                    <a:pt x="18" y="7"/>
                    <a:pt x="19" y="7"/>
                    <a:pt x="20" y="8"/>
                  </a:cubicBezTo>
                  <a:cubicBezTo>
                    <a:pt x="21" y="7"/>
                    <a:pt x="23" y="6"/>
                    <a:pt x="24" y="4"/>
                  </a:cubicBezTo>
                  <a:cubicBezTo>
                    <a:pt x="24" y="4"/>
                    <a:pt x="23" y="3"/>
                    <a:pt x="22" y="2"/>
                  </a:cubicBezTo>
                  <a:cubicBezTo>
                    <a:pt x="20" y="1"/>
                    <a:pt x="17" y="0"/>
                    <a:pt x="15" y="0"/>
                  </a:cubicBezTo>
                  <a:cubicBezTo>
                    <a:pt x="14" y="0"/>
                    <a:pt x="14" y="0"/>
                    <a:pt x="13" y="0"/>
                  </a:cubicBezTo>
                  <a:cubicBezTo>
                    <a:pt x="13" y="0"/>
                    <a:pt x="12" y="1"/>
                    <a:pt x="11" y="1"/>
                  </a:cubicBezTo>
                  <a:cubicBezTo>
                    <a:pt x="8" y="2"/>
                    <a:pt x="5" y="3"/>
                    <a:pt x="3" y="6"/>
                  </a:cubicBezTo>
                  <a:cubicBezTo>
                    <a:pt x="1" y="8"/>
                    <a:pt x="0" y="11"/>
                    <a:pt x="0" y="14"/>
                  </a:cubicBezTo>
                  <a:cubicBezTo>
                    <a:pt x="0" y="15"/>
                    <a:pt x="0" y="17"/>
                    <a:pt x="0" y="18"/>
                  </a:cubicBezTo>
                  <a:cubicBezTo>
                    <a:pt x="1" y="22"/>
                    <a:pt x="3" y="24"/>
                    <a:pt x="6" y="27"/>
                  </a:cubicBezTo>
                  <a:cubicBezTo>
                    <a:pt x="8" y="28"/>
                    <a:pt x="11" y="29"/>
                    <a:pt x="14" y="29"/>
                  </a:cubicBezTo>
                  <a:cubicBezTo>
                    <a:pt x="15" y="29"/>
                    <a:pt x="17" y="29"/>
                    <a:pt x="19" y="29"/>
                  </a:cubicBezTo>
                  <a:cubicBezTo>
                    <a:pt x="21" y="28"/>
                    <a:pt x="24" y="27"/>
                    <a:pt x="26" y="24"/>
                  </a:cubicBezTo>
                  <a:cubicBezTo>
                    <a:pt x="28" y="21"/>
                    <a:pt x="29" y="16"/>
                    <a:pt x="28" y="12"/>
                  </a:cubicBezTo>
                  <a:cubicBezTo>
                    <a:pt x="24" y="12"/>
                    <a:pt x="19" y="12"/>
                    <a:pt x="15" y="1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18" name="Freeform 17">
              <a:extLst>
                <a:ext uri="{FF2B5EF4-FFF2-40B4-BE49-F238E27FC236}">
                  <a16:creationId xmlns:a16="http://schemas.microsoft.com/office/drawing/2014/main" id="{3A6F5E7A-BF66-A3D3-6799-C26F23BE4448}"/>
                </a:ext>
              </a:extLst>
            </p:cNvPr>
            <p:cNvSpPr>
              <a:spLocks/>
            </p:cNvSpPr>
            <p:nvPr/>
          </p:nvSpPr>
          <p:spPr bwMode="auto">
            <a:xfrm>
              <a:off x="14836775" y="2641600"/>
              <a:ext cx="214312" cy="214313"/>
            </a:xfrm>
            <a:custGeom>
              <a:avLst/>
              <a:gdLst>
                <a:gd name="T0" fmla="*/ 135 w 135"/>
                <a:gd name="T1" fmla="*/ 48 h 135"/>
                <a:gd name="T2" fmla="*/ 87 w 135"/>
                <a:gd name="T3" fmla="*/ 48 h 135"/>
                <a:gd name="T4" fmla="*/ 87 w 135"/>
                <a:gd name="T5" fmla="*/ 0 h 135"/>
                <a:gd name="T6" fmla="*/ 87 w 135"/>
                <a:gd name="T7" fmla="*/ 0 h 135"/>
                <a:gd name="T8" fmla="*/ 87 w 135"/>
                <a:gd name="T9" fmla="*/ 0 h 135"/>
                <a:gd name="T10" fmla="*/ 48 w 135"/>
                <a:gd name="T11" fmla="*/ 0 h 135"/>
                <a:gd name="T12" fmla="*/ 48 w 135"/>
                <a:gd name="T13" fmla="*/ 0 h 135"/>
                <a:gd name="T14" fmla="*/ 48 w 135"/>
                <a:gd name="T15" fmla="*/ 0 h 135"/>
                <a:gd name="T16" fmla="*/ 48 w 135"/>
                <a:gd name="T17" fmla="*/ 48 h 135"/>
                <a:gd name="T18" fmla="*/ 0 w 135"/>
                <a:gd name="T19" fmla="*/ 48 h 135"/>
                <a:gd name="T20" fmla="*/ 0 w 135"/>
                <a:gd name="T21" fmla="*/ 48 h 135"/>
                <a:gd name="T22" fmla="*/ 0 w 135"/>
                <a:gd name="T23" fmla="*/ 48 h 135"/>
                <a:gd name="T24" fmla="*/ 0 w 135"/>
                <a:gd name="T25" fmla="*/ 87 h 135"/>
                <a:gd name="T26" fmla="*/ 0 w 135"/>
                <a:gd name="T27" fmla="*/ 87 h 135"/>
                <a:gd name="T28" fmla="*/ 0 w 135"/>
                <a:gd name="T29" fmla="*/ 87 h 135"/>
                <a:gd name="T30" fmla="*/ 48 w 135"/>
                <a:gd name="T31" fmla="*/ 87 h 135"/>
                <a:gd name="T32" fmla="*/ 48 w 135"/>
                <a:gd name="T33" fmla="*/ 135 h 135"/>
                <a:gd name="T34" fmla="*/ 48 w 135"/>
                <a:gd name="T35" fmla="*/ 135 h 135"/>
                <a:gd name="T36" fmla="*/ 48 w 135"/>
                <a:gd name="T37" fmla="*/ 135 h 135"/>
                <a:gd name="T38" fmla="*/ 87 w 135"/>
                <a:gd name="T39" fmla="*/ 135 h 135"/>
                <a:gd name="T40" fmla="*/ 87 w 135"/>
                <a:gd name="T41" fmla="*/ 135 h 135"/>
                <a:gd name="T42" fmla="*/ 87 w 135"/>
                <a:gd name="T43" fmla="*/ 135 h 135"/>
                <a:gd name="T44" fmla="*/ 87 w 135"/>
                <a:gd name="T45" fmla="*/ 87 h 135"/>
                <a:gd name="T46" fmla="*/ 135 w 135"/>
                <a:gd name="T47" fmla="*/ 87 h 135"/>
                <a:gd name="T48" fmla="*/ 135 w 135"/>
                <a:gd name="T49" fmla="*/ 87 h 135"/>
                <a:gd name="T50" fmla="*/ 135 w 135"/>
                <a:gd name="T51" fmla="*/ 87 h 135"/>
                <a:gd name="T52" fmla="*/ 135 w 135"/>
                <a:gd name="T53" fmla="*/ 48 h 135"/>
                <a:gd name="T54" fmla="*/ 135 w 135"/>
                <a:gd name="T55" fmla="*/ 48 h 135"/>
                <a:gd name="T56" fmla="*/ 135 w 135"/>
                <a:gd name="T57" fmla="*/ 4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5" h="135">
                  <a:moveTo>
                    <a:pt x="135" y="48"/>
                  </a:moveTo>
                  <a:lnTo>
                    <a:pt x="87" y="48"/>
                  </a:lnTo>
                  <a:lnTo>
                    <a:pt x="87" y="0"/>
                  </a:lnTo>
                  <a:lnTo>
                    <a:pt x="87" y="0"/>
                  </a:lnTo>
                  <a:lnTo>
                    <a:pt x="87" y="0"/>
                  </a:lnTo>
                  <a:lnTo>
                    <a:pt x="48" y="0"/>
                  </a:lnTo>
                  <a:lnTo>
                    <a:pt x="48" y="0"/>
                  </a:lnTo>
                  <a:lnTo>
                    <a:pt x="48" y="0"/>
                  </a:lnTo>
                  <a:lnTo>
                    <a:pt x="48" y="48"/>
                  </a:lnTo>
                  <a:lnTo>
                    <a:pt x="0" y="48"/>
                  </a:lnTo>
                  <a:lnTo>
                    <a:pt x="0" y="48"/>
                  </a:lnTo>
                  <a:lnTo>
                    <a:pt x="0" y="48"/>
                  </a:lnTo>
                  <a:lnTo>
                    <a:pt x="0" y="87"/>
                  </a:lnTo>
                  <a:lnTo>
                    <a:pt x="0" y="87"/>
                  </a:lnTo>
                  <a:lnTo>
                    <a:pt x="0" y="87"/>
                  </a:lnTo>
                  <a:lnTo>
                    <a:pt x="48" y="87"/>
                  </a:lnTo>
                  <a:lnTo>
                    <a:pt x="48" y="135"/>
                  </a:lnTo>
                  <a:lnTo>
                    <a:pt x="48" y="135"/>
                  </a:lnTo>
                  <a:lnTo>
                    <a:pt x="48" y="135"/>
                  </a:lnTo>
                  <a:lnTo>
                    <a:pt x="87" y="135"/>
                  </a:lnTo>
                  <a:lnTo>
                    <a:pt x="87" y="135"/>
                  </a:lnTo>
                  <a:lnTo>
                    <a:pt x="87" y="135"/>
                  </a:lnTo>
                  <a:lnTo>
                    <a:pt x="87" y="87"/>
                  </a:lnTo>
                  <a:lnTo>
                    <a:pt x="135" y="87"/>
                  </a:lnTo>
                  <a:lnTo>
                    <a:pt x="135" y="87"/>
                  </a:lnTo>
                  <a:lnTo>
                    <a:pt x="135" y="87"/>
                  </a:lnTo>
                  <a:lnTo>
                    <a:pt x="135" y="48"/>
                  </a:lnTo>
                  <a:lnTo>
                    <a:pt x="135" y="48"/>
                  </a:lnTo>
                  <a:lnTo>
                    <a:pt x="135" y="4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19" name="กลุ่ม 663">
            <a:extLst>
              <a:ext uri="{FF2B5EF4-FFF2-40B4-BE49-F238E27FC236}">
                <a16:creationId xmlns:a16="http://schemas.microsoft.com/office/drawing/2014/main" id="{6BE0EAFD-0A6B-92DB-2E8D-1C319EF34ECB}"/>
              </a:ext>
            </a:extLst>
          </p:cNvPr>
          <p:cNvGrpSpPr/>
          <p:nvPr/>
        </p:nvGrpSpPr>
        <p:grpSpPr>
          <a:xfrm>
            <a:off x="7576707" y="623913"/>
            <a:ext cx="1317625" cy="1301750"/>
            <a:chOff x="16092488" y="2105025"/>
            <a:chExt cx="1317625" cy="1301750"/>
          </a:xfrm>
        </p:grpSpPr>
        <p:sp>
          <p:nvSpPr>
            <p:cNvPr id="20" name="Oval 18">
              <a:extLst>
                <a:ext uri="{FF2B5EF4-FFF2-40B4-BE49-F238E27FC236}">
                  <a16:creationId xmlns:a16="http://schemas.microsoft.com/office/drawing/2014/main" id="{A31E8F00-5364-F942-F8B0-B1AB6FA0B144}"/>
                </a:ext>
              </a:extLst>
            </p:cNvPr>
            <p:cNvSpPr>
              <a:spLocks noChangeArrowheads="1"/>
            </p:cNvSpPr>
            <p:nvPr/>
          </p:nvSpPr>
          <p:spPr bwMode="auto">
            <a:xfrm>
              <a:off x="16092488" y="2105025"/>
              <a:ext cx="1317625" cy="1301750"/>
            </a:xfrm>
            <a:prstGeom prst="ellipse">
              <a:avLst/>
            </a:prstGeom>
            <a:solidFill>
              <a:srgbClr val="1387C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21" name="Freeform 19">
              <a:extLst>
                <a:ext uri="{FF2B5EF4-FFF2-40B4-BE49-F238E27FC236}">
                  <a16:creationId xmlns:a16="http://schemas.microsoft.com/office/drawing/2014/main" id="{CC386F89-52E9-4499-1947-975E880E9505}"/>
                </a:ext>
              </a:extLst>
            </p:cNvPr>
            <p:cNvSpPr>
              <a:spLocks noEditPoints="1"/>
            </p:cNvSpPr>
            <p:nvPr/>
          </p:nvSpPr>
          <p:spPr bwMode="auto">
            <a:xfrm>
              <a:off x="16506825" y="2487613"/>
              <a:ext cx="122237" cy="536575"/>
            </a:xfrm>
            <a:custGeom>
              <a:avLst/>
              <a:gdLst>
                <a:gd name="T0" fmla="*/ 1 w 8"/>
                <a:gd name="T1" fmla="*/ 12 h 35"/>
                <a:gd name="T2" fmla="*/ 8 w 8"/>
                <a:gd name="T3" fmla="*/ 12 h 35"/>
                <a:gd name="T4" fmla="*/ 8 w 8"/>
                <a:gd name="T5" fmla="*/ 35 h 35"/>
                <a:gd name="T6" fmla="*/ 1 w 8"/>
                <a:gd name="T7" fmla="*/ 35 h 35"/>
                <a:gd name="T8" fmla="*/ 1 w 8"/>
                <a:gd name="T9" fmla="*/ 12 h 35"/>
                <a:gd name="T10" fmla="*/ 4 w 8"/>
                <a:gd name="T11" fmla="*/ 0 h 35"/>
                <a:gd name="T12" fmla="*/ 8 w 8"/>
                <a:gd name="T13" fmla="*/ 5 h 35"/>
                <a:gd name="T14" fmla="*/ 4 w 8"/>
                <a:gd name="T15" fmla="*/ 9 h 35"/>
                <a:gd name="T16" fmla="*/ 0 w 8"/>
                <a:gd name="T17" fmla="*/ 5 h 35"/>
                <a:gd name="T18" fmla="*/ 4 w 8"/>
                <a:gd name="T19"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35">
                  <a:moveTo>
                    <a:pt x="1" y="12"/>
                  </a:moveTo>
                  <a:cubicBezTo>
                    <a:pt x="8" y="12"/>
                    <a:pt x="8" y="12"/>
                    <a:pt x="8" y="12"/>
                  </a:cubicBezTo>
                  <a:cubicBezTo>
                    <a:pt x="8" y="35"/>
                    <a:pt x="8" y="35"/>
                    <a:pt x="8" y="35"/>
                  </a:cubicBezTo>
                  <a:cubicBezTo>
                    <a:pt x="1" y="35"/>
                    <a:pt x="1" y="35"/>
                    <a:pt x="1" y="35"/>
                  </a:cubicBezTo>
                  <a:lnTo>
                    <a:pt x="1" y="12"/>
                  </a:lnTo>
                  <a:close/>
                  <a:moveTo>
                    <a:pt x="4" y="0"/>
                  </a:moveTo>
                  <a:cubicBezTo>
                    <a:pt x="7" y="0"/>
                    <a:pt x="8" y="2"/>
                    <a:pt x="8" y="5"/>
                  </a:cubicBezTo>
                  <a:cubicBezTo>
                    <a:pt x="8" y="7"/>
                    <a:pt x="7" y="9"/>
                    <a:pt x="4" y="9"/>
                  </a:cubicBezTo>
                  <a:cubicBezTo>
                    <a:pt x="2" y="9"/>
                    <a:pt x="0" y="7"/>
                    <a:pt x="0" y="5"/>
                  </a:cubicBezTo>
                  <a:cubicBezTo>
                    <a:pt x="0" y="2"/>
                    <a:pt x="2" y="0"/>
                    <a:pt x="4"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22" name="Freeform 20">
              <a:extLst>
                <a:ext uri="{FF2B5EF4-FFF2-40B4-BE49-F238E27FC236}">
                  <a16:creationId xmlns:a16="http://schemas.microsoft.com/office/drawing/2014/main" id="{E18788AF-9F48-DA3A-DC8F-68360C5DA619}"/>
                </a:ext>
              </a:extLst>
            </p:cNvPr>
            <p:cNvSpPr>
              <a:spLocks/>
            </p:cNvSpPr>
            <p:nvPr/>
          </p:nvSpPr>
          <p:spPr bwMode="auto">
            <a:xfrm>
              <a:off x="16689388" y="2655888"/>
              <a:ext cx="336550" cy="368300"/>
            </a:xfrm>
            <a:custGeom>
              <a:avLst/>
              <a:gdLst>
                <a:gd name="T0" fmla="*/ 0 w 22"/>
                <a:gd name="T1" fmla="*/ 1 h 24"/>
                <a:gd name="T2" fmla="*/ 7 w 22"/>
                <a:gd name="T3" fmla="*/ 1 h 24"/>
                <a:gd name="T4" fmla="*/ 7 w 22"/>
                <a:gd name="T5" fmla="*/ 4 h 24"/>
                <a:gd name="T6" fmla="*/ 7 w 22"/>
                <a:gd name="T7" fmla="*/ 4 h 24"/>
                <a:gd name="T8" fmla="*/ 14 w 22"/>
                <a:gd name="T9" fmla="*/ 0 h 24"/>
                <a:gd name="T10" fmla="*/ 22 w 22"/>
                <a:gd name="T11" fmla="*/ 11 h 24"/>
                <a:gd name="T12" fmla="*/ 22 w 22"/>
                <a:gd name="T13" fmla="*/ 24 h 24"/>
                <a:gd name="T14" fmla="*/ 15 w 22"/>
                <a:gd name="T15" fmla="*/ 24 h 24"/>
                <a:gd name="T16" fmla="*/ 15 w 22"/>
                <a:gd name="T17" fmla="*/ 13 h 24"/>
                <a:gd name="T18" fmla="*/ 12 w 22"/>
                <a:gd name="T19" fmla="*/ 7 h 24"/>
                <a:gd name="T20" fmla="*/ 7 w 22"/>
                <a:gd name="T21" fmla="*/ 12 h 24"/>
                <a:gd name="T22" fmla="*/ 7 w 22"/>
                <a:gd name="T23" fmla="*/ 24 h 24"/>
                <a:gd name="T24" fmla="*/ 0 w 22"/>
                <a:gd name="T25" fmla="*/ 24 h 24"/>
                <a:gd name="T26" fmla="*/ 0 w 22"/>
                <a:gd name="T27" fmla="*/ 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4">
                  <a:moveTo>
                    <a:pt x="0" y="1"/>
                  </a:moveTo>
                  <a:cubicBezTo>
                    <a:pt x="7" y="1"/>
                    <a:pt x="7" y="1"/>
                    <a:pt x="7" y="1"/>
                  </a:cubicBezTo>
                  <a:cubicBezTo>
                    <a:pt x="7" y="4"/>
                    <a:pt x="7" y="4"/>
                    <a:pt x="7" y="4"/>
                  </a:cubicBezTo>
                  <a:cubicBezTo>
                    <a:pt x="7" y="4"/>
                    <a:pt x="7" y="4"/>
                    <a:pt x="7" y="4"/>
                  </a:cubicBezTo>
                  <a:cubicBezTo>
                    <a:pt x="8" y="2"/>
                    <a:pt x="10" y="0"/>
                    <a:pt x="14" y="0"/>
                  </a:cubicBezTo>
                  <a:cubicBezTo>
                    <a:pt x="21" y="0"/>
                    <a:pt x="22" y="5"/>
                    <a:pt x="22" y="11"/>
                  </a:cubicBezTo>
                  <a:cubicBezTo>
                    <a:pt x="22" y="24"/>
                    <a:pt x="22" y="24"/>
                    <a:pt x="22" y="24"/>
                  </a:cubicBezTo>
                  <a:cubicBezTo>
                    <a:pt x="15" y="24"/>
                    <a:pt x="15" y="24"/>
                    <a:pt x="15" y="24"/>
                  </a:cubicBezTo>
                  <a:cubicBezTo>
                    <a:pt x="15" y="13"/>
                    <a:pt x="15" y="13"/>
                    <a:pt x="15" y="13"/>
                  </a:cubicBezTo>
                  <a:cubicBezTo>
                    <a:pt x="15" y="10"/>
                    <a:pt x="15" y="7"/>
                    <a:pt x="12" y="7"/>
                  </a:cubicBezTo>
                  <a:cubicBezTo>
                    <a:pt x="8" y="7"/>
                    <a:pt x="7" y="9"/>
                    <a:pt x="7" y="12"/>
                  </a:cubicBezTo>
                  <a:cubicBezTo>
                    <a:pt x="7" y="24"/>
                    <a:pt x="7" y="24"/>
                    <a:pt x="7" y="24"/>
                  </a:cubicBezTo>
                  <a:cubicBezTo>
                    <a:pt x="0" y="24"/>
                    <a:pt x="0" y="24"/>
                    <a:pt x="0" y="24"/>
                  </a:cubicBezTo>
                  <a:lnTo>
                    <a:pt x="0" y="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28" name="กลุ่ม 668">
            <a:extLst>
              <a:ext uri="{FF2B5EF4-FFF2-40B4-BE49-F238E27FC236}">
                <a16:creationId xmlns:a16="http://schemas.microsoft.com/office/drawing/2014/main" id="{582E2BE0-BF00-4112-481C-F58026B89E35}"/>
              </a:ext>
            </a:extLst>
          </p:cNvPr>
          <p:cNvGrpSpPr/>
          <p:nvPr/>
        </p:nvGrpSpPr>
        <p:grpSpPr>
          <a:xfrm>
            <a:off x="7576707" y="2568601"/>
            <a:ext cx="1317625" cy="1317625"/>
            <a:chOff x="16092488" y="4049713"/>
            <a:chExt cx="1317625" cy="1317625"/>
          </a:xfrm>
        </p:grpSpPr>
        <p:sp>
          <p:nvSpPr>
            <p:cNvPr id="29" name="Oval 25">
              <a:extLst>
                <a:ext uri="{FF2B5EF4-FFF2-40B4-BE49-F238E27FC236}">
                  <a16:creationId xmlns:a16="http://schemas.microsoft.com/office/drawing/2014/main" id="{EF6C07D4-1C29-68E4-C31B-6114AC3FB89A}"/>
                </a:ext>
              </a:extLst>
            </p:cNvPr>
            <p:cNvSpPr>
              <a:spLocks noChangeArrowheads="1"/>
            </p:cNvSpPr>
            <p:nvPr/>
          </p:nvSpPr>
          <p:spPr bwMode="auto">
            <a:xfrm>
              <a:off x="16092488" y="4049713"/>
              <a:ext cx="1317625" cy="1317625"/>
            </a:xfrm>
            <a:prstGeom prst="ellipse">
              <a:avLst/>
            </a:prstGeom>
            <a:solidFill>
              <a:srgbClr val="F05C9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30" name="Freeform 26">
              <a:extLst>
                <a:ext uri="{FF2B5EF4-FFF2-40B4-BE49-F238E27FC236}">
                  <a16:creationId xmlns:a16="http://schemas.microsoft.com/office/drawing/2014/main" id="{6BF08A48-AD14-70B9-9B97-A1DE44B45242}"/>
                </a:ext>
              </a:extLst>
            </p:cNvPr>
            <p:cNvSpPr>
              <a:spLocks noEditPoints="1"/>
            </p:cNvSpPr>
            <p:nvPr/>
          </p:nvSpPr>
          <p:spPr bwMode="auto">
            <a:xfrm>
              <a:off x="16460788" y="4418013"/>
              <a:ext cx="565150" cy="566738"/>
            </a:xfrm>
            <a:custGeom>
              <a:avLst/>
              <a:gdLst>
                <a:gd name="T0" fmla="*/ 19 w 37"/>
                <a:gd name="T1" fmla="*/ 0 h 37"/>
                <a:gd name="T2" fmla="*/ 0 w 37"/>
                <a:gd name="T3" fmla="*/ 19 h 37"/>
                <a:gd name="T4" fmla="*/ 19 w 37"/>
                <a:gd name="T5" fmla="*/ 37 h 37"/>
                <a:gd name="T6" fmla="*/ 37 w 37"/>
                <a:gd name="T7" fmla="*/ 19 h 37"/>
                <a:gd name="T8" fmla="*/ 19 w 37"/>
                <a:gd name="T9" fmla="*/ 0 h 37"/>
                <a:gd name="T10" fmla="*/ 31 w 37"/>
                <a:gd name="T11" fmla="*/ 9 h 37"/>
                <a:gd name="T12" fmla="*/ 34 w 37"/>
                <a:gd name="T13" fmla="*/ 18 h 37"/>
                <a:gd name="T14" fmla="*/ 24 w 37"/>
                <a:gd name="T15" fmla="*/ 18 h 37"/>
                <a:gd name="T16" fmla="*/ 22 w 37"/>
                <a:gd name="T17" fmla="*/ 15 h 37"/>
                <a:gd name="T18" fmla="*/ 31 w 37"/>
                <a:gd name="T19" fmla="*/ 9 h 37"/>
                <a:gd name="T20" fmla="*/ 28 w 37"/>
                <a:gd name="T21" fmla="*/ 7 h 37"/>
                <a:gd name="T22" fmla="*/ 21 w 37"/>
                <a:gd name="T23" fmla="*/ 12 h 37"/>
                <a:gd name="T24" fmla="*/ 20 w 37"/>
                <a:gd name="T25" fmla="*/ 10 h 37"/>
                <a:gd name="T26" fmla="*/ 15 w 37"/>
                <a:gd name="T27" fmla="*/ 4 h 37"/>
                <a:gd name="T28" fmla="*/ 19 w 37"/>
                <a:gd name="T29" fmla="*/ 3 h 37"/>
                <a:gd name="T30" fmla="*/ 28 w 37"/>
                <a:gd name="T31" fmla="*/ 7 h 37"/>
                <a:gd name="T32" fmla="*/ 12 w 37"/>
                <a:gd name="T33" fmla="*/ 5 h 37"/>
                <a:gd name="T34" fmla="*/ 18 w 37"/>
                <a:gd name="T35" fmla="*/ 13 h 37"/>
                <a:gd name="T36" fmla="*/ 4 w 37"/>
                <a:gd name="T37" fmla="*/ 15 h 37"/>
                <a:gd name="T38" fmla="*/ 12 w 37"/>
                <a:gd name="T39" fmla="*/ 5 h 37"/>
                <a:gd name="T40" fmla="*/ 4 w 37"/>
                <a:gd name="T41" fmla="*/ 19 h 37"/>
                <a:gd name="T42" fmla="*/ 4 w 37"/>
                <a:gd name="T43" fmla="*/ 18 h 37"/>
                <a:gd name="T44" fmla="*/ 5 w 37"/>
                <a:gd name="T45" fmla="*/ 18 h 37"/>
                <a:gd name="T46" fmla="*/ 14 w 37"/>
                <a:gd name="T47" fmla="*/ 17 h 37"/>
                <a:gd name="T48" fmla="*/ 19 w 37"/>
                <a:gd name="T49" fmla="*/ 16 h 37"/>
                <a:gd name="T50" fmla="*/ 20 w 37"/>
                <a:gd name="T51" fmla="*/ 18 h 37"/>
                <a:gd name="T52" fmla="*/ 13 w 37"/>
                <a:gd name="T53" fmla="*/ 22 h 37"/>
                <a:gd name="T54" fmla="*/ 7 w 37"/>
                <a:gd name="T55" fmla="*/ 29 h 37"/>
                <a:gd name="T56" fmla="*/ 4 w 37"/>
                <a:gd name="T57" fmla="*/ 19 h 37"/>
                <a:gd name="T58" fmla="*/ 10 w 37"/>
                <a:gd name="T59" fmla="*/ 31 h 37"/>
                <a:gd name="T60" fmla="*/ 15 w 37"/>
                <a:gd name="T61" fmla="*/ 25 h 37"/>
                <a:gd name="T62" fmla="*/ 22 w 37"/>
                <a:gd name="T63" fmla="*/ 21 h 37"/>
                <a:gd name="T64" fmla="*/ 24 w 37"/>
                <a:gd name="T65" fmla="*/ 33 h 37"/>
                <a:gd name="T66" fmla="*/ 19 w 37"/>
                <a:gd name="T67" fmla="*/ 34 h 37"/>
                <a:gd name="T68" fmla="*/ 10 w 37"/>
                <a:gd name="T69" fmla="*/ 31 h 37"/>
                <a:gd name="T70" fmla="*/ 27 w 37"/>
                <a:gd name="T71" fmla="*/ 31 h 37"/>
                <a:gd name="T72" fmla="*/ 25 w 37"/>
                <a:gd name="T73" fmla="*/ 21 h 37"/>
                <a:gd name="T74" fmla="*/ 34 w 37"/>
                <a:gd name="T75" fmla="*/ 21 h 37"/>
                <a:gd name="T76" fmla="*/ 27 w 37"/>
                <a:gd name="T77" fmla="*/ 3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7" h="37">
                  <a:moveTo>
                    <a:pt x="19" y="0"/>
                  </a:moveTo>
                  <a:cubicBezTo>
                    <a:pt x="9" y="0"/>
                    <a:pt x="0" y="8"/>
                    <a:pt x="0" y="19"/>
                  </a:cubicBezTo>
                  <a:cubicBezTo>
                    <a:pt x="0" y="29"/>
                    <a:pt x="9" y="37"/>
                    <a:pt x="19" y="37"/>
                  </a:cubicBezTo>
                  <a:cubicBezTo>
                    <a:pt x="29" y="37"/>
                    <a:pt x="37" y="29"/>
                    <a:pt x="37" y="19"/>
                  </a:cubicBezTo>
                  <a:cubicBezTo>
                    <a:pt x="37" y="8"/>
                    <a:pt x="29" y="0"/>
                    <a:pt x="19" y="0"/>
                  </a:cubicBezTo>
                  <a:close/>
                  <a:moveTo>
                    <a:pt x="31" y="9"/>
                  </a:moveTo>
                  <a:cubicBezTo>
                    <a:pt x="33" y="12"/>
                    <a:pt x="34" y="14"/>
                    <a:pt x="34" y="18"/>
                  </a:cubicBezTo>
                  <a:cubicBezTo>
                    <a:pt x="30" y="17"/>
                    <a:pt x="27" y="17"/>
                    <a:pt x="24" y="18"/>
                  </a:cubicBezTo>
                  <a:cubicBezTo>
                    <a:pt x="23" y="17"/>
                    <a:pt x="23" y="16"/>
                    <a:pt x="22" y="15"/>
                  </a:cubicBezTo>
                  <a:cubicBezTo>
                    <a:pt x="26" y="14"/>
                    <a:pt x="29" y="12"/>
                    <a:pt x="31" y="9"/>
                  </a:cubicBezTo>
                  <a:close/>
                  <a:moveTo>
                    <a:pt x="28" y="7"/>
                  </a:moveTo>
                  <a:cubicBezTo>
                    <a:pt x="26" y="9"/>
                    <a:pt x="24" y="11"/>
                    <a:pt x="21" y="12"/>
                  </a:cubicBezTo>
                  <a:cubicBezTo>
                    <a:pt x="21" y="12"/>
                    <a:pt x="20" y="11"/>
                    <a:pt x="20" y="10"/>
                  </a:cubicBezTo>
                  <a:cubicBezTo>
                    <a:pt x="18" y="8"/>
                    <a:pt x="17" y="5"/>
                    <a:pt x="15" y="4"/>
                  </a:cubicBezTo>
                  <a:cubicBezTo>
                    <a:pt x="16" y="4"/>
                    <a:pt x="18" y="3"/>
                    <a:pt x="19" y="3"/>
                  </a:cubicBezTo>
                  <a:cubicBezTo>
                    <a:pt x="22" y="3"/>
                    <a:pt x="26" y="5"/>
                    <a:pt x="28" y="7"/>
                  </a:cubicBezTo>
                  <a:close/>
                  <a:moveTo>
                    <a:pt x="12" y="5"/>
                  </a:moveTo>
                  <a:cubicBezTo>
                    <a:pt x="13" y="6"/>
                    <a:pt x="16" y="9"/>
                    <a:pt x="18" y="13"/>
                  </a:cubicBezTo>
                  <a:cubicBezTo>
                    <a:pt x="13" y="15"/>
                    <a:pt x="7" y="15"/>
                    <a:pt x="4" y="15"/>
                  </a:cubicBezTo>
                  <a:cubicBezTo>
                    <a:pt x="5" y="11"/>
                    <a:pt x="8" y="7"/>
                    <a:pt x="12" y="5"/>
                  </a:cubicBezTo>
                  <a:close/>
                  <a:moveTo>
                    <a:pt x="4" y="19"/>
                  </a:moveTo>
                  <a:cubicBezTo>
                    <a:pt x="4" y="18"/>
                    <a:pt x="4" y="18"/>
                    <a:pt x="4" y="18"/>
                  </a:cubicBezTo>
                  <a:cubicBezTo>
                    <a:pt x="4" y="18"/>
                    <a:pt x="5" y="18"/>
                    <a:pt x="5" y="18"/>
                  </a:cubicBezTo>
                  <a:cubicBezTo>
                    <a:pt x="7" y="18"/>
                    <a:pt x="11" y="18"/>
                    <a:pt x="14" y="17"/>
                  </a:cubicBezTo>
                  <a:cubicBezTo>
                    <a:pt x="16" y="17"/>
                    <a:pt x="18" y="17"/>
                    <a:pt x="19" y="16"/>
                  </a:cubicBezTo>
                  <a:cubicBezTo>
                    <a:pt x="20" y="17"/>
                    <a:pt x="20" y="18"/>
                    <a:pt x="20" y="18"/>
                  </a:cubicBezTo>
                  <a:cubicBezTo>
                    <a:pt x="17" y="19"/>
                    <a:pt x="15" y="21"/>
                    <a:pt x="13" y="22"/>
                  </a:cubicBezTo>
                  <a:cubicBezTo>
                    <a:pt x="10" y="24"/>
                    <a:pt x="9" y="27"/>
                    <a:pt x="7" y="29"/>
                  </a:cubicBezTo>
                  <a:cubicBezTo>
                    <a:pt x="5" y="26"/>
                    <a:pt x="4" y="22"/>
                    <a:pt x="4" y="19"/>
                  </a:cubicBezTo>
                  <a:close/>
                  <a:moveTo>
                    <a:pt x="10" y="31"/>
                  </a:moveTo>
                  <a:cubicBezTo>
                    <a:pt x="11" y="29"/>
                    <a:pt x="12" y="27"/>
                    <a:pt x="15" y="25"/>
                  </a:cubicBezTo>
                  <a:cubicBezTo>
                    <a:pt x="17" y="23"/>
                    <a:pt x="19" y="22"/>
                    <a:pt x="22" y="21"/>
                  </a:cubicBezTo>
                  <a:cubicBezTo>
                    <a:pt x="23" y="25"/>
                    <a:pt x="24" y="28"/>
                    <a:pt x="24" y="33"/>
                  </a:cubicBezTo>
                  <a:cubicBezTo>
                    <a:pt x="23" y="33"/>
                    <a:pt x="21" y="34"/>
                    <a:pt x="19" y="34"/>
                  </a:cubicBezTo>
                  <a:cubicBezTo>
                    <a:pt x="16" y="34"/>
                    <a:pt x="12" y="33"/>
                    <a:pt x="10" y="31"/>
                  </a:cubicBezTo>
                  <a:close/>
                  <a:moveTo>
                    <a:pt x="27" y="31"/>
                  </a:moveTo>
                  <a:cubicBezTo>
                    <a:pt x="27" y="27"/>
                    <a:pt x="26" y="24"/>
                    <a:pt x="25" y="21"/>
                  </a:cubicBezTo>
                  <a:cubicBezTo>
                    <a:pt x="28" y="20"/>
                    <a:pt x="31" y="20"/>
                    <a:pt x="34" y="21"/>
                  </a:cubicBezTo>
                  <a:cubicBezTo>
                    <a:pt x="33" y="25"/>
                    <a:pt x="31" y="29"/>
                    <a:pt x="27" y="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31" name="กลุ่ม 664">
            <a:extLst>
              <a:ext uri="{FF2B5EF4-FFF2-40B4-BE49-F238E27FC236}">
                <a16:creationId xmlns:a16="http://schemas.microsoft.com/office/drawing/2014/main" id="{BB8ECF57-B858-D26C-9388-DAB40660CE82}"/>
              </a:ext>
            </a:extLst>
          </p:cNvPr>
          <p:cNvGrpSpPr/>
          <p:nvPr/>
        </p:nvGrpSpPr>
        <p:grpSpPr>
          <a:xfrm>
            <a:off x="9675382" y="623913"/>
            <a:ext cx="1316037" cy="1301750"/>
            <a:chOff x="18191163" y="2105025"/>
            <a:chExt cx="1316037" cy="1301750"/>
          </a:xfrm>
        </p:grpSpPr>
        <p:sp>
          <p:nvSpPr>
            <p:cNvPr id="32" name="Oval 27">
              <a:extLst>
                <a:ext uri="{FF2B5EF4-FFF2-40B4-BE49-F238E27FC236}">
                  <a16:creationId xmlns:a16="http://schemas.microsoft.com/office/drawing/2014/main" id="{C6FECA84-E5C3-096D-665F-C1DDAC518BEF}"/>
                </a:ext>
              </a:extLst>
            </p:cNvPr>
            <p:cNvSpPr>
              <a:spLocks noChangeArrowheads="1"/>
            </p:cNvSpPr>
            <p:nvPr/>
          </p:nvSpPr>
          <p:spPr bwMode="auto">
            <a:xfrm>
              <a:off x="18191163" y="2105025"/>
              <a:ext cx="1316037" cy="1301750"/>
            </a:xfrm>
            <a:prstGeom prst="ellipse">
              <a:avLst/>
            </a:prstGeom>
            <a:solidFill>
              <a:srgbClr val="EF3E3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33" name="Freeform 28">
              <a:extLst>
                <a:ext uri="{FF2B5EF4-FFF2-40B4-BE49-F238E27FC236}">
                  <a16:creationId xmlns:a16="http://schemas.microsoft.com/office/drawing/2014/main" id="{55434E49-0FFB-6724-8A27-38E77D76F66D}"/>
                </a:ext>
              </a:extLst>
            </p:cNvPr>
            <p:cNvSpPr>
              <a:spLocks/>
            </p:cNvSpPr>
            <p:nvPr/>
          </p:nvSpPr>
          <p:spPr bwMode="auto">
            <a:xfrm>
              <a:off x="18619788" y="2473325"/>
              <a:ext cx="442912" cy="565150"/>
            </a:xfrm>
            <a:custGeom>
              <a:avLst/>
              <a:gdLst>
                <a:gd name="T0" fmla="*/ 13 w 29"/>
                <a:gd name="T1" fmla="*/ 24 h 37"/>
                <a:gd name="T2" fmla="*/ 12 w 29"/>
                <a:gd name="T3" fmla="*/ 25 h 37"/>
                <a:gd name="T4" fmla="*/ 10 w 29"/>
                <a:gd name="T5" fmla="*/ 33 h 37"/>
                <a:gd name="T6" fmla="*/ 7 w 29"/>
                <a:gd name="T7" fmla="*/ 37 h 37"/>
                <a:gd name="T8" fmla="*/ 7 w 29"/>
                <a:gd name="T9" fmla="*/ 37 h 37"/>
                <a:gd name="T10" fmla="*/ 7 w 29"/>
                <a:gd name="T11" fmla="*/ 37 h 37"/>
                <a:gd name="T12" fmla="*/ 6 w 29"/>
                <a:gd name="T13" fmla="*/ 32 h 37"/>
                <a:gd name="T14" fmla="*/ 9 w 29"/>
                <a:gd name="T15" fmla="*/ 17 h 37"/>
                <a:gd name="T16" fmla="*/ 9 w 29"/>
                <a:gd name="T17" fmla="*/ 17 h 37"/>
                <a:gd name="T18" fmla="*/ 9 w 29"/>
                <a:gd name="T19" fmla="*/ 12 h 37"/>
                <a:gd name="T20" fmla="*/ 16 w 29"/>
                <a:gd name="T21" fmla="*/ 11 h 37"/>
                <a:gd name="T22" fmla="*/ 14 w 29"/>
                <a:gd name="T23" fmla="*/ 19 h 37"/>
                <a:gd name="T24" fmla="*/ 20 w 29"/>
                <a:gd name="T25" fmla="*/ 22 h 37"/>
                <a:gd name="T26" fmla="*/ 24 w 29"/>
                <a:gd name="T27" fmla="*/ 11 h 37"/>
                <a:gd name="T28" fmla="*/ 10 w 29"/>
                <a:gd name="T29" fmla="*/ 5 h 37"/>
                <a:gd name="T30" fmla="*/ 6 w 29"/>
                <a:gd name="T31" fmla="*/ 18 h 37"/>
                <a:gd name="T32" fmla="*/ 6 w 29"/>
                <a:gd name="T33" fmla="*/ 19 h 37"/>
                <a:gd name="T34" fmla="*/ 6 w 29"/>
                <a:gd name="T35" fmla="*/ 21 h 37"/>
                <a:gd name="T36" fmla="*/ 5 w 29"/>
                <a:gd name="T37" fmla="*/ 21 h 37"/>
                <a:gd name="T38" fmla="*/ 2 w 29"/>
                <a:gd name="T39" fmla="*/ 20 h 37"/>
                <a:gd name="T40" fmla="*/ 3 w 29"/>
                <a:gd name="T41" fmla="*/ 7 h 37"/>
                <a:gd name="T42" fmla="*/ 17 w 29"/>
                <a:gd name="T43" fmla="*/ 0 h 37"/>
                <a:gd name="T44" fmla="*/ 29 w 29"/>
                <a:gd name="T45" fmla="*/ 11 h 37"/>
                <a:gd name="T46" fmla="*/ 26 w 29"/>
                <a:gd name="T47" fmla="*/ 23 h 37"/>
                <a:gd name="T48" fmla="*/ 13 w 29"/>
                <a:gd name="T49" fmla="*/ 25 h 37"/>
                <a:gd name="T50" fmla="*/ 13 w 29"/>
                <a:gd name="T51" fmla="*/ 2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9" h="37">
                  <a:moveTo>
                    <a:pt x="13" y="24"/>
                  </a:moveTo>
                  <a:cubicBezTo>
                    <a:pt x="13" y="24"/>
                    <a:pt x="12" y="24"/>
                    <a:pt x="12" y="25"/>
                  </a:cubicBezTo>
                  <a:cubicBezTo>
                    <a:pt x="11" y="30"/>
                    <a:pt x="11" y="31"/>
                    <a:pt x="10" y="33"/>
                  </a:cubicBezTo>
                  <a:cubicBezTo>
                    <a:pt x="9" y="35"/>
                    <a:pt x="8" y="36"/>
                    <a:pt x="7" y="37"/>
                  </a:cubicBezTo>
                  <a:cubicBezTo>
                    <a:pt x="7" y="37"/>
                    <a:pt x="7" y="37"/>
                    <a:pt x="7" y="37"/>
                  </a:cubicBezTo>
                  <a:cubicBezTo>
                    <a:pt x="7" y="37"/>
                    <a:pt x="7" y="37"/>
                    <a:pt x="7" y="37"/>
                  </a:cubicBezTo>
                  <a:cubicBezTo>
                    <a:pt x="6" y="35"/>
                    <a:pt x="6" y="33"/>
                    <a:pt x="6" y="32"/>
                  </a:cubicBezTo>
                  <a:cubicBezTo>
                    <a:pt x="6" y="30"/>
                    <a:pt x="7" y="29"/>
                    <a:pt x="9" y="17"/>
                  </a:cubicBezTo>
                  <a:cubicBezTo>
                    <a:pt x="10" y="17"/>
                    <a:pt x="9" y="17"/>
                    <a:pt x="9" y="17"/>
                  </a:cubicBezTo>
                  <a:cubicBezTo>
                    <a:pt x="9" y="15"/>
                    <a:pt x="9" y="13"/>
                    <a:pt x="9" y="12"/>
                  </a:cubicBezTo>
                  <a:cubicBezTo>
                    <a:pt x="10" y="8"/>
                    <a:pt x="15" y="7"/>
                    <a:pt x="16" y="11"/>
                  </a:cubicBezTo>
                  <a:cubicBezTo>
                    <a:pt x="16" y="13"/>
                    <a:pt x="15" y="15"/>
                    <a:pt x="14" y="19"/>
                  </a:cubicBezTo>
                  <a:cubicBezTo>
                    <a:pt x="13" y="22"/>
                    <a:pt x="17" y="25"/>
                    <a:pt x="20" y="22"/>
                  </a:cubicBezTo>
                  <a:cubicBezTo>
                    <a:pt x="23" y="20"/>
                    <a:pt x="24" y="15"/>
                    <a:pt x="24" y="11"/>
                  </a:cubicBezTo>
                  <a:cubicBezTo>
                    <a:pt x="24" y="4"/>
                    <a:pt x="16" y="2"/>
                    <a:pt x="10" y="5"/>
                  </a:cubicBezTo>
                  <a:cubicBezTo>
                    <a:pt x="5" y="7"/>
                    <a:pt x="3" y="15"/>
                    <a:pt x="6" y="18"/>
                  </a:cubicBezTo>
                  <a:cubicBezTo>
                    <a:pt x="6" y="18"/>
                    <a:pt x="7" y="19"/>
                    <a:pt x="6" y="19"/>
                  </a:cubicBezTo>
                  <a:cubicBezTo>
                    <a:pt x="6" y="20"/>
                    <a:pt x="6" y="20"/>
                    <a:pt x="6" y="21"/>
                  </a:cubicBezTo>
                  <a:cubicBezTo>
                    <a:pt x="6" y="21"/>
                    <a:pt x="5" y="22"/>
                    <a:pt x="5" y="21"/>
                  </a:cubicBezTo>
                  <a:cubicBezTo>
                    <a:pt x="4" y="21"/>
                    <a:pt x="3" y="20"/>
                    <a:pt x="2" y="20"/>
                  </a:cubicBezTo>
                  <a:cubicBezTo>
                    <a:pt x="0" y="17"/>
                    <a:pt x="0" y="11"/>
                    <a:pt x="3" y="7"/>
                  </a:cubicBezTo>
                  <a:cubicBezTo>
                    <a:pt x="6" y="2"/>
                    <a:pt x="12" y="0"/>
                    <a:pt x="17" y="0"/>
                  </a:cubicBezTo>
                  <a:cubicBezTo>
                    <a:pt x="24" y="1"/>
                    <a:pt x="28" y="5"/>
                    <a:pt x="29" y="11"/>
                  </a:cubicBezTo>
                  <a:cubicBezTo>
                    <a:pt x="29" y="13"/>
                    <a:pt x="29" y="19"/>
                    <a:pt x="26" y="23"/>
                  </a:cubicBezTo>
                  <a:cubicBezTo>
                    <a:pt x="22" y="28"/>
                    <a:pt x="16" y="28"/>
                    <a:pt x="13" y="25"/>
                  </a:cubicBezTo>
                  <a:cubicBezTo>
                    <a:pt x="13" y="25"/>
                    <a:pt x="13" y="24"/>
                    <a:pt x="13"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41" name="กลุ่ม 2079">
            <a:extLst>
              <a:ext uri="{FF2B5EF4-FFF2-40B4-BE49-F238E27FC236}">
                <a16:creationId xmlns:a16="http://schemas.microsoft.com/office/drawing/2014/main" id="{38B7BAC3-28A1-17E9-EDFA-61CD6691DDFD}"/>
              </a:ext>
            </a:extLst>
          </p:cNvPr>
          <p:cNvGrpSpPr/>
          <p:nvPr/>
        </p:nvGrpSpPr>
        <p:grpSpPr>
          <a:xfrm>
            <a:off x="3380944" y="4513288"/>
            <a:ext cx="1317625" cy="1317625"/>
            <a:chOff x="11896725" y="5994400"/>
            <a:chExt cx="1317625" cy="1317625"/>
          </a:xfrm>
        </p:grpSpPr>
        <p:sp>
          <p:nvSpPr>
            <p:cNvPr id="42" name="Oval 35">
              <a:extLst>
                <a:ext uri="{FF2B5EF4-FFF2-40B4-BE49-F238E27FC236}">
                  <a16:creationId xmlns:a16="http://schemas.microsoft.com/office/drawing/2014/main" id="{0AC6DEE6-21E2-AB65-B967-E6E5EE2BD1AF}"/>
                </a:ext>
              </a:extLst>
            </p:cNvPr>
            <p:cNvSpPr>
              <a:spLocks noChangeArrowheads="1"/>
            </p:cNvSpPr>
            <p:nvPr/>
          </p:nvSpPr>
          <p:spPr bwMode="auto">
            <a:xfrm>
              <a:off x="11896725" y="5994400"/>
              <a:ext cx="1317625" cy="1317625"/>
            </a:xfrm>
            <a:prstGeom prst="ellipse">
              <a:avLst/>
            </a:prstGeom>
            <a:solidFill>
              <a:srgbClr val="FFC1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43" name="Freeform 36">
              <a:extLst>
                <a:ext uri="{FF2B5EF4-FFF2-40B4-BE49-F238E27FC236}">
                  <a16:creationId xmlns:a16="http://schemas.microsoft.com/office/drawing/2014/main" id="{AD814464-10DF-3C97-38E9-166D93E427DD}"/>
                </a:ext>
              </a:extLst>
            </p:cNvPr>
            <p:cNvSpPr>
              <a:spLocks noEditPoints="1"/>
            </p:cNvSpPr>
            <p:nvPr/>
          </p:nvSpPr>
          <p:spPr bwMode="auto">
            <a:xfrm>
              <a:off x="12311063" y="6392863"/>
              <a:ext cx="488950" cy="504825"/>
            </a:xfrm>
            <a:custGeom>
              <a:avLst/>
              <a:gdLst>
                <a:gd name="T0" fmla="*/ 9 w 32"/>
                <a:gd name="T1" fmla="*/ 33 h 33"/>
                <a:gd name="T2" fmla="*/ 6 w 32"/>
                <a:gd name="T3" fmla="*/ 32 h 33"/>
                <a:gd name="T4" fmla="*/ 0 w 32"/>
                <a:gd name="T5" fmla="*/ 23 h 33"/>
                <a:gd name="T6" fmla="*/ 0 w 32"/>
                <a:gd name="T7" fmla="*/ 11 h 33"/>
                <a:gd name="T8" fmla="*/ 7 w 32"/>
                <a:gd name="T9" fmla="*/ 1 h 33"/>
                <a:gd name="T10" fmla="*/ 19 w 32"/>
                <a:gd name="T11" fmla="*/ 1 h 33"/>
                <a:gd name="T12" fmla="*/ 26 w 32"/>
                <a:gd name="T13" fmla="*/ 8 h 33"/>
                <a:gd name="T14" fmla="*/ 27 w 32"/>
                <a:gd name="T15" fmla="*/ 13 h 33"/>
                <a:gd name="T16" fmla="*/ 31 w 32"/>
                <a:gd name="T17" fmla="*/ 13 h 33"/>
                <a:gd name="T18" fmla="*/ 32 w 32"/>
                <a:gd name="T19" fmla="*/ 15 h 33"/>
                <a:gd name="T20" fmla="*/ 31 w 32"/>
                <a:gd name="T21" fmla="*/ 27 h 33"/>
                <a:gd name="T22" fmla="*/ 23 w 32"/>
                <a:gd name="T23" fmla="*/ 33 h 33"/>
                <a:gd name="T24" fmla="*/ 21 w 32"/>
                <a:gd name="T25" fmla="*/ 33 h 33"/>
                <a:gd name="T26" fmla="*/ 9 w 32"/>
                <a:gd name="T27" fmla="*/ 33 h 33"/>
                <a:gd name="T28" fmla="*/ 21 w 32"/>
                <a:gd name="T29" fmla="*/ 24 h 33"/>
                <a:gd name="T30" fmla="*/ 21 w 32"/>
                <a:gd name="T31" fmla="*/ 21 h 33"/>
                <a:gd name="T32" fmla="*/ 10 w 32"/>
                <a:gd name="T33" fmla="*/ 21 h 33"/>
                <a:gd name="T34" fmla="*/ 10 w 32"/>
                <a:gd name="T35" fmla="*/ 24 h 33"/>
                <a:gd name="T36" fmla="*/ 21 w 32"/>
                <a:gd name="T37" fmla="*/ 24 h 33"/>
                <a:gd name="T38" fmla="*/ 16 w 32"/>
                <a:gd name="T39" fmla="*/ 13 h 33"/>
                <a:gd name="T40" fmla="*/ 15 w 32"/>
                <a:gd name="T41" fmla="*/ 9 h 33"/>
                <a:gd name="T42" fmla="*/ 10 w 32"/>
                <a:gd name="T43" fmla="*/ 9 h 33"/>
                <a:gd name="T44" fmla="*/ 10 w 32"/>
                <a:gd name="T45" fmla="*/ 13 h 33"/>
                <a:gd name="T46" fmla="*/ 16 w 32"/>
                <a:gd name="T47" fmla="*/ 1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3">
                  <a:moveTo>
                    <a:pt x="9" y="33"/>
                  </a:moveTo>
                  <a:cubicBezTo>
                    <a:pt x="8" y="33"/>
                    <a:pt x="7" y="32"/>
                    <a:pt x="6" y="32"/>
                  </a:cubicBezTo>
                  <a:cubicBezTo>
                    <a:pt x="2" y="30"/>
                    <a:pt x="0" y="27"/>
                    <a:pt x="0" y="23"/>
                  </a:cubicBezTo>
                  <a:cubicBezTo>
                    <a:pt x="0" y="21"/>
                    <a:pt x="0" y="12"/>
                    <a:pt x="0" y="11"/>
                  </a:cubicBezTo>
                  <a:cubicBezTo>
                    <a:pt x="0" y="6"/>
                    <a:pt x="3" y="2"/>
                    <a:pt x="7" y="1"/>
                  </a:cubicBezTo>
                  <a:cubicBezTo>
                    <a:pt x="9" y="0"/>
                    <a:pt x="17" y="0"/>
                    <a:pt x="19" y="1"/>
                  </a:cubicBezTo>
                  <a:cubicBezTo>
                    <a:pt x="22" y="2"/>
                    <a:pt x="25" y="4"/>
                    <a:pt x="26" y="8"/>
                  </a:cubicBezTo>
                  <a:cubicBezTo>
                    <a:pt x="26" y="10"/>
                    <a:pt x="26" y="12"/>
                    <a:pt x="27" y="13"/>
                  </a:cubicBezTo>
                  <a:cubicBezTo>
                    <a:pt x="29" y="13"/>
                    <a:pt x="30" y="13"/>
                    <a:pt x="31" y="13"/>
                  </a:cubicBezTo>
                  <a:cubicBezTo>
                    <a:pt x="31" y="13"/>
                    <a:pt x="32" y="14"/>
                    <a:pt x="32" y="15"/>
                  </a:cubicBezTo>
                  <a:cubicBezTo>
                    <a:pt x="32" y="24"/>
                    <a:pt x="32" y="25"/>
                    <a:pt x="31" y="27"/>
                  </a:cubicBezTo>
                  <a:cubicBezTo>
                    <a:pt x="29" y="30"/>
                    <a:pt x="26" y="33"/>
                    <a:pt x="23" y="33"/>
                  </a:cubicBezTo>
                  <a:cubicBezTo>
                    <a:pt x="22" y="33"/>
                    <a:pt x="22" y="33"/>
                    <a:pt x="21" y="33"/>
                  </a:cubicBezTo>
                  <a:cubicBezTo>
                    <a:pt x="21" y="33"/>
                    <a:pt x="11" y="33"/>
                    <a:pt x="9" y="33"/>
                  </a:cubicBezTo>
                  <a:close/>
                  <a:moveTo>
                    <a:pt x="21" y="24"/>
                  </a:moveTo>
                  <a:cubicBezTo>
                    <a:pt x="24" y="24"/>
                    <a:pt x="24" y="21"/>
                    <a:pt x="21" y="21"/>
                  </a:cubicBezTo>
                  <a:cubicBezTo>
                    <a:pt x="18" y="21"/>
                    <a:pt x="14" y="21"/>
                    <a:pt x="10" y="21"/>
                  </a:cubicBezTo>
                  <a:cubicBezTo>
                    <a:pt x="7" y="21"/>
                    <a:pt x="8" y="24"/>
                    <a:pt x="10" y="24"/>
                  </a:cubicBezTo>
                  <a:cubicBezTo>
                    <a:pt x="12" y="24"/>
                    <a:pt x="21" y="24"/>
                    <a:pt x="21" y="24"/>
                  </a:cubicBezTo>
                  <a:close/>
                  <a:moveTo>
                    <a:pt x="16" y="13"/>
                  </a:moveTo>
                  <a:cubicBezTo>
                    <a:pt x="18" y="12"/>
                    <a:pt x="18" y="9"/>
                    <a:pt x="15" y="9"/>
                  </a:cubicBezTo>
                  <a:cubicBezTo>
                    <a:pt x="15" y="9"/>
                    <a:pt x="10" y="9"/>
                    <a:pt x="10" y="9"/>
                  </a:cubicBezTo>
                  <a:cubicBezTo>
                    <a:pt x="7" y="9"/>
                    <a:pt x="8" y="13"/>
                    <a:pt x="10" y="13"/>
                  </a:cubicBezTo>
                  <a:cubicBezTo>
                    <a:pt x="10" y="13"/>
                    <a:pt x="15" y="13"/>
                    <a:pt x="16" y="1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44" name="กลุ่ม 666">
            <a:extLst>
              <a:ext uri="{FF2B5EF4-FFF2-40B4-BE49-F238E27FC236}">
                <a16:creationId xmlns:a16="http://schemas.microsoft.com/office/drawing/2014/main" id="{017DE5F1-1B92-BED2-0E01-ADF764EBD97E}"/>
              </a:ext>
            </a:extLst>
          </p:cNvPr>
          <p:cNvGrpSpPr/>
          <p:nvPr/>
        </p:nvGrpSpPr>
        <p:grpSpPr>
          <a:xfrm>
            <a:off x="3380944" y="2568601"/>
            <a:ext cx="1317625" cy="1317625"/>
            <a:chOff x="11896725" y="4049713"/>
            <a:chExt cx="1317625" cy="1317625"/>
          </a:xfrm>
        </p:grpSpPr>
        <p:sp>
          <p:nvSpPr>
            <p:cNvPr id="45" name="Oval 37">
              <a:extLst>
                <a:ext uri="{FF2B5EF4-FFF2-40B4-BE49-F238E27FC236}">
                  <a16:creationId xmlns:a16="http://schemas.microsoft.com/office/drawing/2014/main" id="{4CBBC96E-2D45-8423-7233-0A55574915AA}"/>
                </a:ext>
              </a:extLst>
            </p:cNvPr>
            <p:cNvSpPr>
              <a:spLocks noChangeArrowheads="1"/>
            </p:cNvSpPr>
            <p:nvPr/>
          </p:nvSpPr>
          <p:spPr bwMode="auto">
            <a:xfrm>
              <a:off x="11896725" y="4049713"/>
              <a:ext cx="1317625" cy="1317625"/>
            </a:xfrm>
            <a:prstGeom prst="ellipse">
              <a:avLst/>
            </a:prstGeom>
            <a:solidFill>
              <a:srgbClr val="1F96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46" name="Freeform 38">
              <a:extLst>
                <a:ext uri="{FF2B5EF4-FFF2-40B4-BE49-F238E27FC236}">
                  <a16:creationId xmlns:a16="http://schemas.microsoft.com/office/drawing/2014/main" id="{A060A599-80D9-7AD0-8D5C-CFA556B22C75}"/>
                </a:ext>
              </a:extLst>
            </p:cNvPr>
            <p:cNvSpPr>
              <a:spLocks noEditPoints="1"/>
            </p:cNvSpPr>
            <p:nvPr/>
          </p:nvSpPr>
          <p:spPr bwMode="auto">
            <a:xfrm>
              <a:off x="12295188" y="4432300"/>
              <a:ext cx="520700" cy="536575"/>
            </a:xfrm>
            <a:custGeom>
              <a:avLst/>
              <a:gdLst>
                <a:gd name="T0" fmla="*/ 32 w 34"/>
                <a:gd name="T1" fmla="*/ 20 h 35"/>
                <a:gd name="T2" fmla="*/ 33 w 34"/>
                <a:gd name="T3" fmla="*/ 18 h 35"/>
                <a:gd name="T4" fmla="*/ 17 w 34"/>
                <a:gd name="T5" fmla="*/ 2 h 35"/>
                <a:gd name="T6" fmla="*/ 14 w 34"/>
                <a:gd name="T7" fmla="*/ 2 h 35"/>
                <a:gd name="T8" fmla="*/ 9 w 34"/>
                <a:gd name="T9" fmla="*/ 0 h 35"/>
                <a:gd name="T10" fmla="*/ 0 w 34"/>
                <a:gd name="T11" fmla="*/ 10 h 35"/>
                <a:gd name="T12" fmla="*/ 1 w 34"/>
                <a:gd name="T13" fmla="*/ 14 h 35"/>
                <a:gd name="T14" fmla="*/ 1 w 34"/>
                <a:gd name="T15" fmla="*/ 18 h 35"/>
                <a:gd name="T16" fmla="*/ 17 w 34"/>
                <a:gd name="T17" fmla="*/ 34 h 35"/>
                <a:gd name="T18" fmla="*/ 20 w 34"/>
                <a:gd name="T19" fmla="*/ 34 h 35"/>
                <a:gd name="T20" fmla="*/ 25 w 34"/>
                <a:gd name="T21" fmla="*/ 35 h 35"/>
                <a:gd name="T22" fmla="*/ 34 w 34"/>
                <a:gd name="T23" fmla="*/ 26 h 35"/>
                <a:gd name="T24" fmla="*/ 32 w 34"/>
                <a:gd name="T25" fmla="*/ 20 h 35"/>
                <a:gd name="T26" fmla="*/ 21 w 34"/>
                <a:gd name="T27" fmla="*/ 27 h 35"/>
                <a:gd name="T28" fmla="*/ 14 w 34"/>
                <a:gd name="T29" fmla="*/ 27 h 35"/>
                <a:gd name="T30" fmla="*/ 9 w 34"/>
                <a:gd name="T31" fmla="*/ 23 h 35"/>
                <a:gd name="T32" fmla="*/ 12 w 34"/>
                <a:gd name="T33" fmla="*/ 22 h 35"/>
                <a:gd name="T34" fmla="*/ 13 w 34"/>
                <a:gd name="T35" fmla="*/ 23 h 35"/>
                <a:gd name="T36" fmla="*/ 20 w 34"/>
                <a:gd name="T37" fmla="*/ 23 h 35"/>
                <a:gd name="T38" fmla="*/ 20 w 34"/>
                <a:gd name="T39" fmla="*/ 21 h 35"/>
                <a:gd name="T40" fmla="*/ 13 w 34"/>
                <a:gd name="T41" fmla="*/ 19 h 35"/>
                <a:gd name="T42" fmla="*/ 10 w 34"/>
                <a:gd name="T43" fmla="*/ 10 h 35"/>
                <a:gd name="T44" fmla="*/ 16 w 34"/>
                <a:gd name="T45" fmla="*/ 7 h 35"/>
                <a:gd name="T46" fmla="*/ 24 w 34"/>
                <a:gd name="T47" fmla="*/ 12 h 35"/>
                <a:gd name="T48" fmla="*/ 23 w 34"/>
                <a:gd name="T49" fmla="*/ 14 h 35"/>
                <a:gd name="T50" fmla="*/ 20 w 34"/>
                <a:gd name="T51" fmla="*/ 12 h 35"/>
                <a:gd name="T52" fmla="*/ 14 w 34"/>
                <a:gd name="T53" fmla="*/ 11 h 35"/>
                <a:gd name="T54" fmla="*/ 14 w 34"/>
                <a:gd name="T55" fmla="*/ 14 h 35"/>
                <a:gd name="T56" fmla="*/ 22 w 34"/>
                <a:gd name="T57" fmla="*/ 17 h 35"/>
                <a:gd name="T58" fmla="*/ 25 w 34"/>
                <a:gd name="T59" fmla="*/ 22 h 35"/>
                <a:gd name="T60" fmla="*/ 21 w 34"/>
                <a:gd name="T61" fmla="*/ 2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4" h="35">
                  <a:moveTo>
                    <a:pt x="32" y="20"/>
                  </a:moveTo>
                  <a:cubicBezTo>
                    <a:pt x="33" y="20"/>
                    <a:pt x="33" y="19"/>
                    <a:pt x="33" y="18"/>
                  </a:cubicBezTo>
                  <a:cubicBezTo>
                    <a:pt x="33" y="9"/>
                    <a:pt x="25" y="2"/>
                    <a:pt x="17" y="2"/>
                  </a:cubicBezTo>
                  <a:cubicBezTo>
                    <a:pt x="16" y="2"/>
                    <a:pt x="15" y="2"/>
                    <a:pt x="14" y="2"/>
                  </a:cubicBezTo>
                  <a:cubicBezTo>
                    <a:pt x="13" y="1"/>
                    <a:pt x="11" y="0"/>
                    <a:pt x="9" y="0"/>
                  </a:cubicBezTo>
                  <a:cubicBezTo>
                    <a:pt x="4" y="0"/>
                    <a:pt x="0" y="5"/>
                    <a:pt x="0" y="10"/>
                  </a:cubicBezTo>
                  <a:cubicBezTo>
                    <a:pt x="0" y="11"/>
                    <a:pt x="0" y="13"/>
                    <a:pt x="1" y="14"/>
                  </a:cubicBezTo>
                  <a:cubicBezTo>
                    <a:pt x="1" y="16"/>
                    <a:pt x="1" y="17"/>
                    <a:pt x="1" y="18"/>
                  </a:cubicBezTo>
                  <a:cubicBezTo>
                    <a:pt x="1" y="27"/>
                    <a:pt x="8" y="34"/>
                    <a:pt x="17" y="34"/>
                  </a:cubicBezTo>
                  <a:cubicBezTo>
                    <a:pt x="18" y="34"/>
                    <a:pt x="19" y="34"/>
                    <a:pt x="20" y="34"/>
                  </a:cubicBezTo>
                  <a:cubicBezTo>
                    <a:pt x="21" y="34"/>
                    <a:pt x="23" y="35"/>
                    <a:pt x="25" y="35"/>
                  </a:cubicBezTo>
                  <a:cubicBezTo>
                    <a:pt x="30" y="35"/>
                    <a:pt x="34" y="31"/>
                    <a:pt x="34" y="26"/>
                  </a:cubicBezTo>
                  <a:cubicBezTo>
                    <a:pt x="34" y="24"/>
                    <a:pt x="33" y="22"/>
                    <a:pt x="32" y="20"/>
                  </a:cubicBezTo>
                  <a:close/>
                  <a:moveTo>
                    <a:pt x="21" y="27"/>
                  </a:moveTo>
                  <a:cubicBezTo>
                    <a:pt x="19" y="28"/>
                    <a:pt x="16" y="28"/>
                    <a:pt x="14" y="27"/>
                  </a:cubicBezTo>
                  <a:cubicBezTo>
                    <a:pt x="10" y="27"/>
                    <a:pt x="9" y="25"/>
                    <a:pt x="9" y="23"/>
                  </a:cubicBezTo>
                  <a:cubicBezTo>
                    <a:pt x="8" y="21"/>
                    <a:pt x="11" y="20"/>
                    <a:pt x="12" y="22"/>
                  </a:cubicBezTo>
                  <a:cubicBezTo>
                    <a:pt x="13" y="22"/>
                    <a:pt x="13" y="23"/>
                    <a:pt x="13" y="23"/>
                  </a:cubicBezTo>
                  <a:cubicBezTo>
                    <a:pt x="15" y="25"/>
                    <a:pt x="19" y="25"/>
                    <a:pt x="20" y="23"/>
                  </a:cubicBezTo>
                  <a:cubicBezTo>
                    <a:pt x="21" y="22"/>
                    <a:pt x="21" y="22"/>
                    <a:pt x="20" y="21"/>
                  </a:cubicBezTo>
                  <a:cubicBezTo>
                    <a:pt x="19" y="20"/>
                    <a:pt x="19" y="20"/>
                    <a:pt x="13" y="19"/>
                  </a:cubicBezTo>
                  <a:cubicBezTo>
                    <a:pt x="8" y="17"/>
                    <a:pt x="8" y="13"/>
                    <a:pt x="10" y="10"/>
                  </a:cubicBezTo>
                  <a:cubicBezTo>
                    <a:pt x="11" y="8"/>
                    <a:pt x="13" y="8"/>
                    <a:pt x="16" y="7"/>
                  </a:cubicBezTo>
                  <a:cubicBezTo>
                    <a:pt x="20" y="7"/>
                    <a:pt x="24" y="9"/>
                    <a:pt x="24" y="12"/>
                  </a:cubicBezTo>
                  <a:cubicBezTo>
                    <a:pt x="24" y="13"/>
                    <a:pt x="24" y="13"/>
                    <a:pt x="23" y="14"/>
                  </a:cubicBezTo>
                  <a:cubicBezTo>
                    <a:pt x="21" y="14"/>
                    <a:pt x="21" y="13"/>
                    <a:pt x="20" y="12"/>
                  </a:cubicBezTo>
                  <a:cubicBezTo>
                    <a:pt x="18" y="10"/>
                    <a:pt x="15" y="11"/>
                    <a:pt x="14" y="11"/>
                  </a:cubicBezTo>
                  <a:cubicBezTo>
                    <a:pt x="13" y="12"/>
                    <a:pt x="13" y="14"/>
                    <a:pt x="14" y="14"/>
                  </a:cubicBezTo>
                  <a:cubicBezTo>
                    <a:pt x="15" y="15"/>
                    <a:pt x="20" y="16"/>
                    <a:pt x="22" y="17"/>
                  </a:cubicBezTo>
                  <a:cubicBezTo>
                    <a:pt x="24" y="18"/>
                    <a:pt x="25" y="19"/>
                    <a:pt x="25" y="22"/>
                  </a:cubicBezTo>
                  <a:cubicBezTo>
                    <a:pt x="25" y="24"/>
                    <a:pt x="24" y="26"/>
                    <a:pt x="21" y="2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47" name="กลุ่ม 2080">
            <a:extLst>
              <a:ext uri="{FF2B5EF4-FFF2-40B4-BE49-F238E27FC236}">
                <a16:creationId xmlns:a16="http://schemas.microsoft.com/office/drawing/2014/main" id="{A82CA33E-7666-C8C5-04D7-B0EF11D0F6F2}"/>
              </a:ext>
            </a:extLst>
          </p:cNvPr>
          <p:cNvGrpSpPr/>
          <p:nvPr/>
        </p:nvGrpSpPr>
        <p:grpSpPr>
          <a:xfrm>
            <a:off x="5479619" y="4513288"/>
            <a:ext cx="1316037" cy="1317625"/>
            <a:chOff x="13995400" y="5994400"/>
            <a:chExt cx="1316037" cy="1317625"/>
          </a:xfrm>
        </p:grpSpPr>
        <p:sp>
          <p:nvSpPr>
            <p:cNvPr id="48" name="Oval 39">
              <a:extLst>
                <a:ext uri="{FF2B5EF4-FFF2-40B4-BE49-F238E27FC236}">
                  <a16:creationId xmlns:a16="http://schemas.microsoft.com/office/drawing/2014/main" id="{90291E79-8012-22FD-7790-E16B4168A97E}"/>
                </a:ext>
              </a:extLst>
            </p:cNvPr>
            <p:cNvSpPr>
              <a:spLocks noChangeArrowheads="1"/>
            </p:cNvSpPr>
            <p:nvPr/>
          </p:nvSpPr>
          <p:spPr bwMode="auto">
            <a:xfrm>
              <a:off x="13995400" y="5994400"/>
              <a:ext cx="1316037" cy="1317625"/>
            </a:xfrm>
            <a:prstGeom prst="ellipse">
              <a:avLst/>
            </a:prstGeom>
            <a:solidFill>
              <a:srgbClr val="7D57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49" name="Freeform 40">
              <a:extLst>
                <a:ext uri="{FF2B5EF4-FFF2-40B4-BE49-F238E27FC236}">
                  <a16:creationId xmlns:a16="http://schemas.microsoft.com/office/drawing/2014/main" id="{34CCD43A-2893-6FAF-A7CD-1D4F551E37F3}"/>
                </a:ext>
              </a:extLst>
            </p:cNvPr>
            <p:cNvSpPr>
              <a:spLocks noEditPoints="1"/>
            </p:cNvSpPr>
            <p:nvPr/>
          </p:nvSpPr>
          <p:spPr bwMode="auto">
            <a:xfrm>
              <a:off x="14392275" y="6392863"/>
              <a:ext cx="520700" cy="504825"/>
            </a:xfrm>
            <a:custGeom>
              <a:avLst/>
              <a:gdLst>
                <a:gd name="T0" fmla="*/ 28 w 34"/>
                <a:gd name="T1" fmla="*/ 0 h 33"/>
                <a:gd name="T2" fmla="*/ 5 w 34"/>
                <a:gd name="T3" fmla="*/ 0 h 33"/>
                <a:gd name="T4" fmla="*/ 0 w 34"/>
                <a:gd name="T5" fmla="*/ 5 h 33"/>
                <a:gd name="T6" fmla="*/ 0 w 34"/>
                <a:gd name="T7" fmla="*/ 28 h 33"/>
                <a:gd name="T8" fmla="*/ 5 w 34"/>
                <a:gd name="T9" fmla="*/ 33 h 33"/>
                <a:gd name="T10" fmla="*/ 28 w 34"/>
                <a:gd name="T11" fmla="*/ 33 h 33"/>
                <a:gd name="T12" fmla="*/ 34 w 34"/>
                <a:gd name="T13" fmla="*/ 28 h 33"/>
                <a:gd name="T14" fmla="*/ 34 w 34"/>
                <a:gd name="T15" fmla="*/ 5 h 33"/>
                <a:gd name="T16" fmla="*/ 28 w 34"/>
                <a:gd name="T17" fmla="*/ 0 h 33"/>
                <a:gd name="T18" fmla="*/ 24 w 34"/>
                <a:gd name="T19" fmla="*/ 4 h 33"/>
                <a:gd name="T20" fmla="*/ 25 w 34"/>
                <a:gd name="T21" fmla="*/ 3 h 33"/>
                <a:gd name="T22" fmla="*/ 29 w 34"/>
                <a:gd name="T23" fmla="*/ 3 h 33"/>
                <a:gd name="T24" fmla="*/ 30 w 34"/>
                <a:gd name="T25" fmla="*/ 4 h 33"/>
                <a:gd name="T26" fmla="*/ 30 w 34"/>
                <a:gd name="T27" fmla="*/ 8 h 33"/>
                <a:gd name="T28" fmla="*/ 29 w 34"/>
                <a:gd name="T29" fmla="*/ 9 h 33"/>
                <a:gd name="T30" fmla="*/ 25 w 34"/>
                <a:gd name="T31" fmla="*/ 9 h 33"/>
                <a:gd name="T32" fmla="*/ 24 w 34"/>
                <a:gd name="T33" fmla="*/ 8 h 33"/>
                <a:gd name="T34" fmla="*/ 24 w 34"/>
                <a:gd name="T35" fmla="*/ 4 h 33"/>
                <a:gd name="T36" fmla="*/ 11 w 34"/>
                <a:gd name="T37" fmla="*/ 14 h 33"/>
                <a:gd name="T38" fmla="*/ 17 w 34"/>
                <a:gd name="T39" fmla="*/ 10 h 33"/>
                <a:gd name="T40" fmla="*/ 23 w 34"/>
                <a:gd name="T41" fmla="*/ 14 h 33"/>
                <a:gd name="T42" fmla="*/ 24 w 34"/>
                <a:gd name="T43" fmla="*/ 17 h 33"/>
                <a:gd name="T44" fmla="*/ 17 w 34"/>
                <a:gd name="T45" fmla="*/ 23 h 33"/>
                <a:gd name="T46" fmla="*/ 10 w 34"/>
                <a:gd name="T47" fmla="*/ 17 h 33"/>
                <a:gd name="T48" fmla="*/ 11 w 34"/>
                <a:gd name="T49" fmla="*/ 14 h 33"/>
                <a:gd name="T50" fmla="*/ 30 w 34"/>
                <a:gd name="T51" fmla="*/ 28 h 33"/>
                <a:gd name="T52" fmla="*/ 28 w 34"/>
                <a:gd name="T53" fmla="*/ 30 h 33"/>
                <a:gd name="T54" fmla="*/ 5 w 34"/>
                <a:gd name="T55" fmla="*/ 30 h 33"/>
                <a:gd name="T56" fmla="*/ 4 w 34"/>
                <a:gd name="T57" fmla="*/ 28 h 33"/>
                <a:gd name="T58" fmla="*/ 4 w 34"/>
                <a:gd name="T59" fmla="*/ 14 h 33"/>
                <a:gd name="T60" fmla="*/ 7 w 34"/>
                <a:gd name="T61" fmla="*/ 14 h 33"/>
                <a:gd name="T62" fmla="*/ 7 w 34"/>
                <a:gd name="T63" fmla="*/ 17 h 33"/>
                <a:gd name="T64" fmla="*/ 17 w 34"/>
                <a:gd name="T65" fmla="*/ 27 h 33"/>
                <a:gd name="T66" fmla="*/ 27 w 34"/>
                <a:gd name="T67" fmla="*/ 17 h 33"/>
                <a:gd name="T68" fmla="*/ 27 w 34"/>
                <a:gd name="T69" fmla="*/ 14 h 33"/>
                <a:gd name="T70" fmla="*/ 30 w 34"/>
                <a:gd name="T71" fmla="*/ 14 h 33"/>
                <a:gd name="T72" fmla="*/ 30 w 34"/>
                <a:gd name="T73" fmla="*/ 2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3">
                  <a:moveTo>
                    <a:pt x="28" y="0"/>
                  </a:moveTo>
                  <a:cubicBezTo>
                    <a:pt x="5" y="0"/>
                    <a:pt x="5" y="0"/>
                    <a:pt x="5" y="0"/>
                  </a:cubicBezTo>
                  <a:cubicBezTo>
                    <a:pt x="2" y="0"/>
                    <a:pt x="0" y="2"/>
                    <a:pt x="0" y="5"/>
                  </a:cubicBezTo>
                  <a:cubicBezTo>
                    <a:pt x="0" y="28"/>
                    <a:pt x="0" y="28"/>
                    <a:pt x="0" y="28"/>
                  </a:cubicBezTo>
                  <a:cubicBezTo>
                    <a:pt x="0" y="31"/>
                    <a:pt x="2" y="33"/>
                    <a:pt x="5" y="33"/>
                  </a:cubicBezTo>
                  <a:cubicBezTo>
                    <a:pt x="28" y="33"/>
                    <a:pt x="28" y="33"/>
                    <a:pt x="28" y="33"/>
                  </a:cubicBezTo>
                  <a:cubicBezTo>
                    <a:pt x="31" y="33"/>
                    <a:pt x="34" y="31"/>
                    <a:pt x="34" y="28"/>
                  </a:cubicBezTo>
                  <a:cubicBezTo>
                    <a:pt x="34" y="5"/>
                    <a:pt x="34" y="5"/>
                    <a:pt x="34" y="5"/>
                  </a:cubicBezTo>
                  <a:cubicBezTo>
                    <a:pt x="34" y="2"/>
                    <a:pt x="31" y="0"/>
                    <a:pt x="28" y="0"/>
                  </a:cubicBezTo>
                  <a:close/>
                  <a:moveTo>
                    <a:pt x="24" y="4"/>
                  </a:moveTo>
                  <a:cubicBezTo>
                    <a:pt x="24" y="4"/>
                    <a:pt x="24" y="3"/>
                    <a:pt x="25" y="3"/>
                  </a:cubicBezTo>
                  <a:cubicBezTo>
                    <a:pt x="29" y="3"/>
                    <a:pt x="29" y="3"/>
                    <a:pt x="29" y="3"/>
                  </a:cubicBezTo>
                  <a:cubicBezTo>
                    <a:pt x="30" y="3"/>
                    <a:pt x="30" y="4"/>
                    <a:pt x="30" y="4"/>
                  </a:cubicBezTo>
                  <a:cubicBezTo>
                    <a:pt x="30" y="8"/>
                    <a:pt x="30" y="8"/>
                    <a:pt x="30" y="8"/>
                  </a:cubicBezTo>
                  <a:cubicBezTo>
                    <a:pt x="30" y="9"/>
                    <a:pt x="30" y="9"/>
                    <a:pt x="29" y="9"/>
                  </a:cubicBezTo>
                  <a:cubicBezTo>
                    <a:pt x="25" y="9"/>
                    <a:pt x="25" y="9"/>
                    <a:pt x="25" y="9"/>
                  </a:cubicBezTo>
                  <a:cubicBezTo>
                    <a:pt x="24" y="9"/>
                    <a:pt x="24" y="9"/>
                    <a:pt x="24" y="8"/>
                  </a:cubicBezTo>
                  <a:lnTo>
                    <a:pt x="24" y="4"/>
                  </a:lnTo>
                  <a:close/>
                  <a:moveTo>
                    <a:pt x="11" y="14"/>
                  </a:moveTo>
                  <a:cubicBezTo>
                    <a:pt x="12" y="12"/>
                    <a:pt x="14" y="10"/>
                    <a:pt x="17" y="10"/>
                  </a:cubicBezTo>
                  <a:cubicBezTo>
                    <a:pt x="20" y="10"/>
                    <a:pt x="22" y="12"/>
                    <a:pt x="23" y="14"/>
                  </a:cubicBezTo>
                  <a:cubicBezTo>
                    <a:pt x="23" y="15"/>
                    <a:pt x="24" y="16"/>
                    <a:pt x="24" y="17"/>
                  </a:cubicBezTo>
                  <a:cubicBezTo>
                    <a:pt x="24" y="20"/>
                    <a:pt x="21" y="23"/>
                    <a:pt x="17" y="23"/>
                  </a:cubicBezTo>
                  <a:cubicBezTo>
                    <a:pt x="13" y="23"/>
                    <a:pt x="10" y="20"/>
                    <a:pt x="10" y="17"/>
                  </a:cubicBezTo>
                  <a:cubicBezTo>
                    <a:pt x="10" y="16"/>
                    <a:pt x="10" y="15"/>
                    <a:pt x="11" y="14"/>
                  </a:cubicBezTo>
                  <a:close/>
                  <a:moveTo>
                    <a:pt x="30" y="28"/>
                  </a:moveTo>
                  <a:cubicBezTo>
                    <a:pt x="30" y="29"/>
                    <a:pt x="29" y="30"/>
                    <a:pt x="28" y="30"/>
                  </a:cubicBezTo>
                  <a:cubicBezTo>
                    <a:pt x="5" y="30"/>
                    <a:pt x="5" y="30"/>
                    <a:pt x="5" y="30"/>
                  </a:cubicBezTo>
                  <a:cubicBezTo>
                    <a:pt x="4" y="30"/>
                    <a:pt x="4" y="29"/>
                    <a:pt x="4" y="28"/>
                  </a:cubicBezTo>
                  <a:cubicBezTo>
                    <a:pt x="4" y="14"/>
                    <a:pt x="4" y="14"/>
                    <a:pt x="4" y="14"/>
                  </a:cubicBezTo>
                  <a:cubicBezTo>
                    <a:pt x="7" y="14"/>
                    <a:pt x="7" y="14"/>
                    <a:pt x="7" y="14"/>
                  </a:cubicBezTo>
                  <a:cubicBezTo>
                    <a:pt x="7" y="15"/>
                    <a:pt x="7" y="16"/>
                    <a:pt x="7" y="17"/>
                  </a:cubicBezTo>
                  <a:cubicBezTo>
                    <a:pt x="7" y="22"/>
                    <a:pt x="11" y="27"/>
                    <a:pt x="17" y="27"/>
                  </a:cubicBezTo>
                  <a:cubicBezTo>
                    <a:pt x="22" y="27"/>
                    <a:pt x="27" y="22"/>
                    <a:pt x="27" y="17"/>
                  </a:cubicBezTo>
                  <a:cubicBezTo>
                    <a:pt x="27" y="16"/>
                    <a:pt x="27" y="15"/>
                    <a:pt x="27" y="14"/>
                  </a:cubicBezTo>
                  <a:cubicBezTo>
                    <a:pt x="30" y="14"/>
                    <a:pt x="30" y="14"/>
                    <a:pt x="30" y="14"/>
                  </a:cubicBezTo>
                  <a:lnTo>
                    <a:pt x="3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53" name="กลุ่ม 667">
            <a:extLst>
              <a:ext uri="{FF2B5EF4-FFF2-40B4-BE49-F238E27FC236}">
                <a16:creationId xmlns:a16="http://schemas.microsoft.com/office/drawing/2014/main" id="{2065402E-B04B-85D4-D4A4-6A50422997E7}"/>
              </a:ext>
            </a:extLst>
          </p:cNvPr>
          <p:cNvGrpSpPr/>
          <p:nvPr/>
        </p:nvGrpSpPr>
        <p:grpSpPr>
          <a:xfrm>
            <a:off x="5479619" y="2568601"/>
            <a:ext cx="1316037" cy="1317625"/>
            <a:chOff x="13995400" y="4049713"/>
            <a:chExt cx="1316037" cy="1317625"/>
          </a:xfrm>
        </p:grpSpPr>
        <p:sp>
          <p:nvSpPr>
            <p:cNvPr id="54" name="Oval 43">
              <a:extLst>
                <a:ext uri="{FF2B5EF4-FFF2-40B4-BE49-F238E27FC236}">
                  <a16:creationId xmlns:a16="http://schemas.microsoft.com/office/drawing/2014/main" id="{A103BBF8-156F-4B98-A224-E4C990E829CD}"/>
                </a:ext>
              </a:extLst>
            </p:cNvPr>
            <p:cNvSpPr>
              <a:spLocks noChangeArrowheads="1"/>
            </p:cNvSpPr>
            <p:nvPr/>
          </p:nvSpPr>
          <p:spPr bwMode="auto">
            <a:xfrm>
              <a:off x="13995400" y="4049713"/>
              <a:ext cx="1316037" cy="1317625"/>
            </a:xfrm>
            <a:prstGeom prst="ellipse">
              <a:avLst/>
            </a:prstGeom>
            <a:solidFill>
              <a:srgbClr val="209E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55" name="Freeform 44">
              <a:extLst>
                <a:ext uri="{FF2B5EF4-FFF2-40B4-BE49-F238E27FC236}">
                  <a16:creationId xmlns:a16="http://schemas.microsoft.com/office/drawing/2014/main" id="{DFD5D201-F966-CA73-2BF5-8BA0D6D28D8E}"/>
                </a:ext>
              </a:extLst>
            </p:cNvPr>
            <p:cNvSpPr>
              <a:spLocks noEditPoints="1"/>
            </p:cNvSpPr>
            <p:nvPr/>
          </p:nvSpPr>
          <p:spPr bwMode="auto">
            <a:xfrm>
              <a:off x="14331950" y="4402138"/>
              <a:ext cx="612775" cy="566738"/>
            </a:xfrm>
            <a:custGeom>
              <a:avLst/>
              <a:gdLst>
                <a:gd name="T0" fmla="*/ 3 w 40"/>
                <a:gd name="T1" fmla="*/ 37 h 37"/>
                <a:gd name="T2" fmla="*/ 4 w 40"/>
                <a:gd name="T3" fmla="*/ 35 h 37"/>
                <a:gd name="T4" fmla="*/ 6 w 40"/>
                <a:gd name="T5" fmla="*/ 29 h 37"/>
                <a:gd name="T6" fmla="*/ 6 w 40"/>
                <a:gd name="T7" fmla="*/ 28 h 37"/>
                <a:gd name="T8" fmla="*/ 17 w 40"/>
                <a:gd name="T9" fmla="*/ 3 h 37"/>
                <a:gd name="T10" fmla="*/ 38 w 40"/>
                <a:gd name="T11" fmla="*/ 16 h 37"/>
                <a:gd name="T12" fmla="*/ 24 w 40"/>
                <a:gd name="T13" fmla="*/ 37 h 37"/>
                <a:gd name="T14" fmla="*/ 13 w 40"/>
                <a:gd name="T15" fmla="*/ 35 h 37"/>
                <a:gd name="T16" fmla="*/ 12 w 40"/>
                <a:gd name="T17" fmla="*/ 35 h 37"/>
                <a:gd name="T18" fmla="*/ 3 w 40"/>
                <a:gd name="T19" fmla="*/ 37 h 37"/>
                <a:gd name="T20" fmla="*/ 7 w 40"/>
                <a:gd name="T21" fmla="*/ 33 h 37"/>
                <a:gd name="T22" fmla="*/ 12 w 40"/>
                <a:gd name="T23" fmla="*/ 32 h 37"/>
                <a:gd name="T24" fmla="*/ 14 w 40"/>
                <a:gd name="T25" fmla="*/ 32 h 37"/>
                <a:gd name="T26" fmla="*/ 23 w 40"/>
                <a:gd name="T27" fmla="*/ 34 h 37"/>
                <a:gd name="T28" fmla="*/ 35 w 40"/>
                <a:gd name="T29" fmla="*/ 17 h 37"/>
                <a:gd name="T30" fmla="*/ 18 w 40"/>
                <a:gd name="T31" fmla="*/ 5 h 37"/>
                <a:gd name="T32" fmla="*/ 8 w 40"/>
                <a:gd name="T33" fmla="*/ 26 h 37"/>
                <a:gd name="T34" fmla="*/ 9 w 40"/>
                <a:gd name="T35" fmla="*/ 29 h 37"/>
                <a:gd name="T36" fmla="*/ 7 w 40"/>
                <a:gd name="T37" fmla="*/ 3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0" h="37">
                  <a:moveTo>
                    <a:pt x="3" y="37"/>
                  </a:moveTo>
                  <a:cubicBezTo>
                    <a:pt x="4" y="36"/>
                    <a:pt x="4" y="36"/>
                    <a:pt x="4" y="35"/>
                  </a:cubicBezTo>
                  <a:cubicBezTo>
                    <a:pt x="5" y="33"/>
                    <a:pt x="5" y="31"/>
                    <a:pt x="6" y="29"/>
                  </a:cubicBezTo>
                  <a:cubicBezTo>
                    <a:pt x="6" y="28"/>
                    <a:pt x="6" y="28"/>
                    <a:pt x="6" y="28"/>
                  </a:cubicBezTo>
                  <a:cubicBezTo>
                    <a:pt x="0" y="18"/>
                    <a:pt x="6" y="5"/>
                    <a:pt x="17" y="3"/>
                  </a:cubicBezTo>
                  <a:cubicBezTo>
                    <a:pt x="27" y="0"/>
                    <a:pt x="36" y="7"/>
                    <a:pt x="38" y="16"/>
                  </a:cubicBezTo>
                  <a:cubicBezTo>
                    <a:pt x="40" y="26"/>
                    <a:pt x="33" y="35"/>
                    <a:pt x="24" y="37"/>
                  </a:cubicBezTo>
                  <a:cubicBezTo>
                    <a:pt x="20" y="37"/>
                    <a:pt x="17" y="37"/>
                    <a:pt x="13" y="35"/>
                  </a:cubicBezTo>
                  <a:cubicBezTo>
                    <a:pt x="13" y="35"/>
                    <a:pt x="12" y="35"/>
                    <a:pt x="12" y="35"/>
                  </a:cubicBezTo>
                  <a:cubicBezTo>
                    <a:pt x="7" y="36"/>
                    <a:pt x="4" y="37"/>
                    <a:pt x="3" y="37"/>
                  </a:cubicBezTo>
                  <a:close/>
                  <a:moveTo>
                    <a:pt x="7" y="33"/>
                  </a:moveTo>
                  <a:cubicBezTo>
                    <a:pt x="9" y="33"/>
                    <a:pt x="11" y="32"/>
                    <a:pt x="12" y="32"/>
                  </a:cubicBezTo>
                  <a:cubicBezTo>
                    <a:pt x="13" y="32"/>
                    <a:pt x="13" y="32"/>
                    <a:pt x="14" y="32"/>
                  </a:cubicBezTo>
                  <a:cubicBezTo>
                    <a:pt x="17" y="34"/>
                    <a:pt x="20" y="34"/>
                    <a:pt x="23" y="34"/>
                  </a:cubicBezTo>
                  <a:cubicBezTo>
                    <a:pt x="31" y="33"/>
                    <a:pt x="36" y="25"/>
                    <a:pt x="35" y="17"/>
                  </a:cubicBezTo>
                  <a:cubicBezTo>
                    <a:pt x="34" y="9"/>
                    <a:pt x="26" y="4"/>
                    <a:pt x="18" y="5"/>
                  </a:cubicBezTo>
                  <a:cubicBezTo>
                    <a:pt x="9" y="7"/>
                    <a:pt x="3" y="18"/>
                    <a:pt x="8" y="26"/>
                  </a:cubicBezTo>
                  <a:cubicBezTo>
                    <a:pt x="9" y="27"/>
                    <a:pt x="9" y="28"/>
                    <a:pt x="9" y="29"/>
                  </a:cubicBezTo>
                  <a:cubicBezTo>
                    <a:pt x="8" y="30"/>
                    <a:pt x="8" y="32"/>
                    <a:pt x="7" y="3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56" name="Freeform 45">
              <a:extLst>
                <a:ext uri="{FF2B5EF4-FFF2-40B4-BE49-F238E27FC236}">
                  <a16:creationId xmlns:a16="http://schemas.microsoft.com/office/drawing/2014/main" id="{09B29C30-6828-F352-5D7F-7A049E9406DE}"/>
                </a:ext>
              </a:extLst>
            </p:cNvPr>
            <p:cNvSpPr>
              <a:spLocks/>
            </p:cNvSpPr>
            <p:nvPr/>
          </p:nvSpPr>
          <p:spPr bwMode="auto">
            <a:xfrm>
              <a:off x="14516100" y="4570413"/>
              <a:ext cx="274637" cy="260350"/>
            </a:xfrm>
            <a:custGeom>
              <a:avLst/>
              <a:gdLst>
                <a:gd name="T0" fmla="*/ 13 w 18"/>
                <a:gd name="T1" fmla="*/ 17 h 17"/>
                <a:gd name="T2" fmla="*/ 1 w 18"/>
                <a:gd name="T3" fmla="*/ 8 h 17"/>
                <a:gd name="T4" fmla="*/ 2 w 18"/>
                <a:gd name="T5" fmla="*/ 1 h 17"/>
                <a:gd name="T6" fmla="*/ 4 w 18"/>
                <a:gd name="T7" fmla="*/ 1 h 17"/>
                <a:gd name="T8" fmla="*/ 4 w 18"/>
                <a:gd name="T9" fmla="*/ 1 h 17"/>
                <a:gd name="T10" fmla="*/ 6 w 18"/>
                <a:gd name="T11" fmla="*/ 4 h 17"/>
                <a:gd name="T12" fmla="*/ 5 w 18"/>
                <a:gd name="T13" fmla="*/ 7 h 17"/>
                <a:gd name="T14" fmla="*/ 5 w 18"/>
                <a:gd name="T15" fmla="*/ 8 h 17"/>
                <a:gd name="T16" fmla="*/ 11 w 18"/>
                <a:gd name="T17" fmla="*/ 13 h 17"/>
                <a:gd name="T18" fmla="*/ 12 w 18"/>
                <a:gd name="T19" fmla="*/ 13 h 17"/>
                <a:gd name="T20" fmla="*/ 14 w 18"/>
                <a:gd name="T21" fmla="*/ 11 h 17"/>
                <a:gd name="T22" fmla="*/ 18 w 18"/>
                <a:gd name="T23" fmla="*/ 13 h 17"/>
                <a:gd name="T24" fmla="*/ 13 w 18"/>
                <a:gd name="T25"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17">
                  <a:moveTo>
                    <a:pt x="13" y="17"/>
                  </a:moveTo>
                  <a:cubicBezTo>
                    <a:pt x="10" y="17"/>
                    <a:pt x="5" y="14"/>
                    <a:pt x="1" y="8"/>
                  </a:cubicBezTo>
                  <a:cubicBezTo>
                    <a:pt x="0" y="5"/>
                    <a:pt x="0" y="3"/>
                    <a:pt x="2" y="1"/>
                  </a:cubicBezTo>
                  <a:cubicBezTo>
                    <a:pt x="2" y="0"/>
                    <a:pt x="3" y="0"/>
                    <a:pt x="4" y="1"/>
                  </a:cubicBezTo>
                  <a:cubicBezTo>
                    <a:pt x="4" y="1"/>
                    <a:pt x="4" y="1"/>
                    <a:pt x="4" y="1"/>
                  </a:cubicBezTo>
                  <a:cubicBezTo>
                    <a:pt x="5" y="2"/>
                    <a:pt x="5" y="3"/>
                    <a:pt x="6" y="4"/>
                  </a:cubicBezTo>
                  <a:cubicBezTo>
                    <a:pt x="6" y="5"/>
                    <a:pt x="6" y="6"/>
                    <a:pt x="5" y="7"/>
                  </a:cubicBezTo>
                  <a:cubicBezTo>
                    <a:pt x="4" y="7"/>
                    <a:pt x="4" y="7"/>
                    <a:pt x="5" y="8"/>
                  </a:cubicBezTo>
                  <a:cubicBezTo>
                    <a:pt x="6" y="10"/>
                    <a:pt x="8" y="12"/>
                    <a:pt x="11" y="13"/>
                  </a:cubicBezTo>
                  <a:cubicBezTo>
                    <a:pt x="11" y="13"/>
                    <a:pt x="11" y="13"/>
                    <a:pt x="12" y="13"/>
                  </a:cubicBezTo>
                  <a:cubicBezTo>
                    <a:pt x="13" y="11"/>
                    <a:pt x="13" y="10"/>
                    <a:pt x="14" y="11"/>
                  </a:cubicBezTo>
                  <a:cubicBezTo>
                    <a:pt x="17" y="12"/>
                    <a:pt x="18" y="12"/>
                    <a:pt x="18" y="13"/>
                  </a:cubicBezTo>
                  <a:cubicBezTo>
                    <a:pt x="18" y="16"/>
                    <a:pt x="15" y="17"/>
                    <a:pt x="13" y="1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57" name="กลุ่ม 2082">
            <a:extLst>
              <a:ext uri="{FF2B5EF4-FFF2-40B4-BE49-F238E27FC236}">
                <a16:creationId xmlns:a16="http://schemas.microsoft.com/office/drawing/2014/main" id="{77934585-93EC-6743-B890-9CD05265F3E7}"/>
              </a:ext>
            </a:extLst>
          </p:cNvPr>
          <p:cNvGrpSpPr/>
          <p:nvPr/>
        </p:nvGrpSpPr>
        <p:grpSpPr>
          <a:xfrm>
            <a:off x="9675382" y="4513288"/>
            <a:ext cx="1316037" cy="1317625"/>
            <a:chOff x="18191163" y="5994400"/>
            <a:chExt cx="1316037" cy="1317625"/>
          </a:xfrm>
        </p:grpSpPr>
        <p:sp>
          <p:nvSpPr>
            <p:cNvPr id="58" name="Oval 46">
              <a:extLst>
                <a:ext uri="{FF2B5EF4-FFF2-40B4-BE49-F238E27FC236}">
                  <a16:creationId xmlns:a16="http://schemas.microsoft.com/office/drawing/2014/main" id="{6D98EFAC-AE0C-7629-DB1D-C0323C093F2B}"/>
                </a:ext>
              </a:extLst>
            </p:cNvPr>
            <p:cNvSpPr>
              <a:spLocks noChangeArrowheads="1"/>
            </p:cNvSpPr>
            <p:nvPr/>
          </p:nvSpPr>
          <p:spPr bwMode="auto">
            <a:xfrm>
              <a:off x="18191163" y="5994400"/>
              <a:ext cx="1316037" cy="1317625"/>
            </a:xfrm>
            <a:prstGeom prst="ellipse">
              <a:avLst/>
            </a:prstGeom>
            <a:solidFill>
              <a:srgbClr val="4C7B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59" name="Freeform 47">
              <a:extLst>
                <a:ext uri="{FF2B5EF4-FFF2-40B4-BE49-F238E27FC236}">
                  <a16:creationId xmlns:a16="http://schemas.microsoft.com/office/drawing/2014/main" id="{B9C37402-8709-B15C-A866-49A19553B63D}"/>
                </a:ext>
              </a:extLst>
            </p:cNvPr>
            <p:cNvSpPr>
              <a:spLocks/>
            </p:cNvSpPr>
            <p:nvPr/>
          </p:nvSpPr>
          <p:spPr bwMode="auto">
            <a:xfrm>
              <a:off x="18680113" y="6362700"/>
              <a:ext cx="336550" cy="566738"/>
            </a:xfrm>
            <a:custGeom>
              <a:avLst/>
              <a:gdLst>
                <a:gd name="T0" fmla="*/ 22 w 22"/>
                <a:gd name="T1" fmla="*/ 29 h 37"/>
                <a:gd name="T2" fmla="*/ 22 w 22"/>
                <a:gd name="T3" fmla="*/ 29 h 37"/>
                <a:gd name="T4" fmla="*/ 13 w 22"/>
                <a:gd name="T5" fmla="*/ 30 h 37"/>
                <a:gd name="T6" fmla="*/ 12 w 22"/>
                <a:gd name="T7" fmla="*/ 22 h 37"/>
                <a:gd name="T8" fmla="*/ 12 w 22"/>
                <a:gd name="T9" fmla="*/ 15 h 37"/>
                <a:gd name="T10" fmla="*/ 21 w 22"/>
                <a:gd name="T11" fmla="*/ 15 h 37"/>
                <a:gd name="T12" fmla="*/ 21 w 22"/>
                <a:gd name="T13" fmla="*/ 10 h 37"/>
                <a:gd name="T14" fmla="*/ 12 w 22"/>
                <a:gd name="T15" fmla="*/ 10 h 37"/>
                <a:gd name="T16" fmla="*/ 12 w 22"/>
                <a:gd name="T17" fmla="*/ 0 h 37"/>
                <a:gd name="T18" fmla="*/ 7 w 22"/>
                <a:gd name="T19" fmla="*/ 0 h 37"/>
                <a:gd name="T20" fmla="*/ 7 w 22"/>
                <a:gd name="T21" fmla="*/ 0 h 37"/>
                <a:gd name="T22" fmla="*/ 0 w 22"/>
                <a:gd name="T23" fmla="*/ 10 h 37"/>
                <a:gd name="T24" fmla="*/ 0 w 22"/>
                <a:gd name="T25" fmla="*/ 15 h 37"/>
                <a:gd name="T26" fmla="*/ 4 w 22"/>
                <a:gd name="T27" fmla="*/ 15 h 37"/>
                <a:gd name="T28" fmla="*/ 4 w 22"/>
                <a:gd name="T29" fmla="*/ 28 h 37"/>
                <a:gd name="T30" fmla="*/ 6 w 22"/>
                <a:gd name="T31" fmla="*/ 35 h 37"/>
                <a:gd name="T32" fmla="*/ 18 w 22"/>
                <a:gd name="T33" fmla="*/ 36 h 37"/>
                <a:gd name="T34" fmla="*/ 22 w 22"/>
                <a:gd name="T35" fmla="*/ 35 h 37"/>
                <a:gd name="T36" fmla="*/ 22 w 22"/>
                <a:gd name="T37" fmla="*/ 29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 h="37">
                  <a:moveTo>
                    <a:pt x="22" y="29"/>
                  </a:moveTo>
                  <a:cubicBezTo>
                    <a:pt x="22" y="29"/>
                    <a:pt x="22" y="29"/>
                    <a:pt x="22" y="29"/>
                  </a:cubicBezTo>
                  <a:cubicBezTo>
                    <a:pt x="22" y="29"/>
                    <a:pt x="17" y="33"/>
                    <a:pt x="13" y="30"/>
                  </a:cubicBezTo>
                  <a:cubicBezTo>
                    <a:pt x="12" y="29"/>
                    <a:pt x="12" y="28"/>
                    <a:pt x="12" y="22"/>
                  </a:cubicBezTo>
                  <a:cubicBezTo>
                    <a:pt x="12" y="21"/>
                    <a:pt x="12" y="16"/>
                    <a:pt x="12" y="15"/>
                  </a:cubicBezTo>
                  <a:cubicBezTo>
                    <a:pt x="12" y="15"/>
                    <a:pt x="12" y="15"/>
                    <a:pt x="21" y="15"/>
                  </a:cubicBezTo>
                  <a:cubicBezTo>
                    <a:pt x="21" y="10"/>
                    <a:pt x="21" y="10"/>
                    <a:pt x="21" y="10"/>
                  </a:cubicBezTo>
                  <a:cubicBezTo>
                    <a:pt x="19" y="10"/>
                    <a:pt x="12" y="10"/>
                    <a:pt x="12" y="10"/>
                  </a:cubicBezTo>
                  <a:cubicBezTo>
                    <a:pt x="12" y="0"/>
                    <a:pt x="12" y="1"/>
                    <a:pt x="12" y="0"/>
                  </a:cubicBezTo>
                  <a:cubicBezTo>
                    <a:pt x="7" y="0"/>
                    <a:pt x="7" y="0"/>
                    <a:pt x="7" y="0"/>
                  </a:cubicBezTo>
                  <a:cubicBezTo>
                    <a:pt x="7" y="0"/>
                    <a:pt x="7" y="0"/>
                    <a:pt x="7" y="0"/>
                  </a:cubicBezTo>
                  <a:cubicBezTo>
                    <a:pt x="6" y="5"/>
                    <a:pt x="5" y="9"/>
                    <a:pt x="0" y="10"/>
                  </a:cubicBezTo>
                  <a:cubicBezTo>
                    <a:pt x="0" y="15"/>
                    <a:pt x="0" y="15"/>
                    <a:pt x="0" y="15"/>
                  </a:cubicBezTo>
                  <a:cubicBezTo>
                    <a:pt x="1" y="15"/>
                    <a:pt x="2" y="15"/>
                    <a:pt x="4" y="15"/>
                  </a:cubicBezTo>
                  <a:cubicBezTo>
                    <a:pt x="4" y="16"/>
                    <a:pt x="4" y="14"/>
                    <a:pt x="4" y="28"/>
                  </a:cubicBezTo>
                  <a:cubicBezTo>
                    <a:pt x="4" y="31"/>
                    <a:pt x="4" y="33"/>
                    <a:pt x="6" y="35"/>
                  </a:cubicBezTo>
                  <a:cubicBezTo>
                    <a:pt x="9" y="37"/>
                    <a:pt x="15" y="37"/>
                    <a:pt x="18" y="36"/>
                  </a:cubicBezTo>
                  <a:cubicBezTo>
                    <a:pt x="20" y="36"/>
                    <a:pt x="22" y="35"/>
                    <a:pt x="22" y="35"/>
                  </a:cubicBezTo>
                  <a:cubicBezTo>
                    <a:pt x="22" y="35"/>
                    <a:pt x="22" y="35"/>
                    <a:pt x="22" y="2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60" name="กลุ่ม 2081">
            <a:extLst>
              <a:ext uri="{FF2B5EF4-FFF2-40B4-BE49-F238E27FC236}">
                <a16:creationId xmlns:a16="http://schemas.microsoft.com/office/drawing/2014/main" id="{62FC102D-E431-0463-E1A8-464703484364}"/>
              </a:ext>
            </a:extLst>
          </p:cNvPr>
          <p:cNvGrpSpPr/>
          <p:nvPr/>
        </p:nvGrpSpPr>
        <p:grpSpPr>
          <a:xfrm>
            <a:off x="7576707" y="4513288"/>
            <a:ext cx="1317625" cy="1317625"/>
            <a:chOff x="16092488" y="5994400"/>
            <a:chExt cx="1317625" cy="1317625"/>
          </a:xfrm>
        </p:grpSpPr>
        <p:sp>
          <p:nvSpPr>
            <p:cNvPr id="61" name="Oval 48">
              <a:extLst>
                <a:ext uri="{FF2B5EF4-FFF2-40B4-BE49-F238E27FC236}">
                  <a16:creationId xmlns:a16="http://schemas.microsoft.com/office/drawing/2014/main" id="{C6B88D69-96B2-94C8-5606-6930A51D50FE}"/>
                </a:ext>
              </a:extLst>
            </p:cNvPr>
            <p:cNvSpPr>
              <a:spLocks noChangeArrowheads="1"/>
            </p:cNvSpPr>
            <p:nvPr/>
          </p:nvSpPr>
          <p:spPr bwMode="auto">
            <a:xfrm>
              <a:off x="16092488" y="5994400"/>
              <a:ext cx="1317625" cy="1317625"/>
            </a:xfrm>
            <a:prstGeom prst="ellipse">
              <a:avLst/>
            </a:prstGeom>
            <a:solidFill>
              <a:srgbClr val="00B4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62" name="Freeform 49">
              <a:extLst>
                <a:ext uri="{FF2B5EF4-FFF2-40B4-BE49-F238E27FC236}">
                  <a16:creationId xmlns:a16="http://schemas.microsoft.com/office/drawing/2014/main" id="{31E22AA2-FF50-A2A3-3DAE-F7392DBCDAE5}"/>
                </a:ext>
              </a:extLst>
            </p:cNvPr>
            <p:cNvSpPr>
              <a:spLocks/>
            </p:cNvSpPr>
            <p:nvPr/>
          </p:nvSpPr>
          <p:spPr bwMode="auto">
            <a:xfrm>
              <a:off x="16506825" y="6362700"/>
              <a:ext cx="488950" cy="566738"/>
            </a:xfrm>
            <a:custGeom>
              <a:avLst/>
              <a:gdLst>
                <a:gd name="T0" fmla="*/ 31 w 32"/>
                <a:gd name="T1" fmla="*/ 19 h 37"/>
                <a:gd name="T2" fmla="*/ 21 w 32"/>
                <a:gd name="T3" fmla="*/ 11 h 37"/>
                <a:gd name="T4" fmla="*/ 26 w 32"/>
                <a:gd name="T5" fmla="*/ 7 h 37"/>
                <a:gd name="T6" fmla="*/ 25 w 32"/>
                <a:gd name="T7" fmla="*/ 14 h 37"/>
                <a:gd name="T8" fmla="*/ 25 w 32"/>
                <a:gd name="T9" fmla="*/ 14 h 37"/>
                <a:gd name="T10" fmla="*/ 31 w 32"/>
                <a:gd name="T11" fmla="*/ 15 h 37"/>
                <a:gd name="T12" fmla="*/ 32 w 32"/>
                <a:gd name="T13" fmla="*/ 10 h 37"/>
                <a:gd name="T14" fmla="*/ 23 w 32"/>
                <a:gd name="T15" fmla="*/ 0 h 37"/>
                <a:gd name="T16" fmla="*/ 16 w 32"/>
                <a:gd name="T17" fmla="*/ 7 h 37"/>
                <a:gd name="T18" fmla="*/ 17 w 32"/>
                <a:gd name="T19" fmla="*/ 17 h 37"/>
                <a:gd name="T20" fmla="*/ 22 w 32"/>
                <a:gd name="T21" fmla="*/ 22 h 37"/>
                <a:gd name="T22" fmla="*/ 22 w 32"/>
                <a:gd name="T23" fmla="*/ 22 h 37"/>
                <a:gd name="T24" fmla="*/ 16 w 32"/>
                <a:gd name="T25" fmla="*/ 31 h 37"/>
                <a:gd name="T26" fmla="*/ 15 w 32"/>
                <a:gd name="T27" fmla="*/ 31 h 37"/>
                <a:gd name="T28" fmla="*/ 6 w 32"/>
                <a:gd name="T29" fmla="*/ 6 h 37"/>
                <a:gd name="T30" fmla="*/ 0 w 32"/>
                <a:gd name="T31" fmla="*/ 6 h 37"/>
                <a:gd name="T32" fmla="*/ 13 w 32"/>
                <a:gd name="T33" fmla="*/ 36 h 37"/>
                <a:gd name="T34" fmla="*/ 14 w 32"/>
                <a:gd name="T35" fmla="*/ 37 h 37"/>
                <a:gd name="T36" fmla="*/ 17 w 32"/>
                <a:gd name="T37" fmla="*/ 36 h 37"/>
                <a:gd name="T38" fmla="*/ 27 w 32"/>
                <a:gd name="T39" fmla="*/ 24 h 37"/>
                <a:gd name="T40" fmla="*/ 28 w 32"/>
                <a:gd name="T41" fmla="*/ 23 h 37"/>
                <a:gd name="T42" fmla="*/ 31 w 32"/>
                <a:gd name="T43" fmla="*/ 23 h 37"/>
                <a:gd name="T44" fmla="*/ 31 w 32"/>
                <a:gd name="T45" fmla="*/ 19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2" h="37">
                  <a:moveTo>
                    <a:pt x="31" y="19"/>
                  </a:moveTo>
                  <a:cubicBezTo>
                    <a:pt x="26" y="20"/>
                    <a:pt x="21" y="17"/>
                    <a:pt x="21" y="11"/>
                  </a:cubicBezTo>
                  <a:cubicBezTo>
                    <a:pt x="21" y="5"/>
                    <a:pt x="25" y="5"/>
                    <a:pt x="26" y="7"/>
                  </a:cubicBezTo>
                  <a:cubicBezTo>
                    <a:pt x="26" y="10"/>
                    <a:pt x="26" y="12"/>
                    <a:pt x="25" y="14"/>
                  </a:cubicBezTo>
                  <a:cubicBezTo>
                    <a:pt x="25" y="14"/>
                    <a:pt x="25" y="14"/>
                    <a:pt x="25" y="14"/>
                  </a:cubicBezTo>
                  <a:cubicBezTo>
                    <a:pt x="27" y="16"/>
                    <a:pt x="30" y="16"/>
                    <a:pt x="31" y="15"/>
                  </a:cubicBezTo>
                  <a:cubicBezTo>
                    <a:pt x="31" y="14"/>
                    <a:pt x="32" y="12"/>
                    <a:pt x="32" y="10"/>
                  </a:cubicBezTo>
                  <a:cubicBezTo>
                    <a:pt x="32" y="3"/>
                    <a:pt x="28" y="0"/>
                    <a:pt x="23" y="0"/>
                  </a:cubicBezTo>
                  <a:cubicBezTo>
                    <a:pt x="19" y="1"/>
                    <a:pt x="16" y="4"/>
                    <a:pt x="16" y="7"/>
                  </a:cubicBezTo>
                  <a:cubicBezTo>
                    <a:pt x="15" y="10"/>
                    <a:pt x="15" y="14"/>
                    <a:pt x="17" y="17"/>
                  </a:cubicBezTo>
                  <a:cubicBezTo>
                    <a:pt x="18" y="19"/>
                    <a:pt x="20" y="21"/>
                    <a:pt x="22" y="22"/>
                  </a:cubicBezTo>
                  <a:cubicBezTo>
                    <a:pt x="22" y="22"/>
                    <a:pt x="22" y="22"/>
                    <a:pt x="22" y="22"/>
                  </a:cubicBezTo>
                  <a:cubicBezTo>
                    <a:pt x="20" y="25"/>
                    <a:pt x="18" y="28"/>
                    <a:pt x="16" y="31"/>
                  </a:cubicBezTo>
                  <a:cubicBezTo>
                    <a:pt x="16" y="31"/>
                    <a:pt x="16" y="31"/>
                    <a:pt x="15" y="31"/>
                  </a:cubicBezTo>
                  <a:cubicBezTo>
                    <a:pt x="9" y="23"/>
                    <a:pt x="7" y="15"/>
                    <a:pt x="6" y="6"/>
                  </a:cubicBezTo>
                  <a:cubicBezTo>
                    <a:pt x="0" y="6"/>
                    <a:pt x="0" y="6"/>
                    <a:pt x="0" y="6"/>
                  </a:cubicBezTo>
                  <a:cubicBezTo>
                    <a:pt x="0" y="8"/>
                    <a:pt x="2" y="28"/>
                    <a:pt x="13" y="36"/>
                  </a:cubicBezTo>
                  <a:cubicBezTo>
                    <a:pt x="13" y="36"/>
                    <a:pt x="14" y="36"/>
                    <a:pt x="14" y="37"/>
                  </a:cubicBezTo>
                  <a:cubicBezTo>
                    <a:pt x="15" y="37"/>
                    <a:pt x="16" y="37"/>
                    <a:pt x="17" y="36"/>
                  </a:cubicBezTo>
                  <a:cubicBezTo>
                    <a:pt x="19" y="35"/>
                    <a:pt x="24" y="30"/>
                    <a:pt x="27" y="24"/>
                  </a:cubicBezTo>
                  <a:cubicBezTo>
                    <a:pt x="27" y="23"/>
                    <a:pt x="28" y="23"/>
                    <a:pt x="28" y="23"/>
                  </a:cubicBezTo>
                  <a:cubicBezTo>
                    <a:pt x="29" y="23"/>
                    <a:pt x="30" y="23"/>
                    <a:pt x="31" y="23"/>
                  </a:cubicBezTo>
                  <a:lnTo>
                    <a:pt x="31" y="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67" name="กลุ่ม 665">
            <a:extLst>
              <a:ext uri="{FF2B5EF4-FFF2-40B4-BE49-F238E27FC236}">
                <a16:creationId xmlns:a16="http://schemas.microsoft.com/office/drawing/2014/main" id="{8C19B181-F0DF-9F48-F320-925F17DC51C9}"/>
              </a:ext>
            </a:extLst>
          </p:cNvPr>
          <p:cNvGrpSpPr/>
          <p:nvPr/>
        </p:nvGrpSpPr>
        <p:grpSpPr>
          <a:xfrm>
            <a:off x="1283857" y="2568601"/>
            <a:ext cx="1316037" cy="1317625"/>
            <a:chOff x="9799638" y="4049713"/>
            <a:chExt cx="1316037" cy="1317625"/>
          </a:xfrm>
        </p:grpSpPr>
        <p:sp>
          <p:nvSpPr>
            <p:cNvPr id="68" name="Oval 53">
              <a:extLst>
                <a:ext uri="{FF2B5EF4-FFF2-40B4-BE49-F238E27FC236}">
                  <a16:creationId xmlns:a16="http://schemas.microsoft.com/office/drawing/2014/main" id="{4C9BA8F0-7BE2-1CBB-A220-C18106F73528}"/>
                </a:ext>
              </a:extLst>
            </p:cNvPr>
            <p:cNvSpPr>
              <a:spLocks noChangeArrowheads="1"/>
            </p:cNvSpPr>
            <p:nvPr/>
          </p:nvSpPr>
          <p:spPr bwMode="auto">
            <a:xfrm>
              <a:off x="9799638" y="4049713"/>
              <a:ext cx="1316037" cy="1317625"/>
            </a:xfrm>
            <a:prstGeom prst="ellipse">
              <a:avLst/>
            </a:prstGeom>
            <a:solidFill>
              <a:srgbClr val="EF3F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69" name="Freeform 54">
              <a:extLst>
                <a:ext uri="{FF2B5EF4-FFF2-40B4-BE49-F238E27FC236}">
                  <a16:creationId xmlns:a16="http://schemas.microsoft.com/office/drawing/2014/main" id="{B16E9EA7-A567-A846-BD02-3FA0A7054D60}"/>
                </a:ext>
              </a:extLst>
            </p:cNvPr>
            <p:cNvSpPr>
              <a:spLocks noEditPoints="1"/>
            </p:cNvSpPr>
            <p:nvPr/>
          </p:nvSpPr>
          <p:spPr bwMode="auto">
            <a:xfrm>
              <a:off x="10152063" y="4494213"/>
              <a:ext cx="596900" cy="412750"/>
            </a:xfrm>
            <a:custGeom>
              <a:avLst/>
              <a:gdLst>
                <a:gd name="T0" fmla="*/ 5 w 39"/>
                <a:gd name="T1" fmla="*/ 26 h 27"/>
                <a:gd name="T2" fmla="*/ 2 w 39"/>
                <a:gd name="T3" fmla="*/ 23 h 27"/>
                <a:gd name="T4" fmla="*/ 2 w 39"/>
                <a:gd name="T5" fmla="*/ 2 h 27"/>
                <a:gd name="T6" fmla="*/ 6 w 39"/>
                <a:gd name="T7" fmla="*/ 1 h 27"/>
                <a:gd name="T8" fmla="*/ 35 w 39"/>
                <a:gd name="T9" fmla="*/ 1 h 27"/>
                <a:gd name="T10" fmla="*/ 38 w 39"/>
                <a:gd name="T11" fmla="*/ 4 h 27"/>
                <a:gd name="T12" fmla="*/ 38 w 39"/>
                <a:gd name="T13" fmla="*/ 24 h 27"/>
                <a:gd name="T14" fmla="*/ 36 w 39"/>
                <a:gd name="T15" fmla="*/ 26 h 27"/>
                <a:gd name="T16" fmla="*/ 5 w 39"/>
                <a:gd name="T17" fmla="*/ 26 h 27"/>
                <a:gd name="T18" fmla="*/ 15 w 39"/>
                <a:gd name="T19" fmla="*/ 19 h 27"/>
                <a:gd name="T20" fmla="*/ 27 w 39"/>
                <a:gd name="T21" fmla="*/ 13 h 27"/>
                <a:gd name="T22" fmla="*/ 15 w 39"/>
                <a:gd name="T23" fmla="*/ 7 h 27"/>
                <a:gd name="T24" fmla="*/ 15 w 39"/>
                <a:gd name="T25"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27">
                  <a:moveTo>
                    <a:pt x="5" y="26"/>
                  </a:moveTo>
                  <a:cubicBezTo>
                    <a:pt x="3" y="26"/>
                    <a:pt x="2" y="25"/>
                    <a:pt x="2" y="23"/>
                  </a:cubicBezTo>
                  <a:cubicBezTo>
                    <a:pt x="0" y="20"/>
                    <a:pt x="0" y="5"/>
                    <a:pt x="2" y="2"/>
                  </a:cubicBezTo>
                  <a:cubicBezTo>
                    <a:pt x="3" y="1"/>
                    <a:pt x="4" y="1"/>
                    <a:pt x="6" y="1"/>
                  </a:cubicBezTo>
                  <a:cubicBezTo>
                    <a:pt x="12" y="0"/>
                    <a:pt x="33" y="0"/>
                    <a:pt x="35" y="1"/>
                  </a:cubicBezTo>
                  <a:cubicBezTo>
                    <a:pt x="36" y="1"/>
                    <a:pt x="37" y="2"/>
                    <a:pt x="38" y="4"/>
                  </a:cubicBezTo>
                  <a:cubicBezTo>
                    <a:pt x="39" y="7"/>
                    <a:pt x="39" y="20"/>
                    <a:pt x="38" y="24"/>
                  </a:cubicBezTo>
                  <a:cubicBezTo>
                    <a:pt x="37" y="25"/>
                    <a:pt x="37" y="26"/>
                    <a:pt x="36" y="26"/>
                  </a:cubicBezTo>
                  <a:cubicBezTo>
                    <a:pt x="33" y="27"/>
                    <a:pt x="8" y="27"/>
                    <a:pt x="5" y="26"/>
                  </a:cubicBezTo>
                  <a:close/>
                  <a:moveTo>
                    <a:pt x="15" y="19"/>
                  </a:moveTo>
                  <a:cubicBezTo>
                    <a:pt x="19" y="17"/>
                    <a:pt x="23" y="15"/>
                    <a:pt x="27" y="13"/>
                  </a:cubicBezTo>
                  <a:cubicBezTo>
                    <a:pt x="23" y="11"/>
                    <a:pt x="19" y="9"/>
                    <a:pt x="15" y="7"/>
                  </a:cubicBezTo>
                  <a:cubicBezTo>
                    <a:pt x="15" y="11"/>
                    <a:pt x="15" y="15"/>
                    <a:pt x="15" y="1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70" name="กลุ่ม 669">
            <a:extLst>
              <a:ext uri="{FF2B5EF4-FFF2-40B4-BE49-F238E27FC236}">
                <a16:creationId xmlns:a16="http://schemas.microsoft.com/office/drawing/2014/main" id="{1C42370D-F082-A46A-E134-FFDD68B028BD}"/>
              </a:ext>
            </a:extLst>
          </p:cNvPr>
          <p:cNvGrpSpPr/>
          <p:nvPr/>
        </p:nvGrpSpPr>
        <p:grpSpPr>
          <a:xfrm>
            <a:off x="9675382" y="2568601"/>
            <a:ext cx="1316037" cy="1317625"/>
            <a:chOff x="18191163" y="4049713"/>
            <a:chExt cx="1316037" cy="1317625"/>
          </a:xfrm>
        </p:grpSpPr>
        <p:sp>
          <p:nvSpPr>
            <p:cNvPr id="71" name="Oval 55">
              <a:extLst>
                <a:ext uri="{FF2B5EF4-FFF2-40B4-BE49-F238E27FC236}">
                  <a16:creationId xmlns:a16="http://schemas.microsoft.com/office/drawing/2014/main" id="{8534A53D-2E99-D826-B5AA-6E461947D561}"/>
                </a:ext>
              </a:extLst>
            </p:cNvPr>
            <p:cNvSpPr>
              <a:spLocks noChangeArrowheads="1"/>
            </p:cNvSpPr>
            <p:nvPr/>
          </p:nvSpPr>
          <p:spPr bwMode="auto">
            <a:xfrm>
              <a:off x="18191163" y="4049713"/>
              <a:ext cx="1316037" cy="1317625"/>
            </a:xfrm>
            <a:prstGeom prst="ellipse">
              <a:avLst/>
            </a:prstGeom>
            <a:solidFill>
              <a:srgbClr val="FBC4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72" name="Oval 56">
              <a:extLst>
                <a:ext uri="{FF2B5EF4-FFF2-40B4-BE49-F238E27FC236}">
                  <a16:creationId xmlns:a16="http://schemas.microsoft.com/office/drawing/2014/main" id="{272E148D-AF18-A158-8C78-F700313F6415}"/>
                </a:ext>
              </a:extLst>
            </p:cNvPr>
            <p:cNvSpPr>
              <a:spLocks noChangeArrowheads="1"/>
            </p:cNvSpPr>
            <p:nvPr/>
          </p:nvSpPr>
          <p:spPr bwMode="auto">
            <a:xfrm>
              <a:off x="18603913" y="4800600"/>
              <a:ext cx="138112" cy="13811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73" name="Freeform 57">
              <a:extLst>
                <a:ext uri="{FF2B5EF4-FFF2-40B4-BE49-F238E27FC236}">
                  <a16:creationId xmlns:a16="http://schemas.microsoft.com/office/drawing/2014/main" id="{4BB18DA4-E5E3-6DB4-3D18-DBAB6193986D}"/>
                </a:ext>
              </a:extLst>
            </p:cNvPr>
            <p:cNvSpPr>
              <a:spLocks/>
            </p:cNvSpPr>
            <p:nvPr/>
          </p:nvSpPr>
          <p:spPr bwMode="auto">
            <a:xfrm>
              <a:off x="18603913" y="4616450"/>
              <a:ext cx="320675" cy="322263"/>
            </a:xfrm>
            <a:custGeom>
              <a:avLst/>
              <a:gdLst>
                <a:gd name="T0" fmla="*/ 0 w 21"/>
                <a:gd name="T1" fmla="*/ 6 h 21"/>
                <a:gd name="T2" fmla="*/ 15 w 21"/>
                <a:gd name="T3" fmla="*/ 21 h 21"/>
                <a:gd name="T4" fmla="*/ 21 w 21"/>
                <a:gd name="T5" fmla="*/ 21 h 21"/>
                <a:gd name="T6" fmla="*/ 0 w 21"/>
                <a:gd name="T7" fmla="*/ 0 h 21"/>
                <a:gd name="T8" fmla="*/ 0 w 21"/>
                <a:gd name="T9" fmla="*/ 6 h 21"/>
              </a:gdLst>
              <a:ahLst/>
              <a:cxnLst>
                <a:cxn ang="0">
                  <a:pos x="T0" y="T1"/>
                </a:cxn>
                <a:cxn ang="0">
                  <a:pos x="T2" y="T3"/>
                </a:cxn>
                <a:cxn ang="0">
                  <a:pos x="T4" y="T5"/>
                </a:cxn>
                <a:cxn ang="0">
                  <a:pos x="T6" y="T7"/>
                </a:cxn>
                <a:cxn ang="0">
                  <a:pos x="T8" y="T9"/>
                </a:cxn>
              </a:cxnLst>
              <a:rect l="0" t="0" r="r" b="b"/>
              <a:pathLst>
                <a:path w="21" h="21">
                  <a:moveTo>
                    <a:pt x="0" y="6"/>
                  </a:moveTo>
                  <a:cubicBezTo>
                    <a:pt x="8" y="6"/>
                    <a:pt x="15" y="13"/>
                    <a:pt x="15" y="21"/>
                  </a:cubicBezTo>
                  <a:cubicBezTo>
                    <a:pt x="21" y="21"/>
                    <a:pt x="21" y="21"/>
                    <a:pt x="21" y="21"/>
                  </a:cubicBezTo>
                  <a:cubicBezTo>
                    <a:pt x="21" y="9"/>
                    <a:pt x="11" y="0"/>
                    <a:pt x="0" y="0"/>
                  </a:cubicBez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74" name="Freeform 58">
              <a:extLst>
                <a:ext uri="{FF2B5EF4-FFF2-40B4-BE49-F238E27FC236}">
                  <a16:creationId xmlns:a16="http://schemas.microsoft.com/office/drawing/2014/main" id="{EC640F19-A29C-1E34-5271-D0797A361CE3}"/>
                </a:ext>
              </a:extLst>
            </p:cNvPr>
            <p:cNvSpPr>
              <a:spLocks/>
            </p:cNvSpPr>
            <p:nvPr/>
          </p:nvSpPr>
          <p:spPr bwMode="auto">
            <a:xfrm>
              <a:off x="18603913" y="4432300"/>
              <a:ext cx="490537" cy="506413"/>
            </a:xfrm>
            <a:custGeom>
              <a:avLst/>
              <a:gdLst>
                <a:gd name="T0" fmla="*/ 0 w 32"/>
                <a:gd name="T1" fmla="*/ 7 h 33"/>
                <a:gd name="T2" fmla="*/ 26 w 32"/>
                <a:gd name="T3" fmla="*/ 33 h 33"/>
                <a:gd name="T4" fmla="*/ 32 w 32"/>
                <a:gd name="T5" fmla="*/ 33 h 33"/>
                <a:gd name="T6" fmla="*/ 0 w 32"/>
                <a:gd name="T7" fmla="*/ 0 h 33"/>
                <a:gd name="T8" fmla="*/ 0 w 32"/>
                <a:gd name="T9" fmla="*/ 7 h 33"/>
              </a:gdLst>
              <a:ahLst/>
              <a:cxnLst>
                <a:cxn ang="0">
                  <a:pos x="T0" y="T1"/>
                </a:cxn>
                <a:cxn ang="0">
                  <a:pos x="T2" y="T3"/>
                </a:cxn>
                <a:cxn ang="0">
                  <a:pos x="T4" y="T5"/>
                </a:cxn>
                <a:cxn ang="0">
                  <a:pos x="T6" y="T7"/>
                </a:cxn>
                <a:cxn ang="0">
                  <a:pos x="T8" y="T9"/>
                </a:cxn>
              </a:cxnLst>
              <a:rect l="0" t="0" r="r" b="b"/>
              <a:pathLst>
                <a:path w="32" h="33">
                  <a:moveTo>
                    <a:pt x="0" y="7"/>
                  </a:moveTo>
                  <a:cubicBezTo>
                    <a:pt x="14" y="7"/>
                    <a:pt x="26" y="19"/>
                    <a:pt x="26" y="33"/>
                  </a:cubicBezTo>
                  <a:cubicBezTo>
                    <a:pt x="32" y="33"/>
                    <a:pt x="32" y="33"/>
                    <a:pt x="32" y="33"/>
                  </a:cubicBezTo>
                  <a:cubicBezTo>
                    <a:pt x="32" y="15"/>
                    <a:pt x="18" y="0"/>
                    <a:pt x="0" y="0"/>
                  </a:cubicBez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75" name="กลุ่ม 670">
            <a:extLst>
              <a:ext uri="{FF2B5EF4-FFF2-40B4-BE49-F238E27FC236}">
                <a16:creationId xmlns:a16="http://schemas.microsoft.com/office/drawing/2014/main" id="{14B20FA0-CF86-709E-97A5-A249F3756BDB}"/>
              </a:ext>
            </a:extLst>
          </p:cNvPr>
          <p:cNvGrpSpPr/>
          <p:nvPr/>
        </p:nvGrpSpPr>
        <p:grpSpPr>
          <a:xfrm>
            <a:off x="1283857" y="4513288"/>
            <a:ext cx="1316037" cy="1317625"/>
            <a:chOff x="9799638" y="5994400"/>
            <a:chExt cx="1316037" cy="1317625"/>
          </a:xfrm>
        </p:grpSpPr>
        <p:sp>
          <p:nvSpPr>
            <p:cNvPr id="76" name="Oval 59">
              <a:extLst>
                <a:ext uri="{FF2B5EF4-FFF2-40B4-BE49-F238E27FC236}">
                  <a16:creationId xmlns:a16="http://schemas.microsoft.com/office/drawing/2014/main" id="{CAC3721D-F80E-4EAD-4CC4-73C6653DE73D}"/>
                </a:ext>
              </a:extLst>
            </p:cNvPr>
            <p:cNvSpPr>
              <a:spLocks noChangeArrowheads="1"/>
            </p:cNvSpPr>
            <p:nvPr/>
          </p:nvSpPr>
          <p:spPr bwMode="auto">
            <a:xfrm>
              <a:off x="9799638" y="5994400"/>
              <a:ext cx="1316037" cy="1317625"/>
            </a:xfrm>
            <a:prstGeom prst="ellipse">
              <a:avLst/>
            </a:prstGeom>
            <a:solidFill>
              <a:srgbClr val="49B74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77" name="Freeform 60">
              <a:extLst>
                <a:ext uri="{FF2B5EF4-FFF2-40B4-BE49-F238E27FC236}">
                  <a16:creationId xmlns:a16="http://schemas.microsoft.com/office/drawing/2014/main" id="{99A275C3-8B56-8128-D1C6-A7F213D86335}"/>
                </a:ext>
              </a:extLst>
            </p:cNvPr>
            <p:cNvSpPr>
              <a:spLocks/>
            </p:cNvSpPr>
            <p:nvPr/>
          </p:nvSpPr>
          <p:spPr bwMode="auto">
            <a:xfrm>
              <a:off x="10304463" y="6408738"/>
              <a:ext cx="306387" cy="488950"/>
            </a:xfrm>
            <a:custGeom>
              <a:avLst/>
              <a:gdLst>
                <a:gd name="T0" fmla="*/ 193 w 193"/>
                <a:gd name="T1" fmla="*/ 0 h 308"/>
                <a:gd name="T2" fmla="*/ 135 w 193"/>
                <a:gd name="T3" fmla="*/ 0 h 308"/>
                <a:gd name="T4" fmla="*/ 97 w 193"/>
                <a:gd name="T5" fmla="*/ 58 h 308"/>
                <a:gd name="T6" fmla="*/ 0 w 193"/>
                <a:gd name="T7" fmla="*/ 58 h 308"/>
                <a:gd name="T8" fmla="*/ 0 w 193"/>
                <a:gd name="T9" fmla="*/ 135 h 308"/>
                <a:gd name="T10" fmla="*/ 58 w 193"/>
                <a:gd name="T11" fmla="*/ 135 h 308"/>
                <a:gd name="T12" fmla="*/ 0 w 193"/>
                <a:gd name="T13" fmla="*/ 250 h 308"/>
                <a:gd name="T14" fmla="*/ 0 w 193"/>
                <a:gd name="T15" fmla="*/ 308 h 308"/>
                <a:gd name="T16" fmla="*/ 58 w 193"/>
                <a:gd name="T17" fmla="*/ 308 h 308"/>
                <a:gd name="T18" fmla="*/ 87 w 193"/>
                <a:gd name="T19" fmla="*/ 241 h 308"/>
                <a:gd name="T20" fmla="*/ 193 w 193"/>
                <a:gd name="T21" fmla="*/ 241 h 308"/>
                <a:gd name="T22" fmla="*/ 193 w 193"/>
                <a:gd name="T23" fmla="*/ 164 h 308"/>
                <a:gd name="T24" fmla="*/ 135 w 193"/>
                <a:gd name="T25" fmla="*/ 164 h 308"/>
                <a:gd name="T26" fmla="*/ 193 w 193"/>
                <a:gd name="T27" fmla="*/ 48 h 308"/>
                <a:gd name="T28" fmla="*/ 193 w 193"/>
                <a:gd name="T29" fmla="*/ 0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3" h="308">
                  <a:moveTo>
                    <a:pt x="193" y="0"/>
                  </a:moveTo>
                  <a:lnTo>
                    <a:pt x="135" y="0"/>
                  </a:lnTo>
                  <a:lnTo>
                    <a:pt x="97" y="58"/>
                  </a:lnTo>
                  <a:lnTo>
                    <a:pt x="0" y="58"/>
                  </a:lnTo>
                  <a:lnTo>
                    <a:pt x="0" y="135"/>
                  </a:lnTo>
                  <a:lnTo>
                    <a:pt x="58" y="135"/>
                  </a:lnTo>
                  <a:lnTo>
                    <a:pt x="0" y="250"/>
                  </a:lnTo>
                  <a:lnTo>
                    <a:pt x="0" y="308"/>
                  </a:lnTo>
                  <a:lnTo>
                    <a:pt x="58" y="308"/>
                  </a:lnTo>
                  <a:lnTo>
                    <a:pt x="87" y="241"/>
                  </a:lnTo>
                  <a:lnTo>
                    <a:pt x="193" y="241"/>
                  </a:lnTo>
                  <a:lnTo>
                    <a:pt x="193" y="164"/>
                  </a:lnTo>
                  <a:lnTo>
                    <a:pt x="135" y="164"/>
                  </a:lnTo>
                  <a:lnTo>
                    <a:pt x="193" y="48"/>
                  </a:lnTo>
                  <a:lnTo>
                    <a:pt x="19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sp>
        <p:nvSpPr>
          <p:cNvPr id="2" name="Slide Number Placeholder 1">
            <a:extLst>
              <a:ext uri="{FF2B5EF4-FFF2-40B4-BE49-F238E27FC236}">
                <a16:creationId xmlns:a16="http://schemas.microsoft.com/office/drawing/2014/main" id="{7D141A9E-3170-950E-DE2A-586DDA26D889}"/>
              </a:ext>
            </a:extLst>
          </p:cNvPr>
          <p:cNvSpPr>
            <a:spLocks noGrp="1"/>
          </p:cNvSpPr>
          <p:nvPr>
            <p:ph type="sldNum" sz="quarter" idx="11"/>
          </p:nvPr>
        </p:nvSpPr>
        <p:spPr/>
        <p:txBody>
          <a:bodyPr/>
          <a:lstStyle/>
          <a:p>
            <a:fld id="{7737D3DD-0AB3-4F16-99FA-6262B2B4036D}" type="slidenum">
              <a:rPr lang="en-MY" smtClean="0"/>
              <a:t>56</a:t>
            </a:fld>
            <a:endParaRPr lang="en-MY"/>
          </a:p>
        </p:txBody>
      </p:sp>
    </p:spTree>
    <p:extLst>
      <p:ext uri="{BB962C8B-B14F-4D97-AF65-F5344CB8AC3E}">
        <p14:creationId xmlns:p14="http://schemas.microsoft.com/office/powerpoint/2010/main" val="14677383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กลุ่ม 2085">
            <a:extLst>
              <a:ext uri="{FF2B5EF4-FFF2-40B4-BE49-F238E27FC236}">
                <a16:creationId xmlns:a16="http://schemas.microsoft.com/office/drawing/2014/main" id="{ADCB3079-F63B-26AB-D02B-DF1B9E8553FB}"/>
              </a:ext>
            </a:extLst>
          </p:cNvPr>
          <p:cNvGrpSpPr/>
          <p:nvPr/>
        </p:nvGrpSpPr>
        <p:grpSpPr>
          <a:xfrm>
            <a:off x="5437981" y="1679497"/>
            <a:ext cx="1316037" cy="1317625"/>
            <a:chOff x="13995400" y="7939088"/>
            <a:chExt cx="1316037" cy="1317625"/>
          </a:xfrm>
        </p:grpSpPr>
        <p:sp>
          <p:nvSpPr>
            <p:cNvPr id="4" name="Oval 10">
              <a:extLst>
                <a:ext uri="{FF2B5EF4-FFF2-40B4-BE49-F238E27FC236}">
                  <a16:creationId xmlns:a16="http://schemas.microsoft.com/office/drawing/2014/main" id="{B23782F6-8707-0742-6F47-7924A1442C9C}"/>
                </a:ext>
              </a:extLst>
            </p:cNvPr>
            <p:cNvSpPr>
              <a:spLocks noChangeArrowheads="1"/>
            </p:cNvSpPr>
            <p:nvPr/>
          </p:nvSpPr>
          <p:spPr bwMode="auto">
            <a:xfrm>
              <a:off x="13995400" y="7939088"/>
              <a:ext cx="1316037" cy="1317625"/>
            </a:xfrm>
            <a:prstGeom prst="ellipse">
              <a:avLst/>
            </a:prstGeom>
            <a:solidFill>
              <a:srgbClr val="EF3F3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5" name="Freeform 11">
              <a:extLst>
                <a:ext uri="{FF2B5EF4-FFF2-40B4-BE49-F238E27FC236}">
                  <a16:creationId xmlns:a16="http://schemas.microsoft.com/office/drawing/2014/main" id="{7FC9D8A5-B2E6-8895-DAB7-EDF935563D7E}"/>
                </a:ext>
              </a:extLst>
            </p:cNvPr>
            <p:cNvSpPr>
              <a:spLocks noEditPoints="1"/>
            </p:cNvSpPr>
            <p:nvPr/>
          </p:nvSpPr>
          <p:spPr bwMode="auto">
            <a:xfrm>
              <a:off x="14484350" y="8307388"/>
              <a:ext cx="306387" cy="214313"/>
            </a:xfrm>
            <a:custGeom>
              <a:avLst/>
              <a:gdLst>
                <a:gd name="T0" fmla="*/ 8 w 20"/>
                <a:gd name="T1" fmla="*/ 0 h 14"/>
                <a:gd name="T2" fmla="*/ 5 w 20"/>
                <a:gd name="T3" fmla="*/ 0 h 14"/>
                <a:gd name="T4" fmla="*/ 4 w 20"/>
                <a:gd name="T5" fmla="*/ 5 h 14"/>
                <a:gd name="T6" fmla="*/ 3 w 20"/>
                <a:gd name="T7" fmla="*/ 0 h 14"/>
                <a:gd name="T8" fmla="*/ 0 w 20"/>
                <a:gd name="T9" fmla="*/ 0 h 14"/>
                <a:gd name="T10" fmla="*/ 2 w 20"/>
                <a:gd name="T11" fmla="*/ 4 h 14"/>
                <a:gd name="T12" fmla="*/ 3 w 20"/>
                <a:gd name="T13" fmla="*/ 8 h 14"/>
                <a:gd name="T14" fmla="*/ 3 w 20"/>
                <a:gd name="T15" fmla="*/ 14 h 14"/>
                <a:gd name="T16" fmla="*/ 5 w 20"/>
                <a:gd name="T17" fmla="*/ 14 h 14"/>
                <a:gd name="T18" fmla="*/ 5 w 20"/>
                <a:gd name="T19" fmla="*/ 8 h 14"/>
                <a:gd name="T20" fmla="*/ 8 w 20"/>
                <a:gd name="T21" fmla="*/ 0 h 14"/>
                <a:gd name="T22" fmla="*/ 13 w 20"/>
                <a:gd name="T23" fmla="*/ 11 h 14"/>
                <a:gd name="T24" fmla="*/ 13 w 20"/>
                <a:gd name="T25" fmla="*/ 7 h 14"/>
                <a:gd name="T26" fmla="*/ 13 w 20"/>
                <a:gd name="T27" fmla="*/ 4 h 14"/>
                <a:gd name="T28" fmla="*/ 10 w 20"/>
                <a:gd name="T29" fmla="*/ 3 h 14"/>
                <a:gd name="T30" fmla="*/ 8 w 20"/>
                <a:gd name="T31" fmla="*/ 4 h 14"/>
                <a:gd name="T32" fmla="*/ 8 w 20"/>
                <a:gd name="T33" fmla="*/ 7 h 14"/>
                <a:gd name="T34" fmla="*/ 8 w 20"/>
                <a:gd name="T35" fmla="*/ 11 h 14"/>
                <a:gd name="T36" fmla="*/ 8 w 20"/>
                <a:gd name="T37" fmla="*/ 13 h 14"/>
                <a:gd name="T38" fmla="*/ 10 w 20"/>
                <a:gd name="T39" fmla="*/ 14 h 14"/>
                <a:gd name="T40" fmla="*/ 13 w 20"/>
                <a:gd name="T41" fmla="*/ 13 h 14"/>
                <a:gd name="T42" fmla="*/ 13 w 20"/>
                <a:gd name="T43" fmla="*/ 11 h 14"/>
                <a:gd name="T44" fmla="*/ 11 w 20"/>
                <a:gd name="T45" fmla="*/ 11 h 14"/>
                <a:gd name="T46" fmla="*/ 10 w 20"/>
                <a:gd name="T47" fmla="*/ 12 h 14"/>
                <a:gd name="T48" fmla="*/ 9 w 20"/>
                <a:gd name="T49" fmla="*/ 11 h 14"/>
                <a:gd name="T50" fmla="*/ 9 w 20"/>
                <a:gd name="T51" fmla="*/ 6 h 14"/>
                <a:gd name="T52" fmla="*/ 10 w 20"/>
                <a:gd name="T53" fmla="*/ 5 h 14"/>
                <a:gd name="T54" fmla="*/ 11 w 20"/>
                <a:gd name="T55" fmla="*/ 6 h 14"/>
                <a:gd name="T56" fmla="*/ 11 w 20"/>
                <a:gd name="T57" fmla="*/ 11 h 14"/>
                <a:gd name="T58" fmla="*/ 20 w 20"/>
                <a:gd name="T59" fmla="*/ 14 h 14"/>
                <a:gd name="T60" fmla="*/ 20 w 20"/>
                <a:gd name="T61" fmla="*/ 3 h 14"/>
                <a:gd name="T62" fmla="*/ 18 w 20"/>
                <a:gd name="T63" fmla="*/ 3 h 14"/>
                <a:gd name="T64" fmla="*/ 18 w 20"/>
                <a:gd name="T65" fmla="*/ 11 h 14"/>
                <a:gd name="T66" fmla="*/ 17 w 20"/>
                <a:gd name="T67" fmla="*/ 12 h 14"/>
                <a:gd name="T68" fmla="*/ 17 w 20"/>
                <a:gd name="T69" fmla="*/ 12 h 14"/>
                <a:gd name="T70" fmla="*/ 17 w 20"/>
                <a:gd name="T71" fmla="*/ 11 h 14"/>
                <a:gd name="T72" fmla="*/ 17 w 20"/>
                <a:gd name="T73" fmla="*/ 3 h 14"/>
                <a:gd name="T74" fmla="*/ 15 w 20"/>
                <a:gd name="T75" fmla="*/ 3 h 14"/>
                <a:gd name="T76" fmla="*/ 15 w 20"/>
                <a:gd name="T77" fmla="*/ 12 h 14"/>
                <a:gd name="T78" fmla="*/ 15 w 20"/>
                <a:gd name="T79" fmla="*/ 13 h 14"/>
                <a:gd name="T80" fmla="*/ 16 w 20"/>
                <a:gd name="T81" fmla="*/ 14 h 14"/>
                <a:gd name="T82" fmla="*/ 18 w 20"/>
                <a:gd name="T83" fmla="*/ 13 h 14"/>
                <a:gd name="T84" fmla="*/ 18 w 20"/>
                <a:gd name="T85" fmla="*/ 14 h 14"/>
                <a:gd name="T86" fmla="*/ 20 w 20"/>
                <a:gd name="T87"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0" h="14">
                  <a:moveTo>
                    <a:pt x="8" y="0"/>
                  </a:moveTo>
                  <a:cubicBezTo>
                    <a:pt x="5" y="0"/>
                    <a:pt x="5" y="0"/>
                    <a:pt x="5" y="0"/>
                  </a:cubicBezTo>
                  <a:cubicBezTo>
                    <a:pt x="4" y="5"/>
                    <a:pt x="4" y="5"/>
                    <a:pt x="4" y="5"/>
                  </a:cubicBezTo>
                  <a:cubicBezTo>
                    <a:pt x="3" y="0"/>
                    <a:pt x="3" y="0"/>
                    <a:pt x="3" y="0"/>
                  </a:cubicBezTo>
                  <a:cubicBezTo>
                    <a:pt x="0" y="0"/>
                    <a:pt x="0" y="0"/>
                    <a:pt x="0" y="0"/>
                  </a:cubicBezTo>
                  <a:cubicBezTo>
                    <a:pt x="1" y="1"/>
                    <a:pt x="1" y="2"/>
                    <a:pt x="2" y="4"/>
                  </a:cubicBezTo>
                  <a:cubicBezTo>
                    <a:pt x="2" y="6"/>
                    <a:pt x="3" y="7"/>
                    <a:pt x="3" y="8"/>
                  </a:cubicBezTo>
                  <a:cubicBezTo>
                    <a:pt x="3" y="14"/>
                    <a:pt x="3" y="14"/>
                    <a:pt x="3" y="14"/>
                  </a:cubicBezTo>
                  <a:cubicBezTo>
                    <a:pt x="5" y="14"/>
                    <a:pt x="5" y="14"/>
                    <a:pt x="5" y="14"/>
                  </a:cubicBezTo>
                  <a:cubicBezTo>
                    <a:pt x="5" y="8"/>
                    <a:pt x="5" y="8"/>
                    <a:pt x="5" y="8"/>
                  </a:cubicBezTo>
                  <a:lnTo>
                    <a:pt x="8" y="0"/>
                  </a:lnTo>
                  <a:close/>
                  <a:moveTo>
                    <a:pt x="13" y="11"/>
                  </a:moveTo>
                  <a:cubicBezTo>
                    <a:pt x="13" y="7"/>
                    <a:pt x="13" y="7"/>
                    <a:pt x="13" y="7"/>
                  </a:cubicBezTo>
                  <a:cubicBezTo>
                    <a:pt x="13" y="6"/>
                    <a:pt x="13" y="5"/>
                    <a:pt x="13" y="4"/>
                  </a:cubicBezTo>
                  <a:cubicBezTo>
                    <a:pt x="12" y="4"/>
                    <a:pt x="11" y="3"/>
                    <a:pt x="10" y="3"/>
                  </a:cubicBezTo>
                  <a:cubicBezTo>
                    <a:pt x="9" y="3"/>
                    <a:pt x="9" y="4"/>
                    <a:pt x="8" y="4"/>
                  </a:cubicBezTo>
                  <a:cubicBezTo>
                    <a:pt x="8" y="5"/>
                    <a:pt x="8" y="6"/>
                    <a:pt x="8" y="7"/>
                  </a:cubicBezTo>
                  <a:cubicBezTo>
                    <a:pt x="8" y="11"/>
                    <a:pt x="8" y="11"/>
                    <a:pt x="8" y="11"/>
                  </a:cubicBezTo>
                  <a:cubicBezTo>
                    <a:pt x="8" y="12"/>
                    <a:pt x="8" y="12"/>
                    <a:pt x="8" y="13"/>
                  </a:cubicBezTo>
                  <a:cubicBezTo>
                    <a:pt x="9" y="14"/>
                    <a:pt x="9" y="14"/>
                    <a:pt x="10" y="14"/>
                  </a:cubicBezTo>
                  <a:cubicBezTo>
                    <a:pt x="11" y="14"/>
                    <a:pt x="12" y="14"/>
                    <a:pt x="13" y="13"/>
                  </a:cubicBezTo>
                  <a:cubicBezTo>
                    <a:pt x="13" y="12"/>
                    <a:pt x="13" y="12"/>
                    <a:pt x="13" y="11"/>
                  </a:cubicBezTo>
                  <a:close/>
                  <a:moveTo>
                    <a:pt x="11" y="11"/>
                  </a:moveTo>
                  <a:cubicBezTo>
                    <a:pt x="11" y="12"/>
                    <a:pt x="11" y="12"/>
                    <a:pt x="10" y="12"/>
                  </a:cubicBezTo>
                  <a:cubicBezTo>
                    <a:pt x="10" y="12"/>
                    <a:pt x="9" y="12"/>
                    <a:pt x="9" y="11"/>
                  </a:cubicBezTo>
                  <a:cubicBezTo>
                    <a:pt x="9" y="6"/>
                    <a:pt x="9" y="6"/>
                    <a:pt x="9" y="6"/>
                  </a:cubicBezTo>
                  <a:cubicBezTo>
                    <a:pt x="9" y="6"/>
                    <a:pt x="10" y="5"/>
                    <a:pt x="10" y="5"/>
                  </a:cubicBezTo>
                  <a:cubicBezTo>
                    <a:pt x="11" y="5"/>
                    <a:pt x="11" y="6"/>
                    <a:pt x="11" y="6"/>
                  </a:cubicBezTo>
                  <a:lnTo>
                    <a:pt x="11" y="11"/>
                  </a:lnTo>
                  <a:close/>
                  <a:moveTo>
                    <a:pt x="20" y="14"/>
                  </a:moveTo>
                  <a:cubicBezTo>
                    <a:pt x="20" y="3"/>
                    <a:pt x="20" y="3"/>
                    <a:pt x="20" y="3"/>
                  </a:cubicBezTo>
                  <a:cubicBezTo>
                    <a:pt x="18" y="3"/>
                    <a:pt x="18" y="3"/>
                    <a:pt x="18" y="3"/>
                  </a:cubicBezTo>
                  <a:cubicBezTo>
                    <a:pt x="18" y="11"/>
                    <a:pt x="18" y="11"/>
                    <a:pt x="18" y="11"/>
                  </a:cubicBezTo>
                  <a:cubicBezTo>
                    <a:pt x="18" y="12"/>
                    <a:pt x="17" y="12"/>
                    <a:pt x="17" y="12"/>
                  </a:cubicBezTo>
                  <a:cubicBezTo>
                    <a:pt x="17" y="12"/>
                    <a:pt x="17" y="12"/>
                    <a:pt x="17" y="12"/>
                  </a:cubicBezTo>
                  <a:cubicBezTo>
                    <a:pt x="17" y="12"/>
                    <a:pt x="17" y="12"/>
                    <a:pt x="17" y="11"/>
                  </a:cubicBezTo>
                  <a:cubicBezTo>
                    <a:pt x="17" y="3"/>
                    <a:pt x="17" y="3"/>
                    <a:pt x="17" y="3"/>
                  </a:cubicBezTo>
                  <a:cubicBezTo>
                    <a:pt x="15" y="3"/>
                    <a:pt x="15" y="3"/>
                    <a:pt x="15" y="3"/>
                  </a:cubicBezTo>
                  <a:cubicBezTo>
                    <a:pt x="15" y="12"/>
                    <a:pt x="15" y="12"/>
                    <a:pt x="15" y="12"/>
                  </a:cubicBezTo>
                  <a:cubicBezTo>
                    <a:pt x="15" y="12"/>
                    <a:pt x="15" y="13"/>
                    <a:pt x="15" y="13"/>
                  </a:cubicBezTo>
                  <a:cubicBezTo>
                    <a:pt x="15" y="14"/>
                    <a:pt x="16" y="14"/>
                    <a:pt x="16" y="14"/>
                  </a:cubicBezTo>
                  <a:cubicBezTo>
                    <a:pt x="17" y="14"/>
                    <a:pt x="18" y="14"/>
                    <a:pt x="18" y="13"/>
                  </a:cubicBezTo>
                  <a:cubicBezTo>
                    <a:pt x="18" y="14"/>
                    <a:pt x="18" y="14"/>
                    <a:pt x="18" y="14"/>
                  </a:cubicBezTo>
                  <a:lnTo>
                    <a:pt x="20" y="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6" name="Freeform 12">
              <a:extLst>
                <a:ext uri="{FF2B5EF4-FFF2-40B4-BE49-F238E27FC236}">
                  <a16:creationId xmlns:a16="http://schemas.microsoft.com/office/drawing/2014/main" id="{0BEEAF08-937D-60A7-014E-64438CE2B4D2}"/>
                </a:ext>
              </a:extLst>
            </p:cNvPr>
            <p:cNvSpPr>
              <a:spLocks/>
            </p:cNvSpPr>
            <p:nvPr/>
          </p:nvSpPr>
          <p:spPr bwMode="auto">
            <a:xfrm>
              <a:off x="14684375" y="8674100"/>
              <a:ext cx="30162" cy="122238"/>
            </a:xfrm>
            <a:custGeom>
              <a:avLst/>
              <a:gdLst>
                <a:gd name="T0" fmla="*/ 1 w 2"/>
                <a:gd name="T1" fmla="*/ 0 h 8"/>
                <a:gd name="T2" fmla="*/ 0 w 2"/>
                <a:gd name="T3" fmla="*/ 1 h 8"/>
                <a:gd name="T4" fmla="*/ 0 w 2"/>
                <a:gd name="T5" fmla="*/ 7 h 8"/>
                <a:gd name="T6" fmla="*/ 1 w 2"/>
                <a:gd name="T7" fmla="*/ 8 h 8"/>
                <a:gd name="T8" fmla="*/ 2 w 2"/>
                <a:gd name="T9" fmla="*/ 6 h 8"/>
                <a:gd name="T10" fmla="*/ 2 w 2"/>
                <a:gd name="T11" fmla="*/ 2 h 8"/>
                <a:gd name="T12" fmla="*/ 1 w 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2" h="8">
                  <a:moveTo>
                    <a:pt x="1" y="0"/>
                  </a:moveTo>
                  <a:cubicBezTo>
                    <a:pt x="1" y="0"/>
                    <a:pt x="1" y="1"/>
                    <a:pt x="0" y="1"/>
                  </a:cubicBezTo>
                  <a:cubicBezTo>
                    <a:pt x="0" y="7"/>
                    <a:pt x="0" y="7"/>
                    <a:pt x="0" y="7"/>
                  </a:cubicBezTo>
                  <a:cubicBezTo>
                    <a:pt x="1" y="8"/>
                    <a:pt x="1" y="8"/>
                    <a:pt x="1" y="8"/>
                  </a:cubicBezTo>
                  <a:cubicBezTo>
                    <a:pt x="2" y="8"/>
                    <a:pt x="2" y="7"/>
                    <a:pt x="2" y="6"/>
                  </a:cubicBezTo>
                  <a:cubicBezTo>
                    <a:pt x="2" y="2"/>
                    <a:pt x="2" y="2"/>
                    <a:pt x="2" y="2"/>
                  </a:cubicBezTo>
                  <a:cubicBezTo>
                    <a:pt x="2" y="1"/>
                    <a:pt x="2" y="0"/>
                    <a:pt x="1"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7" name="Freeform 13">
              <a:extLst>
                <a:ext uri="{FF2B5EF4-FFF2-40B4-BE49-F238E27FC236}">
                  <a16:creationId xmlns:a16="http://schemas.microsoft.com/office/drawing/2014/main" id="{AEFBB7F3-7CA3-FD87-E7B4-298DEF2FC2EB}"/>
                </a:ext>
              </a:extLst>
            </p:cNvPr>
            <p:cNvSpPr>
              <a:spLocks/>
            </p:cNvSpPr>
            <p:nvPr/>
          </p:nvSpPr>
          <p:spPr bwMode="auto">
            <a:xfrm>
              <a:off x="14790738" y="8674100"/>
              <a:ext cx="31750" cy="46038"/>
            </a:xfrm>
            <a:custGeom>
              <a:avLst/>
              <a:gdLst>
                <a:gd name="T0" fmla="*/ 1 w 2"/>
                <a:gd name="T1" fmla="*/ 0 h 3"/>
                <a:gd name="T2" fmla="*/ 0 w 2"/>
                <a:gd name="T3" fmla="*/ 2 h 3"/>
                <a:gd name="T4" fmla="*/ 0 w 2"/>
                <a:gd name="T5" fmla="*/ 3 h 3"/>
                <a:gd name="T6" fmla="*/ 2 w 2"/>
                <a:gd name="T7" fmla="*/ 3 h 3"/>
                <a:gd name="T8" fmla="*/ 2 w 2"/>
                <a:gd name="T9" fmla="*/ 2 h 3"/>
                <a:gd name="T10" fmla="*/ 1 w 2"/>
                <a:gd name="T11" fmla="*/ 0 h 3"/>
              </a:gdLst>
              <a:ahLst/>
              <a:cxnLst>
                <a:cxn ang="0">
                  <a:pos x="T0" y="T1"/>
                </a:cxn>
                <a:cxn ang="0">
                  <a:pos x="T2" y="T3"/>
                </a:cxn>
                <a:cxn ang="0">
                  <a:pos x="T4" y="T5"/>
                </a:cxn>
                <a:cxn ang="0">
                  <a:pos x="T6" y="T7"/>
                </a:cxn>
                <a:cxn ang="0">
                  <a:pos x="T8" y="T9"/>
                </a:cxn>
                <a:cxn ang="0">
                  <a:pos x="T10" y="T11"/>
                </a:cxn>
              </a:cxnLst>
              <a:rect l="0" t="0" r="r" b="b"/>
              <a:pathLst>
                <a:path w="2" h="3">
                  <a:moveTo>
                    <a:pt x="1" y="0"/>
                  </a:moveTo>
                  <a:cubicBezTo>
                    <a:pt x="1" y="0"/>
                    <a:pt x="0" y="1"/>
                    <a:pt x="0" y="2"/>
                  </a:cubicBezTo>
                  <a:cubicBezTo>
                    <a:pt x="0" y="3"/>
                    <a:pt x="0" y="3"/>
                    <a:pt x="0" y="3"/>
                  </a:cubicBezTo>
                  <a:cubicBezTo>
                    <a:pt x="2" y="3"/>
                    <a:pt x="2" y="3"/>
                    <a:pt x="2" y="3"/>
                  </a:cubicBezTo>
                  <a:cubicBezTo>
                    <a:pt x="2" y="2"/>
                    <a:pt x="2" y="2"/>
                    <a:pt x="2" y="2"/>
                  </a:cubicBezTo>
                  <a:cubicBezTo>
                    <a:pt x="2" y="1"/>
                    <a:pt x="2" y="0"/>
                    <a:pt x="1"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8" name="Freeform 14">
              <a:extLst>
                <a:ext uri="{FF2B5EF4-FFF2-40B4-BE49-F238E27FC236}">
                  <a16:creationId xmlns:a16="http://schemas.microsoft.com/office/drawing/2014/main" id="{D860C19B-11AF-26DE-0237-945A76007DAF}"/>
                </a:ext>
              </a:extLst>
            </p:cNvPr>
            <p:cNvSpPr>
              <a:spLocks noEditPoints="1"/>
            </p:cNvSpPr>
            <p:nvPr/>
          </p:nvSpPr>
          <p:spPr bwMode="auto">
            <a:xfrm>
              <a:off x="14408150" y="8551863"/>
              <a:ext cx="474662" cy="322263"/>
            </a:xfrm>
            <a:custGeom>
              <a:avLst/>
              <a:gdLst>
                <a:gd name="T0" fmla="*/ 27 w 31"/>
                <a:gd name="T1" fmla="*/ 0 h 21"/>
                <a:gd name="T2" fmla="*/ 4 w 31"/>
                <a:gd name="T3" fmla="*/ 0 h 21"/>
                <a:gd name="T4" fmla="*/ 0 w 31"/>
                <a:gd name="T5" fmla="*/ 11 h 21"/>
                <a:gd name="T6" fmla="*/ 4 w 31"/>
                <a:gd name="T7" fmla="*/ 21 h 21"/>
                <a:gd name="T8" fmla="*/ 27 w 31"/>
                <a:gd name="T9" fmla="*/ 21 h 21"/>
                <a:gd name="T10" fmla="*/ 31 w 31"/>
                <a:gd name="T11" fmla="*/ 11 h 21"/>
                <a:gd name="T12" fmla="*/ 9 w 31"/>
                <a:gd name="T13" fmla="*/ 5 h 21"/>
                <a:gd name="T14" fmla="*/ 7 w 31"/>
                <a:gd name="T15" fmla="*/ 17 h 21"/>
                <a:gd name="T16" fmla="*/ 5 w 31"/>
                <a:gd name="T17" fmla="*/ 5 h 21"/>
                <a:gd name="T18" fmla="*/ 3 w 31"/>
                <a:gd name="T19" fmla="*/ 3 h 21"/>
                <a:gd name="T20" fmla="*/ 9 w 31"/>
                <a:gd name="T21" fmla="*/ 5 h 21"/>
                <a:gd name="T22" fmla="*/ 13 w 31"/>
                <a:gd name="T23" fmla="*/ 17 h 21"/>
                <a:gd name="T24" fmla="*/ 11 w 31"/>
                <a:gd name="T25" fmla="*/ 17 h 21"/>
                <a:gd name="T26" fmla="*/ 9 w 31"/>
                <a:gd name="T27" fmla="*/ 15 h 21"/>
                <a:gd name="T28" fmla="*/ 11 w 31"/>
                <a:gd name="T29" fmla="*/ 7 h 21"/>
                <a:gd name="T30" fmla="*/ 11 w 31"/>
                <a:gd name="T31" fmla="*/ 15 h 21"/>
                <a:gd name="T32" fmla="*/ 13 w 31"/>
                <a:gd name="T33" fmla="*/ 15 h 21"/>
                <a:gd name="T34" fmla="*/ 15 w 31"/>
                <a:gd name="T35" fmla="*/ 7 h 21"/>
                <a:gd name="T36" fmla="*/ 22 w 31"/>
                <a:gd name="T37" fmla="*/ 14 h 21"/>
                <a:gd name="T38" fmla="*/ 20 w 31"/>
                <a:gd name="T39" fmla="*/ 17 h 21"/>
                <a:gd name="T40" fmla="*/ 18 w 31"/>
                <a:gd name="T41" fmla="*/ 17 h 21"/>
                <a:gd name="T42" fmla="*/ 16 w 31"/>
                <a:gd name="T43" fmla="*/ 3 h 21"/>
                <a:gd name="T44" fmla="*/ 18 w 31"/>
                <a:gd name="T45" fmla="*/ 8 h 21"/>
                <a:gd name="T46" fmla="*/ 22 w 31"/>
                <a:gd name="T47" fmla="*/ 8 h 21"/>
                <a:gd name="T48" fmla="*/ 22 w 31"/>
                <a:gd name="T49" fmla="*/ 14 h 21"/>
                <a:gd name="T50" fmla="*/ 25 w 31"/>
                <a:gd name="T51" fmla="*/ 12 h 21"/>
                <a:gd name="T52" fmla="*/ 26 w 31"/>
                <a:gd name="T53" fmla="*/ 16 h 21"/>
                <a:gd name="T54" fmla="*/ 27 w 31"/>
                <a:gd name="T55" fmla="*/ 14 h 21"/>
                <a:gd name="T56" fmla="*/ 29 w 31"/>
                <a:gd name="T57" fmla="*/ 14 h 21"/>
                <a:gd name="T58" fmla="*/ 29 w 31"/>
                <a:gd name="T59" fmla="*/ 16 h 21"/>
                <a:gd name="T60" fmla="*/ 24 w 31"/>
                <a:gd name="T61" fmla="*/ 16 h 21"/>
                <a:gd name="T62" fmla="*/ 23 w 31"/>
                <a:gd name="T63" fmla="*/ 10 h 21"/>
                <a:gd name="T64" fmla="*/ 26 w 31"/>
                <a:gd name="T65" fmla="*/ 7 h 21"/>
                <a:gd name="T66" fmla="*/ 29 w 31"/>
                <a:gd name="T67" fmla="*/ 1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 h="21">
                  <a:moveTo>
                    <a:pt x="31" y="3"/>
                  </a:moveTo>
                  <a:cubicBezTo>
                    <a:pt x="30" y="2"/>
                    <a:pt x="29" y="0"/>
                    <a:pt x="27" y="0"/>
                  </a:cubicBezTo>
                  <a:cubicBezTo>
                    <a:pt x="24" y="0"/>
                    <a:pt x="20" y="0"/>
                    <a:pt x="16" y="0"/>
                  </a:cubicBezTo>
                  <a:cubicBezTo>
                    <a:pt x="12" y="0"/>
                    <a:pt x="8" y="0"/>
                    <a:pt x="4" y="0"/>
                  </a:cubicBezTo>
                  <a:cubicBezTo>
                    <a:pt x="3" y="0"/>
                    <a:pt x="1" y="2"/>
                    <a:pt x="1" y="3"/>
                  </a:cubicBezTo>
                  <a:cubicBezTo>
                    <a:pt x="0" y="6"/>
                    <a:pt x="0" y="8"/>
                    <a:pt x="0" y="11"/>
                  </a:cubicBezTo>
                  <a:cubicBezTo>
                    <a:pt x="0" y="13"/>
                    <a:pt x="0" y="16"/>
                    <a:pt x="1" y="18"/>
                  </a:cubicBezTo>
                  <a:cubicBezTo>
                    <a:pt x="1" y="20"/>
                    <a:pt x="3" y="21"/>
                    <a:pt x="4" y="21"/>
                  </a:cubicBezTo>
                  <a:cubicBezTo>
                    <a:pt x="8" y="21"/>
                    <a:pt x="12" y="21"/>
                    <a:pt x="16" y="21"/>
                  </a:cubicBezTo>
                  <a:cubicBezTo>
                    <a:pt x="20" y="21"/>
                    <a:pt x="24" y="21"/>
                    <a:pt x="27" y="21"/>
                  </a:cubicBezTo>
                  <a:cubicBezTo>
                    <a:pt x="29" y="21"/>
                    <a:pt x="30" y="20"/>
                    <a:pt x="31" y="18"/>
                  </a:cubicBezTo>
                  <a:cubicBezTo>
                    <a:pt x="31" y="16"/>
                    <a:pt x="31" y="13"/>
                    <a:pt x="31" y="11"/>
                  </a:cubicBezTo>
                  <a:cubicBezTo>
                    <a:pt x="31" y="8"/>
                    <a:pt x="31" y="6"/>
                    <a:pt x="31" y="3"/>
                  </a:cubicBezTo>
                  <a:close/>
                  <a:moveTo>
                    <a:pt x="9" y="5"/>
                  </a:moveTo>
                  <a:cubicBezTo>
                    <a:pt x="7" y="5"/>
                    <a:pt x="7" y="5"/>
                    <a:pt x="7" y="5"/>
                  </a:cubicBezTo>
                  <a:cubicBezTo>
                    <a:pt x="7" y="17"/>
                    <a:pt x="7" y="17"/>
                    <a:pt x="7" y="17"/>
                  </a:cubicBezTo>
                  <a:cubicBezTo>
                    <a:pt x="5" y="17"/>
                    <a:pt x="5" y="17"/>
                    <a:pt x="5" y="17"/>
                  </a:cubicBezTo>
                  <a:cubicBezTo>
                    <a:pt x="5" y="5"/>
                    <a:pt x="5" y="5"/>
                    <a:pt x="5" y="5"/>
                  </a:cubicBezTo>
                  <a:cubicBezTo>
                    <a:pt x="3" y="5"/>
                    <a:pt x="3" y="5"/>
                    <a:pt x="3" y="5"/>
                  </a:cubicBezTo>
                  <a:cubicBezTo>
                    <a:pt x="3" y="3"/>
                    <a:pt x="3" y="3"/>
                    <a:pt x="3" y="3"/>
                  </a:cubicBezTo>
                  <a:cubicBezTo>
                    <a:pt x="9" y="3"/>
                    <a:pt x="9" y="3"/>
                    <a:pt x="9" y="3"/>
                  </a:cubicBezTo>
                  <a:lnTo>
                    <a:pt x="9" y="5"/>
                  </a:lnTo>
                  <a:close/>
                  <a:moveTo>
                    <a:pt x="15" y="17"/>
                  </a:moveTo>
                  <a:cubicBezTo>
                    <a:pt x="13" y="17"/>
                    <a:pt x="13" y="17"/>
                    <a:pt x="13" y="17"/>
                  </a:cubicBezTo>
                  <a:cubicBezTo>
                    <a:pt x="13" y="16"/>
                    <a:pt x="13" y="16"/>
                    <a:pt x="13" y="16"/>
                  </a:cubicBezTo>
                  <a:cubicBezTo>
                    <a:pt x="12" y="17"/>
                    <a:pt x="11" y="17"/>
                    <a:pt x="11" y="17"/>
                  </a:cubicBezTo>
                  <a:cubicBezTo>
                    <a:pt x="10" y="17"/>
                    <a:pt x="10" y="17"/>
                    <a:pt x="10" y="17"/>
                  </a:cubicBezTo>
                  <a:cubicBezTo>
                    <a:pt x="9" y="16"/>
                    <a:pt x="9" y="16"/>
                    <a:pt x="9" y="15"/>
                  </a:cubicBezTo>
                  <a:cubicBezTo>
                    <a:pt x="9" y="7"/>
                    <a:pt x="9" y="7"/>
                    <a:pt x="9" y="7"/>
                  </a:cubicBezTo>
                  <a:cubicBezTo>
                    <a:pt x="11" y="7"/>
                    <a:pt x="11" y="7"/>
                    <a:pt x="11" y="7"/>
                  </a:cubicBezTo>
                  <a:cubicBezTo>
                    <a:pt x="11" y="15"/>
                    <a:pt x="11" y="15"/>
                    <a:pt x="11" y="15"/>
                  </a:cubicBezTo>
                  <a:cubicBezTo>
                    <a:pt x="11" y="15"/>
                    <a:pt x="11" y="15"/>
                    <a:pt x="11" y="15"/>
                  </a:cubicBezTo>
                  <a:cubicBezTo>
                    <a:pt x="11" y="16"/>
                    <a:pt x="12" y="16"/>
                    <a:pt x="12" y="16"/>
                  </a:cubicBezTo>
                  <a:cubicBezTo>
                    <a:pt x="12" y="16"/>
                    <a:pt x="13" y="15"/>
                    <a:pt x="13" y="15"/>
                  </a:cubicBezTo>
                  <a:cubicBezTo>
                    <a:pt x="13" y="7"/>
                    <a:pt x="13" y="7"/>
                    <a:pt x="13" y="7"/>
                  </a:cubicBezTo>
                  <a:cubicBezTo>
                    <a:pt x="15" y="7"/>
                    <a:pt x="15" y="7"/>
                    <a:pt x="15" y="7"/>
                  </a:cubicBezTo>
                  <a:lnTo>
                    <a:pt x="15" y="17"/>
                  </a:lnTo>
                  <a:close/>
                  <a:moveTo>
                    <a:pt x="22" y="14"/>
                  </a:moveTo>
                  <a:cubicBezTo>
                    <a:pt x="22" y="15"/>
                    <a:pt x="22" y="16"/>
                    <a:pt x="22" y="16"/>
                  </a:cubicBezTo>
                  <a:cubicBezTo>
                    <a:pt x="22" y="17"/>
                    <a:pt x="21" y="17"/>
                    <a:pt x="20" y="17"/>
                  </a:cubicBezTo>
                  <a:cubicBezTo>
                    <a:pt x="20" y="17"/>
                    <a:pt x="19" y="17"/>
                    <a:pt x="18" y="16"/>
                  </a:cubicBezTo>
                  <a:cubicBezTo>
                    <a:pt x="18" y="17"/>
                    <a:pt x="18" y="17"/>
                    <a:pt x="18" y="17"/>
                  </a:cubicBezTo>
                  <a:cubicBezTo>
                    <a:pt x="16" y="17"/>
                    <a:pt x="16" y="17"/>
                    <a:pt x="16" y="17"/>
                  </a:cubicBezTo>
                  <a:cubicBezTo>
                    <a:pt x="16" y="3"/>
                    <a:pt x="16" y="3"/>
                    <a:pt x="16" y="3"/>
                  </a:cubicBezTo>
                  <a:cubicBezTo>
                    <a:pt x="18" y="3"/>
                    <a:pt x="18" y="3"/>
                    <a:pt x="18" y="3"/>
                  </a:cubicBezTo>
                  <a:cubicBezTo>
                    <a:pt x="18" y="8"/>
                    <a:pt x="18" y="8"/>
                    <a:pt x="18" y="8"/>
                  </a:cubicBezTo>
                  <a:cubicBezTo>
                    <a:pt x="19" y="7"/>
                    <a:pt x="20" y="7"/>
                    <a:pt x="20" y="7"/>
                  </a:cubicBezTo>
                  <a:cubicBezTo>
                    <a:pt x="21" y="7"/>
                    <a:pt x="22" y="7"/>
                    <a:pt x="22" y="8"/>
                  </a:cubicBezTo>
                  <a:cubicBezTo>
                    <a:pt x="22" y="8"/>
                    <a:pt x="22" y="9"/>
                    <a:pt x="22" y="10"/>
                  </a:cubicBezTo>
                  <a:lnTo>
                    <a:pt x="22" y="14"/>
                  </a:lnTo>
                  <a:close/>
                  <a:moveTo>
                    <a:pt x="29" y="12"/>
                  </a:moveTo>
                  <a:cubicBezTo>
                    <a:pt x="25" y="12"/>
                    <a:pt x="25" y="12"/>
                    <a:pt x="25" y="12"/>
                  </a:cubicBezTo>
                  <a:cubicBezTo>
                    <a:pt x="25" y="14"/>
                    <a:pt x="25" y="14"/>
                    <a:pt x="25" y="14"/>
                  </a:cubicBezTo>
                  <a:cubicBezTo>
                    <a:pt x="25" y="15"/>
                    <a:pt x="26" y="16"/>
                    <a:pt x="26" y="16"/>
                  </a:cubicBezTo>
                  <a:cubicBezTo>
                    <a:pt x="27" y="16"/>
                    <a:pt x="27" y="15"/>
                    <a:pt x="27" y="15"/>
                  </a:cubicBezTo>
                  <a:cubicBezTo>
                    <a:pt x="27" y="15"/>
                    <a:pt x="27" y="14"/>
                    <a:pt x="27" y="14"/>
                  </a:cubicBezTo>
                  <a:cubicBezTo>
                    <a:pt x="29" y="14"/>
                    <a:pt x="29" y="14"/>
                    <a:pt x="29" y="14"/>
                  </a:cubicBezTo>
                  <a:cubicBezTo>
                    <a:pt x="29" y="14"/>
                    <a:pt x="29" y="14"/>
                    <a:pt x="29" y="14"/>
                  </a:cubicBezTo>
                  <a:cubicBezTo>
                    <a:pt x="29" y="15"/>
                    <a:pt x="29" y="15"/>
                    <a:pt x="29" y="15"/>
                  </a:cubicBezTo>
                  <a:cubicBezTo>
                    <a:pt x="29" y="16"/>
                    <a:pt x="29" y="16"/>
                    <a:pt x="29" y="16"/>
                  </a:cubicBezTo>
                  <a:cubicBezTo>
                    <a:pt x="28" y="17"/>
                    <a:pt x="27" y="17"/>
                    <a:pt x="26" y="17"/>
                  </a:cubicBezTo>
                  <a:cubicBezTo>
                    <a:pt x="25" y="17"/>
                    <a:pt x="25" y="17"/>
                    <a:pt x="24" y="16"/>
                  </a:cubicBezTo>
                  <a:cubicBezTo>
                    <a:pt x="24" y="16"/>
                    <a:pt x="23" y="15"/>
                    <a:pt x="23" y="14"/>
                  </a:cubicBezTo>
                  <a:cubicBezTo>
                    <a:pt x="23" y="10"/>
                    <a:pt x="23" y="10"/>
                    <a:pt x="23" y="10"/>
                  </a:cubicBezTo>
                  <a:cubicBezTo>
                    <a:pt x="23" y="9"/>
                    <a:pt x="24" y="8"/>
                    <a:pt x="24" y="8"/>
                  </a:cubicBezTo>
                  <a:cubicBezTo>
                    <a:pt x="25" y="7"/>
                    <a:pt x="25" y="7"/>
                    <a:pt x="26" y="7"/>
                  </a:cubicBezTo>
                  <a:cubicBezTo>
                    <a:pt x="27" y="7"/>
                    <a:pt x="28" y="7"/>
                    <a:pt x="28" y="8"/>
                  </a:cubicBezTo>
                  <a:cubicBezTo>
                    <a:pt x="29" y="8"/>
                    <a:pt x="29" y="9"/>
                    <a:pt x="29" y="10"/>
                  </a:cubicBezTo>
                  <a:lnTo>
                    <a:pt x="29"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9" name="กลุ่ม 2084">
            <a:extLst>
              <a:ext uri="{FF2B5EF4-FFF2-40B4-BE49-F238E27FC236}">
                <a16:creationId xmlns:a16="http://schemas.microsoft.com/office/drawing/2014/main" id="{62455C6D-11FF-D50A-2ABD-6D55B5537972}"/>
              </a:ext>
            </a:extLst>
          </p:cNvPr>
          <p:cNvGrpSpPr/>
          <p:nvPr/>
        </p:nvGrpSpPr>
        <p:grpSpPr>
          <a:xfrm>
            <a:off x="7535069" y="1679497"/>
            <a:ext cx="1317625" cy="1317625"/>
            <a:chOff x="16092488" y="7939088"/>
            <a:chExt cx="1317625" cy="1317625"/>
          </a:xfrm>
        </p:grpSpPr>
        <p:sp>
          <p:nvSpPr>
            <p:cNvPr id="10" name="Oval 21">
              <a:extLst>
                <a:ext uri="{FF2B5EF4-FFF2-40B4-BE49-F238E27FC236}">
                  <a16:creationId xmlns:a16="http://schemas.microsoft.com/office/drawing/2014/main" id="{033BA5B0-B2C4-807D-7C0E-0ACB4F885ACE}"/>
                </a:ext>
              </a:extLst>
            </p:cNvPr>
            <p:cNvSpPr>
              <a:spLocks noChangeArrowheads="1"/>
            </p:cNvSpPr>
            <p:nvPr/>
          </p:nvSpPr>
          <p:spPr bwMode="auto">
            <a:xfrm>
              <a:off x="16092488" y="7939088"/>
              <a:ext cx="1317625" cy="1317625"/>
            </a:xfrm>
            <a:prstGeom prst="ellipse">
              <a:avLst/>
            </a:prstGeom>
            <a:solidFill>
              <a:srgbClr val="4863A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11" name="Freeform 22">
              <a:extLst>
                <a:ext uri="{FF2B5EF4-FFF2-40B4-BE49-F238E27FC236}">
                  <a16:creationId xmlns:a16="http://schemas.microsoft.com/office/drawing/2014/main" id="{753B5429-64BC-FC93-5FAA-7E32BCF92380}"/>
                </a:ext>
              </a:extLst>
            </p:cNvPr>
            <p:cNvSpPr>
              <a:spLocks noEditPoints="1"/>
            </p:cNvSpPr>
            <p:nvPr/>
          </p:nvSpPr>
          <p:spPr bwMode="auto">
            <a:xfrm>
              <a:off x="16460788" y="8399463"/>
              <a:ext cx="304800" cy="382588"/>
            </a:xfrm>
            <a:custGeom>
              <a:avLst/>
              <a:gdLst>
                <a:gd name="T0" fmla="*/ 0 w 20"/>
                <a:gd name="T1" fmla="*/ 25 h 25"/>
                <a:gd name="T2" fmla="*/ 0 w 20"/>
                <a:gd name="T3" fmla="*/ 0 h 25"/>
                <a:gd name="T4" fmla="*/ 0 w 20"/>
                <a:gd name="T5" fmla="*/ 0 h 25"/>
                <a:gd name="T6" fmla="*/ 12 w 20"/>
                <a:gd name="T7" fmla="*/ 0 h 25"/>
                <a:gd name="T8" fmla="*/ 16 w 20"/>
                <a:gd name="T9" fmla="*/ 1 h 25"/>
                <a:gd name="T10" fmla="*/ 19 w 20"/>
                <a:gd name="T11" fmla="*/ 6 h 25"/>
                <a:gd name="T12" fmla="*/ 19 w 20"/>
                <a:gd name="T13" fmla="*/ 9 h 25"/>
                <a:gd name="T14" fmla="*/ 17 w 20"/>
                <a:gd name="T15" fmla="*/ 11 h 25"/>
                <a:gd name="T16" fmla="*/ 16 w 20"/>
                <a:gd name="T17" fmla="*/ 12 h 25"/>
                <a:gd name="T18" fmla="*/ 16 w 20"/>
                <a:gd name="T19" fmla="*/ 12 h 25"/>
                <a:gd name="T20" fmla="*/ 20 w 20"/>
                <a:gd name="T21" fmla="*/ 16 h 25"/>
                <a:gd name="T22" fmla="*/ 19 w 20"/>
                <a:gd name="T23" fmla="*/ 21 h 25"/>
                <a:gd name="T24" fmla="*/ 14 w 20"/>
                <a:gd name="T25" fmla="*/ 25 h 25"/>
                <a:gd name="T26" fmla="*/ 11 w 20"/>
                <a:gd name="T27" fmla="*/ 25 h 25"/>
                <a:gd name="T28" fmla="*/ 0 w 20"/>
                <a:gd name="T29" fmla="*/ 25 h 25"/>
                <a:gd name="T30" fmla="*/ 0 w 20"/>
                <a:gd name="T31" fmla="*/ 25 h 25"/>
                <a:gd name="T32" fmla="*/ 6 w 20"/>
                <a:gd name="T33" fmla="*/ 21 h 25"/>
                <a:gd name="T34" fmla="*/ 6 w 20"/>
                <a:gd name="T35" fmla="*/ 21 h 25"/>
                <a:gd name="T36" fmla="*/ 11 w 20"/>
                <a:gd name="T37" fmla="*/ 21 h 25"/>
                <a:gd name="T38" fmla="*/ 12 w 20"/>
                <a:gd name="T39" fmla="*/ 20 h 25"/>
                <a:gd name="T40" fmla="*/ 15 w 20"/>
                <a:gd name="T41" fmla="*/ 18 h 25"/>
                <a:gd name="T42" fmla="*/ 15 w 20"/>
                <a:gd name="T43" fmla="*/ 17 h 25"/>
                <a:gd name="T44" fmla="*/ 13 w 20"/>
                <a:gd name="T45" fmla="*/ 14 h 25"/>
                <a:gd name="T46" fmla="*/ 11 w 20"/>
                <a:gd name="T47" fmla="*/ 14 h 25"/>
                <a:gd name="T48" fmla="*/ 6 w 20"/>
                <a:gd name="T49" fmla="*/ 14 h 25"/>
                <a:gd name="T50" fmla="*/ 6 w 20"/>
                <a:gd name="T51" fmla="*/ 14 h 25"/>
                <a:gd name="T52" fmla="*/ 6 w 20"/>
                <a:gd name="T53" fmla="*/ 21 h 25"/>
                <a:gd name="T54" fmla="*/ 6 w 20"/>
                <a:gd name="T55" fmla="*/ 10 h 25"/>
                <a:gd name="T56" fmla="*/ 6 w 20"/>
                <a:gd name="T57" fmla="*/ 10 h 25"/>
                <a:gd name="T58" fmla="*/ 11 w 20"/>
                <a:gd name="T59" fmla="*/ 10 h 25"/>
                <a:gd name="T60" fmla="*/ 13 w 20"/>
                <a:gd name="T61" fmla="*/ 10 h 25"/>
                <a:gd name="T62" fmla="*/ 14 w 20"/>
                <a:gd name="T63" fmla="*/ 8 h 25"/>
                <a:gd name="T64" fmla="*/ 14 w 20"/>
                <a:gd name="T65" fmla="*/ 7 h 25"/>
                <a:gd name="T66" fmla="*/ 13 w 20"/>
                <a:gd name="T67" fmla="*/ 5 h 25"/>
                <a:gd name="T68" fmla="*/ 10 w 20"/>
                <a:gd name="T69" fmla="*/ 5 h 25"/>
                <a:gd name="T70" fmla="*/ 6 w 20"/>
                <a:gd name="T71" fmla="*/ 5 h 25"/>
                <a:gd name="T72" fmla="*/ 6 w 20"/>
                <a:gd name="T73" fmla="*/ 5 h 25"/>
                <a:gd name="T74" fmla="*/ 6 w 20"/>
                <a:gd name="T75" fmla="*/ 1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0" h="25">
                  <a:moveTo>
                    <a:pt x="0" y="25"/>
                  </a:moveTo>
                  <a:cubicBezTo>
                    <a:pt x="0" y="17"/>
                    <a:pt x="0" y="9"/>
                    <a:pt x="0" y="0"/>
                  </a:cubicBezTo>
                  <a:cubicBezTo>
                    <a:pt x="0" y="0"/>
                    <a:pt x="0" y="0"/>
                    <a:pt x="0" y="0"/>
                  </a:cubicBezTo>
                  <a:cubicBezTo>
                    <a:pt x="4" y="0"/>
                    <a:pt x="8" y="0"/>
                    <a:pt x="12" y="0"/>
                  </a:cubicBezTo>
                  <a:cubicBezTo>
                    <a:pt x="13" y="0"/>
                    <a:pt x="15" y="1"/>
                    <a:pt x="16" y="1"/>
                  </a:cubicBezTo>
                  <a:cubicBezTo>
                    <a:pt x="18" y="2"/>
                    <a:pt x="19" y="4"/>
                    <a:pt x="19" y="6"/>
                  </a:cubicBezTo>
                  <a:cubicBezTo>
                    <a:pt x="19" y="7"/>
                    <a:pt x="19" y="8"/>
                    <a:pt x="19" y="9"/>
                  </a:cubicBezTo>
                  <a:cubicBezTo>
                    <a:pt x="19" y="10"/>
                    <a:pt x="18" y="11"/>
                    <a:pt x="17" y="11"/>
                  </a:cubicBezTo>
                  <a:cubicBezTo>
                    <a:pt x="17" y="12"/>
                    <a:pt x="16" y="12"/>
                    <a:pt x="16" y="12"/>
                  </a:cubicBezTo>
                  <a:cubicBezTo>
                    <a:pt x="16" y="12"/>
                    <a:pt x="16" y="12"/>
                    <a:pt x="16" y="12"/>
                  </a:cubicBezTo>
                  <a:cubicBezTo>
                    <a:pt x="18" y="13"/>
                    <a:pt x="20" y="14"/>
                    <a:pt x="20" y="16"/>
                  </a:cubicBezTo>
                  <a:cubicBezTo>
                    <a:pt x="20" y="18"/>
                    <a:pt x="20" y="19"/>
                    <a:pt x="19" y="21"/>
                  </a:cubicBezTo>
                  <a:cubicBezTo>
                    <a:pt x="18" y="23"/>
                    <a:pt x="16" y="24"/>
                    <a:pt x="14" y="25"/>
                  </a:cubicBezTo>
                  <a:cubicBezTo>
                    <a:pt x="13" y="25"/>
                    <a:pt x="12" y="25"/>
                    <a:pt x="11" y="25"/>
                  </a:cubicBezTo>
                  <a:cubicBezTo>
                    <a:pt x="7" y="25"/>
                    <a:pt x="4" y="25"/>
                    <a:pt x="0" y="25"/>
                  </a:cubicBezTo>
                  <a:cubicBezTo>
                    <a:pt x="0" y="25"/>
                    <a:pt x="0" y="25"/>
                    <a:pt x="0" y="25"/>
                  </a:cubicBezTo>
                  <a:close/>
                  <a:moveTo>
                    <a:pt x="6" y="21"/>
                  </a:moveTo>
                  <a:cubicBezTo>
                    <a:pt x="6" y="21"/>
                    <a:pt x="6" y="21"/>
                    <a:pt x="6" y="21"/>
                  </a:cubicBezTo>
                  <a:cubicBezTo>
                    <a:pt x="7" y="21"/>
                    <a:pt x="9" y="21"/>
                    <a:pt x="11" y="21"/>
                  </a:cubicBezTo>
                  <a:cubicBezTo>
                    <a:pt x="11" y="21"/>
                    <a:pt x="12" y="21"/>
                    <a:pt x="12" y="20"/>
                  </a:cubicBezTo>
                  <a:cubicBezTo>
                    <a:pt x="14" y="20"/>
                    <a:pt x="14" y="19"/>
                    <a:pt x="15" y="18"/>
                  </a:cubicBezTo>
                  <a:cubicBezTo>
                    <a:pt x="15" y="18"/>
                    <a:pt x="15" y="17"/>
                    <a:pt x="15" y="17"/>
                  </a:cubicBezTo>
                  <a:cubicBezTo>
                    <a:pt x="15" y="16"/>
                    <a:pt x="14" y="15"/>
                    <a:pt x="13" y="14"/>
                  </a:cubicBezTo>
                  <a:cubicBezTo>
                    <a:pt x="13" y="14"/>
                    <a:pt x="12" y="14"/>
                    <a:pt x="11" y="14"/>
                  </a:cubicBezTo>
                  <a:cubicBezTo>
                    <a:pt x="9" y="14"/>
                    <a:pt x="8" y="14"/>
                    <a:pt x="6" y="14"/>
                  </a:cubicBezTo>
                  <a:cubicBezTo>
                    <a:pt x="6" y="14"/>
                    <a:pt x="6" y="14"/>
                    <a:pt x="6" y="14"/>
                  </a:cubicBezTo>
                  <a:cubicBezTo>
                    <a:pt x="6" y="16"/>
                    <a:pt x="6" y="18"/>
                    <a:pt x="6" y="21"/>
                  </a:cubicBezTo>
                  <a:close/>
                  <a:moveTo>
                    <a:pt x="6" y="10"/>
                  </a:moveTo>
                  <a:cubicBezTo>
                    <a:pt x="6" y="10"/>
                    <a:pt x="6" y="10"/>
                    <a:pt x="6" y="10"/>
                  </a:cubicBezTo>
                  <a:cubicBezTo>
                    <a:pt x="7" y="10"/>
                    <a:pt x="9" y="10"/>
                    <a:pt x="11" y="10"/>
                  </a:cubicBezTo>
                  <a:cubicBezTo>
                    <a:pt x="12" y="10"/>
                    <a:pt x="13" y="10"/>
                    <a:pt x="13" y="10"/>
                  </a:cubicBezTo>
                  <a:cubicBezTo>
                    <a:pt x="14" y="9"/>
                    <a:pt x="14" y="9"/>
                    <a:pt x="14" y="8"/>
                  </a:cubicBezTo>
                  <a:cubicBezTo>
                    <a:pt x="14" y="8"/>
                    <a:pt x="14" y="7"/>
                    <a:pt x="14" y="7"/>
                  </a:cubicBezTo>
                  <a:cubicBezTo>
                    <a:pt x="14" y="6"/>
                    <a:pt x="14" y="5"/>
                    <a:pt x="13" y="5"/>
                  </a:cubicBezTo>
                  <a:cubicBezTo>
                    <a:pt x="12" y="5"/>
                    <a:pt x="11" y="5"/>
                    <a:pt x="10" y="5"/>
                  </a:cubicBezTo>
                  <a:cubicBezTo>
                    <a:pt x="9" y="5"/>
                    <a:pt x="7" y="5"/>
                    <a:pt x="6" y="5"/>
                  </a:cubicBezTo>
                  <a:cubicBezTo>
                    <a:pt x="6" y="5"/>
                    <a:pt x="6" y="5"/>
                    <a:pt x="6" y="5"/>
                  </a:cubicBezTo>
                  <a:cubicBezTo>
                    <a:pt x="6" y="6"/>
                    <a:pt x="6" y="8"/>
                    <a:pt x="6" y="1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12" name="Freeform 23">
              <a:extLst>
                <a:ext uri="{FF2B5EF4-FFF2-40B4-BE49-F238E27FC236}">
                  <a16:creationId xmlns:a16="http://schemas.microsoft.com/office/drawing/2014/main" id="{7BB06D79-CD4A-4E80-9CA9-8F181EA0C2F5}"/>
                </a:ext>
              </a:extLst>
            </p:cNvPr>
            <p:cNvSpPr>
              <a:spLocks noEditPoints="1"/>
            </p:cNvSpPr>
            <p:nvPr/>
          </p:nvSpPr>
          <p:spPr bwMode="auto">
            <a:xfrm>
              <a:off x="16797338" y="8491538"/>
              <a:ext cx="260350" cy="290513"/>
            </a:xfrm>
            <a:custGeom>
              <a:avLst/>
              <a:gdLst>
                <a:gd name="T0" fmla="*/ 17 w 17"/>
                <a:gd name="T1" fmla="*/ 11 h 19"/>
                <a:gd name="T2" fmla="*/ 5 w 17"/>
                <a:gd name="T3" fmla="*/ 11 h 19"/>
                <a:gd name="T4" fmla="*/ 5 w 17"/>
                <a:gd name="T5" fmla="*/ 11 h 19"/>
                <a:gd name="T6" fmla="*/ 5 w 17"/>
                <a:gd name="T7" fmla="*/ 13 h 19"/>
                <a:gd name="T8" fmla="*/ 8 w 17"/>
                <a:gd name="T9" fmla="*/ 15 h 19"/>
                <a:gd name="T10" fmla="*/ 10 w 17"/>
                <a:gd name="T11" fmla="*/ 15 h 19"/>
                <a:gd name="T12" fmla="*/ 12 w 17"/>
                <a:gd name="T13" fmla="*/ 13 h 19"/>
                <a:gd name="T14" fmla="*/ 13 w 17"/>
                <a:gd name="T15" fmla="*/ 13 h 19"/>
                <a:gd name="T16" fmla="*/ 17 w 17"/>
                <a:gd name="T17" fmla="*/ 13 h 19"/>
                <a:gd name="T18" fmla="*/ 17 w 17"/>
                <a:gd name="T19" fmla="*/ 13 h 19"/>
                <a:gd name="T20" fmla="*/ 17 w 17"/>
                <a:gd name="T21" fmla="*/ 14 h 19"/>
                <a:gd name="T22" fmla="*/ 16 w 17"/>
                <a:gd name="T23" fmla="*/ 16 h 19"/>
                <a:gd name="T24" fmla="*/ 11 w 17"/>
                <a:gd name="T25" fmla="*/ 19 h 19"/>
                <a:gd name="T26" fmla="*/ 6 w 17"/>
                <a:gd name="T27" fmla="*/ 18 h 19"/>
                <a:gd name="T28" fmla="*/ 2 w 17"/>
                <a:gd name="T29" fmla="*/ 16 h 19"/>
                <a:gd name="T30" fmla="*/ 0 w 17"/>
                <a:gd name="T31" fmla="*/ 13 h 19"/>
                <a:gd name="T32" fmla="*/ 0 w 17"/>
                <a:gd name="T33" fmla="*/ 6 h 19"/>
                <a:gd name="T34" fmla="*/ 7 w 17"/>
                <a:gd name="T35" fmla="*/ 0 h 19"/>
                <a:gd name="T36" fmla="*/ 13 w 17"/>
                <a:gd name="T37" fmla="*/ 1 h 19"/>
                <a:gd name="T38" fmla="*/ 16 w 17"/>
                <a:gd name="T39" fmla="*/ 4 h 19"/>
                <a:gd name="T40" fmla="*/ 17 w 17"/>
                <a:gd name="T41" fmla="*/ 8 h 19"/>
                <a:gd name="T42" fmla="*/ 17 w 17"/>
                <a:gd name="T43" fmla="*/ 11 h 19"/>
                <a:gd name="T44" fmla="*/ 17 w 17"/>
                <a:gd name="T45" fmla="*/ 11 h 19"/>
                <a:gd name="T46" fmla="*/ 13 w 17"/>
                <a:gd name="T47" fmla="*/ 8 h 19"/>
                <a:gd name="T48" fmla="*/ 13 w 17"/>
                <a:gd name="T49" fmla="*/ 8 h 19"/>
                <a:gd name="T50" fmla="*/ 13 w 17"/>
                <a:gd name="T51" fmla="*/ 7 h 19"/>
                <a:gd name="T52" fmla="*/ 10 w 17"/>
                <a:gd name="T53" fmla="*/ 4 h 19"/>
                <a:gd name="T54" fmla="*/ 8 w 17"/>
                <a:gd name="T55" fmla="*/ 4 h 19"/>
                <a:gd name="T56" fmla="*/ 5 w 17"/>
                <a:gd name="T57" fmla="*/ 6 h 19"/>
                <a:gd name="T58" fmla="*/ 5 w 17"/>
                <a:gd name="T59" fmla="*/ 7 h 19"/>
                <a:gd name="T60" fmla="*/ 5 w 17"/>
                <a:gd name="T61" fmla="*/ 8 h 19"/>
                <a:gd name="T62" fmla="*/ 13 w 17"/>
                <a:gd name="T63" fmla="*/ 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 h="19">
                  <a:moveTo>
                    <a:pt x="17" y="11"/>
                  </a:moveTo>
                  <a:cubicBezTo>
                    <a:pt x="13" y="11"/>
                    <a:pt x="9" y="11"/>
                    <a:pt x="5" y="11"/>
                  </a:cubicBezTo>
                  <a:cubicBezTo>
                    <a:pt x="5" y="11"/>
                    <a:pt x="5" y="11"/>
                    <a:pt x="5" y="11"/>
                  </a:cubicBezTo>
                  <a:cubicBezTo>
                    <a:pt x="5" y="12"/>
                    <a:pt x="5" y="12"/>
                    <a:pt x="5" y="13"/>
                  </a:cubicBezTo>
                  <a:cubicBezTo>
                    <a:pt x="6" y="14"/>
                    <a:pt x="7" y="15"/>
                    <a:pt x="8" y="15"/>
                  </a:cubicBezTo>
                  <a:cubicBezTo>
                    <a:pt x="9" y="15"/>
                    <a:pt x="9" y="15"/>
                    <a:pt x="10" y="15"/>
                  </a:cubicBezTo>
                  <a:cubicBezTo>
                    <a:pt x="11" y="15"/>
                    <a:pt x="12" y="14"/>
                    <a:pt x="12" y="13"/>
                  </a:cubicBezTo>
                  <a:cubicBezTo>
                    <a:pt x="12" y="13"/>
                    <a:pt x="12" y="13"/>
                    <a:pt x="13" y="13"/>
                  </a:cubicBezTo>
                  <a:cubicBezTo>
                    <a:pt x="14" y="13"/>
                    <a:pt x="15" y="13"/>
                    <a:pt x="17" y="13"/>
                  </a:cubicBezTo>
                  <a:cubicBezTo>
                    <a:pt x="17" y="13"/>
                    <a:pt x="17" y="13"/>
                    <a:pt x="17" y="13"/>
                  </a:cubicBezTo>
                  <a:cubicBezTo>
                    <a:pt x="17" y="13"/>
                    <a:pt x="17" y="13"/>
                    <a:pt x="17" y="14"/>
                  </a:cubicBezTo>
                  <a:cubicBezTo>
                    <a:pt x="17" y="15"/>
                    <a:pt x="16" y="15"/>
                    <a:pt x="16" y="16"/>
                  </a:cubicBezTo>
                  <a:cubicBezTo>
                    <a:pt x="14" y="18"/>
                    <a:pt x="13" y="18"/>
                    <a:pt x="11" y="19"/>
                  </a:cubicBezTo>
                  <a:cubicBezTo>
                    <a:pt x="9" y="19"/>
                    <a:pt x="8" y="19"/>
                    <a:pt x="6" y="18"/>
                  </a:cubicBezTo>
                  <a:cubicBezTo>
                    <a:pt x="4" y="18"/>
                    <a:pt x="3" y="17"/>
                    <a:pt x="2" y="16"/>
                  </a:cubicBezTo>
                  <a:cubicBezTo>
                    <a:pt x="1" y="15"/>
                    <a:pt x="1" y="14"/>
                    <a:pt x="0" y="13"/>
                  </a:cubicBezTo>
                  <a:cubicBezTo>
                    <a:pt x="0" y="10"/>
                    <a:pt x="0" y="8"/>
                    <a:pt x="0" y="6"/>
                  </a:cubicBezTo>
                  <a:cubicBezTo>
                    <a:pt x="1" y="3"/>
                    <a:pt x="4" y="1"/>
                    <a:pt x="7" y="0"/>
                  </a:cubicBezTo>
                  <a:cubicBezTo>
                    <a:pt x="9" y="0"/>
                    <a:pt x="11" y="0"/>
                    <a:pt x="13" y="1"/>
                  </a:cubicBezTo>
                  <a:cubicBezTo>
                    <a:pt x="14" y="2"/>
                    <a:pt x="16" y="3"/>
                    <a:pt x="16" y="4"/>
                  </a:cubicBezTo>
                  <a:cubicBezTo>
                    <a:pt x="17" y="6"/>
                    <a:pt x="17" y="7"/>
                    <a:pt x="17" y="8"/>
                  </a:cubicBezTo>
                  <a:cubicBezTo>
                    <a:pt x="17" y="9"/>
                    <a:pt x="17" y="10"/>
                    <a:pt x="17" y="11"/>
                  </a:cubicBezTo>
                  <a:cubicBezTo>
                    <a:pt x="17" y="11"/>
                    <a:pt x="17" y="11"/>
                    <a:pt x="17" y="11"/>
                  </a:cubicBezTo>
                  <a:close/>
                  <a:moveTo>
                    <a:pt x="13" y="8"/>
                  </a:moveTo>
                  <a:cubicBezTo>
                    <a:pt x="13" y="8"/>
                    <a:pt x="13" y="8"/>
                    <a:pt x="13" y="8"/>
                  </a:cubicBezTo>
                  <a:cubicBezTo>
                    <a:pt x="13" y="7"/>
                    <a:pt x="13" y="7"/>
                    <a:pt x="13" y="7"/>
                  </a:cubicBezTo>
                  <a:cubicBezTo>
                    <a:pt x="12" y="6"/>
                    <a:pt x="12" y="5"/>
                    <a:pt x="10" y="4"/>
                  </a:cubicBezTo>
                  <a:cubicBezTo>
                    <a:pt x="10" y="4"/>
                    <a:pt x="9" y="4"/>
                    <a:pt x="8" y="4"/>
                  </a:cubicBezTo>
                  <a:cubicBezTo>
                    <a:pt x="7" y="4"/>
                    <a:pt x="6" y="5"/>
                    <a:pt x="5" y="6"/>
                  </a:cubicBezTo>
                  <a:cubicBezTo>
                    <a:pt x="5" y="6"/>
                    <a:pt x="5" y="7"/>
                    <a:pt x="5" y="7"/>
                  </a:cubicBezTo>
                  <a:cubicBezTo>
                    <a:pt x="5" y="7"/>
                    <a:pt x="5" y="7"/>
                    <a:pt x="5" y="8"/>
                  </a:cubicBezTo>
                  <a:cubicBezTo>
                    <a:pt x="7" y="8"/>
                    <a:pt x="10" y="8"/>
                    <a:pt x="13"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13" name="Freeform 24">
              <a:extLst>
                <a:ext uri="{FF2B5EF4-FFF2-40B4-BE49-F238E27FC236}">
                  <a16:creationId xmlns:a16="http://schemas.microsoft.com/office/drawing/2014/main" id="{CD8714EB-8EE2-D296-46E6-A562DB36B911}"/>
                </a:ext>
              </a:extLst>
            </p:cNvPr>
            <p:cNvSpPr>
              <a:spLocks/>
            </p:cNvSpPr>
            <p:nvPr/>
          </p:nvSpPr>
          <p:spPr bwMode="auto">
            <a:xfrm>
              <a:off x="16857663" y="8413750"/>
              <a:ext cx="153987" cy="46038"/>
            </a:xfrm>
            <a:custGeom>
              <a:avLst/>
              <a:gdLst>
                <a:gd name="T0" fmla="*/ 0 w 10"/>
                <a:gd name="T1" fmla="*/ 3 h 3"/>
                <a:gd name="T2" fmla="*/ 0 w 10"/>
                <a:gd name="T3" fmla="*/ 0 h 3"/>
                <a:gd name="T4" fmla="*/ 10 w 10"/>
                <a:gd name="T5" fmla="*/ 0 h 3"/>
                <a:gd name="T6" fmla="*/ 10 w 10"/>
                <a:gd name="T7" fmla="*/ 3 h 3"/>
                <a:gd name="T8" fmla="*/ 0 w 10"/>
                <a:gd name="T9" fmla="*/ 3 h 3"/>
              </a:gdLst>
              <a:ahLst/>
              <a:cxnLst>
                <a:cxn ang="0">
                  <a:pos x="T0" y="T1"/>
                </a:cxn>
                <a:cxn ang="0">
                  <a:pos x="T2" y="T3"/>
                </a:cxn>
                <a:cxn ang="0">
                  <a:pos x="T4" y="T5"/>
                </a:cxn>
                <a:cxn ang="0">
                  <a:pos x="T6" y="T7"/>
                </a:cxn>
                <a:cxn ang="0">
                  <a:pos x="T8" y="T9"/>
                </a:cxn>
              </a:cxnLst>
              <a:rect l="0" t="0" r="r" b="b"/>
              <a:pathLst>
                <a:path w="10" h="3">
                  <a:moveTo>
                    <a:pt x="0" y="3"/>
                  </a:moveTo>
                  <a:cubicBezTo>
                    <a:pt x="0" y="2"/>
                    <a:pt x="0" y="1"/>
                    <a:pt x="0" y="0"/>
                  </a:cubicBezTo>
                  <a:cubicBezTo>
                    <a:pt x="3" y="0"/>
                    <a:pt x="6" y="0"/>
                    <a:pt x="10" y="0"/>
                  </a:cubicBezTo>
                  <a:cubicBezTo>
                    <a:pt x="10" y="1"/>
                    <a:pt x="10" y="2"/>
                    <a:pt x="10" y="3"/>
                  </a:cubicBezTo>
                  <a:cubicBezTo>
                    <a:pt x="6" y="3"/>
                    <a:pt x="3" y="3"/>
                    <a:pt x="0"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14" name="กลุ่ม 2083">
            <a:extLst>
              <a:ext uri="{FF2B5EF4-FFF2-40B4-BE49-F238E27FC236}">
                <a16:creationId xmlns:a16="http://schemas.microsoft.com/office/drawing/2014/main" id="{62B3E158-DAD7-53C7-4F51-463CCC81A6F8}"/>
              </a:ext>
            </a:extLst>
          </p:cNvPr>
          <p:cNvGrpSpPr/>
          <p:nvPr/>
        </p:nvGrpSpPr>
        <p:grpSpPr>
          <a:xfrm>
            <a:off x="9633744" y="1679497"/>
            <a:ext cx="1316037" cy="1317625"/>
            <a:chOff x="18191163" y="7939088"/>
            <a:chExt cx="1316037" cy="1317625"/>
          </a:xfrm>
        </p:grpSpPr>
        <p:sp>
          <p:nvSpPr>
            <p:cNvPr id="15" name="Oval 29">
              <a:extLst>
                <a:ext uri="{FF2B5EF4-FFF2-40B4-BE49-F238E27FC236}">
                  <a16:creationId xmlns:a16="http://schemas.microsoft.com/office/drawing/2014/main" id="{3198387F-AADC-DA8A-F120-A577EAC481C4}"/>
                </a:ext>
              </a:extLst>
            </p:cNvPr>
            <p:cNvSpPr>
              <a:spLocks noChangeArrowheads="1"/>
            </p:cNvSpPr>
            <p:nvPr/>
          </p:nvSpPr>
          <p:spPr bwMode="auto">
            <a:xfrm>
              <a:off x="18191163" y="7939088"/>
              <a:ext cx="1316037" cy="1317625"/>
            </a:xfrm>
            <a:prstGeom prst="ellipse">
              <a:avLst/>
            </a:prstGeom>
            <a:solidFill>
              <a:srgbClr val="397A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16" name="Freeform 30">
              <a:extLst>
                <a:ext uri="{FF2B5EF4-FFF2-40B4-BE49-F238E27FC236}">
                  <a16:creationId xmlns:a16="http://schemas.microsoft.com/office/drawing/2014/main" id="{1B62F4BE-E011-CC9C-3330-360AC1CC1A89}"/>
                </a:ext>
              </a:extLst>
            </p:cNvPr>
            <p:cNvSpPr>
              <a:spLocks/>
            </p:cNvSpPr>
            <p:nvPr/>
          </p:nvSpPr>
          <p:spPr bwMode="auto">
            <a:xfrm>
              <a:off x="18557875" y="8337550"/>
              <a:ext cx="290512" cy="198438"/>
            </a:xfrm>
            <a:custGeom>
              <a:avLst/>
              <a:gdLst>
                <a:gd name="T0" fmla="*/ 106 w 183"/>
                <a:gd name="T1" fmla="*/ 0 h 125"/>
                <a:gd name="T2" fmla="*/ 0 w 183"/>
                <a:gd name="T3" fmla="*/ 68 h 125"/>
                <a:gd name="T4" fmla="*/ 77 w 183"/>
                <a:gd name="T5" fmla="*/ 125 h 125"/>
                <a:gd name="T6" fmla="*/ 183 w 183"/>
                <a:gd name="T7" fmla="*/ 68 h 125"/>
                <a:gd name="T8" fmla="*/ 106 w 183"/>
                <a:gd name="T9" fmla="*/ 0 h 125"/>
              </a:gdLst>
              <a:ahLst/>
              <a:cxnLst>
                <a:cxn ang="0">
                  <a:pos x="T0" y="T1"/>
                </a:cxn>
                <a:cxn ang="0">
                  <a:pos x="T2" y="T3"/>
                </a:cxn>
                <a:cxn ang="0">
                  <a:pos x="T4" y="T5"/>
                </a:cxn>
                <a:cxn ang="0">
                  <a:pos x="T6" y="T7"/>
                </a:cxn>
                <a:cxn ang="0">
                  <a:pos x="T8" y="T9"/>
                </a:cxn>
              </a:cxnLst>
              <a:rect l="0" t="0" r="r" b="b"/>
              <a:pathLst>
                <a:path w="183" h="125">
                  <a:moveTo>
                    <a:pt x="106" y="0"/>
                  </a:moveTo>
                  <a:lnTo>
                    <a:pt x="0" y="68"/>
                  </a:lnTo>
                  <a:lnTo>
                    <a:pt x="77" y="125"/>
                  </a:lnTo>
                  <a:lnTo>
                    <a:pt x="183" y="68"/>
                  </a:lnTo>
                  <a:lnTo>
                    <a:pt x="10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17" name="Freeform 31">
              <a:extLst>
                <a:ext uri="{FF2B5EF4-FFF2-40B4-BE49-F238E27FC236}">
                  <a16:creationId xmlns:a16="http://schemas.microsoft.com/office/drawing/2014/main" id="{8AFF732F-C548-8FF3-557B-3074FF98EDF9}"/>
                </a:ext>
              </a:extLst>
            </p:cNvPr>
            <p:cNvSpPr>
              <a:spLocks/>
            </p:cNvSpPr>
            <p:nvPr/>
          </p:nvSpPr>
          <p:spPr bwMode="auto">
            <a:xfrm>
              <a:off x="18848388" y="8337550"/>
              <a:ext cx="276225" cy="198438"/>
            </a:xfrm>
            <a:custGeom>
              <a:avLst/>
              <a:gdLst>
                <a:gd name="T0" fmla="*/ 174 w 174"/>
                <a:gd name="T1" fmla="*/ 68 h 125"/>
                <a:gd name="T2" fmla="*/ 77 w 174"/>
                <a:gd name="T3" fmla="*/ 0 h 125"/>
                <a:gd name="T4" fmla="*/ 0 w 174"/>
                <a:gd name="T5" fmla="*/ 68 h 125"/>
                <a:gd name="T6" fmla="*/ 106 w 174"/>
                <a:gd name="T7" fmla="*/ 125 h 125"/>
                <a:gd name="T8" fmla="*/ 174 w 174"/>
                <a:gd name="T9" fmla="*/ 68 h 125"/>
              </a:gdLst>
              <a:ahLst/>
              <a:cxnLst>
                <a:cxn ang="0">
                  <a:pos x="T0" y="T1"/>
                </a:cxn>
                <a:cxn ang="0">
                  <a:pos x="T2" y="T3"/>
                </a:cxn>
                <a:cxn ang="0">
                  <a:pos x="T4" y="T5"/>
                </a:cxn>
                <a:cxn ang="0">
                  <a:pos x="T6" y="T7"/>
                </a:cxn>
                <a:cxn ang="0">
                  <a:pos x="T8" y="T9"/>
                </a:cxn>
              </a:cxnLst>
              <a:rect l="0" t="0" r="r" b="b"/>
              <a:pathLst>
                <a:path w="174" h="125">
                  <a:moveTo>
                    <a:pt x="174" y="68"/>
                  </a:moveTo>
                  <a:lnTo>
                    <a:pt x="77" y="0"/>
                  </a:lnTo>
                  <a:lnTo>
                    <a:pt x="0" y="68"/>
                  </a:lnTo>
                  <a:lnTo>
                    <a:pt x="106" y="125"/>
                  </a:lnTo>
                  <a:lnTo>
                    <a:pt x="174" y="6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18" name="Freeform 32">
              <a:extLst>
                <a:ext uri="{FF2B5EF4-FFF2-40B4-BE49-F238E27FC236}">
                  <a16:creationId xmlns:a16="http://schemas.microsoft.com/office/drawing/2014/main" id="{DC5435D9-8EBD-BD24-152A-B6393DF0BCCB}"/>
                </a:ext>
              </a:extLst>
            </p:cNvPr>
            <p:cNvSpPr>
              <a:spLocks/>
            </p:cNvSpPr>
            <p:nvPr/>
          </p:nvSpPr>
          <p:spPr bwMode="auto">
            <a:xfrm>
              <a:off x="18848388" y="8535988"/>
              <a:ext cx="276225" cy="215900"/>
            </a:xfrm>
            <a:custGeom>
              <a:avLst/>
              <a:gdLst>
                <a:gd name="T0" fmla="*/ 0 w 174"/>
                <a:gd name="T1" fmla="*/ 68 h 136"/>
                <a:gd name="T2" fmla="*/ 77 w 174"/>
                <a:gd name="T3" fmla="*/ 136 h 136"/>
                <a:gd name="T4" fmla="*/ 174 w 174"/>
                <a:gd name="T5" fmla="*/ 68 h 136"/>
                <a:gd name="T6" fmla="*/ 106 w 174"/>
                <a:gd name="T7" fmla="*/ 0 h 136"/>
                <a:gd name="T8" fmla="*/ 0 w 174"/>
                <a:gd name="T9" fmla="*/ 68 h 136"/>
              </a:gdLst>
              <a:ahLst/>
              <a:cxnLst>
                <a:cxn ang="0">
                  <a:pos x="T0" y="T1"/>
                </a:cxn>
                <a:cxn ang="0">
                  <a:pos x="T2" y="T3"/>
                </a:cxn>
                <a:cxn ang="0">
                  <a:pos x="T4" y="T5"/>
                </a:cxn>
                <a:cxn ang="0">
                  <a:pos x="T6" y="T7"/>
                </a:cxn>
                <a:cxn ang="0">
                  <a:pos x="T8" y="T9"/>
                </a:cxn>
              </a:cxnLst>
              <a:rect l="0" t="0" r="r" b="b"/>
              <a:pathLst>
                <a:path w="174" h="136">
                  <a:moveTo>
                    <a:pt x="0" y="68"/>
                  </a:moveTo>
                  <a:lnTo>
                    <a:pt x="77" y="136"/>
                  </a:lnTo>
                  <a:lnTo>
                    <a:pt x="174" y="68"/>
                  </a:lnTo>
                  <a:lnTo>
                    <a:pt x="106" y="0"/>
                  </a:lnTo>
                  <a:lnTo>
                    <a:pt x="0" y="6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19" name="Freeform 33">
              <a:extLst>
                <a:ext uri="{FF2B5EF4-FFF2-40B4-BE49-F238E27FC236}">
                  <a16:creationId xmlns:a16="http://schemas.microsoft.com/office/drawing/2014/main" id="{62695522-FF63-B21D-25F2-0A0A5EE57DFA}"/>
                </a:ext>
              </a:extLst>
            </p:cNvPr>
            <p:cNvSpPr>
              <a:spLocks/>
            </p:cNvSpPr>
            <p:nvPr/>
          </p:nvSpPr>
          <p:spPr bwMode="auto">
            <a:xfrm>
              <a:off x="18557875" y="8535988"/>
              <a:ext cx="290512" cy="215900"/>
            </a:xfrm>
            <a:custGeom>
              <a:avLst/>
              <a:gdLst>
                <a:gd name="T0" fmla="*/ 0 w 183"/>
                <a:gd name="T1" fmla="*/ 68 h 136"/>
                <a:gd name="T2" fmla="*/ 106 w 183"/>
                <a:gd name="T3" fmla="*/ 136 h 136"/>
                <a:gd name="T4" fmla="*/ 183 w 183"/>
                <a:gd name="T5" fmla="*/ 68 h 136"/>
                <a:gd name="T6" fmla="*/ 77 w 183"/>
                <a:gd name="T7" fmla="*/ 0 h 136"/>
                <a:gd name="T8" fmla="*/ 0 w 183"/>
                <a:gd name="T9" fmla="*/ 68 h 136"/>
              </a:gdLst>
              <a:ahLst/>
              <a:cxnLst>
                <a:cxn ang="0">
                  <a:pos x="T0" y="T1"/>
                </a:cxn>
                <a:cxn ang="0">
                  <a:pos x="T2" y="T3"/>
                </a:cxn>
                <a:cxn ang="0">
                  <a:pos x="T4" y="T5"/>
                </a:cxn>
                <a:cxn ang="0">
                  <a:pos x="T6" y="T7"/>
                </a:cxn>
                <a:cxn ang="0">
                  <a:pos x="T8" y="T9"/>
                </a:cxn>
              </a:cxnLst>
              <a:rect l="0" t="0" r="r" b="b"/>
              <a:pathLst>
                <a:path w="183" h="136">
                  <a:moveTo>
                    <a:pt x="0" y="68"/>
                  </a:moveTo>
                  <a:lnTo>
                    <a:pt x="106" y="136"/>
                  </a:lnTo>
                  <a:lnTo>
                    <a:pt x="183" y="68"/>
                  </a:lnTo>
                  <a:lnTo>
                    <a:pt x="77" y="0"/>
                  </a:lnTo>
                  <a:lnTo>
                    <a:pt x="0" y="6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20" name="Freeform 34">
              <a:extLst>
                <a:ext uri="{FF2B5EF4-FFF2-40B4-BE49-F238E27FC236}">
                  <a16:creationId xmlns:a16="http://schemas.microsoft.com/office/drawing/2014/main" id="{00E4F3EF-B9C7-82BD-6ED5-749B4E931AA3}"/>
                </a:ext>
              </a:extLst>
            </p:cNvPr>
            <p:cNvSpPr>
              <a:spLocks/>
            </p:cNvSpPr>
            <p:nvPr/>
          </p:nvSpPr>
          <p:spPr bwMode="auto">
            <a:xfrm>
              <a:off x="18680113" y="8674100"/>
              <a:ext cx="336550" cy="200025"/>
            </a:xfrm>
            <a:custGeom>
              <a:avLst/>
              <a:gdLst>
                <a:gd name="T0" fmla="*/ 106 w 212"/>
                <a:gd name="T1" fmla="*/ 0 h 126"/>
                <a:gd name="T2" fmla="*/ 29 w 212"/>
                <a:gd name="T3" fmla="*/ 58 h 126"/>
                <a:gd name="T4" fmla="*/ 0 w 212"/>
                <a:gd name="T5" fmla="*/ 39 h 126"/>
                <a:gd name="T6" fmla="*/ 0 w 212"/>
                <a:gd name="T7" fmla="*/ 58 h 126"/>
                <a:gd name="T8" fmla="*/ 106 w 212"/>
                <a:gd name="T9" fmla="*/ 126 h 126"/>
                <a:gd name="T10" fmla="*/ 212 w 212"/>
                <a:gd name="T11" fmla="*/ 58 h 126"/>
                <a:gd name="T12" fmla="*/ 212 w 212"/>
                <a:gd name="T13" fmla="*/ 39 h 126"/>
                <a:gd name="T14" fmla="*/ 183 w 212"/>
                <a:gd name="T15" fmla="*/ 58 h 126"/>
                <a:gd name="T16" fmla="*/ 106 w 212"/>
                <a:gd name="T17"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 h="126">
                  <a:moveTo>
                    <a:pt x="106" y="0"/>
                  </a:moveTo>
                  <a:lnTo>
                    <a:pt x="29" y="58"/>
                  </a:lnTo>
                  <a:lnTo>
                    <a:pt x="0" y="39"/>
                  </a:lnTo>
                  <a:lnTo>
                    <a:pt x="0" y="58"/>
                  </a:lnTo>
                  <a:lnTo>
                    <a:pt x="106" y="126"/>
                  </a:lnTo>
                  <a:lnTo>
                    <a:pt x="212" y="58"/>
                  </a:lnTo>
                  <a:lnTo>
                    <a:pt x="212" y="39"/>
                  </a:lnTo>
                  <a:lnTo>
                    <a:pt x="183" y="58"/>
                  </a:lnTo>
                  <a:lnTo>
                    <a:pt x="10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21" name="กลุ่ม 2087">
            <a:extLst>
              <a:ext uri="{FF2B5EF4-FFF2-40B4-BE49-F238E27FC236}">
                <a16:creationId xmlns:a16="http://schemas.microsoft.com/office/drawing/2014/main" id="{15C6B336-A86C-D835-DA02-6B074DD650CE}"/>
              </a:ext>
            </a:extLst>
          </p:cNvPr>
          <p:cNvGrpSpPr/>
          <p:nvPr/>
        </p:nvGrpSpPr>
        <p:grpSpPr>
          <a:xfrm>
            <a:off x="1242219" y="1679497"/>
            <a:ext cx="1316037" cy="1317625"/>
            <a:chOff x="9799638" y="7939088"/>
            <a:chExt cx="1316037" cy="1317625"/>
          </a:xfrm>
        </p:grpSpPr>
        <p:sp>
          <p:nvSpPr>
            <p:cNvPr id="22" name="Oval 41">
              <a:extLst>
                <a:ext uri="{FF2B5EF4-FFF2-40B4-BE49-F238E27FC236}">
                  <a16:creationId xmlns:a16="http://schemas.microsoft.com/office/drawing/2014/main" id="{F080EA31-37B1-296C-5092-8FA2E7E16855}"/>
                </a:ext>
              </a:extLst>
            </p:cNvPr>
            <p:cNvSpPr>
              <a:spLocks noChangeArrowheads="1"/>
            </p:cNvSpPr>
            <p:nvPr/>
          </p:nvSpPr>
          <p:spPr bwMode="auto">
            <a:xfrm>
              <a:off x="9799638" y="7939088"/>
              <a:ext cx="1316037" cy="1317625"/>
            </a:xfrm>
            <a:prstGeom prst="ellipse">
              <a:avLst/>
            </a:prstGeom>
            <a:solidFill>
              <a:srgbClr val="28B6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23" name="Freeform 42">
              <a:extLst>
                <a:ext uri="{FF2B5EF4-FFF2-40B4-BE49-F238E27FC236}">
                  <a16:creationId xmlns:a16="http://schemas.microsoft.com/office/drawing/2014/main" id="{57AE98C0-7A17-7250-F266-224692000EF4}"/>
                </a:ext>
              </a:extLst>
            </p:cNvPr>
            <p:cNvSpPr>
              <a:spLocks/>
            </p:cNvSpPr>
            <p:nvPr/>
          </p:nvSpPr>
          <p:spPr bwMode="auto">
            <a:xfrm>
              <a:off x="10182225" y="8353425"/>
              <a:ext cx="550862" cy="474663"/>
            </a:xfrm>
            <a:custGeom>
              <a:avLst/>
              <a:gdLst>
                <a:gd name="T0" fmla="*/ 35 w 36"/>
                <a:gd name="T1" fmla="*/ 7 h 31"/>
                <a:gd name="T2" fmla="*/ 16 w 36"/>
                <a:gd name="T3" fmla="*/ 31 h 31"/>
                <a:gd name="T4" fmla="*/ 11 w 36"/>
                <a:gd name="T5" fmla="*/ 25 h 31"/>
                <a:gd name="T6" fmla="*/ 5 w 36"/>
                <a:gd name="T7" fmla="*/ 9 h 31"/>
                <a:gd name="T8" fmla="*/ 2 w 36"/>
                <a:gd name="T9" fmla="*/ 11 h 31"/>
                <a:gd name="T10" fmla="*/ 0 w 36"/>
                <a:gd name="T11" fmla="*/ 9 h 31"/>
                <a:gd name="T12" fmla="*/ 10 w 36"/>
                <a:gd name="T13" fmla="*/ 1 h 31"/>
                <a:gd name="T14" fmla="*/ 16 w 36"/>
                <a:gd name="T15" fmla="*/ 6 h 31"/>
                <a:gd name="T16" fmla="*/ 20 w 36"/>
                <a:gd name="T17" fmla="*/ 20 h 31"/>
                <a:gd name="T18" fmla="*/ 25 w 36"/>
                <a:gd name="T19" fmla="*/ 11 h 31"/>
                <a:gd name="T20" fmla="*/ 20 w 36"/>
                <a:gd name="T21" fmla="*/ 9 h 31"/>
                <a:gd name="T22" fmla="*/ 30 w 36"/>
                <a:gd name="T23" fmla="*/ 0 h 31"/>
                <a:gd name="T24" fmla="*/ 35 w 36"/>
                <a:gd name="T25" fmla="*/ 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31">
                  <a:moveTo>
                    <a:pt x="35" y="7"/>
                  </a:moveTo>
                  <a:cubicBezTo>
                    <a:pt x="35" y="14"/>
                    <a:pt x="23" y="31"/>
                    <a:pt x="16" y="31"/>
                  </a:cubicBezTo>
                  <a:cubicBezTo>
                    <a:pt x="14" y="31"/>
                    <a:pt x="12" y="29"/>
                    <a:pt x="11" y="25"/>
                  </a:cubicBezTo>
                  <a:cubicBezTo>
                    <a:pt x="8" y="15"/>
                    <a:pt x="7" y="9"/>
                    <a:pt x="5" y="9"/>
                  </a:cubicBezTo>
                  <a:cubicBezTo>
                    <a:pt x="4" y="9"/>
                    <a:pt x="3" y="10"/>
                    <a:pt x="2" y="11"/>
                  </a:cubicBezTo>
                  <a:cubicBezTo>
                    <a:pt x="0" y="9"/>
                    <a:pt x="0" y="9"/>
                    <a:pt x="0" y="9"/>
                  </a:cubicBezTo>
                  <a:cubicBezTo>
                    <a:pt x="5" y="5"/>
                    <a:pt x="8" y="1"/>
                    <a:pt x="10" y="1"/>
                  </a:cubicBezTo>
                  <a:cubicBezTo>
                    <a:pt x="13" y="1"/>
                    <a:pt x="15" y="2"/>
                    <a:pt x="16" y="6"/>
                  </a:cubicBezTo>
                  <a:cubicBezTo>
                    <a:pt x="16" y="12"/>
                    <a:pt x="18" y="20"/>
                    <a:pt x="20" y="20"/>
                  </a:cubicBezTo>
                  <a:cubicBezTo>
                    <a:pt x="21" y="20"/>
                    <a:pt x="25" y="13"/>
                    <a:pt x="25" y="11"/>
                  </a:cubicBezTo>
                  <a:cubicBezTo>
                    <a:pt x="26" y="8"/>
                    <a:pt x="23" y="8"/>
                    <a:pt x="20" y="9"/>
                  </a:cubicBezTo>
                  <a:cubicBezTo>
                    <a:pt x="22" y="3"/>
                    <a:pt x="25" y="0"/>
                    <a:pt x="30" y="0"/>
                  </a:cubicBezTo>
                  <a:cubicBezTo>
                    <a:pt x="34" y="1"/>
                    <a:pt x="36" y="3"/>
                    <a:pt x="35"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24" name="กลุ่ม 2086">
            <a:extLst>
              <a:ext uri="{FF2B5EF4-FFF2-40B4-BE49-F238E27FC236}">
                <a16:creationId xmlns:a16="http://schemas.microsoft.com/office/drawing/2014/main" id="{32F2157E-2E63-CC19-85BE-DAEEA492BB58}"/>
              </a:ext>
            </a:extLst>
          </p:cNvPr>
          <p:cNvGrpSpPr/>
          <p:nvPr/>
        </p:nvGrpSpPr>
        <p:grpSpPr>
          <a:xfrm>
            <a:off x="3339306" y="1679497"/>
            <a:ext cx="1317625" cy="1317625"/>
            <a:chOff x="11896725" y="7939088"/>
            <a:chExt cx="1317625" cy="1317625"/>
          </a:xfrm>
        </p:grpSpPr>
        <p:sp>
          <p:nvSpPr>
            <p:cNvPr id="25" name="Oval 50">
              <a:extLst>
                <a:ext uri="{FF2B5EF4-FFF2-40B4-BE49-F238E27FC236}">
                  <a16:creationId xmlns:a16="http://schemas.microsoft.com/office/drawing/2014/main" id="{279EE84B-00B0-6E12-3BC9-3F47EF0A429A}"/>
                </a:ext>
              </a:extLst>
            </p:cNvPr>
            <p:cNvSpPr>
              <a:spLocks noChangeArrowheads="1"/>
            </p:cNvSpPr>
            <p:nvPr/>
          </p:nvSpPr>
          <p:spPr bwMode="auto">
            <a:xfrm>
              <a:off x="11896725" y="7939088"/>
              <a:ext cx="1317625" cy="1317625"/>
            </a:xfrm>
            <a:prstGeom prst="ellipse">
              <a:avLst/>
            </a:prstGeom>
            <a:solidFill>
              <a:srgbClr val="E8E8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26" name="Oval 51">
              <a:extLst>
                <a:ext uri="{FF2B5EF4-FFF2-40B4-BE49-F238E27FC236}">
                  <a16:creationId xmlns:a16="http://schemas.microsoft.com/office/drawing/2014/main" id="{25D425B2-9705-8AF8-2216-E8A78F0D8856}"/>
                </a:ext>
              </a:extLst>
            </p:cNvPr>
            <p:cNvSpPr>
              <a:spLocks noChangeArrowheads="1"/>
            </p:cNvSpPr>
            <p:nvPr/>
          </p:nvSpPr>
          <p:spPr bwMode="auto">
            <a:xfrm>
              <a:off x="12279313" y="8475663"/>
              <a:ext cx="246062" cy="230188"/>
            </a:xfrm>
            <a:prstGeom prst="ellipse">
              <a:avLst/>
            </a:prstGeom>
            <a:solidFill>
              <a:srgbClr val="3865B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27" name="Oval 52">
              <a:extLst>
                <a:ext uri="{FF2B5EF4-FFF2-40B4-BE49-F238E27FC236}">
                  <a16:creationId xmlns:a16="http://schemas.microsoft.com/office/drawing/2014/main" id="{F37F9ED0-8961-1318-05F4-CD2988305D55}"/>
                </a:ext>
              </a:extLst>
            </p:cNvPr>
            <p:cNvSpPr>
              <a:spLocks noChangeArrowheads="1"/>
            </p:cNvSpPr>
            <p:nvPr/>
          </p:nvSpPr>
          <p:spPr bwMode="auto">
            <a:xfrm>
              <a:off x="12585700" y="8475663"/>
              <a:ext cx="246062" cy="230188"/>
            </a:xfrm>
            <a:prstGeom prst="ellipse">
              <a:avLst/>
            </a:prstGeom>
            <a:solidFill>
              <a:srgbClr val="ED21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28" name="กลุ่ม 2090">
            <a:extLst>
              <a:ext uri="{FF2B5EF4-FFF2-40B4-BE49-F238E27FC236}">
                <a16:creationId xmlns:a16="http://schemas.microsoft.com/office/drawing/2014/main" id="{24D00072-D12A-B897-0BCF-6DB6A30AC6BE}"/>
              </a:ext>
            </a:extLst>
          </p:cNvPr>
          <p:cNvGrpSpPr/>
          <p:nvPr/>
        </p:nvGrpSpPr>
        <p:grpSpPr>
          <a:xfrm>
            <a:off x="5437981" y="3624184"/>
            <a:ext cx="1316037" cy="1317625"/>
            <a:chOff x="13995400" y="9883775"/>
            <a:chExt cx="1316037" cy="1317625"/>
          </a:xfrm>
        </p:grpSpPr>
        <p:sp>
          <p:nvSpPr>
            <p:cNvPr id="29" name="Oval 61">
              <a:extLst>
                <a:ext uri="{FF2B5EF4-FFF2-40B4-BE49-F238E27FC236}">
                  <a16:creationId xmlns:a16="http://schemas.microsoft.com/office/drawing/2014/main" id="{BB4BB08F-5241-B3CC-5C41-C7FBB0C62FEB}"/>
                </a:ext>
              </a:extLst>
            </p:cNvPr>
            <p:cNvSpPr>
              <a:spLocks noChangeArrowheads="1"/>
            </p:cNvSpPr>
            <p:nvPr/>
          </p:nvSpPr>
          <p:spPr bwMode="auto">
            <a:xfrm>
              <a:off x="13995400" y="9883775"/>
              <a:ext cx="1316037" cy="1317625"/>
            </a:xfrm>
            <a:prstGeom prst="ellipse">
              <a:avLst/>
            </a:prstGeom>
            <a:solidFill>
              <a:srgbClr val="F04A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30" name="Freeform 62">
              <a:extLst>
                <a:ext uri="{FF2B5EF4-FFF2-40B4-BE49-F238E27FC236}">
                  <a16:creationId xmlns:a16="http://schemas.microsoft.com/office/drawing/2014/main" id="{84B48361-4BF2-6EED-D394-556B967E5228}"/>
                </a:ext>
              </a:extLst>
            </p:cNvPr>
            <p:cNvSpPr>
              <a:spLocks noEditPoints="1"/>
            </p:cNvSpPr>
            <p:nvPr/>
          </p:nvSpPr>
          <p:spPr bwMode="auto">
            <a:xfrm>
              <a:off x="14377988" y="10328275"/>
              <a:ext cx="550862" cy="428625"/>
            </a:xfrm>
            <a:custGeom>
              <a:avLst/>
              <a:gdLst>
                <a:gd name="T0" fmla="*/ 18 w 36"/>
                <a:gd name="T1" fmla="*/ 0 h 28"/>
                <a:gd name="T2" fmla="*/ 10 w 36"/>
                <a:gd name="T3" fmla="*/ 8 h 28"/>
                <a:gd name="T4" fmla="*/ 10 w 36"/>
                <a:gd name="T5" fmla="*/ 19 h 28"/>
                <a:gd name="T6" fmla="*/ 8 w 36"/>
                <a:gd name="T7" fmla="*/ 21 h 28"/>
                <a:gd name="T8" fmla="*/ 6 w 36"/>
                <a:gd name="T9" fmla="*/ 19 h 28"/>
                <a:gd name="T10" fmla="*/ 6 w 36"/>
                <a:gd name="T11" fmla="*/ 14 h 28"/>
                <a:gd name="T12" fmla="*/ 0 w 36"/>
                <a:gd name="T13" fmla="*/ 14 h 28"/>
                <a:gd name="T14" fmla="*/ 0 w 36"/>
                <a:gd name="T15" fmla="*/ 19 h 28"/>
                <a:gd name="T16" fmla="*/ 8 w 36"/>
                <a:gd name="T17" fmla="*/ 28 h 28"/>
                <a:gd name="T18" fmla="*/ 16 w 36"/>
                <a:gd name="T19" fmla="*/ 19 h 28"/>
                <a:gd name="T20" fmla="*/ 16 w 36"/>
                <a:gd name="T21" fmla="*/ 8 h 28"/>
                <a:gd name="T22" fmla="*/ 18 w 36"/>
                <a:gd name="T23" fmla="*/ 6 h 28"/>
                <a:gd name="T24" fmla="*/ 20 w 36"/>
                <a:gd name="T25" fmla="*/ 8 h 28"/>
                <a:gd name="T26" fmla="*/ 20 w 36"/>
                <a:gd name="T27" fmla="*/ 10 h 28"/>
                <a:gd name="T28" fmla="*/ 22 w 36"/>
                <a:gd name="T29" fmla="*/ 11 h 28"/>
                <a:gd name="T30" fmla="*/ 26 w 36"/>
                <a:gd name="T31" fmla="*/ 10 h 28"/>
                <a:gd name="T32" fmla="*/ 26 w 36"/>
                <a:gd name="T33" fmla="*/ 8 h 28"/>
                <a:gd name="T34" fmla="*/ 18 w 36"/>
                <a:gd name="T35" fmla="*/ 0 h 28"/>
                <a:gd name="T36" fmla="*/ 20 w 36"/>
                <a:gd name="T37" fmla="*/ 14 h 28"/>
                <a:gd name="T38" fmla="*/ 20 w 36"/>
                <a:gd name="T39" fmla="*/ 19 h 28"/>
                <a:gd name="T40" fmla="*/ 28 w 36"/>
                <a:gd name="T41" fmla="*/ 28 h 28"/>
                <a:gd name="T42" fmla="*/ 36 w 36"/>
                <a:gd name="T43" fmla="*/ 19 h 28"/>
                <a:gd name="T44" fmla="*/ 36 w 36"/>
                <a:gd name="T45" fmla="*/ 14 h 28"/>
                <a:gd name="T46" fmla="*/ 30 w 36"/>
                <a:gd name="T47" fmla="*/ 14 h 28"/>
                <a:gd name="T48" fmla="*/ 30 w 36"/>
                <a:gd name="T49" fmla="*/ 19 h 28"/>
                <a:gd name="T50" fmla="*/ 28 w 36"/>
                <a:gd name="T51" fmla="*/ 21 h 28"/>
                <a:gd name="T52" fmla="*/ 26 w 36"/>
                <a:gd name="T53" fmla="*/ 19 h 28"/>
                <a:gd name="T54" fmla="*/ 26 w 36"/>
                <a:gd name="T55" fmla="*/ 14 h 28"/>
                <a:gd name="T56" fmla="*/ 22 w 36"/>
                <a:gd name="T57" fmla="*/ 15 h 28"/>
                <a:gd name="T58" fmla="*/ 20 w 36"/>
                <a:gd name="T5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 h="28">
                  <a:moveTo>
                    <a:pt x="18" y="0"/>
                  </a:moveTo>
                  <a:cubicBezTo>
                    <a:pt x="13" y="0"/>
                    <a:pt x="10" y="3"/>
                    <a:pt x="10" y="8"/>
                  </a:cubicBezTo>
                  <a:cubicBezTo>
                    <a:pt x="10" y="19"/>
                    <a:pt x="10" y="19"/>
                    <a:pt x="10" y="19"/>
                  </a:cubicBezTo>
                  <a:cubicBezTo>
                    <a:pt x="10" y="20"/>
                    <a:pt x="9" y="21"/>
                    <a:pt x="8" y="21"/>
                  </a:cubicBezTo>
                  <a:cubicBezTo>
                    <a:pt x="7" y="21"/>
                    <a:pt x="6" y="20"/>
                    <a:pt x="6" y="19"/>
                  </a:cubicBezTo>
                  <a:cubicBezTo>
                    <a:pt x="6" y="14"/>
                    <a:pt x="6" y="14"/>
                    <a:pt x="6" y="14"/>
                  </a:cubicBezTo>
                  <a:cubicBezTo>
                    <a:pt x="0" y="14"/>
                    <a:pt x="0" y="14"/>
                    <a:pt x="0" y="14"/>
                  </a:cubicBezTo>
                  <a:cubicBezTo>
                    <a:pt x="0" y="19"/>
                    <a:pt x="0" y="19"/>
                    <a:pt x="0" y="19"/>
                  </a:cubicBezTo>
                  <a:cubicBezTo>
                    <a:pt x="0" y="24"/>
                    <a:pt x="3" y="28"/>
                    <a:pt x="8" y="28"/>
                  </a:cubicBezTo>
                  <a:cubicBezTo>
                    <a:pt x="12" y="28"/>
                    <a:pt x="16" y="24"/>
                    <a:pt x="16" y="19"/>
                  </a:cubicBezTo>
                  <a:cubicBezTo>
                    <a:pt x="16" y="8"/>
                    <a:pt x="16" y="8"/>
                    <a:pt x="16" y="8"/>
                  </a:cubicBezTo>
                  <a:cubicBezTo>
                    <a:pt x="16" y="7"/>
                    <a:pt x="17" y="6"/>
                    <a:pt x="18" y="6"/>
                  </a:cubicBezTo>
                  <a:cubicBezTo>
                    <a:pt x="19" y="6"/>
                    <a:pt x="20" y="7"/>
                    <a:pt x="20" y="8"/>
                  </a:cubicBezTo>
                  <a:cubicBezTo>
                    <a:pt x="20" y="10"/>
                    <a:pt x="20" y="10"/>
                    <a:pt x="20" y="10"/>
                  </a:cubicBezTo>
                  <a:cubicBezTo>
                    <a:pt x="22" y="11"/>
                    <a:pt x="22" y="11"/>
                    <a:pt x="22" y="11"/>
                  </a:cubicBezTo>
                  <a:cubicBezTo>
                    <a:pt x="26" y="10"/>
                    <a:pt x="26" y="10"/>
                    <a:pt x="26" y="10"/>
                  </a:cubicBezTo>
                  <a:cubicBezTo>
                    <a:pt x="26" y="8"/>
                    <a:pt x="26" y="8"/>
                    <a:pt x="26" y="8"/>
                  </a:cubicBezTo>
                  <a:cubicBezTo>
                    <a:pt x="26" y="3"/>
                    <a:pt x="22" y="0"/>
                    <a:pt x="18" y="0"/>
                  </a:cubicBezTo>
                  <a:close/>
                  <a:moveTo>
                    <a:pt x="20" y="14"/>
                  </a:moveTo>
                  <a:cubicBezTo>
                    <a:pt x="20" y="19"/>
                    <a:pt x="20" y="19"/>
                    <a:pt x="20" y="19"/>
                  </a:cubicBezTo>
                  <a:cubicBezTo>
                    <a:pt x="20" y="24"/>
                    <a:pt x="23" y="28"/>
                    <a:pt x="28" y="28"/>
                  </a:cubicBezTo>
                  <a:cubicBezTo>
                    <a:pt x="32" y="28"/>
                    <a:pt x="36" y="24"/>
                    <a:pt x="36" y="19"/>
                  </a:cubicBezTo>
                  <a:cubicBezTo>
                    <a:pt x="36" y="14"/>
                    <a:pt x="36" y="14"/>
                    <a:pt x="36" y="14"/>
                  </a:cubicBezTo>
                  <a:cubicBezTo>
                    <a:pt x="30" y="14"/>
                    <a:pt x="30" y="14"/>
                    <a:pt x="30" y="14"/>
                  </a:cubicBezTo>
                  <a:cubicBezTo>
                    <a:pt x="30" y="19"/>
                    <a:pt x="30" y="19"/>
                    <a:pt x="30" y="19"/>
                  </a:cubicBezTo>
                  <a:cubicBezTo>
                    <a:pt x="30" y="21"/>
                    <a:pt x="29" y="21"/>
                    <a:pt x="28" y="21"/>
                  </a:cubicBezTo>
                  <a:cubicBezTo>
                    <a:pt x="27" y="21"/>
                    <a:pt x="26" y="21"/>
                    <a:pt x="26" y="19"/>
                  </a:cubicBezTo>
                  <a:cubicBezTo>
                    <a:pt x="26" y="14"/>
                    <a:pt x="26" y="14"/>
                    <a:pt x="26" y="14"/>
                  </a:cubicBezTo>
                  <a:cubicBezTo>
                    <a:pt x="22" y="15"/>
                    <a:pt x="22" y="15"/>
                    <a:pt x="22" y="15"/>
                  </a:cubicBezTo>
                  <a:lnTo>
                    <a:pt x="20" y="1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31" name="กลุ่ม 2089">
            <a:extLst>
              <a:ext uri="{FF2B5EF4-FFF2-40B4-BE49-F238E27FC236}">
                <a16:creationId xmlns:a16="http://schemas.microsoft.com/office/drawing/2014/main" id="{F3C5BEF4-809D-662B-DF2B-4B430F635621}"/>
              </a:ext>
            </a:extLst>
          </p:cNvPr>
          <p:cNvGrpSpPr/>
          <p:nvPr/>
        </p:nvGrpSpPr>
        <p:grpSpPr>
          <a:xfrm>
            <a:off x="3339306" y="3624184"/>
            <a:ext cx="1317625" cy="1317625"/>
            <a:chOff x="11896725" y="9883775"/>
            <a:chExt cx="1317625" cy="1317625"/>
          </a:xfrm>
        </p:grpSpPr>
        <p:sp>
          <p:nvSpPr>
            <p:cNvPr id="32" name="Oval 63">
              <a:extLst>
                <a:ext uri="{FF2B5EF4-FFF2-40B4-BE49-F238E27FC236}">
                  <a16:creationId xmlns:a16="http://schemas.microsoft.com/office/drawing/2014/main" id="{A53785B1-D8B3-84F4-79D7-23F19FB0D4EC}"/>
                </a:ext>
              </a:extLst>
            </p:cNvPr>
            <p:cNvSpPr>
              <a:spLocks noChangeArrowheads="1"/>
            </p:cNvSpPr>
            <p:nvPr/>
          </p:nvSpPr>
          <p:spPr bwMode="auto">
            <a:xfrm>
              <a:off x="11896725" y="9883775"/>
              <a:ext cx="1317625" cy="1317625"/>
            </a:xfrm>
            <a:prstGeom prst="ellipse">
              <a:avLst/>
            </a:prstGeom>
            <a:solidFill>
              <a:srgbClr val="38AB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33" name="Freeform 64">
              <a:extLst>
                <a:ext uri="{FF2B5EF4-FFF2-40B4-BE49-F238E27FC236}">
                  <a16:creationId xmlns:a16="http://schemas.microsoft.com/office/drawing/2014/main" id="{E5F2FB7A-3FD1-99C4-72EC-5E7F6A630D07}"/>
                </a:ext>
              </a:extLst>
            </p:cNvPr>
            <p:cNvSpPr>
              <a:spLocks/>
            </p:cNvSpPr>
            <p:nvPr/>
          </p:nvSpPr>
          <p:spPr bwMode="auto">
            <a:xfrm>
              <a:off x="12311063" y="10344150"/>
              <a:ext cx="198437" cy="182563"/>
            </a:xfrm>
            <a:custGeom>
              <a:avLst/>
              <a:gdLst>
                <a:gd name="T0" fmla="*/ 125 w 125"/>
                <a:gd name="T1" fmla="*/ 115 h 115"/>
                <a:gd name="T2" fmla="*/ 125 w 125"/>
                <a:gd name="T3" fmla="*/ 0 h 115"/>
                <a:gd name="T4" fmla="*/ 0 w 125"/>
                <a:gd name="T5" fmla="*/ 9 h 115"/>
                <a:gd name="T6" fmla="*/ 0 w 125"/>
                <a:gd name="T7" fmla="*/ 115 h 115"/>
                <a:gd name="T8" fmla="*/ 125 w 125"/>
                <a:gd name="T9" fmla="*/ 115 h 115"/>
              </a:gdLst>
              <a:ahLst/>
              <a:cxnLst>
                <a:cxn ang="0">
                  <a:pos x="T0" y="T1"/>
                </a:cxn>
                <a:cxn ang="0">
                  <a:pos x="T2" y="T3"/>
                </a:cxn>
                <a:cxn ang="0">
                  <a:pos x="T4" y="T5"/>
                </a:cxn>
                <a:cxn ang="0">
                  <a:pos x="T6" y="T7"/>
                </a:cxn>
                <a:cxn ang="0">
                  <a:pos x="T8" y="T9"/>
                </a:cxn>
              </a:cxnLst>
              <a:rect l="0" t="0" r="r" b="b"/>
              <a:pathLst>
                <a:path w="125" h="115">
                  <a:moveTo>
                    <a:pt x="125" y="115"/>
                  </a:moveTo>
                  <a:lnTo>
                    <a:pt x="125" y="0"/>
                  </a:lnTo>
                  <a:lnTo>
                    <a:pt x="0" y="9"/>
                  </a:lnTo>
                  <a:lnTo>
                    <a:pt x="0" y="115"/>
                  </a:lnTo>
                  <a:lnTo>
                    <a:pt x="125" y="1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34" name="Freeform 65">
              <a:extLst>
                <a:ext uri="{FF2B5EF4-FFF2-40B4-BE49-F238E27FC236}">
                  <a16:creationId xmlns:a16="http://schemas.microsoft.com/office/drawing/2014/main" id="{5B02202C-71A1-0D48-FF91-6C82246CC300}"/>
                </a:ext>
              </a:extLst>
            </p:cNvPr>
            <p:cNvSpPr>
              <a:spLocks/>
            </p:cNvSpPr>
            <p:nvPr/>
          </p:nvSpPr>
          <p:spPr bwMode="auto">
            <a:xfrm>
              <a:off x="12311063" y="10542588"/>
              <a:ext cx="198437" cy="200025"/>
            </a:xfrm>
            <a:custGeom>
              <a:avLst/>
              <a:gdLst>
                <a:gd name="T0" fmla="*/ 0 w 125"/>
                <a:gd name="T1" fmla="*/ 0 h 126"/>
                <a:gd name="T2" fmla="*/ 0 w 125"/>
                <a:gd name="T3" fmla="*/ 106 h 126"/>
                <a:gd name="T4" fmla="*/ 125 w 125"/>
                <a:gd name="T5" fmla="*/ 126 h 126"/>
                <a:gd name="T6" fmla="*/ 125 w 125"/>
                <a:gd name="T7" fmla="*/ 0 h 126"/>
                <a:gd name="T8" fmla="*/ 0 w 125"/>
                <a:gd name="T9" fmla="*/ 0 h 126"/>
              </a:gdLst>
              <a:ahLst/>
              <a:cxnLst>
                <a:cxn ang="0">
                  <a:pos x="T0" y="T1"/>
                </a:cxn>
                <a:cxn ang="0">
                  <a:pos x="T2" y="T3"/>
                </a:cxn>
                <a:cxn ang="0">
                  <a:pos x="T4" y="T5"/>
                </a:cxn>
                <a:cxn ang="0">
                  <a:pos x="T6" y="T7"/>
                </a:cxn>
                <a:cxn ang="0">
                  <a:pos x="T8" y="T9"/>
                </a:cxn>
              </a:cxnLst>
              <a:rect l="0" t="0" r="r" b="b"/>
              <a:pathLst>
                <a:path w="125" h="126">
                  <a:moveTo>
                    <a:pt x="0" y="0"/>
                  </a:moveTo>
                  <a:lnTo>
                    <a:pt x="0" y="106"/>
                  </a:lnTo>
                  <a:lnTo>
                    <a:pt x="125" y="126"/>
                  </a:lnTo>
                  <a:lnTo>
                    <a:pt x="125"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35" name="Freeform 66">
              <a:extLst>
                <a:ext uri="{FF2B5EF4-FFF2-40B4-BE49-F238E27FC236}">
                  <a16:creationId xmlns:a16="http://schemas.microsoft.com/office/drawing/2014/main" id="{3294486C-D873-8E1D-2D32-405A2FAA2A4E}"/>
                </a:ext>
              </a:extLst>
            </p:cNvPr>
            <p:cNvSpPr>
              <a:spLocks/>
            </p:cNvSpPr>
            <p:nvPr/>
          </p:nvSpPr>
          <p:spPr bwMode="auto">
            <a:xfrm>
              <a:off x="12525375" y="10542588"/>
              <a:ext cx="260350" cy="230188"/>
            </a:xfrm>
            <a:custGeom>
              <a:avLst/>
              <a:gdLst>
                <a:gd name="T0" fmla="*/ 0 w 164"/>
                <a:gd name="T1" fmla="*/ 0 h 145"/>
                <a:gd name="T2" fmla="*/ 0 w 164"/>
                <a:gd name="T3" fmla="*/ 126 h 145"/>
                <a:gd name="T4" fmla="*/ 164 w 164"/>
                <a:gd name="T5" fmla="*/ 145 h 145"/>
                <a:gd name="T6" fmla="*/ 164 w 164"/>
                <a:gd name="T7" fmla="*/ 0 h 145"/>
                <a:gd name="T8" fmla="*/ 0 w 164"/>
                <a:gd name="T9" fmla="*/ 0 h 145"/>
              </a:gdLst>
              <a:ahLst/>
              <a:cxnLst>
                <a:cxn ang="0">
                  <a:pos x="T0" y="T1"/>
                </a:cxn>
                <a:cxn ang="0">
                  <a:pos x="T2" y="T3"/>
                </a:cxn>
                <a:cxn ang="0">
                  <a:pos x="T4" y="T5"/>
                </a:cxn>
                <a:cxn ang="0">
                  <a:pos x="T6" y="T7"/>
                </a:cxn>
                <a:cxn ang="0">
                  <a:pos x="T8" y="T9"/>
                </a:cxn>
              </a:cxnLst>
              <a:rect l="0" t="0" r="r" b="b"/>
              <a:pathLst>
                <a:path w="164" h="145">
                  <a:moveTo>
                    <a:pt x="0" y="0"/>
                  </a:moveTo>
                  <a:lnTo>
                    <a:pt x="0" y="126"/>
                  </a:lnTo>
                  <a:lnTo>
                    <a:pt x="164" y="145"/>
                  </a:lnTo>
                  <a:lnTo>
                    <a:pt x="164"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36" name="Freeform 67">
              <a:extLst>
                <a:ext uri="{FF2B5EF4-FFF2-40B4-BE49-F238E27FC236}">
                  <a16:creationId xmlns:a16="http://schemas.microsoft.com/office/drawing/2014/main" id="{7BC1DA66-6CCB-154A-97EB-34760C17F768}"/>
                </a:ext>
              </a:extLst>
            </p:cNvPr>
            <p:cNvSpPr>
              <a:spLocks/>
            </p:cNvSpPr>
            <p:nvPr/>
          </p:nvSpPr>
          <p:spPr bwMode="auto">
            <a:xfrm>
              <a:off x="12525375" y="10298113"/>
              <a:ext cx="260350" cy="228600"/>
            </a:xfrm>
            <a:custGeom>
              <a:avLst/>
              <a:gdLst>
                <a:gd name="T0" fmla="*/ 164 w 164"/>
                <a:gd name="T1" fmla="*/ 144 h 144"/>
                <a:gd name="T2" fmla="*/ 164 w 164"/>
                <a:gd name="T3" fmla="*/ 0 h 144"/>
                <a:gd name="T4" fmla="*/ 0 w 164"/>
                <a:gd name="T5" fmla="*/ 19 h 144"/>
                <a:gd name="T6" fmla="*/ 0 w 164"/>
                <a:gd name="T7" fmla="*/ 144 h 144"/>
                <a:gd name="T8" fmla="*/ 164 w 164"/>
                <a:gd name="T9" fmla="*/ 144 h 144"/>
              </a:gdLst>
              <a:ahLst/>
              <a:cxnLst>
                <a:cxn ang="0">
                  <a:pos x="T0" y="T1"/>
                </a:cxn>
                <a:cxn ang="0">
                  <a:pos x="T2" y="T3"/>
                </a:cxn>
                <a:cxn ang="0">
                  <a:pos x="T4" y="T5"/>
                </a:cxn>
                <a:cxn ang="0">
                  <a:pos x="T6" y="T7"/>
                </a:cxn>
                <a:cxn ang="0">
                  <a:pos x="T8" y="T9"/>
                </a:cxn>
              </a:cxnLst>
              <a:rect l="0" t="0" r="r" b="b"/>
              <a:pathLst>
                <a:path w="164" h="144">
                  <a:moveTo>
                    <a:pt x="164" y="144"/>
                  </a:moveTo>
                  <a:lnTo>
                    <a:pt x="164" y="0"/>
                  </a:lnTo>
                  <a:lnTo>
                    <a:pt x="0" y="19"/>
                  </a:lnTo>
                  <a:lnTo>
                    <a:pt x="0" y="144"/>
                  </a:lnTo>
                  <a:lnTo>
                    <a:pt x="164" y="14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37" name="กลุ่ม 2088">
            <a:extLst>
              <a:ext uri="{FF2B5EF4-FFF2-40B4-BE49-F238E27FC236}">
                <a16:creationId xmlns:a16="http://schemas.microsoft.com/office/drawing/2014/main" id="{B20E7428-3B3D-2D2B-2F70-1A75B77B737D}"/>
              </a:ext>
            </a:extLst>
          </p:cNvPr>
          <p:cNvGrpSpPr/>
          <p:nvPr/>
        </p:nvGrpSpPr>
        <p:grpSpPr>
          <a:xfrm>
            <a:off x="1242219" y="3624184"/>
            <a:ext cx="1316037" cy="1317625"/>
            <a:chOff x="9799638" y="9883775"/>
            <a:chExt cx="1316037" cy="1317625"/>
          </a:xfrm>
        </p:grpSpPr>
        <p:sp>
          <p:nvSpPr>
            <p:cNvPr id="38" name="Oval 68">
              <a:extLst>
                <a:ext uri="{FF2B5EF4-FFF2-40B4-BE49-F238E27FC236}">
                  <a16:creationId xmlns:a16="http://schemas.microsoft.com/office/drawing/2014/main" id="{5C753F7A-67C1-9107-D2A5-5FE9863D5159}"/>
                </a:ext>
              </a:extLst>
            </p:cNvPr>
            <p:cNvSpPr>
              <a:spLocks noChangeArrowheads="1"/>
            </p:cNvSpPr>
            <p:nvPr/>
          </p:nvSpPr>
          <p:spPr bwMode="auto">
            <a:xfrm>
              <a:off x="9799638" y="9883775"/>
              <a:ext cx="1316037" cy="1317625"/>
            </a:xfrm>
            <a:prstGeom prst="ellipse">
              <a:avLst/>
            </a:pr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39" name="Freeform 69">
              <a:extLst>
                <a:ext uri="{FF2B5EF4-FFF2-40B4-BE49-F238E27FC236}">
                  <a16:creationId xmlns:a16="http://schemas.microsoft.com/office/drawing/2014/main" id="{04B90752-D16E-A6CE-C172-53887BC102DB}"/>
                </a:ext>
              </a:extLst>
            </p:cNvPr>
            <p:cNvSpPr>
              <a:spLocks/>
            </p:cNvSpPr>
            <p:nvPr/>
          </p:nvSpPr>
          <p:spPr bwMode="auto">
            <a:xfrm>
              <a:off x="10212388" y="10374313"/>
              <a:ext cx="474662" cy="444500"/>
            </a:xfrm>
            <a:custGeom>
              <a:avLst/>
              <a:gdLst>
                <a:gd name="T0" fmla="*/ 31 w 31"/>
                <a:gd name="T1" fmla="*/ 19 h 29"/>
                <a:gd name="T2" fmla="*/ 22 w 31"/>
                <a:gd name="T3" fmla="*/ 28 h 29"/>
                <a:gd name="T4" fmla="*/ 15 w 31"/>
                <a:gd name="T5" fmla="*/ 27 h 29"/>
                <a:gd name="T6" fmla="*/ 11 w 31"/>
                <a:gd name="T7" fmla="*/ 28 h 29"/>
                <a:gd name="T8" fmla="*/ 5 w 31"/>
                <a:gd name="T9" fmla="*/ 24 h 29"/>
                <a:gd name="T10" fmla="*/ 2 w 31"/>
                <a:gd name="T11" fmla="*/ 20 h 29"/>
                <a:gd name="T12" fmla="*/ 1 w 31"/>
                <a:gd name="T13" fmla="*/ 8 h 29"/>
                <a:gd name="T14" fmla="*/ 7 w 31"/>
                <a:gd name="T15" fmla="*/ 2 h 29"/>
                <a:gd name="T16" fmla="*/ 15 w 31"/>
                <a:gd name="T17" fmla="*/ 3 h 29"/>
                <a:gd name="T18" fmla="*/ 19 w 31"/>
                <a:gd name="T19" fmla="*/ 2 h 29"/>
                <a:gd name="T20" fmla="*/ 30 w 31"/>
                <a:gd name="T21" fmla="*/ 5 h 29"/>
                <a:gd name="T22" fmla="*/ 30 w 31"/>
                <a:gd name="T23" fmla="*/ 5 h 29"/>
                <a:gd name="T24" fmla="*/ 31 w 31"/>
                <a:gd name="T25" fmla="*/ 19 h 29"/>
                <a:gd name="T26" fmla="*/ 31 w 31"/>
                <a:gd name="T27" fmla="*/ 1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 h="29">
                  <a:moveTo>
                    <a:pt x="31" y="19"/>
                  </a:moveTo>
                  <a:cubicBezTo>
                    <a:pt x="29" y="23"/>
                    <a:pt x="26" y="29"/>
                    <a:pt x="22" y="28"/>
                  </a:cubicBezTo>
                  <a:cubicBezTo>
                    <a:pt x="19" y="28"/>
                    <a:pt x="18" y="26"/>
                    <a:pt x="15" y="27"/>
                  </a:cubicBezTo>
                  <a:cubicBezTo>
                    <a:pt x="13" y="27"/>
                    <a:pt x="12" y="28"/>
                    <a:pt x="11" y="28"/>
                  </a:cubicBezTo>
                  <a:cubicBezTo>
                    <a:pt x="8" y="28"/>
                    <a:pt x="6" y="26"/>
                    <a:pt x="5" y="24"/>
                  </a:cubicBezTo>
                  <a:cubicBezTo>
                    <a:pt x="4" y="23"/>
                    <a:pt x="3" y="21"/>
                    <a:pt x="2" y="20"/>
                  </a:cubicBezTo>
                  <a:cubicBezTo>
                    <a:pt x="1" y="16"/>
                    <a:pt x="0" y="12"/>
                    <a:pt x="1" y="8"/>
                  </a:cubicBezTo>
                  <a:cubicBezTo>
                    <a:pt x="2" y="5"/>
                    <a:pt x="4" y="3"/>
                    <a:pt x="7" y="2"/>
                  </a:cubicBezTo>
                  <a:cubicBezTo>
                    <a:pt x="11" y="0"/>
                    <a:pt x="14" y="2"/>
                    <a:pt x="15" y="3"/>
                  </a:cubicBezTo>
                  <a:cubicBezTo>
                    <a:pt x="17" y="3"/>
                    <a:pt x="17" y="2"/>
                    <a:pt x="19" y="2"/>
                  </a:cubicBezTo>
                  <a:cubicBezTo>
                    <a:pt x="22" y="1"/>
                    <a:pt x="27" y="1"/>
                    <a:pt x="30" y="5"/>
                  </a:cubicBezTo>
                  <a:cubicBezTo>
                    <a:pt x="30" y="5"/>
                    <a:pt x="30" y="5"/>
                    <a:pt x="30" y="5"/>
                  </a:cubicBezTo>
                  <a:cubicBezTo>
                    <a:pt x="24" y="9"/>
                    <a:pt x="25" y="15"/>
                    <a:pt x="31" y="19"/>
                  </a:cubicBezTo>
                  <a:cubicBezTo>
                    <a:pt x="31" y="19"/>
                    <a:pt x="31" y="19"/>
                    <a:pt x="31" y="1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40" name="Freeform 70">
              <a:extLst>
                <a:ext uri="{FF2B5EF4-FFF2-40B4-BE49-F238E27FC236}">
                  <a16:creationId xmlns:a16="http://schemas.microsoft.com/office/drawing/2014/main" id="{9AAB049D-FCB7-1C22-E76B-3E459E4F5859}"/>
                </a:ext>
              </a:extLst>
            </p:cNvPr>
            <p:cNvSpPr>
              <a:spLocks/>
            </p:cNvSpPr>
            <p:nvPr/>
          </p:nvSpPr>
          <p:spPr bwMode="auto">
            <a:xfrm>
              <a:off x="10442575" y="10266363"/>
              <a:ext cx="122237" cy="138113"/>
            </a:xfrm>
            <a:custGeom>
              <a:avLst/>
              <a:gdLst>
                <a:gd name="T0" fmla="*/ 8 w 8"/>
                <a:gd name="T1" fmla="*/ 0 h 9"/>
                <a:gd name="T2" fmla="*/ 8 w 8"/>
                <a:gd name="T3" fmla="*/ 2 h 9"/>
                <a:gd name="T4" fmla="*/ 1 w 8"/>
                <a:gd name="T5" fmla="*/ 9 h 9"/>
                <a:gd name="T6" fmla="*/ 1 w 8"/>
                <a:gd name="T7" fmla="*/ 9 h 9"/>
                <a:gd name="T8" fmla="*/ 0 w 8"/>
                <a:gd name="T9" fmla="*/ 7 h 9"/>
                <a:gd name="T10" fmla="*/ 7 w 8"/>
                <a:gd name="T11" fmla="*/ 0 h 9"/>
                <a:gd name="T12" fmla="*/ 8 w 8"/>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8" h="9">
                  <a:moveTo>
                    <a:pt x="8" y="0"/>
                  </a:moveTo>
                  <a:cubicBezTo>
                    <a:pt x="8" y="0"/>
                    <a:pt x="8" y="1"/>
                    <a:pt x="8" y="2"/>
                  </a:cubicBezTo>
                  <a:cubicBezTo>
                    <a:pt x="8" y="5"/>
                    <a:pt x="4" y="9"/>
                    <a:pt x="1" y="9"/>
                  </a:cubicBezTo>
                  <a:cubicBezTo>
                    <a:pt x="1" y="9"/>
                    <a:pt x="1" y="9"/>
                    <a:pt x="1" y="9"/>
                  </a:cubicBezTo>
                  <a:cubicBezTo>
                    <a:pt x="0" y="8"/>
                    <a:pt x="0" y="8"/>
                    <a:pt x="0" y="7"/>
                  </a:cubicBezTo>
                  <a:cubicBezTo>
                    <a:pt x="1" y="4"/>
                    <a:pt x="4" y="1"/>
                    <a:pt x="7" y="0"/>
                  </a:cubicBezTo>
                  <a:cubicBezTo>
                    <a:pt x="7" y="0"/>
                    <a:pt x="8" y="0"/>
                    <a:pt x="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41" name="กลุ่ม 2091">
            <a:extLst>
              <a:ext uri="{FF2B5EF4-FFF2-40B4-BE49-F238E27FC236}">
                <a16:creationId xmlns:a16="http://schemas.microsoft.com/office/drawing/2014/main" id="{6663DB30-8DB7-C6CD-F4F6-00DBEE9A4695}"/>
              </a:ext>
            </a:extLst>
          </p:cNvPr>
          <p:cNvGrpSpPr/>
          <p:nvPr/>
        </p:nvGrpSpPr>
        <p:grpSpPr>
          <a:xfrm>
            <a:off x="7535069" y="3624184"/>
            <a:ext cx="1317625" cy="1317625"/>
            <a:chOff x="16092488" y="9883775"/>
            <a:chExt cx="1317625" cy="1317625"/>
          </a:xfrm>
        </p:grpSpPr>
        <p:sp>
          <p:nvSpPr>
            <p:cNvPr id="42" name="Oval 71">
              <a:extLst>
                <a:ext uri="{FF2B5EF4-FFF2-40B4-BE49-F238E27FC236}">
                  <a16:creationId xmlns:a16="http://schemas.microsoft.com/office/drawing/2014/main" id="{55950E7D-C138-F5FA-B7E2-A8448ABB0094}"/>
                </a:ext>
              </a:extLst>
            </p:cNvPr>
            <p:cNvSpPr>
              <a:spLocks noChangeArrowheads="1"/>
            </p:cNvSpPr>
            <p:nvPr/>
          </p:nvSpPr>
          <p:spPr bwMode="auto">
            <a:xfrm>
              <a:off x="16092488" y="9883775"/>
              <a:ext cx="1317625" cy="1317625"/>
            </a:xfrm>
            <a:prstGeom prst="ellipse">
              <a:avLst/>
            </a:prstGeom>
            <a:solidFill>
              <a:srgbClr val="82B5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43" name="Freeform 72">
              <a:extLst>
                <a:ext uri="{FF2B5EF4-FFF2-40B4-BE49-F238E27FC236}">
                  <a16:creationId xmlns:a16="http://schemas.microsoft.com/office/drawing/2014/main" id="{C170F039-6497-AA12-A0C4-BBD0DEFE8E6C}"/>
                </a:ext>
              </a:extLst>
            </p:cNvPr>
            <p:cNvSpPr>
              <a:spLocks/>
            </p:cNvSpPr>
            <p:nvPr/>
          </p:nvSpPr>
          <p:spPr bwMode="auto">
            <a:xfrm>
              <a:off x="16475075" y="10282238"/>
              <a:ext cx="582612" cy="550863"/>
            </a:xfrm>
            <a:custGeom>
              <a:avLst/>
              <a:gdLst>
                <a:gd name="T0" fmla="*/ 10 w 38"/>
                <a:gd name="T1" fmla="*/ 21 h 36"/>
                <a:gd name="T2" fmla="*/ 10 w 38"/>
                <a:gd name="T3" fmla="*/ 18 h 36"/>
                <a:gd name="T4" fmla="*/ 18 w 38"/>
                <a:gd name="T5" fmla="*/ 3 h 36"/>
                <a:gd name="T6" fmla="*/ 25 w 38"/>
                <a:gd name="T7" fmla="*/ 0 h 36"/>
                <a:gd name="T8" fmla="*/ 29 w 38"/>
                <a:gd name="T9" fmla="*/ 1 h 36"/>
                <a:gd name="T10" fmla="*/ 31 w 38"/>
                <a:gd name="T11" fmla="*/ 5 h 36"/>
                <a:gd name="T12" fmla="*/ 13 w 38"/>
                <a:gd name="T13" fmla="*/ 32 h 36"/>
                <a:gd name="T14" fmla="*/ 7 w 38"/>
                <a:gd name="T15" fmla="*/ 9 h 36"/>
                <a:gd name="T16" fmla="*/ 8 w 38"/>
                <a:gd name="T17" fmla="*/ 10 h 36"/>
                <a:gd name="T18" fmla="*/ 10 w 38"/>
                <a:gd name="T19" fmla="*/ 21 h 36"/>
                <a:gd name="T20" fmla="*/ 10 w 38"/>
                <a:gd name="T21"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36">
                  <a:moveTo>
                    <a:pt x="10" y="21"/>
                  </a:moveTo>
                  <a:cubicBezTo>
                    <a:pt x="10" y="20"/>
                    <a:pt x="10" y="19"/>
                    <a:pt x="10" y="18"/>
                  </a:cubicBezTo>
                  <a:cubicBezTo>
                    <a:pt x="11" y="12"/>
                    <a:pt x="13" y="7"/>
                    <a:pt x="18" y="3"/>
                  </a:cubicBezTo>
                  <a:cubicBezTo>
                    <a:pt x="20" y="1"/>
                    <a:pt x="21" y="1"/>
                    <a:pt x="25" y="0"/>
                  </a:cubicBezTo>
                  <a:cubicBezTo>
                    <a:pt x="27" y="0"/>
                    <a:pt x="28" y="0"/>
                    <a:pt x="29" y="1"/>
                  </a:cubicBezTo>
                  <a:cubicBezTo>
                    <a:pt x="30" y="2"/>
                    <a:pt x="30" y="4"/>
                    <a:pt x="31" y="5"/>
                  </a:cubicBezTo>
                  <a:cubicBezTo>
                    <a:pt x="38" y="27"/>
                    <a:pt x="24" y="36"/>
                    <a:pt x="13" y="32"/>
                  </a:cubicBezTo>
                  <a:cubicBezTo>
                    <a:pt x="3" y="29"/>
                    <a:pt x="0" y="16"/>
                    <a:pt x="7" y="9"/>
                  </a:cubicBezTo>
                  <a:cubicBezTo>
                    <a:pt x="8" y="8"/>
                    <a:pt x="8" y="9"/>
                    <a:pt x="8" y="10"/>
                  </a:cubicBezTo>
                  <a:cubicBezTo>
                    <a:pt x="8" y="11"/>
                    <a:pt x="6" y="17"/>
                    <a:pt x="10" y="21"/>
                  </a:cubicBezTo>
                  <a:cubicBezTo>
                    <a:pt x="10" y="21"/>
                    <a:pt x="10" y="21"/>
                    <a:pt x="10" y="2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grpSp>
        <p:nvGrpSpPr>
          <p:cNvPr id="44" name="กลุ่ม 2092">
            <a:extLst>
              <a:ext uri="{FF2B5EF4-FFF2-40B4-BE49-F238E27FC236}">
                <a16:creationId xmlns:a16="http://schemas.microsoft.com/office/drawing/2014/main" id="{FEC83772-2A85-A357-B9C7-C33CFF7CCDAC}"/>
              </a:ext>
            </a:extLst>
          </p:cNvPr>
          <p:cNvGrpSpPr/>
          <p:nvPr/>
        </p:nvGrpSpPr>
        <p:grpSpPr>
          <a:xfrm>
            <a:off x="9633744" y="3624184"/>
            <a:ext cx="1316037" cy="1317625"/>
            <a:chOff x="18191163" y="9883775"/>
            <a:chExt cx="1316037" cy="1317625"/>
          </a:xfrm>
        </p:grpSpPr>
        <p:sp>
          <p:nvSpPr>
            <p:cNvPr id="45" name="Oval 73">
              <a:extLst>
                <a:ext uri="{FF2B5EF4-FFF2-40B4-BE49-F238E27FC236}">
                  <a16:creationId xmlns:a16="http://schemas.microsoft.com/office/drawing/2014/main" id="{051B5952-E406-7066-1E6A-6B7102A034D1}"/>
                </a:ext>
              </a:extLst>
            </p:cNvPr>
            <p:cNvSpPr>
              <a:spLocks noChangeArrowheads="1"/>
            </p:cNvSpPr>
            <p:nvPr/>
          </p:nvSpPr>
          <p:spPr bwMode="auto">
            <a:xfrm>
              <a:off x="18191163" y="9883775"/>
              <a:ext cx="1316037" cy="1317625"/>
            </a:xfrm>
            <a:prstGeom prst="ellipse">
              <a:avLst/>
            </a:prstGeom>
            <a:solidFill>
              <a:srgbClr val="53A84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46" name="Freeform 74">
              <a:extLst>
                <a:ext uri="{FF2B5EF4-FFF2-40B4-BE49-F238E27FC236}">
                  <a16:creationId xmlns:a16="http://schemas.microsoft.com/office/drawing/2014/main" id="{A548291F-3ABB-C728-0ADB-BA7E64E52FED}"/>
                </a:ext>
              </a:extLst>
            </p:cNvPr>
            <p:cNvSpPr>
              <a:spLocks/>
            </p:cNvSpPr>
            <p:nvPr/>
          </p:nvSpPr>
          <p:spPr bwMode="auto">
            <a:xfrm>
              <a:off x="18542000" y="10282238"/>
              <a:ext cx="292100" cy="520700"/>
            </a:xfrm>
            <a:custGeom>
              <a:avLst/>
              <a:gdLst>
                <a:gd name="T0" fmla="*/ 184 w 184"/>
                <a:gd name="T1" fmla="*/ 106 h 328"/>
                <a:gd name="T2" fmla="*/ 58 w 184"/>
                <a:gd name="T3" fmla="*/ 328 h 328"/>
                <a:gd name="T4" fmla="*/ 0 w 184"/>
                <a:gd name="T5" fmla="*/ 212 h 328"/>
                <a:gd name="T6" fmla="*/ 126 w 184"/>
                <a:gd name="T7" fmla="*/ 0 h 328"/>
                <a:gd name="T8" fmla="*/ 184 w 184"/>
                <a:gd name="T9" fmla="*/ 106 h 328"/>
              </a:gdLst>
              <a:ahLst/>
              <a:cxnLst>
                <a:cxn ang="0">
                  <a:pos x="T0" y="T1"/>
                </a:cxn>
                <a:cxn ang="0">
                  <a:pos x="T2" y="T3"/>
                </a:cxn>
                <a:cxn ang="0">
                  <a:pos x="T4" y="T5"/>
                </a:cxn>
                <a:cxn ang="0">
                  <a:pos x="T6" y="T7"/>
                </a:cxn>
                <a:cxn ang="0">
                  <a:pos x="T8" y="T9"/>
                </a:cxn>
              </a:cxnLst>
              <a:rect l="0" t="0" r="r" b="b"/>
              <a:pathLst>
                <a:path w="184" h="328">
                  <a:moveTo>
                    <a:pt x="184" y="106"/>
                  </a:moveTo>
                  <a:lnTo>
                    <a:pt x="58" y="328"/>
                  </a:lnTo>
                  <a:lnTo>
                    <a:pt x="0" y="212"/>
                  </a:lnTo>
                  <a:lnTo>
                    <a:pt x="126" y="0"/>
                  </a:lnTo>
                  <a:lnTo>
                    <a:pt x="184" y="10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47" name="Freeform 75">
              <a:extLst>
                <a:ext uri="{FF2B5EF4-FFF2-40B4-BE49-F238E27FC236}">
                  <a16:creationId xmlns:a16="http://schemas.microsoft.com/office/drawing/2014/main" id="{7BFEF981-565F-5D32-41F3-163F3BE9A074}"/>
                </a:ext>
              </a:extLst>
            </p:cNvPr>
            <p:cNvSpPr>
              <a:spLocks/>
            </p:cNvSpPr>
            <p:nvPr/>
          </p:nvSpPr>
          <p:spPr bwMode="auto">
            <a:xfrm>
              <a:off x="18756313" y="10266363"/>
              <a:ext cx="398462" cy="352425"/>
            </a:xfrm>
            <a:custGeom>
              <a:avLst/>
              <a:gdLst>
                <a:gd name="T0" fmla="*/ 251 w 251"/>
                <a:gd name="T1" fmla="*/ 222 h 222"/>
                <a:gd name="T2" fmla="*/ 126 w 251"/>
                <a:gd name="T3" fmla="*/ 222 h 222"/>
                <a:gd name="T4" fmla="*/ 0 w 251"/>
                <a:gd name="T5" fmla="*/ 0 h 222"/>
                <a:gd name="T6" fmla="*/ 126 w 251"/>
                <a:gd name="T7" fmla="*/ 0 h 222"/>
                <a:gd name="T8" fmla="*/ 251 w 251"/>
                <a:gd name="T9" fmla="*/ 222 h 222"/>
              </a:gdLst>
              <a:ahLst/>
              <a:cxnLst>
                <a:cxn ang="0">
                  <a:pos x="T0" y="T1"/>
                </a:cxn>
                <a:cxn ang="0">
                  <a:pos x="T2" y="T3"/>
                </a:cxn>
                <a:cxn ang="0">
                  <a:pos x="T4" y="T5"/>
                </a:cxn>
                <a:cxn ang="0">
                  <a:pos x="T6" y="T7"/>
                </a:cxn>
                <a:cxn ang="0">
                  <a:pos x="T8" y="T9"/>
                </a:cxn>
              </a:cxnLst>
              <a:rect l="0" t="0" r="r" b="b"/>
              <a:pathLst>
                <a:path w="251" h="222">
                  <a:moveTo>
                    <a:pt x="251" y="222"/>
                  </a:moveTo>
                  <a:lnTo>
                    <a:pt x="126" y="222"/>
                  </a:lnTo>
                  <a:lnTo>
                    <a:pt x="0" y="0"/>
                  </a:lnTo>
                  <a:lnTo>
                    <a:pt x="126" y="0"/>
                  </a:lnTo>
                  <a:lnTo>
                    <a:pt x="251" y="2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sp>
          <p:nvSpPr>
            <p:cNvPr id="48" name="Freeform 76">
              <a:extLst>
                <a:ext uri="{FF2B5EF4-FFF2-40B4-BE49-F238E27FC236}">
                  <a16:creationId xmlns:a16="http://schemas.microsoft.com/office/drawing/2014/main" id="{FF15E496-8554-1C21-3037-862CD7C36CDA}"/>
                </a:ext>
              </a:extLst>
            </p:cNvPr>
            <p:cNvSpPr>
              <a:spLocks/>
            </p:cNvSpPr>
            <p:nvPr/>
          </p:nvSpPr>
          <p:spPr bwMode="auto">
            <a:xfrm>
              <a:off x="18649950" y="10634663"/>
              <a:ext cx="504825" cy="168275"/>
            </a:xfrm>
            <a:custGeom>
              <a:avLst/>
              <a:gdLst>
                <a:gd name="T0" fmla="*/ 318 w 318"/>
                <a:gd name="T1" fmla="*/ 0 h 106"/>
                <a:gd name="T2" fmla="*/ 260 w 318"/>
                <a:gd name="T3" fmla="*/ 106 h 106"/>
                <a:gd name="T4" fmla="*/ 0 w 318"/>
                <a:gd name="T5" fmla="*/ 106 h 106"/>
                <a:gd name="T6" fmla="*/ 67 w 318"/>
                <a:gd name="T7" fmla="*/ 0 h 106"/>
                <a:gd name="T8" fmla="*/ 318 w 318"/>
                <a:gd name="T9" fmla="*/ 0 h 106"/>
              </a:gdLst>
              <a:ahLst/>
              <a:cxnLst>
                <a:cxn ang="0">
                  <a:pos x="T0" y="T1"/>
                </a:cxn>
                <a:cxn ang="0">
                  <a:pos x="T2" y="T3"/>
                </a:cxn>
                <a:cxn ang="0">
                  <a:pos x="T4" y="T5"/>
                </a:cxn>
                <a:cxn ang="0">
                  <a:pos x="T6" y="T7"/>
                </a:cxn>
                <a:cxn ang="0">
                  <a:pos x="T8" y="T9"/>
                </a:cxn>
              </a:cxnLst>
              <a:rect l="0" t="0" r="r" b="b"/>
              <a:pathLst>
                <a:path w="318" h="106">
                  <a:moveTo>
                    <a:pt x="318" y="0"/>
                  </a:moveTo>
                  <a:lnTo>
                    <a:pt x="260" y="106"/>
                  </a:lnTo>
                  <a:lnTo>
                    <a:pt x="0" y="106"/>
                  </a:lnTo>
                  <a:lnTo>
                    <a:pt x="67" y="0"/>
                  </a:lnTo>
                  <a:lnTo>
                    <a:pt x="31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h-TH"/>
            </a:p>
          </p:txBody>
        </p:sp>
      </p:grpSp>
      <p:sp>
        <p:nvSpPr>
          <p:cNvPr id="2" name="Slide Number Placeholder 1">
            <a:extLst>
              <a:ext uri="{FF2B5EF4-FFF2-40B4-BE49-F238E27FC236}">
                <a16:creationId xmlns:a16="http://schemas.microsoft.com/office/drawing/2014/main" id="{624BE87F-5B1E-B127-DCFD-1E4D48217575}"/>
              </a:ext>
            </a:extLst>
          </p:cNvPr>
          <p:cNvSpPr>
            <a:spLocks noGrp="1"/>
          </p:cNvSpPr>
          <p:nvPr>
            <p:ph type="sldNum" sz="quarter" idx="11"/>
          </p:nvPr>
        </p:nvSpPr>
        <p:spPr/>
        <p:txBody>
          <a:bodyPr/>
          <a:lstStyle/>
          <a:p>
            <a:fld id="{7737D3DD-0AB3-4F16-99FA-6262B2B4036D}" type="slidenum">
              <a:rPr lang="en-MY" smtClean="0"/>
              <a:t>57</a:t>
            </a:fld>
            <a:endParaRPr lang="en-MY"/>
          </a:p>
        </p:txBody>
      </p:sp>
    </p:spTree>
    <p:extLst>
      <p:ext uri="{BB962C8B-B14F-4D97-AF65-F5344CB8AC3E}">
        <p14:creationId xmlns:p14="http://schemas.microsoft.com/office/powerpoint/2010/main" val="15027750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077525C-F195-5206-5F25-4A53DDEA3054}"/>
              </a:ext>
            </a:extLst>
          </p:cNvPr>
          <p:cNvSpPr>
            <a:spLocks noGrp="1"/>
          </p:cNvSpPr>
          <p:nvPr>
            <p:ph type="sldNum" sz="quarter" idx="11"/>
          </p:nvPr>
        </p:nvSpPr>
        <p:spPr/>
        <p:txBody>
          <a:bodyPr/>
          <a:lstStyle/>
          <a:p>
            <a:fld id="{7737D3DD-0AB3-4F16-99FA-6262B2B4036D}" type="slidenum">
              <a:rPr lang="en-MY" smtClean="0"/>
              <a:t>58</a:t>
            </a:fld>
            <a:endParaRPr lang="en-MY"/>
          </a:p>
        </p:txBody>
      </p:sp>
      <p:pic>
        <p:nvPicPr>
          <p:cNvPr id="4" name="Picture 3" descr="A black and white logo&#10;&#10;Description automatically generated with low confidence">
            <a:extLst>
              <a:ext uri="{FF2B5EF4-FFF2-40B4-BE49-F238E27FC236}">
                <a16:creationId xmlns:a16="http://schemas.microsoft.com/office/drawing/2014/main" id="{8651BFC2-648C-0944-07FF-35157109790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5737" y="4270556"/>
            <a:ext cx="3955563" cy="1343399"/>
          </a:xfrm>
          <a:prstGeom prst="rect">
            <a:avLst/>
          </a:prstGeom>
        </p:spPr>
      </p:pic>
      <p:pic>
        <p:nvPicPr>
          <p:cNvPr id="5" name="Picture 4" descr="Logo&#10;&#10;Description automatically generated">
            <a:extLst>
              <a:ext uri="{FF2B5EF4-FFF2-40B4-BE49-F238E27FC236}">
                <a16:creationId xmlns:a16="http://schemas.microsoft.com/office/drawing/2014/main" id="{D777BB20-213E-C27B-0FA6-6E409A6586E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84069" y="1511033"/>
            <a:ext cx="3950678" cy="1334609"/>
          </a:xfrm>
          <a:prstGeom prst="rect">
            <a:avLst/>
          </a:prstGeom>
        </p:spPr>
      </p:pic>
      <p:pic>
        <p:nvPicPr>
          <p:cNvPr id="12" name="Picture 11">
            <a:extLst>
              <a:ext uri="{FF2B5EF4-FFF2-40B4-BE49-F238E27FC236}">
                <a16:creationId xmlns:a16="http://schemas.microsoft.com/office/drawing/2014/main" id="{9BDF7AB9-64AF-6A75-7C16-CD944757DF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96328" y="2083815"/>
            <a:ext cx="6427616" cy="483720"/>
          </a:xfrm>
          <a:prstGeom prst="rect">
            <a:avLst/>
          </a:prstGeom>
        </p:spPr>
      </p:pic>
      <p:pic>
        <p:nvPicPr>
          <p:cNvPr id="14" name="Picture 13">
            <a:extLst>
              <a:ext uri="{FF2B5EF4-FFF2-40B4-BE49-F238E27FC236}">
                <a16:creationId xmlns:a16="http://schemas.microsoft.com/office/drawing/2014/main" id="{E838D7F4-FFA3-BCDD-3C86-BAE8B5E7129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96328" y="1511033"/>
            <a:ext cx="6427616" cy="483720"/>
          </a:xfrm>
          <a:prstGeom prst="rect">
            <a:avLst/>
          </a:prstGeom>
        </p:spPr>
      </p:pic>
      <p:pic>
        <p:nvPicPr>
          <p:cNvPr id="16" name="Picture 15">
            <a:extLst>
              <a:ext uri="{FF2B5EF4-FFF2-40B4-BE49-F238E27FC236}">
                <a16:creationId xmlns:a16="http://schemas.microsoft.com/office/drawing/2014/main" id="{AFE43838-5626-759A-3387-B74A66EC27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96328" y="2663830"/>
            <a:ext cx="6427616" cy="483720"/>
          </a:xfrm>
          <a:prstGeom prst="rect">
            <a:avLst/>
          </a:prstGeom>
        </p:spPr>
      </p:pic>
      <p:pic>
        <p:nvPicPr>
          <p:cNvPr id="18" name="Picture 17">
            <a:extLst>
              <a:ext uri="{FF2B5EF4-FFF2-40B4-BE49-F238E27FC236}">
                <a16:creationId xmlns:a16="http://schemas.microsoft.com/office/drawing/2014/main" id="{11349A7A-4B38-6966-4DB3-A65CC754A62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94662" y="3874996"/>
            <a:ext cx="7229282" cy="544051"/>
          </a:xfrm>
          <a:prstGeom prst="rect">
            <a:avLst/>
          </a:prstGeom>
        </p:spPr>
      </p:pic>
      <p:pic>
        <p:nvPicPr>
          <p:cNvPr id="20" name="Picture 19">
            <a:extLst>
              <a:ext uri="{FF2B5EF4-FFF2-40B4-BE49-F238E27FC236}">
                <a16:creationId xmlns:a16="http://schemas.microsoft.com/office/drawing/2014/main" id="{D71EF970-8BFF-74C6-4E6F-9A1F5E5B5A7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94662" y="4525404"/>
            <a:ext cx="7229282" cy="544051"/>
          </a:xfrm>
          <a:prstGeom prst="rect">
            <a:avLst/>
          </a:prstGeom>
        </p:spPr>
      </p:pic>
      <p:pic>
        <p:nvPicPr>
          <p:cNvPr id="22" name="Picture 21">
            <a:extLst>
              <a:ext uri="{FF2B5EF4-FFF2-40B4-BE49-F238E27FC236}">
                <a16:creationId xmlns:a16="http://schemas.microsoft.com/office/drawing/2014/main" id="{1BA24E46-0A38-BEBB-B4FA-94028AF2830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294662" y="5177526"/>
            <a:ext cx="7229282" cy="544051"/>
          </a:xfrm>
          <a:prstGeom prst="rect">
            <a:avLst/>
          </a:prstGeom>
        </p:spPr>
      </p:pic>
    </p:spTree>
    <p:extLst>
      <p:ext uri="{BB962C8B-B14F-4D97-AF65-F5344CB8AC3E}">
        <p14:creationId xmlns:p14="http://schemas.microsoft.com/office/powerpoint/2010/main" val="3818035269"/>
      </p:ext>
    </p:extLst>
  </p:cSld>
  <p:clrMapOvr>
    <a:masterClrMapping/>
  </p:clrMapOvr>
</p:sld>
</file>

<file path=ppt/theme/theme1.xml><?xml version="1.0" encoding="utf-8"?>
<a:theme xmlns:a="http://schemas.openxmlformats.org/drawingml/2006/main" name="Office Theme">
  <a:themeElements>
    <a:clrScheme name="PPT custom">
      <a:dk1>
        <a:sysClr val="windowText" lastClr="000000"/>
      </a:dk1>
      <a:lt1>
        <a:sysClr val="window" lastClr="FFFFFF"/>
      </a:lt1>
      <a:dk2>
        <a:srgbClr val="323232"/>
      </a:dk2>
      <a:lt2>
        <a:srgbClr val="E7D7C1"/>
      </a:lt2>
      <a:accent1>
        <a:srgbClr val="74121D"/>
      </a:accent1>
      <a:accent2>
        <a:srgbClr val="A7333F"/>
      </a:accent2>
      <a:accent3>
        <a:srgbClr val="C52233"/>
      </a:accent3>
      <a:accent4>
        <a:srgbClr val="B19C7D"/>
      </a:accent4>
      <a:accent5>
        <a:srgbClr val="7F5F52"/>
      </a:accent5>
      <a:accent6>
        <a:srgbClr val="B27D49"/>
      </a:accent6>
      <a:hlink>
        <a:srgbClr val="FFC000"/>
      </a:hlink>
      <a:folHlink>
        <a:srgbClr val="B26B02"/>
      </a:folHlink>
    </a:clrScheme>
    <a:fontScheme name="Custom 2">
      <a:majorFont>
        <a:latin typeface="Poppins Medium"/>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71585" cap="flat">
          <a:noFill/>
          <a:prstDash val="solid"/>
          <a:miter/>
        </a:ln>
      </a:spPr>
      <a:bodyPr rtlCol="0" anchor="ctr"/>
      <a:lstStyle>
        <a:defPPr algn="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8909</TotalTime>
  <Words>5318</Words>
  <Application>Microsoft Office PowerPoint</Application>
  <PresentationFormat>Widescreen</PresentationFormat>
  <Paragraphs>524</Paragraphs>
  <Slides>58</Slides>
  <Notes>1</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58</vt:i4>
      </vt:variant>
    </vt:vector>
  </HeadingPairs>
  <TitlesOfParts>
    <vt:vector size="75" baseType="lpstr">
      <vt:lpstr>Arial</vt:lpstr>
      <vt:lpstr>Calibri</vt:lpstr>
      <vt:lpstr>Lato</vt:lpstr>
      <vt:lpstr>Lato Black</vt:lpstr>
      <vt:lpstr>Lato Light</vt:lpstr>
      <vt:lpstr>Montserrat Light</vt:lpstr>
      <vt:lpstr>Montserrat SemiBold</vt:lpstr>
      <vt:lpstr>Open Sans</vt:lpstr>
      <vt:lpstr>Open Sans Semibold</vt:lpstr>
      <vt:lpstr>Open Sans Semibold</vt:lpstr>
      <vt:lpstr>Poppins</vt:lpstr>
      <vt:lpstr>Poppins Medium</vt:lpstr>
      <vt:lpstr>Roboto Black</vt:lpstr>
      <vt:lpstr>Source Sans Pro</vt:lpstr>
      <vt:lpstr>Source Sans Pro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TEXT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PHOTO 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NOR IDIANA BINTI HAMIDI</dc:creator>
  <cp:lastModifiedBy>NUR AMALINA BINTI HAMIDI</cp:lastModifiedBy>
  <cp:revision>214</cp:revision>
  <dcterms:created xsi:type="dcterms:W3CDTF">2022-06-08T07:39:09Z</dcterms:created>
  <dcterms:modified xsi:type="dcterms:W3CDTF">2023-02-12T05:19:32Z</dcterms:modified>
</cp:coreProperties>
</file>